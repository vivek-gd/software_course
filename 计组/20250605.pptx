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3" r:id="rId7"/>
    <p:sldId id="261" r:id="rId8"/>
    <p:sldId id="262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5256" autoAdjust="0"/>
  </p:normalViewPr>
  <p:slideViewPr>
    <p:cSldViewPr snapToGrid="0">
      <p:cViewPr varScale="1">
        <p:scale>
          <a:sx n="78" d="100"/>
          <a:sy n="78" d="100"/>
        </p:scale>
        <p:origin x="8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24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1002 3 22117,'0'0'2602,"0"0"-1257,0 0-290,0 0 493,0 0-779,4 0-373,48 0 425,-10-2-640,0 2 0,0 2 0,0 2 1,0 1-1,33 10-181,-70-13-26,-1-1 1,0 1 0,0-1-1,0 1 1,0 1-1,0-1 1,0 0 0,0 1-1,-1 0 1,1 0 0,-1 0-1,0 0 1,0 1-1,0-1 1,0 1 0,-1 0-1,1-1 1,-1 1 0,0 1-1,0-1 1,-1 0-1,1 0 1,-1 1 0,0-1-1,0 0 1,0 1 0,0-1-1,-1 1 1,0 0-1,0-1 1,0 1 0,-1-1-1,0 1 1,0 0 25,2 36-1882</inkml:trace>
  <inkml:trace contextRef="#ctx0" brushRef="#br0" timeOffset="298.809">1 1350 26262,'0'0'2967,"0"0"-2120,0 0-623,38-6 121,145-32 49,-109 12-246,-1-2 0,-1-3 0,18-15-148,-2 3 73,-56 28-49,251-120 277,286-93-301,-531 216-34,1 1 0,0 3 0,1 1 0,-1 2 0,1 1 0,18 2 34,-58 3-16,-1-1-1,1 0 0,0 1 0,0-1 1,0 1-1,0-1 0,0 0 0,0 1 0,0-1 1,0 1-1,0-1 0,0 0 0,0 1 0,0-1 1,0 1-1,0-1 0,0 1 0,0-1 0,0 0 1,1 1-1,-1-1 0,0 0 0,0 1 1,0-1-1,1 0 0,-1 1 0,0-1 0,1 0 1,-1 1-1,0-1 0,0 0 0,1 1 0,-1-1 1,1 0-1,-1 0 0,0 0 0,1 1 1,-1-1-1,0 0 0,1 0 0,-1 0 0,1 0 1,-1 0-1,0 0 0,1 0 0,-1 0 0,1 0 1,-1 0-1,1 0 0,-1 0 0,0 0 1,1 0-1,-1 0 0,1 0 0,-1 0 0,0-1 1,1 1-1,-1 0 0,0 0 0,1-1 17,-34 18-1330,-7-6-1140</inkml:trace>
  <inkml:trace contextRef="#ctx0" brushRef="#br0" timeOffset="554.294">1281 289 27854,'-2'31'1048,"-45"529"914,28 562-873,21-767-1078,-2-198-46,0-155 21,1-1-1,-1 1 1,0 0-1,1 0 1,-1 0-1,0-1 1,0 1-1,0 0 1,0 0-1,0 0 1,-1 0-1,1-1 1,0 1-1,-1 0 1,0 0-1,1-1 1,-1 1-1,0 0 1,0-1-1,0 1 1,0-1-1,0 1 1,0-1-1,0 1 1,0-1-1,-1 0 1,1 0-1,-1 1 1,1-1-1,-1 0 1,1 0-1,-1-1 1,1 1-1,-1 0 1,0 0-1,0-1 1,1 1-1,-1-1 1,0 1-1,0-1 1,0 0-1,1 0 1,-1 0-1,0 0 1,0 0-1,0 0 1,0-1-1,1 1 1,-1 0-1,0-1 1,0 1-1,1-1 1,-1 0-1,0 0 1,1 0-1,-1 0 1,1 0-1,-1 0 1,1 0-1,-1 0 1,1 0-1,0-1 1,0 1-1,-1-1 1,1 1-1,0-2 15,-41-42-1382,2-14-1210</inkml:trace>
  <inkml:trace contextRef="#ctx0" brushRef="#br0" timeOffset="1061.886">812 1210 25725,'0'0'2430,"0"0"-1596,23-3-463,168-14 297,-189 17-671,0 1 0,0 0 0,0 0 0,0 0 1,0 0-1,-1 0 0,1 0 0,0 0 0,-1 0 1,1 1-1,-1-1 0,1 1 0,-1-1 0,0 1 1,0 0-1,0-1 0,0 1 0,0 0 0,0 0 0,0-1 1,0 1-1,-1 0 0,1 0 0,-1 0 0,1 0 1,-1 0-1,0 0 0,0 0 0,0 0 0,0 0 0,0 0 1,0 0-1,-1 0 0,1 0 0,-1 2 3,-20 75-468,-4-38 322,-2 0-1,-1-2 1,-3-1 0,0-1 0,-9 4 146,8-5-5,-268 315 462,454-521-266,-99 116-174,1 2 1,3 3-1,2 2 0,20-8-17,-26 34 2,-49 27-13,-8 6 27,0 0 0,-1 1 0,-1-1 0,0 0 1,0-1-1,-1 1 0,-1-1 0,0 0 0,0 0 0,-1 0 0,-1-1 1,0-1-1,0 1 0,-3 1-16,-10 17 43,-227 310 193,227-303-389,47-57-1227,99-103-2389,-59 56-855</inkml:trace>
  <inkml:trace contextRef="#ctx0" brushRef="#br0" timeOffset="1351.24">1193 1579 15571,'23'-19'6412,"307"-241"551,-247 218-6264,-82 42-695,1 0 0,-1 0 0,0 1 0,1-1 0,-1 1 0,1-1 0,-1 1 1,0-1-1,1 1 0,-1 0 0,0 0 0,1 0 0,-1 0 0,0 0 0,0 0 0,0 0 0,0 0 0,0 0 0,0 0 0,0 1 0,-1-1 1,1 0-1,0 1 0,-1-1 0,1 0 0,-1 1 0,1-1 0,-1 1 0,0-1 0,1 1 0,-1-1 0,0 1 0,0-1 0,0 1 0,0-1 0,-1 1 1,1-1-1,0 1 0,0-1 0,-1 1 0,1-1 0,-1 0 0,0 2-4,1 5 10,-3 22-9,0 0 0,-2-1 0,-1 0 0,-1 0 0,-1 0 0,-2-1 0,-1 0 0,-1-1 0,-1 0 0,-15 20-1,25-41-155,0-1 1,0 1-1,-1-1 1,0 0-1,0 0 1,0 0 0,-1-1-1,0 0 1,1 1-1,-2-1 1,1-1-1,0 1 1,-1-1-1,0 0 1,1 0 0,-3 0 154,-6-2-2044</inkml:trace>
  <inkml:trace contextRef="#ctx0" brushRef="#br0" timeOffset="1650.148">1480 1090 26118,'0'0'1252,"-5"24"-327,-35 163 412,13 268-292,12-413-2294,10-72-744,5 26 1888,5-88-7543,5 53 6814,-1-1 5907,-24 41-1593,-160 175-1998,141-137-1416,-34 39-69,-39 46-174,-4-5-1,-104 84 178,173-172-1361</inkml:trace>
  <inkml:trace contextRef="#ctx0" brushRef="#br0" timeOffset="1899.046">1408 1626 28342,'0'0'1632,"0"0"-1312,0 0 49,118 109-9,-72-60-32,9-1-152,6-7-80,7-5-64,3-9-32,-1-11-48,6-16-288,-16-14-1209,-14-17-9713</inkml:trace>
  <inkml:trace contextRef="#ctx0" brushRef="#br0" timeOffset="2085.461">2217 1017 29950,'0'0'761,"0"0"-417,0 0-208,0 0 80,0 0-64,0 0-104,0 0-48,55 79-40,-49-46-304,-10 30-569,-18-7-943,-9-5-2681</inkml:trace>
  <inkml:trace contextRef="#ctx0" brushRef="#br0" timeOffset="2446.908">2079 1565 21709,'0'0'2188,"0"0"-682,0 0-527,0 0-171,0 0-111,11 23-161,34 79-142,-42-94-347,0 1-1,-1 0 1,0 1 0,0-1 0,-1 0 0,0 1 0,-1-1-1,0 0 1,-1 1 0,0-1 0,0 0 0,-2 5-47,1-3 65,-73 298 1406,38-70-212,58-256-781,50-97-530,-4-2-1,-6-3 1,0-16 52,-28 64-171,158-371-3094,-134 304 308,-1 27 1110,-50 102 2210,0 0 0,0 1-1,0-1 1,1 1 0,1 0 0,-1 1 0,1 0 0,0 0 0,1 1 0,0 0 0,0 0 0,0 1-1,1 0 1,-1 1 0,1 0 0,3-1-363,30-5 437,-2 2-498,0-1-1,-1-2 1,-1-2-1,0-1 0,0-2 1,-2-2-1,0-1 1,-1-2-1,-1-2 0,4-5 62,-10-2-2607,-14 4-2687</inkml:trace>
  <inkml:trace contextRef="#ctx0" brushRef="#br0" timeOffset="2897.427">3236 678 19588,'0'0'5947,"0"0"-3773,0 0-1218,0 0-193,-14 17-93,0-2-519,-67 112 607,-118 424-374,191-530-435,1 0 0,1 0 1,1 0-1,0 1 0,2 0 1,1 0-1,0 0 0,2 5 51,2-25-10,0 0 0,1-1 0,-1 0 0,0 1 0,1-1 0,-1 0 0,1 0 0,0 0 0,-1 0 0,1-1 0,0 1 0,-1-1 0,1 0 0,0 0 0,-1 0 0,1 0 0,0 0 0,0 0 0,-1-1 0,1 1 0,0-1 0,-1 0 0,1 0 0,-1 0 0,1 0 0,-1 0 0,1 0 0,-1-1 0,1 0 10,101-49 146,-99 57-91,-35 103 144,-41 56-76,-101 280 11,167-433-119,2-1-1,-1 1 1,2 0-1,-1 1 1,2-1-1,0 0 1,0 0-1,1 1 1,1-1 0,0 1-1,1 2-14,0-14 0,0 1 1,1-1-1,-1 1 1,1-1-1,-1 0 0,1 0 1,0 0-1,0 0 1,-1-1-1,1 1 0,0-1 1,0 1-1,0-1 1,0 0-1,-1 0 0,1-1 1,0 1-1,0 0 1,0-1-1,0 0 0,-1 1 1,1-1-1,0 0 0,-1-1 1,1 1-1,-1 0 1,1-1-1,-1 1 0,0-1 1,1 0-1,-1 0 1,0 0-1,0 0 0,1-2 0,155-163-452,-116 115 175,36-45-314,-36 40 461,3 3 0,3 2 0,1 1 0,14-6 130,3 29 726,-47 32-186</inkml:trace>
  <inkml:trace contextRef="#ctx0" brushRef="#br0" timeOffset="4232.422">3503 1701 11370,'0'0'16828,"0"0"-15772,0 0-720,0 0-112,0 0 176,0 0-39,62 32-201,-43-14-88,-5 7-56,-8 7-16,-12 25-40,-23-8-849,-8-7-6256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34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1348 56 24253,'0'0'3553,"0"0"-2450,0 0-804,0 0-59,0 0 52,-2-8-48,-7-38 14,9 45-112,-89 39 589,67-23-679,-83 50 0,4 4 1,3 5 0,3 4 0,-63 68-57,128-115 6,1 1 1,1 1-1,2 1 1,2 2-1,1 0 1,1 2 0,3 0-1,1 1 1,1 1-1,3 1 1,1 0-1,2 1 1,2 0-1,2 0 1,1 9-7,5-25 1,1 0-1,2 0 1,0 0-1,2 0 1,1-1-1,1 1 1,1-1 0,1 0-1,1-1 1,2 0-1,0-1 1,8 12-1,115 185 0,-77-133 8,-4 2 0,-4 2 0,-1 11-8,-25-46 0,-3 1 1,-2 1-1,-3 0 1,-3 1 0,-2 1-1,-2 0 1,-4 0-1,-2 1 1,-2-1-1,-3 0 1,-3 0 0,-3 0-1,-2 0 1,-14 43-1,-32 32 3,-5-3 1,-6-3-1,-5-3 1,-6-3-1,-6-4 0,-4-4 1,-70 68-4,157-180 0,-33 39-1,-110 160-13,145-203 11,1 1 0,0 0 1,-1 0-1,1-1 0,0 1 0,0 0 0,-1 0 1,1 0-1,0 0 0,-1 0 0,1 0 0,0 0 1,0 0-1,-1 0 0,1 0 0,0 0 0,0 0 0,-1 0 1,1 1-1,0-1 0,0 0 0,-1 0 0,1 1 1,0-1-1,-1 1 0,1-1 0,-1 1 0,1-1 1,-1 1-1,1-1 0,-1 1 0,1-1 0,-1 1 1,1 0-1,-1-1 0,1 1 0,-1-1 0,0 1 0,0 0 1,1 0-1,-1-1 0,0 1 0,0 0 0,0 0 1,0-1-1,0 1 0,0 0 0,0 0 0,0-1 1,0 1-1,0 0 0,0 0 0,0-1 0,0 1 0,-1 0 1,1-1 2,56-25-4,71-18 20,-118 42-14,0 0 0,1 1 0,-1 0 0,0 0 0,0 1 0,1 0 0,-1 1 0,0 0 1,0 0-1,0 1 0,-1 0 0,1 1 0,-1 0 0,1 0 0,-1 1 0,-1 0 0,1 0 0,-1 1 0,1 0 0,-2 0 1,1 1-1,-1-1 0,5 8-2,8 10 10,-2 2 0,0 0 0,-2 1-1,-1 0 1,-1 2 0,-1-1 0,-1 2 0,-2-1 0,-1 1 0,-2 0 0,1 12-10,16 339 56,-23-380-56,-4 113 5,-5 1-1,-5-2 1,-5 0 0,-7 9-5,-101 503 326,29 5-1,26 3 1,22 179-326,42 1573 151,4-1503-151,19-659 0,-15-221-30,-1 0 1,1 0-1,-1 0 1,1 0-1,0 0 1,0 0-1,0 0 0,0 0 1,0 0-1,0 0 1,1 0-1,-1 0 0,1 0 1,-1 0-1,1-1 1,0 1-1,0 0 1,0 0-1,0 0 0,0-1 1,0 1-1,0-1 1,0 1-1,1-1 0,-1 1 1,1-1-1,-1 0 1,1 1-1,-1-1 1,1 0-1,0 0 0,0 0 1,0-1-1,-1 1 1,1 0-1,0-1 0,0 1 1,0-1-1,0 1 1,0-1-1,0 0 1,0 0-1,0 0 0,2 0 30,13-18-2123</inkml:trace>
  <inkml:trace contextRef="#ctx0" brushRef="#br0" timeOffset="969.013">2713 946 20916,'0'0'5270,"0"0"-3453,0 0-1046,-16 26-115,1-3-482,-1 2 7,0 0 0,2 1 0,1 1-1,1 0 1,1 1 0,1 4-181,-7 30 210,3 0 1,3 1-1,3 1 0,2 0 0,3 53-210,2-110 15,1 0-1,0-1 1,0 1-1,0 0 0,1 0 1,0 0-1,1 0 1,-1-1-1,1 1 1,0-1-1,1 1 1,0-1-1,0 0 1,0 0-1,1 0 1,-1 0-1,1 0 0,1-1 1,-1 0-1,1 0 1,0 0-1,0-1 1,1 1-1,-1-1 1,1 0-1,1 0-14,4 2 16,0-1 0,0 0-1,0 0 1,1-1 0,0-1 0,0 0-1,0 0 1,0-1 0,0-1 0,1 0-1,-1 0 1,0-2 0,1 1-1,-1-1 1,0-1 0,0-1 0,0 1-1,0-2 1,0 0 0,0 0 0,-1-1-1,0 0 1,7-6-16,10-5 6,0-1 0,-2-1-1,0-2 1,-2-1 0,0 0 0,-1-2 0,-1-1-1,11-16-5,-13 8-2,-1-1-1,-1-1 0,-2-1 1,-1 0-1,-2-1 0,-2 0 1,-1-1-1,-2 0 0,-1 0 1,-2-1-1,-2 0 0,-1 0 1,-2 0-1,-2 0 0,-1 0 1,-4-8 2,5 21-17,-2 0 1,-1-1 0,-1 1-1,-1 1 1,-1-1-1,-1 1 1,-1 1 0,-1 0-1,-7-10 17,11 23-11,0-1 0,0 1 0,-1 1 0,-1-1 0,1 1 0,-1 1 1,-1 0-1,0 0 0,0 1 0,-1 0 0,1 1 0,-1 0 0,-1 0 0,1 1 0,-1 1 0,0 0 0,0 1 0,0 0 0,0 1 0,-8-1 11,2 3-2,-1 1-1,0 0 1,1 1 0,-1 1-1,1 1 1,0 1 0,0 0-1,0 2 1,1 0 0,0 0-1,0 2 1,1 0 0,0 1-1,1 0 1,0 2 0,0 0 2,-45 37-6,1 2 1,3 3 0,2 3 0,3 1 0,2 3 0,4 2-1,1 2 1,-16 37 5,32-53-1,1 1-1,3 2 0,2 0 1,2 1-1,2 2 1,3-1-1,2 2 1,3 0-1,2 0 0,3 1 1,2 45 1,2-93 3,1-1 0,0 1 0,1 0 0,0-1 0,1 1 0,-1-1 0,1 1 0,1-1 0,0 0-1,0 1 1,1-1 0,0-1 0,0 1 0,1-1 0,-1 1 0,2-1 0,-1-1 0,1 1 0,0-1 0,0 0 0,1 0 0,0-1 0,0 0 0,0 0 0,1-1 0,-1 0 0,9 3-3,18 7 3,0-3 0,1-1-1,1-1 1,0-2 0,0-2 0,0-1 0,1-1-3,56 4-99,0-4 1,-1-4 0,1-4-1,-1-4 1,78-18 98,-18-13-1694,-30 1-2345</inkml:trace>
  <inkml:trace contextRef="#ctx0" brushRef="#br0" timeOffset="6876.841">2334 5949 26294,'0'0'1252,"0"0"-517,0 0-315,19-9-13,62-25-87,-75 31-299,1 0 1,0 0 0,-1 0 0,1 1 0,0 0-1,0 1 1,0-1 0,1 1 0,-1 1-1,0-1 1,0 1 0,0 1 0,1-1 0,-1 1-1,2 1-21,-6 1 2,0 1-1,-1-1 0,1 1 1,-1 0-1,0 0 0,0 0 0,0 0 1,-1 0-1,1 0 0,-1 0 0,0 0 1,0 1-1,-1-1 0,1 0 1,-1 1-1,0-1 0,0 0 0,-1 1 1,1-1-1,-1 0 0,0 1 1,0-1-1,0 0 0,-1 0 0,1 0 1,-1 0-1,0 1-1,-97 127 9,15-28-13,83-103 4,0 0-1,0 1 0,0-1 1,0 0-1,0 1 0,0-1 1,1 1-1,-1-1 0,0 0 1,1 1-1,-1 0 1,1-1-1,0 1 0,-1-1 1,1 1-1,0-1 0,0 1 1,0 0-1,0-1 0,0 1 1,0-1-1,1 1 0,-1 0 1,0-1-1,1 1 0,0-1 1,-1 1-1,1-1 0,0 1 1,-1-1-1,1 0 0,0 1 1,0-1-1,0 0 0,0 0 1,0 0-1,1 0 0,-1 1 1,0-2-1,0 1 1,1 0-1,-1 0 0,1 0 1,-1-1-1,1 1 0,-1 0 1,1-1-1,-1 1 0,1-1 1,82 9 37,-78-10-35,18-2 46,-1-1 1,0-1-1,0-2 1,-1 0-1,0-1 0,0-1 1,0-1-1,-2-1 0,1-1 1,-1-1-1,-1-1 1,0 0-1,-1-2 0,-1 0 1,-1-1-1,0 0 1,-1-1-1,0-1 0,-2-1 1,0 0-1,-2 0 0,0-1 1,-1-1-1,-1 1 1,5-23-49,-1 4 4,-1 0 1,-2-1-1,-2 0 1,-2 0-1,-2-1 1,-2 0-1,-1 0 1,-3-16-5,-2 39-2,-1 0 0,0 1 0,-2-1 0,0 1 0,-1 1 0,0 0 0,-2 0 0,0 0 0,-1 1 0,0 1 0,-2 0 0,1 1 0,-2 0 0,0 0 0,-2 1 2,4 2-5,-1 0 0,-1 2-1,1-1 1,-2 2-1,1 0 1,-1 0 0,0 1-1,-1 1 1,0 1-1,0 0 1,0 1 0,0 1-1,0 0 1,-1 1-1,0 1 1,1 1 0,-1 0-1,0 1 1,1 1 0,-1 1-1,1 0 1,0 1-1,0 0 1,0 2 0,1 0-1,-7 3 6,-11 12-8,0 1 0,1 1-1,1 2 1,1 1 0,2 2-1,1 0 1,1 2 0,-1 3 8,-9 12-2,1 1 1,2 2 0,2 1-1,3 1 1,1 2 0,3 0-1,2 2 1,3 1 0,2 0-1,3 1 1,1 1 0,4 0-1,0 19 2,4-27 21,2 0-1,2 1 0,2-1 1,2 0-1,3 1 1,2-2-1,1 1 1,3-1-1,2-1 0,2 0 1,2-1-1,2-1 1,25 40-21,-34-72 17,1-1 1,0 0 0,1 0-1,1-1 1,0-1 0,0 0 0,1-1-1,0-1 1,0 0 0,1-1-1,0-1 1,0 0 0,1-2 0,0 1-1,0-2 1,0 0 0,0-1-1,0-1 1,0-1 0,0 0-1,1-1 1,-1-1 0,0 0 0,0-2-1,0 0 1,-1-1 0,1 0-1,-1-1 1,12-7-18,13-11 8,-1-2 0,-2-2 0,-1-1 1,-1-2-1,-1-2 0,-2-1 0,-1-1 0,-2-2 0,-2-1 0,-1-1 0,-2-1 0,16-37-8,-27 52-6,-2 0-1,0-1 0,-2-1 0,-1 1 0,-1-1 0,-2-1 0,1-3 7,-7 22-76,0 1-1,0 0 0,-1-1 0,0 1 1,-1 0-1,0 0 0,0-1 0,0 2 0,-1-1 1,0 0-1,-1 0 0,0 1 0,0 0 1,-1 0-1,1 0 0,-2 0 0,1 1 1,-1 0-1,0 0 0,0 0 0,0 1 0,-1 0 1,-5-3 76,-45-39-2474</inkml:trace>
  <inkml:trace contextRef="#ctx0" brushRef="#br0" timeOffset="8087.572">2402 9787 8834,'0'0'13852,"0"0"-10099,0 0-2659,0 0-242,0 0-177,20 6-226,124 32 95,-142-37-540,1 0-1,0 0 1,-1 0-1,1 1 1,0-1-1,-1 1 1,1 0-1,-1-1 1,0 1-1,0 0 1,0 0-1,0 1 1,0-1-1,0 0 1,0 1-1,-1-1 1,1 1-1,-1-1 1,0 1-1,0 0 1,0 0 0,0-1-1,0 1 1,0 0-1,-1 0 1,1 0-1,-1 0 1,0 0-1,0 0 1,0 0-1,0 0 1,-1 0-1,1-1 1,-1 1-1,0 0 1,0 0-1,0 0 1,0 0-1,-1 1-3,-60 104 8,37-74-14,-2-2-1,-1 0 0,-2-2 1,-1-1-1,-27 20 7,52-45-7,16-12 10,1 0 0,-1 0 0,1 1 0,1 0 0,0 1-1,-1 0 1,2 1 0,-1 0 0,1 1 0,-1 1-1,1 0 1,0 1 0,0 0 0,1 0 0,-1 2-1,0 0 1,0 0 0,10 2-3,-18 2 10,0 1 0,0-1 0,-1 1 0,1 0 0,-1 0 0,0 0 1,0 1-1,-1-1 0,0 1 0,0 0 0,0 0 0,0 0 0,-1 1 0,0-1 0,-1 0 0,1 1 0,-1-1 0,-1 1 0,1-1 0,-1 1 0,0 0 0,0-1 1,-1 1-1,0-1 0,0 1 0,-1-1 0,-1 5-10,3-9 2,-4 15 10,0 0 0,-1 0 0,0-1 1,-1 1-1,-1-1 0,-1-1 1,-1 1-1,0-1 0,0-1 1,-1 0-1,-1 0 0,-1-1 1,0 0-1,0-1 0,-2-1 0,1 0 1,-1 0-1,-1-2 0,0 0 1,0 0-1,-1-1 0,0-1 1,0-1-1,0 0 0,-1-1 1,-8 0-13,11-1 15,1-1-1,-1 0 1,0-1 0,0-1 0,1 0 0,-1-1 0,0-1 0,0 0 0,0 0 0,0-2 0,1 0 0,-1 0 0,1-1 0,0-1-1,0 0 1,0-1 0,1 0 0,0-1 0,0-1 0,0 0 0,-7-7-15,1-10-4,1-1 1,2-1-1,1 0 1,1-1-1,1 0 0,1-1 1,2 0-1,1-1 1,1 0-1,2 0 0,1-1 1,1 1-1,1-23 4,-1-191-61,4 234 60,1 0 1,0 1-1,1-1 0,0 1 0,0 0 1,1-1-1,0 1 0,1 1 1,0-1-1,0 1 0,1 0 0,0 0 1,0 0-1,1 1 0,0 0 1,0 0-1,1 1 0,0 0 1,0 1-1,0-1 0,1 1 1,10-5 1,0 1-1,1 0 1,0 1 0,0 2-1,1 0 1,0 1-1,0 1 1,0 1 0,4 0-1,30-1 3,1 2-1,-1 2 1,0 3 0,0 2 0,0 3 0,-1 2 0,0 2 0,0 3 0,-2 1 0,0 4 0,45 23-3,-80-31 2,0 1 1,-1 1-1,0 0 0,-2 1 1,1 1-1,-2 0 1,0 1-1,-1 0 1,-1 1-1,0 1 1,-2 0-1,0 0 1,-1 0-1,-1 1 0,0 1 1,-2-1-1,0 1 1,-2 0-1,1 21-2,3-21 6,-2 1 1,-1-1-1,-1 1 0,-1 0 0,-1 0 0,0 0 0,-2 1 0,-1-1 0,0 0 0,-2 0 1,0-1-1,-2 1 0,0-1 0,-1 0 0,-1-1 0,-1 1 0,-8 10-6,-22 19 72,-3-1 0,-1-2 0,-3-2 0,-2-2 0,-1-2 0,-2-3 0,-2-1-1,-1-3 1,-2-3 0,-13 4-72,41-22-4,0-1 1,-1-2-1,0 0 0,0-3 1,-1 0-1,0-2 0,-1-1 1,1-1-1,-8-1 4,35-2-72,0 0 0,0 0-1,-1-1 1,1 1 0,0-1 0,-1 1 0,1-1 0,0 0 0,0 0 0,0-1 0,0 1-1,0-1 1,0 1 0,0-1 0,1 0 0,-1 0 0,1 0 0,-1 0 0,1-1 0,-1 1-1,1 0 1,0-1 0,0 0 0,1 0 0,-1 1 0,0-1 0,1 0 0,0 0 0,0-1-1,0 1 1,0 0 0,0 0 0,0 0 0,1-1 0,0 1 0,0 0 0,0-1 0,0 1-1,0 0 1,0 0 0,2-3 72,-4-41-5353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44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20036,'0'0'4920,"0"0"-3556,0 0-804,0 0 631,0 0-354,13-10-435,210-157 868,-218 164-1254,-1 1 0,1-1 0,0 0 0,0 1-1,0 0 1,0 0 0,0 1 0,1-1 0,-1 1 0,0 1 0,1-1 0,-1 0 0,1 1 0,-1 0 0,1 1-1,-1-1 1,0 1 0,1 0 0,-1 0 0,0 1 0,1 0 0,-1 0 0,0 0 0,0 0 0,-1 1 0,1-1 0,0 1-1,-1 1 1,0-1 0,1 1-16,27 36 88,-1 3 1,-2 0-1,-2 2 0,-2 1 0,-1 1 0,-1 7-88,9 12 67,249 486 125,-269-529-191,1 0-1,0 0 0,2-1 1,1-1-1,0-1 0,2 0 1,0-1-1,16 12 0,-34-30 0,1 0-1,0 1 1,0-1 0,0 0-1,0 0 1,-1 0-1,2 0 1,-1 0-1,0 0 1,0 0 0,0 0-1,0 0 1,1-1-1,-1 1 1,0 0 0,1-1-1,-1 1 1,0-1-1,1 0 1,-1 1 0,1-1-1,-1 0 1,1 0-1,-1 0 1,0 0-1,1 0 1,-1 0 0,1 0-1,-1 0 1,1-1-1,-1 1 1,0-1 0,1 1-1,-1-1 1,1 1-1,-1-1 1,0 0 0,0 0-1,0 1 1,1-1-1,-1 0 1,0 0 0,0 0-1,0 0 1,0-1-1,0 1 1,-1 0-1,1 0 1,0 0 0,0-1-1,-1 1 1,1-1 0,38-267-3124,-32 186-534</inkml:trace>
  <inkml:trace contextRef="#ctx0" brushRef="#br0" timeOffset="282.587">1237 127 27470,'0'0'1280,"0"0"-600,-131 132-24,52-41-159,-22 31-305,-20 30-136,-6 10-56,18-14-168,27-46-633,34-39-1935</inkml:trace>
  <inkml:trace contextRef="#ctx0" brushRef="#br0" timeOffset="996.257">1938 557 29838,'0'0'1257,"0"0"-641,0 0-160,0 0-152,0 0-136,0 0-72,0 0-64,-30-105-32,34 91 0,7 8 0,2 6-24,-2 0-1224,-6 0-3225</inkml:trace>
  <inkml:trace contextRef="#ctx0" brushRef="#br0" timeOffset="1747.27">1866 434 27550,'0'0'1264,"0"0"-912,0 0-200,0 0 232,0 0-32,0 0-144,53 131-96,-27-96-39,-2 3-41,0-3 0,-2-3-32,-2-9 0,0-3-16,4-10-345,-5-4-567,-5-6-2825</inkml:trace>
  <inkml:trace contextRef="#ctx0" brushRef="#br0" timeOffset="2016.671">2202 373 26942,'0'0'1352,"0"0"-968,-82 109-288,30-24-96,8-14 0,7-10-1440</inkml:trace>
  <inkml:trace contextRef="#ctx0" brushRef="#br0" timeOffset="3443.828">2927 247 25133,'0'0'1249,"0"0"-861,0 0-159,0 0 163,0 0-8,0 0-97,8 14-27,-2-4-212,35 102 389,-32 25-60,20 122-211,-29-257-163,1 1-1,-1 0 0,1-1 0,0 1 1,0-1-1,-1 1 0,2-1 0,-1 1 1,0-1-1,0 0 0,1 1 0,-1-1 1,1 0-1,0 0 0,0 0 0,0 0 1,0 0-1,0-1 0,0 1 0,0-1 1,0 1-1,1-1 0,-1 0 0,0 0 1,1 0-1,-1 0 0,1 0 0,0 0 1,-1-1-1,1 1 0,0-1 0,-1 0 1,1 0-1,0 0 0,-1 0 0,1 0 1,0-1-1,-1 1 0,1-1 0,-1 1 1,1-1-1,0 0-2,76-66 141,-31 7-183,-3-1 0,-2-2-1,-4-2 1,-2-1-1,27-68 43,-64 133-1,19-36-9,-1-1 0,-2-1 0,-2-1 0,-1 0 0,-3-1 0,5-29 10,-51 318 1380,39-83-1187,7 0-1,7 0 0,31 124-192,20 182 103,-56-340-100,-6 1 0,-8 81-3,1-204 6,0 0 0,0 1 0,-1-1 0,0 0-1,0 0 1,-1 0 0,0 0 0,-1 0 0,0 0 0,0-1 0,-1 0 0,0 0 0,0 0 0,-1-1 0,0 1 0,0-2 0,-1 1 0,0 0 0,0-1 0,-1-1 0,0 1 0,0-1 0,0 0 0,0-1-1,-1 0 1,-6 2-6,11-7 0,0 0 0,0 0 0,1 0 0,-1-1 0,0 1 0,1-1 0,0 0 0,-1 0 0,1 0 0,0-1 0,0 1 0,0-1 0,0 1 0,1-1 0,-1 0 0,1 0 0,-1-1 0,1 1 0,0 0 0,1-1 0,-1 1-1,0-1 1,1 1 0,0-1 0,0 0 0,0 0 0,0 0 0,1 1 0,-1-1 0,1 0 0,0-3 0,-10-45-105,2 0-1,3 0 1,2-1 0,2 0-1,4-19 106,-3 21-113,0-18-17,3 1 0,3-1 0,3 0 0,3 1-1,2 1 1,4 0 0,3 2 0,2 0 0,14-22 130,-18 55-217,2 0 0,2 1 1,0 2-1,2 0 0,1 1 0,2 2 1,0 1-1,2 1 0,6-3 217,18-13-3541</inkml:trace>
  <inkml:trace contextRef="#ctx0" brushRef="#br0" timeOffset="3955.053">10 1369 26654,'22'5'1076,"249"28"647,-52-28-907,0-11 0,102-19-816,1022-143 664,-952 145-725,45 18 61,-388 4-453,-1 2 1,0 2-1,0 3 0,0 1 0,0 3 1,12 5 452,-16 4-4727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54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 1 27782,'0'0'784,"0"0"-480,0 0-168,145 2 104,-103 6-120,4 15-120,-11-1-216,-13 2-1248</inkml:trace>
  <inkml:trace contextRef="#ctx0" brushRef="#br0" timeOffset="187.665">1 894 25878,'0'0'2592,"0"0"-2248,158-83-64,-68 22 280,8-8-120,3-4-264,-2-4-176,26-21-112,-25 17-424,-21 10-1232</inkml:trace>
  <inkml:trace contextRef="#ctx0" brushRef="#br0" timeOffset="408.342">713 391 26366,'0'0'1528,"-17"117"-600,12-25-344,5 35-152,0 28-152,0 13-104,5-8-96,1-32-40,-3-41-40,-3-30-104,0-19-416,0-9-184,-14-13 176,-8-4-64,-2-12-5169</inkml:trace>
  <inkml:trace contextRef="#ctx0" brushRef="#br0" timeOffset="874.673">303 707 21589,'0'0'4922,"0"0"-3646,21-1-978,67-3 211,-82 3-473,0 0 0,0 1 0,0 0 0,0 0 0,1 0 0,-1 1 0,0-1 0,0 1 0,0 1 0,0-1 0,0 1 0,0 1 0,0-1 0,-1 1 0,1-1 0,-1 2 0,0-1 0,1 1 0,-1-1 0,-1 1 0,1 1-1,-1-1 1,0 1 0,0-1 0,0 1 0,0 0 0,-1 1 0,0-1 0,0 1 0,0-1 0,-1 1 0,0 0 0,0 0 0,-1 0 0,1 0 0,-1 3-36,-2 14-12,-1-1-1,-1 1 1,-1-1-1,-1 0 1,0-1 0,-2 1-1,-1-1 1,-1 0-1,0-1 1,-2 0-1,0 0 1,-1-1 0,-1-1-1,-1 0 1,0-1-1,-2 1 13,-15 23-189,-2-1 1,-1-2-1,-2-1 0,-2-2 0,-1-2 0,-2-1 0,-1-2 0,-6 1 189,21-19 512,25-18 49,83-119-236,-64 105-317,353-406-811,-101 146-3897,-232 249 4144,-25 21 3708,-110 146-737,63-92-2294,1 1 1,3 2-1,1 1 0,3 1 1,2 1-1,-12 36-121,36-82-17,-1-2-2,1 1-1,-1-1 1,1 1-1,0-1 1,0 1-1,0-1 1,0 1-1,0 0 1,1-1-1,-1 1 1,1 0-1,0 0 1,0-1-1,0 1 1,0 0-1,0 0 1,0-1-1,1 1 1,-1 0-1,1-1 1,0 1-1,0 0 1,0-1-1,0 1 1,0-1-1,1 0 1,-1 1-1,1-1 1,0 0-1,-1 0 1,1 0-1,0 0 1,2 1 19,106-21-3840,-51-10-5061</inkml:trace>
  <inkml:trace contextRef="#ctx0" brushRef="#br0" timeOffset="1159.573">1093 886 20420,'0'0'2433,"0"0"-1289,0 0 312,122-65-231,-106 63-521,-10 2-120,-4 0-120,-2 2-16,0 4-16,0 2-24,0 0-224,0-2-184,0 2-176,0 4-504,0-2-480,0-1-3785</inkml:trace>
  <inkml:trace contextRef="#ctx0" brushRef="#br0" timeOffset="1160.573">1077 1074 7746,'-46'39'17811,"-6"13"-16258,-19 13-993,-5 14-360,-3 5-200,-18 35-104,21-21-896,14-15-3633</inkml:trace>
  <inkml:trace contextRef="#ctx0" brushRef="#br0" timeOffset="1317.58">1049 1271 30022,'0'0'673,"0"0"-473,147 85-200,-77-42-144,-9-13-2169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50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 0 19380,'0'0'7762,"0"0"-7250,0 0-296,0 0-136,0 0-48,44 109-32,-40-88-192,-4-1-2745</inkml:trace>
  <inkml:trace contextRef="#ctx0" brushRef="#br0" timeOffset="313.049">318 756 25669,'0'0'1078,"0"0"-567,21-9-164,221-114 511,-199 100-827,140-59-11,-182 82-20,0 0-1,0 0 1,0 0-1,1 0 1,-1 0-1,0 0 1,0 1-1,0-1 1,0 0 0,0 1-1,0-1 1,0 1-1,0-1 1,-1 1-1,1-1 1,0 1-1,0-1 1,0 1 0,0 0-1,-1 0 1,1-1-1,0 1 1,-1 0-1,1 0 1,0 0-1,-1 0 1,1 0-1,-1 0 1,0 0 0,1 0-1,-1 0 1,0 0-1,0 0 1,1 0-1,-1 0 1,0 0-1,0 0 1,0 0 0,0 0-1,0 0 1,0 0-1,-1 0 1,1 0-1,0 0 1,-1 0-1,1 0 1,0 0-1,-1 0 1,1 0 0,-1 0-1,1 0 1,-1 0-1,0 0 1,1 0-1,-1-1 1,0 1-1,0 0 1,0-1-1,1 1 1,-1 0 0,0-1-1,-1 1 1,-114 140 135,-155 191 66,-62 121-201,234-306-261,103-132-1814,14-15-2662</inkml:trace>
  <inkml:trace contextRef="#ctx0" brushRef="#br0" timeOffset="562.899">452 1369 25213,'0'0'1417,"-11"101"-281,-11-28-552,0 12 144,3 3-80,1-1-400,9-10-168,9-16-72,0-17-8,5-25-112,21-19-312,35-47 8,-4-16-784,-2-10-2969</inkml:trace>
  <inkml:trace contextRef="#ctx0" brushRef="#br0" timeOffset="736.031">972 1087 12355,'0'0'10843,"0"0"-7562,0 0-2374,0 0-435,0 0-287,0 0-103,-17 16-46,-3 2-22,-66 88 109,74-85-55,3-8-19,0-1 0,2 1 0,-1 1 0,2-1 0,0 1 0,1 1 0,0-1 0,1 1 0,0-1 0,1 1 0,1 0 0,1 0 0,0 0 0,1 12-49,2-24-15,0 0 0,1-1 0,-1 1 1,1-1-1,-1 1 0,1-1 1,0 0-1,0 0 0,0 0 0,0 0 1,0-1-1,0 1 0,1-1 1,-1 0-1,0 0 0,1 0 0,-1 0 1,1-1-1,-1 1 0,1-1 1,-1 0-1,1 0 0,-1 0 0,1-1 1,-1 1-1,1-1 0,-1 0 1,1 0-1,-1 0 0,0 0 0,1 0 1,1-2 14,37-15-1036,-5-7-1680</inkml:trace>
  <inkml:trace contextRef="#ctx0" brushRef="#br0" timeOffset="1006.367">1035 917 15643,'0'0'10687,"0"0"-8216,0 0-2275,20-2 85,156-38 139,-81-1-342,-55 21-71,2 1 0,1 3 0,0 1 0,0 2 0,2 2 0,-1 2 0,35-2-7,-77 11-4,0 0 0,-1 0 0,1 0 0,0 0 0,0 0 0,0 1 0,0-1 0,0 1 0,-1-1 0,1 1 0,0-1 0,0 1 0,-1 0 0,1 0 0,0 0 0,-1 0 1,1 0-1,-1 0 0,1 0 0,-1 1 0,0-1 0,0 1 0,1-1 0,-1 1 0,0-1 0,0 1 0,0-1 0,-1 1 0,1 0 0,0 0 0,-1-1 0,1 1 0,-1 0 0,1 0 0,-1 0 0,0-1 0,0 1 0,0 0 0,0 0 0,0 0 0,0 0 0,0 0 0,-1 0 0,1-1 0,-1 1 0,1 0 0,-1 0 0,0 1 4,-3 13-54,-1 0 0,0 0 0,-1 0-1,-1-1 1,0 0 0,-1-1 0,-1 1-1,0-1 1,-1-1 0,-1 0 0,0 0 0,0-1-1,-1-1 1,-1 0 0,-11 8 54,-59 20-2377,51-36-2182</inkml:trace>
  <inkml:trace contextRef="#ctx0" brushRef="#br0" timeOffset="1384.716">1449 606 25125,'-4'17'1125,"-16"60"-450,4 1 0,3 1 0,2 19-675,11 33 18,0-128-39,0 1 1,1-1-1,0 0 1,-1 0-1,1 1 1,0-1-1,1 0 1,-1 0-1,0 0 1,1 0 0,0 0-1,0-1 1,-1 1-1,2 0 1,-1-1-1,0 1 1,0-1-1,1 0 1,0 0-1,-1 0 1,1 0-1,0 0 1,0-1-1,0 1 1,0-1-1,0 0 1,0 0-1,0 0 1,0 0 0,1 0-1,-1-1 1,0 1-1,1-1 1,-1 0-1,0 0 1,0 0-1,1-1 1,-1 1-1,0-1 1,1 0 20,132 15-41,-132-13 65,1 0-1,0 1 1,0-1-1,-1 1 1,1 0-1,-1 1 1,0-1 0,1 1-1,-1 0 1,0 0-1,-1 0 1,1 0-1,-1 1 1,1-1 0,-1 1-1,0 0 1,0 0-1,0 0 1,-1 1 0,0-1-1,0 0 1,0 1-1,0 0 1,-1-1-1,1 1 1,-1 3-24,0 3 23,0 1-1,-1 0 1,0 0 0,-1 0-1,0 0 1,-1 0 0,-1-1-1,0 1 1,0-1 0,-1 0-1,-1 0 1,1 0 0,-2 0-1,0-1 1,0 0 0,-5 6-23,-132 143 54,141-158-54,-23 24-14,15-13-40,0-1 1,0 0-1,-1-1 1,-1 0-1,1 0 1,-2-1-1,1-1 0,-1 0 1,-1-1-1,1 0 1,-1-1-1,0-1 1,-1 0-1,-8 1 54,-3-7-984,12-7-1286</inkml:trace>
  <inkml:trace contextRef="#ctx0" brushRef="#br0" timeOffset="1622.775">1439 1385 24197,'0'0'1424,"0"0"-751,0 0-265,0 0 48,124 93-216,-106-64-240,-9 5-184,-9-9-944,0-7-2121</inkml:trace>
  <inkml:trace contextRef="#ctx0" brushRef="#br0" timeOffset="1936.11">1112 807 26790,'0'0'1032,"-11"154"-480,11-26-16,0 22 104,0-6-48,22-10-183,2-14-233,4-1-112,-3-25-40,-6-24-24,-3-29-312,-3-19-337,2-16-271,9-20-272,-2-18 496,-4-19-2297</inkml:trace>
  <inkml:trace contextRef="#ctx0" brushRef="#br0" timeOffset="2204.448">2274 38 27254,'0'0'992,"0"0"-328,114 17 0,-77 5-152,-6 8-304,-16 7-128,-13 9-80,-2 9 0,-55 37-416,3-13-632,-10-8-1736</inkml:trace>
  <inkml:trace contextRef="#ctx0" brushRef="#br0" timeOffset="2205.448">1840 870 19796,'0'0'7146,"0"0"-6306,0 0-392,0 0 376,0 0-80,122-2-304,-54-43-264,16-12-103,1-11-73,3-5-185,2-1-367,6-15-336,-21 20-1232,-25 17-2329</inkml:trace>
  <inkml:trace contextRef="#ctx0" brushRef="#br0" timeOffset="2469.175">2570 363 18940,'0'0'5265,"-8"30"-2524,-42 254-737,45-60-1352,10-1 0,19 107-652,-19-288 4,-2 142-390,-5-181 376,1 0 0,-1 0 0,1 0 0,-1 0 0,0 0 0,0-1 0,0 1-1,0 0 1,-1-1 0,1 0 0,-1 0 0,1 0 0,-1 0 0,0 0 0,0 0 0,0-1 0,0 1 0,0-1 0,0 0 0,0 0 0,0 0 0,-1 0 0,1 0 0,0-1 0,-1 0 0,1 1 0,0-1 0,-1-1 0,1 1 0,0 0 0,-1-1 0,1 1 0,0-1 0,0 0 0,0 0 0,-1-1 0,1 1 0,0-1 0,1 1 0,-1-1 0,0 0-1,0 0 1,1 0 0,-1 0 0,1-1 0,0 1 0,-1-1 0,1 1 0,0-1 0,0-2 10,-8-9-162,1-1 0,1 0 1,1 0-1,0-1 0,1 0 0,0 0 0,2 0 0,-1-7 162,2 15-53,-20-90-893,3 3-1229</inkml:trace>
  <inkml:trace contextRef="#ctx0" brushRef="#br0" timeOffset="2734.493">2245 943 25758,'0'0'1392,"0"0"-731,0 0-342,-6 20 150,-85 325 453,88-279-893,4-65-28,0 0-1,-1 0 0,1 0 1,0-1-1,-1 1 0,1 0 0,0 0 1,0-1-1,0 1 0,0 0 1,-1-1-1,1 1 0,0-1 1,0 1-1,0-1 0,0 0 1,0 1-1,0-1 0,0 0 1,1 0-1,-1 0 0,0 0 0,0 0 1,0 0-1,0 0 0,0 0 1,0 0-1,0 0 0,0 0 1,0-1-1,0 1 0,0-1 1,0 1-1,0 0 0,0-1 0,0 0 1,1 1 1,16-8 1,0 0 0,0-2 0,-1 0 0,0-1-1,-1 0 1,0-1 0,0-1 0,-2-1 0,9-10-3,10-6-10,70-68 6,-60 54 5,3 1 0,1 3 1,2 2-1,2 2 0,7-2-1,35 6-197,-93 33 183,1 0 0,-1 1 0,1-1 0,-1 0 0,0 0 0,1 0-1,-1 1 1,0-1 0,0 0 0,0 1 0,0-1 0,0 0 0,0 0 0,0 1 0,0-1 0,-1 0 0,1 0 0,0 0 0,-1 1 0,1-1 0,-1 0-1,0 0 1,1 0 0,-1 0 0,0 0 0,1 0 0,-1 0 0,0 0 0,0 0 0,0 0 0,0 0 0,0 0 0,0-1 0,0 1 0,0 0 0,0-1 0,0 1-1,0-1 1,-1 1 0,1-1 0,0 0 0,-1 1 14,-447 359 431,431-344-426,-136 113 25,6 7 0,-109 133-30,172-154 6,85-114-22,0-1 0,0 0 0,-1 1 1,1-1-1,0 0 0,-1 1 0,1-1 1,0 1-1,0-1 0,0 0 0,-1 1 1,1-1-1,0 1 0,0-1 0,0 1 1,0-1-1,0 1 0,0-1 0,0 0 1,0 1-1,0-1 0,0 1 0,0-1 1,0 1-1,0-1 0,0 1 0,1-1 1,-1 0-1,0 1 0,0-1 0,0 1 1,1-1-1,-1 0 0,0 1 0,0-1 1,1 0-1,-1 1 0,0-1 0,1 0 1,-1 1-1,1-1 0,-1 0 0,0 0 1,1 1-1,-1-1 0,1 0 0,-1 0 1,0 0-1,1 0 0,-1 0 0,1 1 1,-1-1-1,1 0 0,-1 0 0,1 0 1,-1 0-1,0 0 0,1 0 0,-1-1 1,1 1-1,-1 0 0,1 0 0,-1 0 0,1 0 1,-1 0-1,0-1 0,1 1 0,-1 0 1,1-1 15,28-2-1707</inkml:trace>
  <inkml:trace contextRef="#ctx0" brushRef="#br0" timeOffset="3001.792">2769 1213 28462,'0'0'800,"0"0"-328,129 28 120,-76-10-159,-5-1-233,-4-1-128,9 6-72,-16-4-160,-9-5-1265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49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 1 23685,'0'0'2801,"0"0"-1777,0 0-512,0 0 32,-2 138-8,2-91-128,0 9-224,0 3-112,0 8-32,-5 4-16,-6 4-24,3 0 0,-10 8-344,1-22-608,-3-20-3385</inkml:trace>
  <inkml:trace contextRef="#ctx0" brushRef="#br0" timeOffset="253.365">0 407 11602,'0'0'13274,"0"0"-10027,5 24-2651,39 162 458,-33-148-867,2-1-1,1 0 1,2-1 0,1-1 0,2 0-1,1-1 1,12 13-187,-31-44 7,1 0 0,0 0 1,0-1-1,0 1 0,0 0 0,0-1 0,1 1 1,-1-1-1,1 0 0,-1 1 0,1-1 0,0-1 1,0 1-1,0 0 0,0-1 0,1 1 0,-1-1 1,0 0-1,0 0 0,1 0 0,-1-1 0,1 1 1,-1-1-1,0 0 0,1 0 0,-1 0 0,1 0 1,-1-1-1,1 1 0,-1-1 0,0 0 0,1 0 1,-1 0-1,0 0 0,0-1 0,0 1 0,0-1 1,0 0-1,0 0 0,0 0 0,-1 0 0,1 0 1,-1-1-1,1 1 0,0-2-7,13-29-453,-3 0 0,0 0 0,-2-2 0,-2 1 0,-1-1 0,-2 0 0,1-27 453,5-31-4780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58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24045,'0'0'1555,"0"0"926,0 0-1546,0 0-665,0 0-86,10 0 71,1694-6 787,-814 2-1042,-53 78 27,-558-43-22,1152 132 188,-941-83-1181,-432-67-706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4:59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579 312 27278,'0'0'1112,"0"0"-352,0 0-200,-119 118 88,69-71-159,-7 5-185,-7 5-96,-4 4-96,1 4-48,5-4-48,14-7-16,15-11-104,22-13-296,31-22-489,26-8-615,6 0-1368</inkml:trace>
  <inkml:trace contextRef="#ctx0" brushRef="#br0" timeOffset="286.128">403 888 25589,'0'0'1953,"0"0"-657,-8 169-544,-8-84-152,-1 6-127,-1 4-241,5-1-144,4-1-88,9-8-32,0-16-480,24-32-913,9-21-975,-2-16-7234</inkml:trace>
  <inkml:trace contextRef="#ctx0" brushRef="#br0" timeOffset="568.166">712 973 24597,'0'0'1865,"0"0"-585,154-144-448,-73 86-240,9 11-288,4 10-192,3 7-88,-3 10-24,7 8-336,-25 6-888,-25 3-5409</inkml:trace>
  <inkml:trace contextRef="#ctx0" brushRef="#br0" timeOffset="836.449">1239 653 25541,'0'0'1438,"-7"19"-668,-74 280 1093,-24 156-1530,104-435-490,14-45 27,-1 1 160,15-23-54,82-118 210,-103 157-157,1 1 0,0 0 0,0 0 0,1 1 0,0 0 0,0 0 0,1 1 0,-1 0 1,1 1-1,0 0 0,0 0 0,1 0 0,-1 2 0,1-1 0,0 1 0,0 0 0,-1 1 0,4 0-29,-9 0 2,0 0 1,0 1-1,1-1 0,-1 1 0,0 0 0,1 0 0,-1 0 1,0 1-1,0-1 0,0 1 0,1 0 0,-1 0 0,0 1 1,0-1-1,0 1 0,0 0 0,-1 0 0,1 0 0,-1 0 1,1 1-1,-1 0 0,1-1 0,-1 1 0,0 0 0,-1 1 1,1-1-1,0 0 0,-1 1 0,0 0 0,0-1 1,0 1-1,0 0 0,-1 0 0,1 0 0,-1 2-2,1 6 7,-1 0-1,-1 1 1,0-1-1,-1 1 1,0-1-1,-1 0 1,-1 0-1,0 1 1,0-2-1,-1 1 1,-1 0-1,0-1 1,0 0 0,-1 0-1,0 0 1,-6 6-7,-135 151 66,69-98-146,78-69 71,0-1-1,0 1 1,-1-1 0,1 1 0,0-1-1,0 1 1,-1-1 0,1 1 0,0-1-1,-1 0 1,1 1 0,-1-1 0,1 1 0,0-1-1,-1 0 1,1 1 0,-1-1 0,1 0-1,-1 0 1,1 1 0,-1-1 0,1 0-1,-1 0 1,1 0 0,-1 0 0,1 1-1,-1-1 1,0 0 0,1 0 0,-1 0-1,1 0 1,-1 0 0,1 0 0,-1-1-1,1 1 1,-1 0 0,1 0 0,-1 0 0,1 0-1,-1-1 1,1 1 0,-1 0 0,1-1-1,-1 1 1,1 0 0,-1-1 0,1 1-1,-1 0 1,1-1 0,0 1 0,-1-1-1,1 1 1,0-1 0,0 1 0,-1 0-1,1-1 1,0 0 0,0 1 0,-1-1 9,6-40-3685,11-10-8486</inkml:trace>
  <inkml:trace contextRef="#ctx0" brushRef="#br0" timeOffset="1116.187">1861 154 27334,'0'0'1204,"0"0"-630,0 0-153,2 21 103,9 146 267,-6 108-247,-4-267-541,1 1 0,0-1 0,1 1 0,-1-1 0,2 0 0,-1 0 1,1 0-1,0-1 0,1 1 0,0-1 0,0 0 0,0 0 0,1-1 0,0 1 0,0-1 0,1-1 0,0 1 0,0-1 0,0 0 1,4 1-4,170 57 56,-2 1-31,-174-61-25,-1 0 0,0 0 0,1 0 1,-1 0-1,-1 1 0,1 0 0,0-1 0,-1 1 1,0 1-1,0-1 0,0 0 0,0 1 0,-1 0 1,0-1-1,0 1 0,0 0 0,0 0 0,-1 0 1,0 0-1,0 0 0,0 1 0,-1-1 0,1 0 1,-1 0-1,-1 1 0,1-1 0,-1 0 0,0 0 1,0 0-1,0 0 0,-2 4 0,-82 142 8,50-105-93,-2-2-1,-2-1 0,-1-2 0,-3-1 1,-1-3-1,-2-2 0,-28 17 86,59-44-241,0 0 0,-1 0-1,-1-2 1,1 0 0,-1-1 0,0 0-1,0-2 1,-1 0 0,1-1 0,-1 0-1,-7-2 242,-21 1-4074</inkml:trace>
  <inkml:trace contextRef="#ctx0" brushRef="#br0" timeOffset="1379.924">1760 1178 28462,'0'0'808,"0"0"-64,0 0-191,0 0-105,130 124-200,-87-92-184,23 11-64,-11-9-776,-7-13-4298</inkml:trace>
  <inkml:trace contextRef="#ctx0" brushRef="#br0" timeOffset="2368.906">4235 594 27286,'0'0'1071,"2"17"-138,3 48-261,-2 0 1,-4 1-1,-8 60-672,0-26 4,31-127-90,1-4-71,2 2 0,1 0-1,2 2 1,0 1 0,2 1-1,1 1 1,1 2-1,25-13 158,-54 32 4,0 1 0,1 0-1,0 0 1,0 0-1,-1 0 1,1 0 0,0 1-1,0 0 1,0 0-1,1 0 1,-1 0-1,0 1 1,0-1 0,1 1-1,-1 0 1,0 1-1,0-1 1,0 1 0,1-1-1,-1 1 1,0 1-1,0-1 1,0 0 0,0 1-1,-1 0 1,1 0-1,0 0 1,-1 0-1,3 2-3,-2 11 75,0 0-1,0 1 1,-2-1-1,0 1 1,0 0-1,-2-1 1,0 1-1,-1 0 0,0-1 1,-1 1-1,-4 10-74,-51 189-1727,55-191-629</inkml:trace>
  <inkml:trace contextRef="#ctx0" brushRef="#br0" timeOffset="2776.328">5175 395 27254,'0'0'1328,"0"0"-442,0 0-340,0 0-119,15 17-153,48 56-154,-13-41-71,-19-1-405,-31-20 284,-1 0 0,0 0-1,0-1 1,-1 1 0,0 0 0,-1-1 0,0 1 0,-1-1-1,0 0 1,-1 0 0,0-1 0,0 1 0,-1-1 0,0 0 0,-1-1-1,0 1 1,0-1 0,-8 6 72,0 5-47,-99 126 5,113-144 25,1 1 0,-1-1 0,1 0 0,0 1 0,0-1 1,0 0-1,-1 1 0,1-1 0,0 0 0,1 1 0,-1-1 1,0 1-1,0-1 0,1 0 0,-1 1 0,0-1 0,1 0 0,-1 1 1,1-1-1,0 0 0,-1 0 0,1 0 0,0 0 0,0 1 1,0-1-1,0 0 0,0 0 0,0-1 0,0 1 0,0 0 1,0 0-1,0 0 0,1-1 0,-1 1 0,0-1 0,0 1 1,1 0 16,22 20-214,-14 99 819,-27 105 808,17-224-1404,0 0-1,1-1 0,-1 1 1,0 0-1,1-1 1,-1 1-1,1 0 1,-1-1-1,1 1 0,-1 0 1,1-1-1,0 1 1,-1-1-1,1 0 0,0 1 1,-1-1-1,1 1 1,0-1-1,0 0 1,-1 1-1,1-1 0,0 0 1,0 0-1,-1 0 1,1 0-1,0 0 1,0 0-1,0 0 0,-1 0 1,1 0-1,0 0 1,0 0-1,-1 0 0,1 0 1,0-1-1,0 1 1,0 0-1,-1 0 1,1-1-1,0 1 0,-1-1 1,1 1-1,0-1 1,-1 1-1,1-1 1,-1 1-1,1-1 0,-1 1 1,1-1-1,-1 0 1,1 1-1,-1-1 0,0 0 1,1 0-9,74-77 13,41-71-1796,-65 74-1129</inkml:trace>
  <inkml:trace contextRef="#ctx0" brushRef="#br0" timeOffset="3055.022">5719 201 28598,'0'0'1128,"0"0"-712,0 0-184,0 0 57,0 0-145,149-37-144,-86 27-8,36-10-585,-18 2-895,-13 1-2561</inkml:trace>
  <inkml:trace contextRef="#ctx0" brushRef="#br0" timeOffset="3462.804">6096 0 25573,'0'0'1305,"0"0"-468,0 0 29,0 0-98,-14 21-233,-89 148-79,-154 307-385,224-326-561,33-148 483,0 0 0,0 0 0,0-1 0,0 1 0,1 0 0,-1 0 0,1 0 0,0 0 0,-1 0 1,1-1-1,0 1 0,0 0 0,0-1 0,0 1 0,0-1 0,1 1 0,-1-1 0,0 1 0,1-1 0,-1 0 0,1 0 0,-1 1 0,1-1 0,0 0 0,-1-1 0,1 1 0,0 0 0,0 0 0,-1-1 0,1 1 0,0-1 1,0 0-1,0 1 0,0-1 0,0 0 0,0 0 0,0 0 0,0 0 0,0-1 0,-1 1 0,1 0 0,1-1 7,85-19-116,13-28 16,-82 37 96,1 0 0,-1 2-1,1 0 1,1 2 0,0 0 0,0 1 0,16-2 4,-36 8 2,1 1 0,-1 0 1,0 0-1,0 0 0,0 0 0,1 0 1,-1 0-1,0 0 0,0 0 1,0 0-1,-1 0 0,1 1 1,0-1-1,0 0 0,-1 1 0,1-1 1,-1 1-1,1-1 0,-1 0 1,1 1-1,-1-1 0,0 1 1,0-1-1,0 1 0,0-1 0,0 1 1,0-1-1,0 1 0,0-1 1,-1 1-1,1-1 0,-1 1 1,1-1-1,-1 1 0,1-1 0,-1 0 1,0 1-1,0-1 0,1 0 1,-2 1-3,-8 21 84,-1 0 1,-1-1 0,-1 0 0,0-1 0,-2 0 0,-13 13-85,-22 34 253,36-48-197,-4 5 56,0 1 1,2 0-1,0 1 1,2 1-1,2 1 1,0 0-1,-5 23-112,16-51 2,0 0 0,1 0-1,0 0 1,-1 0-1,1 0 1,-1 0-1,1 0 1,0 1 0,0-1-1,0 0 1,-1 0-1,1 0 1,0 0 0,0 0-1,1 0 1,-1 0-1,0 0 1,0 0 0,0 0-1,1 0 1,-1 1-1,0-1 1,1 0 0,-1-1-1,1 1 1,0 0-1,-1 0 1,1 0-1,0 0 1,-1 0 0,1 0-1,0-1 1,0 1-1,0 0 1,0-1 0,-1 1-1,1-1 1,0 1-1,0-1 1,0 1 0,0-1-1,0 1 1,0-1-1,1 0 1,-1 0 0,0 0-1,0 1 1,0-1-1,0 0 1,0 0 0,0-1-1,0 1 1,0 0-1,0 0 1,0 0-1,1-1 1,-1 1 0,0-1-1,0 1 1,0-1-1,-1 1 1,1-1 0,0 1-1,0-1 1,0 0-1,0 1 1,0-2-2,140-96-8,-106 71-29,-17 11 26,1 1 1,0 1 0,1 0 0,1 2 0,0 0 0,0 1-1,1 2 1,19-7 10,-38 16 23,0-1 0,-1 1 1,1 0-1,0-1 0,-1 1 0,1 0 0,0 1 0,0-1 0,-1 0 0,1 1 0,0-1 0,-1 1 0,1 0 0,0 0 0,-1 0 1,1 0-1,-1 1 0,0-1 0,1 1 0,-1-1 0,0 1 0,0 0 0,0 0 0,0 0 0,0 0 0,-1 0 0,1 0 0,-1 0 1,1 1-1,-1-1 0,0 1 0,1-1 0,-1 1 0,-1-1 0,1 1-23,18 104 703,-17-84-735,5 74-2052,-7-90-1446</inkml:trace>
  <inkml:trace contextRef="#ctx0" brushRef="#br0" timeOffset="1808.925">2834 1065 25445,'0'0'2604,"0"0"-1851,28-7-351,251-90 383,169-118-468,-431 206-295,-1 1 0,1 0-1,0 1 1,1 1 0,0 1-1,0 1 1,0 0 0,0 1-1,14 0-21,-28 3 12,0 0 0,0 0 0,0 0 0,0 0 0,0 1 0,0 0 0,0 0 0,0 0 0,0 0 0,0 0 0,-1 1 0,1 0 0,-1 0 0,1 0 0,-1 0 0,0 0 0,1 1 0,-1 0 0,-1-1 0,1 1 0,0 0 0,-1 0 0,1 1 0,-1-1 0,0 1 0,0-1-1,0 1 1,0 0-12,20 119 300,-22-58-249,-2-1 0,-3 0 0,-3 0 0,-3-1 0,-2 0 0,-3-1 0,-21 50-51,36-105-8,0 0-1,-1-1 0,0 1 0,-1 0 0,1-1 1,-1 1-1,-1-1 0,1 0 0,-1 0 0,0 0 0,0 0 1,-1-1-1,1 1 0,-1-1 0,-1-1 0,1 1 1,-1-1-1,1 0 0,-1 0 0,-1 0 0,1-1 0,0 0 1,-4 1 8,8-4-26,0-1-1,0 1 1,0-1 0,0 1 0,0-1 0,0 0 0,0 0 0,1 0 0,-1 0-1,0 0 1,1-1 0,-1 1 0,1 0 0,-1-1 0,1 1 0,-1-1 0,1 1-1,0-1 1,0 0 0,0 0 0,0 1 0,0-1 0,0 0 0,1 0 0,-1 0 0,1 0-1,-1 0 1,1 0 0,0 0 0,-1 0 0,1-1 26,-3-7-205,-13-47-1360,5-5-1220</inkml:trace>
  <inkml:trace contextRef="#ctx0" brushRef="#br0" timeOffset="2085.145">3564 481 26366,'0'0'1488,"-46"127"-424,18-43-440,-5 29-56,6 5-183,1 28-193,11-16-128,13-29-64,6-24-312,22-41-705,3-19-2992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08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22 22117,'0'0'4759,"0"0"-2960,0 0-933,0 0-222,0 0-256,-5 0-226,-14 2-109,66 2 55,386-30 89,-425 26-193,1-1-1,-1 1 0,0 0 0,0 1 0,0 0 1,0 0-1,0 1 0,0 0 0,0 0 0,0 1 1,-1 0-1,1 0 0,-1 1 0,0 0 0,0 0 1,0 1-1,-1-1 0,1 2 0,-1-1 1,0 1-1,-1 0 0,0 0 0,0 0 0,0 1 1,0 0-1,-1 0 0,3 5-3,-2 8 14,-1-1 1,0 1-1,-1 0 0,-1 0 0,-1 0 1,-1 1-1,-1-1 0,0 0 0,-2 0 1,0 0-1,-1-1 0,-1 1 0,-2 2-14,-21 45 11,-3-2-1,-3-1 1,-2-2-1,-3-1 0,-3-2 1,-2-2-1,-22 19-10,11-7 17,6-5-135,55-68-238,77-67-3211,-35 23-3123</inkml:trace>
  <inkml:trace contextRef="#ctx0" brushRef="#br0" timeOffset="300.094">1070 18 23685,'0'0'2419,"0"0"-890,0 0-535,0 0-316,0 0-251,0 0-123,3 8 135,-104 122-171,83-109-242,-37 45 84,3 1 1,3 3-1,2 3 1,4 2-111,37-64 15,0 0 0,0 0 0,2 1-1,-1 0 1,1 0 0,1 0 0,0 1 0,1-1 0,0 1 0,1-1 0,1 1 0,0-1 0,0 1 0,1 0-15,3-7 8,-1-1 0,1 1 0,-1-1-1,2 0 1,-1 0 0,0-1 0,1 1 0,0-1 0,0 0 0,0-1-1,1 1 1,-1-1 0,1 0 0,0 0 0,-1 0 0,2-1-1,-1 0 1,0 0 0,0-1 0,0 0 0,1 0 0,-1 0-1,1-1 1,-1 0 0,0 0 0,1-1 0,-1 1 0,1-1-8,-6 1 0,102 2-113,1-5-1,0-4 1,-1-5 0,41-12 113,-46 6-1565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20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1 983 28134,'0'0'894,"0"0"-414,27-6 172,248-70 424,226-89-663,-328 129-345,-169 35-68,-1 0 0,1 1-1,0 0 1,0-1 0,-1 1 0,1 1-1,0-1 1,-1 0 0,1 1-1,0 0 1,-1 0 0,1 0-1,0 0 1,-1 1 0,0-1-1,1 1 1,-1 0 0,0 0-1,0 0 1,0 0 0,0 1 0,0-1-1,-1 1 1,1-1 0,-1 1-1,1 0 1,-1 0 0,0 0-1,0 1 1,-1-1 0,1 0-1,-1 1 1,1-1 0,-1 2 0,2 10 1,0 1 0,-1 0 1,-1-1-1,-1 1 0,0 0 0,-1 0 1,0 0-1,-2 0 0,0-1 0,0 1 1,-1-1-1,-1 0 0,-6 11-1,-97 183 13,89-178-12,-2 0-1,0-2 1,-2 0 0,-1-1-1,-2-2 1,0 0 0,-2-2-1,0-1 1,-2-1 0,0-2-1,-2-1 1,-15 7-1,-40-11-301,67-41-266,20-137-3375,17 72-1843</inkml:trace>
  <inkml:trace contextRef="#ctx0" brushRef="#br0" timeOffset="248.325">741 342 26654,'0'0'1064,"-30"126"88,-16-9-472,-13 40-64,-3 15-143,10-4-209,10-16-152,11-24-72,12-26-40,5-25 0,14-23-336,0-31-633,0-13-1431</inkml:trace>
  <inkml:trace contextRef="#ctx0" brushRef="#br0" timeOffset="530.171">1136 916 27638,'-4'17'1326,"-87"314"470,88-302-1768,4-28-30,0 0-1,0 0 1,0-1 0,0 1 0,0 0-1,1-1 1,-1 1 0,0-1-1,0 0 1,1 1 0,-1-1 0,0 0-1,1 0 1,-1 0 0,0 0-1,1 0 1,-1 0 0,0 0 0,0 0-1,1 0 1,-1-1 0,0 1-1,1 0 1,-1-1 0,0 1 0,0-1-1,0 0 1,0 1 0,1-1-1,-1 0 1,0 0 0,0 1 0,0-1-1,0 0 1,-1 0 0,1 0 0,0 0-1,0-1 1,-1 1 0,1 0-1,0 0 1,-1 0 0,1 0 0,-1-1-1,1 0 3,132-160-699,-108 126 634,2 1 0,0 2 0,3 1 0,0 1 0,2 2 0,20-14 65,-46 38 13,1 0 0,1 1 0,-1-1 0,1 1 1,-1 1-1,1-1 0,0 1 0,1 1 0,-1-1 1,0 1-1,1 1 0,-1 0 0,1 0 0,0 1 0,-1 0 1,1 0-1,-1 1 0,9 1-13,-12 3 22,-1 0 1,0 0-1,0 1 0,0-1 1,-1 1-1,1 0 0,-1 0 1,-1 0-1,1 0 0,-1 1 1,0-1-1,-1 1 0,1-1 1,-1 1-1,-1 0 0,1-1 1,-1 1-1,0 0 0,-1-1 1,1 1-1,-1 0 0,-1-1 1,1 1-1,-1-1 0,0 1 1,-1-1-1,-2 5-22,-6 11-36,-2 0 0,0-1 0,-2 0 0,0-1 1,-2-1-1,0 0 0,-1-1 0,-17 13 36,-9 6-935</inkml:trace>
  <inkml:trace contextRef="#ctx0" brushRef="#br0" timeOffset="1275.823">2548 194 28478,'0'0'740,"0"0"-393,0 0-151,2 17 151,0 0-239,31 89 436,-25-95-534,0 1 1,-1 0-1,-1 1 1,0-1 0,0 1-1,-2 0 1,1 1-1,-2-1 1,0 1-1,0 0 1,-1-1-1,-1 1 1,0 0-1,-1 0 1,-1 0-1,0 0 1,-1 0-1,-2 10-10,-10 14-148,-1-1 0,-2-1 0,-2 0-1,-1-1 1,-2-1 0,-1-2 0,-5 5 148,-96 103-394,123-137 400,0-1 0,0 1 0,1-1 0,-1 1 0,0 0 0,1-1 0,0 1 0,-1 0 0,1-1 0,0 1 0,1 0 0,-1 0 0,0-1 0,1 1 0,-1 0 0,1-1-1,0 1 1,0-1 0,0 1 0,0-1 0,1 1 0,-1-1 0,0 0 0,1 1 0,0-1 0,0 0 0,-1 0 0,2 0-6,7 16 16,49 167 141,-58-184-153,-1 0 0,0 0 0,1 0 0,-1 0-1,1 1 1,-1-1 0,1 0 0,-1 0-1,1 0 1,0 0 0,0 0 0,-1 0 0,1-1-1,0 1 1,0 0 0,0 0 0,0-1 0,0 1-1,0 0 1,0-1 0,0 1 0,0-1-1,1 1 1,-1-1 0,0 0 0,0 1 0,0-1-1,0 0 1,1 0 0,-1 0 0,0 0 0,0 0-1,1 0 1,-1 0 0,0 0 0,0 0-1,0-1 1,0 1 0,1 0 0,-1-1 0,0 1-1,0-1 1,0 0 0,0 1 0,0-1-1,0 0 1,0 1 0,0-1 0,0 0 0,0 0-1,0 0-3,48-51 173,-46 49-183,51-72-791,-3-2-1,-4-3 1,-3-1-1,-4-2 1,-3-2-1,-4-1 1,1-19 801,-1 13-3069,-17 49 2588,3 2 1,1 0-1,1 1 0,3 1 1,1 1-1,2 1 1,4-2 480,46-47-10701,-26 40 9204,-45 42 2676,0 0 0,0 0 0,0 1 0,1 0-1,-1 0 1,1 0 0,0 1 0,-1 0 0,1 1 0,0 0 0,0 0-1,0 0 1,0 0 0,3 1-1179,35-5-724,-42 4-3217</inkml:trace>
  <inkml:trace contextRef="#ctx0" brushRef="#br0" timeOffset="1728.545">3356 26 2697,'0'0'17062,"0"0"-11585,-18 24-4090,-113 155-145,91-117-1085,3 2 1,3 2 0,3 1-1,-9 33-157,38-93-6,-11 93-132,51-92-80,175-77 318,-212 70-96,1-1 0,-1 1 1,1-1-1,-1 1 0,0-1 1,1 1-1,-1 0 0,0 0 1,0 0-1,1 0 0,-1 0 1,0 0-1,0 0 0,0 0 1,0 0-1,0 1 0,-1-1 1,1 0-1,0 1 0,0-1 1,-1 0-1,1 1 0,-1-1 1,1 1-1,-1-1 0,0 1 1,0-1-1,1 1 0,-1-1 1,0 1-1,0-1 0,-1 1 1,1 0-1,0-1 0,0 1 1,-1-1-1,1 0 0,-1 1 1,1-1-1,-1 1 0,0 0-4,1 2 20,-6 26 69,-2 0 1,-1-1-1,-1 1 1,-1-2-1,-1 0 1,-2 0-1,-2 0-89,-9 23 93,-104 217 636,130-269-725,0 0-1,0 0 0,0 1 0,0-1 1,0 0-1,0 1 0,0-1 0,1 0 1,-1 1-1,0-1 0,0 1 0,1 0 1,-1-1-1,0 1 0,0 0 0,1 0 1,-1 0-1,0 0 0,1 0 0,-1 0 1,0 0-1,1 0 0,-1 1 1,0-1-1,0 0 0,1 1 0,-1-1 1,0 1-1,0-1 0,0 1 0,0 0 1,0-1-1,0 1 0,0 0 0,0 0 1,0 0-1,0 0 0,0 0 0,0 0 1,0 0-1,-1 0 0,1 0 0,0 0 1,-1 1-1,1-1 0,-1 0 0,1 0 1,-1 1-1,0-1 0,0 0 0,1 0 1,-1 1-1,0-1 0,0 0 0,0 1 1,0-1-1,-1 0 0,1 1 0,0-1 1,0 0-1,-1 0 0,1 1 0,-1-1 1,1 0-1,-1 0 0,1 0 1,-1 0-1,0 1-3,30-16-222,-1-1 0,0-2 0,-1 0 1,-1-2-1,0 0 0,-2-2 0,4-5 222,110-96-724,-135 121 790,0 0-1,0 0 1,1 0-1,-1 1 1,0-1-1,0 1 0,1 0 1,-1 0-1,0 0 1,0 0-1,1 1 1,-1-1-1,0 1 1,0 0-1,0 0 1,0 0-1,0 0 0,0 1 1,0-1-1,0 1 1,0 0-1,0 0 1,-1 0-1,1 0 1,-1 0-1,0 0 1,0 1-1,1-1 0,-1 1 1,-1 0-1,1-1 1,1 4-66,23 19 131,-15-17-294,-1-2 0,1 1 0,0-1 0,1-1 0,-1 0 0,1-1 0,0 0 0,0-1 0,1 0 0,-1-1 0,1 0 0,-1-1 1,1 0-1,-1-1 0,4-1 163,14 1-5584</inkml:trace>
  <inkml:trace contextRef="#ctx0" brushRef="#br0" timeOffset="2306.587">5112 265 25557,'0'0'1994,"0"0"-979,0 0-225,0 0-68,-23 16-169,-318 221 353,-1080 646-498,-75 148-1905,9 95 1497,1289-972-1914,55-48-2327</inkml:trace>
  <inkml:trace contextRef="#ctx0" brushRef="#br0" timeOffset="3192.165">3061 2908 23501,'0'0'4028,"0"0"-2974,22-4-826,218-75 671,260-159-487,-385 219-395,-112 20-17,1-1 0,-1 1 0,0-1 0,0 1 0,0 0 0,0 0 0,0 0 0,0 0 0,0 1 0,0-1 0,-1 1 0,1 0 0,-1 0 0,1 0 0,-1 0 0,1 0 0,-1 1 0,0-1 1,0 0-1,0 1 0,-1 0 0,1 0 0,0-1 0,-1 1 0,0 0 0,0 0 0,0 0 0,0 0 0,0 0 0,0 0 0,-1 1 0,0 0 0,0 19 20,-1 1 0,-2-1 0,0 1 0,-1-1 0,-2 0 0,0 0 0,-2-1 0,0 0 1,-1 0-1,-1-1 0,-2 0 0,0-1 0,-1 0 0,0-1 0,-2 0 0,-3 2-20,16-19 1,-3 5-1,1-1 0,-1 1 0,-1-1-1,1 0 1,-1-1 0,0 1 0,-1-1 0,1 0 0,-1-1-1,0 0 1,0 0 0,0 0 0,-3 0 0,8-4-86,0-1-1,-1 0 1,1 1 0,0-1 0,0 0-1,0 0 1,0 0 0,0 0 0,0 0 0,0-1-1,0 1 1,0-1 0,0 1 0,1-1-1,-1 0 1,1 1 0,-1-1 0,1 0 0,0 0-1,0 0 1,0 0 0,0 0 0,0 0-1,0-1 1,0 1 0,1 0 0,-1 0-1,1-1 1,-1 1 0,1 0 0,0-1 0,0 1-1,0 0 1,0 0 0,1-1 0,-1 1 86,0 0-166,-5-46-5555</inkml:trace>
  <inkml:trace contextRef="#ctx0" brushRef="#br0" timeOffset="3441.692">3768 2309 26022,'0'0'1400,"0"0"-888,-46 122 184,11-29-216,-4 25-80,4 20-104,9 4-128,12-27-104,12-35-64,2-22 0,7-27-424,8-15-2024</inkml:trace>
  <inkml:trace contextRef="#ctx0" brushRef="#br0" timeOffset="3709.695">4332 2624 27150,'-8'18'1428,"-86"215"491,94-233-1917,1-1-1,-1 0 1,0 1-1,1-1 0,-1 1 1,0-1-1,1 0 1,-1 1-1,1-1 1,-1 1-1,1-1 1,-1 1-1,1 0 1,-1-1-1,1 1 0,0-1 1,-1 1-1,1 0 1,-1-1-1,1 1 1,0 0-1,-1 0 1,1 0-1,0-1 0,-1 1 1,1 0-1,0 0 1,0 0-1,-1 0 1,1 0-1,0 0 1,-1 0-1,1 1 1,0-1-1,-1 0 0,1 0 1,0 0-1,-1 1 1,1-1-1,0 0 1,-1 1-1,1-1 1,-1 1-1,1-1 0,-1 0 1,1 1-1,-1-1 1,1 1-1,-1-1 1,1 1-1,-1 0 1,0-1-1,1 1 1,-1-1-1,0 1 0,1 0 1,-1-1-1,0 1 1,0 0-1,0-1 1,0 1-1,1 0 1,-1 0-1,0-1 1,0 1-1,0 0 0,-1-1 1,1 1-2,126-131-680,-105 103 489,182-247-1623,-183 257 2313,-19 21-284,-4 16-68,-1 0 1,-1 0-1,0 0 1,-2-1-1,0 0 0,-2 0 1,0-1-1,0 0 1,-2-1-1,0 0 1,-1 0-1,-6 5-147,-52 89-621,63-96-4105,6-10-13287</inkml:trace>
  <inkml:trace contextRef="#ctx0" brushRef="#br0" timeOffset="4197.15">5134 2334 25293,'0'0'4103,"0"0"-3034,0 0-923,-14 23-5,-46 78 80,48-79-206,1 1-1,1 1 1,1-1 0,1 2-1,1-1 1,2 1-1,0 0 1,2 0-1,0 1 1,2-1-1,1 1 1,1 3-15,-1-28-10,1-1 0,-1 1 1,0 0-1,0-1 0,1 1 0,-1 0 0,0-1 1,1 1-1,-1 0 0,1-1 0,-1 1 0,1 0 1,-1-1-1,1 1 0,-1-1 0,1 1 0,0-1 0,-1 0 1,1 1-1,0-1 0,-1 1 0,1-1 0,0 0 1,0 0-1,-1 1 0,1-1 0,0 0 0,0 0 1,-1 0-1,1 0 0,0 0 0,0 0 0,-1 0 1,1 0-1,0 0 0,0 0 0,-1-1 0,1 1 1,0 0-1,0 0 0,-1-1 0,1 1 0,0 0 1,-1-1-1,1 1 0,0-1 0,-1 1 0,1-1 0,-1 1 1,1-1-1,0 0 10,93-123-967,-67 85 644,-1-1 119,2 1 0,2 1 0,2 1 0,34-31 204,-65 66 31,1 0 0,-1 0 0,1 0 0,0 0 0,0 0 0,0 1 0,0-1 0,0 0 0,0 1 0,0 0 0,0-1 0,0 1 1,1 0-1,-1 0 0,1 1 0,-1-1 0,1 0 0,-1 1 0,1-1 0,-1 1 0,1 0 0,-1 0 0,1 0 0,-1 0 0,1 0 0,-1 1 0,1-1 0,-1 1 0,1 0 0,-1-1 0,1 1 0,-1 0 0,0 0 0,1 1 0,-1-1 0,0 0 0,0 1-31,16 136 980,-17-88-783,20 84 2,-20-129-190,0-1 0,1 1 1,0-1-1,0 1 0,0-1 0,1 0 0,-1 0 1,1 0-1,0 0 0,0 0 0,1-1 0,-1 1 1,1-1-1,-1 0 0,1 0 0,0 0 1,0 0-1,1-1 0,-1 0 0,0 0 0,1 0 1,0 0-1,-1-1 0,1 0 0,0 1 0,1-1-9,3-1 16,0 0 1,0-1-1,0 0 0,0 0 0,-1 0 0,1-1 0,0-1 0,-1 0 0,0 0 0,1 0 0,-1-1 0,0 0 1,-1-1-1,1 0 0,-1 0 0,0 0 0,0-1 0,-1 0 0,0 0 0,0-1 0,4-5-16,103-165-538,-101 156 376,23-48-853,-5 6-1147</inkml:trace>
  <inkml:trace contextRef="#ctx0" brushRef="#br0" timeOffset="4447.013">6169 1938 28878,'0'0'56,"0"0"-56,0 0 0,0 0 152,0 0-104,0 0-48,118 104-1088,-105-60-3849</inkml:trace>
  <inkml:trace contextRef="#ctx0" brushRef="#br0" timeOffset="4650.041">6046 2966 29590,'0'0'536,"0"0"-536,0 0 0,85-160 264,-8 39-135,26-32-129,13-13-209,0 4-255,-10 6 88,-14 12-56,-13 0-424,-25 34-824,-14 25-12387</inkml:trace>
  <inkml:trace contextRef="#ctx0" brushRef="#br0" timeOffset="4918.382">6993 1376 25165,'0'0'1659,"0"0"-794,-17 23-212,-102 156 513,112-166-1108,1 0 0,0 0 0,1 0 0,1 0 0,0 1 1,1 0-1,1 0 0,0 0 0,0 0 0,2 12-58,0-23 4,0 0 0,0 0 0,1-1 0,0 1 0,0 0 1,-1 0-1,2 0 0,-1 0 0,0 0 0,0-1 0,1 1 0,0-1 0,-1 1 0,1-1 0,0 0 0,0 1 0,0-1 0,1 0 0,-1 0 0,0-1 1,1 1-1,-1 0 0,1-1 0,0 1 0,0-1 0,-1 0 0,1 0 0,0 0 0,0 0 0,0-1 0,0 1 0,0-1-4,109 5 172,-86-6-146,344-36-69,-233 43-85,-136-5 129,1 0 0,-1 0 0,1 0 0,-1 0 0,0 1 0,1-1 0,-1 0 0,0 1 0,0-1 0,0 0-1,0 1 1,0 0 0,0-1 0,0 1 0,-1-1 0,1 1 0,-1 0 0,1-1 0,-1 1 0,1 0-1,-1 0 1,0 0 0,0-1 0,0 1 0,0 0 0,0 0 0,0-1 0,-1 1 0,1 0 0,-1 0 0,1-1-1,-1 1 1,1 0 0,-1-1 0,0 1 0,0-1 0,0 1 0,0-1 0,0 1-1,-43 59 55,-22-3-179,-3-2 1,-2-3-1,-2-4 0,-29 13 124,-20-9-1594,66-43-3968,20-8-13547</inkml:trace>
  <inkml:trace contextRef="#ctx0" brushRef="#br0" timeOffset="5101.045">6997 1829 27870,'0'0'2344,"0"0"-2160,-31 101-119,-1-28-41,-14 24 24,-7 19 16,0 20-56,12-16-8,12-27-144,10-32-601,10-37-1087,0-14-5938</inkml:trace>
  <inkml:trace contextRef="#ctx0" brushRef="#br0" timeOffset="5257.463">6791 2307 29414,'0'0'1369,"0"0"-961,138-2-40,-65 14-128,5 17-128,52 26-112,-21-5-216,-12-11-2409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15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1 882 27582,'0'0'736,"0"0"-560,0 0-24,0 0 336,0 0-24,125 51-40,-86-51-168,3 0-152,-1 6-104,-10 22-80,-9 1-888,-16 7-16916</inkml:trace>
  <inkml:trace contextRef="#ctx0" brushRef="#br0" timeOffset="489.012">123 2058 28518,'0'0'696,"0"0"-309,0 0 18,0 0 228,14-21-36,419-721-1146,-406 698-26,-1-2 1,-3 0-1,-2-2 0,-1-1 1,-3 0-1,-2-1 1,-2-1-1,-3 0 1,-2 0-1,-2-1 575,-12-188 6178,8 237-6153,0 0 0,1 0 0,-1 1 0,0-1 0,1 1 0,0 0 0,0 0 0,-1 0 0,1 0 0,0 0 0,1 0 0,-1 1 0,0-1 0,0 1 0,1 0 0,-1 0 0,0 0 0,1 1 0,-1-1 0,1 1 0,-1 0 0,3 0-25,11-4 40,593-131 164,-439 123-202,-167 12-13,-1 1 1,1 0 0,-1 0-1,1 1 1,-1-1-1,0 1 1,1 0 0,-1 0-1,0 0 1,0 0 0,0 0-1,0 1 1,-1-1-1,1 1 1,-1 0 0,1 0-1,-1 0 1,0 0-1,0 0 1,0 0 0,-1 0-1,1 1 1,-1-1-1,0 1 1,0-1 0,0 1-1,0 0 1,0-1-1,-1 1 1,0 0 0,0-1-1,0 1 1,0 0 0,-1-1-1,1 1 1,-1 0-1,0-1 1,0 1 0,0-1-1,0 1 1,-1-1-1,1 1 1,-1-1 0,0 0-1,0 0 1,0 0-1,-1 0 1,-2 3 10,-145 203-525,-218 264 295,365-468 233,-2 0 4,1 1 0,0 0 0,0 0 0,1 0 0,0 0 0,0 1 0,0-1 0,1 1-1,0-1 1,0 1 0,1 0 0,-1 0 0,2 0 0,-1 3-7,11-1 6,2-11-5,0 1 0,-1-1 0,1-1 0,-1 0 0,0-1 0,0 0 0,0 0 1,0-1-1,-1-1 0,0 0 0,0 0 0,0-1 0,-1 0 0,3-4-1,2 2 1,47-35-309,-2-2 1,-2-2 0,-2-3 0,-2-3-1,30-41 308,-45 42-2672</inkml:trace>
  <inkml:trace contextRef="#ctx0" brushRef="#br0" timeOffset="725.204">1544 249 26934,'0'0'1320,"-79"179"-304,15-13-464,-4 29-64,9 4-119,15-7-193,16-21-112,6-5-64,7-30 0,4-35-120,4-32-184,3-10-73,-1-12-335,1-13-1480</inkml:trace>
  <inkml:trace contextRef="#ctx0" brushRef="#br0" timeOffset="944.875">1482 1409 29014,'0'0'696,"0"0"-64,70 136-231,-28-81-9,6-6-120,3-3-184,-1-9-56,1-7-32,-5-15-80,4-15-424,-11-13-785,-8-19-2615</inkml:trace>
  <inkml:trace contextRef="#ctx0" brushRef="#br0" timeOffset="1162.219">2585 0 28574,'0'0'1192,"0"0"-912,0 0-184,0 0 112,0 0 137,0 0-177,68 128-120,-79-70-48,-13-13-825,-5-8-1967</inkml:trace>
  <inkml:trace contextRef="#ctx0" brushRef="#br0" timeOffset="1414.048">2385 381 7122,'0'0'20972,"0"0"-20140,0 0-288,-15 126-72,8-75-160,3 7-224,-2 5-88,-3 27-224,2-15-1192,-2-13-3849</inkml:trace>
  <inkml:trace contextRef="#ctx0" brushRef="#br0" timeOffset="1822.9">2515 493 26598,'0'0'1117,"22"-11"-267,162-76 475,-176 84-1261,28-13 107,0 2 0,0 1 0,1 2 0,0 2 0,1 2 0,29-3-171,-66 10-3,1 0 1,-1 0-1,0 0 1,0 0-1,1 0 1,-1 1 0,0-1-1,0 0 1,1 1-1,-1-1 1,0 1-1,0-1 1,0 1-1,0-1 1,0 1-1,0 0 1,0 0-1,0 0 1,0-1-1,0 1 1,0 0-1,0 0 1,0 0-1,-1 0 1,1 1-1,0-1 1,-1 0-1,1 0 1,-1 0-1,1 0 1,-1 1-1,0-1 1,1 0-1,-1 0 1,0 1-1,0-1 1,0 0-1,0 0 1,0 1-1,0-1 1,0 0-1,-1 1 1,1-1-1,0 0 1,-1 0-1,1 0 1,-1 1 2,-24 64-350,-191 233-1023,69-92 1222,164-205 180,169-160-67,-150 123-6,89-62-54,-123 97 98,0 0 0,0 1 0,-1-1 0,1 1 0,0-1 0,-1 1 0,1 0 0,-1 0 0,1 0 0,-1 0 0,1 0 0,-1 0 0,1 0 0,-1 0 0,0 0 0,0 1 0,0-1 0,0 0 0,0 1 0,0-1 0,0 1 0,0 0 0,0-1 0,-1 1 0,1-1 0,-1 1 0,1 0 0,-1 0 0,0-1 0,1 1 0,-1 0 0,0 0 0,0-1 0,0 1 0,-1 0 0,1 0 0,0-1 0,-1 1 0,1 0 0,-1-1 0,1 1 0,-1 0 0,0-1 0,0 1 0,0-1 0,0 1 0,0-1 0,0 2 0,-1 7 0,-85 277 9,85-280-5,-17 45 20,3 1 0,2 0 0,3 2 0,2-1 1,-2 49-25,21-104 37,93-130 59,38 36-435,-110 79-1533</inkml:trace>
  <inkml:trace contextRef="#ctx0" brushRef="#br0" timeOffset="2076.426">2732 1138 17476,'0'0'10962,"0"0"-10322,-130 154-296,62-57 32,7-4-24,2 3-200,4-5-120,16-28-32,-1-6-152,10-19-80,8-20-32,15-18-376,7-16-744,0-16-9362</inkml:trace>
  <inkml:trace contextRef="#ctx0" brushRef="#br0" timeOffset="2326.067">2637 1334 26806,'0'0'1616,"0"0"-504,99 100-432,-51-41-47,5 5-129,8-7-168,7-6-128,11-10-80,26-13-80,33-22-48,40-16 0,15-41-176,-42-2-440,-32-3-1273</inkml:trace>
  <inkml:trace contextRef="#ctx0" brushRef="#br0" timeOffset="2576.348">4117 105 27974,'0'0'792,"-28"100"-216,10-31-160,-2 12 72,1 2-111,1 4-209,3 0-120,4-1-48,4-11-40,7-15-409,5-25-887,10-23-1800</inkml:trace>
  <inkml:trace contextRef="#ctx0" brushRef="#br0" timeOffset="3174.738">4496 197 24637,'0'0'1483,"0"0"-461,0 0-326,0 0-55,0 0-22,9 21-149,-2-8-407,-4-8-49,0 0 0,0 1 1,0-1-1,-1 1 1,0 0-1,0 0 1,0 0-1,-1 0 0,0 0 1,0 0-1,-1 0 1,1 0-1,-1 0 1,-1 0-1,1 1 0,-1-1 1,0 0-1,0 0 1,-1 0-1,0 0 1,0-1-1,0 1 0,-3 4-14,-71 106 59,-5-3 0,-27 22-59,65-82 6,42-52 1,-20 31-98,44-20-158,9-12 229,-25-2 22,-1 1 0,1 0 0,0 0 0,0 1 0,0 0-1,-1 0 1,1 1 0,0 0 0,0 0 0,-1 0 0,1 1 0,-1 0 0,1 0 0,-1 1 0,0-1-1,0 1 1,0 1 0,0-1 0,0 1 0,-1 0 0,0 1 0,0-1 0,0 1 0,0 0-1,-1 0 1,3 4-2,-2 5 3,-1 0-1,0 0 1,0 1-1,-2 0 1,0-1-1,0 1 0,-1 0 1,-1 0-1,-1 0 1,-2 14-3,3-22-1,-2 4 2,0 0-1,0 0 0,-1-1 0,-1 1 0,1 0 0,-2-1 0,0 0 1,0 0-1,0-1 0,-1 1 0,-1-1 0,0 0 0,0-1 1,0 0-1,-1 0 0,-1 0 0,1-1 0,-1 0 0,-3 1 0,-13 9 3,0-2 0,-1 0 0,0-2 0,-2-1 0,1-1-1,-22 5-2,-88 0 246,104-32-142,32 15 6,15 10 48,20 16-34,1-1 1,1-2-1,1-2 1,1-1-1,1-2 0,0-2 1,1-1-1,1-2 1,0-2-1,0-2 1,1-1-1,0-3 1,9 0-125,16-3-22,-1-2 0,1-3 0,0-2 0,-1-4 1,-1-3-1,18-7 22,210-87-2466,-201 59-1065</inkml:trace>
  <inkml:trace contextRef="#ctx0" brushRef="#br0" timeOffset="3582.641">5535 403 27510,'0'0'827,"25"-5"-216,165-26 455,54 5 316,-244 26-1381,1 0 0,0 0-1,0-1 1,-1 1 0,1 0 0,0 0 0,0 0 0,0 0-1,-1 0 1,1 0 0,0 0 0,0 0 0,-1 0-1,1 1 1,0-1 0,0 0 0,-1 0 0,1 1 0,0-1-1,0 0 1,-1 1 0,1-1 0,0 1 0,-1-1-1,1 1 1,-1-1 0,1 1 0,-1-1 0,1 1 0,-1 0-1,1-1 1,-1 1 0,1 0 0,-1-1 0,0 1 0,1 0-1,-1 0 1,0-1 0,0 1 0,0 0 0,0 0-1,1-1 1,-1 1 0,0 0 0,0 0 0,0 0 0,-1-1-1,1 1 1,0 0 0,0 0 0,0-1 0,-1 1-1,1 0 1,0 0 0,0-1 0,-1 1 0,1 0-1,-4 7 2,1 0 0,-1-1 1,0 1-1,0-1 0,-1 0 0,0-1 1,-1 1-1,1-1 0,-1 0 0,0 0 1,-1 0-1,-5 3-2,-7 8 6,-268 230-2932,251-220 574</inkml:trace>
  <inkml:trace contextRef="#ctx0" brushRef="#br0" timeOffset="3843.94">5921 687 27862,'0'0'1152,"-42"106"-504,5-37-208,-5 12-200,5-4-119,11-2-121,17-4-297,9-20-671,0-23-3377</inkml:trace>
  <inkml:trace contextRef="#ctx0" brushRef="#br0" timeOffset="4110.767">6414 618 27822,'0'0'1119,"0"0"-438,0 0-307,0 0-118,0 0-16,0 0-83,7 21-79,19 74-50,-35-3-26,2-73-7,-3 14-441,1 0 1,1 0-1,2 1 0,1 0 0,0 29 446,5-62-177,0-1 0,-1 1 0,1 0 0,0-1 0,0 1 0,0 0-1,0-1 1,0 1 0,0 0 0,1 0 0,-1-1 0,0 1-1,0 0 1,0-1 0,1 1 0,-1 0 0,0-1 0,1 1 0,-1-1-1,0 1 1,1 0 0,-1-1 0,1 1 0,-1-1 0,1 1-1,-1-1 1,1 0 0,0 1 0,-1-1 0,1 1 0,-1-1 0,1 0-1,0 0 1,-1 1 0,1-1 0,0 0 0,-1 0 0,1 0-1,0 0 1,0 1 0,-1-1 0,1 0 0,0-1 0,-1 1 0,1 0-1,0 0 1,0 0 0,-1 0 0,1 0 0,0-1 0,-1 1-1,1 0 1,-1-1 0,1 1 0,0 0 0,-1-1 0,1 1 0,-1-1 177,13-11 1491,2-14 2442,38-51-200,-22 46-4448,-3 1-3099</inkml:trace>
  <inkml:trace contextRef="#ctx0" brushRef="#br0" timeOffset="4501.867">5967 1292 27702,'0'0'947,"0"0"-307,-3 25-71,-16 146 224,10 43-612,9-214-170,0 0-1,-1-1 1,1 1 0,0 0 0,-1 0-1,1 0 1,-1-1 0,1 1 0,0 0-1,-1 0 1,1 0 0,-1 0 0,1 0 0,0 0-1,-1 0-10,5-20-41,0 1-1,2 0 0,0 0 0,1 0 0,1 1 1,1 0-1,1 0 0,0 1 0,1 1 0,1 0 1,0 0-1,1 1 0,1 1 0,1 0 1,0 1-1,0 0 0,1 1 0,1 1 0,0 1 1,0 0-1,3 1 42,-11 3 3,0 0-1,1 1 1,0 1 0,0-1 0,0 2 0,1-1 0,-1 2 0,1-1-1,-1 1 1,1 1 0,0 0 0,0 1 0,0 0 0,0 0-1,6 2-2,-15 1 28,1 0-1,0 0 0,-1 0 0,0 1 0,0-1 0,0 1 0,0 0 0,-1-1 0,1 1 1,-1 0-1,0 0 0,0 0 0,-1 0 0,1 0 0,-1 0 0,0 0 0,0 0 1,0 0-1,0 0 0,-1 0 0,1 0 0,-1 0 0,0 0 0,0 0 0,-1 0 0,1-1 1,-1 1-1,0 0 0,0-1 0,-1 2-27,-13 22 109,-1-2-1,-1 0 1,-1-1 0,-1 0 0,-1-2-1,-13 10-108,-90 111-2155,123-140-1388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1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1931 25461,'0'0'1941,"0"0"-589,0 0-748,0 0-220,0 0-20,2 2-35,97 23 293,766 123-243,30-37-348,-645-86-33,1118 76 17,-757-64 262,0-27 1,152-34-278,-261-29-836,-449 43-1077</inkml:trace>
  <inkml:trace contextRef="#ctx0" brushRef="#br0" timeOffset="15722.841">2344 662 24533,'0'0'2882,"0"0"-1802,0 0-511,0 0-60,0 0-101,13 6-119,47 18-27,-57-23-245,0 0 1,0-1-1,0 1 1,0-1-1,0 0 0,1 0 1,-1 0-1,0 0 1,0-1-1,0 1 1,0-1-1,0 0 1,0 0-1,0 0 0,0 0 1,0-1-1,0 1 1,0-1-1,-1 1 1,1-1-1,0 0 0,1-2-17,5-3 36,39-33 6,-1-2 1,-2-2-1,-2-2 0,-2-2 1,-3-1-1,-1-2 1,3-12-43,20-22 20,-43 62-17,-16 23-3,-1 0 0,1 0 0,-1 0 0,0 0 0,1 0 0,-1 0 0,1 0 0,-1 0 1,1 0-1,-1 0 0,1 0 0,-1 0 0,0 0 0,1 0 0,-1 0 0,1 0 0,-1 0 0,1 1 1,-1-1-1,0 0 0,1 0 0,-1 0 0,0 1 0,1-1 0,-1 0 0,0 1 0,1-1 0,-1 0 1,0 1-1,1-1 0,-1 0 0,0 1 0,0-1 0,0 1 0,1-1 0,-1 0 0,0 1 0,0-1 0,0 1 1,0-1-1,0 1 0,0-1 0,0 0 0,0 1 0,0-1 0,0 1 0,0-1 0,0 1 0,0-1 1,0 1-1,0-1 0,0 0 0,-1 1 0,1-1 0,0 1 0,0-1 0,0 0 0,-1 1 0,1-1 1,0 0-1,0 1 0,-1-1 0,1 1 0,0 1 0,-50 372 106,44-318-61,2-1 1,3 1 0,2 0-1,4 13-45,-5-65 2,0 0 0,0-1 0,0 1-1,1 0 1,0-1 0,-1 1 0,1 0 0,0-1-1,1 1 1,-1-1 0,1 0 0,-1 1-1,1-1 1,0 0 0,0 0 0,1 0-1,-1 0 1,1 0 0,-1-1 0,1 1 0,0-1-1,0 0 1,0 0 0,0 0 0,0 0-1,0 0 1,1-1 0,-1 1 0,1-1-1,-1 0 1,1 0 0,-1 0 0,1 0 0,0-1-1,-1 0 1,1 1 0,0-1 0,-1-1-1,1 1 1,2-1-2,8-5 13,0-1-1,-1 0 1,0-1 0,0-1-1,-1 0 1,0-1 0,-1 0-1,0-1 1,0 0 0,-1-1-1,6-8-12,0 2 6,49-64 9,-3-2 0,-3-3-1,-5-2 1,-3-3 0,-5-1-1,-3-3 1,27-95-15,-65 250 247,-47 310-4,-34 596-171,42-402-71,33-550-1,-4 69 0,-4 1 0,-4-2 0,-20 72 0,-7-63 7,39-88-5,0 0 0,0 1 0,-1-1 0,1 0 0,-1 0 0,0 0 0,1 0 0,-1-1 0,0 1 0,0 0 0,0-1 0,0 1 0,-1-1 0,1 0 0,0 0 0,0 1 0,-1-2 0,1 1 0,-1 0 0,1 0 0,-1-1-1,1 1 1,-1-1 0,1 0 0,-1 0 0,0 0 0,1 0 0,-1 0 0,1-1 0,-1 1 0,1-1 0,-1 0 0,1 1 0,-1-1 0,1 0-2,-6-6 2,1 1 0,0-1 0,1 0-1,0-1 1,0 0 0,0 0 0,1 0 0,0 0 0,1-1 0,0 0-1,0 0 1,1 0 0,0 0 0,0-1 0,0-8-2,-6-24 0,1 0 0,3 0 0,1-1 0,3-39 0,4 3-14,5 0 1,3 1-1,3 0 0,3 1 1,4 1-1,3 1 0,4 1 1,2 1-1,4 2 0,3 1 1,3 2-1,3 1 0,3 3 1,2 1-1,3 3 0,37-32 14,97-88-1192,-122 119-1222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33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26478,'0'0'1376,"0"0"-768,0 0 160,0 0-144,0 0 33,144 87-193,-89-71-208,7-2-128,3-4-80,3 0-48,11 9-96,-20 1-576,-19-2-1801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3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85 514 28238,'0'0'720,"0"0"-544,130-8-144,-80-10-32,3-18-240,-12 3-832,-12-1-2673</inkml:trace>
  <inkml:trace contextRef="#ctx0" brushRef="#br0" timeOffset="282.811">328 80 25645,'0'0'1553,"0"0"-601,-35 124-200,14-49-136,-4 10-168,1 3-200,0 5-136,4-4-88,3-10-24,4-14-320,4-24-264,0-25-136,3-14 16,-3-2-2473</inkml:trace>
  <inkml:trace contextRef="#ctx0" brushRef="#br0" timeOffset="1266.387">24 1 28294,'0'0'682,"0"0"-425,-1 18-138,-1 113 198,4-126-333,1 0 0,0 0 0,0 0-1,1-1 1,-1 1 0,1-1 0,0 0 0,0 0 0,1 0-1,-1 0 1,1-1 0,-1 0 0,1 0 0,0 0 0,1 0-1,-1-1 1,0 0 0,1 0 0,-1 0 0,1-1 0,-1 0-1,1 0 1,0 0 0,0-1 0,-1 0 0,1 0 0,0 0-1,0-1 1,-1 0 0,1 0 0,-1 0 0,1-1 0,0 0 16,153-33-1548,63-75-10087,-152 71 8932,-19 18 12949,-49 25-8170,-3 4-1846,-1-1-1,0 0 1,-1 1-1,0-1 1,0 0-1,0 0 1,-1-1-1,0 1 1,-1-1 0,1 1-1,-1-1 1,0-1-1,-3 3-229,-9 13 326,-40 51-147,4 2 0,2 2 0,4 3 0,4 1 0,3 3 0,3 1-1,1 13-178,-3 24-94,5 2-1,-11 93 95,41-87-105,7-125 113,0-1-1,0 0 1,0 0 0,1 0 0,-1-1 0,1 1 0,-1-1 0,1 0-1,0 0 1,0 0 0,0 0 0,0-1 0,1 1 0,-1-1-1,0 0 1,0-1 0,1 1 0,-1-1 0,1 0 0,-1 0 0,0 0-1,1 0 1,-1-1 0,0 0 0,1 0 0,-1 0 0,0 0-1,0-1 1,0 1 0,0-1 0,0 0 0,0-1 0,0 1 0,-1 0-1,1-2-7,23-10-308,-1-1 1,0-2-1,-1 0 0,-1-2 0,-1-1 0,-1 0 0,0-2 0,-2-1 0,0 0 0,-2-1 0,0-2 308,6-64 537,-25 89-498,1 0 0,0 0-1,-1 1 1,1-1 0,-1 0-1,0 0 1,1 1-1,-1-1 1,0 0 0,1 1-1,-1-1 1,0 1 0,0-1-1,1 1 1,-1-1-1,0 1 1,0-1 0,0 1-1,0 0 1,1 0 0,-1-1-1,0 1 1,0 0-1,0 0 1,0 0 0,0 0-1,0 0 1,0 0-1,0 0 1,0 0 0,0 0-1,1 1 1,-1-1 0,0 0-1,0 1 1,0-1-1,0 0 1,0 1 0,1-1-1,-1 1 1,0-1 0,0 1-1,1 0 1,-1-1-1,0 1 1,1 0 0,-1-1-1,1 1-38,-9 12 68,1 0 1,0 0-1,1 0 0,0 1 0,1 0 1,1 0-1,0 0 0,1 1 0,1 0 1,0 0-1,1 0 0,1 0 0,0 0 0,1 3-68,-1-11 17,-22 698 432,23-700-418,1-4-20,-1 0 0,1 1 1,-1-1-1,1 0 1,-1 1-1,1-1 1,-1 0-1,0 1 0,0-1 1,0 1-1,0-1 1,0 1-1,0-1 1,0 0-1,0 1 0,-1-1 1,1 1-1,0-1 1,-1 0-1,1 1 1,-1-1-1,1 0 0,-1 0 1,0 1-1,0-1 1,0 0-1,1 0 1,-1 0-1,0 0 0,0 0 1,-1 0-1,1 0 1,0 0-1,0 0 1,0-1-1,0 1 0,-1 0 1,1-1-1,0 1 1,-1-1-1,1 0 1,0 1-1,-1-1 0,1 0 1,-1 0-1,1 1 1,-1-1-12,-61-85 137,33 46-175,-1 2 0,-2 1 0,-2 1-1,-1 2 1,-17-11 38,51 42-1,-8-5-5,0 0 1,1 0 0,0-1-1,0 0 1,0-1-1,1 0 1,1 0-1,0-1 1,0 0-1,1 0 1,0 0-1,1-1 1,0 0-1,0 0 1,1 0-1,1-1 1,0 0-1,0 1 1,2-1 0,-1 0-1,1 0 1,1 0-1,0 0 1,1 0-1,0 0 1,1 0-1,0 1 1,1-1-1,4-10 6,12-10-1,2 1 0,2 2-1,0 0 1,2 1 0,1 2 0,2 0-1,27-19 2,-52 42 0,163-131-196,6 6 0,149-81 196,-293 191-29,1 1 1,1 2-1,0 1 1,0 1-1,1 2 1,1 1-1,0 1 1,22-2 28,-51 10 2,-1 1 1,0 0 0,1 0-1,0 0 1,-1 0-1,1 0 1,-1 0-1,1 0 1,-1 1 0,0-1-1,1 1 1,-1 0-1,1 0 1,-1 0 0,0 0-1,0 0 1,1 0-1,-1 1 1,0-1-1,0 1 1,0-1 0,-1 1-1,1 0 1,0 0-1,0 0 1,-1 0 0,0 0-1,1 0 1,-1 0-1,0 1 1,0-1-1,0 0 1,0 1 0,0-1-1,-1 0 1,1 1-1,-1-1 1,0 1 0,1-1-1,-1 1 1,0-1-1,-1 1 1,1-1-1,0 1 1,-1-1 0,1 1-1,-1-1 1,0 2-3,-1 28 53,-1-1 0,-2 1 0,-1-1 0,-1 0 1,-2 0-1,-4 7-53,-26 114 94,35-136-91,1 0-1,0 1 1,1 0-1,1-1 1,1 1-1,0 0 1,1 0-1,1-1 1,0 1-1,1 0 0,1-1 1,1 0-1,0 0 1,4 6-3,8 0 0,0 0 1,1 0-1,2-2 1,0-1-1,1 0 1,22 15-1,14 13 0,-52-43 1,-1-1 0,0 0 0,0 1 0,0 0 1,-1 0-1,0 0 0,1 1 0,-1-1 1,-1 1-1,1 0 0,-1-1 0,0 1 0,0 0 1,0 1-1,-1-1 0,1 0 0,-1 0 0,0 1 1,-1-1-1,0 0 0,0 1 0,0-1 0,0 0 1,-1 1-1,0-1 0,0 0 0,0 1 1,0-1-1,-1 0 0,0 0 0,0 0 0,-1 0 1,-1 2-2,-22 22 5,-1-1 0,-1-1 0,-1-1 1,-1-2-1,-2-1 0,0-2 1,-34 17-6,46-25-5,-24 13-654,0-2 1,-2-1 0,-1-3 0,-28 8 658,11-11-3537</inkml:trace>
  <inkml:trace contextRef="#ctx0" brushRef="#br0" timeOffset="1516.057">1047 1431 29094,'0'0'896,"0"0"-584,0 0 33,106 122 47,-65-82-128,5-3-176,20 16-88,-9-9-648,-4-5-2281</inkml:trace>
  <inkml:trace contextRef="#ctx0" brushRef="#br0" timeOffset="1688.762">1775 2228 27726,'0'0'760,"0"0"-576,0 0-184,0 0-3249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34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29198,'0'0'915,"-12"20"-535,-76 147-132,74-131-183,3 0 0,1 1 1,1 0-1,2 0 0,2 1 0,-1 32-65,6-66-2,-1 1 1,0 0-1,1 0 0,0 0 1,1 0-1,-1 0 0,1 0 1,-1 0-1,2 0 1,-1-1-1,0 1 0,1 0 1,0-1-1,0 1 0,0-1 1,1 0-1,-1 0 0,1 1 1,0-2-1,0 1 0,1 0 1,-1-1-1,1 1 1,0-1-1,0 0 0,0 0 1,0-1-1,0 1 0,1-1 1,0 0 1,15 5-1,0-2 1,1-1-1,0 0 1,0-2-1,0 0 1,0-1 0,0-1-1,6-2 1,12 2 5,400-10-280,-430 10 255,-7-1 10,0 0-1,-1 0 1,1 1-1,-1-1 1,1 1-1,0 0 1,0-1 0,-1 1-1,1 0 1,0 0-1,-1 0 1,1 0-1,0 1 1,0-1 0,-1 0-1,1 1 1,0-1-1,-1 1 1,1-1-1,-1 1 1,1 0-1,-1 0 1,1 0 0,-1-1-1,1 2 1,-1-1-1,0 0 1,1 0-1,-1 0 1,0 0 0,0 1-1,0-1 1,0 1-1,0-1 1,0 1-1,-1-1 1,1 1-1,0-1 1,-1 1 0,1 0-1,-1-1 1,0 1-1,1 0 1,-1-1-1,0 1 1,0 0 0,0 0 9,-3 7 1,-1 0-1,0 0 0,0 0 0,-1-1 0,0 0 0,-1 0 1,0 0-1,0 0 0,0-1 0,-1 0 0,0 0 0,-1-1 0,1 0 1,-6 3 0,-10 11 6,-68 60 3,-52 49-1520,-5-7 0,-52 27 1511,133-108-3251</inkml:trace>
  <inkml:trace contextRef="#ctx0" brushRef="#br0" timeOffset="486.492">353 912 26414,'-6'18'1108,"-95"216"498,92-214-1503,-35 109 178,44-128-293,0-1 0,0 1 1,0 0-1,1 0 1,-1 0-1,0 0 1,0 0-1,1-1 0,-1 1 1,1 0-1,-1 0 1,0 0-1,1-1 1,-1 1-1,1 0 0,0-1 1,-1 1-1,1 0 1,0-1-1,-1 1 1,1-1-1,0 1 0,0-1 1,-1 1-1,1-1 1,0 0-1,0 1 1,0-1-1,-1 0 0,1 0 1,0 0-1,0 1 1,0-1-1,0 0 1,0 0-1,0 0 0,0 0 1,-1-1-1,1 1 1,0 0-1,0 0 1,0 0-1,0-1 0,0 1 1,-1 0-1,1-1 12,9 0-132,15-2-674,1-1 0,-1-2-1,-1 0 1,1-2-1,-1 0 1,0-2-1,20-12 807,73-25-955,43 20 2956,-158 27-1943,0 0-1,0 0 1,0 1 0,-1-1-1,1 0 1,0 1 0,0 0 0,0-1-1,-1 1 1,1 0 0,0 0-1,-1 0 1,1 0 0,-1 0-1,1 0 1,-1 1 0,0-1 0,1 0-1,-1 1 1,0-1 0,0 1-1,0-1 1,0 1 0,0 0 0,0-1-1,-1 1 1,1 0 0,0 0-1,-1-1 1,1 1 0,-1 0 0,0 0-1,0 0 1,0 0 0,0 0-1,0-1 1,0 1 0,0 0 0,0 0-1,-1 0 1,1 0 0,-1 0-1,1-1 1,-1 1 0,0 1-58,-34 87 1202,-8-22-506,30-51-622,0 1 0,2 0-1,0 0 1,0 1-1,2 0 1,1 1-1,0 0 1,1 1-1,1-1 1,1 1-1,1 0 1,1 1-1,1-1 1,1 3-74,3-17 0,0 0 0,1 0 0,0 0-1,0 0 1,0 0 0,1-1 0,0 0 0,0 0-1,1 0 1,0 0 0,0-1 0,0 0 0,0 0 0,1 0 0,40 50-39,-41-41 42,-1-1 0,-1 0 0,0 1 1,-1-1-1,0 1 0,-1 0 0,0 0 0,-1 0 1,-1-1-1,0 1 0,-1 0 0,-1 0 0,0-1 1,-1 0-1,0 1 0,-1-1 0,0-1 1,-1 1-1,0-1 0,-2 0 0,1 0 0,-3 1-3,-12 23 158,-3-2 0,0-1-1,-2 0 1,-2-2-1,-20 16-157,36-35 32,-1-1 0,0 0 0,0-1 0,-1 0 0,-1-1 0,0-1 0,0-1 0,0 0 0,-1-1 1,0-1-1,0 0 0,-1-1 0,1-1 0,-11 0-32,25-2-23,-1-1 0,0 1 1,0-1-1,1 0 1,-1 0-1,0-1 1,0 1-1,1-1 1,-1 0-1,0 0 0,1 0 1,-1 0-1,1-1 1,-1 1-1,1-1 1,-1 0-1,1 0 0,0 0 1,0 0-1,0-1 1,0 1-1,1-1 1,-1 0-1,1 0 1,-2-2 22,-59-144-2290,42 70-570</inkml:trace>
  <inkml:trace contextRef="#ctx0" brushRef="#br0" timeOffset="734.134">92 1787 27430,'0'0'1200,"0"0"-600,0 0-232,101 115-240,-29-44-80,-8-12-48,-5-10-1496</inkml:trace>
  <inkml:trace contextRef="#ctx0" brushRef="#br0" timeOffset="1138.661">1832 860 1728,'0'0'26078,"0"0"-25214,0 0-640,0 0 160,0 0 56,-101 125-168,49-76-176,-10 6-48,-3 2-48,1 2 0,3 9-224,15-15-528,17-20-1584</inkml:trace>
  <inkml:trace contextRef="#ctx0" brushRef="#br0" timeOffset="1407.319">1738 1428 27958,'-24'121'1040,"-20"17"-216,9-24-368,9-3-55,13-21-177,10-21-136,3-19-88,0-19-32,16-7-432,8-18-289,20-28-127,-5-25-160,-4-12-5001</inkml:trace>
  <inkml:trace contextRef="#ctx0" brushRef="#br0" timeOffset="1890.398">2047 943 25958,'0'0'1511,"20"-22"-502,0-3-779,-6 7-80,1 0 0,1 1 0,0 1 0,2 1-1,-1 0 1,2 1 0,3-1-150,-13 9 69,1 0-1,-1 1 1,1 0 0,0 1-1,0 0 1,0 0-1,1 1 1,-1 1 0,1 0-1,0 0 1,0 1 0,-1 0-1,12 1-68,-20 1 4,1 0 0,-1-1 0,0 1-1,1 0 1,-1 1 0,0-1 0,0 0-1,0 1 1,1-1 0,-2 1 0,1-1-1,0 1 1,0 0 0,0 0 0,-1 0 0,1 0-1,-1 0 1,0 0 0,1 1 0,-1-1-1,0 0 1,0 1 0,-1-1 0,1 1 0,0-1-1,-1 1 1,1-1 0,-1 1 0,0-1-1,0 1 1,0-1 0,0 1 0,-1-1 0,1 2-4,-12 96 59,-145 354-327,155-446 252,1-7 9,0 0-1,1-1 0,-1 1 1,1 0-1,-1 0 1,0 0-1,1-1 1,0 1-1,-1 0 0,1 0 1,0 0-1,-1 0 1,1 0-1,0 0 0,0 0 1,0 0-1,0 0 1,0 0-1,0 0 1,0 0-1,0-1 0,0 1 1,0 0-1,1 0 1,-1 0-1,0 0 0,0 0 1,1 0-1,-1 0 1,1 0-1,-1-1 1,1 1-1,-1 0 0,1 0 1,0-1-1,-1 1 1,1 0-1,0-1 0,0 1 1,-1 0-1,1-1 1,0 1-1,0-1 1,0 0-1,0 1 0,-1-1 1,1 0-1,0 1 1,0-1-1,0 0 0,1 0 8,12-3-139,-1-1 0,1-1 0,-1 0 0,1 0 0,-1-2-1,-1 1 1,0-2 0,0 0 0,10-8 139,18-10-395,91-41 462,-130 69-34,0-1 1,1 1-1,-1 0 0,0 0 1,-1 0-1,1 0 0,0 0 1,0 0-1,-1 0 1,1 1-1,-1-1 0,0 0 1,0 0-1,0 0 0,0 1 1,0-1-1,0 0 0,0 0 1,-1 0-1,1 0 0,-1 0 1,0 1-1,1-1 0,-1 0 1,0 0-1,0 0 0,-1 1-33,-100 180 528,-29 85-200,118-201-281,14-65-52,1-1 0,0 1 0,0-1-1,-1 1 1,1-1 0,0 0 0,0 0 0,0 1 0,1-1-1,-1-1 1,0 1 0,0 0 0,0 0 0,1-1 0,-1 1-1,0-1 1,1 0 0,-1 0 0,0 0 0,1 0 0,-1 0-1,0 0 1,1-1 0,-1 1 0,0-1 0,0 0 0,2 0 5,7 0-57,200-33-482,-209 34 535,1-1 0,-1 1 0,1 0-1,0 0 1,-1 0 0,1 0 0,-1 0-1,1 0 1,-1 1 0,1-1 0,0 1-1,-1 0 1,0 0 0,1 0 0,-1 0-1,1 0 1,-1 1 0,0-1-1,0 0 1,0 1 0,0 0 0,0 0-1,0-1 1,0 1 0,-1 0 0,1 0-1,-1 1 1,1-1 0,-1 0 0,0 0-1,0 1 1,0-1 0,0 1 0,0-1-1,-1 1 1,1-1 0,-1 1 0,1-1-1,-1 1 1,0 0 0,0-1 0,0 3 4,0 26 76,-2-1 0,-1 1 0,-1-1 1,-1 0-1,-2 0 0,-1-1 0,-1 0 1,-2 0-1,-1 0-76,-16 52 359,28-82-326,1 1 0,-1 0 0,1 0 0,-1 0 0,1 0 0,-1 0 0,1 0 0,-1 0 0,1 0 0,-1 0 0,1 1 0,-1-1 0,1 0 0,-1 0 0,0 0 0,1 0 0,-1 1 0,1-1 0,-1 0 0,0 0 0,1 1 0,-1-1 0,1 0 0,-1 1 0,0-1 0,1 0 0,-1 1 0,0-1 0,0 1 0,1-1 0,-1 1-33,240-271 112,-21 23-2274,-123 134-1566</inkml:trace>
  <inkml:trace contextRef="#ctx0" brushRef="#br0" timeOffset="2154.336">3307 1278 25974,'0'0'1296,"0"0"-440,119-19-208,-69 19-352,-4 10-296,2 51-240,-12-4-720,-12 8-2593</inkml:trace>
  <inkml:trace contextRef="#ctx0" brushRef="#br0" timeOffset="2641.761">3551 2040 21061,'0'0'5623,"0"0"-3644,0 0-1370,0 0-155,0 0 40,26-18-177,-2 2-300,-1-1 0,-1-1 0,0-1 0,-2-1 0,0-1 0,-1-1-1,-1 0 1,-1-1 0,1-5-17,28-50-214,-4-2-1,-3-2 0,-3-2 0,-5 0 1,-3-3-1,14-74 215,26-234-1523,-56 376 2320,-4 61-395,-8-41-402,1 6 31,-1 3 3,0 1-1,0-1 1,1 0-1,0 1 1,1-1-1,0 0 1,1 0-1,0 0 1,1-1-1,0 1 1,0-1-1,1 0 0,0 0 1,1 0-1,0 0 1,0-1-1,1 0 1,0-1-1,0 1 1,1-1-1,0-1 1,0 1-1,0-2 1,4 3-34,14-4 48,1-1 0,0-1 0,-1-1 1,1-2-1,0-1 0,-1 0 0,1-2 1,-1-1-1,0-2 0,-1 0 1,24-10-49,85-28-20,-72 22-40,1 3 1,0 3-1,2 2 1,0 3-1,6 3 60,-69 8 0,0 0 0,1 0 1,-1 1-1,0-1 0,0 1 0,1 0 0,-1 0 0,0-1 0,0 2 0,1-1 1,-1 0-1,0 0 0,0 1 0,1-1 0,-1 1 0,0 0 0,0-1 1,0 1-1,0 0 0,0 0 0,0 1 0,0-1 0,0 0 0,0 1 1,-1-1-1,1 1 0,0-1 0,-1 1 0,1 0 0,-1 0 0,0-1 1,0 1-1,0 0 0,0 0 0,0 0 0,0 1 0,0-1 0,0 0 1,-1 0-1,1 0 0,-1 1 0,0-1 0,0 0 0,0 0 0,0 1 0,0-1 1,0 0-1,-1 2 0,-1 20 23,-2-1-1,0 0 1,-2-1 0,0 1 0,-2-1 0,0 0 0,-2-1 0,0 0 0,-1 0-1,-3 1-22,-6 16 9,-13 31-109,-3-1 0,-3-2 0,-2-2 0,-4-2 0,-22 22 100,42-61-496,25-23 466,-1 0 0,1 1-1,-1-1 1,1 0 0,-1 0 0,1 0-1,-1 0 1,1 1 0,-1-1 0,1 0 0,0 0-1,-1 0 1,1 0 0,-1 0 0,1 0 0,-1 0-1,1 0 1,-1-1 0,1 1 0,-1 0 0,1 0-1,-1 0 1,1 0 0,-1-1 0,1 1 0,0 0-1,-1 0 1,1-1 0,-1 1 0,1 0-1,0-1 1,-1 1 0,1 0 0,0-1 0,0 1-1,-1 0 1,1-1 0,0 1 0,0-1 0,-1 1-1,1-1 1,0 1 0,0 0 0,0-1 0,0 1-1,0-1 1,0 1 0,0-1 0,0 1 0,0-1-1,0 1 1,0-1 0,0 1 0,0-1-1,0 1 1,0-1 0,0 1 0,0-1 0,1 1-1,-1 0 1,0-1 0,0 1 0,1-1 30,-1-2-394,-1-30-4733</inkml:trace>
  <inkml:trace contextRef="#ctx0" brushRef="#br0" timeOffset="2912.053">4829 1097 26982,'0'0'2024,"0"0"-1720,0 0 72,-75 128 96,42-63-111,0 8-217,-6 22-112,-5 23-32,7-9-16,4 3-337,15-37-503,14-41-1688</inkml:trace>
  <inkml:trace contextRef="#ctx0" brushRef="#br0" timeOffset="3067.985">4758 1695 28614,'0'0'688,"0"0"-432,42 120-176,24-69-80,-5-13-1000,9-11-9794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34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1 790 28870,'0'0'856,"0"0"-560,147-41 56,-7-21 97,44-22-73,11-9-128,-9 4-128,-28 20-72,-46 24-48,-24 13-72,2 3-160,-29 7-632,-11 0-1817</inkml:trace>
  <inkml:trace contextRef="#ctx0" brushRef="#br0" timeOffset="247.634">1002 1 24869,'0'0'2361,"0"0"-1385,-13 199-128,0-29-136,0 35-31,-5 12-177,3-6-232,2-24-136,6-9-80,7-18-56,0-42-40,0-41-368,18-61-753,-3-16-991,-4-24-2009</inkml:trace>
  <inkml:trace contextRef="#ctx0" brushRef="#br0" timeOffset="453.448">836 490 27502,'0'0'1232,"0"0"-560,-94 150-296,59-73-168,10 4-136,23 10-72,2-20-768,0-26-1656</inkml:trace>
  <inkml:trace contextRef="#ctx0" brushRef="#br0" timeOffset="613.356">1217 760 24637,'0'0'2257,"0"0"-1689,0 0-552,0 0-16,127 36-1680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4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1 25429,'0'0'1087,"0"0"-205,25 24 335,77 82-590,-95-99-586,-1 0-1,0 0 1,-1 1-1,0 0 1,0 0-1,-1 0 1,0 0 0,0 1-1,-1 0 1,0-1-1,-1 1 1,0 0-1,0 1 1,-1-1-1,0 0 1,-1 0-1,0 3-40,1 5 49,-3 90 65,-6 0 1,-4-1-1,-5 0 0,-4-1 1,-5-1-1,-5-2 1,-3 0-1,-23 37-114,2 18 52,53-153-51,-31 85 15,5 1 1,3 1 0,4 1 0,-5 66-17,24-153 0,1 1 0,0 0 0,0-1 0,0 1 0,1-1 0,0 1 0,0 0 0,0-1 0,1 1 0,0 0 0,0-1 0,0 1 0,1-1 0,0 1 0,0-1 0,0 0 0,1 0 0,-1 0 0,1 0 0,1 0 0,-1-1 0,1 1 0,-1-1 0,1 0 0,0 0 0,1-1 0,0 2 0,14 5 0,0-1 0,0 0 0,1-2 0,0 0 0,0-1 1,1-1-1,-1-1 0,1-1 0,16 0 0,411 10 107,11-31 257,-1-21 1,128-40-365,20-46 49,-524 110-1602,-107 15-146,-8 0-2889</inkml:trace>
  <inkml:trace contextRef="#ctx0" brushRef="#br0" timeOffset="250.772">2607 1151 8498,'0'0'17853,"0"0"-13804,19 14-3620,134 95 418,179 109 241,-326-210-1098,0-1-1,0 0 1,-1 1-1,0 0 0,-1 1 1,0-1-1,0 1 1,-1-1-1,0 1 0,0 0 1,-1 0-1,0 1 1,-1-1-1,0 0 1,0 1-1,-1-1 0,0 0 1,-1 1-1,0-1 1,0 0-1,-1 1 0,0-1 1,-1 0-1,0 0 1,0-1-1,-1 1 1,0-1-1,-1 1 0,0-1 1,0 0-1,-2 1 11,-138 189-1460,69-115-574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5:32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2358 26622,'0'0'1011,"0"0"709,0 0-1044,0 0-340,0 0-50,20-7-76,136-27 8,174 56-13,-241-7-184,217 40 55,3-14-1,194-2-75,67-39 74,480 21 61,-774-4-119,0-11-1,0-12 0,186-32-15,-215 2 0,-40 3 12,167-2-12,-206 18-1850,-137 7-969</inkml:trace>
  <inkml:trace contextRef="#ctx0" brushRef="#br0" timeOffset="8229.035">117 1365 26494,'0'0'1016,"0"0"59,0 0-326,0 0-417,0 0-204,0 0-76,15-15-13,277-253 30,-90 88-65,-123 136-98,-77 44 91,-1 0 1,1 0-1,0 0 1,-1 0 0,1 0-1,0 0 1,-1 0-1,1 1 1,0-1 0,-1 0-1,1 1 1,-1 0-1,1-1 1,-1 1-1,1 0 1,-1 0 0,1 0-1,-1 0 1,0 0-1,1 0 1,-1 0 0,0 0-1,0 1 1,0-1-1,0 0 1,0 1-1,0-1 1,0 1 0,-1-1-1,1 1 1,0-1-1,-1 1 1,1 0 0,-1-1-1,0 1 1,1 0-1,-1 1 3,43 211 271,10 30 101,-52-239-368,1 0 0,0 0 0,0 0 0,0 0-1,1-1 1,-1 1 0,1-1 0,0 1 0,1-1 0,-1 0-1,1 0 1,0-1 0,0 1 0,0-1 0,0 0 0,0 0-1,1 0 1,-1 0 0,1-1 0,0 0 0,0 0 0,0 0-1,0-1 1,0 1 0,0-1 0,1 0 0,-1-1 0,0 1 0,1-1-1,-1 0 1,0-1 0,0 1 0,1-1-4,12-5 11,0-1 0,-1-1 0,0 0 1,0-1-1,-1-1 0,0-1 0,-1 0 0,-1-1 0,1 0 1,-2-1-1,0-1 0,0 0 0,-1-1 0,-1 0 0,-1-1 1,1-2-12,17-20-7,-1-1 0,-2-1 0,-1-2 0,-3 0 1,-1-1-1,-2-2 0,-2 0 0,-2 0 0,-3-1 1,-1-1-1,-1-7 7,-9 32-9,-7 49-10,-7 85 63,5 0 0,4 1 0,8 46-44,-3-68 68,24 902 681,-23-748-605,-11 0-1,-10 0 1,-11-2-1,-36 122-143,61-340-1,1 1 5,-1 0-1,-1 0 0,-1-1 0,-1 0 0,-1-1 0,-2 0 1,0 0-1,-2-1 0,-9 12-3,21-32 4,0 0 1,-1 0-1,1-1 1,0 1-1,-1-1 0,0 0 1,0 1-1,1-1 1,-1 0-1,0-1 1,-1 1-1,1-1 0,0 1 1,0-1-1,-1 0 1,1 0-1,0 0 1,-1-1-1,1 1 1,-1-1-1,0 0 0,1 0 1,-1 0-1,1 0 1,-1 0-1,1-1 1,-1 0-1,1 0 0,0 0 1,-1 0-1,1 0 1,0-1-1,0 1 1,0-1-1,0 0 0,0 0 1,-2-2-5,-5-10 0,2 0-1,0-1 1,0 0 0,2-1 0,-1 1-1,2-1 1,0 0 0,2-1 0,-1 1-1,1-9 1,-15-82-89,6-1 0,4 0 0,5-1 0,6-44 89,3 80-37,3 0-1,4 0 1,2 1 0,4 1-1,2 1 1,4 1 0,3 1-1,30-53 38,-17 47-199,4 1-1,3 3 1,26-27 199,-2 8-1075,-5 6-1347</inkml:trace>
  <inkml:trace contextRef="#ctx0" brushRef="#br0" timeOffset="9822.441">3025 667 28302,'0'0'920,"0"0"-152,0 0-279,0 0 39,0 0-128,0 0-232,0 0-96,-96 73-40,15 8 0,-26 31-32,-18 24 16,11-9-16,33-31-64,37-34-264,28-33-240,16-25-369,13-4-1287,12-4-5226</inkml:trace>
  <inkml:trace contextRef="#ctx0" brushRef="#br0" timeOffset="9994.039">2826 1239 27422,'0'0'992,"0"109"-176,-11-30-392,-9 11-8,1 5-176,5-4-160,8-12-80,6-22-416,9-26-1032,6-25-2281</inkml:trace>
  <inkml:trace contextRef="#ctx0" brushRef="#br0" timeOffset="10578.923">3212 371 26774,'0'0'928,"22"-12"-384,74-39-83,10 22 390,-103 29-840,-1 0 0,1 0 0,0 1 0,0-1-1,0 1 1,0 0 0,-1 0 0,1 0 0,0 0-1,-1 0 1,1 0 0,-1 1 0,1-1 0,-1 1-1,1 0 1,-1-1 0,0 1 0,0 0 0,0 1 0,0-1-1,-1 0 1,1 0 0,0 1 0,-1-1 0,0 1-1,1 0 1,-1-1 0,0 1 0,0 0 0,-1-1-1,1 1 1,-1 0 0,1 0 0,-1 0 0,0 0 0,0 0-1,0 0 1,0 1-11,-15 120 208,-7-59-196,-3 0 1,-4-2-1,-1-1 0,-22 29-12,-1 7-78,-32 66-113,85-163 186,-1-1 1,1 0-1,-1 1 0,1-1 1,-1 0-1,1 1 0,-1-1 0,1 1 1,0-1-1,-1 1 0,1-1 1,0 1-1,-1-1 0,1 1 0,0-1 1,0 1-1,-1-1 0,1 1 1,0 0-1,0-1 0,0 1 1,0-1-1,0 1 0,0 0 0,0-1 1,0 1-1,0-1 0,0 1 1,0 0-1,0-1 0,0 1 0,1-1 1,-1 1-1,0-1 0,0 1 1,1-1-1,-1 1 0,0-1 1,1 1-1,-1-1 0,0 1 0,1-1 1,-1 1-1,1-1 0,-1 0 1,1 1-1,-1-1 0,1 0 0,-1 1 1,1-1-1,-1 0 0,1 0 1,-1 1-1,1-1 0,0 0 0,-1 0 1,1 0-1,-1 0 0,1 0 1,0 0-1,-1 0 0,1 0 1,-1 0-1,1 0 0,0 0 0,-1 0 1,1-1 4,39-18-91,-38 18 100,87-60-162,-66 43 84,0 1 1,2 1-1,0 1 0,0 1 1,1 1-1,1 2 0,12-3 69,-38 13 4,0 0-1,0 1 0,0-1 1,0 1-1,0 0 1,0-1-1,0 1 1,0 0-1,0 0 0,1-1 1,-1 1-1,0 0 1,0 0-1,0 0 1,0 0-1,1 1 1,-1-1-1,0 0 0,0 0 1,0 1-1,0-1 1,0 0-1,0 1 1,0-1-1,0 1 0,0 0 1,0-1-1,0 1 1,0 0-1,0 0 1,0-1-1,-1 1 0,1 0 1,0 0-1,0 0 1,-1 0-1,1 0 1,-1 0-1,1 0 1,-1 0-1,1 0 0,-1 0 1,0 0-1,0 1 1,1-1-1,-1 0 1,0 0-1,0 0 0,0 0 1,0 0-1,0 1 1,0-1-1,-1 0 1,1 0-1,0 0 0,0 0 1,-1 0-1,1 0 1,-1 0-1,1 0 1,-1 1-4,-33 71 305,-13-1 2,-60 124 27,106-195-341,0 0-1,0 0 0,0 0 1,0 0-1,1 1 0,-1-1 0,1 0 1,-1 0-1,1 1 0,-1-1 0,1 0 1,0 1-1,-1-1 0,1 1 1,0-1-1,0 0 0,0 1 0,0-1 1,0 1-1,1-1 0,-1 0 1,0 1-1,1-1 0,-1 0 0,1 1 1,-1-1-1,1 0 0,0 0 0,-1 1 1,1-1-1,0 0 0,0 0 1,0 0-1,0 0 0,0 0 0,0 0 1,0 0-1,0 0 0,0-1 1,0 1-1,0 0 0,1-1 0,-1 1 1,0-1-1,1 1 0,-1-1 0,0 1 1,1-1-1,-1 0 0,0 0 1,1 0-1,-1 0 0,1 0 0,-1 0 1,0 0-1,1 0 0,-1 0 1,1-1-1,-1 1 0,0-1 0,0 1 1,1-1 7,169-44-3778,-170 45 3802,1-1 0,-1 1 1,0 1-1,1-1 1,-1 0-1,0 0 1,1 0-1,-1 1 1,0-1-1,0 0 1,1 1-1,-1 0 1,0-1-1,0 1 1,0 0-1,0-1 1,1 1-1,-1 0 1,0 0-1,-1 0 0,1 0 1,0 0-1,0 0 1,0 0-1,0 0 1,-1 0-1,1 0 1,-1 0-1,1 1 1,-1-1-1,1 0 1,-1 0-1,0 1 1,1-1-1,-1 0 1,0 1-1,0-1 1,0 0-1,0 1 0,0-1 1,0 0-1,-1 1 1,1 0-25,-10 65 757,-121 239 2148,163-320-2052,331-313-739,-144 133-3290,-131 113-4199</inkml:trace>
  <inkml:trace contextRef="#ctx0" brushRef="#br0" timeOffset="11584.835">4676 768 26654,'0'0'1480,"0"0"-368,0 0-312,0 0-135,0 0-185,0 0-256,0 0-80,24-42 8,59 1-64,9-9-72,3 1-8,-5-2-8,-9 4-88,-11 5-280,-4-3-793,-20 9-863,-18 9-7490</inkml:trace>
  <inkml:trace contextRef="#ctx0" brushRef="#br0" timeOffset="11831.922">5103 0 21901,'0'0'6529,"0"0"-5641,0 0-480,-41 123 136,25-46-71,3 7-97,5 7-72,1-2-56,3-4-104,-1-4-64,1-6-80,-3-8-24,1-12-336,-8-16-448,4-17-713,-8-18-1799</inkml:trace>
  <inkml:trace contextRef="#ctx0" brushRef="#br0" timeOffset="12009.869">4575 245 5793,'0'0'12235,"0"0"-4914,0 0-5496,0 0-1273,0 0-352,0 0-96,0 0-64,77 51-40,-11-39-224,-5-6-888,0-6-4281</inkml:trace>
  <inkml:trace contextRef="#ctx0" brushRef="#br0" timeOffset="13068.496">5202 227 23581,'0'0'2349,"0"0"-713,0 0-552,0 0-298,-8 23-224,-70 146 7,53-135-600,0 0 0,3 1 0,1 1 0,1 1-1,2 1 1,2 1 0,1 0 0,3 1 0,1 0 0,1 1 0,3 0 0,-1 22 31,8-57-41,1 1 0,0-1-1,0 1 1,0 0-1,1-1 1,0 0 0,0 1-1,1-1 1,-1 0-1,1 0 1,1-1 0,-1 1-1,1-1 1,0 1-1,0-1 1,1 0 0,-1 0-1,3 1 42,8 11 19,-10-8 25,-1 1 0,0 0 0,-1 0 0,0 0 0,-1 0 0,0 1 0,0-1 0,-1 0 0,-1 1 0,1 0 0,-2-1 0,1 1 0,-2-1 0,1 0 0,-1 1-44,-54 312 888,56-312-828,-1-8-45,0 1 0,0-1 0,0 1 0,1-1 0,-1 1 1,1-1-1,0 1 0,0 0 0,0-1 0,0 1 0,1-1 0,0 1 0,-1-1 1,1 1-1,1-1 0,-1 1 0,0-1 0,1 0 0,0 1 0,-1-1 0,1 0 0,0 0 1,1-1-1,-1 1 0,1 0 0,-1-1 0,1 1 0,0-1 0,0 0 0,-1 0 0,2 0 1,-1 0-1,0 0 0,0-1 0,1 0 0,1 1-15,2-2 16,0 0 0,-1-1 1,1 0-1,0 0 0,0 0 0,0-1 0,-1 0 0,1-1 0,-1 1 0,0-1 1,1 0-1,-1-1 0,-1 1 0,1-1 0,0-1 0,-1 1 0,0-1 1,0 0-1,0 0 0,-1 0 0,0 0 0,0-1 0,0 0 0,0 0-16,6-10 5,-1 0 0,0-1 0,-1 0-1,0 0 1,-2-1 0,0 0 0,-1 0 0,1-10-5,0-102 97,-24 180 70,4 24-180,13-51-18,-1 1-1,-1-1 1,-2 1-1,0-1 1,-1 0-1,-1-1 0,-1 0 1,-1 0-1,-2 0 1,0-1-1,0-1 1,-2 0-1,-1-1 0,0 0 1,-2-1-1,0 0 1,-1-2-1,0 0 0,-6 3 32,20-16 2,0-1 0,0 0-1,0 0 1,0 0 0,0 0 0,-1 0-1,1-1 1,0 1 0,-1-1-1,1 0 1,-1 0 0,0 0-1,1-1 1,-1 1 0,0-1-1,1 0 1,-1 0 0,0 0-1,0-1 1,1 1 0,-1-1-1,0 0 1,1 0 0,-1 0 0,1 0-1,0-1 1,-1 1 0,1-1-1,0 0 1,0 0 0,0 0-1,0-1 1,0 1 0,0-1-1,1 1 1,-1-1 0,1 0-1,0 0 1,-1 0 0,2 0-1,-1 0 1,0-1-2,-4-21 4,1 0 0,1 0-1,1 0 1,2 0 0,0 0 0,2-1-1,0 1 1,2 0 0,1 0-1,5-16-3,12-30-3,4 1 0,3 2-1,2 0 1,4 2-1,19-25 4,30-46-111,7 4-1,5 4 0,34-28 112,-120 144 1,0 1 0,1 0 0,1 1 0,0 0 0,0 1 0,1 0 0,1 1 0,-1 0 0,1 1 0,1 0 0,0 1 0,0 1 0,0 0 0,1 1 0,-1 0-1,1 1 1,5 0-1,-17 6 3,1-1 0,-1 0 0,0 1-1,0-1 1,0 1 0,0 0-1,0 0 1,0 0 0,-1 1 0,1-1-1,-1 1 1,1-1 0,-1 1 0,0 0-1,0 0 1,0 0 0,-1 0 0,1 0-1,-1 0 1,1 0 0,-1 1-1,0-1 1,0 0 0,-1 1 0,1-1-1,-1 1 1,1-1 0,-1 1 0,0-1-1,-1 1 1,1-1 0,0 1-1,-1-1 1,0 1 0,0-1 0,0 0-1,0 1 1,-1 0-3,2 4 18,-86 307 751,87-307-766,1 0-1,-1 1 0,1-1 0,1 0 1,0 0-1,0-1 0,0 1 0,1-1 1,0 1-1,0-1 0,1 0 0,0 0 1,1-1-1,-1 0 0,1 0 1,0 0-1,0-1 0,1 1 0,0-1 1,0-1-1,0 0 0,0 0 0,1 0 1,0-1-1,-1 0 0,1 0 1,0-1-1,1 0 0,4 0-2,19 12 8,-24-10-6,192 104 5,-190-101-8,-1 1 1,-1-1-1,1 2 0,-1-1 1,-1 1-1,1 0 0,-2 0 1,1 1-1,-1 0 0,-1 0 1,0 1-1,0-1 0,-1 1 1,0 0-1,-1 0 0,0 1 1,-1-1-1,0 7 1,-2 6-2,-2 0 1,-1 0-1,-1-1 0,-1 1 1,0-1-1,-2 0 0,-1 0 1,-1-1-1,-1 0 0,-1 0 1,0-1-1,-2-1 0,0 0 1,-2 0-1,0-2 0,-1 0 1,-1 0-1,0-2 0,-1 0 1,-9 5 1,17-13-17,0 0 0,0 0 1,-1-1-1,0 0 0,0-1 1,0-1-1,-1 1 0,0-2 1,0 0-1,0 0 0,-1-1 1,1 0-1,-1-2 0,-3 1 17,11-2-27,0 0-1,0-1 1,-1 1 0,1-1-1,0 0 1,0-1-1,0 1 1,1-1-1,-1 0 1,0 0 0,1-1-1,-1 1 1,1-1-1,0 0 1,0 0 0,0 0-1,0-1 1,0 0-1,1 1 1,-1-1-1,1-1 1,0 1 0,1 0-1,-1-1 1,1 1-1,-1-1 1,1 0-1,0-2 28,-34-147-1091,31-27-345,6 171 1432,0 1-1,0 0 1,1 0-1,0 0 1,1 0-1,0 0 1,0 0-1,1 0 1,0 1-1,0 0 1,1 0-1,0 0 1,1 0-1,0 1 1,0 0-1,0 0 1,8-6 4,-7 10 62,0 0 0,1 0 1,0 0-1,-1 1 0,1 0 0,0 1 1,0 0-1,0 0 0,0 1 0,-1-1 1,1 2-1,0-1 0,0 1 0,0 0 1,0 1-1,0 0 0,-1 0 0,1 1 1,-1 0-1,1 0 0,-1 1 0,0 0 1,-1 0-1,1 0 0,-1 1 0,0 0 1,0 0-1,1 1-62,40 23 25,47 9-881,-61-32-1211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3:3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12 11258,'0'24'15828,"-4"169"-11458,-2 33-3746,7 289-162,8-452-497,-9-64 21,1 0 0,-1 1-1,0-1 1,0 1 0,0-1 0,1 1-1,-1-1 1,0 0 0,1 1 0,-1-1 0,0 1-1,1-1 1,-1 1 0,1 0 0,-1-1 0,1 1-1,-1-1 1,1 1 0,-1 0 0,1-1 0,-1 1-1,1 0 1,0 0 0,-1-1 0,1 1 0,-1 0-1,1 0 1,0 0 0,-1 0 0,1 0-1,0 0 1,-1 0 0,1 0 0,0 0 0,-1 0-1,1 0 1,-1 0 0,1 0 0,0 1 0,-1-1-1,1 0 1,-1 0 0,1 1 0,-1-1 0,1 0-1,-1 1 1,1-1 0,-1 1 0,1-1 0,-1 0-1,1 1 1,-1-1 0,1 1 0,-1-1-1,0 1 15,53-238-1543,-35 148 752,5 0-1,4 2 0,3 1 0,37-71 792,-54 136 172,0 1 0,2 0 0,0 1 0,1 0-1,1 2 1,0 0 0,2 0 0,0 2 0,0 0 0,2 2 0,0 0 0,0 1-1,1 1 1,0 1 0,1 1 0,0 1 0,1 1 0,-1 2 0,1 0-1,0 1 1,1 1 0,-1 1 0,1 2 0,13 1-172,-28-2 52,-1 1-1,1 0 1,0 1 0,-1 0-1,1 0 1,-1 1-1,1 1 1,-1-1 0,0 1-1,0 1 1,0 0 0,0 0-1,-1 1 1,1 0-1,-1 0 1,-1 1 0,1 0-1,-1 0 1,0 1 0,0 0-1,-1 0 1,0 1-1,0 0 1,-1 0 0,0 0-1,0 0 1,-1 1 0,2 4-52,-2 1 13,-1 0 0,0 0 0,-2 1 0,1-1 0,-1 1 1,-1-1-1,-1 1 0,0-1 0,-1 0 0,0 1 0,-2-1 1,1 0-1,-2 0 0,1-1 0,-5 8-13,-113 196-23,112-201 30,-172 234-23,-11-7-1,-152 142 17,84-94-75,-148 193 47,352-405 31,57-78-3,-15 26 6,29-22 2,193-148 32,-31 5-34,19-16-5,6 8-1,21 0 0,-204 134 0,0 2 0,0 0 0,1 1 0,0 1 0,1 0 0,-1 2 0,16-3 0,-33 9 0,1 0 1,0 0-1,0 1 1,0-1-1,-1 1 1,1 0-1,0 0 1,-1 0-1,1 0 1,0 0-1,-1 0 1,0 1-1,1 0 1,-1-1-1,0 1 0,0 0 1,0 0-1,0 0 1,0 0-1,0 0 1,0 1-1,-1-1 1,1 0-1,-1 1 1,0-1-1,0 1 1,0 0-1,0-1 1,0 1-1,0 0 0,-1 0 1,1-1-1,-1 1 1,0 0-1,0 0 1,0 0-1,0 0 1,0-1-1,-1 1 1,1 0-1,-1 0 1,0-1-1,0 1 1,0 0-1,0-1 0,0 1 1,-1-1-1,0 1 0,2-2 1,-6 36 6,-2-2-1,-2 1 1,-1-1 0,-2-1 0,-1 0 0,-1-1 0,-9 11-7,-185 333 1,-84 93-1,56-93 0,191-299 0,38-48 0,23-28 0,39-34 0,232-202 0,-196 158 0,41-36 0,5 6 0,4 6 0,77-38 0,-206 132 0,0-2 0,1 1 0,1 0 0,-1 1 0,1 1 0,0 0 0,1 0 0,-1 1 0,1 1 0,0 0 0,-1 1 0,1 1 0,13 0 0,-23 2 0,1 1 0,-1 0 0,0 0 0,0 0 0,0 0 0,0 1 0,0 0 0,-1 0 0,1 0 0,-1 0 0,0 0 0,0 1 0,0-1 0,0 1 0,0 0 0,-1 0 0,0 0 0,0 0 0,0 0 0,0 0 0,-1 1 0,1-1 0,-1 1 0,0-1 0,0 1 0,-1-1 0,0 1 0,1-1 0,-2 1 0,1 0 0,0-1 0,-1 1 0,0-1 0,0 2 0,0 28 0,-1 0 0,-2 0 0,-1-1 0,-2 0 0,-1 0 0,-2 0 0,-1-1 0,-6 9 0,-47 109 0,-6-4 0,-7-2 0,-6-4 0,-7-4 0,-5-4 0,-56 57 0,122-152-33,-2-2 0,-2 0 1,-1-2-1,-1-2 0,-5 1 33,-8-8-1051,24-29-1087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3:4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2002 1 28526,'0'0'966,"0"0"-369,-32 21-111,-265 199 308,53-6-697,9 11 0,10 9 0,11 10 0,11 9-1,-52 100-96,185-245 18,5 3-1,-32 78-17,86-167 1,0 1 0,2 0 0,1 1-1,1 0 1,1 0 0,1 0 0,1 1 0,1 2-1,2-25-1,1 0 1,0 1-1,0-1 1,0 1-1,1-1 1,-1 0-1,0 1 1,1-1-1,0 1 1,0-1-1,-1 0 1,1 0-1,1 1 1,-1-1-1,0 0 0,0 0 1,1 0-1,-1 0 1,1-1-1,0 1 1,-1 0-1,1-1 1,0 1-1,0-1 1,0 1-1,0-1 1,0 0-1,1 0 1,-1 0-1,0 0 1,0 0-1,1-1 1,-1 1-1,1-1 1,-1 1-1,0-1 1,1 0-1,-1 0 0,1 0 1,-1 0-1,0 0 1,1-1-1,1 1 1,-3 0 0,302 14-25,-191-11 20,1 5 0,-1 5 0,84 21 5,-164-27 0,0 2 0,-1 1 0,-1 1 0,0 2 0,0 0 0,-1 3 1,-1 0-1,-1 2 0,0 1 0,-2 1 0,0 1 0,-1 1 0,-1 1 0,-1 1 0,9 15 0,-9 0 3,-1 1 0,-3 2-1,-1-1 1,-2 2 0,-2 0-1,-2 1 1,-2 0 0,-1 1-1,-3 0 1,-2 0 0,-1 0-1,-3 0 1,-1 0 0,-3 0-1,-1 0 1,-3-1 0,-1 0-1,-2-1 1,-2 1-3,-52 137 1,-7-3 1,-86 151-2,65-139 0,-261 557 13,321-672-32,3 2-1,4 2 1,3 0-1,3 2 1,-8 74 19,23 1-9,6 0 0,7 0 0,7-1 0,7 0 0,28 101 9,1 33 6,39 338 51,-27 3 1,-24 141-58,-33-486 52,-12 1 0,-13-1 1,-13-1-1,-11-2 0,-13-2 0,-36 83-52,25-188-21,7-100-195,16-71-606,12-53-1169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3:4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252 19708,'0'0'6574,"0"0"-4885,0 0-1211,0 0 67,-23-2-21,-77 10-94,95-4-405,0 0-1,1 0 1,-1 0 0,1 0 0,0 0-1,1 1 1,-1 0 0,1 0 0,0 0 0,0 0-1,0 0 1,1 1 0,0-1 0,0 1 0,0 0-1,1-1 1,-1 4-25,-22 81 155,4 0 0,4 2-1,4 0 1,3 0 0,5 1-1,6 66-154,-2-128 10,1 0 0,1 0 0,2-1 0,1 1 0,1-1 0,2 0 0,1 0 0,1-1 0,2 0 0,0-1 0,2-1 0,1 0 0,2 0 0,0-2 0,2 0 0,16 17-10,-23-35 3,0 0 0,0-1 0,1 0 0,0-1-1,0 0 1,0-1 0,0-1 0,1 0 0,0-1-1,-1 0 1,1-1 0,0-1 0,0 0 0,0-1 0,0 0-1,-1-1 1,1 0 0,-1-2 0,1 1 0,-1-2-1,0 1 1,0-2 0,-1 0 0,0 0 0,0-1-1,0-1 1,-1 0 0,0-1-3,11-9 2,-1-1 0,-1-1 0,0-1 1,-2-1-1,-1-1 0,0 0 0,-2-1 0,-1-1 0,0 0 0,-2-1 1,-1-1-1,-2 1 0,1-4-2,6-27 2,-2-1 0,-3 0 0,-2 0 1,-2-1-1,-3-50-2,-3 74-1,-2 1 1,-2-1-1,-1 1 1,-2 0-1,-1 0 0,-2 0 1,-1 1-1,-2 1 1,-1 0-1,-1 0 1,-2 1-1,-3-3 1,3 7-2,0 0 0,-2 2-1,-1 0 1,-1 1 0,-1 1-1,-1 0 1,0 2 0,-2 1 0,-1 1-1,0 0 1,-1 2 0,-1 2-1,-1 0 1,0 2 0,-1 0 0,0 2-1,-1 2 1,0 0 0,0 2 0,-1 2-1,0 0 1,0 2 0,0 2-1,-4 1 3,7 2-1,1 1 0,-1 2 0,1 1 0,0 0 0,1 3 0,0 0 0,0 1-1,1 2 1,0 0 0,1 2 0,0 1 0,2 0 0,0 2 0,0 1 0,2 0-1,-10 12 3,-11 14 0,3 2 1,1 1-1,3 2 1,1 2 0,3 0-1,3 2 1,-5 15-2,4-1 9,3 1 1,3 1-1,3 1 1,3 1-1,3 0 1,3 1-1,1 47-9,7-87 8,2 0 0,1 0 0,2 0 0,0 0 0,3 0 0,4 14-8,-7-36 2,0 1 0,1-1 1,0 1-1,1-1 0,0-1 0,0 1 0,1-1 1,1 0-1,0 0 0,0-1 0,0 0 1,1 0-1,0 0 0,0-1 0,1-1 1,0 1-1,1-1 0,-1-1 0,1 0 0,6 2-2,17 3 3,1-2 0,0-1-1,0-2 1,0-1 0,1-2-1,0-1 1,0-2-3,-31 1 0,69-1 1,0-2-1,0-4 1,-1-3 0,16-7-1,583-124-240,-557 119-814,-22 1-1757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4:03.03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23475 7548 27510,'0'0'807,"0"0"-211,-10 26 17,-3 6-417,3 0-1,0 1 0,2 0 1,2 1-1,0 0 1,2 16-196,3 376 905,0-416-884,1-1 0,0 1 0,0 0 0,1-1 0,0 1 0,1-1 0,0 1 0,0-1 0,1 0 0,0 1 0,1-1 0,0-1 0,0 1 0,1-1 0,0 1 0,0-1 0,1-1 0,0 1 0,1-1 0,-1 0 0,1 0 0,1-1 0,-1 0 0,1-1 1,6 4-22,3-5 26,1-1 1,-1 0 0,1-1 0,0-2 0,-1 1-1,1-2 1,0 0 0,-1-1 0,1-1-1,-1-1 1,8-3-27,46-16 56,-1-4 0,-1-3 0,-2-3 0,61-40-56,-36 20 4,-3-4 0,-1-4 0,-4-4 0,-3-3-1,-2-4 1,-4-3 0,42-56-4,-92 98-103,-3 0 0,-1-1 0,-1-2 0,-2 0 0,-1-1 0,2-13 103,18-75-4930,-16 27-12955</inkml:trace>
  <inkml:trace contextRef="#ctx0" brushRef="#br0" timeOffset="-8494.174">19023 4070 23349,'0'0'4801,"0"0"-4153,0 0-200,182-16 32,-99 16-128,2 0-168,-1 6-112,-5 30-72,-22-3-240,-29 1-1424</inkml:trace>
  <inkml:trace contextRef="#ctx0" brushRef="#br0" timeOffset="-8227.627">18536 5212 27766,'129'-23'2304,"42"-36"-2104,31-24-192,-9-14 0,-35 6-8,-16 4 32,-34 20 0,-32 14-32,-16-2-304,-30 15-664,-10 5-3601</inkml:trace>
  <inkml:trace contextRef="#ctx0" brushRef="#br0" timeOffset="-7942.755">19507 4342 28150,'0'0'1095,"-2"31"-420,-5 322 460,17-86-568,4 70 297,-28 298-864,-21-334 25,-12-2 0,-20 26-25,33-200-242,21-121-220,-15-109-1364,14 23-670</inkml:trace>
  <inkml:trace contextRef="#ctx0" brushRef="#br0" timeOffset="-7679.701">19312 5149 29486,'-66'134'768,"-8"28"-463,-12 24-17,16-17-104,20-27-32,15-29-80,17-34-72,14-32-232,4-29-585,28-32-1039,7-20-1729,7-17-9009</inkml:trace>
  <inkml:trace contextRef="#ctx0" brushRef="#br0" timeOffset="-7678.701">19437 5587 26966,'0'0'1176,"0"0"-600,0 0-192,142 10-208,-38-36-176,-17-17-592,1-14-9698</inkml:trace>
  <inkml:trace contextRef="#ctx0" brushRef="#br0" timeOffset="-6862.773">20625 3816 30038,'0'0'647,"-15"17"-299,-92 125 226,96-124-529,2 0 0,0 1 0,1 0 0,1 1 0,1-1 0,0 1 1,2 0-1,0 1 0,1-1 0,1 1 0,1 0 0,2 7-45,0-20 2,0 1-1,1-1 1,1 1-1,-1-1 1,1 0-1,1 0 1,0 0-1,0 0 1,0-1-1,1 0 1,0 1 0,0-2-1,1 1 1,0-1-1,0 0 1,1 0-1,-1 0 1,8 3-2,146 80-29,-119-69 13,17 7 12,141 85 9,-194-106-7,-1-1-1,0 1 0,0 0 1,-1 0-1,0 0 1,0 0-1,-1 1 0,1-1 1,-1 1-1,-1 0 1,1 0-1,-1 0 0,0-1 1,-1 1-1,0 0 1,0 0-1,0 0 1,-1 0-1,0 0 0,0 0 1,-1 0-1,0-1 1,0 1-1,-1-1 0,1 1 1,-1-1-1,-1 0 1,1 0-1,-1 0 0,0-1 1,0 1-1,-1-1 1,0 0-1,0 0 0,0 0 1,-4 2 2,-43 47-95,-1-3-1,-3-1 1,-2-4 0,-2-1-1,-2-4 1,-1-2 0,-2-3 0,-2-3-1,-67 23 96,-65-4-384,195-50 354,1-1 1,-1-1-1,0 1 0,1 0 0,-1-1 1,0 0-1,1 1 0,-1-2 0,0 1 1,0 0-1,1-1 0,-1 1 0,1-1 1,-1 0-1,1 0 0,-1-1 0,1 1 1,-1-1-1,1 0 0,0 0 0,0 0 1,0 0-1,0 0 0,0-1 0,0 1 1,1-1-1,-1 0 0,1 1 0,0-1 1,0 0-1,0-1 0,-1-1 30,0-5-299,0-1-1,0 1 1,1-1-1,0 0 1,1 0-1,0 1 1,1-1-1,1 0 1,-1 0-1,2 0 1,-1 0 0,1 1-1,1-1 1,0 1-1,1-1 1,0 1-1,0 0 1,1 0-1,0 1 1,1 0-1,1-2 300,90-102-2478,-24 56 3965,-60 48-1092,0 0 0,0 1-1,1 1 1,0 0 0,0 1 0,1 1 0,0 0 0,0 1-1,0 0 1,0 1 0,1 1 0,-1 1 0,1 0 0,9 1-395,-20 0 77,1 1 0,-1 0 0,0 0-1,0 0 1,0 1 0,0 0 0,0 0 0,0 0 0,-1 1 0,1-1 0,-1 1 0,0 0 0,1 0 0,-1 1 0,0-1 0,-1 1 0,1 0 0,-1 0 0,0 0 0,0 1 0,0-1-1,0 1 1,-1-1 0,0 1 0,0 0 0,0 0 0,0 0 0,-1 0 0,0 0 0,1 4-77,5 166 851,-75 201-504,67-373-347,1 0 0,-1 0-1,1 0 1,0 0 0,0 0 0,0 0 0,0 0 0,0 0 0,1 0 0,-1 0 0,1 0-1,0 0 1,0 0 0,0-1 0,0 1 0,0 0 0,1 0 0,0-1 0,-1 1 0,1-1 0,0 0-1,0 1 1,0-1 0,0 0 0,0 0 0,1 0 0,-1 0 0,1-1 0,-1 1 0,1-1-1,0 1 1,0-1 0,-1 0 0,1 0 0,0 0 0,0-1 0,0 1 0,3 0 0,29 1-33,0-2 1,0-1-1,0-2 0,0-1 1,-1-1-1,1-2 1,-2-2-1,31-12 33,-29 10-4,0 0 1,1 3-1,0 1 1,0 1-1,0 2 1,1 2-1,0 1 0,3 2 4,-37-1 1,0 1 1,0-1-1,0 1 0,0 0 0,0-1 0,0 1 0,-1 1 0,1-1 0,0 0 0,0 1 0,-1-1 0,1 1 1,-1 0-1,1 0 0,-1 0 0,0 0 0,0 0 0,0 0 0,0 1 0,0-1 0,0 1 0,-1 0 0,1-1 0,-1 1 1,0 0-1,0 0 0,0 0 0,0 0 0,0-1 0,-1 1 0,1 1 0,-1-1 0,0 0 0,0 0 0,0 0 1,0 2-2,-37 106 150,-6-56-110,-2-2 0,-3-2 0,-2-2 0,-2-2 0,-2-3 0,-2-2 0,-1-3 0,-44 21-40,-12-1 0,129-75-120,7 5 107,0 2 0,0 0 1,1 1-1,0 2 0,1 0 1,-1 2-1,1 0 0,0 2 1,0 1-1,0 1 0,0 1 1,5 2 12,-18-3-1,0 1 0,0 1 0,0 0 0,-1 1 0,1 0 0,0 0 0,-1 2 0,0-1 0,0 1 1,0 1-1,-1 0 0,4 3 1,-11-7-1,1 1 1,-1 0 0,0 0-1,0 0 1,0 0 0,-1 0-1,1 1 1,-1-1-1,1 1 1,-1 0 0,0 0-1,-1 0 1,1 0 0,-1 0-1,1 0 1,-1 0 0,0 0-1,-1 0 1,1 1-1,-1-1 1,0 0 0,0 1-1,0-1 1,-1 0 0,1 0-1,-1 1 1,0-1 0,0 0-1,-1 0 1,1 0-1,-1 0 1,0 0 0,0 0-1,0-1 1,0 1 0,-1 0 0,-22 28 2,0-1 1,-2-2 0,-2 0-1,0-2 1,-2-1 0,-1-1-1,-1-2 1,-30 16-3,4-2-148,-1-2-1,-1-3 1,-2-3 0,-1-3 0,-1-2-1,-1-3 1,-1-4 0,-1-2-1,0-3 1,-10-2 148,2-8-1995</inkml:trace>
  <inkml:trace contextRef="#ctx0" brushRef="#br0" timeOffset="-6612.089">20167 6218 31031,'0'0'832,"0"0"-592,147 117-24,-77-56-80,0 2-88,20 4-48,-16-14-648,-17-21-8026</inkml:trace>
  <inkml:trace contextRef="#ctx0" brushRef="#br0" timeOffset="-25267.909">714 0 29846,'0'0'1631,"-3"31"-976,-1 20-507,-3 0 0,-2-1-1,-2 0 1,-12 30-148,-41 95 15,-9-3-1,-7-4 1,-66 101-15,135-251-31,-3 10-23,-2-2-1,0 0 0,-1-1 1,-2-1-1,0 0 0,-2-1 1,0-2-1,-2 0 0,-24 17 55,-12-21-1910,49-28 273,10 5 1013,0 0 0,0 1 0,1-1 0,0 1 0,0-1 0,1 1 0,0-1-1,0 1 1,0 0 0,0 0 0,1 0 0,0 0 0,0 0 0,0 1 0,0-1 0,1 1 0,0 0 0,0 0 0,0 0 0,0 0 0,1 1 0,2-1 624,56-38-5358,-3 16 5771,7 14 3826,-61 12-3476,0-1 0,1 1 0,-1 1 0,0 0 0,1 0 1,-1 0-1,0 0 0,0 1 0,0 0 0,0 0 0,0 1 0,0 0 0,-1 0 0,1 0 0,2 3-763,60 97 3653,-50-45-3323,-3 1 1,-2 1-1,-3 0 1,-2 1 0,-4-1-1,-1 6-330,2 782 1075,-6-692-993,-1 19-104,20 161 22,-5-251-227,-2-75-346,-6-47 359,11-379-2569,-15 312-516,2-104-12842</inkml:trace>
  <inkml:trace contextRef="#ctx0" brushRef="#br0" timeOffset="-24674.038">1409 302 24573,'27'-19'4181,"94"-57"-3011,-114 72-1108,-1 0 0,2 1-1,-1 0 1,0 0 0,1 1 0,-1 0 0,1 0 0,-1 0 0,1 1 0,0 0 0,0 1-1,0 0 1,-1 0 0,4 1-62,10 0 203,-15-1-155,1-1 0,-1 2 0,0-1 1,1 1-1,-1 0 0,0 0 0,0 0 0,1 1 0,-1 0 0,0 0 0,-1 1 0,1 0 0,0 0 0,-1 0 0,0 1 0,0-1 0,0 1 0,0 0 0,0 1 0,-1-1 0,0 1 0,0 0 1,0 0-1,0 0 0,-1 1 0,0-1 0,0 1 0,0 0 0,-1 0 0,0 0 0,1 5-48,2 16 31,-2 0 0,-1 0 0,-1 0 0,-1 0 0,-1 0 0,-2 1 0,0-2 0,-2 1 0,-6 16-31,-15 46 1,-4-1-1,-3-1 1,-5-2 0,-3-2 0,-4-2 0,-24 31-1,5-12 0,-5-3 0,-5-4 0,-3-2 0,-4-4 0,-3-4 0,-69 50 0,109-101 0,43-32 0,1 0 0,-1-1 0,0 1 0,0 0 0,1 0 0,-1 0 0,0 0 0,0-1 0,1 1 0,-1 0 0,0-1 0,1 1 0,-1 0 0,0-1 0,1 1 0,-1-1 0,1 1 0,-1-1 0,1 0 0,-1 1 0,1-1 0,-1 1 0,1-1 0,0 0 0,-1 1 0,1-1 0,0 0 0,-1 1 0,1-1 0,0 0 0,0 0 0,0 1 0,0-1 0,0 0 0,0 0 0,0 1 0,0-1 0,0 0 0,0 0 0,0 1 0,0-1 0,0 0 0,1 0 0,-1 1 0,0-1 0,1 0 0,-1 1 0,0-1 0,1 0 0,-1 1 0,1-1 0,-1 1 0,1-1 0,-1 1 0,1-1 0,-1 1 0,1-1 0,0 1 0,-1-1 0,1 1 0,0 0 0,-1-1 0,1 1 0,0 0 0,-1 0 0,1-1 0,0 1 0,0 0 0,0 0 0,181-214 0,-93 122-8,4 5-1,3 3 1,54-32 8,-6 42-31,-142 73 31,0 1 0,0 0 0,0-1 0,0 1 0,0 0 1,0 0-1,0 0 0,0 1 0,0-1 0,0 0 0,0 1 0,0-1 0,0 1 0,0 0 0,-1-1 0,1 1 1,0 0-1,0 0 0,-1 0 0,1 1 0,-1-1 0,1 0 0,-1 1 0,1-1 0,-1 1 0,0-1 0,0 1 1,0-1-1,1 1 0,-2 0 0,1 0 0,0-1 0,0 1 0,-1 0 0,1 0 0,0 0 0,-1 0 0,0 0 1,0 0-1,1 0 0,-1 0 0,0 0 0,-1 0 0,1 1 0,3 35 7,-1 0 0,-2 0 1,-1 0-1,-3 0 0,-6 32-7,-14 34 3,-4 0 0,-5-2 1,-4-2-1,-5-1 0,-37 60-3,-25 38 0,131-236 3,33-51-22,4 3-1,4 3 0,18-12 20,-86 96 0,4-5 0,1-1 0,0 1 1,0 1-1,0-1 0,1 1 0,-1 0 0,1 0 1,0 1-1,0-1 0,0 1 0,1 1 0,-1-1 1,4 0-1,10 17 12,-16 166 22,-5-164-32,-44 358 4,-7 124-7,51-474 1,0-20 0,0 1 0,0-1 0,0 1 0,0-1 0,0 1 0,1-1 0,0 1 0,0-1 0,0 1 0,1-1 0,0 1 0,-1-1 0,2 1 0,-1-1 0,0 0 0,1 0 0,0 1 0,0-1 0,0 0 0,0 0 0,1-1 0,-1 1 0,1 0 0,0-1 0,0 0 0,1 0 0,-1 0 0,1 0 0,-1 0 0,1-1 0,0 1 0,2 0 0,7-1 0,-1 0 0,1-1 0,0-1 0,-1 0 0,1-1 0,0 0 0,-1-1 0,1 0 0,-1-1 0,0 0 0,0-1 0,0-1 0,7-3 0,25-17 0,-2-3 0,0-1 0,-2-2 0,-1-1 0,-2-3 0,-1-1 0,-2-1 0,-2-2 0,-1-1 0,-2-2 0,2-7 0,10-12 0,-3-1 0,-3-3 0,-2 0 0,-3-3 0,-4 0 0,-2-1 0,-3-2 0,-3 0 0,5-54 0,-17-153-2354,-17 173-3366</inkml:trace>
  <inkml:trace contextRef="#ctx0" brushRef="#br0" timeOffset="-22124.979">7180 495 11715,'0'0'0</inkml:trace>
  <inkml:trace contextRef="#ctx0" brushRef="#br0" timeOffset="-21763.587">4940 718 27502,'0'0'1440,"0"0"-472,0 0-552,-13 123 1,-1 34 15,-8 39-64,-6 19-112,-7-4-72,4-20-96,1-5-56,1-19 0,5-21-32,6-37-8,5-40-24,4-38-272,9-37-128,-2-23-432,2-19-1217</inkml:trace>
  <inkml:trace contextRef="#ctx0" brushRef="#br0" timeOffset="-21528.122">5542 282 27822,'0'0'760,"44"168"-112,-13 23 144,6 52 17,1 29-273,1 10-160,-8-29-104,-7-11-104,-9-17-56,-11-35-32,-4-46-56,0-46-8,0-38-16,-8-31-144,-12-13-288,-22-38-296,3-19-1345,-1-24-10369</inkml:trace>
  <inkml:trace contextRef="#ctx0" brushRef="#br0" timeOffset="-20900.556">5065 1348 19660,'0'0'7686,"0"0"-5770,27-19-1664,-7 5-210,-7 4-10,1 0 0,0 1-1,0 0 1,1 1 0,0 1 0,0 0 0,1 1 0,0 1 0,0 0 0,0 1 0,0 1-1,6 0-31,-13 1 16,0 0 0,0 1 1,0 0-1,1 0 0,-1 1 0,0 0 0,0 1 0,0 0 0,0 0 0,1 1 0,-2 0 0,1 1 0,0 0 0,0 0 0,-1 1 0,0 0 0,0 0 0,0 1 0,0 0 0,-1 0 0,1 1 0,-1 0 0,-1 1 0,1-1 1,-1 1-1,-1 0 0,1 1 0,-1-1 0,0 1 0,-1 0 0,0 1 0,0 0-16,0 20-2,-2 1 0,-2-1 0,-1 1 1,0 0-1,-3-1 0,0 0 0,-2 0 0,-1 0 0,-1 0 1,-2-1-1,-1-1 0,-1 0 0,-1 0 0,-1-1 0,-1-1 0,-19 23 3,-6 10-67,-3-1 1,-2-3 0,-3-1 0,-2-3 0,-2-1 0,-2-3-1,-6 0 66,54-48 8,25-23 0,13-14-8,1 2-1,3 1 1,1 1-1,1 3 1,10-6 0,-46 36-8,-1 0 1,1 0-1,-1 1 0,1-1 1,0 1-1,0-1 1,-1 1-1,1 0 0,0-1 1,0 1-1,0 0 1,1 0-1,-1 1 0,0-1 1,0 0-1,0 1 1,1-1-1,-1 1 0,0 0 1,1-1-1,-1 1 1,0 0-1,0 1 0,1-1 1,-1 0-1,0 1 1,1-1-1,-1 1 0,0 0 1,0-1-1,0 1 0,0 0 1,0 1-1,0-1 1,0 0-1,0 0 0,0 1 1,0-1-1,-1 1 1,2 1 7,10 90-328,-18 29 308,-5 0 0,-6-1 0,-5 0 1,-5-2-1,-27 73 20,-61 197 972,102-343-457,11-43-419,1-3-79,0 0 0,1 0 0,-1-1 1,0 1-1,0 0 0,1 0 0,-1 0 0,0 0 0,1 0 0,-1 0 0,0 0 0,0 0 0,1 0 0,-1 0 0,0 0 0,1 0 1,-1 0-1,0 0 0,0 0 0,1 0 0,-1 0 0,0 0 0,1 0 0,-1 0 0,0 0 0,0 1 0,1-1 0,-1 0 0,0 0 1,0 0-1,1 0 0,-1 1 0,0-1 0,0 0 0,0 0 0,1 1 0,-1-1-17,116-172 243,38-129-1021,-13-5 0,63-216 778,-45 113-2456,-82 229-864,-29 78-7416,5 2 0,54-76 10736,-17 53-1135,-57 83 1808,0 3-1,3 0 1,1 3-1,1 1 0,35-23-672,28 2 3060,-34 39 3374,-63 14-6143,45 6 4697,-29 29 1376,-9 187-2947,-27-81-2956,-5-2-1,-7-1 1,-5 0 0,-7-3 0,-39 86-461,15-40 43,-9-4 0,-33 51-43,74-173-121,31-53 105,1 0-1,0 0 0,0 0 1,-1-1-1,1 1 0,-1 0 0,1 0 1,-1 0-1,1-1 0,-1 1 0,1 0 1,-1-1-1,1 1 0,-1 0 0,0-1 1,0 1-1,1-1 0,-1 1 0,0-1 1,0 0-1,1 1 0,-1-1 0,0 0 1,0 1-1,0-1 0,0 0 0,0 0 1,1 0-1,-1 0 0,0 0 0,0 0 1,0 0-1,0 0 0,0 0 0,0 0 1,0 0-1,1 0 0,-1-1 0,0 1 1,0 0-1,0-1 0,1 1 1,-1-1-1,0 1 0,0-1 0,1 1 1,-1-1-1,0 1 0,1-1 0,-1 0 1,0 1-1,1-1 0,-1 0 0,1 0 17,-18-50-2064,9-10-2076</inkml:trace>
  <inkml:trace contextRef="#ctx0" brushRef="#br0" timeOffset="-20602.996">6939 1365 29398,'26'129'712,"-6"36"-239,-7 34-73,-13 3 40,0-21-120,0-7-104,0-20-152,0-42-40,-4-43-24,-1-39-192,-1-30-128,-3-16 104,-4-53-328,4-61-281,9-68-239,0 19-1864,20 15-5530</inkml:trace>
  <inkml:trace contextRef="#ctx0" brushRef="#br0" timeOffset="-20336.189">7296 1446 23317,'26'-22'3434,"89"-69"-1942,-108 86-1397,0 0 0,-1 1 0,2 0 0,-1 0 0,0 1 0,1 0 0,0 0 0,-1 0 0,1 1 0,0 0 0,0 1 0,0 0 0,1 0 0,-1 1 0,1 0-95,6-1 146,-8 1-107,0-1 1,0 1-1,0 0 0,0 0 0,0 1 0,0 0 0,0 0 0,-1 1 0,1 0 0,0 0 0,-1 1 0,1-1 0,-1 1 0,0 1 0,0-1 1,0 1-1,-1 0 0,1 0 0,-1 1 0,0 0 0,0 0 0,0 0 0,-1 0 0,0 1 0,0 0 0,0 0 0,-1 0 0,0 0 1,0 0-1,1 4-39,6 22 43,-2 2 1,-1-1-1,-2 1 1,-1 0-1,-1 0 1,-2 30-44,1-8 1,-2 0 0,-2 0-1,-2 0 1,-4-1 0,-1 1 0,-3-1 0,-2-1-1,-3-1 1,-2 0 0,-22 41-1,38-86-22,-1 0 0,0-1 1,0 0-1,-1 0 0,0 0 0,0 0 1,-1-1-1,1 0 0,-2 0 0,1 0 0,0-1 1,-1 0-1,0 0 0,0-1 0,-1 0 0,1 0 1,-1-1-1,0 1 0,0-2 0,0 1 1,0-1-1,-1-1 0,1 1 0,0-1 22,5-1-4,0 0-1,0-1 0,1 1 1,-1-1-1,0 1 0,1-1 1,-1 0-1,0 0 1,1 0-1,-1 0 0,1 0 1,-1 0-1,1-1 1,0 1-1,0-1 0,0 0 1,0 0-1,0 0 0,0 0 1,0 0-1,0 0 1,1 0-1,-1-1 0,1 1 1,0 0-1,-1-1 0,1 1 1,0-1-1,1 0 1,-1 1-1,0-1 0,1 0 5,-9-97-397,9 84 271,0-17-394,2-1-1,1 0 0,2 1 0,1 0 1,2 0-1,1 1 0,1 0 0,2 0 0,1 1 1,7-8 520,-5 6-57,58-86 2598,-73 119-2494,1-1 0,-1 0-1,1 0 1,-1 0 0,1 1 0,0-1-1,-1 0 1,1 1 0,0-1 0,0 0-1,-1 1 1,1-1 0,0 1 0,0-1-1,0 1 1,0 0 0,-1-1 0,1 1-1,0 0 1,0 0 0,0-1 0,0 1-1,0 0 1,0 0 0,0 0-1,0 0 1,0 0 0,0 0 0,0 1-1,0-1 1,0 0 0,-1 0 0,1 1-1,0-1 1,0 0 0,0 1 0,0-1-1,0 1 1,-1-1 0,1 1 0,0-1-1,0 1 1,-1 0 0,1-1 0,0 1-1,-1 0 1,1 0 0,-1-1 0,1 1-1,-1 0 1,1 0 0,-1 0 0,0 0-1,1 0 1,-1 0-47,9 54 470,-9-52-441,2 9-22,0 0-1,-1 1 1,-1-1-1,0 1 1,-1-1-1,0 0 1,-1 1-1,0-1 1,-1 0-1,-1 0 1,0 0-1,0-1 1,-1 1-1,0-1 1,-1 0-1,-1 0 1,1-1-1,-2 0 1,1 0-1,-2-1 1,1 0-1,-1 0 1,0-1-1,-3 1-6,3-2-7,0-1-1,0 0 1,-1-1-1,1 0 1,-1-1-1,-1 0 1,1-1-1,-1 0 1,1 0 0,-1-1-1,0 0 1,0-1-1,1-1 1,-1 1-1,-4-2 8,13 1-10,1-1 0,-1 0-1,1 0 1,-1 1 0,1-1-1,-1 0 1,1 0 0,-1-1 0,1 1-1,0 0 1,-1 0 0,1-1-1,0 1 1,0 0 0,0-1-1,0 1 1,0-1 0,1 1 0,-1-1-1,0 0 1,1 1 0,-1-1-1,1 0 1,0 1 0,-1-1 0,1 0-1,0 0 1,0 1 0,0-1-1,0 0 1,0 0 0,1 1 0,-1-1-1,0 0 1,1 0 0,-1 1-1,1-1 1,0 1 0,0-2 10,62-191-2167,-14 89-1985</inkml:trace>
  <inkml:trace contextRef="#ctx0" brushRef="#br0" timeOffset="-20050.902">8260 452 26462,'0'0'1012,"0"0"-248,0 0 38,0 0 52,13 28-64,35 102-214,-45-106-503,0 0 0,-2 0 0,0 0 0,-2 0 0,-1 0 0,0 0 1,-6 17-74,0 22 87,-4 165 114,11-218-197,2 1 0,0-1 1,0 1-1,1-1 0,0 1 0,1-1 0,0 0 0,1 0 1,0 0-1,0-1 0,1 1 0,0-1 0,1 0 0,0 0 0,0-1 1,1 0-1,0 0 0,2 1-4,395 384 132,-392-376-132,0 1 0,-1 1 0,0 0 0,-2 1 0,0 0 0,-2 0 1,0 1-1,-1 0 0,-1 0 0,-1 0 0,-1 1 0,-1-1 0,-1 1 0,0 0 0,-2-1 0,-1 1 0,0 0 1,-2-1-1,0 0 0,-2 0 0,0 0 0,-1 0 0,-3 8-7,-2-1 1,0 0 0,-2-1-1,-1-1 1,-1 0-1,-1-1 1,-1-1-1,-1 0 1,-2-2-1,0 0 1,-1-2 0,-1 0-1,-1-1 1,-1-1-1,-12 5 7,11-9-51,0-2-1,0-1 1,-1-1 0,-1-1-1,0-1 1,0-2-1,0-1 1,-1-1-1,0-1 1,0-2 0,1-1-1,-5-1 52,6-1-445,1-1-1,-1-2 1,0-1-1,1-1 1,0-1-1,1-1 1,0-1-1,-4-3 446,-52-35-5434</inkml:trace>
  <inkml:trace contextRef="#ctx0" brushRef="#br0" timeOffset="-19798.142">7748 1918 29230,'0'0'928,"118"0"-447,-37 17-185,13 5-184,38 8-112,-23-7-32,-14-5-1689</inkml:trace>
  <inkml:trace contextRef="#ctx0" brushRef="#br0" timeOffset="-17052.629">2465 4627 30014,'0'0'750,"-22"24"-187,-188 190 446,-204 147-541,-235 222-505,620-554 37,-64 62 0,5 5 0,-44 62 0,87-72-52,56-83-337,126-112-2443,-52 18-800</inkml:trace>
  <inkml:trace contextRef="#ctx0" brushRef="#br0" timeOffset="-16774.031">2469 5305 28614,'14'148'1696,"-6"43"-1063,-5 36-113,-3 4 48,-3-14 8,-8-10-416,7-21-160,2-50 0,2-51 0,0-42 0,0-33 0,0-10 0,0-30 0,11-55-392,0-63-352,0-41-609,-3 29-983,-3 18-5242</inkml:trace>
  <inkml:trace contextRef="#ctx0" brushRef="#br0" timeOffset="-16350.685">2818 4352 26286,'0'0'2171,"0"0"-1503,0 0-253,15 29 177,-3-6-444,-3-9-72,0 2 0,-2-1 0,0 1 0,-1 0 0,0 0 1,-1 1-1,-1 0 0,-1 0 0,0 0 0,-1 0 0,-1 7-76,1 256 244,13-261-287,5-52-2,2-20-27,-8 12 37,1 1 0,1 0 1,3 2-1,1 0 0,2 1 0,1 1 0,2 1 0,1 1 0,2 2 0,1 0 0,2 2 1,22-16 34,-31 30 2,1 1 1,0 2 0,2 0 0,-1 2-1,1 0 1,1 2 0,0 1 0,0 0 0,1 3-1,0 0 1,0 1 0,17 1-3,-40 2 3,0 1 0,0-1 0,-1 1 1,1 0-1,0 0 0,0 0 0,0 1 0,0-1 0,-1 1 0,1 0 1,0 0-1,-1 1 0,1-1 0,0 1 0,-1-1 0,0 1 1,1 0-1,-1 0 0,0 1 0,0-1 0,0 1 0,-1-1 1,1 1-1,0 0 0,-1 0 0,0 0 0,0 1 0,0-1 1,0 0-1,0 1 0,-1-1 0,1 1 0,-1 0 0,0-1 0,0 1 1,-1 0-1,1 0 0,0 2-3,-3 10 8,-1 0 0,0 1 1,-1-1-1,-1-1 0,0 1 0,-1-1 1,-1 0-1,0 0 0,-1 0 0,0-1 1,-2-1-1,1 1 0,-2-1 0,0-1 1,0 0-1,-1-1 0,0 0 0,-13 8-8,21-15 1,-117 107-530,-4-5-1,-5-5 0,-5-7 0,-34 13 530,-38 8-909,159-78 1367,83-29 389,253-65-108,-206 35-654,591-141 554,-521 144-1450,-122 16-1013</inkml:trace>
  <inkml:trace contextRef="#ctx0" brushRef="#br0" timeOffset="-16078.134">2529 5972 29606,'0'0'1265,"-20"112"-913,51-62-184,78-25 80,82-31 200,43-49-8,23-28-200,-18-5-240,-38 9 0,-19 8 0,-24 13 0,-37 15 0,-40 17 0,-29 11-488,-30 7-520,-13 0-1161</inkml:trace>
  <inkml:trace contextRef="#ctx0" brushRef="#br0" timeOffset="-15830.387">3787 5453 28950,'2'146'992,"11"36"-191,0 1-361,0 18-32,-2 6-16,7 0-152,-1-11-160,-6-33-64,-4-42-16,-5-46-16,-2-38-112,0-29-16,-9-8 0,-10-14 24,-12-45-328,-15-63-360,9 7-729,-3-1-1695</inkml:trace>
  <inkml:trace contextRef="#ctx0" brushRef="#br0" timeOffset="-15643.374">3473 6301 5793,'-72'131'22421,"-11"20"-21709,-12 21-488,12-18-136,24-46-40,13-11-48,17-32-320,18-31-2816</inkml:trace>
  <inkml:trace contextRef="#ctx0" brushRef="#br0" timeOffset="-15396.733">4032 6226 30310,'0'0'633,"0"0"-449,165 156-136,-84-89-16,46 4-32,-20-17-320,-6-23-2153</inkml:trace>
  <inkml:trace contextRef="#ctx0" brushRef="#br0" timeOffset="-15145.61">5933 4321 28598,'0'0'640,"0"0"-448,0 0-16,105 148 224,-90-79-72,-15 8-183,0 8-145,-68 23-281,2-21-1047,-6-20-1961</inkml:trace>
  <inkml:trace contextRef="#ctx0" brushRef="#br0" timeOffset="-14876.666">4870 5210 29542,'0'0'1026,"22"-6"-654,232-87 276,254-127 46,-503 217-690,9-3 7,0 1-1,0 0 0,0 1 1,1 0-1,0 1 0,-1 1 1,1 0-1,0 1 0,0 0 1,14 2-11,-25 0 1,1 1 0,-1-1 0,0 0 0,0 1 0,0 0 0,0 0 0,0 0 0,0 1 0,-1-1 0,1 1 0,-1 0 0,1 0 0,-1 0 0,0 1 0,0-1 0,-1 1 0,1-1 0,-1 1 0,0 0 0,0 0 0,0 0 0,0 0 0,-1 0 0,1 1 1,-1-1-1,0 0 0,0 1-1,4 21 3,0 0 1,-1 0 0,-2 1-1,-1-1 1,0 1 0,-3 0 0,0-1-1,-1 0 1,-2 3-4,-15 50 1,-4-1-1,-3-1 1,-4-2 0,-2 0-1,-4-3 1,-7 6-1,-66 117-297,-8-5-1,-9-6 1,-32 27 297,57-98-3757,83-99-3973</inkml:trace>
  <inkml:trace contextRef="#ctx0" brushRef="#br0" timeOffset="-14613.431">6060 5917 26598,'-9'142'3304,"-24"33"-2992,-4 23-15,0-21 183,12-35-80,8-18-216,8-31-120,7-34-64,2-27-96,0-30 0,0-4-80,0-47-152,28-60-865,1 4-711,2-7-4809</inkml:trace>
  <inkml:trace contextRef="#ctx0" brushRef="#br0" timeOffset="-14612.431">6463 5412 27814,'0'0'976,"0"0"-430,-16 25 92,-119 183 597,117-182-1177,1 0 0,1 1 0,1 1 0,1 0 0,2 1 0,1 0 0,1 1 0,2 0 0,1 1 0,1 0 0,1 0 0,2 0 0,1 10-58,3-30 2,0-1-1,1 1 1,1-1 0,-1 0 0,1 0 0,1 0 0,0 0-1,0 0 1,1-1 0,0 0 0,1 0 0,0 0 0,1-1-1,-1 0 1,1 0 0,1 0 0,0-1 0,0 0-1,0-1 1,1 0 0,0 0 0,0-1 0,0 0 0,1 0-1,-1-1 1,1-1 0,0 1 0,0-2 0,1 1 0,3-1-2,10 3-55,0-2 0,0 0 0,0-2 0,0 0 0,0-2 0,0-1 0,0 0 0,0-2 0,3-2 55,3-4-234,0-2 0,0 0 0,-1-3 1,-1 0-1,-1-2 0,0 0 0,15-15 234,35-40-2024</inkml:trace>
  <inkml:trace contextRef="#ctx0" brushRef="#br0" timeOffset="-14361.013">7002 4826 29478,'0'118'945,"0"68"-249,0 48-128,9 23 48,0 3-152,-5-19-464,1-10 0,-3-28 0,0-26 0,2-19 0,-1-36 0,-3-33-64,0-36-504,0-53-208,-11-29-1121,2-24-3968</inkml:trace>
  <inkml:trace contextRef="#ctx0" brushRef="#br0" timeOffset="-14097.249">7169 5629 29062,'0'0'832,"0"0"-135,125 92-265,-62-46-128,8-3-144,12-3-152,61-17-8,-16-7-1361,-6-16-4232</inkml:trace>
  <inkml:trace contextRef="#ctx0" brushRef="#br0" timeOffset="-13836.352">8087 4676 29654,'0'0'680,"0"0"-383,160 77-81,-17-75 40,45-16-8,7-37-152,-37-9-96,-55 15-128,-59 21-392,-20 15-369,-6 1-1711,-10 6-18573</inkml:trace>
  <inkml:trace contextRef="#ctx0" brushRef="#br0" timeOffset="-13563.453">8537 5299 28030,'-149'180'944,"-18"21"-536,27-26-256,15-19-32,31-41-48,34-34-72,32-32-56,23-31-776,5-16-11707</inkml:trace>
  <inkml:trace contextRef="#ctx0" brushRef="#br0" timeOffset="-13313.021">8611 5806 28414,'-29'76'435,"3"0"0,3 2 0,3 1 0,4 0 0,4 1 0,-2 74-435,13-151 9,1 0 0,0 0 0,-1 0 0,1 1 0,1-1 0,-1 0 0,0 0 0,1 0 0,-1 0 0,1 0 0,0 0 0,0 0 0,0 0 0,1 0 0,-1 0 0,1-1 0,-1 1 0,1 0 0,0-1 0,0 1 0,0-1 1,0 0-1,1 0 0,-1 0 0,1 0 0,-1 0 0,1 0 0,0-1 0,-1 1 0,1-1 0,0 0 0,0 0 0,0 0 0,0 0 0,0 0 0,0-1 0,0 1 0,0-1 0,1 0 0,-1 0 0,0 0 0,0 0 0,3-1-9,11 1 21,-1-1 0,1 0 1,-1-2-1,1 0 0,-1 0 0,0-2 0,0 0 0,0-1 0,-1 0 1,0-1-1,0-1 0,-1 0 0,0-1 0,0-1 0,-1 0 1,0-1-1,-1 0 0,1-2-21,6-7 2,-1 1 0,-1-2 0,-1 0 1,0-2-1,-2 1 0,0-2 0,-2 1 0,-1-2 1,-1 0-1,8-25-2,-15 43-1,0 1 1,-1-1-1,0 1 1,0-1 0,0 0-1,0 1 1,-1-1-1,-1 0 1,1 0-1,-1 0 1,0 0 0,0 0-1,-1 0 1,0 0-1,0 0 1,-1 0-1,0 1 1,0-1 0,-1 1-1,1-1 1,-1 1-1,-1 0 1,1 0-1,-1 0 1,0 0 0,-1 1-1,1 0 1,-1 0-1,0 0 1,0 0-1,-1 1 1,1 0 0,-1 0-1,-3-2 1,-13 0-2,-1 1-1,-1 1 1,1 1 0,-1 1-1,1 1 1,-1 1 0,1 0-1,-1 2 1,1 1 0,0 2-1,-1 0 1,2 1 0,-1 1-1,1 1 1,0 1 0,-4 3 2,33-28-2341,27-18-2204</inkml:trace>
  <inkml:trace contextRef="#ctx0" brushRef="#br0" timeOffset="-13063.254">9685 3847 28302,'0'0'2577,"0"0"-2337,136-19-176,-22 15-48,0 4 16,-7 10 0,-14 29 56,-19 28-8,-8 38-16,-29 45-8,-37 17 72,-33 3-48,-46-10-80,-19-22 0,-16-22-256,19-37-849,12-34-3223</inkml:trace>
  <inkml:trace contextRef="#ctx0" brushRef="#br0" timeOffset="-12829.851">9694 4597 29926,'110'937'1957,"-110"-927"-1955,1 1 0,0-1 0,0 0 0,1 0 1,1 1-1,0-1 0,0 0 0,1-1 0,0 1 0,1-1 1,0 0-1,1 0 0,-1 0 0,2-1 0,-1 1 0,1-2 0,0 1 1,1-1-1,0 0 0,0 0 0,1-1 0,-1-1 0,1 1 1,0-1-1,1-1 0,3 2-2,161 11 28,195-41-144,-365 23 105,0 1 0,-1 0 0,1 1 1,0-1-1,-1 1 0,1-1 0,-1 1 0,1 0 1,-1 0-1,1 1 0,-1-1 0,0 1 1,0-1-1,1 1 0,-1 0 0,-1 0 0,1 1 1,0-1-1,0 1 0,-1-1 0,1 1 0,-1 0 1,0 0-1,0 0 0,0 0 0,0 0 0,-1 0 1,1 0-1,-1 1 0,0-1 0,0 1 1,0-1-1,0 3 11,0 11-27,-1-1 0,0 1 0,-1-1 0,-1 1-1,-1-1 1,-1 0 0,0 0 0,0 0 0,-2-1 0,0 1 0,-1-1 0,0-1 0,-2 1 0,-3 5 27,-24 46 6,-3-2 0,-2-1 0,-4-2-1,-1-2 1,-4-3 0,-1-1 0,-4-3 0,-1-2 0,-2-3 0,-3-2 0,-1-3-1,-2-3 1,-2-2 0,-1-4 0,-42 14-6,98-42-1,-1-1-1,1 0 1,-1-1-1,0 0 1,0-1-1,0 0 1,0-1-1,0-1 1,0 0-1,-4 0 2,14-1-3,0 0 0,-1 0-1,1 0 1,0-1 0,0 1-1,0-1 1,0 1 0,0-1-1,0 1 1,0-1 0,1 0 0,-1 0-1,0 0 1,1 0 0,0 0-1,-1 0 1,1-1 0,0 1-1,0 0 1,0-1 0,1 1-1,-1 0 1,0-1 0,1 1-1,0-1 1,-1 1 0,1-1-1,0 1 1,1-1 0,-1 0-1,0 1 1,1 0 0,-1-1 0,1 0 3,-1-2-16,3-24-48,2 1-1,2-1 0,0 1 1,2 1-1,0 0 1,2 0-1,1 1 0,2 0 1,0 1-1,1 0 0,2 2 1,1-1-1,11-10 65,284-329 337,-104 131-3510,-145 154-8113</inkml:trace>
  <inkml:trace contextRef="#ctx0" brushRef="#br0" timeOffset="-12078.475">12081 3342 21677,'0'0'6730,"0"0"-4819,-21 29-1409,-3 7-355,1 1 1,1 0-1,3 2 0,1 0 1,1 2-1,-5 25-147,-6 32 190,5 1 0,3 1 0,6 1 0,3 0 0,4 101-190,8-196-8,0-1 1,0-1-1,0 1 1,1 0 0,0 0-1,0 0 1,0-1-1,1 1 1,-1-1 0,1 0-1,0 1 1,0-1-1,1-1 1,-1 1-1,1 0 1,0-1 0,0 0-1,0 0 1,0 0-1,0 0 1,1-1 0,0 1-1,-1-1 1,1 0-1,0-1 1,0 1 0,0-1-1,0 0 1,0 0-1,0-1 1,0 1-1,0-1 1,0 0 0,0-1-1,0 1 1,0-1-1,0 0 1,0 0 0,0-1-1,0 1 1,0-1-1,0 0 1,3-2 7,24-10-50,-1-1 0,-1-1 0,-1-1 0,0-2 0,-1-1 0,-1-1 0,-1-1 0,6-9 50,91-90-677,-6-6 0,-5-4 0,78-124 677,-187 252-26,15-23-206,68-66-76,-87 121 1064,-112 172 418,112-200-1170,-14 24 60,1 0 0,2 0 0,0 1 0,1 1 1,2 0-1,1 0 0,1 1 0,1 0 0,0 10-64,6-36 2,0 0-1,0 0 1,1 0-1,-1 0 1,0 1-1,1-1 1,0 0-1,-1 0 0,1 0 1,0 0-1,0 0 1,0-1-1,0 1 1,1 0-1,-1 0 1,0-1-1,1 1 0,-1 0 1,1-1-1,-1 0 1,1 1-1,0-1 1,0 0-1,0 0 0,0 0 1,-1 0-1,1 0 1,1 0-1,-1-1 1,0 1-1,0-1 1,0 1-1,0-1 0,0 0 1,0 0-1,0 0 1,1 0-1,-1 0 1,0 0-1,2-1-1,95-20 12,-46-6-13,0-1 1,-2-3-1,-1-2 1,-2-2-1,1-5 1,13-6-8,-48 35 4,400-272-1112,-375 262 965,-22 20 131,-62 72 414,13-34-218,18-22-132,-1 0 1,2 0-1,0 1 1,1 1-1,1 0 1,0 1-1,2 0 1,0 0-1,1 1 1,0 0-1,-3 19-44,12-35 1,1-1 0,-1 1 1,1-1-1,0 1 0,0-1 0,0 0 0,1 0 1,-1 0-1,0 0 0,1 0 0,-1 0 0,1 0 0,0-1 1,0 0-1,-1 1 0,1-1 0,0 0 0,0-1 1,0 1-1,0 0 0,0-1 0,0 1 0,0-1 0,0 0 1,0 0-1,1-1 0,-1 1 0,0 0 0,0-1 1,0 0-1,0 0 0,-1 0 0,1 0 0,0 0 0,2-2-1,27-5 1,0-1-1,-1-2 1,-1-1-1,0-1 0,0-2 1,-1-1-1,91-41-151,-85 50-1630,-33 7-1409</inkml:trace>
  <inkml:trace contextRef="#ctx0" brushRef="#br0" timeOffset="-11827.019">12603 4658 26206,'0'0'4369,"-33"142"-3953,4-8-168,-4 30-56,0 6 128,3-11 0,8-22-160,9-31-112,4-37-48,9-35-48,0-30-144,0-6-112,44-99-264,0 0-897,4-17-2079</inkml:trace>
  <inkml:trace contextRef="#ctx0" brushRef="#br0" timeOffset="-11562.951">13151 4250 27510,'22'-9'1273,"-6"2"-1061,-5 2-132,0 0 0,0 0 1,0 1-1,1 1 0,-1 0 0,1 0 0,0 1 0,0 1 0,0 0 0,0 0 0,0 2 0,0-1 0,2 2-80,-7 0 34,-1 0-1,-1 0 1,1 1 0,0 0 0,-1 0-1,1 0 1,-1 1 0,0 0 0,0 0-1,0 0 1,-1 0 0,1 1 0,-1 0-1,0 0 1,-1 0 0,1 0 0,-1 1-1,0-1 1,0 1 0,-1 0 0,0 0-1,0 0 1,0 0 0,-1 0 0,1 1-1,-2-1 1,1 0 0,-1 0 0,0 3-34,7 52 108,-4-1 0,-2 1 0,-3 0 1,-2-1-1,-3 1 0,-3-1 0,-10 31-108,-19 55 79,-6-2-1,-33 66-78,-31 38-5,107-242-40,1 0 1,-1 0-1,0-1 0,-1 1 1,0-1-1,0 0 0,0 0 0,0 0 1,-1 0-1,1 0 0,-1-1 1,-1 1-1,1-1 0,0 0 0,-1 0 1,0-1-1,0 0 0,0 1 1,0-2-1,-1 1 0,1-1 0,-1 1 1,0-1-1,1-1 0,-1 1 1,0-1-1,0 0 0,0-1 0,0 1 1,0-1-1,0 0 0,0-1 1,0 1-1,-3-2 45,-3-4-360,0-1 0,0 0 0,0-1 1,1 0-1,0-1 0,1 0 0,0-1 0,0 0 1,1-1-1,-5-7 360,-38-57-5601</inkml:trace>
  <inkml:trace contextRef="#ctx0" brushRef="#br0" timeOffset="-11315.778">12723 4832 25701,'0'0'2020,"7"-23"-624,26-75-541,10 45-138,-41 52-712,-1 1 0,0 0 0,0-1 0,1 1 1,-1 0-1,0 0 0,1 0 0,-1 0 1,0 0-1,0 1 0,1-1 0,-1 0 0,0 0 1,0 1-1,1-1 0,-1 1 0,0-1 0,0 1 1,0 0-1,0-1 0,0 1 0,0 0 1,0 0-1,0-1 0,0 1 0,0 0 0,0 0 1,0 0-1,-1 0 0,1 1 0,0-1 0,-1 0 1,1 0-1,-1 0 0,1 0 0,-1 1 1,0-1-1,1 0 0,-1 0-5,3 14-5,0 0 1,0 1-1,-2-1 0,0 0 1,0 1-1,-2-1 1,0 1-1,0-1 0,-2 0 1,0 0-1,0 0 0,-2 0 1,0 0-1,0-1 1,-1 0-1,-1 0 0,-4 5 5,-87 119-94,127-130 114,278-87 112,-306 79-135,0 0 1,1 0 0,-1 0 0,0 0-1,0 0 1,0 0 0,0 1 0,0-1 0,0 0-1,0 1 1,0-1 0,0 1 0,0-1 0,0 1-1,0-1 1,-1 1 0,1 0 0,0-1-1,0 1 1,0 0 0,-1 0 0,1 0 0,0-1-1,-1 1 1,1 0 0,-1 0 0,1 0-1,-1 0 1,1 0 0,-1 0 0,0 0 0,0 0-1,1 0 1,-1 1 0,0-1 0,0 0 0,0 0-1,0 0 1,0 0 0,0 0 0,-1 0-1,1 0 1,0 0 0,0 0 0,-1 0 0,1 0-1,-1 0 1,1 0 0,-1 0 0,1 0-1,-1 0 3,-25 57-305,-15-3-444,-2-1 1,-3-3-1,-2-2 0,-28 21 749,39-36-1351,-57 52-6647</inkml:trace>
  <inkml:trace contextRef="#ctx0" brushRef="#br0" timeOffset="-11047.528">10650 7092 28966,'0'0'1210,"37"-7"-845,159-39-282,93-50-18,482-186 527,641-221 619,-806 309-1204,-591 184-1157,-140 13-2302,34 6-1984</inkml:trace>
  <inkml:trace contextRef="#ctx0" brushRef="#br0" timeOffset="-10878.765">12627 6055 29654,'-35'156'696,"-9"27"-287,7-19-161,8-14-112,12-36 64,14-33-120,3-34-80,0-21-80,9-16-584,15-34-249,-2-19-119,0-20-1424</inkml:trace>
  <inkml:trace contextRef="#ctx0" brushRef="#br0" timeOffset="-10689.685">13039 5690 29166,'26'122'936,"-11"50"-87,-6 53-265,-9 15 24,-9-3-48,-4 4-496,7 1-64,4 3 0,-1-16 0,-5-34 0,-3-67-496,-3-59-1673</inkml:trace>
  <inkml:trace contextRef="#ctx0" brushRef="#br0" timeOffset="-10348.65">14264 4603 27638,'0'0'3217,"0"0"-2833,217 2-168,-59-28-64,13-15 48,-9-11-24,-13 1-104,-37 12-72,-22 3-24,4-15-320,-33 11-792,-10-3-1817</inkml:trace>
  <inkml:trace contextRef="#ctx0" brushRef="#br0" timeOffset="-10101.185">15196 3991 29798,'-29'428'1464,"19"60"-1464,7-207 533,2-252-473,0 297 168,-14 1 0,-14-2 0,-15-1 0,-26 59-228,48-318-168,10-73-184,-13-132-2250,14 37-1726</inkml:trace>
  <inkml:trace contextRef="#ctx0" brushRef="#br0" timeOffset="-9852.216">14887 5205 26550,'0'0'3104,"-163"203"-2784,34-28-144,-7 21-32,20-11-32,31-31-55,41-46-57,17-37-425,16-33-1935</inkml:trace>
  <inkml:trace contextRef="#ctx0" brushRef="#br0" timeOffset="-9601.063">15603 5041 29158,'84'104'800,"-8"23"-520,-3 19-79,-34-26 175,-21-39-160,-10-20 0,-1-20-96,0-3-120,-5-9-16,-2-25-256,-5-4-537,-12-21-1263</inkml:trace>
  <inkml:trace contextRef="#ctx0" brushRef="#br0" timeOffset="-9600.063">15744 3569 29686,'0'0'745,"0"0"-577,111 63-168,-19-17-193,-10-9-519,-8-5-2312</inkml:trace>
  <inkml:trace contextRef="#ctx0" brushRef="#br0" timeOffset="-9273.352">16412 4654 26718,'0'0'3088,"169"4"-2760,2-6-7,37-27-1,5-19-8,-20-3-72,-36 6-104,-38 9-80,-36 10-56,-13 3-72,-28 5-656,-11 0-3193</inkml:trace>
  <inkml:trace contextRef="#ctx0" brushRef="#br0" timeOffset="-8772.005">17644 4177 29278,'-282'369'1435,"38"-58"-831,15 11 0,-137 262-604,221-271 4,114-172-190,31-140 172,0 0-1,0 0 1,0 0 0,1 0-1,-1 0 1,0 0 0,0 0 0,1 0-1,-1 0 1,1 0 0,-1 0-1,1 0 1,-1-1 0,1 1 0,-1 0-1,1 0 1,0 0 0,0-1-1,-1 1 1,1 0 0,0-1 0,0 1-1,0-1 1,0 1 0,-1-1-1,1 1 1,0-1 0,0 1 0,0-1-1,0 0 1,0 0 0,0 0-1,0 1 1,0-1 0,0 0 0,0 0-1,0 0 1,0 0 0,0-1-1,0 1 1,0 0 0,0 0 0,0-1-1,0 1 1,0 0 0,0-1-1,0 1 1,0-1 0,0 1 0,0-1-1,0 0 1,-1 1 0,1-1 0,0 0-1,0 0 15,17-7-158,0-1 0,-1-1 0,0-1 0,-1 0 0,0-1 0,-1-1 0,14-14 158,3-2-226,91-79-405,-5-1-1449,5 6 0,5 6 0,4 5 0,3 5 2080,-123 81 568,1-2 65,-1 0 0,1 2 0,0-1 0,0 2 0,1 0 0,-1 0 0,1 1 0,0 1 0,0 1 0,1 0 0,-1 0-633,-11 2 43,0 1-1,-1-1 1,1 0 0,-1 1 0,1 0 0,-1-1 0,1 1 0,-1 0 0,0 0 0,1 1-1,-1-1 1,0 0 0,0 1 0,0-1 0,0 1 0,0 0 0,0 0 0,-1-1-1,1 1 1,0 0 0,-1 1 0,1-1 0,-1 0 0,0 0 0,0 1 0,0-1 0,0 0-1,0 1 1,-1-1 0,1 1 0,0 1-43,6 90 644,-7-82-570,-29 294 1183,28-304-1249,0 0 0,0 0-1,0 0 1,1-1 0,-1 1-1,1 0 1,-1 0 0,1 0-1,0 0 1,0 0 0,0 0-1,0 0 1,0 0 0,0 0-1,1 0 1,-1-1 0,0 1-1,1 0 1,0 0 0,-1 0-1,1 0 1,0-1 0,0 1-1,0 0 1,0-1 0,0 1-1,1-1 1,-1 1 0,0-1-1,1 1 1,-1-1 0,1 0-1,-1 0 1,1 0 0,0 0-1,-1 0 1,1 0 0,0 0-1,0-1 1,0 1 0,-1-1-1,1 1 1,0-1 0,0 1-1,0-1 1,0 0 0,0 0-1,0 0 1,0 0 0,0-1-1,0 1 1,0 0-8,19-6 14,-1-1-1,0-1 1,-1 0-1,0-2 1,0 0 0,-1-1-1,0-1 1,-1 0-1,-1-1 1,0-1-1,0-1 1,-2 0 0,0-1-1,0-1 1,-2 0-1,0-1 1,0-2-14,-5 12-4,0-1 1,-1-1-1,-1 1 0,0-1 1,0 0-1,0-1 0,-2 1 1,1-1-1,-1 1 0,-1-1 1,0 0-1,0 0 0,-1 0 1,0 0-1,-1-1 1,-1 1-1,0 0 0,0 0 1,-1 0-1,0 0 0,-1 0 1,0 1-1,-1-1 0,0 1 1,-1 0-1,0 0 0,0 0 1,-1 1-1,-1 0 1,-1-2 3,-6 1-48,0 0 1,-1 0-1,0 1 1,0 1 0,-1 1-1,0 0 1,-1 1 0,1 1-1,-1 1 1,0 0 0,0 1-1,-1 0 1,1 2 0,-11 0 47,15 0-1699,11-4-2984</inkml:trace>
  <inkml:trace contextRef="#ctx0" brushRef="#br0" timeOffset="-481.48">8333 8237 27150,'0'0'781,"0"0"-382,19-9-174,333-111 760,-250 101-888,2 5 1,-1 4 0,1 5 0,81 8-98,-110-3 17,1288 12 63,1610-23-38,149-69-26,-818 12-8,426 51 270,-2710 17-406,540-17-451,-329-16-5242,-136 10-11630</inkml:trace>
  <inkml:trace contextRef="#ctx0" brushRef="#br1" timeOffset="66230.998">6491 8095 19996,'0'0'6775,"0"0"-4735,0 0-1393,0 0-140,0 0-74,-3 2-95,3-2-332,1 0 0,-1 0 1,0-1-1,1 1 0,-1 1 0,0-1 0,1 0 1,-1 0-1,0 0 0,1 0 0,-1 0 0,0 0 1,1 0-1,-1 0 0,0 0 0,0 1 0,1-1 1,-1 0-1,0 0 0,1 0 0,-1 1 0,0-1 1,0 0-1,0 0 0,1 1 0,-1-1 0,0 0 1,0 1-1,0-1 0,1 0 0,-1 0 1,0 1-1,0-1 0,0 0 0,0 1 0,0-1 1,0 0-1,0 1 0,0-1 0,0 0 0,0 1 1,0-1-1,0 0 0,0 1 0,0-1 0,0 0 1,0 1-1,0-1 0,0 0 0,-1 1 0,1-1 1,0 0-1,0 1 0,0-1 0,0 0 0,-1 0 1,1 1-1,0-1 0,0 0 0,-1 1-6,50 6 184,-37-6-140,162 13 273,0-7 1,29-10-318,-72 2 55,368-21 81,149-39-136,106-8 13,1144 32 10,-1549 38-29,1466-13 13,-1429 14 13,154 29-20,1157 170 61,-619-65 273,15-47-180,-539-51-155,-547-37 1,154 10 0,-2 8 0,100 26 0,0 49-1794,-234-92-685</inkml:trace>
  <inkml:trace contextRef="#ctx0" brushRef="#br1" timeOffset="69100.083">19010 1408 20788,'0'0'6662,"20"2"-4959,40 3-1302,0 3 1,-1 2-1,0 3 1,18 9-402,-67-20 16,0 0 0,-1 2 0,1-1 0,-1 1 0,1 0 0,-1 1 0,0 0 0,-1 1 0,1 0 0,-1 0 0,0 0 0,-1 1 0,0 1 0,0-1 0,0 1 0,-1 0 0,0 0 0,-1 1 0,0 0 0,0 0 0,-1 0 0,0 1 0,0-1 0,-1 1 0,0 4-16,-2 2 3,-2 0 0,0 0 0,0-1-1,-2 1 1,0 0 0,-1-1 0,0 0 0,-1 0 0,-1 0 0,-1 0 0,0-1 0,0 0 0,-2 0 0,-1 1-3,-87 135 3,-6-4 1,-92 97-4,70-90-116,112-137 91,9-12 16,-1 1-1,1-1 0,0 1 1,0 0-1,1 0 0,0 0 1,-1 1-1,2-1 0,-1 1 1,1 0-1,0 0 0,0-1 1,0 1-1,1 1 0,-1 3 10,18 1 0,3-12 3,-1 0 0,1-1 0,-1-1 0,0 0 0,0-2 0,0 0 0,-1-1 0,0 0 0,0-2 0,5-3-3,335-156-314,77-61 314,-365 190-252,-21 11-2191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24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543 836 26382,'0'0'2663,"0"0"-1863,0 0-599,0 0-13,0 0 186,0 0-27,26-6-110,161-29-20,-176 33-206,-6 0-9,0 0 0,0 0-1,0 1 1,1 0 0,-1 0-1,0 0 1,0 1 0,1-1-1,-1 1 1,0 0 0,0 1 0,1-1-1,-1 1 1,0 0 0,0 1-1,0-1 1,0 1 0,0 0-1,0 0 1,0 0 0,-1 1-1,1 0 1,-1 0 0,0 0 0,1 0-1,-1 1 1,-1-1 0,1 1-1,1 2-1,2 128 15,-14-96-19,-3 0 1,0-1-1,-3 0 0,-1-1 0,-1-1 1,-2 0-1,-2-1 0,-1-1 0,-1-1 0,-2-1 1,-20 21 3,8-10 3,-2-2 0,-1-1 1,-2-2-1,-2-1 0,-2-3 1,-8 4-4,53-38 0,-1 1 1,1 0-1,-1 0 0,1 0 1,-1 0-1,0 0 1,1 0-1,-1 1 1,1-1-1,-1 0 0,1 0 1,-1 0-1,1 0 1,-1 0-1,1 1 1,-1-1-1,0 0 0,1 0 1,-1 1-1,0-1 1,1 0-1,-1 1 1,0-1-1,1 0 1,-1 1-1,0-1 0,1 0 1,-1 1-1,0-1 1,0 1-1,0-1 1,1 1-1,-1-1 0,0 1 1,0-1-1,0 0 1,0 1-1,0-1 1,0 1-1,0-1 0,0 1 1,0-1-1,0 1 1,0-1-1,0 1 1,0-1-1,3 0-3,29 1 7,1-2 0,0-2 1,-1-1-1,0-1 0,0-2 0,0-1 0,20-8-4,-11 0 24,1-2-1,-2-1 1,-1-2-1,0-2 0,-2-2 1,0-1-1,-2-2 1,-1-1-1,-2-1 1,0-3-1,-3 0 0,0-2 1,-2 0-1,-2-2 1,-2-2-1,-1 0 0,-2-1 1,8-22-24,-7 0 5,-2-1 0,-3 0 0,-2-1 0,-4-1 1,-2 0-1,-3 0 0,-4-56-5,-1 101 0,-1 0 1,-1 0-1,-1 0 1,-1 0-1,0 1 0,-2-1 1,0 1-1,-1 1 1,-1-1-1,-1 1 0,0 0 1,-2 1-1,0 0 1,0 1-1,-2 0 1,0 1-1,-1 1 0,0 0 1,-8-5-1,4 5 0,-1 0 1,0 2 0,-1 0-1,-1 1 1,0 2 0,0 0-1,-1 1 1,0 1 0,-1 1-1,1 0 1,-1 2-1,0 1 1,0 1 0,0 1-1,0 1 1,-1 1 0,1 1-1,0 1 1,0 1 0,1 1-1,-14 5 0,9 2 0,1 2 1,0 1-1,1 0 0,1 2 1,0 1-1,2 1 0,0 1 1,1 1-1,-12 16 0,-25 32-2,2 3 0,4 2 0,2 2 0,5 2 0,2 3 0,4 1 0,4 1 0,4 2 1,-12 53 0,29-89 17,2 0 0,2 1 0,2 1 0,3-1 0,1 1 0,3 0-1,2 0 1,2 0 0,3 0 0,2 0 0,2-1 0,2-1 0,2 0-1,2 0 1,3-2 0,1 0 0,3-1 0,2 0-16,-5-13 2,2-1 0,1-1 1,2-1-1,1-1 0,1-1 0,1-1 1,1-2-1,2 0 0,0-3 0,2 0 1,0-2-1,1-2 0,1-1 0,1-1 1,0-3-1,38 10-2,-52-16 0,0-1 0,1-1 0,0-1 0,0-1 0,0-1 0,0-1 0,0-1 0,0-1 1,0-1-1,0-1 0,0-1 0,0-1 0,-1-1 0,0-1 0,0-1 0,-1-1 0,0 0 0,13-10 0,-4-10 3,-2-1-1,-2-1 1,0-2-1,-2-1 1,-2 0-1,-1-2 1,-2-1-1,-1 0 1,5-20-3,0 10 5,-3 0-1,-2-1 1,-2-1 0,-2-1 0,-3 0-1,-1 0 1,-3-1 0,-2 0-1,-3-1 1,-1 1 0,-4-25-5,-1 55-76,-1 1-1,-1-1 1,0 1 0,-2 0-1,0 0 1,-1 1-1,-1 0 1,-1 1 0,0 0-1,-2 0 1,0 1 0,-1 1-1,0 0 1,-1 1 0,-1 1-1,-1 0 77,-40-28-1671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33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 0 31055,'0'0'869,"0"0"-551,0 0-105,21 10 43,149 52-200,-133-55-56,-28-7 0,1 0 0,-1 1 0,1 1 0,-1-1 0,0 1 0,1 1 0,-1 0 0,0 0 0,-1 1 0,1 0 0,-1 1 0,1-1 0,-1 2 0,-1-1 0,1 1 0,-1 0 0,0 1 0,0-1 0,-1 2 0,6 6 0,-8-1-2,-1 0 0,0 0 0,0 0-1,-2 0 1,0 0 0,0 1 0,-1-1 0,-1 0 0,0 1-1,0-1 1,-2 0 0,0 0 0,-1 3 2,-21 58-79,-3-2-1,-4-1 1,-2-1 0,-3-2-1,-4-2 1,-22 27 79,-78 101-121,-125 130 121,392-465 180,275-321-954,-337 423 658,-44 49 99,-17 5 16,-1 0-1,0 1 1,0-1 0,-2 1 0,0-1 0,0 0-1,-2 1 1,0-1 0,0 0 0,-4 8 1,-17 77 7,-5-2 0,-4-1 0,-11 14-7,-59 183 112,85-184-68,30-103-49,-5-9-11,0 0 1,0 0-1,0 0 0,0-1 1,0-1-1,-1 1 1,0-1-1,1-1 1,-1 1-1,0-1 0,-1 0 1,0-1-1,1 0 1,-2 0-1,2-1 16,15-13-81,4-3-33,-19 15 91,1 1 1,0 0 0,0 0-1,1 1 1,-1 0 0,1 0-1,1 1 1,-1 0-1,1 1 1,0 0 0,0 1-1,2-1 23,-10 4 4,0 1-1,0-1 0,0 1 1,1 0-1,-1-1 0,0 1 1,0 0-1,0 0 0,0 0 1,0 1-1,-1-1 0,1 0 1,0 1-1,0-1 0,-1 1 1,1 0-1,-1-1 0,0 1 1,1 0-1,-1 0 0,0 0 1,0 0-1,0 0 0,0 0 1,0 0-1,-1 0 0,1 1 1,-1-1-1,1 0 0,-1 0 1,0 1-1,0-1 0,0 0 1,0 0-1,0 1 0,-1-1 1,1 0-1,-1 0 0,0 2-3,2 3 14,2 79 249,-4 0-1,-3 0 1,-4-1-1,-4 0 1,-3 0-1,-6 4-262,11-37 171,17-59-171,89-188-260,-9-5 0,-8-3 0,-10-3 0,7-62 260,24-63-814,-18 107 25,-49 166 1001,-28 63 144,-3 55 25,-2-1 0,-3 0 0,-3 1 0,-10 41-381,4-18 198,-14 257 155,26-335-364,-1-2-1,0 0 0,1-1 0,-1 1-1,1 0 1,-1 0 0,1 0 0,0 0 0,0 0-1,0 0 1,1-1 0,-1 1 0,1 0 0,0 0-1,-1 0 1,1-1 0,0 1 0,1 0 0,-1-1-1,0 1 1,1-1 0,-1 1 0,1-1 0,0 0 0,0 0-1,0 0 1,0 0 0,0 0 0,1 0 0,-1 0-1,0-1 1,1 1 0,-1-1 0,1 0 0,1 1 12,1-3-94,-1 0 0,0 0 0,0 0 0,0-1 0,0 1 0,0-1 0,0 0 0,0-1 0,0 1 0,-1-1 1,1 1-1,-1-1 0,0 0 0,0 0 0,0 0 0,0-1 0,0 1 0,-1-1 0,1 0 94,27-49-2511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3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30511,'28'108'816,"-5"37"-8,-4 46-272,-19 27-440,0 20-96,-10 23 0,1 9 0,9-19 0,0-15 0,30-35 0,0-64-248,-7-42-2273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31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1 365 29750,'0'0'777,"0"0"-89,13 189-248,-13-44-128,0 11-128,0-28-72,0-39-64,14-43-48,9-25-8,14-17-184,18-6-104,33-63-56,30-61-496,22-56-945,-20 16-583,-23 27-3994</inkml:trace>
  <inkml:trace contextRef="#ctx0" brushRef="#br0" timeOffset="252.503">987 96 16804,'0'0'6201,"0"0"-2824,0 0-1025,145-96-1760,-118 96 152,-13 44-87,-7 20-105,-7 34-112,-2 30-208,-17-8-160,3-12-72,0-27-192,5-33-224,-12-15-280,2-10-889,0-23-2416</inkml:trace>
  <inkml:trace contextRef="#ctx0" brushRef="#br0" timeOffset="438.061">749 158 29662,'3'189'889,"-1"47"-225,0-2-408,-2-1-104,0-24-104,0-33-48,0-31-96,-4-47-216,-6-40-288,-1-35-57,-14-46-503,-1-19-216,-1-10-9378</inkml:trace>
  <inkml:trace contextRef="#ctx0" brushRef="#br0" timeOffset="655.711">378 1290 28038,'-3'25'1552,"-8"71"-988,4 1 0,5-1 0,4 1-1,10 63-563,-12-154 33,0 0 0,0 0 0,1 0 0,0 0 0,0-1 0,0 1 0,1 0 0,-1 0 0,2-1 0,-1 1 0,0-1 0,1 0 0,0 0 0,1 0 0,-1 0 0,1 0 0,0 0 0,0-1 0,0 0 0,0 0 0,1 0 0,0-1 0,0 1 0,0-1 0,0 0 0,2 0-33,0-1 3,0-1 1,0 0 0,0-1-1,1 0 1,-1 0-1,0 0 1,0-1-1,0 0 1,1 0-1,-1-1 1,0 0-1,-1 0 1,1 0-1,0-1 1,-1 0-1,1-1 1,-1 0-1,0 0 1,0 0-1,5-5-3,105-115-11,-97 100 16,379-514-880,-396 536 863,4-8-14,0 0 1,0 0 0,1 0 0,0 1 0,1 0 0,0 0 0,1 1-1,0 0 1,0 1 0,0 0 0,1 0 0,0 1 0,1 0-1,-1 1 1,1 0 0,0 0 0,0 2 0,5-2 25,-12 6 20,0 0 1,0 1 0,0-1 0,-1 1 0,1 0-1,-1 0 1,1 1 0,-1-1 0,0 1-1,0-1 1,0 1 0,0 0 0,-1 0 0,1 0-1,-1 0 1,1 1 0,-1-1 0,0 1-1,0-1 1,-1 1 0,1 0 0,-1 0 0,0 0-1,0 0 1,0 0 0,-1 0 0,1 0-21,12 28-3,36 52-1199,-26-57-1919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29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12 905 30471,'0'0'589,"-1"22"-237,2 333 628,12-209-1395,-7 0-1,-7 34 416,2-84-474,14-26 531,-3 1 0,-3 0 0,-3 0 1,-3 1-1,-3-1 0,-6 33-57,4-46 22,-65 914 826,67-930-726,0-42-120,0-1 1,0 1-1,1-1 1,-1 1-1,0-1 1,1 1-1,-1 0 1,0-1-1,1 1 1,-1 0-1,0-1 1,1 1 0,-1 0-1,1-1 1,-1 1-1,1 0 1,-1 0-1,1 0 1,-1-1-1,0 1 1,1 0-1,-1 0 1,1 0-1,-1 0 1,1 0-1,0 0 1,-1 0-1,1 0 1,-1 0 0,1 0-1,-1 0 1,1 0-1,-1 0 1,1 1-1,-1-1 1,0 0-1,1 0 1,-1 0-1,1 1 1,-1-1-1,1 0 1,-1 1-1,0-1 1,1 0-1,-1 1 1,0-1 0,1 0-1,-1 1 1,0-1-1,1 1 1,-1-1-1,0 1 1,0-1-1,1 1 1,-1-1-1,0 1 1,0-1-1,0 1 1,0-1-1,0 1 1,0-1 0,0 1-1,0-1 1,0 1-1,0-1 1,0 1-1,0-1 1,0 1-1,0-1-2,40-48 62,104-260 46,-134 285-108,78-209-149,-10-3 0,15-108 149,10-216-3022,-82 372-266</inkml:trace>
  <inkml:trace contextRef="#ctx0" brushRef="#br0" timeOffset="188.391">743 505 29326,'0'0'1329,"0"0"-889,53 126-200,-21-74-72,5-7 80,9-11-160,7-16-88,37-34-168,-12-24-576,-9-18-1657</inkml:trace>
  <inkml:trace contextRef="#ctx0" brushRef="#br0" timeOffset="532.971">1876 1 29742,'0'0'761,"-11"24"-323,-116 198 182,-70 45-664,-11-8 0,-238 228 44,362-399 15,89-86 10,34-9-17,188-126 16,443-352 23,-563 418-24,-108 68-19,1-1 0,0 0-1,-1 1 1,1-1 0,0 0 0,-1 1 0,1-1 0,0 1 0,0-1 0,-1 0 0,1 1 0,0-1-1,0 1 1,0-1 0,0 1 0,-1-1 0,1 1 0,0-1 0,0 1 0,0-1 0,0 0 0,0 1-1,0-1 1,0 1 0,0-1 0,1 1 0,-1-1 0,0 1 0,0-1 0,0 1 0,0-1 0,1 1-1,-1-1 1,0 0 0,0 1 0,1-1 0,-1 0 0,0 1 0,1-1 0,-1 0 0,0 1 0,1-1-1,-1 0 1,1 1 0,-1-1 0,0 0 0,1 0 0,-1 0 0,1 1 0,-1-1 0,1 0 0,-1 0-1,1 0-3,-148 201 554,-732 1012-483,842-1162-89,-94 130-379,-80 154 397,163-226-1675,47-104-835</inkml:trace>
  <inkml:trace contextRef="#ctx0" brushRef="#br0" timeOffset="812.979">1899 1220 30927,'0'0'768,"0"0"-200,166 72-256,-104-24-120,-11 8-192,-12 0 0,-11 0 0,-15-4 0,-20 2-152,-22-17-672,-18-6-1137</inkml:trace>
  <inkml:trace contextRef="#ctx0" brushRef="#br0" timeOffset="1078.88">1111 2377 25541,'-14'186'5540,"11"-78"-5428,4 0 0,6 0 0,4 1-112,11-39-894,-10-78 359,52-155-750,-26 73 1251,4 2 0,4 1 0,3 3 0,4 1 0,4 3 0,3 3 0,4 2 0,2 4 0,4 2 0,3 3 0,2 4 0,44-27 34,-106 80 124,1 0-1,-1 0 1,2 1-1,-1 1 0,1 0 1,0 1-1,0 1 1,1 0-1,-1 1 0,1 1 1,0 0-1,0 1 1,0 1-1,0 1 0,17 1-123,-28 1 32,1 0 0,-1 0-1,0 0 1,1 1 0,-1 0 0,-1 0-1,1 1 1,0-1 0,-1 1-1,1 0 1,-1 0 0,0 0-1,-1 1 1,1 0 0,-1-1-1,0 1 1,0 0 0,0 0-1,-1 1 1,1-1 0,-1 1-1,-1-1 1,1 1 0,-1 0 0,0-1-1,0 1 1,-1 0 0,0 0-1,0 0 1,0-1 0,0 1-1,-1 0 1,0 1-32,-2 38 56,-1 0 0,-2-1 0,-2 0 0,-2 0 0,-2 0 0,-2-1 0,-2-1 0,-1-1 0,-21 35-56,38-76 0,-18 43 2,-2-2-1,-2 0 1,-1-1-1,-3-2 1,-1 0-1,-26 28-1,49-62-91,-1 0-1,0-1 0,1 1 0,-1-1 0,-1 1 0,1-2 0,0 1 1,-1 0-1,0-1 0,1 0 0,-1-1 0,0 1 0,0-1 1,0 0-1,0-1 0,0 1 0,0-1 0,0 0 0,0-1 0,0 1 1,0-1-1,0 0 0,0-1 0,-4-1 92,-39-19-3607</inkml:trace>
  <inkml:trace contextRef="#ctx0" brushRef="#br0" timeOffset="1342.999">1701 2201 29958,'-21'134'801,"-11"22"-529,4-30-168,8-22-80,6-34-24,9-28 24,5-28-24,0-14-288,14-12-401,18-54-55,21-57-544,-7 11-1321,0 9-19907</inkml:trace>
  <inkml:trace contextRef="#ctx0" brushRef="#br0" timeOffset="1590.036">1975 2142 23125,'0'0'3049,"0"0"-1305,0 32-756,-1 28-760,-3-1-1,-2 0 1,-14 58-228,-7-5 139,-5 19 78,6 1 1,5 1-1,2 48-217,18-178 23,0-1 1,0 0-1,0 0 1,0 0-1,1 1 1,-1-1-1,1 0 1,-1 1-1,1-1 1,0 0-1,0 1 1,0-1-1,0 1 1,0-1-1,1 0 1,-1 1-1,1-1 1,-1 0-1,1 1 1,0-1-1,0 0 1,0 0-1,0 0 0,0 0 1,1 0-1,-1 0 1,1 0-1,-1 0 1,1 0-1,0-1 1,-1 1-1,1-1 1,0 1-1,0-1 1,0 0-1,0 1 1,0-1-1,1 0 1,-1 0-1,0-1 1,0 1-1,1 0 1,-1-1-1,0 0 1,1 1-1,-1-1 1,1 0-1,-1 0 1,0 0-1,1-1 1,-1 1-1,0 0 1,1-1-1,-1 0 1,0 1-1,1-1 1,-1 0-1,0 0 0,0-1-23,15-8 15,-1 0 0,0-2-1,-1 0 1,-1-1-1,0 0 1,0-1-1,-1-1 1,-1 0-1,-1 0 1,2-4-15,-2 4 2,213-300-747,-134 175-1121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29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330 720 21869,'0'0'7273,"0"0"-5275,0 0-1574,0 0-209,0 0-51,28-19 115,427-263 213,-443 275-496,53-34-29,2 4-1,1 2 1,2 4-1,35-10 34,11 8-1697,-108 24-400,-7-1-2744</inkml:trace>
  <inkml:trace contextRef="#ctx0" brushRef="#br0" timeOffset="167.204">825 1 28582,'0'0'1040,"-39"170"-288,13 10-31,-1 46-129,4 21-128,7 4-168,9-15-168,2 1-72,3-1-56,2-6-16,0-35-104,0-54-96,23-73-200,0-51-208,-7-25-1921</inkml:trace>
  <inkml:trace contextRef="#ctx0" brushRef="#br0" timeOffset="168.204">1270 722 30094,'0'0'713,"36"117"-297,-6-16-168,7 40 72,-2 37-136,-8 15-112,-17-17-72,-10-43-296,-10-37-464,-17-36-1465,-3-27-12970</inkml:trace>
  <inkml:trace contextRef="#ctx0" brushRef="#br0" timeOffset="169.204">871 1340 28894,'0'0'706,"0"0"-229,21-1-103,70-6-65,-87 6-294,0 1-1,0 0 1,0 0 0,0 0 0,0 0 0,0 1-1,0-1 1,0 1 0,0 0 0,0 0-1,0 1 1,0-1 0,0 1 0,-1 0-1,1 0 1,-1 0 0,1 1 0,-1-1 0,0 1-1,0-1 1,0 1 0,0 0 0,-1 0-1,1 1 1,-1-1 0,0 1 0,0-1 0,0 1-1,0-1 1,0 1 0,0 2-15,12 119-13,-14-116 15,-1 12-43,-2-1 1,0 0 0,-1 1-1,-1-1 1,-1 0-1,-1-1 1,0 0 0,-2 0-1,0 0 1,-1-1-1,-1-1 1,0 0 0,-2 0-1,0-1 1,0-1-1,-2 0 1,0-1 0,0 0-1,-2-1 1,1-1-1,-13 6 41,29-18 9,0-1-1,0 1 0,0 0 0,0-1 0,0 1 0,0 0 1,0-1-1,0 1 0,0 0 0,0-1 0,0 1 0,-1 0 1,1-1-1,0 1 0,0 0 0,0-1 0,0 1 1,-1 0-1,1-1 0,0 1 0,0 0 0,-1 0 0,1-1 1,0 1-1,-1 0 0,1 0 0,0 0 0,0-1 0,-1 1 1,1 0-1,0 0 0,-1 0-8,47-41 113,2 3 1,2 1-1,1 3 0,24-11-113,67-20 78,-141 65-112,1 1 0,0-1 0,0 1 0,0 0 0,-1 0 0,1 0 0,0 0 1,-1 0-1,1 0 0,-1 0 0,1 1 0,-1-1 0,0 0 0,1 1 0,-1-1 0,0 1 1,0 0-1,0-1 0,0 1 0,0 0 0,-1-1 0,1 1 0,0 0 0,-1 0 0,1 0 1,-1 0-1,0 0 0,1 0 0,-1-1 0,0 1 0,0 0 0,-1 0 0,1 0 0,0 0 1,-1 0-1,1 0 0,-1 0 0,1 0 0,-1-1 0,0 1 0,0 0 0,0-1 0,0 1 1,-1 1 33,2-2-66,-13 46-3370</inkml:trace>
  <inkml:trace contextRef="#ctx0" brushRef="#br0" timeOffset="170.204">0 3273 29510,'0'0'644,"0"0"-175,0 0-95,25-17-183,111-81 13,615-547 474,-466 389-413,-256 230-250,13-13-37,1 2 0,2 1 0,1 3 0,2 2 0,20-9 22,18 19-873,-84 21 855,-1 0 0,1 0 0,0 1 0,-1-1 0,1 0 0,0 1 0,-1 0 0,1-1 0,-1 1 0,1 0 0,-1 0 0,1 0 0,-1 0 0,1 0 0,-1 0 0,0 0 0,0 0 0,1 1 0,-1-1 0,0 0 0,0 1 0,0-1 0,-1 1 0,1-1 0,0 1 0,0-1 0,-1 1 0,1 0 0,-1-1 0,0 1 0,1 0 0,-1-1 0,0 1 0,0 0 0,0 0 0,0-1 0,0 1 0,0 0 0,-1-1 0,1 1 0,-1 0 0,1-1 0,-1 1 0,0 0 0,1-1 0,-2 2 18,2 5-36,-7 36-25,-1-1 0,-2 0 1,-2 0-1,-2-2 1,-2 1-1,-2-2 1,-1 0-1,-13 18 61,4-3-13,-351 628 38,357-646-70,12-17-34,-1-1 0,-1-1 0,-1 0 1,0-1-1,-1 0 0,-1-1 0,0 0 0,-5 2 79,-6-3-2444</inkml:trace>
  <inkml:trace contextRef="#ctx0" brushRef="#br0" timeOffset="171.204">1606 2520 30310,'0'0'801,"0"0"-193,101 137-176,-62-79-96,-2-2-192,0-6-144,14-9-168,-10-12-968,-8-19-5354</inkml:trace>
  <inkml:trace contextRef="#ctx0" brushRef="#br0" timeOffset="172.204">2661 1290 25814,'0'0'3394,"0"0"-2373,0 0-701,20-19 138,244-221 546,-29 29-820,-234 208-184,1 1 1,0-1-1,0 1 0,0-1 1,0 1-1,1 0 0,-1 0 0,0 0 1,1 0-1,0 0 0,-1 0 1,1 1-1,0 0 0,0-1 1,0 1-1,0 0 0,0 0 1,0 1-1,0-1 0,0 1 1,0-1-1,0 1 0,0 0 1,1 0-1,-1 0 0,0 1 1,0-1-1,0 1 0,0-1 1,0 1-1,0 0 0,0 1 1,0-1-1,0 0 0,0 1 1,-1-1-1,1 1 0,-1 0 1,1 0-1,-1 0 0,0 0 1,1 1-1,-1-1 0,0 0 1,0 1-1,-1 0 0,1-1 1,-1 1-1,1 0 0,-1 0 1,0 0-1,0 0 0,0 0 0,14 122 7,-18 71-3,-9-2 0,-9 1 0,-23 84-4,-23 210-279,62-385 199,5-102 80,0-1 0,1 1 0,-1 0 0,1-1 0,0 1 0,0-1 0,-1 1 0,1-1 0,0 1 0,0-1 0,0 1 0,0-1 1,1 0-1,-1 0 0,0 0 0,0 0 0,1 0 0,-1 0 0,1 0 0,-1 0 0,1 0 0,-1 0 0,1-1 0,-1 1 0,1-1 0,0 1 0,-1-1 0,1 0 0,0 0 0,0 1 0,-1-1 0,1 0 0,0 0 0,-1-1 0,1 1 0,0 0 0,-1-1 0,1 1 0,0-1 0,-1 1 0,1-1 0,-1 0 0,1 0 0,-1 1 0,1-1 0,-1 0 0,1 0 0,-1-1 0,0 1 1,1-1-2,17-13 3,0-1 0,-1 0 0,-1-2 0,-1 0 0,0-1 0,-1 0 0,1-5-2,1 2 0,241-364-30,-250 371-192,0 0-1,-1-1 0,0 1 1,-1-1-1,-1 0 0,-1-1 0,0 1 1,-1-1-1,-1 0 0,0 0 1,-1-7 222,-1-26-3979</inkml:trace>
  <inkml:trace contextRef="#ctx0" brushRef="#br0" timeOffset="173.204">2702 2271 29582,'0'137'712,"10"10"-151,33-45-137,10-23-56,35-15-56,43-27-96,31-26-120,24-16-48,-8-63-8,-15-29-16,-6-22-24,4-20-496,-9 5 232,-41 30-1393,-24 17-16026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33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832 0 30350,'0'0'857,"0"0"-321,-203 195-160,63-25-80,-5 25-120,11 4-88,33-25-72,39-51-16,27-42-264,23-42-248,19-39-184,21-21-1017,4-18-2856</inkml:trace>
  <inkml:trace contextRef="#ctx0" brushRef="#br0" timeOffset="283.217">530 801 28942,'-6'129'930,"-6"0"0,-5 0 0,-8 7-930,-10 79 402,15 86-262,34-262-818,29-67-513,94-183 499,-66 98 816,5 4 0,4 3 0,29-24-124,65-37 614,8 8-1,176-117-613,-249 195-713,-34 22-1392</inkml:trace>
  <inkml:trace contextRef="#ctx0" brushRef="#br0" timeOffset="536.672">1512 245 29510,'0'0'937,"0"0"-481,-81 216-80,53-57 8,12 30 136,9 6-240,7 0-152,3-23-128,15-35-96,17-44-440,-5-45-648,-3-44-1825</inkml:trace>
  <inkml:trace contextRef="#ctx0" brushRef="#br0" timeOffset="707.881">2894 42 30575,'0'0'736,"-69"164"-416,-5-28 56,-7 26 56,5 4-184,17 0-168,19-19-80,13-27-128,15-35-520,10-39-712,2-34-1505</inkml:trace>
  <inkml:trace contextRef="#ctx0" brushRef="#br0" timeOffset="1026.182">3283 340 28838,'0'0'651,"-4"23"-132,-85 225 641,-444 941 40,490-1052-1050,44-135-144,-1 0 0,1 0 0,-1 0 0,1 0 0,0 0 0,0 0 0,0-1 1,0 1-1,1 0 0,-1-1 0,0 1 0,1 0 0,-1-1 0,1 0 0,-1 1 0,1-1 1,0 0-1,0 0 0,0 0 0,-1 0 0,1 0 0,0 0 0,0 0 0,0-1 1,0 1-1,0-1 0,0 1 0,1-1 0,-1 0 0,0 0 0,0 0 0,0 0 0,0 0 1,0-1-1,0 1 0,0-1 0,0 1 0,0-1 0,0 1 0,1-2-6,9 2 5,13-4-5,-1-1 0,0-1 0,-1-1 0,0-1 0,0-1 0,0-1 0,-1-1 0,-1-1 0,0-1 0,0-1 0,-2 0 0,0-2 0,0 0 0,11-15 0,18-13-122,-2-3 1,-2-2-1,-2-2 1,-3-2-1,-2-1 1,27-54 121,81-205-7681,-137 290 6966,14-33-208,1 33 5319,-22 23-4282,1 0 0,-1 0 0,1 0 0,0 0 1,-1 0-1,1 1 0,-1-1 0,1 1 0,-1-1 0,1 1 0,-1 0 0,1-1 0,-1 1 0,0 0 0,1 0 0,-1 0 1,0 0-1,0 0 0,0 0 0,0 1 0,0-1 0,0 0 0,0 0 0,0 1 0,0-1 0,0 1 0,-1-1 0,1 0 0,-1 1 1,1 0-115,1 1 170,34 67 513,-2 2-1,-4 1 1,19 70-683,-40-119 11,25 161-1131,-33-140-1793</inkml:trace>
  <inkml:trace contextRef="#ctx0" brushRef="#br0" timeOffset="2254.432">549 2787 29390,'0'0'754,"0"0"-173,0 0-262,0 0-200,28 0-73,121-7 50,644-85 426,633-25-146,-1383 113-383,48-2-139,-2-3 1,1-5-1,62-18 146,-99 13-3685,-14-5-11130</inkml:trace>
  <inkml:trace contextRef="#ctx0" brushRef="#br0" timeOffset="2596.043">3857 226 30495,'0'0'561,"24"-14"-336,-11 6-207,0-1-6,0 1 0,0 0 0,1 1 0,0 1 0,0 0-1,1 1 1,0 1 0,0 0 0,0 1 0,0 0 0,0 1 0,1 1-1,13 1-11,20 7 149,-1 2 0,0 2 0,0 3 1,-1 1-1,-1 3 0,0 1 0,-2 3 0,13 8-149,-23-15 9,-1 1 0,0 1 1,-2 2-1,0 2 0,-1 0 1,-1 2-1,-1 1 0,-1 1 1,-1 2-1,-1 0 0,-2 2 1,-1 1-1,2 5-9,-18-22 0,-1 0 0,-1 1 0,0 0 0,0-1 0,-2 1 0,1 1 0,-2-1 0,0 0 0,-1 0 0,0 1 0,-1-1 0,-1 0 0,0 0 0,-1 0 0,0 0 0,-1 0 0,-1-1 0,0 0 0,-6 11 0,-108 191-464,58-120-1184</inkml:trace>
  <inkml:trace contextRef="#ctx0" brushRef="#br0" timeOffset="-10451.372">4601 1806 29294,'0'0'768,"0"0"-440,0 0 225,-16 110-17,11-50-184,5 15-152,0 10-104,-2 21-48,-3 28-48,-2 30 0,1-27-472,-6-29-1809</inkml:trace>
  <inkml:trace contextRef="#ctx0" brushRef="#br0" timeOffset="2768.91">4728 2179 32207,'0'0'560,"0"0"-560,0 0 0,-129 56 0,99-56 0,-2-8-1560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0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639 235 29038,'0'0'675,"0"0"-82,0 0-144,0 0-112,0 0-48,-14-20-81,-70-109 75,79 122-273,-1 0 0,0 0 0,0 1 1,0 0-1,-1 0 0,1 1 0,-2 0 0,1 0 0,0 0 0,-1 1 0,0 0 0,0 1 0,0 0 1,0 0-1,-1 0 0,1 1 0,-1 1 0,0-1 0,1 1 0,-1 1 0,0 0 0,0 0 1,1 0-1,-1 1 0,0 1 0,1 0 0,-1 0 0,1 0 0,-1 1 0,1 0 0,0 1 0,0 0 1,-2 1-11,-9 11-2,0 0 0,1 1 1,1 1-1,0 1 0,1 0 1,1 1-1,2 1 1,-1 0-1,2 1 0,1 0 1,1 1-1,1 0 1,1 0-1,-3 17 2,-5 11-1,2 1-1,3 1 1,2 0 0,2 0-1,3 1 1,2 34 1,2-73-3,1 1 0,1-1 0,0 1 1,1-1-1,1 0 0,0 0 0,1 0 0,1-1 1,0 0-1,1 0 0,1 0 0,0-1 0,0 0 1,2-1-1,-1 1 0,2-2 0,-1 0 0,2 0 1,0-1 2,-6-5-3,0-1 0,0 0 1,1-1-1,0 0 1,0 0-1,0 0 0,0-1 1,0 0-1,1 0 1,-1-1-1,1 0 1,-1 0-1,1-1 0,-1 0 1,1 0-1,-1-1 1,1 0-1,-1 0 1,0 0-1,1-1 0,-1-1 1,0 1-1,0-1 1,0 0-1,0-1 1,-1 1-1,0-1 0,1-1 1,-1 1-1,4-5 3,27-27-3,-1-1 0,-2-2 0,-2-2-1,-2 0 1,-2-2 0,-1-2 0,-3 0 0,-1-1-1,-3-1 1,6-23 3,-18 47-257,-1 0 0,-1 0 0,-1-1-1,-1 1 1,-1-1 0,-2 0 0,0-4 257,-1 15-1942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2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27478,'0'0'2064,"0"0"-1784,0 0-144,0 0 232,0 0 41,0 0-185,161 13-136,-113-11-56,15-2-32,-10 0-456,-19 0-1297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3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 28806,'0'0'760,"0"0"-576,0 0 24,0 0 112,170-38-320,-87 12-232,-4-4-5329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4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30374,'0'0'1121,"0"0"-1009,0 0-112,0 0-256,0 0-1201,0 0-4520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30254,'0'0'1249,"0"0"-1161,0 0-8,187-9 40,-15 5 280,77-8 8,42-1-240,6 1-168,-21-1 0,-48 11 0,-25 2 0,-28 0 0,-44 2 0,-41 9 0,-32-3 0,-26 7 0,-14-3-1216,-15-4-4065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3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528 366 29622,'0'0'603,"0"0"-329,0 0-132,-9-21 100,-65-161 367,72 177-606,0-1 1,0 0-1,0 1 1,0 0-1,-1 0 0,0 0 1,0 0-1,-1 0 1,1 0-1,-1 1 0,0 0 1,0-1-1,-1 2 0,1-1 1,-1 0-1,0 1 1,0 0-1,0 0 0,0 0 1,0 1-1,-1 0 0,1 0 1,-1 0-1,0 1 1,1-1-1,-1 1 0,0 1 1,0-1-1,0 1 1,1 0-1,-1 0 0,0 1 1,0 0-1,0 0 0,1 0 1,-1 1-1,0-1 1,1 2-1,-1-1 0,1 0 1,-3 3-4,-9 10 1,1 1 0,1 1 1,0 0-1,2 1 0,0 1 1,0 0-1,2 0 0,1 1 1,0 1-1,1 0 0,2 0 1,-5 18-2,-7 16 2,2 1-1,3 1 1,2 0 0,2 0 0,4 1-1,-1 52-1,9-105 13,-1 1 0,1-1 0,0 0 0,0 0 0,0 0 0,0 0 0,1-1 0,0 1 0,0-1 0,0 1 0,1-1 0,0 0 0,-1 0 0,1-1 0,1 1 0,-1-1-1,0 0 1,1 0 0,0 0 0,-1-1 0,1 1 0,0-1 0,0-1 0,1 1 0,-1 0 0,0-1 0,0 0 0,1-1 0,-1 1 0,1-1 0,-1 0 0,0 0 0,1-1-1,-1 1 1,1-1 0,-1 0 0,0-1 0,0 0 0,0 1 0,0-1 0,0-1 0,0 1 0,0-1 0,2-1-13,20-17 13,-1-1 0,-1-2 1,-1 0-1,-1-1 0,16-24-13,4-3-167,22-21-799,-8 7-1468</inkml:trace>
  <inkml:trace contextRef="#ctx0" brushRef="#br0" timeOffset="331.013">811 722 29366,'0'0'1445,"0"0"-1051,0 0-244,0 0 204,25-23 35,164-153-128,-154 143-251,-11 9-10,0 1 1,2 1-1,0 1 0,2 2 1,29-17-1,-53 34-4,-1 0 0,1 1-1,0-1 1,0 1 0,0-1 0,0 1-1,0 0 1,0 1 0,0-1 0,1 1 0,-1 0-1,0 0 1,0 0 0,0 0 0,0 1 0,1 0-1,-1 0 1,0 0 0,0 0 0,0 0 0,0 1-1,-1 0 1,1 0 0,0 0 0,-1 0 0,1 1-1,-1-1 1,0 1 0,0 0 0,0 0 0,0 0-1,0 0 1,1 2 4,26 34 8,-25-29 3,1 0-1,1 0 0,0-1 0,0 0 0,0 0 1,1-1-1,1 0 0,-1 0 0,1-1 0,1 0 1,-1-1-1,1 0 0,0 0 0,1-1 0,-1-1 0,1 1 1,0-2-1,0 1 0,0-2 0,12 2-10,-6-7-128,1-1 0,-1-1 0,0 0 0,-1-1 0,1-1 0,-1-1 0,-1 0 0,1-1-1,-1-1 1,-1 0 0,0-1 0,0 0 0,-1-1 0,-1-1 0,0 0 0,3-5 128,0 3-799,32-34-4256</inkml:trace>
  <inkml:trace contextRef="#ctx0" brushRef="#br0" timeOffset="709.045">2025 1 25742,'0'0'3954,"0"0"-2891,0 0-879,0 0 52,22 9 44,141 58 295,-145-60-516,-7-5-45,0 1 0,0 0 1,-1 0-1,1 1 1,-1 0-1,0 1 0,0 0 1,0 1-1,0 0 0,-1 0 1,0 1-1,-1 0 1,0 1-1,0 0 0,0 0 1,-1 1-1,0 0 1,-1 0-1,0 0 0,0 1 1,-1 0-1,0 0 1,-1 0-1,0 1 0,0 4-14,-6 3 11,0 0 0,-2 0 0,0-1 0,-1 1 0,-1-1 0,-1 0-1,0-1 1,-1 1 0,-1-2 0,-1 1 0,0-1 0,0 0 0,-2-1 0,0-1 0,0 0-1,-7 5-10,-21 29 0,20-22-11,8-13-1,0 1-1,1 1 0,1-1 0,1 2 1,0-1-1,0 2 0,2-1 1,0 1-1,0 0 0,0 7 13,7-21 0,1 1 0,0-1 0,0 1 0,0-1 0,0 0 0,0 1 1,1-1-1,-1 0 0,0 0 0,1 0 0,0 0 0,0 0 0,-1 0 0,1 0 0,0-1 0,0 1 0,0-1 0,1 1 0,-1-1 0,0 0 0,1 0 0,-1 0 0,0 0 0,1 0 0,-1-1 0,1 1 0,0-1 0,-1 1 0,1-1 0,-1 0 0,1 0 0,-1 0 0,1-1 0,0 1 1,-1 0-1,1-1 0,-1 0 0,1 1 0,-1-1 0,2-1 0,15 2 22,414 43-1171,-387-38-1808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336 275 29014,'0'0'584,"-3"-20"-332,1 7-240,0-7 65,-1 0 0,-1 0 0,-1 0 0,0 0 0,-1 1 1,-2 0-1,0 0 0,-1 1 0,-8-12-77,16 28 3,-1 0 1,1 0 0,-1 1-1,0-1 1,1 0 0,-1 1-1,0-1 1,0 1-1,0 0 1,-1 0 0,1 0-1,0 0 1,0 0 0,-1 0-1,1 1 1,0-1-1,-1 1 1,1-1 0,0 1-1,-1 0 1,1 0 0,-1 0-1,1 0 1,0 0-1,-1 1 1,1-1 0,0 1-1,-1 0 1,1-1 0,0 1-1,0 0 1,-1 0-1,1 1 1,0-1 0,0 0-1,0 1 1,1-1 0,-1 1-1,0 0-3,-11 14 10,1 0-1,0 0 1,2 1-1,0 1 1,1 0-1,0 0 1,2 1-1,-5 17-9,-8 23 56,3 0 0,2 1 0,3 1 0,2 0 0,4 0 0,1 1 0,4 0 0,3 16-56,0-71 11,-1 0 0,2 0 0,-1 0-1,1 0 1,0-1 0,0 1-1,1-1 1,-1 1 0,2-1 0,-1 0-1,1-1 1,0 1 0,0-1 0,0 0-1,1 0 1,-1-1 0,1 1 0,1-1-1,-1 0 1,0-1 0,1 0 0,0 0-1,0 0 1,0-1 0,0 0-1,0 0 1,0-1 0,0 0 0,1 0-1,-1-1 1,0 0 0,1 0 0,-1 0-1,0-1 1,0 0 0,1-1 0,-1 0-1,0 0 1,0 0 0,3-3-11,9-7 31,-1-1 1,-1-1 0,0-1 0,-1-1-1,-1 0 1,0-1 0,-1 0-1,-1-1 1,-1-1 0,0 0 0,-2-1-1,8-18-31,-16 35 0,128-267-2494,-96 195-3078</inkml:trace>
  <inkml:trace contextRef="#ctx0" brushRef="#br0" timeOffset="342.614">926 586 30190,'0'0'591,"0"0"-308,0 0 0,16-18 38,210-241-24,-225 258-296,108-91-2,-106 89 1,1 1 0,0-1 0,0 1-1,0 0 1,0 0 0,0 1 0,0-1-1,1 1 1,-1 0 0,1 0 0,-1 0 0,1 1-1,-1-1 1,1 1 0,-1 0 0,1 0 0,-1 1-1,1 0 1,-1-1 0,0 1 0,1 1 0,-1-1-1,0 1 1,0-1 0,0 1 0,0 1-1,0-1 1,0 0 0,0 1 0,-1 0 0,11 12 30,-1 0 0,-1 1 0,0 1 0,-1 0 0,-1 0 0,-1 1 0,0 1 0,-1 2-30,79 125 152,-81-141-151,0-1 1,0 1 0,0-1-1,0-1 1,1 1-1,0-1 1,-1 0-1,1 0 1,0-1 0,0 0-1,1 0 1,-1-1-1,0 0 1,0 0-1,1-1 1,-1 0-1,1 0 1,-1 0 0,0-1-1,1-1 1,-1 1-1,0-1 1,0 0-1,0 0 1,0-1 0,0 0-1,-1-1 1,1 1-1,-1-1 1,0 0-1,0-1 1,0 1-1,-1-1 1,0 0 0,3-4-2,158-161-2161,-118 114-1406</inkml:trace>
  <inkml:trace contextRef="#ctx0" brushRef="#br0" timeOffset="619.846">2481 1 30775,'0'0'672,"0"0"-376,-23 120 264,16-51-128,-2 24-400,0 29-32,6 21 0,3-20-64,-2-26-1272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1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1 177 31127,'0'0'704,"0"0"-664,0 0-40,0 0 48,147 12 0,-71-2 40,12-1-32,6-1-32,1 0-16,-12-4-8,2-4-16,-23-4-592,-25-10-1641</inkml:trace>
  <inkml:trace contextRef="#ctx0" brushRef="#br0" timeOffset="188.032">415 0 30791,'0'0'688,"0"0"-440,-16 177-24,16-88 32,0 2-240,12 23-16,11-21-808,-2-26-4593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40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1 874 30495,'0'0'621,"0"0"-353,15-21-63,150-238 125,-144 223-321,0-2-9,2 2 0,1 0 0,1 2 0,25-26 0,-49 59-1,0 0 0,0-1 0,0 1 0,1 0 0,-1 0 0,0-1 0,0 1 0,1 0-1,-1 0 1,1 0 0,-1 1 0,1-1 0,-1 0 0,1 0 0,-1 1 0,1-1 0,0 1 0,-1 0 0,1-1 0,0 1 0,-1 0 0,1 0-1,0 0 1,-1 0 0,1 0 0,0 0 0,-1 1 0,1-1 0,0 1 0,-1-1 0,1 1 0,0-1 0,-1 1 0,1 0 0,-1 0-1,1 0 1,-1 0 0,0 0 0,1 0 1,35 61-3,-31-49 9,-1-4 4,-1 7 1,2-2 0,0 1 0,0-1 0,2 0 0,-1 0-1,2-1 1,0 0 0,1 0 0,0-1 0,0-1 0,1 0-1,1 0 1,0-1 0,1 0 0,-1-1 0,2-1 0,-1 0 0,1-1-1,1 0 1,1 0-11,0-4-7,0 0 0,0-1 0,1-1 0,-1 0 0,1-1 0,-1-1 0,0-1 0,1 0 0,-1-1 0,0 0 0,0-2 0,-1 0 0,1-1 0,-1 0 0,0-1 0,-1-1 0,0 0 0,0-1 0,0 0 0,-2-2 0,7-5 7,151-144-2283,-99 81-1221</inkml:trace>
  <inkml:trace contextRef="#ctx0" brushRef="#br0" timeOffset="272.348">1648 1 28750,'0'0'2049,"0"0"-1769,0 0 56,-21 184 200,17-70-80,4 36-144,0 16-264,7-25-48,11-36 0,19-34-112,-7-32-1168,2-14-2801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51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1 455 23989,'0'0'4481,"0"0"-3001,0 0-1224,0 0 17,0 0 143,0 0 72,92-15-200,-30-1-160,7 3-64,7 3-8,3 4-16,-1 2-32,-4 4-8,-5 0 0,-7 0-88,2-7-272,-15-3-809,-17-7-1063</inkml:trace>
  <inkml:trace contextRef="#ctx0" brushRef="#br0" timeOffset="261.656">471 142 28678,'0'0'720,"0"0"-424,-16 139 0,13-69 169,3 7-169,0 2-192,14 6-104,14 23-336,-3-19-1049,-4-19-3552</inkml:trace>
  <inkml:trace contextRef="#ctx0" brushRef="#br0" timeOffset="575.251">925 61 30118,'0'0'597,"0"0"-333,0 0-159,0 0 88,21 6 5,144 47-50,-152-48-140,0 1 1,0 1 0,0 0-1,-1 1 1,0 0 0,0 1-1,-1 0 1,-1 1 0,1 0-1,-1 0 1,-1 1 0,0 1-1,-1-1 1,0 2 0,0-1-1,-2 1 1,1 0 0,-2 0-1,0 1 1,0 0-9,-3 3-47,-2 0 0,0 0 0,0 0 0,-2-1-1,0 1 1,-1 0 0,-1-1 0,0 1 0,-1-1 0,-1-1-1,0 1 1,-1-1 0,-1 0 0,-1 0 0,0-1 0,0 0-1,-2-1 1,1 0 0,-2 0 0,0-1 0,0-1 0,-1 0 0,0-1-1,-1 0 1,-10 4 47,-18 11-1800,8-16-2196</inkml:trace>
  <inkml:trace contextRef="#ctx0" brushRef="#br0" timeOffset="841.224">1687 1 14891,'0'0'12722,"0"0"-9756,0 0-2612,-22 13 38,-72 43-10,78-45-344,0 1 1,0 1-1,2 1 1,0 0-1,0 0 1,1 2-1,1-1 1,0 2-1,2 0 1,0 0-1,0 1 1,2 0-1,0 0 1,1 1-1,-2 12-38,1-12 10,0 1 0,2 0 0,0 1 0,2-1 0,0 1-1,1 0 1,1 0 0,1 0 0,1 0 0,1 0 0,1 0 0,1 0-1,0 0 1,2-1 0,0 1 0,1-1 0,2 0 0,0-1 0,0 0-1,2 0 1,1-1 0,0 0 0,13 16-10,-16-28-26,1 0-1,0 0 1,0-1-1,0 0 1,0 0 0,1-1-1,0 0 1,0-1-1,0 0 1,0-1 0,1 0-1,-1 0 1,0-1-1,1-1 1,-1 0 0,1 0-1,5-1 27,-5 1-48,101-5-923,-9-21-1106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54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481 212 28038,'0'0'892,"0"0"-445,0 0-255,0 0 71,0 0 31,-10-17-126,-73-127 253,78 139-396,1 1 0,-1-1 1,0 1-1,0 0 0,-1 1 1,1-1-1,-1 1 1,0 0-1,0 0 0,0 1 1,0 0-1,0 0 0,0 0 1,-1 1-1,1-1 1,0 2-1,-1-1 0,1 1 1,-1 0-1,1 0 1,-1 1-1,1 0 0,-1 0 1,1 0-1,0 1 0,-1 0 1,1 0-1,0 1 1,0 0-1,1 0 0,-1 0 1,1 0-1,-1 1 0,-2 3-25,-12 18 3,2 1 0,1 1-1,1 1 1,1 0-1,2 1 1,1 1-1,1 0 1,1 0-1,2 1 1,1 0-1,1 6-2,-2-1 1,1 1-1,2-1 0,1 1 0,2 0 0,2 0 1,2 13-1,-1-36 0,0-1 0,2 1 0,-1-1 0,1 0 0,1 1 1,1-1-1,-1-1 0,2 1 0,0-1 0,0 0 0,2 0 0,-1 0 1,1-1-1,1-1 0,0 1 0,0-1 0,1-1 0,5 4 0,-8-8 12,-1-1 0,1 0-1,0 0 1,0-1-1,1 0 1,-1 0 0,0-1-1,1 0 1,0 0 0,0-1-1,-1 0 1,1 0-1,0-1 1,0 0 0,0 0-1,0-1 1,0 0 0,-1 0-1,1-1 1,0 0-1,-1 0 1,1-1 0,-1 0-1,0 0 1,0-1-1,0 0 1,0 0 0,-1-1-1,1 1 1,-1-2-12,15-11 37,0-1 0,-1-1 0,-1-1 0,-1 0 1,0-2-1,-2 0 0,-1-1 0,1-2-37,-3 0-16,-1-1 0,-1 0 0,-1 0-1,-1-1 1,-1-1 0,-2 1 0,-1-1 0,-1 0 0,-1-1 0,-1 1 0,-3-25 16,4-12-1289,3 45-718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54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1 776 26598,'0'0'3190,"0"0"-2333,0 0-609,0 0 112,8-21-89,56-146-88,-58 152-175,6-12-3,0 0-1,1 1 0,2 0 1,0 1-1,2 0 0,5-3-4,-20 26 1,-1 0 0,1-1-1,0 2 1,1-1 0,-1 0-1,0 0 1,0 1 0,1-1-1,-1 1 1,1-1 0,-1 1-1,1 0 1,0 0-1,-1 1 1,1-1 0,0 0-1,0 1 1,-1 0 0,1-1-1,0 1 1,0 0 0,0 0-1,0 1 1,-1-1 0,1 1-1,0-1 1,0 1 0,-1 0-1,1 0 1,0 0-1,-1 0 1,1 1 0,-1-1-1,0 1 1,1-1 0,-1 1-1,0 0 1,0 0-1,73 88 88,-67-78-79,23 38-2,-26-39 3,0 0 0,1 0 0,0 0 0,0-1 0,1 0-1,1 0 1,0-1 0,0 0 0,0-1 0,1 1 0,1-1-1,-1-1 1,1 0 0,1-1 0,-1 0 0,1 0 0,0-1 0,0 0-1,1-1 1,-1 0 0,1-1 0,3 0-10,0-5 14,-1-1 0,0 0 0,0-1 0,0 0 1,0-1-1,-1-1 0,1 0 0,-2-1 0,1 0 0,-1-1 0,0-1 1,0 0-1,-1 0 0,-1-1 0,1-1 0,-2 1 0,1-2 0,-1 1 1,-1-1-1,4-8-14,-6 12-7,152-207-1888,-119 159-511</inkml:trace>
  <inkml:trace contextRef="#ctx0" brushRef="#br0" timeOffset="264.55">1349 1 17708,'0'0'12666,"0"0"-11977,0 0-305,11 170 240,3-75-72,11 32-408,5 22-144,7-10 0,-7-42-328,-14-39-896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58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0 513 27334,'0'0'2320,"0"0"-1792,0 0-279,0 0 63,0 0 200,127-13-224,-58 3-168,7-2-88,5-1-32,34-6-96,-23 3-576,-13-1-1729</inkml:trace>
  <inkml:trace contextRef="#ctx0" brushRef="#br0" timeOffset="262.327">998 1 29742,'0'0'1265,"0"0"-1009,0 0 64,-42 153 152,38-93-112,4 9-200,0 5-160,9 38 0,12-16-504,-5-13-888</inkml:trace>
  <inkml:trace contextRef="#ctx0" brushRef="#br0" timeOffset="749.329">1546 546 12467,'0'0'13999,"0"0"-10545,0 0-2871,0 0-83,0 0-114,7-19-172,63-130-90,67-42-100,-135 189-25,0 0 0,1-1 0,-1 1 0,1 0 0,0 0 0,0 0 0,0 1 1,0-1-1,0 1 0,0 0 0,0-1 0,0 1 0,0 1 0,1-1 0,-1 0 0,0 1 0,1 0 0,-1 0 0,0 0 1,1 0-1,-1 0 0,0 0 0,1 1 0,-1 0 0,0 0 0,0 0 0,0 0 0,1 0 0,-1 1 0,0-1 1,-1 1-1,1 0 0,0 0 0,0 0 0,-1 0 0,1 0 0,-1 1 0,0-1 0,0 1 0,0-1 0,0 1 1,0 0-1,0 0 0,1 2 1,33 47 14,-32-43-9,0 0 0,1-1-1,0 1 1,0-1 0,0 0-1,1 0 1,1-1-1,-1 1 1,1-1 0,1-1-1,-1 0 1,1 0 0,0 0-1,0-1 1,1 0 0,0 0-1,-1-1 1,2 0 0,-1-1-1,0 0 1,1-1 0,-1 0-1,1 0 1,0-1-1,-1 0 1,1 0 0,6-2-5,-8-2-10,0-1 1,0 0-1,0 0 1,-1-1-1,0 0 1,0-1 0,0 1-1,-1-1 1,0-1-1,0 1 1,0-1-1,-1 0 1,0 0-1,0-1 1,0-1 9,5-5-173,19-26-1490,-1 4-2597</inkml:trace>
  <inkml:trace contextRef="#ctx0" brushRef="#br0" timeOffset="1139.936">2804 241 29782,'0'0'1326,"0"0"-785,0 0-122,0 0-103,0 0-133,-4-22-96,-16-70-57,19 86-32,-1 0 0,1 0-1,-1 0 1,-1 0 0,1 0 0,-1 1-1,0-1 1,-1 1 0,1 0-1,-1 0 1,0 0 0,0 0 0,0 1-1,-1 0 1,0 0 0,0 0-1,0 0 1,0 1 0,0-1 0,-1 1-1,-2 0 3,5 2-5,-1 0-1,1 0 1,-1 0-1,1 1 1,-1-1-1,1 1 1,-1 0-1,0 0 1,1 1-1,-1-1 1,1 1-1,-1-1 1,1 1-1,-1 0 1,1 1-1,0-1 1,-1 1-1,1-1 1,0 1-1,0 0 1,0 0-1,0 0 1,0 0-1,1 1 1,-1-1-1,1 1 1,-1 0-1,1 0 1,0 0-1,0 0 1,0 0-1,0 1 6,-8 19-8,2 0-1,0 0 0,1 1 0,1 0 1,2 0-1,0 0 0,2 1 0,0-1 1,2 1-1,2 22 9,-2-40-1,-1 8-1,0-1 1,1 1-1,1-1 0,0 0 0,1 1 0,1-1 0,0 0 0,1 0 1,0 0-1,1-1 0,1 1 0,0-1 0,0 0 0,2-1 0,-1 0 1,2 0-1,0 0 0,7 6 2,-12-15 2,1 0 1,0 0-1,-1-1 1,1 0-1,0 0 1,0 0-1,0 0 1,0-1-1,1 0 1,-1 0-1,0 0 1,1-1-1,-1 0 1,0 0-1,1 0 1,-1 0-1,0-1 1,0 0-1,1 0 1,-1-1-1,0 1 1,0-1 0,0 0-1,0-1 1,-1 1-1,1-1 1,0 0-1,-1 0 1,0 0-1,0-1 1,0 1-1,0-1 1,-1 0-1,1 0 1,-1 0-1,0-1 1,0 1-1,0-1 1,-1 0-1,0 0 1,2-4-3,7-13-6,0 0-1,-2 0 1,0-1 0,-2-1 0,-1 1 0,0-1 0,-2-1 0,0 1 0,-2 0 0,-1-1 0,-2-22 6,-15-21-2847,-2 44-3660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2:57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1 444 29382,'0'0'1337,"0"0"-969,0 0-40,0 0 48,0 0-160,0 0-176,27 10 72,19-10 0,10-6-56,6-6-32,5 1-24,2-1 0,37-5-72,-21 3-536,-11-1-1297</inkml:trace>
  <inkml:trace contextRef="#ctx0" brushRef="#br0" timeOffset="383.457">980 104 24821,'0'0'4579,"0"0"-3322,0 0-1066,0 0-66,0 0 78,26 11-18,87 39-69,-96-42-100,-1-1-1,1 2 0,-1 0 0,-1 1 0,0 1 0,0 0 1,-1 1-1,1 2-15,-11-8 4,1-1 1,-1 1 0,0 0-1,-1 0 1,1 0-1,-1 1 1,0-1-1,-1 1 1,0 0-1,0 0 1,0 0 0,-1 0-1,0 0 1,0 0-1,-1 0 1,0 0-1,0 0 1,-1 0-1,0 3-4,-4 10-4,-2 0 0,0-1-1,-1 0 1,-1 0 0,-1-1-1,0 0 1,-1-1 0,-1 0-1,-1-1 1,-1 0 0,0-1-1,-11 9 5,17-13-318,-2-1 0,1 0 0,-1 0 0,-1-1-1,0 0 1,0-1 0,0-1 0,-1 1 0,-1-2-1,-8 4 319,0-7-5198</inkml:trace>
  <inkml:trace contextRef="#ctx0" brushRef="#br0" timeOffset="660.834">1517 0 27150,'0'0'3136,"0"0"-2567,0 0-105,0 0-88,-120 129 40,99-86-144,7 7-144,5 4-72,9 4-40,0 4-16,7-2 0,18-2-16,33 3-192,-7-16-384,-5-12-1273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03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1 586 23253,'0'0'4805,"0"0"-3539,0 0-885,0 0 36,0 0-23,0 0-110,6-11-152,-2 4-124,0 0 0,1 0-1,0 1 1,0 0 0,1 0 0,-1 0 0,1 1 0,1 0-1,-1 0 1,1 0 0,-1 1 0,1 0 0,0 0-1,1 1 1,5-2-8,6-2 11,-1 1 0,2 1 0,-1 1 1,0 1-1,1 0 0,0 1 0,0 2 0,-1 0 0,3 1-11,-15-1 4,1 1 1,-1 0 0,0 1-1,0 0 1,0 0-1,0 0 1,0 1-1,0 0 1,-1 1-1,1-1 1,-1 1-1,0 0 1,0 1 0,-1-1-1,1 1 1,-1 1-1,0-1 1,0 1-1,-1-1 1,1 1-1,-1 1 1,-1-1 0,1 0-1,-1 1 1,1 4-5,2 10 9,-1 1 0,-1-1 1,-1 1-1,-1 0 0,-1 0 1,-1 0-1,-1 0 0,-1 0 1,-1 0-1,-1 0 0,-1-1 1,0 0-1,-2 0 0,0 0 1,-2-1-1,0 0 0,-2 1-9,-3 9 10,-2 0 0,-1 0 0,-1-2 0,-2 0 0,-1-1-1,-1-2 1,-1 0 0,-12 9-10,16-27 27,38-36-3,51-43-16,3 3 0,3 4 0,3 3 0,5 2-8,126-70-1941,-174 109-106,14-8-6744</inkml:trace>
  <inkml:trace contextRef="#ctx0" brushRef="#br0" timeOffset="347.056">1183 154 27678,'0'0'1129,"0"0"-363,0 0-175,0 0-106,0 0-99,0 0-146,20 11-111,65 34-33,-83-44-89,1 0-1,-1 1 0,0-1 1,1 1-1,-1 0 1,0 0-1,0 0 1,0 0-1,-1 0 1,1 0-1,0 0 0,-1 1 1,1-1-1,-1 1 1,0-1-1,0 1 1,0-1-1,0 1 1,0 0-1,-1-1 0,1 1 1,-1 0-1,1 0 1,-1-1-1,0 1 1,0 0-1,-1 0 1,1 0-1,0-1 0,-1 1-6,0 11 19,0 3-15,0 0 0,-2 0 0,0 0 0,0 0 0,-2 0-1,0-1 1,-1 0 0,0 0 0,-1 0 0,-1-1 0,-1 0 0,-4 6-4,-111 142-10,96-131-268,1 1 0,2 1 1,2 1-1,0 1 0,3 1 0,0 4 278,14-25-1511,6-10-1967</inkml:trace>
  <inkml:trace contextRef="#ctx0" brushRef="#br0" timeOffset="691.659">1835 1 27734,'0'0'1210,"0"0"-204,0 0-259,0 0-201,0 0-192,-24 9-103,4-2-194,8-4-22,-1 2 0,1-1 0,0 2 0,0 0 0,0 0 0,1 1 0,0 0 0,1 1 0,-1 0 1,1 1-1,1 0 0,-2 3-35,-14 14 34,2 2-1,0 0 1,2 2 0,2 0 0,0 2 0,2 0 0,1 0 0,2 2 0,2 0 0,0 0 0,3 1 0,1 1 0,0 4-34,7-36-3,0 1 1,0-1-1,0 0 0,0 1 1,1-1-1,-1 0 0,1 1 1,0-1-1,1 1 0,-1-1 1,1 0-1,0 1 0,0-1 1,0 0-1,0 0 0,1 0 1,0 0-1,0 0 0,0 0 1,0 0-1,1 0 0,-1-1 1,1 1-1,0-1 0,0 0 1,0 0-1,1 0 0,-1 0 1,1-1-1,-1 1 0,1-1 1,0 0-1,0 0 0,0 0 1,0-1-1,0 1 0,4 0 3,191-4-2720,-101-21-3455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12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623 283 27766,'0'0'1632,"0"0"-1000,-8-19-162,-63-142 551,68 154-1004,-1 0-1,0 1 1,-1-1-1,1 1 0,-1 0 1,-1 0-1,1 0 1,-1 1-1,0 0 0,0 0 1,0 0-1,-1 1 1,0 0-1,0 0 0,0 1 1,0 0-1,0 0 1,-1 1-1,1 0 0,-1 0 1,0 0-1,1 1 1,-1 0-1,0 1 0,0 0 1,0 0-1,0 1 1,1 0-1,-1 0 1,0 1-1,1 0 0,-1 0 1,1 0-1,-1 1 1,1 1-1,0-1 0,0 1 1,1 0-1,-1 1 1,-2 2-17,-19 23 1,2 2 0,1 0 1,2 2-1,1 1 1,2 0-1,1 2 0,2 0 1,1 1-1,2 0 1,2 2-1,2-1 1,1 1-1,2 1 0,2-1 1,2 2-2,-8 172 0,11-208 1,0-1 1,0 0-1,0 0 0,1 1 1,0-1-1,0 0 1,0 0-1,0 0 0,1 0 1,0 0-1,0 0 0,0 0 1,1 0-1,0-1 1,0 0-1,0 1 0,0-1 1,1 0-1,-1 0 0,1-1 1,0 1-1,0-1 1,0 0-1,1 0 0,-1 0 1,1 0-1,0-1 0,-1 0 1,1 0-1,3 0-1,1 1 11,-1-1 1,1-1-1,0 0 0,-1 0 0,1-1 1,0 0-1,0 0 0,-1-1 0,1 0 0,0-1 1,-1 0-1,1 0 0,-1-1 0,0 0 1,0 0-1,0-1 0,0 0 0,0-1 0,-1 0 1,0 0-1,0 0 0,0-1 0,2-3-11,135-159 114,-140 163-116,23-29-26,-1-2-1,-2-1 1,-1-1 0,-2-1 0,-2-1 0,-1 0 0,-3-1 0,-1-1 0,-2-1-1,-1 0 1,-3 0 0,2-35 28,-9 76-1,0 0 0,-1 0 0,1 0 0,-1 0 0,0 0 0,1 0 0,-1 0 0,0 0 0,0 0 0,0-1-1,-1 1 1,1 0 0,0 0 0,-1 0 0,0 0 0,1 0 0,-1 0 0,0 0 0,0 1 0,0-1 0,0 0 0,0 0 0,0 1 0,-1-1-1,1 0 1,0 1 0,-1-1 0,1 1 0,-1 0 0,0-1 0,0 1 0,1 0 0,-1 0 0,0 0 0,0 1 0,0-1 0,0 0-1,0 1 1,0-1 0,0 1 0,0-1 0,0 1 0,0 0 0,0 0 0,0 0 0,-2 0 1,1 3-10,0 0 1,0-1 0,0 1-1,0 0 1,1 1 0,-1-1-1,1 0 1,0 1-1,-1-1 1,2 1 0,-1 0-1,0 0 1,1 0-1,0-1 1,0 1 0,0 1-1,0-1 1,1 0-1,-1 0 1,1 0 0,0 0-1,1 0 1,-1 0 0,1 0-1,0 3 10,-1-6-12,0 5-188,0 0 0,1 0 0,0-1-1,0 1 1,1 0 0,-1-1 0,1 1-1,0-1 1,1 0 0,-1 1 0,1-1 0,0 0-1,0 0 1,1-1 0,0 1 0,3 2 200,11 12-6600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12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1 437 29662,'0'0'1011,"0"0"-617,0 0 3,0 0-16,16-25-160,118-165-91,63-11-110,-196 199-19,1 0-1,0 0 0,0 1 1,0-1-1,0 0 1,1 1-1,-1 0 0,0-1 1,1 1-1,-1 0 1,1 0-1,-1 1 0,1-1 1,-1 0-1,1 1 0,0-1 1,-1 1-1,1 0 1,-1 0-1,1 0 0,0 0 1,-1 1-1,1-1 1,0 1-1,-1-1 0,1 1 1,-1 0-1,1 0 1,-1 0-1,0 0 0,1 1 1,-1-1-1,0 1 0,0-1 1,0 1-1,0 0 1,0 0-1,0 0 0,0 0 1,-1 0-1,2 2 0,34 73 79,-34-67-72,0 0 0,1 0-1,0 0 1,0 0 0,1-1-1,0 0 1,1 0-1,0 0 1,0-1 0,1 0-1,0 0 1,0 0 0,1-1-1,0 0 1,1-1 0,-1 0-1,1 0 1,0-1 0,1 0-1,-1 0 1,9 2-7,-9-5-4,1 0 0,-1-1 0,1 0 0,-1-1 0,1 0 0,-1 0 0,1-1 0,-1 0 1,0-1-1,1 0 0,-1 0 0,0-1 0,0 0 0,-1-1 0,1 0 0,0 0 0,-1-1 0,0 0 0,0-1 0,-1 1 0,1-2 4,44-39-587,-5-1-844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 25149,'0'0'5714,"0"0"-5306,0 0 24,0 157 272,0-68-344,-9 36-360,-10 32 0,3 24 0,5 1 0,6-45-280,0-39-2089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13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1 235 28822,'0'0'824,"0"0"-432,159-31-160,-88 4-152,17-17-80,-19 7-240,-16 2-2584</inkml:trace>
  <inkml:trace contextRef="#ctx0" brushRef="#br0" timeOffset="184.474">358 0 28774,'0'0'904,"0"0"-680,-18 158-112,18-98-112,13-12-576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04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1272 27430,'0'0'891,"0"0"-195,0 0-116,3-20-109,14-62-147,-16 77-295,0-1-1,1 0 1,0 0 0,0 1 0,1-1 0,-1 1-1,1 0 1,0 0 0,1 0 0,-1 0 0,1 0-1,0 1 1,0 0 0,1-1 0,-1 2-1,1-1 1,1 0-29,10 2 163,-2-5-2281</inkml:trace>
  <inkml:trace contextRef="#ctx0" brushRef="#br0" timeOffset="344.311">252 805 17972,'0'0'12346,"0"0"-11681,0 0-281,0 0 184,0 0-208,0 0-272,0 0-48,20 33-40,-1-10-512,-5-2-816,-7-2-2225</inkml:trace>
  <inkml:trace contextRef="#ctx0" brushRef="#br0" timeOffset="599.281">171 1137 29094,'0'0'1913,"0"0"-1601,0 0 256,0 0-48,0 0-304,0 0-80,0 0-136,129 16 0,-78-9-696,-7-3-2281</inkml:trace>
  <inkml:trace contextRef="#ctx0" brushRef="#br0" timeOffset="2536.919">1657 639 26886,'0'0'1237,"0"0"-355,0 0-187,0 0-55,0 0-109,0 0-150,-7-16-36,-53-105 713,54 114-1055,0 1 1,0-1-1,-1 1 1,1 0-1,-1 1 0,-1 0 1,1 0-1,-1 0 1,0 1-1,0 0 0,0 1 1,0-1-1,-1 2 1,0-1-1,1 1 0,-1 1 1,0-1-1,0 1 0,0 1 1,0 0-1,0 0 1,1 1-1,-1 0 0,0 0 1,0 1-1,0 1 1,1-1-1,-1 1 0,1 0 1,0 1-1,0 0 1,0 1-1,-2 1-3,-9 10 0,1 1 0,0 1 0,2 0 0,0 1 0,1 1 0,1 0 0,1 1 0,0 0 0,2 1 0,1 1 0,0 0 0,2 0 0,-4 18 0,-1 16 0,2 1 0,3 0 0,3 0 0,2 1 0,3 12 0,28 117 0,-26-181 0,0 0 0,0 0 0,1 0 0,0-1 0,1 1 0,0-1 0,0 0 0,0 0 0,0 0 0,1-1 0,0 1 0,0-1 0,1 0 0,-1-1 0,1 1 0,0-1 0,0 0 0,1-1 0,-1 1 0,1-1 0,0 0 0,0-1 0,0 0 0,3 1 0,1-2 0,1-1 0,-1 0 0,0 0 0,0-1 0,1 0 0,-1-1 0,0 0 0,0-1 0,-1-1 0,1 1 0,-1-1 0,1-1 0,-1 0 0,0-1 0,-1 0 0,0 0 0,0-1 0,0 0 0,5-6 0,13-14 0,-1 0 0,-1-2 0,-2-1 0,-1-1 0,4-8 0,-5 9-5,-2-1 0,0 0 0,-2-1 0,-2-1 0,-1-1 0,-2 0 1,-1-1-1,-1 0 0,-2-1 0,-2 1 0,-1-1 0,-2-1 0,-1-30 5,-13 37-811,-3 24-2451,5 5-5372</inkml:trace>
  <inkml:trace contextRef="#ctx0" brushRef="#br0" timeOffset="3074.447">2182 975 27302,'0'0'2368,"0"0"-1439,0 0-244,0 0 2,0 0-148,3-17-314,41-126-193,118-95-32,-161 236 0,1 0 0,-1-1 0,0 1 0,1 1 0,-1-1 0,1 0 0,0 0 0,-1 1 0,1-1 0,0 1 0,0-1 0,0 1 0,0 0 0,0 0 0,1 0 0,-1 0 0,0 0 0,0 0 0,1 0 0,-1 1 0,0 0 0,1-1 0,-1 1 0,1 0 0,-1 0 0,1 0 0,-1 0 0,0 1 0,1-1 0,-1 0 0,0 1 0,1 0 0,-1 0 0,0 0 0,0 0 0,1 0 0,-1 0 0,84 168 0,-83-161 0,0 0 0,0 0 0,1 0 0,0 0 0,0-1 0,1 0 0,0 0 0,0 0 0,1 0 0,0-1 0,0 0 0,0 0 0,1-1 0,0 0 0,0 0 0,0 0 0,0-1 0,1 0 0,0-1 0,0 1 0,0-2 0,0 1 0,0-1 0,1 0 0,-1-1 0,1 0 0,-1 0 0,1-1 0,0 0 0,-1 0 0,5-2 0,-2-3 0,-1-1 0,0-1 0,0 0 0,-1 0 0,0-1 0,0 0 0,-1-1 0,0 0 0,0 0 0,0-2 0,1 0 0,92-119-1124,-60 71-785</inkml:trace>
  <inkml:trace contextRef="#ctx0" brushRef="#br0" timeOffset="3496.38">3251 1 30302,'0'0'631,"0"0"-359,0 0-64,0 0 119,24 0 21,150 11 276,-159-8-621,0 0-1,0 1 0,0 1 1,-1 0-1,0 1 1,0 0-1,-1 1 0,0 1 1,0 0-1,0 0 0,-1 2 1,0-1-1,-1 2 1,0 0-1,-1 0 0,0 0 1,-1 1-1,0 1 0,-1 0 1,0 0-1,-1 0 1,-1 1-1,4 11-2,-10 4 0,-1 1 0,-1-1 0,-2 1 0,-1-1 0,-1 0 0,-2 0 0,0-1 0,-2 0 0,-2 0 0,0-1 0,-1-1 0,-2 0 0,-1-1 0,-1 0 0,-18 19 0,-14 33 0,30-47 0,-43 100 0,63-128 0,-1-1 0,1 0 0,0 0 0,0 0 0,1 0 0,-1 0 0,0 0 0,0 0 0,0 0 0,1-1 0,-1 1 0,0 0 0,1-1 0,-1 1 0,0-1 0,1 1 0,-1-1 0,1 0 0,-1 1 0,1-1 0,-1 0 0,1 0 0,-1 0 0,1 0 0,-1-1 0,1 1 0,-1 0 0,1 0 0,-1-1 0,0 1 0,1-1 0,-1 0 0,0 1 0,1-1 0,2 0 0,21-5 0,0-2 0,0-1 0,-1-1 0,0-1 0,0-1 0,-2-1 0,6-5 0,23-11 0,-16 8-68,1 1 0,0 2-1,2 2 1,0 1 0,0 2 0,1 1 0,1 3 0,3 0 68,-1 7-1703</inkml:trace>
  <inkml:trace contextRef="#ctx0" brushRef="#br0" timeOffset="3752.056">4537 1079 27070,'0'0'5697,"0"0"-5697,0 0 0,0 0 0,0 0 0,0 0 0,-127 10-1856</inkml:trace>
  <inkml:trace contextRef="#ctx0" brushRef="#br0" timeOffset="11067.184">1768 2514 19172,'0'0'2610,"0"0"-1408,0 0-248,0 0 33,0 0-48,0 0 45,2 3 63,1 0-606,8 17 2578,-11-19-2678,-6-3 281,-20-17-450,-52-17-111,65 34-63,0 2 0,0 0 0,0 1 0,0 0 1,0 1-1,0 0 0,0 1 0,0 1 0,1 0 0,0 0 0,0 2 1,0-1-1,0 1 0,1 1 0,0 0 0,1 1 0,-1 0 0,1 0 0,1 1 1,-7 8 1,-2 5-2,1 0 0,2 1 1,0 0-1,1 2 1,2 0-1,0 0 1,2 1-1,1 0 0,1 1 1,1 0-1,1 0 1,2 0-1,0 1 1,2 0-1,1-1 1,2 1-1,1 10 2,-3-29 0,0 1-1,1-1 1,0 0 0,0 1 0,1-1-1,0 1 1,1-1 0,0 0 0,0 0-1,1 0 1,0 0 0,1 0-1,0-1 1,0 1 0,1-1 0,0 0-1,0 0 1,1-1 0,0 0 0,0 0-1,1 0 1,0 0 0,0-1 0,1-1-1,-1 1 1,1-1 0,0 0 0,1-1-1,-1 0 1,7 2 0,-4-5 2,1-1 0,-1 0-1,0-1 1,1 0 0,-1-1 0,0 0 0,0 0-1,0-1 1,0-1 0,-1 0 0,1 0 0,-1-1 0,0-1-1,-1 1 1,1-2 0,-1 1 0,0-1 0,6-6-2,133-159 27,-130 147-71,0-1 0,-2 0 0,-1-1 1,-2-1-1,0 0 0,-2-1 0,-1 0 0,-1-1 1,-1 0-1,-2 0 0,-1 0 0,-2-1 0,-1 0 0,-1-15 44,-9 39-1317,3 7-597</inkml:trace>
  <inkml:trace contextRef="#ctx0" brushRef="#br0" timeOffset="11486.17">2385 2978 26174,'0'0'3760,"0"0"-2793,0 0-832,0 0 44,0 0-2,0 0-90,8-4-25,16-11-49,-1-1 0,0-1 0,-2-1 0,0 0 0,-1-2 0,-1-1 0,-1 0 0,-1-1 0,10-16-13,60-70-2,-85 105 2,-1 1-1,1-1 1,-1 0-1,1 1 1,0 0 0,0-1-1,0 1 1,0 0-1,1 0 1,-1 0-1,1 0 1,-1 1 0,1-1-1,-1 0 1,1 1-1,0 0 1,0 0-1,0 0 1,0 0 0,0 0-1,0 1 1,0-1-1,0 1 1,0 0 0,0-1-1,0 2 1,0-1-1,0 0 1,0 1-1,0-1 1,0 1 0,0 0-1,0 0 1,0 0-1,-1 0 1,1 0-1,0 1 1,0 0 0,47 77 101,-45-67-61,2 0 0,-1 0 1,2-1-1,-1 0 0,2 0 0,-1-1 0,2 0 1,-1 0-1,11 8-40,-15-16 11,-1 1 1,1-1-1,0 0 1,0 0-1,0 0 0,0-1 1,0 0-1,1 0 1,-1 0-1,0-1 1,0 1-1,1-1 0,-1 0 1,0-1-1,0 0 1,1 1-1,-1-2 1,0 1-1,0 0 0,0-1 1,0 0-1,0 0 1,-1-1-1,1 1 0,0-1 1,1-1-12,101-88-202,-105 89 187,52-56-1008,-9 3-1603</inkml:trace>
  <inkml:trace contextRef="#ctx0" brushRef="#br0" timeOffset="11988.491">3638 2138 30254,'0'0'763,"0"0"-488,0 0-188,0 0 39,23 15 162,74 50-35,-87-58-233,0 1 0,-1-1 0,0 2 0,0-1 0,-1 1 0,0 0 0,0 1 0,-1 0 0,-1 0 0,0 1 1,0 0-1,-1 0 0,0 0 0,-1 0 0,2 10-20,-3-13-26,0 1-1,0 0 1,-1 0 0,-1 0-1,1 0 1,-1 0 0,-1 0-1,0 1 1,0-1 0,-1 0 0,0 0-1,0 0 1,-1 0 0,-1 0-1,1 0 1,-1 0 0,-1-1-1,0 0 1,0 1 0,0-1-1,-1-1 1,0 1 0,-1-1-1,0 0 1,0 0 0,0 0 0,-1-1-1,0 0 1,0 0 0,-1-1-1,1 0 1,-1 0 0,-4 1 26,-56 16-219,308-18 40,-237-3 191,1-1-1,0 1 0,0 0 0,-1 1 1,1-1-1,-1 1 0,1-1 0,-1 1 1,1 0-1,-1 0 0,0 1 0,0-1 1,0 0-1,0 1 0,-1 0 1,1 0-1,-1 0 0,0 0 0,1 0 1,-1 0-1,-1 1 0,1-1 0,0 1 1,-1-1-1,0 1 0,0 0 0,0 0 1,0-1-1,0 1 0,-1 0 1,0 0-1,0 0 0,0 0 0,0-1 1,0 1-1,-1 0 0,0 0 0,0 0 1,0-1-1,0 1 0,0 0 0,-1-1 1,0 1-1,0-1 0,0 0 1,0 0-1,-1 2-11,-11 14 20,-1 0 0,0-2 1,-1 1-1,-1-2 0,-1 0 1,0-1-1,-1-1 0,0-1 0,-6 2-20,-50 1-702,53-17-1463</inkml:trace>
  <inkml:trace contextRef="#ctx0" brushRef="#br0" timeOffset="13079.17">1618 1962 18988,'0'0'7394,"-30"15"-5581,-207 110-824,185-96-585,-40 21 18,2 4 1,3 4-1,2 3 0,-23 26-422,92-73 7,1 2 0,1-1-1,0 2 1,1 0 0,1 0-1,1 1 1,0 0 0,2 1-1,0 1 1,1-1 0,0 1-1,2 1 1,1-1 0,0 1-1,1 0 1,2 0 0,-1 16-7,0-14-11,1 1 1,1-1-1,0 1 0,2-1 1,1 1-1,1-1 0,1 0 1,1 0-1,1 0 1,1 0-1,1-1 0,0 0 1,2-1-1,1 0 1,0 0-1,2-1 0,0-1 1,2 0-1,0-1 1,10 9 10,9-2-1,1-1 0,1-1 0,1-3 1,1-1-1,1-1 0,1-2 0,17 3 1,20 1 16,0-4 0,1-3-1,1-4 1,0-3 0,0-3 0,47-6-16,-81 3 12,1093-4 179,-1041 5-189,0-4 1,0-5 0,68-15-3,-35-11 143,0-6 1,-3-5 0,-2-6 0,-2-5 0,96-61-144,-157 83-114,-1-3 0,-1-2 1,-3-3-1,-1-2 0,-2-3 1,-3-2-1,-1-2 0,-3-2 1,39-58 113,-74 95-28,-1-2 1,-1 1-1,-1-1 1,0-1-1,-2 0 1,0 0-1,-1 0 1,-1-1-1,0 0 1,-2 0-1,0 0 1,-1 0 0,-2-1-1,0 1 1,-1 0-1,-1-1 1,0 1-1,-2 0 1,0 0-1,-6-13 28,-13-14 72,-2 1 0,-2 0-1,-3 3 1,-1 0 0,-1 2 0,-3 1-1,-1 2 1,-2 1 0,-40-28-72,22 22 32,-2 3 0,-2 2 1,-1 3-1,-2 2 1,-1 4-1,-2 2 0,0 3 1,-2 3-1,0 3 1,-1 3-1,-1 2 0,0 4 1,-1 4-1,1 2 1,-1 3-1,0 3 0,-56 11-32,-52 22 13,1 9 0,3 6 0,2 9 0,-102 52-13,106-40-358,39-14-630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1949 1373 29870,'0'0'1153,"0"0"-665,-25-21-131,-80-70 14,31-10 39,62 75-355,-16-29-7,19 34-47,-1 0 0,0 1 1,-2 0-1,0 0 1,-1 1-1,-1 1 0,-1 0 1,0 1-1,-1 1 1,-1 0-1,-14-9-1,24 21 0,-1 0 0,1 1 0,-1 0 0,0 0 0,0 1 0,0 0 0,0 0 0,0 1 0,0 0 0,0 0 0,-1 1 0,1 0 0,0 0 0,0 1 0,-1 0 0,1 1 0,0 0 0,0 0 0,0 1 0,1 0 0,-1 0 0,0 1 0,1 0 0,0 0 0,-3 2 0,-12 10 0,1 1 0,0 1 0,1 0 0,1 2 0,1 0 0,0 1 0,-2 6 0,-21 37 0,3 2 0,3 2 0,3 1 0,3 1 0,3 2 0,4 0 0,2 2 0,4 0 0,2 1 0,5 1 0,2-1 0,4 1 0,3 0 0,5 22 0,-4-43 0,2 0 0,2-1 0,3 1 0,2-1 0,2-1 0,3 0 0,2-1 0,3 0 0,1-2 0,14 20 0,-25-57 0,0-1 0,1 0 0,1-1 0,0 0 0,1-1 0,0 0 0,0-1 0,1 0 0,0-1 0,1-1 0,-1 0 0,2-1 0,-1-1 0,0 0 0,1-1 0,0-1 0,0-1 0,0 0 0,0 0 0,1-2 0,-1 0 0,0-1 0,0-1 0,0 0 0,0-1 0,0-1 0,-1 0 0,1-1 0,-1-1 0,0-1 0,1-1 0,21-15 0,-2-1 0,0-2 0,-2-2 0,-1-1 0,-2-1 0,0-2 0,-3-1 0,0-1 0,-2-1 0,-2-1 0,-1-1 0,-2-1 0,11-32 0,-17 41 0,-2-1 0,-1-1 0,-1 0 0,-2-1 0,-1 0 0,-2 0 0,0 0 0,-3-1 0,0-19 0,-27-188 0,31 205-2194,10 35-1869</inkml:trace>
  <inkml:trace contextRef="#ctx0" brushRef="#br0" timeOffset="1359.29">0 384 29030,'0'0'920,"0"0"-447,173-40-41,-44-7-128,35-16 16,1-3-72,-6 4-160,-20 16-32,-31 15-24,-23 12-32,-11 11 8,-10 6-8,29 2-152,-15 0-368,-11 0-1369</inkml:trace>
  <inkml:trace contextRef="#ctx0" brushRef="#br0" timeOffset="675.335">3177 2382 30663,'0'0'977,"0"0"-506,0 0-132,16 16-22,-16-15-317,1 1 0,-1 0 0,1 0 0,-1 0 0,0 0 0,0 0 0,0 0 0,0 0 0,0 0 0,-1 0 0,1 0 0,0 0 0,-1-1 0,0 1 0,1 0 0,-1 0 0,0 0 0,0-1 0,0 1 0,0 0 0,0-1 0,0 1 0,-1-1 0,1 1 0,0-1 0,-1 0 0,1 1 0,-1-1 0,1 0 0,-1 0 0,0 0 0,0 0 0,1 0 0,-1-1 0,0 1 0,0-1 0,0 1 0,0-1 0,0 1 0,0-1 0,0 0 0,1 0 0,-1 0 0,0 0 0,0 0 0,0-1 0,-1 1 0,-1-4 0,1 0 0,0 0 0,0 0 0,1-1 0,-1 1 0,1-1 0,0 1 0,0-1 0,0 0 0,1 0 0,-1 0 0,1 0 0,1 0 0,-1 0 0,1 0 0,0 0 0,0 0 0,0-1 0,1 0 0,-2-4 0,1-165 0,14 123 0,-14 51 0,1 0 0,-1 0 0,0 0 0,1 0 0,-1 1 0,1-1 0,-1 0 0,1 0 0,-1 0 0,1 1 0,0-1 0,-1 0 0,1 1 0,0-1 0,-1 0 0,1 1 0,0-1 0,0 1 0,0-1 0,-1 1 0,1 0 0,0-1 0,0 1 0,0 0 0,0 0 0,0-1 0,0 1 0,0 0 0,0 0 0,0 0 0,0 0 0,-1 0 0,1 0 0,0 1 0,0-1 0,0 0 0,0 0 0,0 1 0,0-1 0,0 0 0,0 1 0,-1-1 0,1 1 0,0-1 0,0 1 0,-1-1 0,1 1 0,0 0 0,-1-1 0,1 1 0,0 0 0,-1 0 0,1-1 0,-1 2 0,6 10 0,0 1 0,-1 0 0,-1 1 0,0-1 0,-1 1 0,0 0 0,-1 0 0,-1 0 0,0 0 0,-1 0 0,0 0 0,-1 0 0,-3 13 0,3-17 0,0 2 0,0 0 0,-1 1 0,-1-1 0,0 0 0,0-1 0,-1 1 0,-1 0 0,0-1 0,0 0 0,-1 0 0,-1-1 0,0 0 0,0 0 0,-1 0 0,0-1 0,-1 0 0,0-1 0,-6 6 0,14-14 0,0 1 0,1 0 0,-1 0 0,0 0 0,0 0 0,0-1 0,0 1 0,0 0 0,0-1 0,0 1 0,0-1 0,0 1 0,0-1 0,0 0 0,0 1 0,0-1 0,0 0 0,-1 0 0,1 0 0,0 0 0,0 0 0,0 0 0,0 0 0,-1 0 0,1 0 0,0 0 0,0-1 0,0 1 0,0 0 0,0-1 0,0 1 0,0-1 0,0 1 0,0-1 0,0 0 0,0 1 0,0-1 0,0 0 0,0 0 0,1 1 0,-1-1 0,0 0 0,0 0 0,1 0 0,-1 0 0,1 0 0,-1 0 0,1 0 0,-1 0 0,1-1 0,0 1 0,-5-64 0,5 56 0,1-2 0,-1 0 0,2 0 0,-1 0 0,1 0 0,1 1 0,0-1 0,1 1 0,0 0 0,0-1 0,1 2 0,0-1 0,1 1 0,0-1 0,0 2 0,1-1 0,1 1 0,-1 0 0,1 0 0,0 1 0,1 0 0,0 1 0,-8 4 0,1 1 0,0-1 0,-1 1 0,1 0 0,0 0 0,0 0 0,0 0 0,0 0 0,0 0 0,0 0 0,0 1 0,0-1 0,0 1 0,1-1 0,-1 1 0,0 0 0,0 0 0,0 0 0,0 0 0,1 0 0,-1 0 0,0 1 0,0-1 0,0 1 0,0 0 0,0-1 0,0 1 0,0 0 0,0 0 0,0 0 0,0 1 0,0-1 0,-1 0 0,1 1 0,0-1 0,-1 1 0,1-1 0,-1 1 0,0 0 0,0-1 0,1 1 0,-1 0 0,0 0 0,0 0 0,-1 0 0,1 0 0,0 0 0,-1 0 0,1 1 0,-1-1 0,0 0 0,0 0 0,0 2 0,0 3 0,0 1 0,-1-1 0,0 1 0,0-1 0,-1 1 0,0-1 0,-1 0 0,1 0 0,-1 0 0,-1 0 0,1-1 0,-1 1 0,0-1 0,-1 0 0,1 0 0,-1 0 0,0-1 0,-1 0 0,0 0 0,1 0 0,-1 0 0,-1-1 0,1 0 0,-1-1 0,-1 1 0,-13-1 0,4-74-347,17 20-1258</inkml:trace>
  <inkml:trace contextRef="#ctx0" brushRef="#br0" timeOffset="1846.973">5 885 28830,'44'289'1353,"46"142"-1353,-54-271 142,209 1238-11,-237-1338-124,-5-15-4,3 0 0,2-1 0,2 0 0,1 0 1,18 41-4,-27-83 14,1 1 0,-1-1 0,1 1 1,-1-1-1,1 0 0,0 0 0,-1 0 1,1-1-1,0 1 0,0-1 0,1 1 1,-1-1-1,0 0 0,0 0 0,1-1 1,-1 1-1,0-1 0,1 1 0,-1-1 1,0 0-1,1 0 0,-1-1 0,1 1 1,-1-1-1,0 1 0,0-1 0,1 0 1,-1-1-1,0 1 0,0 0 0,0-1 1,0 0-1,0 1 0,0-1 1,-1 0-1,1-1 0,-1 1 0,1 0 1,0-2-15,9-2 62,144-71 197,4 8-1,2 6 0,3 8 0,2 6 1,2 8-1,2 8-258,483-57-9,-636 87-241,0 0 1,0-2-1,-1 0 1,0-1-1,0-1 1,0 0-1,-1-1 0,0-1 1,-1-1-1,9-6 250,15-17-4080</inkml:trace>
  <inkml:trace contextRef="#ctx0" brushRef="#br0" timeOffset="2200.891">1995 268 29862,'0'0'605,"0"0"-267,0 0-119,4 29 161,67 298 436,68 211-269,-11 73-547,23 290 0,-90-682 0,-60-217-42,0 2-25,-1-1 0,1 0 1,0 0-1,-1 0 0,1 0 1,1 0-1,-1 0 0,0 0 0,1-1 1,0 1-1,-1 0 0,1-1 1,0 1-1,0-1 0,1 0 1,-1 1-1,0-1 0,1 0 1,-1-1-1,1 1 0,0 0 0,-1-1 1,1 1-1,0-1 0,0 0 1,0 0-1,0 0 0,0 0 1,3 0 66,5-1-4193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27822,'0'0'2240,"0"0"-1976,0 0-184,0 0-15,0 0 295,0 0-64,138-37-120,-76 10-120,10-2-24,2 0-24,-3 2-8,17-8-144,-17 8-552,-16 2-1897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29862,'0'0'753,"0"0"-529,-7 160-96,7-77 16,0 6-40,16 2-104,23 35-88,-11-24-1065,4-19-3824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30543,'0'0'1152,"0"0"-1120,0 0-32,0 0-8,117-52 8,-71 35 0,35-14-184,-7 2-400,-10 0-1777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30567,'0'0'712,"-9"174"-528,9 7-120,32 38-64,5-32-40,-7-27-784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3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71 697 25701,'0'0'2828,"0"0"-1645,0 0-522,0 0-137,0 0-104,0 0-132,-10-17-100,-34-55-40,28-25 156,17 71-210,-1 23-85,-1-16 29,1-1 0,0 1-1,1-1 1,1 1 0,1 0-1,1 0 1,1 0 0,0 0 0,1 1-1,1-1 1,1 1-38,-6 13 0,0-1-1,1 1 1,-1 0 0,1 0-1,0 0 1,1 0 0,-1 1-1,1-1 1,0 1 0,0 0 0,0 0-1,0 0 1,1 1 0,0 0-1,-1-1 1,1 1 0,1 1-1,-1-1 1,0 1 0,0 0-1,1 0 1,0 1 0,-1 0-1,1 0 1,0 0 0,-1 0-1,1 1 1,0 0 0,0 0 0,-1 1-1,1-1 1,0 1 0,-1 1-1,1-1 1,-1 1 0,1 0-1,-1 0 1,1 0 0,229 231 16,-233-232-16,-1 0 0,0 0 0,1 0 0,-1 0 0,1 0 0,-1 0 0,1 0 0,-1-1 0,1 1 0,0 0 0,-1-1 0,1 0 0,0 1 0,0-1 0,-1 0 0,1 0 0,0 0 0,0 0 0,-1 0 0,1 0 0,0 0 0,-1-1 0,1 1 0,0 0 0,0-1 0,-1 0 0,1 1 0,-1-1 0,1 0 0,-1 0 0,1 0 0,-1 0 0,1 0 0,-1 0 0,0 0 0,0-1 0,1 1 0,-1 0 0,0-1 0,0 1 0,0-1 0,-1 1 0,1-1 0,0 1 0,0-1 0,-1 0 0,1 1 0,-1-1 0,0 0 0,1 1 0,-1-1 0,0 0 0,0 0 0,0 1 0,0-2 0,86-323-83,-72 293-581,-8 15-1086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4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2995 26398,'0'0'3688,"0"0"-3287,0 0-89,0 0 136,0 0-48,0 0-136,0 0-208,-27 35-24,61-51-8,12-7-8,17-4 0,3-6-16,6 2-16,38-21-272,-20 11-448,-18 3-1209</inkml:trace>
  <inkml:trace contextRef="#ctx0" brushRef="#br0" timeOffset="346.287">853 2274 29686,'0'0'1183,"0"0"-852,0 0-262,24 17 31,79 60 76,-85-64-145,-1 0 0,0 1-1,-2 1 1,1 1 0,-2 0-1,0 1 1,-1 0 0,-1 1-1,0 1 1,1 5-31,-5-4-34,-2 1-1,-1 0 1,0 0 0,-1 0-1,-2 0 1,0 1-1,-1-1 1,-1 1 0,-2-1-1,0 1 1,-1-1-1,0 0 1,-2 0 0,-1 0-1,-1 0 1,0-1-1,-1 0 1,-2-1 0,-6 10 34,-166 265-180,171-276 233,14-11-26,90-33-19,-69 15-2,295-124-526,-236 103-1067</inkml:trace>
  <inkml:trace contextRef="#ctx0" brushRef="#br0" timeOffset="-1875.19">3991 1030 30695,'0'0'924,"0"0"-630,0 0-124,0 0 182,0 0-77,-9-3-219,-27-7-55,16 44-1,19-30 0,0 0 0,0 0 0,0 0 0,-1-1 0,1 1 0,-1 0 0,0-1 0,0 1 0,0-1 0,-1 1 0,1-1 0,-1 0 0,0 0 0,0 0 0,0-1 0,0 1 0,0 0 0,0-1 0,-1 0 0,1 0 0,-1 0 0,0 0 0,0-1 0,1 0 0,-1 1 0,0-1 0,0-1 0,0 1 0,0 0 0,0-1 0,0 0 0,-5 0 0,-5-46-16,13 38 10,0-1 1,0 1-1,1-1 0,0 1 1,0 0-1,1-1 0,0 1 1,1 0-1,0 0 0,0-1 1,0 1-1,1 1 0,1-1 1,-1 0-1,1 1 0,1 0 1,-1 0-1,1 0 0,0 0 1,1 1-1,0 0 0,0 0 1,0 0-1,5-3 6,-10 8 2,0 0 0,0 0 1,1 0-1,-1 1 0,0-1 1,0 0-1,1 1 0,-1-1 0,0 0 1,1 1-1,-1 0 0,0-1 0,1 1 1,-1 0-1,1 0 0,-1-1 0,1 1 1,-1 0-1,0 0 0,1 1 0,-1-1 1,1 0-1,-1 0 0,1 1 0,-1-1 1,0 1-1,1-1 0,-1 1 0,0 0 1,0 0-1,1-1 0,-1 1 0,0 0 1,0 0-1,0 0 0,0 0 1,0 0-1,0 0 0,0 0 0,0 1 1,-1-1-1,1 0 0,0 0 0,-1 1 1,1-1-1,-1 0 0,1 1 0,-1-1 1,0 1-1,0-1 0,1 1 0,-1-1 1,0 0-1,0 1 0,0 0-2,-3 86 28,2-81-28,-1 0 0,1 0 0,-1-1 0,0 1 0,-1 0 0,1-1 0,-1 0 0,0 1 0,-1-1 0,0 0 0,0-1 0,0 1 0,-1-1 0,1 1 0,-1-1 0,0-1 0,-1 1 0,1-1 0,-1 0 0,-6 3 0,10-8 0,0 0 0,0 0 0,0 0 0,0 0 0,1 0 0,-1-1 0,0 1 0,0-1 0,1 1 0,-1-1 0,1 1 0,0-1 0,0 0 0,-1 0 0,1 0 0,0 0 0,0 0 0,1 0 0,-1 0 0,0 0 0,1 0 0,-1 0 0,1-1 0,0 1 0,-1 0 0,1 0 0,0 0 0,1-1 0,-1 1 0,0 0 0,0 0 0,1 0 0,0 0 0,-1 0 0,1 0 0,0-2 0,0-6 0,-2 7 0,1 0 0,-1 0 0,1 0 0,0 0 0,0 0 0,0 0 0,1 0 0,-1 0 0,1 0 0,0 0 0,-1 0 0,1 0 0,1 0 0,-1 0 0,0 0 0,1 1 0,-1-1 0,1 0 0,0 1 0,0 0 0,0-1 0,0 1 0,0 0 0,0 0 0,1 0 0,-1 0 0,1 0 0,0 1 0,-1-1 0,1 1 0,0 0 0,0 0 0,0 0 0,0 0 0,0 0 0,0 0 0,0 1 0,0 0 0,0-1 0,4 29 0,-40 43 0,21-62-275,9-9-1098</inkml:trace>
  <inkml:trace contextRef="#ctx0" brushRef="#br0" timeOffset="-2935.404">1680 590 30519,'0'0'813,"0"0"-208,0 0-110,-18-20-209,-59-72-237,33-10-49,35 67 0,2 15 0,-1 0 0,-1 1 0,0-1 0,-2 2 0,0-1 0,-1 1 0,0 1 0,-2 1 0,-10-11 0,17 20 0,0 0 0,-1 0 0,0 1 0,0 0 0,-1 0 0,0 1 0,0 0 0,0 1 0,-1 0 0,1 0 0,-1 1 0,0 0 0,0 1 0,0 0 0,0 0 0,0 1 0,-1 1 0,1 0 0,0 0 0,-1 1 0,1 0 0,3 1 0,0 0 0,0 0 0,0 1 0,1-1 0,-1 2 0,0-1 0,1 1 0,0 0 0,0 0 0,0 1 0,1-1 0,0 1 0,-1 1 0,2-1 0,-1 1 0,1 0 0,-1 0 0,2 0 0,-1 0 0,1 1 0,-1 0 0,-17 40 0,2 0 0,2 1 0,1 1 0,4 1 0,1 0 0,2 0 0,3 1 0,2 0 0,2 20 0,-4 20 0,4 0 0,4 0 0,4-1 0,4 1 0,4-2 0,3 1 0,26 70 0,-40-152 0,-1 0 0,2 0 0,-1-1 0,1 1 0,0-1 0,1 0 0,-1 0 0,2 0 0,-1-1 0,1 0 0,0 0 0,0 0 0,0-1 0,1 0 0,0 0 0,0 0 0,0-1 0,0 0 0,1-1 0,0 0 0,-1 0 0,1 0 0,1-1 0,-1 0 0,0-1 0,0 0 0,1 0 0,-1-1 0,2 0 0,2 0 0,0-1 0,0-1 0,0 0 0,0 0 0,0-1 0,-1-1 0,1 0 0,-1 0 0,0-1 0,0-1 0,0 0 0,-1 0 0,0-1 0,0 0 0,-1-1 0,0 0 0,0 0 0,-1-1 0,1-2 0,138-195 0,-117 154 0,-2-1 0,-2-2 0,-3-1 0,-3 0 0,-1-1 0,-4-2 0,-2 1 0,-2-2 0,2-53 0,-16-123 0,-41 123 48,37 102-137,1-1 0,0 0-1,1-1 1,0 1-1,1-1 1,0 0 0,1 0-1,1 0 1,-2-13 89,6 5-2621,6 5-4276</inkml:trace>
  <inkml:trace contextRef="#ctx0" brushRef="#br0" timeOffset="-2501.896">2848 561 28502,'0'0'2375,"0"0"-1647,-13-23-413,-84-158 443,-44-46-661,132 216-98,-1 0 1,0 0-1,0 1 1,-1 1-1,0-1 1,-1 2 0,0 0-1,0 0 1,-1 1-1,0 0 1,0 1-1,-1 1 1,1 0-1,-1 1 1,0 1-1,0 0 1,-4 0 0,14 3 0,-1-1 0,0 1 0,1 0 0,-1 1 0,1-1 0,-1 1 0,1 0 0,-1 0 0,1 1 0,-1-1 0,1 1 0,0 0 0,0 0 0,0 0 0,0 1 0,0 0 0,0-1 0,1 1 0,-1 0 0,1 1 0,0-1 0,0 1 0,0-1 0,0 1 0,1 0 0,0 0 0,-1 0 0,1 0 0,1 0 0,-1 1 0,-12 28 0,1 0 0,1 1 0,2 0 0,2 1 0,1 0 0,1 1 0,3-1 0,0 5 0,-5 16 0,2 0 0,3 0 0,2 1 0,3-1 0,2 1 0,2-1 0,3 0 0,3-1 0,2 0 0,2-1 0,2-1 0,3 0 0,2-2 0,15 22 0,-32-63 0,2 0 0,-1 0 0,2 0 0,-1-1 0,1-1 0,0 0 0,1 0 0,0-1 0,0 0 0,1 0 0,-1-1 0,2-1 0,-1 0 0,0 0 0,1-1 0,0 0 0,0-1 0,0-1 0,0 0 0,1-1 0,-6-1 0,-1-2 0,0 1 0,0-1 0,1 0 0,-1 0 0,0 0 0,-1-1 0,1 0 0,0-1 0,-1 1 0,0-1 0,0 0 0,0 0 0,0 0 0,0-1 0,-1 0 0,0 0 0,0 0 0,0 0 0,-1-1 0,0 1 0,0-1 0,0 0 0,-1 0 0,0 0 0,0 0 0,0 0 0,-1 0 0,1-3 0,19-59 0,-2-2 0,-3 0 0,-4 0 0,3-54 0,-2-243 0,12 258-1015,-7 77-923</inkml:trace>
  <inkml:trace contextRef="#ctx0" brushRef="#br0" timeOffset="1208.009">2922 2093 29326,'0'0'738,"0"0"-389,20-7-13,145-41 226,-126 41-499,1 1 1,1 3-1,-1 1 1,0 2-1,6 2-63,-39-1 3,-1 0 0,0 1 0,0-1-1,0 1 1,0 0 0,0 0 0,-1 1 0,1 0 0,-1 0 0,1 0-1,-1 1 1,0-1 0,-1 1 0,1 0 0,0 1 0,-1-1-1,0 1 1,0 0 0,-1 0 0,1 0 0,-1 1 0,0-1-1,0 1 1,-1 0 0,0-1 0,0 1 0,0 0 0,0 3-3,12 179 20,-20-123-91,-4-1 0,-2 0-1,-2-1 1,-4 0 0,-2-2 0,-3 0-1,-10 14 72,-56 85-185,89-160 187,0 0-1,1 0 1,-1 0-1,0 0 1,1 0 0,-1 0-1,0 0 1,0 0-1,1 1 1,-1-1 0,0 0-1,1 0 1,-1 0-1,0 0 1,1 1 0,-1-1-1,0 0 1,0 0-1,0 0 1,1 1 0,-1-1-1,0 0 1,0 0-1,0 1 1,1-1 0,-1 0-1,0 1 1,0-1-1,0 0 1,0 1-1,0-1 1,0 0 0,0 0-1,1 1 1,-1-1-1,0 0 1,0 1 0,0-1-1,0 0 1,-1 1-1,1-1 1,0 0 0,0 1-1,0-1 1,0 0-1,0 1 1,0-1 0,0 0-1,-1 1 1,1-1-1,0 0 1,0 0-2,1 0 6,220-72 145,300-21-456,-477 88-1324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595 197 29614,'0'0'674,"0"0"-209,0 0-130,0 0-10,0 0 19,-15-8-51,-50-31-104,25-20 6,37 53-193,0 0 0,-1 0 0,1 0 0,-1 1 0,-1 0 0,1-1 0,-1 1 0,0 1 0,0-1 0,0 1 0,-1 0 0,0 0 1,0 0-1,0 1 0,0 0 0,0 0 0,0 1 0,-1 0 0,1 0 0,-1 0 0,0 1 0,0 0 0,1 0 0,-1 0 0,0 1 0,0 0 0,0 1 1,0 0-1,1 0 0,-1 0 0,0 1 0,1-1 0,-1 2 0,1-1 0,0 1 0,-1 0 0,1 0 0,-2 3-2,-8 9-3,2 0-1,0 2 0,1 0 1,1 0-1,1 1 1,0 1-1,1-1 0,1 2 1,1-1-1,-5 17 4,-13 39-1,4 1-1,2 0 0,4 2 1,4 0-1,2 1 0,5 0 1,2 1-1,5 12 2,-3-85-4,0 0 1,1 0 0,0 1-1,0-1 1,1 0-1,0 0 1,0 1-1,0-1 1,1 0-1,0 0 1,1 0-1,-1-1 1,1 1-1,1 0 1,-1-1-1,1 0 1,0 0 0,1 0-1,-1 0 1,1-1-1,0 0 1,1 0-1,-1 0 1,1-1-1,0 1 1,0-1-1,0-1 1,1 1-1,-1-1 1,4 1 3,-1-3-7,0 1 0,1-1 0,-1-1 0,0 0 0,1 0 0,-1-1 0,0 0 0,1-1 0,-1 0 0,0 0 1,0-1-1,-1 0 0,1-1 0,0 0 0,-1 0 0,0 0 0,0-1 0,0-1 0,-1 1 0,0-1 0,0-1 0,0 1 0,-1-1 0,1-1 7,19-23 19,-2-1 0,-1-2-1,-1 0 1,16-37-19,-15 26 13,-2-1 1,-3-1-1,-1 0 0,-2-1 1,-3-1-1,-2-1 0,-1 0 1,0-46-14,-7 71-241,1 0 1,1-1-1,1 1 1,1 0-1,1 1 1,1 0-1,1 0 1,2 1-1,6-12 241,13-14-2083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570 262 28886,'0'0'1007,"0"0"-260,0 0 58,0 0-59,0 0-374,-10-20-199,-35-67-142,39 76-31,0 1 0,-1-1 0,0 1 0,-1 0 0,0 1 0,-1 0 0,0 0 0,0 1 0,-1 0 0,0 1 0,0 0 0,-1 1 0,0 0 0,0 0 0,0 1 0,-1 0 0,0 1 0,1 1 0,-2 0 0,1 0 0,0 1 0,0 1 0,-1 0 0,1 1 0,-6 0 0,10 2 0,0-1 0,1 2 0,-1-1 0,0 1 0,1 0 0,-1 0 0,1 1 0,0 0 0,1 0 0,-1 1 0,1 0 0,-1 0 0,1 0 0,1 1 0,-1 0 0,1 0 0,0 1 0,0-1 0,1 1 0,0 0 0,0 0 0,1 0 0,-1 3 0,-61 180 0,56-153 0,0 0 0,3 1 0,1 1 0,1-1 0,3 0 0,1 1 0,2 5 0,0-36 0,0-1 0,1 1 0,-1-1 0,2 0 0,-1 1-1,1-1 1,0-1 0,1 1 0,-1-1 0,1 0 0,1 0 0,-1 0 0,1 0 0,0-1 0,0 0 0,0 0-1,1-1 1,0 0 0,0 0 0,0-1 0,0 1 0,1-2 0,-1 1 0,1-1 0,0 0 0,-1 0 0,1-1-1,0 0 1,3-1 0,-4-1 0,1-1 0,-1-1-1,1 1 1,-1-1-1,0-1 1,0 1-1,0-1 1,-1 0 0,1-1-1,-1 0 1,0 0-1,0 0 1,-1 0-1,1-1 1,-1 0 0,-1 0-1,1-1 1,-1 1-1,0-1 1,0 0 0,-1 0-1,0 0 1,0-1-1,0-4 1,9-11-7,28-46-874,3 3 1,2 1-1,4 2 1,22-21 880,8-5-4380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10402,'0'0'17148,"0"0"-16276,0 0-640,0 0 56,0 0 176,0 0 48,0 0-168,140-101-208,-80 67-136,39-22-16,-14 11-456,-11 3-1184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28782,'0'0'1230,"0"0"-554,0 0-269,0 0-105,0 0-68,0 0-85,-8 28-60,-47 195 14,47-170-90,-13 65-3,5 0 0,6 1 0,4 51-10,7-166-3,0 0 1,0-1-1,0 1 0,0 0 1,1 0-1,0-1 0,0 1 1,0-1-1,0 1 0,0-1 1,1 0-1,-1 0 0,1 0 1,0 0-1,0 0 0,0-1 0,0 1 1,1-1-1,-1 0 0,1 0 1,-1 0-1,1 0 0,0-1 1,-1 1-1,1-1 0,0 0 1,0 0-1,0-1 0,0 1 1,0-1-1,0 0 0,0 0 1,0 0-1,0 0 0,0-1 1,0 0-1,0 0 0,0 0 1,0 0-1,0 0 0,-1-1 1,1 0-1,0 0 0,-1 0 1,1-1 2,26-11-26,0-2 0,-2-2 0,0 0 0,-1-2 0,-1-1 0,-1-1 0,11-12 26,-31 28-12,42-37-427,-1-3-1,-3-2 0,-2-2 1,-2-1-1,-3-2 1,29-55 439,-31 38-2834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24797,'0'0'3529,"0"0"-2809,0 0-264,0 0 32,-99 170-55,87-74-57,10 30-152,2 30-128,9 6-48,14-26-48,5-22-400,-7-49-865,-8-28-3264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3:5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5 652 7458,'0'0'13856,"0"0"-9709,0 0-2982,0 0-449,0 0-151,0 0-70,0-5-70,-3-16-76,2 16-117,1 8-86,22 102 788,306 1278-83,-324-1370-852,3 22-4,2-1-1,1 1 1,2-2-1,2 0 1,13 24 5,-26-55-31,0 0 0,0 0 1,0-1-1,0 1 1,1 0-1,-1-1 1,0 0-1,1 1 0,-1-1 1,1 0-1,0 0 1,-1 1-1,1-1 0,0 0 1,0-1-1,-1 1 1,1 0-1,0-1 0,0 1 1,0-1-1,0 1 1,0-1-1,0 0 0,0 0 1,0 0-1,0 0 1,0 0-1,0 0 0,0-1 1,0 1-1,0 0 1,0-1-1,0 0 0,0 0 1,0 1-1,-1-1 1,1 0-1,0 0 0,-1-1 1,1 1-1,0 0 1,-1 0-1,0-1 0,1 1 1,-1-1-1,0 1 1,1-1-1,-1 0 0,0 0 1,0 1-1,-1-1 1,1 0 30,23-44-1786</inkml:trace>
  <inkml:trace contextRef="#ctx0" brushRef="#br0" timeOffset="-192335.871">6181 2456 28726,'0'0'1024,"0"0"-327,0 0-337,0 0-104,0 0 104,-9 125 144,-12-35-168,-21 39-112,-28 44-120,-16 27-48,-8 5-32,4-6-24,22-24-16,20-36-328,11-41-496,15-43-1001,11-51-3784</inkml:trace>
  <inkml:trace contextRef="#ctx0" brushRef="#br0" timeOffset="-192053.838">6245 3058 20460,'131'-75'8922,"29"0"-8202,-2 4-183,-37 22-65,-47 19-152,-15 3-64,7-3-120,4 2-96,0 7-40,-21 17-344,-21 4-985,-23 0-3400</inkml:trace>
  <inkml:trace contextRef="#ctx0" brushRef="#br0" timeOffset="-191790.374">6749 2991 28702,'-44'128'1048,"0"22"-408,0 10-279,14-38-121,19-47-136,11-25-72,0-19-32,28-31-560,3 0-1545,2-27-10586</inkml:trace>
  <inkml:trace contextRef="#ctx0" brushRef="#br0" timeOffset="-191540.752">7777 2113 6697,'0'0'18544,"0"0"-14263,0 0-3695,0 0-34,0 0-69,0 0-37,-4 36-94,-28 133-142,-50 7-126,49-119-91,-95 171-381,-56 147 388,140-246-1691,44-130 1667,0 1-1,1 0 1,-1 0-1,0 0 1,0-1 0,1 1-1,-1 0 1,0 0-1,1 0 1,-1 0 0,0 0-1,1 0 1,-1-1-1,0 1 1,1 0 0,-1 0-1,0 0 1,1 0-1,-1 0 1,0 0-1,1 0 1,-1 1 0,0-1-1,1 0 1,-1 0-1,0 0 1,1 0 0,-1 0-1,0 0 1,1 1-1,-1-1 1,0 0 0,0 0-1,1 0 1,-1 1-1,0-1 1,0 0-1,1 0 1,-1 1 0,0-1-1,0 0 1,0 1-1,1-1 1,-1 0 0,0 0-1,0 1 1,0-1-1,0 0 1,0 1 0,0-1-1,0 0 1,0 1-1,0-1 1,0 0-1,0 1 1,0-1 0,0 1-1,0-1 1,0 0 24,145-137-328,-39 52 897,3 5 0,4 5 1,3 5-1,2 4 0,11 3-569,-9 1 205,-70 33-139,80-27 1,-87 60-1092,-40 12-1573</inkml:trace>
  <inkml:trace contextRef="#ctx0" brushRef="#br0" timeOffset="-191539.752">7843 3169 26078,'0'0'4993,"0"0"-4601,0 0-184,0 0 24,155-20 40,-98-2-136,-2 4-136,-18 16-288,-13 2-1152,-19 2-6362</inkml:trace>
  <inkml:trace contextRef="#ctx0" brushRef="#br0" timeOffset="-190754.583">7227 5264 24309,'169'-93'6642,"21"0"-6146,-19 26-96,-13 10 0,-16 10-112,-30 9-160,-24 10-80,-27 11-48,-17 5-64,-11-4-400,-11 4-792,-13-6-2145</inkml:trace>
  <inkml:trace contextRef="#ctx0" brushRef="#br0" timeOffset="-190489.98">8088 4411 23845,'1'32'5595,"51"566"-2804,34 224-2255,-59-591-536,-10 1 0,-11 31 0,-6-236 0,-1 1 0,-1-1 0,-2 0 0,-1 0 0,-1 0 0,-9 23 0,11-39 0,-1-1 0,0 0-1,0 0 1,-2 0 0,1-1-1,-1 0 1,0 0 0,-1 0-1,0-1 1,0 0 0,-1-1-1,0 0 1,0 0 0,-1-1-1,1 0 1,-1-1 0,-8 3 0,-5 1-59,-1-1 0,1 0 0,-2-2 0,1-1 0,-1-1 1,1-1-1,-1-1 0,0-2 0,0 0 0,0-1 0,0-2 1,0 0-1,1-2 0,-1-1 0,1-1 0,1 0 0,-1-2 1,1-1-1,1-1 0,0-1 0,0 0 0,2-2 0,-1-1 1,2 0-1,-1-2 59,-4-12-258,1-1-1,1-1 1,2 0 0,1-2 0,2 0 0,1-1 0,1-1 0,2 0 0,2-1 0,1 0 0,2-1 0,1 0-1,2 0 1,2 0 0,1-1 0,2 0 0,2-2 258,-3 32 88,0 1 0,0-1 1,1 1-1,0-1 0,0 1 0,1-1 0,0 1 1,0-1-1,1 1 0,0 0 0,0 0 1,1 0-1,0 0 0,0 0 0,0 0 0,1 1 1,0-1-1,1 1 0,-1 0 0,1 0 0,0 1 1,0 0-1,1 0 0,0 0 0,0 0 0,0 1 1,0 0-1,1 0 0,0 1-88,20-7 225,1 2 0,1 1 0,0 1 0,-1 1 0,2 2 0,-1 1 0,17 1-225,36-3 81,175-21-662,-156 6-1421</inkml:trace>
  <inkml:trace contextRef="#ctx0" brushRef="#br0" timeOffset="-191318.502">6365 4725 30198,'-127'176'705,"-11"33"-537,22-22-128,17-17-40,29-36-136,20-39-320,23-40-1201,14-41-6144</inkml:trace>
  <inkml:trace contextRef="#ctx0" brushRef="#br0" timeOffset="-191035.279">6558 4936 27470,'0'162'3129,"-20"57"-2353,-19 55-256,-18 20-8,-7-4-184,1 0-296,-1-10-32,10-31 0,14-62 0,16-67 0,15-59-64,9-43-312,0-59-336,20-22-977,-7-24-6288</inkml:trace>
  <inkml:trace contextRef="#ctx0" brushRef="#br0" timeOffset="-5294.336">1904 1268 28558,'0'0'696,"0"0"-134,0 0 175,0 0-6,0 0-208,2-20-200,6-67-165,-9 80-152,-1 0 0,1 0-1,-1 0 1,0-1 0,-1 2-1,1-1 1,-1 0 0,-1 1-1,1-1 1,-1 1 0,0 0-1,-1 0 1,0 0 0,1 1 0,-2 0-1,1 0 1,-1 0 0,1 0-1,-4-1-5,2 1 6,1 0 0,-1 0-1,-1 0 1,1 1 0,-1 0 0,1 0-1,-1 1 1,0 0 0,0 1-1,-1 0 1,1 0 0,0 0 0,-1 1-1,1 1 1,-1-1 0,1 1 0,-1 1-1,1-1 1,-1 1 0,1 1-1,-1 0 1,1 0 0,0 1 0,0 0-1,0 0 1,0 1 0,1-1-1,0 2 1,-1-1 0,1 1 0,-1 2-6,-13 22 1,2 1 0,0 0 0,2 1 0,2 2 0,1-1 0,1 2 1,2-1-1,1 2 0,2-1 0,2 1 0,0 0 0,3 1 0,1-1 1,2 20-2,-4-17-4,3 1 1,1-1-1,2 0 1,2 0-1,2 7 4,-2-37-2,0 0-1,0 0 0,1 0 0,0 0 1,0-1-1,1 0 0,0 0 1,0 0-1,1-1 0,0 0 0,0 0 1,0-1-1,1 0 0,0 0 1,0-1-1,0 0 0,0 0 0,1-1 1,-1 0-1,1 0 0,0-1 1,0 0-1,0-1 0,0 0 1,0 0-1,0-1 0,0 0 0,1-1 1,-1 0-1,4-1 3,-1 1 0,1-1 1,0 0 0,-1-1-1,1 0 1,-1-1-1,0-1 1,0 0-1,-1 0 1,0-1-1,1 0 1,-2-1-1,1-1 1,-1 1-1,0-2 1,-1 1-1,0-1 1,0-1-1,-1 0 1,4-7-1,8-10-41,-1-2-1,-2 0 1,0-1 0,-3-1 0,0 0 0,8-30 41,-2-97-2880,-20 130-1793</inkml:trace>
  <inkml:trace contextRef="#ctx0" brushRef="#br0" timeOffset="-186794.005">3805 3421 30254,'0'0'625,"0"0"-361,145 32-32,-75-30-48,7-2-16,-1-4-80,-1-16-64,-11 0-24,-27 14-288,-22 4-1065,-15 2-6168</inkml:trace>
  <inkml:trace contextRef="#ctx0" brushRef="#br0" timeOffset="-187464.34">1477 5498 27494,'0'0'2953,"0"0"-2681,0 0-200,176-31-8,-102 5 64,3-7 80,8-11-24,21-19-112,-8-2-40,3-8-32,37-49-64,-41 27-472,-10-10-1433</inkml:trace>
  <inkml:trace contextRef="#ctx0" brushRef="#br0" timeOffset="-187215.904">2536 4303 28990,'24'191'752,"7"50"-224,-5 5-151,0 15-81,1-1-40,3-11-120,-3-12-96,-5-5-40,-14-17-192,-8-27-376,-24-44-201,-9-63-1255,-6-38-9819</inkml:trace>
  <inkml:trace contextRef="#ctx0" brushRef="#br0" timeOffset="-186962.673">1966 6759 27398,'0'0'904,"0"0"-440,182-115 144,-55 3-40,31-52-144,6-27-279,-6-14-145,-15-2-193,-51 63-1199,-18 17-10586</inkml:trace>
  <inkml:trace contextRef="#ctx0" brushRef="#br0" timeOffset="-186607.024">3411 4447 29198,'0'0'1048,"0"0"-775,0 0-185,0 0 64,221-79 160,-72-45-88,-9 3-136,-23 27-56,-39 36-32,-29 33-40,-6 11-280,-12 8-1121,-11 6-2431</inkml:trace>
  <inkml:trace contextRef="#ctx0" brushRef="#br0" timeOffset="-186344.228">4042 4307 26494,'-31'154'1512,"-10"51"-608,-14 53-336,-9 26 80,-8 4-47,-7 20-241,-7 18-224,-6-5-48,-6-13-56,1-32-32,5-43 16,7-48-16,21-59-144,-2-51-416,20-39-1409,11-36-4880</inkml:trace>
  <inkml:trace contextRef="#ctx0" brushRef="#br0" timeOffset="-3289.725">809 3818 29582,'0'0'486,"4"-25"-312,-1-4-151,35-124 78,-36 148-91,-1 0 0,1-1-1,1 1 1,-1 1 0,0-1-1,1 0 1,0 0 0,0 1-1,1 0 1,-1 0-1,1 0 1,0 0 0,0 0-1,0 1 1,1-1 0,-1 1-1,1 0 1,-1 1 0,1-1-1,0 1 1,0 0-1,0 0 1,1 1 0,-1-1-1,0 1 1,1 0 0,-1 1-1,1-1 1,-1 1-1,0 0 1,1 0 0,-1 1-1,1 0 1,-1 0 0,0 0-1,3 1-9,89 94 49,-74-67-12,-11-14 23,1 0 0,0-2 1,1 1-1,1-1 1,0-1-1,1-1 1,13 8-61,-23-16 13,0 0 0,0 0 0,0-1 0,0 0 0,0 0 0,1 0 0,-1-1 0,0 0 0,1 0 0,-1 0 0,1-1 0,-1 0 0,1-1 1,-1 1-1,1-1 0,-1 0 0,1-1 0,-1 0 0,0 0 0,0 0 0,0 0 0,0-1 0,0 0 0,0-1 0,0 0-13,107-111-157,38-103-1925,-91 118-773</inkml:trace>
  <inkml:trace contextRef="#ctx0" brushRef="#br0" timeOffset="-3025.72">1950 2695 28302,'0'0'1120,"0"0"-840,0 0-200,-9 112 152,9-52 177,0 2-113,11 4-144,24-2-88,13-5-64,12-10 16,11-13-16,10-16-8,9-20-120,43-39-329,-22-19-535,-17-6-2745</inkml:trace>
  <inkml:trace contextRef="#ctx0" brushRef="#br0" timeOffset="-2774.892">2542 2508 29166,'0'0'800,"-67"155"-520,26 1 25,-1 43-65,-4 21-168,14-48-72,-3-42-4153</inkml:trace>
  <inkml:trace contextRef="#ctx0" brushRef="#br0" timeOffset="-1694.954">5147 1102 29326,'0'0'846,"0"0"-215,0 0-222,-19-10-52,-63-38-7,75 43-312,1 0 1,0 0-1,0 0 1,0-1-1,1 0 0,-1 0 1,2 0-1,-1 0 1,1-1-1,0 0 1,0 0-1,1 0 1,-3-7-39,-5-10 51,6 15-35,3 3-12,0 0 0,0 1 0,-1-1 0,0 1 0,0 0 0,0 0 0,0 0 0,-1 0 0,0 0 0,0 1 0,0 0 0,-1 0 0,1 0 0,-1 0 0,0 1 0,0-1 0,0 1 0,0 1 0,-1-1 0,1 1 0,-5-2-4,7 5-1,0-1 1,0 1-1,0-1 1,0 1-1,0 0 1,0 0-1,1 1 1,-1-1-1,0 0 1,1 1-1,-1 0 1,1-1-1,-1 1 1,1 0-1,0 0 1,0 0-1,0 1 1,0-1 0,0 0-1,0 1 1,1-1-1,-1 1 1,1 0-1,-1 0 1,1-1-1,0 1 1,0 0-1,1 0 1,-1 0-1,0 1 1,0-1 0,-16 47-3,1 1-1,3 1 1,2 1 0,3-1-1,2 2 1,0 48 3,5 134-13,2-230 10,-1-1 0,1 0 0,0 1 0,0-1 0,1 0 0,-1 0 0,1 0 0,0 0 1,1 0-1,-1-1 0,1 1 0,0 0 0,0-1 0,1 0 0,-1 0 0,1 0 0,0 0 0,0-1 1,0 1-1,0-1 0,0 0 0,1 0 0,0-1 0,-1 1 0,1-1 0,0 0 0,0 0 0,0-1 1,1 0-1,-1 1 0,0-2 0,1 1 0,-1-1 0,0 1 0,1-2 0,-1 1 0,0 0 0,1-1 1,-1 0-1,0 0 0,0-1 0,0 0 0,0 1 0,0-2 0,0 1 0,3-3 3,7-8 5,-1-1 0,0-1 0,-1 0 0,-1 0 0,-1-1 0,0-1 0,-1 0-1,-1-1 1,0 0 0,3-11-5,-5 13 5,73-174 42,-55 124-858,3 0 1,2 2-1,35-52 811,-36 77-3403</inkml:trace>
  <inkml:trace contextRef="#ctx0" brushRef="#br0" timeOffset="-1445.505">5479 1148 28022,'0'0'1928,"0"0"-1616,0 0-176,0 0 233,0 0-41,0 0-160,141-93-168,-86 24-272,-4 11-1105,-12 4-4152</inkml:trace>
  <inkml:trace contextRef="#ctx0" brushRef="#br0" timeOffset="-1112.311">6025 348 28350,'0'0'1887,"0"0"-1279,0 0-298,24-1-20,189-3 291,-210 4-579,0-1 1,0 1 0,1-1 0,-1 1-1,1 0 1,-1 1 0,0-1 0,1 0 0,-1 1-1,0 0 1,0-1 0,1 2 0,-1-1-1,0 0 1,0 0 0,0 1 0,0 0 0,0-1-1,-1 1 1,1 0 0,-1 1 0,1-1-1,-1 0 1,1 1 0,-1-1 0,0 1 0,0 0-1,-1 0 1,1 0 0,0 0 0,-1 0-1,0 0 1,0 0 0,0 0 0,0 0 0,0 2-3,0 9 1,0 0 1,-2 1 0,0-1-1,0 0 1,-1 0-1,-1 0 1,-1 0 0,1-1-1,-2 1 1,0-1 0,-1 0-1,0 0 1,-1-1 0,-7 11-2,-129 155-69,136-171 68,4-3-11,2-4 10,1 0 0,-1 0-1,1 0 1,-1 0 0,0 0 0,1 0-1,-1 1 1,0-1 0,1 0 0,-1 0-1,1 1 1,-1-1 0,1 0 0,-1 1-1,1-1 1,-1 1 0,1-1 0,-1 0-1,1 1 1,-1-1 0,1 1 0,0-1-1,-1 1 1,1-1 0,0 1 0,-1 0-1,1-1 1,0 1 0,0-1 0,-1 1-1,1 0 1,0-1 0,0 1 0,0 0-1,0-1 1,0 1 0,0 0 0,0-1-1,0 1 1,0-1 0,0 1 0,1 0-1,-1-1 1,0 1 0,0-1 0,0 1-1,1 0 1,-1-1 0,0 1 0,1-1-1,-1 1 1,1-1 0,-1 1 0,0-1-1,1 1 1,-1-1 0,1 0 0,-1 1 0,1-1-1,0 0 1,-1 1 0,1-1 0,-1 0-1,1 1 1,0-1 0,-1 0 2,312-23-338,-309 23 339,0 0-1,0 0 0,0 0 0,1 0 0,-1 0 0,0 0 0,0 1 0,0-1 0,0 1 1,0 0-1,0 0 0,0 0 0,0 1 0,0-1 0,-1 1 0,1-1 0,0 1 1,-1 0-1,1 0 0,-1 0 0,0 0 0,0 1 0,0-1 0,0 1 0,0-1 0,0 1 1,-1 0-1,1-1 0,-1 1 0,0 0 0,0 0 0,0 0 0,0 0 0,0 3 0,-2 16-8,-1 1-1,0-1 1,-2 0 0,-1 0-1,-1-1 1,-1 1-1,-1-1 1,0-1-1,-2 1 1,0-1-1,-1-1 1,-1 0-1,-1-1 1,-1 0-1,0-1 1,-1 0-1,-2-1 9,-33 43-1488,4-11-2195</inkml:trace>
  <inkml:trace contextRef="#ctx0" brushRef="#br0" timeOffset="361.275">558 733 26462,'0'0'1427,"37"-14"-642,526-202 709,-250 79-1267,-57 23 15,94-20-242,-266 106 4,1 5 1,1 3-1,1 3 1,1 5-1,0 3 1,31 3-5,-110 5 10,0 0 0,0 1 0,0 0 0,0 0 0,0 1 1,0 0-1,0 0 0,0 1 0,0 0 0,0 1 0,0 0 0,-1 0 0,0 1 0,0 0 1,0 1-1,0 0 0,0 0 0,-1 0 0,0 1 0,0 0 0,-1 1 0,1-1 0,-1 1 1,-1 0-1,1 1 0,-1-1 0,-1 1 0,0 0 0,0 1 0,0-1 0,0 2-10,32 214 548,47 185-179,-37-202-296,-9 1 0,-7 14-73,-32-104-1465,-19-83-1432</inkml:trace>
  <inkml:trace contextRef="#ctx0" brushRef="#br0" timeOffset="606.936">1125 2456 30927,'0'0'576,"159"-97"-512,25-15-16,40-23-48,15-4 24,-6 13 8,-19 18 72,-9 12-40,-14 11-64,-18 2 0,-55 25-352,-35 15-1537</inkml:trace>
  <inkml:trace contextRef="#ctx0" brushRef="#br0" timeOffset="872.088">3694 1357 31015,'0'0'680,"0"0"-434,13 26-172,-3-7-61,109 161 266,-100-159-219,24 29 14,2-2 1,2-2-1,2-2 1,1-2-1,23 12-74,-69-51 1,0 0 0,0 0 0,0 0 0,1-1 1,-1 1-1,1-1 0,0 0 0,-1 0 0,1-1 0,0 0 0,0 0 0,0 0 1,0 0-1,0-1 0,0 1 0,0-1 0,0-1 0,0 1 0,1-1 0,-1 0 1,-1 0-1,1 0 0,0-1 0,0 1 0,2-3-1,3-7 0,-1-1 0,-1 0 0,0 0 0,-1-1 0,0 0 0,-1 0 0,-1-1 0,0 1 0,3-15 0,-5 19 0,70-255 0,-51 173 0,3 0 0,5 1 0,18-35 0,53-63-684,-66 128-1585</inkml:trace>
  <inkml:trace contextRef="#ctx0" brushRef="#br0" timeOffset="1060.32">5076 1749 32767,'0'0'0,"0"0"0,0 0-1816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8:21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26286,'0'0'3400,"0"0"-3152,-11 146-128,11-33-80,0 54 120,9 40 81,2 20-97,0 0-40,-7-30-104,-4-27-112,0-26-233,0-33-343,0-42-48,0-32-544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8:22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0 548 29398,'0'0'680,"0"0"-401,0 0-156,12 20 46,37 65 97,-40-66-216,0 1 0,-2 0 0,0 0 0,-1 1 1,-1-1-1,-1 1 0,-1 0 0,0 19-50,2 5 25,-1-6-8,-1-8 19,1 1 0,1-1 0,2 0 0,1-1-1,10 25-35,-17-52 9,0 0-1,0 0 0,0 0 0,1 0 0,-1 0 0,1 0 0,0-1 0,0 1 1,0-1-1,0 1 0,0-1 0,1 0 0,-1 0 0,0 0 0,1 0 0,0 0 1,-1-1-1,1 1 0,0-1 0,0 0 0,0 0 0,0 0 0,0 0 0,0 0 1,0-1-1,0 1 0,1-1 0,-1 0 0,0 0 0,0 0 0,0 0 0,0 0 1,1-1-1,-1 0 0,0 1 0,0-1 0,0 0 0,0-1 0,0 1 0,-1 0 1,1-1-1,0 0 0,0 0-8,86-108 87,-80 95-87,216-396-146,-217 395 137,2-2 6,0-1 0,-2-1 1,0 1-1,-1-2 0,-1 1 1,0-1-1,-2 1 0,-1-1 1,0-8 2,-3 29 7,0 0 0,0-1 1,0 1-1,0-1 0,-1 1 0,1 0 1,0-1-1,0 1 0,-1 0 0,1-1 1,0 1-1,0 0 0,-1-1 0,1 1 1,-1 0-1,1 0 0,0-1 1,-1 1-1,1 0 0,0 0 0,-1 0 1,1 0-1,-1-1 0,1 1 0,-1 0 1,1 0-1,0 0 0,-1 0 0,1 0 1,-1 0-1,1 0 0,-1 0 0,1 0 1,0 0-1,-1 0 0,1 1 1,-1-1-1,1 0 0,-1 0 0,1 0 1,0 1-1,-1-1 0,1 0 0,0 0 1,-1 1-1,1-1 0,0 0 0,-1 0 1,1 1-1,0-1 0,0 0 0,-1 1 1,1-1-1,0 1 0,0-1 1,-1 0-1,1 1 0,0-1 0,0 1 1,0-1-1,0 1 0,0-1 0,0 0 1,0 1-1,0 0-7,-6 12 32,2 1 1,0-1-1,0 1 1,1 0 0,1 1-1,0-1 1,1 0-1,1 1 1,0-1-1,1 0 1,0 1-1,1 0-32,-1 1 11,52 269 23,-30-193-34,11 56-151,-7 2 1,-6 0 0,-7 2-1,-5 30 151,-9-175-9,2 14 1,-1-1 0,-1 1 0,-1-1-1,0 1 1,-2-1 0,0 1 0,-1-1 0,-1 0 0,-1-1 0,-1 1 0,-1-1 0,0-1 0,-2 1-1,-8 12 9,13-23 3,1-1-1,-1 0 1,0 0-1,-1 0 1,0-1-1,0 1 0,0-2 1,-1 1-1,1-1 1,-2 0-1,1 0 0,0 0 1,-1-1-1,0-1 1,0 1-1,0-1 1,0-1-1,0 1 0,-1-1 1,1-1-1,-8 1-2,11-4-1,-1 0 0,1 0 0,0-1-1,-1 1 1,1-1 0,1 0 0,-1-1 0,0 1-1,1-1 1,0 0 0,0 0 0,0 0 0,0-1-1,1 1 1,-1-1 0,1 0 0,1 0 0,-1 0-1,1 0 1,-1-1 0,1 1 0,1-1 0,-1 1-1,1-1 1,0 0 0,0 1 0,1-1 0,0 0-1,0 0 1,0-3 1,-4-32-16,2 0 0,2 0 0,1 1 1,2-1-1,2 0 0,2 1 0,1 0 0,2 0 0,2 1 0,13-28 16,28-53-247,5 2 0,50-74 247,-65 119-192,17-36-411,-16 16-935</inkml:trace>
  <inkml:trace contextRef="#ctx0" brushRef="#br0" timeOffset="253.732">1265 0 29566,'0'0'1945,"0"0"-1361,39 152-32,3-42-432,4 32-120,-2 12 0,-9 8 0,-9 0 0,-6-10 0,2 4 0,-9-44-224,-4-21-2577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8:21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1 196 29366,'0'0'1024,"0"0"-591,0 0-121,124 90-96,-75-62 24,1 0-136,-2 1-72,-2 1-32,9-5-288,-15-5-809,-14-12-1183</inkml:trace>
  <inkml:trace contextRef="#ctx0" brushRef="#br0" timeOffset="173.308">395 0 29798,'0'0'753,"-66"109"-505,27-40-152,-1 10-40,8-8-56,14-6-96,14-18-817,4-17-4192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8:16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430 874 22829,'0'0'5110,"0"0"-3527,0 0-1236,0 0-102,0 0 101,20-13-6,142-73 23,-148 80-352,-1 2 0,1 0 0,0 0 0,0 1 0,0 1 0,0 0 0,0 1 0,1 1 0,-1 0 0,0 1 0,1 0 0,-1 1 0,0 1 1,0 0-1,0 1 0,-1 1 0,1 0 0,-1 0 0,0 2 0,-1-1 0,1 2 0,-1 0 0,-1 0 0,0 1 0,0 0 0,0 1 0,3 5-11,1 8 18,-2 1-1,0 1 0,-2 0 0,0 0 0,-2 1 0,-1 0 0,-1 1 0,-2 0 1,0 0-1,-2 0 0,0 1 0,-2-1 0,-1 0 0,-2 1 0,0-1 0,-2 1 1,-1-1-1,-1-1 0,-10 27-17,2-6-26,-3 1 0,-1-2 1,-3-1-1,-1 0 0,-3-1 0,-1-2 1,-2-1-1,-2-1 0,-2-1 0,-18 16 26,46-51-53,-27 23-310,31-27 346,0 1 0,-1-1 1,1 0-1,-1 0 0,1 0 0,0 1 0,-1-1 0,1 0 0,-1 0 0,1 0 0,-1 0 0,1 0 1,-1 0-1,1 0 0,-1 0 0,1 0 0,0 0 0,-1 0 0,1 0 0,-1 0 0,1 0 0,-1 0 1,1 0-1,-1-1 0,1 1 0,0 0 0,-1 0 0,1 0 0,-1-1 0,1 1 0,0 0 0,-1-1 1,1 1-1,0 0 0,-1-1 0,1 1 0,0 0 0,-1-1 0,1 1 0,0-1 0,0 1 0,0 0 1,-1-1-1,1 1 0,0-1 0,0 1 0,0-1 0,0 1 0,0-1 0,0 1 0,0-1 1,0 1-1,0-1 0,0 1 0,0 0 0,0-1 0,0 1 0,0-1 0,1 1 0,-1-1 0,0 1 1,0-1-1,0 1 0,1 0 0,-1-1 0,0 1 0,0 0 0,1-1 0,-1 1 0,1-1 17,9-42-2589,11-12-2931</inkml:trace>
  <inkml:trace contextRef="#ctx0" brushRef="#br0" timeOffset="282.135">1559 477 28054,'0'0'964,"0"0"-350,-17 20-126,1 0-343,-79 120 638,69-73-701,3 1 0,2 1 0,4 1 1,2 0-1,4 1 0,3 0 0,3 1 0,3 0 0,3 0 0,5 18-82,-7-76 0,1 0 0,0-1 0,1 1 0,0-1 0,1 0 0,1 1 0,0-1 0,1 0 0,0 0-1,1 0 1,1-1 0,0 0 0,0 0 0,1 0 0,1-1 0,0 0 0,0-1 0,1 1 0,0-1-1,1-1 1,0 0 0,1-1 0,0 0 0,0 0 0,1-1 0,0 0 0,3 0 0,9-3-154,0-2 0,0-1 1,1 0-1,-1-2 0,0-1 0,0-1 1,0-1-1,0 0 0,0-2 0,-1-1 1,0-1-1,0-1 0,-1-1 0,-1-1 1,1-1-1,-2-1 0,0-1 1,3-3 153,95-62-3967</inkml:trace>
  <inkml:trace contextRef="#ctx0" brushRef="#br0" timeOffset="860.555">2808 728 26694,'0'0'1056,"0"0"-184,0 0-272,127 69-72,-74-38-32,4 9-111,-3 5-105,-1 8-120,-3 5-96,-8 3-48,-5-6-16,-6-8-64,-2-25-264,-8-14-913,-7-8-1231</inkml:trace>
  <inkml:trace contextRef="#ctx0" brushRef="#br0" timeOffset="1115.849">3299 736 18212,'0'0'10130,"0"0"-9570,-107 150-272,58-79-208,1 0-48,0 9-32,8-16-136,14-17-1704</inkml:trace>
  <inkml:trace contextRef="#ctx0" brushRef="#br0" timeOffset="1743.415">3996 412 28134,'0'0'575,"0"0"-343,0 0-148,0 0 32,21 7 184,-6-3-203,-10-3-68,1 0 0,0 0 0,-1 0 0,0 1 1,1 0-1,-1 0 0,0 1 0,0-1 0,0 1 1,0 0-1,0 0 0,-1 1 0,1-1 0,-1 1 1,0 0-1,0 0 0,0 1 0,-1-1 0,0 1 1,0 0-1,0 0 0,0 0 0,-1 0 0,1 1-29,71 432 909,-74-434-909,1-1 0,0 1 1,0 0-1,0-1 0,0 1 1,0-1-1,1 1 0,-1-1 0,1 1 1,0-1-1,0 0 0,1 0 1,-1 0-1,0 0 0,1 0 1,0-1-1,0 1 0,0-1 1,0 0-1,0 1 0,0-1 0,0-1 1,1 1-1,-1 0 0,1-1 1,-1 0-1,1 0 0,0 0 1,-1 0-1,1 0 0,0-1 1,0 0-1,-1 0 0,1 0 0,0 0 1,0 0-1,-1-1 0,1 0 1,0 0-1,4-4 2,-1 0 1,1-1 0,-1 0 0,-1-1 0,1 1 0,-1-1-1,0-1 1,-1 1 0,1-1 0,-1 0 0,-1 0-1,0-1 1,0 0-3,1 0 4,50-98-152,-5-3 0,-4-2 0,25-102 148,-50 138 97,-3-1 0,-4-1 1,4-60-98,-2 193 548,66 651-5,-58-445-454,9 112-101,-15 122 12,-17-490 0,-1-1 0,1 1 0,-1 0-1,0-1 1,-1 1 0,1-1 0,-1 1 0,0-1 0,0 1 0,0-1 0,0 0 0,-1 1 0,0-1-1,0 0 1,0 0 0,0 0 0,-1 0 0,0 0 0,0-1 0,0 1 0,0-1 0,0 0 0,0 0-1,-1 0 1,0 0 0,1-1 0,-2 1 0,3-3-3,0 0 1,0 0-1,0 0 0,0 0 0,0 0 1,1-1-1,-1 1 0,0-1 0,0 1 1,0-1-1,0 0 0,1 0 0,-1 0 1,0 0-1,1 0 0,-1 0 0,1 0 1,-1 0-1,1-1 0,0 1 1,-1-1-1,1 1 0,0-1 0,0 1 1,0-1-1,0 0 0,0 1 0,0-1 1,1 0-1,-1 0 0,0 0 0,1 0 1,-1-1 2,-13-41-138,1-2 0,3 0 1,1 0-1,3-1 1,1 1-1,3-1 1,1-1-1,6-38 138,0 34-22,2-1 1,3 1-1,2 1 0,2 0 0,2 1 0,2 0 1,3 2-1,2 0 0,1 1 0,3 2 0,5-3 22,52-87-2102,-50 83-3060</inkml:trace>
  <inkml:trace contextRef="#ctx0" brushRef="#br0" timeOffset="2341.092">1017 2298 28654,'0'0'763,"0"0"-254,0 0-219,0 0-66,0 0 3,0 0 26,37 4 26,19 1-204,0-3 0,-1-3 0,1-1 1,0-3-1,24-7-75,1310-239 852,-798 169-520,494-1-332,-25 66 8,-873-1-8,-188 18-5,-1-1 0,1 1 0,-1-1 0,1 1-1,-1-1 1,1 1 0,-1-1 0,1 1 0,-1-1 0,1 1 0,0-1 0,-1 0 0,1 1 0,0-1-1,-1 1 1,1-1 0,0 0 0,0 0 0,0 1 0,-1-1 0,1 0 0,0 1 0,0-1-1,0 0 1,0 1 0,0-1 0,1 0 0,-1 0 0,0 1 0,0-1 0,0 0 0,1 1 0,-1-1-1,0 0 1,0 1 0,1-1 0,-1 1 0,1-1 0,-1 1 0,1-1 0,-1 0 0,1 1-1,-1-1 1,1 1 0,-1 0 0,1-1 0,-1 1 0,1 0 0,0-1 0,-1 1 0,1 0 0,0-1-1,-1 1 1,1 0 0,0 0 0,-1 0 0,1 0 0,0 0 0,0 0 0,-1 0 0,1 0-1,0 0 1,-1 0 0,1 0 0,0 0 0,-1 0 0,1 1 0,0-1 0,-1 0 0,2 1 5,-127-46-2804,87 33-728,-62-21-15629</inkml:trace>
  <inkml:trace contextRef="#ctx0" brushRef="#br0" timeOffset="2843.862">0 49 25213,'0'0'1923,"19"6"-1188,214 43 216,67-16-115,12 1 487,80 27-1323,-69 22 213,-3 13 0,-4 14 0,281 143-213,695 372 257,-1139-548-259,109 55 2,208 69 0,-456-195-219,0 0-1,1-1 1,0-1 0,0 0 0,0-1-1,1-1 1,-1 0 0,1-1 0,-1-1-1,12-1 220,-5-6-3788</inkml:trace>
  <inkml:trace contextRef="#ctx0" brushRef="#br0" timeOffset="3188.16">5118 187 28238,'0'0'1131,"0"0"-372,0 0-87,-25 5-32,-204 61 220,-22 57-626,5 10-1,-158 119-233,-1205 819 0,454-294-387,850-586-925,226-152-358</inkml:trace>
  <inkml:trace contextRef="#ctx0" brushRef="#br0" timeOffset="3673.502">4051 2702 18572,'0'0'10842,"0"0"-10210,-29 142-280,16-31 17,0 39 23,2 17-120,4 9-80,7-4-72,0-11-64,20 5-32,9-14-24,1-34 0,1-37-112,-2-39-152,12-42-448,-6-24-1281,-6-17-2224</inkml:trace>
  <inkml:trace contextRef="#ctx0" brushRef="#br0" timeOffset="3922.968">4632 3213 29430,'0'0'704,"0"0"-143,171 158-89,-79-47-72,-9-7-104,-13-7-112,-15-16-120,-18-28-64,-2-4-64,-2-9-256,-9-26-232,-15-28-593,-7-22-583,-2-13-17948</inkml:trace>
  <inkml:trace contextRef="#ctx0" brushRef="#br0" timeOffset="4200.501">4985 3312 28526,'-77'126'896,"-22"16"-448,11-16-264,10-21 48,16-26-55,27-28-89,22-19-88,11-11-537,2-13-2631</inkml:trace>
  <inkml:trace contextRef="#ctx0" brushRef="#br0" timeOffset="4470.536">5725 2967 29790,'3'126'1273,"8"20"-905,6-8-272,3-12-56,6-17-40,-6-36-432,-5-28-3609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6:05.721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2" units="cm"/>
      <inkml:brushProperty name="height" value="0.2" units="cm"/>
      <inkml:brushProperty name="color" value="#00A0D7"/>
    </inkml:brush>
    <inkml:brush xml:id="br2">
      <inkml:brushProperty name="width" value="0.05" units="cm"/>
      <inkml:brushProperty name="height" value="0.05" units="cm"/>
    </inkml:brush>
  </inkml:definitions>
  <inkml:trace contextRef="#ctx0" brushRef="#br0">781 1397 26750,'0'0'2535,"0"0"-1698,0 0-665,0 0-108,0 0 113,20 5 249,5 1-325,0-2 1,1-1-1,0-1 0,-1-1 0,1-1 0,0-1 0,16-3-101,293-80 499,-228 53-432,1 4 0,96-11-67,-84 34-3479,-109 9-2011</inkml:trace>
  <inkml:trace contextRef="#ctx0" brushRef="#br0" timeOffset="253.138">1013 1975 28254,'-77'168'1096,"-12"37"-384,-1 2-127,4 10-113,1 4-120,6-12-128,11-21-104,20-50-48,19-47-40,14-38-24,13-21-8,2-9-8,0-9-104,0-12-280,30-39-296,1-21-849,-3-9-5328</inkml:trace>
  <inkml:trace contextRef="#ctx0" brushRef="#br0" timeOffset="509.513">1590 1847 29662,'0'0'712,"0"0"-487,0 0-137,-103 103 104,68-74-40,-3 3-96,-3 2-56,-10 11-176,7-8-769,11-9-1455</inkml:trace>
  <inkml:trace contextRef="#ctx0" brushRef="#br0" timeOffset="1089.967">1219 2348 28822,'-5'20'752,"-64"292"754,67-177-1490,3-135-31,-1 1 0,0 0 0,1 0 0,0 0 0,-1 0 0,1 0 0,-1-1 0,1 1 0,0 0 0,-1-1 0,1 1 0,0 0 0,0-1 0,0 1 0,0-1 0,-1 1 0,1-1 0,0 0 0,0 1 0,0-1 1,0 0-1,0 1 0,0-1 0,0 0 0,0 0 0,0 0 0,0 0 0,0 0 0,0 0 0,0 0 0,0-1 0,0 1 0,0 0 0,0 0 0,0-1 0,0 1 0,0 0 0,-1-1 0,1 1 0,0-1 0,0 0 0,0 1 0,0-1 0,-1 1 0,1-1 0,0 0 0,-1 0 0,1 1 0,-1-1 0,1 0 0,-1 0 0,1 0 0,-1 0 0,1 0 0,-1 0 0,0 0 0,1 0 15,105-171-830,94-109 522,-182 260 351,1 1 0,1 1-1,1 1 1,0 0 0,2 2 0,0 0-1,0 2 1,1 1 0,1 0 0,1 2-1,11-3-42,-31 11 37,0 1 0,0 0 0,0 0 0,0 0 0,0 0-1,1 1 1,-1 0 0,0 0 0,1 1 0,-1 0 0,1 0 0,-1 1-1,0-1 1,1 1 0,-1 1 0,0-1 0,0 1 0,0 0 0,0 1-1,0-1 1,0 1 0,3 2-37,-6 5 54,0-1 0,-1 1 0,-1-1 0,0 1 0,0 0 1,0-1-1,-2 1 0,1 0 0,-1-1 0,0 1 0,-1 0 0,0-1 0,-2 4-54,-93 204 583,81-187-544,1 1 1,1 1-1,2 0 1,1 1-1,1 1 1,2-1-1,2 1 1,0 0-1,3 1 1,1-1 0,2 21-40,5-39-1,1 1 1,0-2 0,2 1 0,0-1 0,1 0-1,0 0 1,1-1 0,0 0 0,2-1 0,-1 0-1,2-1 1,-1 0 0,2-1 0,-1-1 0,2 0-1,-1 0 1,3-1 0,34 30 1,-51-39-1,111 107 6,-107-102-5,0 0-1,-1 0 0,1 1 0,-1 0 0,0-1 0,-1 1 0,1 0 0,-1 0 0,-1 0 0,1 1 0,-1-1 0,0 0 0,0 0 0,-1 1 0,1-1 0,-2 1 1,1-1-1,-1 0 0,0 1 0,0-1 0,0 0 0,-1 0 0,0 1 0,-7 6 1,0 0 0,-1-1 1,-1 0-1,0 0 0,0-1 0,-1-1 1,0 0-1,-1 0 0,0-1 0,-1-1 1,0 0-1,0-1 0,-1-1 0,1 0 1,-1-1-1,-1 0-1,-40 14 1,-1-3-1,0-2 1,-1-2 0,0-3 0,-1-3-1,0-2 1,-10-3-1,68-1 0,0 1 0,-1 0 0,0 0 0,1-1 0,-1 1 0,0-1 0,0 0 0,1 1 0,-1-1 0,0 0 0,0 0 0,0 0 0,1 0 0,-1 0 0,0-1 0,0 1 0,1 0 0,-1-1 0,0 0 0,1 1 0,-1-1 0,0 0 0,1 0 0,-1 0 0,1 0 0,-1 0 0,1 0 0,0 0 0,-1 0 0,1 0 0,0-1 0,0 1 0,0-1 0,0 1 0,0-1 0,0 1 0,0-1 0,0 0 0,1 1 0,-1-1 0,1 0 0,-1 1 0,1-1 0,0 0 0,-1 0 0,1 0 0,0 1 0,0-1 0,0 0 0,1-1 0,3-8-7,0 0 0,1 0 0,1 1 0,0 0 0,0 0 0,1 0 0,0 1 1,0 0-1,1 0 0,1 1 0,-1 0 0,1 0 0,4-1 7,14-16-18,323-307-1502,-241 222-870</inkml:trace>
  <inkml:trace contextRef="#ctx0" brushRef="#br0" timeOffset="3552.94">6142 2439 29414,'0'0'888,"0"0"-703,0 0-33,147-4 176,-29-25-128,29-7-128,11-1-72,-37 9-312,-34 14-1705</inkml:trace>
  <inkml:trace contextRef="#ctx0" brushRef="#br0" timeOffset="3922.952">8321 1835 28190,'0'0'832,"0"0"-336,0 0 376,-70 115-175,-9-30-257,-31 29-176,-26 22-120,3 4-64,21-21-56,31-33-24,33-28-120,10-13-432,14-10-721,11-11-1151,13-18-20061</inkml:trace>
  <inkml:trace contextRef="#ctx0" brushRef="#br0" timeOffset="4109.502">8073 2396 28774,'0'0'944,"-11"116"-143,-15-21-297,-11 31-48,-7 26-112,-2 6-136,13-30-120,11-33-88,13-46-48,9-25-480,0-11-913,3-13-2615</inkml:trace>
  <inkml:trace contextRef="#ctx0" brushRef="#br0" timeOffset="4723.047">9101 1640 28654,'0'0'907,"0"0"-254,0 0-115,9 17-101,-1-5-344,-4-7-62,-1 0 0,1 0 0,-1 1 0,0-1 0,0 1 0,-1 0 0,0 0 0,0 0 0,0 0 0,-1 1 0,1-1 0,-2 0 0,1 0 0,-1 1 0,0-1 0,0 1 0,0-1 0,-1 0 0,0 1 0,-1 3-32,-17 33 48,-1 0 0,-3-1-1,-1-1 1,-21 27-47,9-13 3,-54 78-161,-6-3 0,-27 21 158,135-152-455,216-126-306,-211 118 769,1 1 0,1 1 0,-1 0 0,1 2 0,0 0 0,1 1 0,-1 0 1,1 2-1,-1 1 0,15 0-8,-32 2 9,1 1 1,-1-1 0,1 1-1,-1 0 1,1-1-1,-1 1 1,0 0 0,0 1-1,0-1 1,0 0-1,0 0 1,-1 1 0,1-1-1,-1 1 1,0 0-1,1-1 1,-1 1 0,0 0-1,0 0 1,-1 0-1,1-1 1,-1 1 0,1 0-1,-1 0 1,0 0-1,0 0 1,0 0 0,-1 0-1,1 0 1,-1 0-1,1 0 1,-1 0 0,0-1-1,0 1 1,0 0-1,-1 1-9,-6 18 45,-1 1-1,0-1 0,-2-1 0,0 0 1,-2 0-1,0-1 0,-12 13-44,-2 6 26,-304 459 68,306-431-98,33-63-18,3-6 10,0-1-1,-1 0 0,1-1 0,-1 0 1,0-1-1,0 0 0,0-1 0,-1 0 1,0 0-1,0-1 0,8-7 13,13-9-56,5-3-29,-18 12 62,0 1 1,0 1-1,1 0 1,1 1-1,-1 1 1,2 1-1,0 1 1,0 0-1,10-1 23,-29 9 0,0-1-1,0 1 1,1 0-1,-1 0 1,0 0 0,1 0-1,-1 0 1,0 0-1,0 0 1,1 0-1,-1 0 1,0 1-1,0-1 1,0 0-1,1 1 1,-1-1 0,0 1-1,0-1 1,0 1-1,0 0 1,0 0-1,0-1 1,0 1-1,0 0 1,0 0-1,0 0 1,0 0 0,-1 0-1,1 0 1,0 0-1,-1 0 1,1 0-1,-1 0 1,1 0-1,-1 1 1,1-1 0,-1 0-1,0 0 1,0 1-1,1-1 1,-1 0-1,0 0 1,0 1-1,0-1 1,-1 0-1,1 0 1,0 1 0,0-1-1,-1 0 1,1 0 0,-2 40 49,-1-1 1,-2 1-1,-2-1 1,-2 0 0,-1-1-1,-2 0 1,-2-1-1,-2 0 1,-15 27-50,-25 73 314,45-104-149,11-34-162,0-1 0,0 1 0,0-1 0,1 1-1,-1 0 1,0-1 0,0 1 0,1 0 0,-1-1 0,0 1 0,1 0 0,-1 0-1,1-1 1,-1 1 0,0 0 0,1 0 0,-1 0 0,1-1 0,-1 1-1,0 0 1,1 0 0,-1 0 0,1 0 0,-1 0 0,1 0 0,-1 0 0,1 0-1,-1 0 1,0 0 0,1 0 0,-1 0 0,1 0 0,-1 0 0,1 0-1,-1 1 1,0-1 0,1 0 0,-1 0 0,1 0 0,-1 1 0,0-1 0,1 0-1,-1 1 1,0-1 0,1 0 0,-1 1 0,0-1 0,0 0 0,1 1-1,-1-1 1,0 0 0,0 1 0,0-1 0,1 1 0,-1-1 0,0 1 0,0-1-1,0 0 1,0 1 0,0-1 0,0 1 0,0-1 0,0 1 0,0-1-1,0 1-2,36-30 121,263-307-113,84-155-2818,-300 376-1322</inkml:trace>
  <inkml:trace contextRef="#ctx0" brushRef="#br0" timeOffset="4976.202">10758 1423 28462,'0'0'2201,"0"0"-2057,0 0-64,0 0-48,143 73 16,-91-53 32,-5 2-48,-10 5-32,-13 7-56,-26 33-553,-27-8-1375,-10-4-17860</inkml:trace>
  <inkml:trace contextRef="#ctx0" brushRef="#br0" timeOffset="5180.992">10075 2305 28566,'0'0'1528,"0"0"-1320,0 0-104,225-53 25,-47-3 199,26-3-96,-9 2-72,-20 16 48,-35 13-136,-28 10-56,-24 8-8,-27 4-8,-8 6-40,8 0-136,-10 0-1001,-14 2-1015</inkml:trace>
  <inkml:trace contextRef="#ctx0" brushRef="#br0" timeOffset="5405.098">11258 1816 20236,'0'0'6648,"0"0"-4757,-4 30-1225,-21 271 766,-6 303 18,-63 286-1450,66-735 4,27-154-5,1 1 0,0-1 0,-1 0 0,0 0 0,1 0 0,-1 1 0,0-1 0,1 0 0,-1 0 1,0 0-1,0 0 0,0 0 0,0 0 0,0-1 0,0 1 0,0 0 0,-1 0 0,1-1 0,0 1 0,0 0 0,0-1 0,-1 0 0,1 1 0,0-1 0,-1 0 0,1 1 1,0-1-1,-1 0 0,1 0 0,0 0 0,-1 0 0,1 0 0,0-1 0,-1 1 0,1 0 0,0-1 0,-1 1 0,1 0 0,0-1 0,0 0 0,-1 1 0,1-1 1,0 0-1,0 0 1,-28-40-337,-31-153-1610,32 94-33</inkml:trace>
  <inkml:trace contextRef="#ctx0" brushRef="#br0" timeOffset="5889.094">10669 2437 18940,'0'0'9201,"0"0"-7062,26-5-1948,173-32 159,-39 32 124,-158 7-474,1 0 0,-1-1 0,1 1 0,-1 0 0,0 0 0,0 0 0,0 0 0,0 1 0,0-1 0,0 1 0,0-1 0,-1 1 0,1-1 0,-1 1 0,0 0 0,0 0 0,0 0 0,0 0 0,0 0 0,-1 0 0,1 0 0,-1 0 0,0 0 0,0 0 0,0 0 0,0 0 0,-1 0 0,1 0 0,-1 0 0,0 0 0,0 0 0,0-1 0,0 1 0,-1 2 0,-85 121-43,-88 56 73,-7-9 0,-93 62-30,227-194 81,22-20-55,43-25-68,534-360-687,-351 239 405,5 9 1,5 9-1,124-41 324,-200 108-212,-133 40 219,0 0-1,0 0 1,0 0-1,0 0 1,-1 0 0,1 1-1,0-1 1,0 0 0,0 1-1,0-1 1,-1 1-1,1-1 1,0 0 0,0 1-1,-1 0 1,1-1 0,-1 1-1,1 0 1,0-1-1,-1 1 1,1 0 0,-1-1-1,1 1 1,-1 0 0,0 0-1,1 0 1,-1-1 0,0 1-1,1 0 1,-1 0-1,0 0 1,0 0 0,0 0-1,0 0 1,0-1 0,0 1-1,0 0 1,0 0-1,0 0 1,0 0 0,-1 0-1,1 0 1,0-1 0,-1 1-1,1 0 1,0 0-1,-1 0 1,1-1 0,-1 1-1,1 0 1,-1-1 0,0 1-1,1 0 1,-1-1-1,0 1 1,1-1 0,-1 1-1,0-1 1,0 1 0,1-1-1,-1 1 1,0-1-1,0 0 1,0 1-7,-124 110 654,-586 406-170,-195 130-2229,819-593-1027</inkml:trace>
  <inkml:trace contextRef="#ctx0" brushRef="#br0" timeOffset="6139.228">11113 2958 30607,'0'0'600,"0"0"-440,0 0-112,-35 110-8,31-88 88,-3-8-8,3-4-64,-5-2-48,-2 1-8,-2-1-264,-11 6-368,2-2-1057,5-6-2952</inkml:trace>
  <inkml:trace contextRef="#ctx0" brushRef="#br0" timeOffset="6404.519">11449 3021 30182,'0'0'673,"0"0"-153,164 85 72,-85-40-128,4 6-128,-1 3-336,-4 1 0,-1-4 0,-7-3 0,-11-9 0,-12-11 0,-15-11 0,-16-7 0,-16-10 0,-9 0 0,-22 0-2056</inkml:trace>
  <inkml:trace contextRef="#ctx0" brushRef="#br0" timeOffset="1957.989">3074 1952 28470,'0'0'1003,"0"0"-571,0 0-252,0 0 111,28 6 120,1 2-298,150 17 350,85-35-502,-263 10 14,1 0 0,-1 0 0,1 0-1,-1 0 1,1 0 0,-1 0 0,1 0 0,-1 0-1,0 0 1,1 1 0,-1-1 0,1 0 0,-1 1 0,0 0-1,1-1 1,-1 1 0,0 0 0,0-1 0,1 1 0,-1 0-1,0 0 1,0 0 0,0 0 0,0 0 0,0 0-1,0 1 1,-1-1 0,1 0 0,0 0 0,0 1 0,-1-1-1,1 0 1,-1 1 0,1-1 0,-1 0 0,0 1 0,0-1-1,1 1 1,-1-1 0,0 1 0,0-1 0,0 1 0,0-1-1,-1 0 1,1 1 0,0-1 0,-1 1 0,1-1-1,-1 0 1,1 1 0,-1-1 0,0 0 0,1 1 0,-1-1-1,0 0 1,0 0 0,0 1 25,-92 120-33,58-85 118,-319 324 648,-52 59-800,356-351-771,36-39-2252,13-28-1640</inkml:trace>
  <inkml:trace contextRef="#ctx0" brushRef="#br0" timeOffset="2325.725">3212 2652 27110,'0'0'1135,"0"0"-278,3 23-142,11 147 331,-16-140-954,-1 0 0,-1 0 0,-2-1 1,-1 0-1,-1 0 0,-7 17-92,8-34 3,5-20-53,3-23-114,3 7 94,0 1 0,2 0 0,1 0 0,1 0-1,1 1 1,1 0 0,1 0 0,0 1 0,2 1-1,0 0 1,6-4 70,0 6-1,1 2 0,1 0-1,0 1 1,1 1 0,1 1 0,0 1-1,1 1 1,0 2 0,1 0 0,0 1-1,0 2 1,0 0 0,1 2 0,0 1-1,0 0 1,9 2 1,-17 0 2,-12-1 4,0 0-1,0 1 0,0-1 0,0 1 1,1 1-1,-1-1 0,0 1 1,0 0-1,1 0 0,-1 1 1,0 0-1,0 0 0,0 1 1,0-1-1,0 1 0,0 0 0,0 1 1,-1 0-1,1 0 0,-1 0 1,1 0-1,-1 1 0,0 0 1,-1 0-1,1 0 0,-1 1 1,0-1-1,0 1 0,2 3-5,-6 4 25,-1 1-1,-1-1 1,0 0-1,-1-1 0,0 1 1,-1 0-1,0-1 1,-1 0-1,0 0 1,0 0-1,-1 0 1,-1-1-1,0 0 0,0-1 1,-1 1-1,0-1 1,-1-1-1,0 0 1,0 0-1,-1-1 1,0 0-1,0 0 0,-4 0-24,8-1 5,-5 2-8,-5 7-34,-1-1-1,-1-1 0,0-1 0,-1 0 1,0-1-1,-1-1 0,-2 0 38,20-9-99,0-1 0,0 1 0,0 0 0,0-1-1,0 1 1,0-1 0,0 0 0,-1 1 0,1-1 0,0 0-1,0-1 1,0 1 0,0 0 0,0 0 0,0-1 0,0 1-1,0-1 1,0 0 0,0 0 0,0 1 0,0-1 0,0-1-1,1 1 1,-1 0 0,-1-1 99,-6-24-4329</inkml:trace>
  <inkml:trace contextRef="#ctx0" brushRef="#br0" timeOffset="2607.912">4393 1697 29206,'0'0'835,"0"0"-508,0 0-130,26 0 73,167-7 119,-188 7-379,131 8 133,-131-7-142,0 0 1,0 1-1,0 0 1,-1 0-1,1 0 0,-1 0 1,0 1-1,0 0 1,0 0-1,0 0 0,0 0 1,0 1-1,-1-1 1,0 1-1,1 0 0,-2 0 1,1 0-1,0 1 1,-1-1-1,0 1 0,0-1 1,0 1-1,0 0 1,-1-1-1,0 1 0,0 0-1,0 19 7,-1 0-1,-1 0 1,-1 0-1,-1 0 1,-1-1-1,-1 1 1,-1-1-1,-2 0 1,0-1-1,-1 1 1,-1-2-1,-1 1 1,-1-2-1,-1 1 1,-14 15-7,10-6-47,-1-1 0,-1-1 1,-2-1-1,0-1 0,-2-1 1,-1-1-1,-1-1 0,-9 6 47,-142 82-2387,101-78-1910</inkml:trace>
  <inkml:trace contextRef="#ctx0" brushRef="#br0" timeOffset="3085.339">4424 1910 26798,'0'0'2226,"0"0"-1254,-5 27-367,-37 184 329,40-200-890,-15 45 44,3 1 0,2 0 0,3 0 0,2 1 0,3 0 0,4 57-88,1-109-4,0-1 0,0 1 1,1 0-1,0 0 0,0-1 1,1 1-1,0-1 0,0 0 0,0 0 1,0 0-1,1 0 0,0 0 0,0-1 1,0 0-1,0 0 0,1 0 1,0 0-1,0-1 0,0 1 0,0-1 1,0 0-1,0-1 0,1 1 1,0-1-1,-1-1 0,3 1 4,163 29-46,-149-29 52,72 4 5,-57-5-11,0 1 0,-1 2 1,0 1-1,0 2 0,-1 2 1,31 11-1,-61-18 0,-1 0 1,0 1-1,1-1 0,-1 1 1,0 0-1,0 0 0,-1 1 1,1-1-1,-1 1 1,1 0-1,-1 0 0,0 0 1,-1 0-1,1 0 1,-1 1-1,0-1 0,0 1 1,0-1-1,0 1 0,-1 0 1,0 0-1,0 0 1,0 0-1,-1 0 0,0 0 1,0 0-1,0 0 0,0 0 1,-1 0-1,0 0 1,0 0-1,0-1 0,0 1 1,-1 0-1,0 0 1,0-1-1,0 1 0,-1-1 1,1 0-1,-1 0 0,0 0 1,-1 1-1,-23 25-42,-1-1 0,-1-1 0,-1-2 0,-2-1 0,-1-1 1,0-2-1,-2-1 0,-1-2 0,0-1 0,-7 0 42,-51 25-249,-2-4 0,-2-4 0,-1-5 0,-3-4 249,83-21-7,0 0-1,-1-2 1,1 0 0,-1-2 0,0 0-1,1-1 1,-13-1 7,30 0 7,1 0-1,-1-1 1,1 1 0,0 0-1,0-1 1,-1 1-1,1 0 1,0-1 0,0 1-1,1-1 1,-1 0 0,0 1-1,0-1 1,1 0-1,-1 1 1,1-1 0,-1 0-1,1 0 1,0 0-1,0 1 1,0-1 0,0 0-1,0 0 1,0 0 0,0 1-1,1-1 1,-1 0-1,0 0 1,1 1 0,0-1-1,-1 0 1,1 1-1,0-1 1,0 0 0,0 1-1,0-1 1,0 1 0,0 0-1,1-1 1,-1 1-1,0 0 1,1 0 0,-1 0-1,1 0 1,-1 0-1,1 0 1,-1 0 0,1 0-1,0 1 1,-1-1 0,2 0-7,32-27 67,1 1 1,1 2 0,1 2 0,1 1 0,6 0-68,2-3 18,374-186-681,-328 163-1344</inkml:trace>
  <inkml:trace contextRef="#ctx0" brushRef="#br0" timeOffset="8259.643">0 4145 26158,'0'0'2720,"0"0"-1765,0 0-728,0 0-174,0 0 62,10 14 284,78 89 202,-61-75-550,2-1 1,0-1-1,2-2 0,1-1 0,1-1 1,1-2-1,1-1 0,0-2 1,1-1-1,1-2 0,0-2 1,1-1-1,3-2-51,5-4 4,0-2-1,0-3 1,1-1 0,-1-3-1,-1-1 1,1-3 0,-1-1-1,0-3 1,10-5-4,71-25-62,-3-6 1,-1-6-1,81-50 62,-182 92-46,182-84-182,-193 93 228,-1 1 0,1-1 1,1 2-1,-1-1 0,0 1 0,0 1 1,0 0-1,1 0 0,-1 1 1,0 1-1,0 0 0,0 0 1,0 0-1,0 2 0,-1-1 0,1 1 1,-1 0-1,0 1 0,0 0 1,3 3-1,221 188 130,-185-171-111,1-2 0,0-3 0,2-2 0,0-1-1,2-4 1,-1-1 0,1-3 0,1-2-1,-1-2 1,1-3 0,0-2 0,40-6-19,281-45-8,-265 30 14,2 5 1,78 0-7,532 14 495,-540-17-2717,-171 17-1337</inkml:trace>
  <inkml:trace contextRef="#ctx0" brushRef="#br0" timeOffset="19994.982">2789 6270 27766,'0'0'801,"0"0"64,0 0-271,0 0-177,0 0-139,5-14-66,-4 11-205,0-1-1,0 0 1,0 1-1,1-1 1,-1 0-1,1 1 1,0-1-1,0 1 1,0-1-1,0 1 0,1 0 1,-1 0-1,1 0 1,0 0-1,0 1 1,0-1-1,0 1 1,0 0-1,0-1 1,1 2-1,-1-1 1,1 0-1,0 1 1,-1-1-1,1 1 1,0 0-1,0 0 0,0 1 1,0-1-1,0 1 1,0 0-1,0 0 1,0 0-1,1 1-6,89-1 75,0 4 0,0 5-1,-1 4 1,46 13-75,-119-21 2,0 0 1,-1 1-1,0 1 0,-1 1 1,1 1-1,-2 0 0,1 1 1,-1 1-1,-1 1 0,0 0 0,0 1 1,-1 1-1,-1 0 0,-1 1 1,9 11-3,-17-18 4,0 0 0,-1 0 0,0 0 0,0 0 1,-1 1-1,0 0 0,-1-1 0,1 1 0,-2 0 1,1 0-1,-1 0 0,-1 1 0,0-1 0,0 0 0,0 0 1,-1 0-1,-1 0 0,0 0 0,0 0 0,0 0 1,-1-1-1,-1 1 0,1-1 0,-1 0 0,-1 0 0,-5 8-4,-10 14 19,-2-1 0,-1-1 0,-2-1 0,0 0-1,-2-3 1,-5 4-19,-28 22-60,-2-3-1,-3-3 0,-1-2 1,-2-4-1,-55 22 61,65-37-249,57-23 231,1 1-16,-1-1-1,1 1 0,-1-1 1,1 1-1,-1-1 0,1 0 0,-1 1 1,0-1-1,1 0 0,-1 1 1,0-1-1,0 0 0,1 0 1,-1 1-1,0-1 0,1 0 1,-1 0-1,0 0 0,0 0 0,1 0 1,-1 0-1,0 0 0,0 0 1,1-1-1,-1 1 0,0 0 1,1 0-1,-1-1 0,0 1 1,1 0-1,-1-1 0,0 1 0,1 0 1,-1-1-1,1 1 0,-1-1 1,1 1-1,-1-1 0,1 1 1,-1-1-1,1 0 0,-1 1 1,1-1-1,0 1 0,-1-1 0,1 0 1,0 0-1,-1 1 0,1-1 1,0 0-1,0 1 0,0-2 35,-1-26-2896</inkml:trace>
  <inkml:trace contextRef="#ctx0" brushRef="#br0" timeOffset="20307.196">4281 5948 28310,'0'0'1050,"0"0"-438,0 0-218,-25 12-71,-156 79 93,144-65-398,2 1 0,1 2-1,2 1 1,0 2-1,2 1 1,2 1 0,1 2-1,2 0 1,1 2-1,-15 35-17,32-60 2,0 0-1,1 1 0,0 0 0,2 0 0,-1 1 0,2-1 1,0 1-1,0 0 0,2 0 0,0 0 0,0 0 0,2 0 1,0 0-1,0 0 0,1 0 0,1-1 0,1 1 0,0-1 1,1 0-1,0 0 0,1 0 0,1 0 0,0-1 1,1 0-1,2 2-1,0-3-49,1-1 1,0 0-1,1 0 0,0-2 1,0 1-1,1-1 1,0-1-1,1-1 0,0 0 1,0 0-1,1-1 1,-1-1-1,1-1 0,0 0 1,1-1-1,6 1 49,216 3-2515,-137-12-1306</inkml:trace>
  <inkml:trace contextRef="#ctx0" brushRef="#br0" timeOffset="20593.413">5533 6809 28558,'0'0'1184,"0"0"-800,0 0 113,0 0 47,0 0-96,-31 110-192,-2-78-184,-6 1-72,-9 7-24,-29 9-496,13-8-913,7-13-3096</inkml:trace>
  <inkml:trace contextRef="#ctx0" brushRef="#br0" timeOffset="21395.027">6631 6258 23077,'0'0'4393,"0"0"-3056,0 0-1078,0 0-152,0 0 2,20 1-14,65 8-28,-80-7-63,0 0 1,0 0 0,0 1 0,0 0 0,-1 0 0,1 0 0,-1 0 0,0 1-1,0 0 1,0 0 0,0 0 0,-1 0 0,0 0 0,0 1 0,0-1-1,0 1 1,-1 0 0,0 0 0,0 0 0,0 0 0,0 1 0,-1-1-1,0 0 1,0 1 0,0 3-5,1-3 9,11 208 225,-14-148-158,3 123 38,-1-185-110,0-1-1,0 0 1,1 1-1,-1-1 0,1 0 1,0 0-1,0 0 0,0 0 1,0 0-1,0 0 1,1-1-1,-1 1 0,1-1 1,0 1-1,-1-1 0,1 0 1,0 0-1,1 0 1,-1-1-1,0 1 0,0-1 1,1 0-1,-1 1 0,1-2 1,-1 1-1,1 0 1,-1-1-1,1 1 0,-1-1 1,1 0-1,-1 0 0,1-1 1,0 1-1,-1-1 1,1 0-1,-1 1 0,0-2 1,1 1-1,-1 0 0,0-1 1,1 1-1,-1-1 1,0 0-1,0 0 0,-1 0 1,1-1-1,0 1 0,-1-1 1,2-1-4,38-34 11,-3-2 0,-1-2 1,-3-1-1,-1-2 0,-2-1 1,18-38-12,-13 28-20,-4-2 0,-2-1 0,-2-1 0,-3-2 0,-3-1 0,2-17 20,-23 71 46,0 5 678,-3 26-703,20 357 156,73 312 183,-87-189-183,-5-480-175,0 0 1,-1 0-1,-2 0 0,0-1 0,-1 1 0,-1-1 0,-1 0 0,-1 0 0,-1-1 0,-1 1 0,0-2 0,-2 1 0,0-2 0,-1 1 0,-1-2 0,-1 0 0,-15 15-2,27-29 8,-1-1-1,0 0 0,0 0 1,0 0-1,-1 0 1,1-1-1,0 1 1,-1-1-1,1 0 0,0 0 1,-1 0-1,0-1 1,1 1-1,-1-1 1,1 0-1,-1 0 0,0 0 1,1 0-1,-1 0 1,1-1-1,-1 0 1,1 0-1,-1 0 0,1 0 1,-1 0-1,1-1 1,0 1-1,0-1 1,0 0-1,0 0 0,0 0 1,0-1-1,0 1 1,1-1-1,-1 1 1,1-1-1,0 0 0,0 0 1,0 0-1,-2-3-7,-54-142-5,49 99-65,2 1-1,2-2 1,3 1-1,1 0 1,3 0-1,2-1 1,9-42 70,1 47-29,2-1 0,2 2 0,2 0 0,2 1 1,2 1-1,2 2 0,1 0 0,2 2 0,2 1 1,8-6 28,11-10-185,2 3 1,3 3 0,1 1-1,13-4 185,-3 0-1539</inkml:trace>
  <inkml:trace contextRef="#ctx0" brushRef="#br1" timeOffset="29749.925">5905 5367 22053,'0'0'5425,"0"0"-3437,0 0-1306,0 0-277,-5 24-31,-44 339 548,40 701-245,10-956-648,21 707 39,-8-766-369,-6-61-222,16-137-1726,-16 58-215</inkml:trace>
  <inkml:trace contextRef="#ctx0" brushRef="#br1" timeOffset="30346.049">6217 5063 29166,'27'-1'558,"437"-8"-66,861 13 419,-565 41-782,-744-44-126,13-1-2,-1 1 1,0 2 0,1 0-1,-2 2 1,1 2 0,0 0 0,10 6-2,-39-13 8,0 0 0,0 1 1,1-1-1,-1 0 1,0 1-1,0-1 0,1 1 1,-1-1-1,0 1 1,1-1-1,-1 1 0,0 0 1,1-1-1,-1 1 0,1 0 1,-1 0-1,1-1 1,0 1-1,-1 0 0,1 0 1,0 0-1,-1-1 0,1 1 1,0 0-1,0 0 1,0 0-1,0 0 0,0 0 1,0 0-1,0-1 1,0 1-1,0 0 0,0 0 1,0 0-1,0 0 0,1 0 1,-1-1-1,0 1 1,1 0-1,-1 0 0,1 0 1,-1-1-1,1 1 1,-1 0-1,1-1 0,-1 1 1,1 0-1,0-1 0,-1 1 1,1-1-1,0 1 1,-1-1-1,1 1 0,0-1 1,0 0-1,0 1 0,-1-1 1,1 0-1,0 1 1,0-1-1,0 0 0,0 0 1,0 0-9,-21 0 222,17-1-209,0 0-1,0 1 0,0-1 1,0 1-1,0 0 0,0 0 1,1 0-1,-1 0 0,0 0 1,0 1-1,0 0 0,0-1 1,0 1-1,0 0 0,0 0 1,1 1-1,-1-1 0,0 0 1,1 1-1,-1 0 0,1-1 1,0 1-1,-1 0 0,1 0 1,0 1-1,0-1 0,1 0 1,-1 1-1,0-1 0,1 1 1,-1-1-1,1 1 0,0 0-12,-8 25 6,1 1 0,1 0 0,2 0 0,1 1 0,2-1-1,0 5-5,0-6 12,-9 592 236,12-404-209,43 832-34,-42-899-5,-29-207-2119,6 9-2307</inkml:trace>
  <inkml:trace contextRef="#ctx0" brushRef="#br1" timeOffset="30720.558">6401 7748 29950,'0'0'657,"33"-2"-404,531-27 598,356 47 226,-616-6-1098,70-10 21,-294-18 0,-85-9 0,-20 3-201,-11-1-806</inkml:trace>
  <inkml:trace contextRef="#ctx0" brushRef="#br1" timeOffset="109623.39">478 172 26694,'0'0'1009,"0"0"-329,0 0-248,0 0-35,0 0-87,-2 3 10,-7 86 185,10-60-440,33 909 1008,-32-261-730,-30 1 0,-50 183-343,39-626 60,-55 168-60,228-781-4661,-77 207-3057</inkml:trace>
  <inkml:trace contextRef="#ctx0" brushRef="#br1" timeOffset="110102.7">2495 1 27582,'282'21'721,"-1"12"1,233 60-722,-243-42 489,54-3-98,3-14 0,14-14-391,-208-15 53,-1 5 0,-1 6 0,0 6 0,22 12-53,-130-28 2,0 2 0,0 1 0,-1 1 1,0 0-1,0 2 0,-1 1 0,-1 1 0,0 0 0,-1 2 1,-1 0-1,15 17-2,-30-28 29,0 0 1,0 1 0,0 0-1,-1-1 1,0 1-1,0 1 1,-1-1-1,1 0 1,-1 1 0,-1-1-1,1 1 1,-1 0-1,-1-1 1,1 1-1,-1 0 1,0 0 0,-1 5-30,-22 36 696,15 110-552,51 348 40,-34-314-135,-10-1 1,-7 1-1,-12 25-49,4-81-32,-8 76-823,-47 187 855,45-306-1480,-2-32-410</inkml:trace>
  <inkml:trace contextRef="#ctx0" brushRef="#br1" timeOffset="110395.973">2254 3784 30390,'0'0'553,"114"0"-553,48-11-72,51-11 72,36-6 8,14 1 24,-4 5 136,9 8-32,-3 8-56,-4 6-32,-12 0-24,-23 10-24,-20 4 0,-13-2-168,-31 0-504,-45-5-953,-32-5-3880</inkml:trace>
  <inkml:trace contextRef="#ctx0" brushRef="#br1" timeOffset="110696.149">6068 3325 29502,'0'0'704,"0"0"-431,76 116 167,-25-49-56,10 8-56,20 22-16,16 19-200,8 20-64,-13-11-24,-24-27-24,-24-29-24,-7-6-232,-8-9-992,-10-17-1689</inkml:trace>
  <inkml:trace contextRef="#ctx0" brushRef="#br1" timeOffset="111009.115">5973 4345 30438,'0'0'531,"22"23"-324,161 156-119,-140-146-31,2-2 0,1-2-1,1-2 1,1-2 0,1-2 0,1-2-1,1-3 1,1-2 0,3-1-57,-46-13 15,-3 0 5,-1 0 0,1-1 0,0 1 0,0-1 0,0 0-1,0-1 1,0 1 0,0-1 0,0 0 0,0-1-1,0 0 1,0 0 0,0 0 0,0 0 0,0-1-1,0 0 1,-1 0 0,1-1 0,3-2-20,-2-4 27,-1-1 1,-1 0-1,1 0 1,-2 0-1,1-1 0,-2 1 1,1-1-1,-1 0 1,-1 0-1,0-1 0,-1 1 1,0 0-1,0 0 1,-1-1-1,-2-9-27,3 12 14,-1-86-262,-4-1 1,-3 1-1,-5 0 0,-4 1 0,-5 1 0,-3 1 0,-35-85 248,21 86-3667</inkml:trace>
  <inkml:trace contextRef="#ctx0" brushRef="#br0" timeOffset="112459.672">1855 5692 28246,'0'0'652,"0"0"27,-2 27-320,-26 407 441,15 421-113,15-763-679,3 0 1,4-1-1,4 0 1,4 0-1,5 4-8,-3-50-323,-19-45 294,1 1 1,-1 0-1,1-1 0,-1 1 1,1-1-1,-1 1 0,1-1 1,0 1-1,-1-1 1,1 1-1,0-1 0,-1 0 1,1 1-1,0-1 0,0 0 1,-1 1-1,1-1 0,0 0 1,0 0-1,-1 0 0,1 0 1,0 0-1,0 0 0,0 0 1,-1 0-1,1 0 0,0 0 1,0 0-1,-1 0 0,1-1 1,0 1-1,0 0 0,-1-1 1,1 1-1,0 0 0,-1-1 1,1 1-1,0-1 0,-1 1 1,1-1-1,-1 1 0,1-1 1,-1 1-1,1-1 0,-1 0 1,1 1-1,-1-1 0,0 0 1,1 1-1,-1-1 0,0 0 1,1 0 28,17-33-3862,-4-13-9381</inkml:trace>
  <inkml:trace contextRef="#ctx0" brushRef="#br0" timeOffset="112979.112">2263 5061 28390,'34'-6'567,"546"-74"81,-377 58-429,2 10 1,0 8-1,-1 9 1,178 29-220,386 49 132,-740-82-132,5 0 0,-1 1 0,1 2 0,-1 1 0,0 1 0,27 10 0,-60-16 4,1 1 1,-1-1-1,1 0 1,-1 1 0,1-1-1,0 1 1,-1-1 0,1 1-1,-1-1 1,1 1 0,0-1-1,-1 1 1,1-1-1,0 1 1,0-1 0,-1 1-1,1 0 1,0-1 0,0 1-1,0 0 1,0-1 0,0 1-1,0-1 1,0 1 0,0 0-1,0-1 1,0 1-1,0 0 1,0-1 0,0 1-1,1-1 1,-1 1 0,0 0-1,0-1 1,1 1 0,-1-1-1,0 1 1,1-1-1,-1 1 1,1-1 0,-1 1-1,0-1 1,1 0 0,-1 1-1,1-1 1,-1 1 0,1-1-1,0 0 1,-1 1-1,1-1 1,-1 0 0,1 0-1,-1 0 1,1 1 0,0-1-1,-1 0 1,1 0 0,0 0-1,-1 0 1,1 0-1,-1 0 1,1 0 0,0 0-1,-1 0 1,1-1 0,0 1-1,-1 0-4,-24 4 194,21-5-175,0 1 0,-1 0 0,1 0 0,0 0 0,-1 1 0,1-1 0,0 1 0,0 0 0,-1 0 0,1 0 0,0 0 0,0 0 0,0 1 0,0 0 0,0-1 0,0 1 0,1 0 0,-1 0 0,1 0 0,-1 1 0,1-1 0,0 1 0,0-1 0,0 1 0,0 0 0,0 0 0,1 0 0,-1 0 0,1 0 0,-1 2-19,1 117 10,77 415 54,0 23 624,-5 336-688,-69-609-89,-11-275-146,-86-32-2712,35-12-4132</inkml:trace>
  <inkml:trace contextRef="#ctx0" brushRef="#br0" timeOffset="113242.246">2618 7698 28678,'0'0'1911,"19"-2"-1469,455-54 542,462 8-984,-774 46 96,10-1 20,0 7 0,8 9-116,-159-11-11,-5-1-159,0 0-1,1 0 1,-1 2 0,0 0 0,0 1-1,-1 0 1,1 2 0,-1-1 0,0 2-1,0 0 1,-1 1 0,0 0-1,3 4 171,-11-4-3416</inkml:trace>
  <inkml:trace contextRef="#ctx0" brushRef="#br0" timeOffset="113666.072">3490 7832 29246,'0'0'712,"0"0"-376,-28 140-15,23-43 95,3 31-56,2 36-88,0 14-80,0-9-128,0-19-24,0-41-40,0-28-136,-2-14-272,-5-30-825,-6-9-1399</inkml:trace>
  <inkml:trace contextRef="#ctx0" brushRef="#br0" timeOffset="113948.065">2990 8840 27694,'0'0'1103,"11"27"-478,78 183 90,-88-208-708,18 39 211,2-1 0,2-1 0,1-1 0,3-1-1,25 27-217,-50-60 7,0-2 0,0 1 0,1 0 0,-1 0 0,1-1 0,0 1 0,0-1 0,0 0 0,0 0-1,0 0 1,1 0 0,-1-1 0,0 1 0,1-1 0,-1 0 0,1 0 0,-1 0 0,1-1 0,0 1-1,-1-1 1,1 0 0,0 0 0,0 0 0,-1 0 0,1 0 0,0-1 0,-1 0 0,2 0-7,2-7 27,0 0 0,0-1 1,0 1-1,-1-1 1,-1-1-1,1 1 0,-2-1 1,1 0-1,-1 0 0,-1 0 1,3-11-28,3-6 9,100-246-1214,-88 225-769</inkml:trace>
  <inkml:trace contextRef="#ctx0" brushRef="#br0" timeOffset="114616.435">2140 9527 27598,'0'0'1012,"0"0"-350,0 0-136,0 0-11,0 0-143,0 0-169,6 3-56,96 20 221,-95-23-358,1 0 0,0 0 1,0 0-1,0 1 0,-1 0 0,1 1 0,0 0 1,-1 0-1,1 0 0,-1 1 0,0 0 0,0 1 1,0-1-1,0 1 0,-1 1 0,1-1 1,-1 1-1,0 0 0,-1 1 0,1-1 0,-1 1 1,0 0-1,-1 0 0,2 3-10,-1 6-37,-1 0 0,0 1 0,-1-1 0,-1 1 0,-1-1 0,0 1 0,-1 0 1,-1 0-1,0-1 0,-1 1 0,-1-1 0,0 1 0,-1-1 0,0 0 0,-2 0 0,0-1 0,-3 6 37,-7 1-268,-1 0 0,0-2 0,-2 0 1,0-1-1,-1 0 0,-1-2 0,-1-1 0,0 0 1,-1-2-1,0 0 0,-1-2 0,0 0 0,-1-2 0,0-1 1,-14 3 267,-65 29 559,23-5 255,0 4 0,3 2-1,1 5 1,-65 51-814,142-97 8,1 0 0,0 0 0,-1 1 0,1-1 0,-1 0 0,1 1 0,-1-1 0,1 0 0,-1 1 0,1-1 0,-1 1 0,0-1 0,1 1-1,-1-1 1,0 1 0,1-1 0,-1 1 0,0-1 0,0 1 0,1-1 0,-1 1 0,0 0 0,0-1 0,0 1 0,0-1 0,0 1 0,0 0 0,1-1 0,-2 1 0,1-1-1,0 1 1,0 0 0,0-1 0,0 1 0,0-1 0,0 1 0,-1 0 0,1-1 0,0 1 0,0-1 0,-1 1 0,1-1 0,-1 1 0,1-1 0,0 1-8,216-59 30,-124 27-12,-44 16-5,0 2 0,1 2 0,1 2 0,0 3 0,36 0-13,-83 5 0,-1 1 0,1-1 1,-1 1-1,1 0 0,-1 0 0,1 0 0,-1 0 1,0 0-1,1 0 0,-1 1 0,1 0 0,-1-1 1,1 1-1,-1 0 0,0 0 0,0 0 0,1 0 1,-1 0-1,0 1 0,0-1 0,0 1 0,0-1 1,-1 1-1,1 0 0,0 0 0,-1 0 1,1 0-1,-1 0 0,1 0 0,-1 0 0,0 0 1,0 0-1,0 1 0,0-1 0,-1 0 0,1 1 1,-1-1-1,1 1 0,-1-1 0,0 1 0,0-1 1,0 1-1,0-1 0,0 1 0,0-1 0,-1 2 0,-1 11 3,0 0-1,-1 0 1,-1 0 0,-1-1-1,0 0 1,0 1-1,-1-2 1,-1 1-1,-1-1 1,0 0-1,0 0 1,-6 4-3,-10 22 1,-119 192 10,10 5 0,-37 107-11,146-260 0,25-82-41,1 1 1,0 0-1,-1-1 1,1 1 0,0-1-1,0 0 1,0 0-1,0 1 1,0-1 0,0-1-1,0 1 1,0 0-1,0 0 1,1-1-1,-1 1 1,0-1 0,0 0-1,1 0 1,-1 0-1,0 0 1,1 0-1,-1 0 1,0 0 0,0-1-1,1 1 1,-1-1-1,0 0 1,0 0 0,0 1-1,0-1 1,0-1-1,0 1 1,0 0-1,0 0 1,0-1 0,0 1-1,-1-1 1,1 0-1,1-1 41,46-31-1912</inkml:trace>
  <inkml:trace contextRef="#ctx0" brushRef="#br0" timeOffset="115051.416">2598 10557 26958,'0'0'851,"0"0"-346,0 0 289,0 0 143,-15 25-290,-115 172-136,-452 451-186,570-634-474,21-22-790,33-42 227,-2-3 1,-2-1-1,-3-1 1,26-57 711,-61 112 22,0-1 0,-1 1 0,1-1 0,0 1 1,0-1-1,0 1 0,0-1 0,0 1 0,0-1 0,0 1 0,0-1 1,0 1-1,0-1 0,1 1 0,-1-1 0,0 1 0,0-1 0,0 1 1,0-1-1,1 1 0,-1 0 0,0-1 0,1 1 0,-1-1 0,0 1 0,1 0 1,-1-1-1,0 1 0,1 0 0,-1-1 0,1 1 0,-1 0 0,1 0 1,-1-1-1,0 1 0,1 0 0,-1 0 0,1 0 0,-1 0 0,1-1 1,-1 1-1,1 0 0,-1 0 0,1 0 0,-1 0 0,1 0 0,-1 0 1,1 1-1,-1-1 0,1 0 0,-1 0 0,1 0 0,-1 0 0,1 1 0,-1-1 1,1 0-1,-1 0 0,1 1 0,-1-1 0,0 0 0,1 1 0,-1-1 1,0 0-1,1 1 0,-1-1 0,0 0 0,1 1-22,6 39 1233,-5-28-1206,78 577 1472,-46-221-1283,-21-319-361,-4-50-267,11-67-2605,-14 16-2320</inkml:trace>
  <inkml:trace contextRef="#ctx0" brushRef="#br0" timeOffset="115305.22">2081 10754 27974,'0'0'1032,"0"0"-640,0 0-256,0 0-8,0 0-128,0 0-152,0 0-2056</inkml:trace>
  <inkml:trace contextRef="#ctx0" brushRef="#br0" timeOffset="115649.442">2133 11060 29326,'0'0'648,"0"0"-512,0 0-88,0 0 184,138 35 49,-79-29-129,5 2-112,0 2-32,-3 2-8,7 7-481,-15-3-1047,-18-4-11795</inkml:trace>
  <inkml:trace contextRef="#ctx0" brushRef="#br0" timeOffset="116282.848">2883 10105 29206,'0'0'720,"0"0"-496,0 0-128,-29 102 169,25-19 95,4 44-80,0 44-120,0 26-40,4 1-48,7-19-8,18-13-24,8-10-32,3-28-8,-3-31 0,-20-46-80,3-51-424,-5-2-1145,-1-28-2104</inkml:trace>
  <inkml:trace contextRef="#ctx0" brushRef="#br0" timeOffset="116522.278">2938 10714 29918,'0'0'625,"0"0"-377,0 0-24,151 77-32,-92-59-112,33 4-80,-13-6-448,-13-5-1849</inkml:trace>
  <inkml:trace contextRef="#ctx0" brushRef="#br0" timeOffset="117198.884">3922 10334 28606,'0'0'1466,"0"0"-757,0 0-309,0 0-126,0 0-42,0 0-54,11 0 21,281-38 135,-290 40-351,0-1 0,-1 1 1,1-1-1,-1 1 1,1 0-1,-1 0 0,0-1 1,0 1-1,0 0 1,0 0-1,0 0 1,0 0-1,-1 0 0,1 1 1,0-1-1,-1 0 1,0 0-1,0 0 0,1 0 1,-1 1-1,-1-1 1,1 0-1,0 0 0,0 0 1,-1 1-1,1-1 1,-1 0-1,0 0 0,0 0 1,0 0-1,0 0 1,0 0-1,0 0 1,0 0-1,0-1 0,-1 1 1,1 0-1,-1-1 1,1 1-1,-1-1 0,-2 2 17,-42 53-972,-4-3-1,-1-1 0,-3-3 0,-31 21 973,-15-11-3889,83-56 1957</inkml:trace>
  <inkml:trace contextRef="#ctx0" brushRef="#br0" timeOffset="117545.075">3869 10630 17292,'0'0'8188,"0"0"-5809,0 0-1581,0 0-163,0 0-110,20 15-57,62 53-81,-75-60-346,-1-1 1,0 1 0,0 0-1,-1 1 1,0-1-1,-1 1 1,0 0-1,0 0 1,-1 1-1,0-1 1,-1 1-1,0-1 1,0 1-1,-1 0 1,0 8-42,2 10 38,5 23-71,-2 0 0,-3 1-1,-1 0 1,-6 36 33,-8-74-1068,11-21 1033,0 0 1,1 0 0,0 1-1,0-1 1,0 0-1,1 0 1,0 0 0,1 0-1,-1 1 1,1-1-1,0 0 1,1 1 0,0 0-1,0 0 1,0 0 0,1 0-1,0 0 1,0 0-1,0 1 1,1 0 0,-1 0-1,1 0 1,1 1-1,-1-1 1,1 1 0,-1 0-1,1 1 1,0 0-1,1 0 1,-1 0 0,0 0-1,1 1 1,0 0 34,-6 2 46,1 0 0,-1 0 1,1 0-1,0 0 0,-1 1 0,1-1 0,-1 0 1,1 1-1,-1-1 0,0 1 0,1 0 0,-1-1 1,1 1-1,-1 0 0,0 0 0,0 0 1,1 0-1,-1 0 0,0 0 0,0 0 0,0 0 1,0 1-1,0-1 0,0 0 0,-1 0 1,1 1-1,0-1 0,-1 1 0,1-1 0,-1 1 1,1-1-1,-1 2-46,46-338-6315,-28 234-1426</inkml:trace>
  <inkml:trace contextRef="#ctx0" brushRef="#br0" timeOffset="117796.949">4450 10140 24021,'0'0'2046,"27"-17"-810,190-112 114,-198 118-1268,0 2-1,1 0 1,1 2 0,-1 0 0,1 1 0,0 1 0,1 1-1,-1 1 1,1 1 0,0 0 0,12 2-82,-31 1 15,0 0 0,0 0 1,0 1-1,-1-1 0,1 0 0,0 1 0,-1 0 1,1 0-1,-1 0 0,0 0 0,0 0 0,0 0 1,0 0-1,0 1 0,0-1 0,0 1 0,-1-1 1,1 1-1,-1 0 0,0-1 0,0 1 1,0 0-1,0 0 0,0 0 0,-1 0 0,1 0 1,-1 0-1,0 0 0,0 0 0,0 2-15,-7 99 175,-2-71-162,-1-2 0,-2 1 1,-1-1-1,-2-1 0,0 0 1,-2-1-1,-2-1 0,0-1 1,-6 5-14,16-19-157,0-1 0,0-1 1,-1 0-1,0 0 1,-1-1-1,-1 0 0,1-1 1,-1 0-1,-1-1 0,0 0 1,0-1-1,0-1 0,-1 0 1,0-1-1,-10 3 157,19-9-178,1 0 0,0 0 0,0-1-1,0 0 1,0 0 0,0 0 0,0 0 0,0 0 0,0-1-1,1 1 1,-1-1 0,1 0 0,0 0 0,0-1 0,0 1 0,0-1-1,1 1 1,0-1 0,-1 0 0,1 0 0,0 0 0,1 0 0,-1 0-1,1 0 1,0-1 0,0 1 0,0 0 0,0-1 0,1 1-1,0-3 179,-2 1-368,-12-52-3253</inkml:trace>
  <inkml:trace contextRef="#ctx0" brushRef="#br0" timeOffset="118172.619">4450 10140 21429,'18'-5'1451,"30"-30"3407,-47 34-4811,1 0-1,-1 0 1,0 0-1,1 0 1,-1 0 0,0 0-1,1 0 1,-1 0 0,1 1-1,0-1 1,-1 0-1,1 1 1,-1 0 0,1-1-1,0 1 1,-1 0 0,1 0-1,0 0 1,0 0-1,-1 0 1,1 0 0,0 0-1,-1 1 1,1-1 0,0 1-1,-1-1 1,1 1-1,-1-1 1,1 1 0,-1 0-1,1 0 1,-1 0 0,0 0-1,1 0 1,-1 0-1,0 0 1,0 0 0,1 1-1,-1-1 1,0 0-1,0 1 1,-1-1 0,1 1-1,0-1 1,0 1 0,-1-1-1,1 1 1,-1 0-1,1-1 1,-1 1-47,13 34 111,-2 1 0,-1 1 0,-2-1 0,-2 1 0,-1 1-1,-2 4-110,33 170 153,-32-202-146,0 0-1,1-1 1,0 1 0,0-1 0,1 0 0,0-1 0,1 1 0,0-1 0,1 0 0,0-1 0,0 0 0,1 0 0,0-1 0,0 0 0,1 0 0,0-1 0,0-1 0,0 1 0,1-2-1,0 1 1,0-2 0,0 1 0,0-1 0,6 0-7,53 12 2,85 28-18,-149-40 10,0 0 0,0 0 0,-1 1 0,0 0-1,0-1 1,0 2 0,0-1 0,0 1 0,-1-1 0,0 1 0,0 0 0,0 1 0,-1-1 0,0 1 0,0-1 0,0 1 0,0 0 0,-1 0 0,0 0 0,-1 1 0,1-1 0,-1 0 0,0 1 6,0 14-5,-1 0 1,0 0 0,-1 0-1,-2 0 1,0 0-1,-1-1 1,-1 1-1,-1-1 1,-1 0-1,0-1 1,-2 1-1,0-1 1,-2-1 0,1 0-1,-2 0 1,-1-1-1,-1 0 5,-7 8-14,-1 0 0,-1-2 0,-1 0 0,-1-2-1,-1-1 1,-1-1 0,-1-1 0,0-1 0,-1-2 0,-20 8 14,-119 13-286,164-35 281,-1-1-1,1 0 0,-1 0 1,1 0-1,-1 0 1,1-1-1,-1 0 0,1 0 1,0 0-1,-1 0 1,1-1-1,0 1 0,0-1 1,0 0-1,0-1 1,0 1-1,1-1 0,-1 1 1,0-1-1,1 0 1,0 0-1,0-1 0,0 1 1,0-1-1,1 1 1,-1-1-1,1 0 0,0 0 1,0 0-1,0 0 1,1-1-1,-1 1 0,1 0 1,0-1-1,0 1 1,1 0-1,-1-1 0,1 1 1,0-1-1,0 0 6,0-9-14,1 0 1,0 0-1,1 0 0,0 0 1,1 0-1,1 1 0,0 0 0,1-1 1,0 1-1,1 1 0,1-1 1,0 1-1,0 0 0,1 1 1,1-1-1,0 2 0,0-1 0,1 1 1,6-4 13,23-21-62,1 3 0,1 1 0,2 2 0,29-14 62,14-6-967,-15 13-997</inkml:trace>
  <inkml:trace contextRef="#ctx0" brushRef="#br0" timeOffset="118609.742">1188 12036 27966,'0'0'1646,"0"0"-1185,30 0-361,414-15 1230,-433 14-1306,1207-70 1048,324 88-956,-1439-15-108,61 3 3,-1-7 1,29-10-12,-163 9-3,0-1 1,0-2 0,0-1 0,0-1-1,-1-1 1,-1-1 0,21-12 2,-47 22-20,0 0 1,0 0-1,0-1 1,-1 1-1,1-1 1,0 1-1,0-1 1,0 1-1,0-1 0,0 1 1,-1-1-1,1 0 1,0 1-1,-1-1 1,1 0-1,0 0 1,-1 0-1,1 1 1,-1-1-1,1 0 1,-1 0-1,0 0 1,1 0-1,-1 0 1,0 0-1,1 0 1,-1 0-1,0 0 1,0 0-1,0 0 1,0 0-1,0 0 1,0 0-1,0 0 1,-1 0-1,1 0 1,0 0-1,0 0 0,-1 0 1,1 0-1,-1 1 1,1-1-1,-1 0 20,-23-20-4304,-19-1-11760</inkml:trace>
  <inkml:trace contextRef="#ctx0" brushRef="#br0" timeOffset="122977.521">3380 5499 27318,'0'0'915,"0"0"-406,-28-12-194,-4-1-203,-159-48 563,157 55-624,-2 2 1,1 1 0,0 2-1,-1 2 1,1 1 0,0 1-1,0 2 1,0 2 0,1 1-1,0 1 1,0 2 0,1 2-1,0 1 1,1 1 0,-5 5-52,-8 11-14,1 3 0,1 1 0,2 2 0,2 2 0,1 1 0,2 2 0,2 2 0,2 1 0,2 1 0,2 2 0,2 1 0,3 1-1,1 0 1,3 2 0,2 1 0,2 0 0,3 1 0,0 10 14,2-12 31,2 2 0,2-1 0,3 1-1,2 0 1,2 0 0,3-1 0,2 1-1,2-1 1,3 0 0,2-1 0,2 0 0,3-1-1,2-1 1,1-1 0,3-1 0,2-1-1,7 6-30,-6-21 13,1-1 0,1-1 0,2-1 0,1-2 0,1-2 0,1 0 0,1-3-1,1-1 1,1-1 0,1-2 0,0-2 0,9 1-13,54 20 1,1-5 1,2-5 0,1-3-1,0-6 1,2-4-1,0-5 1,67-4-2,-126-4 1,-1-1 1,1-3-1,-1-2 1,1-1-1,-1-3 1,-1-2-1,0-2 0,-1-2 1,17-9-2,-15 1 11,-1-2 0,-1-2 0,-1-2 0,-1-2 0,-2-2-1,-2-2 1,-1-1 0,-1-2 0,-2-1 0,-2-2 0,-2-1 0,-2-2 0,-2-1 0,-1-1 0,-3-1 0,4-15-11,-15 31 44,-2 0 0,-1-1 0,-1 0 0,-2 0 0,-2-1 0,0 1 0,-3-1 0,0 0 0,-2 0 0,-2 0 0,-1 0 0,-1 1 0,-2 0 0,-1 0 0,-7-15-44,-15-34 60,-4 1 0,-4 2 0,-3 2 1,-3 1-1,-3 2 0,-4 3 0,-11-9-60,44 59-29,-1 0 0,-1 1 0,0 1-1,-2 1 1,0 1 0,0 1 0,-2 1 0,0 1 0,0 1-1,-1 1 1,-1 1 0,0 2 0,0 0 0,0 2-1,-1 0 1,0 2 0,0 2 0,-7 0 29,22 0-22,0 1 1,0 1-1,0 0 0,0 1 1,0 0-1,0 1 1,0 1-1,1-1 0,-1 2 1,1 0-1,0 0 1,-1 1-1,2 0 0,-1 1 1,-2 2 21,-12 13-308,1 1 0,0 1 0,2 1 0,0 1 1,2 1-1,-2 6 308,-33 55-2566</inkml:trace>
  <inkml:trace contextRef="#ctx0" brushRef="#br0" timeOffset="123540.306">3457 7901 21004,'0'0'2046,"0"0"1446,-4 19-2369,-23 131-317,-65 687 1327,69-515-2863,19-302-1262,-1-16-2469</inkml:trace>
  <inkml:trace contextRef="#ctx0" brushRef="#br0" timeOffset="123869.826">2775 8560 26870,'0'0'1325,"0"0"-686,0 0-427,11 21-18,89 144 648,-17-42-485,-5 4 0,-7 3 0,30 78-357,-92-187 33,-7-12-23,1-1 1,0 0 0,1 0 0,-1 0-1,1 0 1,1 0 0,0-1 0,0 0-1,0 0 1,1 0 0,0-1-1,0 0 1,1 0 0,-1 0 0,1-1-1,1 0 1,0 0-11,-5-5 6,0 0 0,-1 0 0,1 0 0,-1-1 0,1 1 0,-1-1 0,1 0 1,-1 0-1,1 0 0,-1 0 0,1 0 0,-1 0 0,0-1 0,0 1 0,1-1 0,-1 1 0,0-1 0,-1 0 0,1 0 0,0 0 0,0 0 0,-1 0 0,1 0 0,-1 0 1,0-1-1,0 1 0,0-1 0,0 1 0,0-1 0,0 0-6,0 1 3,280-582 241,-192 483-1080,-43 72-4569,-24 18-12613</inkml:trace>
  <inkml:trace contextRef="#ctx0" brushRef="#br0" timeOffset="145876.256">2284 4151 27206,'-22'8'885,"-243"58"1296,80-63-1046,184-1-1132,-1 0 0,0 0 0,1 0 1,-1 0-1,1 0 0,0 0 0,0 0 1,0 0-1,0 0 0,0 1 0,0-1 0,0 0 1,1 1-1,-1-1 0,1 1 0,0-1 1,0 1-1,0-1 0,0 1 0,0-1 1,0 0-1,1 1 0,-1-1 0,1 1 0,0-1 1,-1 0-1,1 1 0,0-1 0,0 0 1,1 0-1,-1 0 0,0 0 0,1 0 0,-1 0 1,1 0-1,0 0 0,0-1 0,1 2-3,8 5 4,0-2 0,0 1-1,0-1 1,1-1 0,-1 0 0,1-1-1,1 0 1,-1-1 0,0 0-1,1-1 1,0-1 0,-1 0-1,1 0 1,0-1 0,0-1-1,-1 0 1,12-3-4,111-9 94,-1-7 0,40-14-94,67-12 76,102 8 46,1 16 0,277 19-122,-12 25 0,160 45 0,541 139-8,-380-49-4,1067 80 18,-1019-102-1649,-873-116-754</inkml:trace>
  <inkml:trace contextRef="#ctx0" brushRef="#br0" timeOffset="183527.453">12446 1076 26542,'0'0'1125,"0"0"-441,0 0-270,0 0 27,0 0 77,23 17-10,74 74-75,-88-76-388,0-1-1,-2 1 1,0 0-1,-1 1 1,0 0-1,-1 0 1,-1 0-1,1 7-44,43 231 365,-12 1-1,-11 1 1,-9 83-365,-5-31 163,-14 1 0,-13-1 0,-39 189-163,21-292-241,-10-3 0,-52 147 241,62-260-931,4-33-966</inkml:trace>
  <inkml:trace contextRef="#ctx0" brushRef="#br0" timeOffset="184231.908">1215 4739 26942,'0'0'669,"0"0"-18,0 0-186,0 0-167,0-18-39,-1 7-202,1 6-35,-1 0-1,1 0 1,0 1-1,0-1 1,0 0 0,0 0-1,1 1 1,0-1-1,0 0 1,1 1-1,-1-1 1,1 1-1,0-1 1,0 1-1,0 0 1,0 0 0,1 0-1,0 0 1,0 0-1,0 1 1,0-1-1,1 1 1,-1 0-1,2-1-21,40-22 53,2 3 0,0 2 0,1 2 0,1 2 0,0 2 0,1 2 0,26-2-53,-25 4 33,604-118 362,5 30-1,3 28 0,598 16-394,-444 51 206,261 52-206,986 179 60,-923-193-62,-1124-34 0,82 1-30,0-5 0,0-3 0,10-7 32,-103 14-70,-1-1-1,0 1 1,0-1 0,1 0 0,-1 0 0,0-1-1,0 1 1,0-1 0,0 0 0,-1-1 0,1 1-1,-1-1 1,1 0 0,-1 0 0,0 0 0,0-1-1,0 0 1,0 1 0,-1-1 0,0-1 0,0 1-1,1-1 71,0-17-2324</inkml:trace>
  <inkml:trace contextRef="#ctx0" brushRef="#br0" timeOffset="184704.33">6826 729 26758,'0'0'1069,"0"0"-173,28 6-310,20 5-409,-1-3-1,2-2 1,-1-2-1,0-2 1,15-3-177,245-26 870,139-37-870,-42 4 246,1325-92 313,-857 138-485,-772 14-74,1 5-1,0 4 0,-1 4 1,-1 5-1,0 4 0,10 8 1,36 46-1036,-122-49-1003</inkml:trace>
  <inkml:trace contextRef="#ctx0" brushRef="#br2" timeOffset="191404.252">886 3873 14859,'0'0'3972,"0"0"-449,0 0-1996,0 0-1152,-13 7-306,-40 19 15,53-26 16,0 0 0,1 1-1,-1-1 1,0 0-1,0 0 1,0 0 0,1 1-1,-1-1 1,0 0 0,0 0-1,0 1 1,0-1 0,0 0-1,0 0 1,1 1 0,-1-1-1,0 0 1,0 0 0,0 1-1,0-1 1,0 0 0,0 1-1,0-1 1,0 0 0,0 0-1,0 1 1,0-1 0,0 0-1,0 0 1,-1 1 0,1-1-1,0 0 1,0 1-1,0-1 1,0 0 0,0 0-1,0 0 1,-1 1 0,1-1-1,0 0 1,0 0 0,0 1-1,-1-1 1,1 0 0,0 0-1,0 0 1,-1 0 0,1 0-1,0 1 1,-1-1-100,31 1-768,-27-1 1117,540-24 547,151-17-230,-106 57-68,-484-10-480,0-5-1,1-5 0,-1-4 1,86-19-118,12-20 137,-112 23-17,2 4-1,0 4 1,1 3 0,56 2-120,-216-18-368,15 9-623,-2-4-1175</inkml:trace>
  <inkml:trace contextRef="#ctx0" brushRef="#br2" timeOffset="192886.483">5993 5357 19268,'0'0'6812,"0"29"-4977,14 437-337,36 688 204,-50-306-1338,-9-1086-1930,2 96-1928,1 3-6626</inkml:trace>
  <inkml:trace contextRef="#ctx0" brushRef="#br2" timeOffset="193451.062">5838 5242 28462,'0'0'714,"0"0"-356,30-7-111,238-43 270,93 21-46,1 17-1,293 29-470,-472-2 21,0-9 1,1-7 0,115-19-22,-103-10 2,-66 8 0,1 6 1,94 1-3,-161 19-70,-109-3 289,-20-18 27,-50-1 107,112 20-347,-1-1 0,1 1-1,0 0 1,-1 0 0,1 0 0,0 1 0,0-1 0,0 1 0,1 0 0,-1-1 0,1 1-1,-1 0 1,1 1 0,0-1 0,0 0 0,1 1 0,-1-1 0,1 1 0,-1-1-1,1 1 1,0 0 0,0-1 0,1 1 0,-1 0 0,1 0 0,0 0 0,0 0-6,-6 207 32,83 621 221,-58-15-142,-18-815-154,-1 0 0,1-1 0,-1 1 0,0-1 1,0 1-1,0 0 0,0-1 0,0 1 0,0 0 1,-1-1-1,1 1 0,0 0 0,-1-1 0,1 1 0,-1-1 1,0 1-1,1-1 0,-1 1 0,0-1 0,0 1 1,0-1-1,0 0 0,0 0 0,0 1 0,0-1 1,-1 0-1,1 0 0,0 0 0,-1 0 0,1 0 1,-1-1-1,1 1 0,-1 0 0,1-1 0,-1 1 1,1-1-1,-1 1 0,0-1 0,1 0 0,-2 1 43,-22-1-2359</inkml:trace>
  <inkml:trace contextRef="#ctx0" brushRef="#br2" timeOffset="193844.606">6127 7456 27854,'0'0'755,"0"0"-347,33 6-91,297 34 593,1584-36 1481,-1790-3-2370,1 5 1,-1 5-1,-1 6 0,44 15-21,-165-44-851,-11-5-283</inkml:trace>
  <inkml:trace contextRef="#ctx0" brushRef="#br2" timeOffset="194424.563">10215 8448 27742,'0'0'1702,"0"0"-836,0 0-352,0 0-238,0 0-37,-12-21-27,-68-119-23,78 136-188,1-1 1,-1 1-1,0 0 0,-1 1 0,1-1 1,-1 0-1,0 1 0,0-1 1,0 1-1,0 0 0,0 0 0,-1 0 1,1 0-1,-1 1 0,0-1 0,0 1 1,0 0-1,0 0 0,0 1 0,-1-1 1,1 1-1,0 0 0,-1 0 1,1 0-1,-1 1 0,1-1 0,-1 1 1,1 0-1,-1 1 0,1-1 0,-1 1 1,1 0-1,0 0 0,-1 0 0,1 0 1,0 1-1,0 0 0,0 0 1,0 0-1,-1 1-1,-9 14 0,1 0 1,1 2-1,0-1 0,2 2 1,0-1-1,1 1 1,1 1-1,1-1 1,0 1-1,2 1 0,1-1 1,0 1-1,2 0 1,0 0-1,1 0 0,3 16 0,-3-31-2,1 1 0,1-1 0,-1 0 0,1 1 0,1-1 0,-1 0 0,1 1 0,1-1 0,-1 0 0,1-1 0,0 1 0,1 0 0,-1-1 0,1 0 0,1 1 0,-1-2 0,1 1 0,0 0 0,0-1 0,1 0 0,-1 0 0,1-1-1,0 0 1,1 0 0,-1 0 0,1-1 0,-1 1 0,1-2 0,0 1 0,0-1 0,1 0 0,2 0 2,3 0-6,-1-1 0,1 0 1,-1-1-1,1-1 0,-1 0 0,0 0 0,1-1 1,-1-1-1,0 0 0,0-1 0,0 0 0,-1-1 0,0 0 1,1-1-1,-2 0 0,1 0 0,-1-2 0,0 1 1,0-1-1,-1 0 0,0-1 0,1-2 6,159-174-1583,-98 96-784</inkml:trace>
  <inkml:trace contextRef="#ctx0" brushRef="#br2" timeOffset="194673.437">11000 7974 29494,'0'0'896,"0"0"-263,2 164-233,4-63 40,5 31 0,2 32-208,7 15-152,2 9-80,-2-50-568,-9-34-1393</inkml:trace>
  <inkml:trace contextRef="#ctx0" brushRef="#br2" timeOffset="195002.362">11013 7456 11939,'0'0'17155,"0"0"-16123,0 0-399,0 0-257,0 0-128,-103 207 48,19 6-16,-19 73-40,-8 57-112,3 36-64,5 1-64,26-86-448,5-49-1609</inkml:trace>
  <inkml:trace contextRef="#ctx0" brushRef="#br2" timeOffset="196854.64">9658 6057 19220,'0'0'7736,"0"0"-5568,0 0-1671,0 0-292,0 0-49,9-23 91,31-74 8,-34 85-214,0 0 0,1 1-1,0-1 1,1 1 0,0 1 0,1 0 0,0 0 0,0 1 0,9-7-41,-11 10 12,-5 4-11,0-1 0,0 1 0,0 0 0,0 0 1,0 0-1,0 0 0,1 1 0,-1-1 0,1 1 0,-1-1 0,1 1 0,0 0 0,-1 0 1,1 0-1,0 0 0,0 1 0,0-1 0,0 1 0,-1 0 0,1-1 0,0 1 1,0 1-1,0-1 0,0 0 0,0 1 0,0-1 0,0 1 0,-1 0 0,1 0 0,0 0 1,0 0-1,-1 1 0,1-1 0,-1 1 0,1-1 0,-1 1 0,0 0-1,9 16 6,-2 1-1,0 0 0,-1 1 0,-1 0 1,-1 0-1,0 0 0,-2 1 0,0 0 1,-1 11-6,5 13 4,-1-6-3,-1-2 2,1 1 1,2-2-1,1 1 0,2-1 1,16 33-4,-27-67 1,-1 1 0,1-1 0,0 0 0,0 0 0,0 0 0,0 1 0,1-1 0,-1 0 0,1 0 0,-1-1 0,1 1 0,-1 0 0,1 0 0,0-1 0,0 1 0,0-1 0,0 0 0,0 1 0,0-1 0,0 0 1,1 0-1,-1 0 0,0-1 0,1 1 0,-1 0 0,0-1 0,1 0 0,-1 1 0,1-1 0,-1 0 0,1 0 0,-1-1 0,0 1 0,1 0 0,-1-1 0,1 1 0,-1-1 0,0 0 0,0 0 0,1 0 0,-1 0 0,0 0 0,0 0 1,0-1-1,0 1 0,0-1 0,0 0 0,-1 1 0,1-1 0,0 0 0,-1 0 0,1 0 0,-1 0 0,0 0 0,1-1-1,20-39 13,-3-1 1,-1-1 0,-2-1-1,-2 0 1,-2-1-1,-1 0 1,-1-17-14,21-150 14,-26 208 58,-1 29-70,-3-19 2,42 365 22,-16 2 0,-17 7-26,-10-368-2,1 12-3,-1 0 0,0-1 0,-2 1 0,-1 0-1,-1-1 1,-1 1 0,0-1 0,-5 9 5,9-27-2,-1-1 1,1 0-1,-1 0 0,1 0 1,-1 1-1,0-1 0,0-1 1,0 1-1,-1 0 1,1 0-1,0-1 0,-1 0 1,0 1-1,0-1 0,0 0 1,0 0-1,0-1 0,0 1 1,0 0-1,0-1 0,-1 0 1,1 0-1,-1 0 1,1 0-1,0-1 0,-1 1 1,0-1-1,1 0 0,-1 0 1,1 0-1,-1 0 0,1-1 1,-1 1-1,1-1 0,-1 0 1,1 0-1,0-1 1,-1 1-1,1 0 0,0-1 1,0 0-1,0 0 0,-1 0 2,-5-10-1,1 0 0,0-1 0,0 0 0,1 0 0,1 0 0,0-1 0,1 0 0,0 0 1,1-1-1,1 1 0,1-1 0,0 1 0,0-1 0,1 0 0,2-6 1,-6-20-111,3 1 0,1-1 0,2 1 0,2-1 0,1 1 0,2 0 0,11-35 111,37-55-1181,-25 71-2785,8-18-12339</inkml:trace>
  <inkml:trace contextRef="#ctx0" brushRef="#br2" timeOffset="197151.693">10791 5921 25501,'0'0'3692,"0"0"-2640,0 0-877,0 0-47,24 2 104,152 14 213,-162-16-434,0 0-1,0 1 0,0 1 1,-1 0-1,1 0 0,-1 2 1,1 0-1,-1 0 0,0 1 1,-1 1-1,1 0 0,-1 1 1,0 0-1,-1 1 0,0 0 1,5 5-11,-13-9 2,-1 0 1,0-1-1,0 1 1,0 0 0,-1 0-1,1 1 1,-1-1-1,0 0 1,0 0-1,-1 1 1,1-1-1,-1 1 1,0-1 0,0 0-1,0 1 1,-1-1-1,1 0 1,-1 1-1,0-1 1,-1 0 0,1 0-1,-1 0 1,1 0-1,-1 0 1,-1 0-1,0 1-2,-77 95 17,57-77-24,-58 86-1016,69-90-679</inkml:trace>
  <inkml:trace contextRef="#ctx0" brushRef="#br2" timeOffset="197574.351">9259 5599 25653,'0'0'1721,"0"0"-513,0 0-656,0 0-312,0 0 352,0 0 1,44 182-209,-26-52-152,-3 42-64,-4 7-80,-5-13-56,-1-38-32,-1-49 0,3-22-16,1-11-192,25-3-384,0-10-417,-2-13-1479</inkml:trace>
  <inkml:trace contextRef="#ctx0" brushRef="#br2" timeOffset="197827.682">10612 5434 29254,'0'0'1000,"0"112"-343,0 2-289,15 48-48,16 26-56,8 5-136,11-2-128,3-13-40,-13-46-632,-12-27-2233</inkml:trace>
  <inkml:trace contextRef="#ctx0" brushRef="#br2" timeOffset="198707.498">11762 5860 27094,'0'0'1373,"0"0"-356,0 0-329,0 0-155,-6-20-121,-21-60-102,27 78-299,-1-1-1,1 1 1,-1 0 0,0 0 0,0 0 0,0 0 0,0 0-1,0 0 1,0 0 0,0 0 0,-1 0 0,1 1 0,-1-1-1,1 0 1,-1 1 0,0 0 0,0-1 0,0 1 0,1 0 0,-1 0-1,0 0 1,0 0 0,-1 0 0,1 0 0,0 0 0,0 1-1,0-1 1,0 1 0,-1 0 0,1-1 0,0 1 0,0 0-1,-1 1 1,1-1 0,0 0 0,0 0 0,0 1 0,-1 0 0,1-1-1,0 1 1,0 0 0,0 0 0,0 0 0,0 0 0,0 0-1,0 1 1,1-1 0,-1 0 0,0 1 0,1 0 0,-1-1-1,1 1 1,-1 0 0,1 0 0,0 0 0,0-1 0,0 1 0,0 1-1,0-1 1,0 0 0,1 0 0,-1 1-11,-12 19-3,1 2 1,1-1-1,1 2 1,2-1-1,0 1 0,1 0 1,2 1-1,1 0 1,0-1-1,2 1 1,1 1-1,2-1 1,1 16 2,-1-35-2,0-1 0,1 0 1,-1 0-1,1 0 0,0 0 0,1 0 1,-1 0-1,1 0 0,0-1 1,1 0-1,-1 1 0,1-1 1,0 0-1,0-1 0,1 1 1,-1-1-1,1 0 0,0 0 1,0 0-1,1-1 0,-1 1 1,1-1-1,0-1 0,-1 1 1,1-1-1,0 0 0,1 0 1,-1-1-1,0 0 0,0 0 1,1 0-1,-1-1 0,0 0 1,1 0-1,-1-1 0,0 0 1,1 0-1,-1 0 0,0-1 1,0 1-1,0-2 0,0 1 1,0-1-1,-1 1 0,1-2 1,-1 1-1,3-2 2,1-4-7,0-1-1,-1 1 1,0-1 0,-1 0 0,0-1-1,0 0 1,-1 0 0,0-1 0,-1 1-1,-1-1 1,0 0 0,0-1 0,-1 1-1,-1-1 1,0 1 0,-1-1 0,0 0 0,-1 1-1,0-1 1,-1 0 0,-1-4 7,1 13-50,1 1-1,-1 0 1,0 0 0,0 0 0,0 0 0,0 0-1,-1 0 1,1 0 0,-1 0 0,0 0-1,0 0 1,0 1 0,0-1 0,0 1 0,0 0-1,-1-1 1,1 1 0,-1 0 0,1 0-1,-1 1 1,0-1 0,0 1 0,0-1 0,0 1-1,0 0 1,0 0 50,-21-8-2219</inkml:trace>
  <inkml:trace contextRef="#ctx0" brushRef="#br2" timeOffset="201297.471">2017 8065 12507,'0'0'12784,"0"0"-9538,0 0-2478,0 0-93,0 0-112,-6 0-142,-8 0 5,59 0-112,237-28 337,56 14-443,1 15 0,11 16-208,-197-9-4,821-1 4,-658-32 0,-315 26 0,0-1 0,-1 0 0,1 0 0,0 0 0,-1 0 0,1 0 0,0 0 0,-1 0 0,1 0 0,0 0 0,-1 0 0,1 0 0,0 0 0,-1 0 0,1 0 0,0 0 0,-1-1 0,1 1 0,0 0 0,-1-1 0,1 1 0,-1 0 0,1-1 0,0 1 0,-1-1 0,1 1 0,-1-1 0,1 1 0,-1-1 0,0 1 0,1-1 0,-1 1 0,1-1 0,-1 0 0,0 1 0,0-1 0,1 0 0,-1 1 0,0-1 0,0 0 0,0 1 0,0-1 0,0 0 0,0 1 0,0-1 0,0 0 0,0 0 0,0 1 0,0-1 0,0 0 0,0 1 0,-1-1 0,1 0 0,0 1 0,0-1 0,-1 1 0,1-2 0,-32-26 0,-100-42-113,-109-24-2269,124 52-708</inkml:trace>
  <inkml:trace contextRef="#ctx0" brushRef="#br2" timeOffset="201815.71">1831 5264 18828,'0'0'6140,"0"0"-4146,0 0-1537,0 0-243,0 0 87,-5 29 210,-37 270 702,-36 520 1379,30 273-2592,37-636-337,13-607-957,0 57-783</inkml:trace>
  <inkml:trace contextRef="#ctx0" brushRef="#br2" timeOffset="202174.63">1829 5313 28198,'0'0'960,"34"1"-376,477-6 711,400-49-266,-711 55-956,-1 9 0,0 9 1,76 22-74,542 140 61,-699-148-57,-101 10-2705,-17-37-1664</inkml:trace>
  <inkml:trace contextRef="#ctx0" brushRef="#br2" timeOffset="202504.743">5044 5374 29598,'0'0'850,"0"0"-349,0 0-186,-14 24 60,2-5-292,4-7-38,0 0 0,1 1 0,0 0 0,1 0-1,1 0 1,0 1 0,1 0 0,0 0 0,1 0 0,0 0-1,2 1 1,-1 12-45,7 123 152,7-1 0,6 0-1,8 4-151,2 28 43,87 900-34,-75-635-9,-33-397 8,-5-70-129,-6-31-813,-11-12-1580</inkml:trace>
  <inkml:trace contextRef="#ctx0" brushRef="#br2" timeOffset="203198.098">3358 7907 28502,'0'0'1379,"0"0"-639,0 0-325,0 0-98,0 0-65,1 34-5,27 464 493,-20 50-565,-29-378-286,8-168-2304,6-19-1004</inkml:trace>
  <inkml:trace contextRef="#ctx0" brushRef="#br2" timeOffset="203478.737">2933 8402 18340,'0'0'9466,"14"27"-6848,182 369-735,-36-51-1423,-158-340-460,41 67 0,-43-70 0,1-1 0,0 0 0,0 0 0,0 1 0,0-1 0,0 0 0,0 0 0,0 0 0,0 0 0,1-1 0,-1 1 0,0 0 0,1 0 0,-1-1 0,0 1 0,1-1 0,-1 1 0,1-1 0,-1 1 0,1-1 0,-1 0 0,1 0 0,-1 0 0,1 0 0,-1 0 0,1 0 0,-1 0 0,1 0 0,-1-1 0,1 1 0,-1-1 0,0 1 0,1-1 0,-1 1 0,0-1 0,1 0 0,-1 0 0,0 0 0,0 1 0,1-1 0,-1 0 0,0-1 0,0 1 0,0 0 0,0 0 0,0 0 0,-1-1 0,1 1 0,0-1 0,72-155 0,-11-3-74,1-2-1158,79-145 1232,-118 260-3007</inkml:trace>
  <inkml:trace contextRef="#ctx0" brushRef="#br2" timeOffset="204570.006">1721 12129 2785,'0'0'21682,"0"0"-16543,0 0-4596,0 0-229,0 0 136,0 0-24,27 11-106,90 35-86,-100-40-207,1-1-1,-1-1 1,1 0-1,0-1 0,0-2 1,1 1-1,-1-2 1,0-1-1,8-1-26,6 1 9,8-4-2,1-1 0,-1-2 0,0-2 0,-1-2 0,35-14-7,-33 10 6,2 2 0,0 2 0,0 2 0,44-5-6,-55 12 3,-1 2 1,1 2-1,-1 0 0,1 2 1,-1 2-1,0 1 0,-1 1 1,19 7-4,473 197 541,-492-204-541,1-1 0,-1-1 0,1-2 0,0-1 0,0-2 0,0 0 0,-1-3 0,1 0 0,0-2 0,-1-1 0,0-2 0,-1-1 0,1-1 0,7-5 0,154-66 0,151-50 0,-311 124 0,1 1 0,0 2 0,0 2 0,1 1 0,-1 1 0,32 4 0,-52-3 0,33 3 0,0 2 0,0 2 0,-1 2 0,0 2 0,0 1 0,-2 3 0,37 18 0,-39-15 0,1 2 0,1-1 0,1-3 0,1-1 0,0-2 0,1-2 0,45 6 0,-33-16-211,-19-2-842</inkml:trace>
  <inkml:trace contextRef="#ctx0" brushRef="#br2" timeOffset="208150.993">6980 9817 28014,'0'0'2159,"0"0"-1345,0 0-452,0 0-68,0 0-34,-26 28-47,-175 239 43,25 15-178,-98 163-38,16 16-40,258-460-3,-29 50-270,2 2 1,3 0-1,2 2 0,2 0 1,3 2-1,2 0 1,-4 40 272,17-65-2085</inkml:trace>
  <inkml:trace contextRef="#ctx0" brushRef="#br2" timeOffset="208399.898">7313 10020 29254,'0'0'856,"0"0"-471,125 36-233,-75-31 112,-2-5-72,-2 0 16,-6-19-208,-14-15-32,-11 7-849,-15 3-3311</inkml:trace>
  <inkml:trace contextRef="#ctx0" brushRef="#br2" timeOffset="208571.087">7045 10178 29166,'0'0'960,"-35"114"-431,7-3-185,-16 52 16,-2 35-112,0 17-120,9 12-80,15-24-48,11-41-72,8-46-200,3-55-400,11-49-265,11-12-607,-2-6-6018</inkml:trace>
  <inkml:trace contextRef="#ctx0" brushRef="#br2" timeOffset="209247.531">7617 9981 28838,'0'0'1166,"0"0"-717,0 0-289,-18 18 24,-115 133 80,101-109-451,2 2 0,2 1-1,2 2 1,2 0-1,2 2 1,2 0 0,3 1-1,1 1 1,3 0 0,2 3 187,-26 187 632,37-241-628,0 0-1,0 1 1,0-1 0,0 1 0,0-1 0,0 1 0,0-1 0,0 1-1,0-1 1,1 1 0,-1-1 0,0 0 0,0 1 0,0-1-1,1 1 1,-1-1 0,0 0 0,0 1 0,1-1 0,-1 0 0,0 1-1,1-1 1,-1 0 0,1 0 0,-1 1 0,0-1 0,1 0 0,-1 0-1,1 1 1,-1-1 0,0 0 0,1 0 0,-1 0 0,1 0 0,-1 0-1,1 0 1,-1 0 0,1 0 0,-1 0 0,1 0 0,-1 0-1,0 0 1,1 0 0,-1 0 0,1 0 0,-1 0 0,1-1 0,-1 1-1,0 0 1,1 0 0,-1-1 0,1 1 0,-1 0 0,0 0 0,1-1-1,-1 1 1,0 0 0,1-1 0,-1 1 0,0 0 0,0-1-1,1 1 1,-1-1 0,0 1 0,0 0 0,0-1 0,0 1 0,1-1-1,-1 1 1,0-1-4,26-28 201,191-343 154,-217 372-351,0-1 0,0 0 0,0 0 0,0 0 0,0 0 0,0 0 0,1 1 0,-1-1 0,0 0 0,0 0 0,1 0 0,-1 1 1,0-1-1,1 0 0,-1 0 0,1 1 0,-1-1 0,1 0 0,-1 0 0,1 1 0,-1-1 0,1 1 0,0-1 0,-1 1 0,1-1 0,0 1 0,-1-1 0,1 1 0,0-1 0,0 1 0,0 0 0,-1 0 0,1-1 0,0 1 0,0 0 0,0 0 0,0 0 0,0 0 0,-1 0 0,1 0 0,0 0 0,0 0 0,0 0 0,0 0 0,-1 1 0,1-1 0,0 0 0,0 1 0,0-1 0,-1 0 0,1 1 0,0-1 0,0 1 0,-1-1 0,1 1 1,0-1-1,-1 1 0,1 0 0,-1-1 0,1 2-4,-41 390 560,37-362-551,2 0-1,2 0 1,0 0 0,2 0 0,2-1 0,0 1 0,2-1-1,4 8-8,9 8 3,3 0-1,2-2 0,2-1 1,1-1-1,34 37-2,13 21-141,-72-97 139,-1 0 0,0 0-1,0 0 1,-1 1 0,1-1-1,0 0 1,-1 1 0,1-1 0,-1 1-1,0-1 1,0 1 0,0 0 0,0 0-1,-1-1 1,1 1 0,-1 0-1,1 0 1,-1 0 0,0 0 0,0-1-1,0 1 1,-1 0 0,1 0 0,-1 0-1,1 0 1,-1-1 0,0 1 0,0 0-1,0-1 1,0 1 0,-1 0-1,1-1 1,-1 0 0,0 1 0,1-1-1,-1 0 1,0 0 0,0 0 0,0 0-1,-2 0 3,-36 22 21,-1-3 0,-1-2-1,0-1 1,-2-2-1,0-3 1,-1-1-1,-2-1-20,14-2 71,0-1-1,-1-2 0,0-1 1,0-1-1,-1-2 0,1-2 0,-33-3-70,63 1 12,1 1-1,0-1 0,0 0 0,0 1 0,0-2 0,0 1 0,0 0 1,1 0-1,-1-1 0,1 0 0,0 1 0,-1-1 0,1 0 0,1 0 1,-1 0-1,0 0 0,1-1 0,-1 1 0,1 0 0,0-1 0,0 1 1,0-1-1,1 1 0,-1-1 0,1 1 0,0-1 0,0 1 0,0-1 1,1 0-1,-1 1 0,1-1 0,-1 1 0,1-1 0,1 1 0,-1 0 0,0-1 1,2-1-12,10-30-64,1 1 0,2 0 0,2 1 1,1 1-1,1 1 0,15-16 64,-26 33-40,242-318-1926,-174 231-393</inkml:trace>
  <inkml:trace contextRef="#ctx0" brushRef="#br2" timeOffset="209526.587">7863 10442 25725,'0'0'1825,"0"0"-953,0 0-232,0 0-40,0 0-40,0 0-239,125-35-145,-92 29-72,-3-2-80,3-2-24,-4-2-176,10-2-457,-8 4-927,-9 7-1793</inkml:trace>
  <inkml:trace contextRef="#ctx0" brushRef="#br2" timeOffset="209810.848">7994 10780 20364,'0'0'4681,"0"0"-2992,-74 122-913,48-73-224,6-3-216,9-5-160,4-4-176,7 3-120,0-11-992,0-11-22133</inkml:trace>
  <inkml:trace contextRef="#ctx0" brushRef="#br2" timeOffset="209967.545">8049 11125 25854,'0'0'1480,"0"0"-669,0 0-370,0 17 62,1 60 1079,38-361-1286,-39 280-293,1-1 0,0 1 0,1-1 0,-1 1 0,1 0 0,0 0-1,0-1 1,0 1 0,0 1 0,1-1 0,-1 0 0,1 1 0,0-1 0,0 1 0,1 0 0,-1 0 0,1 0 0,-1 0 0,1 1 0,0-1 0,0 1 0,0 0 0,0 0 0,0 0 0,1 1 0,-1 0 0,1 0 0,-1 0 0,1 0 0,-1 1 0,1-1 0,-1 1 0,1 0 0,-1 1 0,1-1 0,-1 1 0,1 0 0,0 0-3,0 2 4,0 0-1,0 0 1,-1 0-1,1 0 1,-1 1 0,0 0-1,0 0 1,0 0 0,0 1-1,-1-1 1,0 1-1,0 0 1,0 0 0,0 0-1,-1 0 1,0 1 0,0-1-1,0 0 1,-1 1 0,0 0-1,0-1 1,0 1-1,-1 0 1,1-1 0,-2 1-1,1 0 1,0-1 0,-1 1-1,0 0 1,-1-1-1,1 1-3,1-1 0,-1 6-11,0 0 1,-1 0-1,0-1 1,0 1-1,-1-1 1,-1 0-1,0 1 0,0-1 1,-1-1-1,0 1 1,-1-1-1,0 0 1,0 0-1,-8 7 11,14-15-26,-1-1 1,0 1-1,1-1 1,-1 0-1,0 0 0,0 1 1,1-1-1,-1 0 0,0 0 1,0 0-1,1 0 1,-1 0-1,0 0 0,0 0 1,0 0-1,1 0 1,-1 0-1,0 0 0,0-1 1,1 1-1,-1 0 1,0-1-1,1 1 0,-1 0 1,0-1-1,1 1 1,-1-1-1,0 1 0,1-1 1,-1 1-1,1-1 0,-1 1 1,1-1-1,-1 1 1,1-1-1,0 0 0,-1 1 1,1-1-1,0 0 1,-1 0-1,1 1 0,0-1 1,0 0-1,0 0 1,-1 1-1,1-1 0,0 0 1,0 0-1,0 1 1,0-1-1,0 0 0,1 0 1,-1 1-1,0-1 0,0 0 1,0 0-1,1 1 1,-1-1-1,0 0 0,1 1 1,-1-1-1,1 0 1,-1 1-1,1-1 0,-1 1 1,1-1-1,-1 0 1,1 1 25,-1-6-306,-1-36-1781</inkml:trace>
  <inkml:trace contextRef="#ctx0" brushRef="#br2" timeOffset="210516.726">8507 10182 27230,'0'0'896,"22"-8"-340,142-38 958,-157 44-1467,0 1 0,0 0 0,0 1 0,0 0 0,0 0 0,0 0 0,1 1 0,-1 0 0,0 0 1,0 1-1,0 0 0,-1 0 0,1 1 0,0 0 0,-1 0 0,0 0 0,1 1 0,-1 0 0,-1 0 0,1 0 0,0 1 0,-1 0 1,0 0-1,0 0 0,-1 1 0,0 0 0,0 0 0,0 0 0,0 0 0,1 6-47,0 3 6,-2 0 1,0 0-1,0 1 0,-2 0 1,0-1-1,0 1 0,-2-1 1,0 1-1,0 0 0,-2-1 1,0 0-1,-1 1 0,0-1 1,-1-1-1,-1 1 0,0-1 0,-1 0 1,-1 0-1,-6 9-6,4-5-51,0 0 0,-2-1-1,0 0 1,-1-1 0,0 0 0,-2-1-1,1-1 1,-2 0 0,0-1 0,-1-1-1,0 0 1,-1-1 0,0-1-1,0-1 1,-1-1 0,-13 4 51,29-11-71,1 0 0,-1-1 1,1 0-1,-1 0 0,0 0 0,1 0 1,-1 0-1,0 0 0,1 0 0,-1-1 0,1 0 1,-1 1-1,0-1 0,1 0 0,0 0 1,-1 0-1,1-1 0,0 1 0,-1-1 1,1 1-1,0-1 0,0 1 0,0-1 0,0 0 1,1 0-1,-1 0 0,0 0 0,1-1 1,0 1-1,-1 0 0,1-1 0,0 1 0,0 0 1,0-1-1,1 1 0,-1-2 71,-7-103-6195,8 83 3387,0 11 1566,4-66-3130,12 30 10307,9 26 821,-1 38-4051,8 47-1570,4 50-443,-28-82-658,0 0 0,2-1-1,1-1 1,2 1 0,0-2 0,2 0-1,1-1 1,17 21-34,2-11 9,2 0 1,1-3-1,2-1 0,20 11-9,63 51 34,-117-89-45,0 0 1,-1 0-1,1 1 1,-1 0 0,0 0-1,-1 0 1,0 0-1,0 1 1,0 0 0,0 0-1,-1 0 1,-1 0-1,1 0 1,-1 1-1,0-1 1,-1 1 0,1-1-1,-2 1 1,1 0-1,-1-1 1,0 1 0,-1 0-1,1-1 1,-2 1-1,1 0 1,-1-1-1,0 0 1,0 1 0,-1-1-1,0 0 1,-1 0-1,1 0 1,-1-1-1,-1 1 1,1-1 0,-1 0-1,-2 2 11,-19 12 30,0-1-1,-1-1 1,-1-1-1,0-2 1,-1-1-1,-1-1 0,0-1 1,-1-2-1,0-1 1,-1-2-1,-24 3-29,-86 0 214,139-10-215,-1 0 0,1-1 0,0 0 0,0 1 0,-1-1 1,1 0-1,0 0 0,0-1 0,0 1 0,0-1 0,0 0 1,1 1-1,-1-1 0,0 0 0,1-1 0,-1 1 0,1 0 0,0-1 1,0 1-1,0-1 0,0 0 0,0 0 0,1 0 0,-1 0 0,1 0 1,0 0-1,0 0 0,0 0 0,0 0 0,0 0 0,1-1 1,-1 1-1,1 0 0,0-1 0,0-2 1,1-4-26,-1-1 0,2 1 1,0-1-1,0 1 0,0 0 0,2 0 0,-1 0 0,1 0 1,0 1-1,6-9 26,11-16-4,2 1 1,1 1 0,2 1 0,1 1-1,1 2 1,1 1 0,21-14 3,-42 36-49,-1 0 0,1 1 1,0 0-1,1 0 0,-1 1 0,0 0 0,1 1 1,0 0-1,0 0 0,0 1 0,-1 0 0,1 0 0,0 1 1,0 0-1,2 1 49,27-1-1874</inkml:trace>
  <inkml:trace contextRef="#ctx0" brushRef="#br2" timeOffset="210766.398">9461 11470 30847,'0'0'856,"0"0"-600,0 0-160,0 0 104,0 0-40,0 0-160,0 0-520,-53-43-1809</inkml:trace>
  <inkml:trace contextRef="#ctx0" brushRef="#br2" timeOffset="211235.611">2602 7968 29990,'0'0'921,"0"0"-593,0 0-216,237-19-16,-51 7 24,40 0-8,17 0-32,12 2-40,1 10-24,27 0-16,-62 8-232,-34 10-1577</inkml:trace>
  <inkml:trace contextRef="#ctx0" brushRef="#br2" timeOffset="212006.204">5954 8454 25165,'0'0'1982,"0"0"-627,0 0-439,0 0-145,0 0-155,0 0-217,-6-5-167,-18-15-115,19 47-62,5 73 352,0-100-335,0 0-5,0 0-21,0 0 0,0 0-4,0 0 8,0 0 10,0 0-3,0 0-4,0 0-13,0 0-13,0 0-4,0 0-5,0 0 4,0 0-6,0 0-6,0 14 25,-43 497 33,43-503-69,-4 44-10,3 1 1,2-1 0,3 0 0,2 0 0,7 29 10,-11-73-128,-1 0-1,1 0 1,1 1 0,0-1-1,0 0 1,0-1-1,1 1 1,0-1 0,1 0-1,0 1 1,0-2 0,0 1-1,1-1 1,0 0 0,0 0-1,0 0 1,1-1 0,0 0-1,0 0 1,5 2 128,21-3-2142</inkml:trace>
  <inkml:trace contextRef="#ctx0" brushRef="#br2" timeOffset="212256.786">6399 8690 29270,'0'0'904,"0"0"-415,0 0-121,101 135 32,-58-84-16,6 6-128,-3 2-120,2 2-96,-9-5-40,-6-9 0,-7-10-24,-10-13-136,-5-12-144,-5-12-160,3-24-168,-2-19-921,-1-8-2160</inkml:trace>
  <inkml:trace contextRef="#ctx0" brushRef="#br2" timeOffset="212445.428">6828 8683 28462,'0'0'1640,"0"0"-1135,0 0-185,0 0 32,-98 112-56,60-55-136,1 4-120,-2 8-40,4 0-96,13 6-216,9-17-488,8-21-1281</inkml:trace>
  <inkml:trace contextRef="#ctx0" brushRef="#br2" timeOffset="212616.722">7030 8576 29230,'0'0'800,"0"0"-135,35 105-209,-20-50-24,3 10-120,-1 20-152,-1 25-120,-5-5-40,-2-13-32,-5-19-400,-4-19-616,0-9-809,-9-9-2808</inkml:trace>
  <inkml:trace contextRef="#ctx0" brushRef="#br2" timeOffset="212849.197">5721 9779 27430,'0'0'3233,"0"0"-2681,0 0-464,0 0 24,178-57 168,4 12 128,39-5-120,5 1-144,-9 10 16,-39 11-88,-18 8-72,-33 10 0,-35 9 0,-31 1 0,-19 3 0,6 21 0,-9 0-624,-17-1-928</inkml:trace>
  <inkml:trace contextRef="#ctx0" brushRef="#br2" timeOffset="-214567.523">7591 8730 29086,'0'0'904,"0"0"-231,0 0-335,0 0-110,0 0-86,10 4-70,268 110 106,-274-112-166,-1 0 0,0 1 0,0 0 0,0-1 0,-1 1 0,1 0 0,-1 0 0,1 0 0,-1 1 0,0-1 0,0 1 0,-1-1 0,1 1 0,-1-1 0,1 1 0,-1 0 0,0 0 0,-1 0 0,1-1 0,-1 1 0,0 0 0,1 0 0,-2 0 0,1 0 0,0 0 0,-1 0 0,0 0 0,0-1 0,0 1 0,0 0 0,-1 0 0,1-1 0,-1 1 0,0-1 0,0 0 0,0 1 0,0-1 0,-1 0 0,0 0 0,-1 1-11,-241 277-200,227-243-1199,17-36-1005</inkml:trace>
  <inkml:trace contextRef="#ctx0" brushRef="#br2" timeOffset="-214257.819">8332 9207 29062,'0'0'667,"0"-19"-310,-2-135 177,1 143-477,-1 0 1,0-1-1,0 1 1,-2 0-1,1 0 0,-2 0 1,1 1-1,-1 0 1,-1 0-1,0 0 1,0 0-1,-2-1-57,5 7 6,-1 0 1,1 0-1,-1 1 0,1-1 0,-1 1 1,0 0-1,0 0 0,-1 0 0,1 0 1,-1 1-1,1-1 0,-1 1 0,0 1 1,0-1-1,0 1 0,0 0 0,0 0 1,0 0-1,0 0 0,0 1 0,0 0 1,0 0-1,0 1 0,0-1 0,0 1 1,0 0-1,0 0 0,-2 2-6,-2 3 1,0 1-1,1 1 0,0-1 1,1 2-1,0-1 1,0 1-1,0 0 1,1 0-1,1 1 1,0-1-1,0 1 0,1 0 1,0 1-1,0-1 1,2 1-1,-1 0 1,1 0-1,1 0 1,0 0-1,0 0 0,1 0 1,0 0-1,1 0 1,2 9-1,-2-11-14,1 1 1,0-1-1,0 0 1,1 0-1,0 0 1,1 0-1,0 0 1,0 0-1,1-1 1,0 0-1,0 0 1,1 0-1,0-1 1,0 0-1,1 0 1,0 0-1,0-1 1,1 0-1,-1-1 1,1 1-1,1-2 1,-1 1-1,1-1 1,-1 0-1,1-1 1,1 0-1,-1 0 1,0-1-1,0 0 1,1-1-1,-1 0 1,1 0-1,0-1 1,-1-1-1,1 1 1,-1-1-1,1-1 1,-1 0-1,0 0 1,3-2 13,19-12-1146,-7-5-1545</inkml:trace>
  <inkml:trace contextRef="#ctx0" brushRef="#br2" timeOffset="-213557.65">5531 10772 14283,'0'0'0</inkml:trace>
  <inkml:trace contextRef="#ctx0" brushRef="#br2" timeOffset="-212912.151">5627 10632 25589,'0'0'1683,"0"0"-434,0 0-509,0 0-324,0 0-217,-4-13-183,-9-39-76,13 51 60,-1 0 1,2 0 0,-1 0 0,0 0-1,0 0 1,0 0 0,0 0-1,1 0 1,-1-1 0,0 1 0,1 0-1,-1 0 1,1 0 0,-1 1 0,1-1-1,0 0 1,-1 0 0,1 0-1,0 0 1,0 0 0,0 1 0,-1-1-1,1 0 1,0 1 0,0-1-1,0 1 1,0-1 0,0 1 0,0-1-1,0 1 1,0 0 0,0-1-1,1 1 1,-1 0 0,0 0 0,0 0-1,0 0 1,0 0 0,0 0 0,0 0-1,0 0 1,1 0 0,-1 1-1,-1-1 1,-2 22 1928,-141 110-1476,132-120-441,-8 8-6,0 0 0,1 1 1,2 1-1,0 0 0,1 1 0,1 1 1,0 4-7,13-26-2,0 0 0,1 1 1,0-1-1,-1 0 0,1 0 1,0 0-1,0 1 0,0-1 1,0 0-1,1 0 0,-1 1 1,1-1-1,-1 0 0,1 0 1,0 0-1,0 0 0,0 0 1,0 0-1,0 0 0,0 0 1,0 0-1,1 0 0,-1-1 1,1 1-1,-1 0 0,1-1 1,0 1-1,-1-1 0,1 0 1,0 0-1,0 1 0,0-1 1,0 0-1,0-1 0,0 1 1,1 0-1,-1-1 0,0 1 1,0-1-1,0 0 1,1 1-1,-1-1 0,0 0 1,0 0-1,1-1 0,-1 1 2,10 3 11,52 15-24,181 32-281,-140-68-2378,-66-8-2724</inkml:trace>
  <inkml:trace contextRef="#ctx0" brushRef="#br2" timeOffset="-212657.873">5888 10620 28982,'0'0'1657,"0"0"-1401,0 0-120,0 0 232,0 0-136,0 0-144,125-4-88,-83-4-8,1 2-392,-10 2-1105,-13 2-2960</inkml:trace>
  <inkml:trace contextRef="#ctx0" brushRef="#br2" timeOffset="-212470.959">5846 10839 29230,'0'0'1024,"0"0"-671,0 0-281,0 0 320,0 0 32,0 0-232,138-32-192,-76 18-64,4-1-168,26-7-408,-16 2-745,-10 2-1471</inkml:trace>
  <inkml:trace contextRef="#ctx0" brushRef="#br2" timeOffset="-212268.878">6195 10436 21221,'0'0'6626,"0"0"-4539,0 0-1409,0 0-223,0 0-139,0 0-111,16-1-8,193 19 245,-55 45-101,-150-60-335,0 0-1,1 0 0,-2 0 0,1 0 0,0 1 0,-1 0 1,1-1-1,-1 1 0,0 1 0,-1-1 0,1 0 0,-1 1 0,1-1 1,-1 1-1,-1 0 0,1-1 0,-1 1 0,1 0 0,-1 0 1,-1 0-1,1 0 0,-1 0 0,0 0 0,0 0 0,0 0 1,-1 1-1,0-1 0,0-1 0,0 1 0,-1 0 0,-1 4-5,-4 4 2,0 1-1,-1-1 1,-1-1-1,0 1 1,0-2-1,-2 1 1,1-1-1,-1-1 1,-1 0-1,-4 2-1,-235 180-2175,125-110-4164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07:38.39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2993 10312 27262,'0'0'1149,"0"0"-619,0 0-254,-20 18 85,-131 119 321,84-83-593,3 2 1,2 4 0,3 2-1,2 2 1,4 3-1,-26 43-89,72-99 18,0 0 0,0 1 0,1 0 0,0 0 1,1 0-1,1 0 0,0 1 0,0 0 0,1-1 0,1 2 0,0-1 0,1 0 0,1 0 0,0 0 0,0 0 0,1 1 0,1-1 0,0 0 0,1 0 0,1-1 1,0 1-1,0-1 0,1 1 0,1-1-18,78 90 0,-71-89 0,1 1 0,-2 0 0,0 1 0,-1 0 0,0 1 0,-1 0 0,-1 1 0,0 0 0,-2 0 0,0 1 0,0-1 0,-2 2 0,3 13 0,-5 3 0,-1 0 1,-2 0 0,-1 0 0,-2 0 0,-2 0-1,-1-1 1,-1 0 0,-2 0 0,-1 0 0,-10 19-1,-4 3-1,-22 88 6,47-139-9,0-1 0,0 1-1,0 0 1,1 0 0,-1-1 0,1 1 0,0-1 0,1 1 0,-1-1 0,1 0 0,0 0 0,0 0 0,0 0 0,0-1 0,1 1 0,-1-1 0,1 0 0,0 0-1,0 0 1,4 2 4,30 29-30,-18-2 34,-1 1-1,-1 2 1,-2-1 0,-1 2 0,-2 0 0,-1 1 0,-3 0 0,0 0 0,-3 1 0,-1 0 0,-1 1-1,-3-1 1,-2 24-4,4 98 142,-8-1 0,-7 0 0,-27 130-142,-2-47 46,40-240-50,2-2 3,-1 0 0,0 0-1,0 0 1,0 0 0,1 0-1,-1 0 1,0 0 0,0-1-1,1 1 1,-1 0 0,0 0-1,0 0 1,1 0 0,-1 0-1,0 0 1,0 0 0,1 0-1,-1 0 1,0 1 0,0-1-1,1 0 1,-1 0 0,0 0-1,0 0 1,0 0 0,1 0-1,-1 0 1,0 0 0,0 1-1,0-1 1,1 0 0,-1 0-1,0 0 1,0 1 0,0-1-1,0 0 1,0 0 0,1 0-1,-1 1 1,0-1 0,0 0 1,98-116-994,-45 34-969</inkml:trace>
  <inkml:trace contextRef="#ctx0" brushRef="#br0" timeOffset="-6442.985">5397 11012 29886,'0'0'687,"0"0"-288,0 0-154,1-20 35,2-64-57,-2 79-219,0 0 1,0 0-1,-1 1 0,1-1 0,-1 0 1,0 0-1,-1 1 0,1-1 0,-1 0 1,0 0-1,0 1 0,0-1 0,-1 1 1,1-1-1,-1 1 0,0-1 0,-1 1 1,1 0-1,-1 0 0,1 0 0,-1 0 1,-1 1-1,1-1 0,0 1 0,-1 0 1,0 0-1,1 0 0,-1 0 0,-1 1 1,1-1-1,0 1 0,0 0 0,-1 1 1,1-1-1,-1 1 0,0-1 0,1 2 1,-1-1-1,0 0 0,0 1 0,1 0 1,-1 0-1,-3 0-4,1 1-4,0 0 0,0 1 1,0-1-1,0 1 0,1 1 0,-1-1 0,1 1 1,-1 0-1,1 0 0,0 1 0,0 0 1,1 0-1,-1 1 0,1-1 0,0 1 1,0 0-1,0 1 0,1-1 0,0 1 0,-3 4 4,-63 130-104,62-114 98,1 0 1,2 0-1,0 0 1,2 0-1,1 1 1,0-1-1,2 1 1,3 12 5,-3-36 0,1 0 0,0 0 1,0 1-1,1-1 0,-1 0 1,1 0-1,-1 0 0,1 0 1,0 0-1,0-1 0,0 1 1,1-1-1,-1 1 0,1-1 1,-1 0-1,1 0 0,0 0 1,0 0-1,0 0 0,0 0 0,0-1 1,0 0-1,0 0 0,0 1 1,1-2-1,-1 1 0,0 0 1,1-1-1,-1 0 0,0 1 1,1-1-1,-1 0 0,1-1 1,-1 1-1,0-1 0,1 0 1,-1 1-1,0-1 0,0-1 1,1 1-1,-1 0 0,0-1 1,0 0-1,-1 1 0,1-1 1,0 0-1,0-1 0,-1 1 0,1 0 1,1-3-1,141-170-1411,-117 131-739</inkml:trace>
  <inkml:trace contextRef="#ctx0" brushRef="#br0" timeOffset="-5729.706">6644 11067 26166,'0'0'1928,"0"0"-1016,0 0-352,0 0 96,0 0-15,0 0-233,132 6-176,-75-6-128,4 0-64,-1 0-40,-3 0-24,13 0-232,-18 0-568,-12 0-1489</inkml:trace>
  <inkml:trace contextRef="#ctx0" brushRef="#br0" timeOffset="-5510.097">6956 10801 27670,'0'0'1104,"0"0"-248,-20 132-352,11-65-135,3 2-193,3 0-176,3 12-120,0-16-729,9-19-3520</inkml:trace>
  <inkml:trace contextRef="#ctx0" brushRef="#br0" timeOffset="-5149.865">7484 10791 27542,'0'0'1882,"0"0"-1329,0 0-412,22 2 11,134 23 354,-148-23-475,-1 0-1,1 1 1,0 0 0,-1 0-1,1 0 1,-1 1 0,0 1-1,0-1 1,-1 1 0,1 0-1,-1 0 1,0 1 0,0 0-1,-1 0 1,0 1 0,0-1-1,0 1 1,-1 0 0,0 0-1,0 1 1,-1-1 0,0 1-1,0-1 1,-1 1 0,0 0-1,0 5-30,-1-2 10,-2 1-1,1-1 0,-2 0 1,1 0-1,-1 0 0,-1 0 1,0-1-1,-1 1 0,0-1 1,0 1-1,-1-1 0,-1 0 1,1-1-1,-1 0 0,-1 0 1,0 0-1,0 0 0,-1-1 1,0-1-1,-1 1 0,1-1 1,-1-1-1,-8 5-9,14-8-103,1-1 0,-1 0-1,0-1 1,0 1 0,1 0-1,-1-1 1,0 0 0,0 1-1,0-1 1,-1 0 0,1-1 0,0 1-1,0 0 1,0-1 0,-1 0-1,1 0 1,0 0 0,-1 0 0,1 0-1,0-1 1,0 1 0,-2-2 103,-3-11-2782</inkml:trace>
  <inkml:trace contextRef="#ctx0" brushRef="#br0" timeOffset="-4864.577">8148 10714 19500,'0'0'7838,"0"0"-5576,0 0-1521,0 0-198,0 0-115,0 0-160,-22 14-145,-72 46-57,87-55-48,0 0-1,0 1 0,0 0 0,1 1 0,0 0 0,0 0 1,1 0-1,0 0 0,0 1 0,0 0 0,1 0 1,0 0-1,1 1 0,0-1 0,0 3-17,-1-2 27,-1 6 15,1 1 0,0 0 1,1 0-1,1 0 1,0 0-1,1 0 1,1 0-1,0 0 0,2 0 1,-1 1-1,2 1-42,-1-13 2,0 1 0,1-1 0,-1 0 0,1 0 0,0 0 0,0 0 0,1 0 0,-1-1 0,1 1-1,0-1 1,0 0 0,1 0 0,-1-1 0,1 1 0,0-1 0,0 0 0,0 0 0,0 0 0,0-1 0,1 0 0,-1 0 0,1-1-1,0 1 1,-1-1 0,1 0 0,0 0 0,5-1-2,6 1-12,0 0 0,0-1-1,-1-1 1,1-1 0,0 0-1,-1-1 1,1-1 0,-1 0 0,11-6 12,163-90-1657,-115 51-574</inkml:trace>
  <inkml:trace contextRef="#ctx0" brushRef="#br0" timeOffset="-7155.597">3942 10982 25317,'0'0'2057,"0"0"351,0 0-1751,0 0-241,0 0-184,0 0-56,15 18 224,25-18-72,10 0-80,9 0-88,3-10-104,-1 2-40,0 5-16,10 3-320,-19 13-920,-17 1-3329</inkml:trace>
  <inkml:trace contextRef="#ctx0" brushRef="#br0" timeOffset="-6836.897">4352 10657 28678,'0'0'856,"0"0"-208,-38 154-263,28-75-57,5 6-96,5-1-152,0 1-80,33 20-24,-2-24-704,-5-14-1681</inkml:trace>
  <inkml:trace contextRef="#ctx0" brushRef="#br0" timeOffset="466.72">4347 10312 24525,'0'0'1391,"31"-1"-543,402 6 1190,447 83-748,989-59-546,-1000 43-560,-850-70-245,89 9-456,0-4 0,0-5 0,24-6 517,-90-4-4459</inkml:trace>
  <inkml:trace contextRef="#ctx0" brushRef="#br0" timeOffset="1424.714">9165 11203 28334,'0'0'1056,"0"0"-640,0 0-80,0 0-88,0 113-135,0-40-113,0-8-521,9 2-1759</inkml:trace>
  <inkml:trace contextRef="#ctx0" brushRef="#br0" timeOffset="-3308.476">4435 12697 27910,'0'0'1171,"0"0"-543,0 0-197,0 0-75,0 0 112,0 0-91,22 3-143,74 14-102,-90-17-131,0 0 1,0 0-1,0 1 0,0 0 1,-1 0-1,1 0 1,0 1-1,-1 0 0,1 0 1,-1 0-1,1 1 1,-1 0-1,0 0 0,0 0 1,0 0-1,-1 1 1,1 0-1,-1 0 0,0 0 1,0 1-1,0-1 1,-1 1-1,1 0 0,-1 0 1,-1 0-1,1 0 1,-1 1-1,1-1 0,-1 1 1,-1 0-1,1-1 1,-1 1-1,0 0 0,-1 0 1,1 0-1,-1 0 1,0 0-1,0 0 0,-1-1 1,0 4-2,-5 12-56,0 0 0,0 0 0,-2-1 0,-1 0 0,-1 0 1,0-1-1,-1 0 0,-1-1 0,-1 0 0,-1-1 0,-13 14 56,13-14-8,-12 13-7,-37 67 15,64-95 2,1-1-1,-1 1 1,1-1-1,0 0 1,0 0-1,-1 0 1,1 0 0,0 0-1,0-1 1,0 1-1,0-1 1,0 1-1,0-1 1,0 1-1,0-1 1,0 0-1,0 0 1,0 0-1,0 0 1,0 0-1,0-1 1,0 1-1,0-1 1,0 1-1,0-1 1,0 0-1,0 0 1,1 0-2,26-10 0,0-1 0,-1-2 0,-1-1 0,0-1 0,0-1 0,-2-1 0,1-2 0,14-9-159,35-23-793,-11 7-1155</inkml:trace>
  <inkml:trace contextRef="#ctx0" brushRef="#br0" timeOffset="-2512.806">5204 12663 25926,'0'0'1133,"0"0"-461,0 0-121,0 0 5,20-3-58,64-12-142,-77 16-332,-1 0 1,1 0-1,0 0 1,-1 1 0,1 0-1,-1 0 1,0 0-1,0 1 1,0 0-1,0 0 1,0 1 0,-1-1-1,1 1 1,-1 0-1,0 1 1,0 0 0,-1-1-1,1 1 1,-1 1-1,0-1 1,-1 1-1,1-1 1,-1 1 0,0 0-1,0 0 1,-1 1-1,0-1 1,0 0 0,0 1-1,-1-1 1,0 1-1,0 0 1,-1-1-1,0 1 1,0 0 0,-1-1-1,0 7-24,1 0 6,-1 0 1,0-1-1,-1 1 0,0-1 0,-1 1 0,-1-1 0,0 0 1,0 0-1,-1-1 0,0 1 0,-1-1 0,-1 0 1,0 0-1,0-1 0,-1 0 0,0 0 0,-1-1 0,0 0 1,0 0-7,-5 5-129,1 0 1,-2-1-1,0 0 1,0-1 0,-1-1-1,0 0 1,-1-1 0,-2 0 128,-1-7-1088,15-7-3608,4-10-15115</inkml:trace>
  <inkml:trace contextRef="#ctx0" brushRef="#br0" timeOffset="-2246.447">5809 12620 28214,'0'0'1152,"0"0"-416,0 0-383,0 0-33,-116 85-80,86-48-112,1 10-40,3 7-16,4 3-24,6 4 40,10 0-24,6-6-32,0-9-16,20-11-16,15-13 0,39-22-184,-8-6-664,2-20-2601</inkml:trace>
  <inkml:trace contextRef="#ctx0" brushRef="#br0" timeOffset="-4018.223">3471 12951 28950,'0'0'1128,"0"0"-447,0 0-361,0 0-200,0 0-40,0 0 160,0 0-24,131 20-88,-67-20-80,1 4-24,-3 0-24,-5 2 0,-7 0-96,5-6-304,-11-4-697,-16-14-1191</inkml:trace>
  <inkml:trace contextRef="#ctx0" brushRef="#br0" timeOffset="-3830.304">3865 12718 27966,'0'0'1136,"0"0"-296,-15 125-359,13-66-105,2 8-144,0 4-136,0 2-96,2 22-64,11-18-689,-2-20-1831</inkml:trace>
  <inkml:trace contextRef="#ctx0" brushRef="#br0" timeOffset="-1548.496">7129 12931 28310,'0'0'1208,"0"0"-960,0 0-136,0 0 16,140-53 112,-74 26-88,11-3-119,4 0-33,31-5-433,-20 5-471,-18 9-1616</inkml:trace>
  <inkml:trace contextRef="#ctx0" brushRef="#br0" timeOffset="-1228.216">8148 12507 26830,'0'0'2970,"0"0"-2249,0 0-619,0 0-37,0 0 62,25 10 130,78 30-25,-98-39-226,0 0-1,-1 1 1,1 0 0,-1 0 0,1 0-1,-1 0 1,0 1 0,1-1 0,-1 1-1,-1 0 1,1 1 0,0-1 0,-1 1-1,0-1 1,1 1 0,-1 0 0,-1 0-1,1 1 1,-1-1 0,0 0 0,0 1-1,0-1 1,0 1 0,-1 0-1,0 0 1,0 0 0,0-1 0,0 1-1,-1 0 1,0 2-6,-2 2 2,0 0 0,0-1 0,-1 0-1,0 0 1,-1 0 0,0 0 0,0 0 0,-1-1-1,0 0 1,0 0 0,-1 0 0,0 0 0,0-1-1,-4 4-1,-30 26-162,0-2 0,-3-1 0,0-3 0,-2-1 0,-3-1 162,10-17-2385,36-11-2260</inkml:trace>
  <inkml:trace contextRef="#ctx0" brushRef="#br0" timeOffset="-931.386">8567 12456 28678,'0'0'1350,"0"0"-641,0 0-261,-19 13-104,-59 41-30,71-48-284,0 1-1,1-1 1,-1 1 0,1 0 0,1 0 0,0 1 0,0-1 0,0 1-1,1 0 1,0 1 0,0-1 0,1 1 0,0 0 0,1-1-1,0 1 1,0 0 0,1 2-30,-1-2 16,-1-3-4,1 0 1,0 1 0,0-1 0,1 1 0,-1-1 0,1 1-1,1 0 1,-1-1 0,1 1 0,0 0 0,1-1-1,0 1 1,0-1 0,0 1 0,1 0 0,0-1 0,0 0-1,0 0 1,1 1 0,0-1 0,0-1 0,1 1-1,0 0 1,0-1 0,0 0 0,0 0 0,1 0 0,0-1-1,0 1 1,0-1 0,4 2-13,6 0-25,1-1 0,-1 0 1,1-1-1,0-1 0,0-1 0,1 0 0,-1-1 0,0-1 1,0 0-1,0-2 0,1 1 0,-1-2 0,0 0 1,-1-1-1,1-1 0,-1 0 0,0-1 0,14-7 25,126-104-2636,-100 60-1695</inkml:trace>
  <inkml:trace contextRef="#ctx0" brushRef="#br0" timeOffset="1064.498">4260 13653 26014,'0'0'1150,"0"0"-239,19 0-249,174-22 245,156-31-188,3 15 0,1 16 0,254 20-719,513 74 202,-993-72 89,0-5-1,95-18-290,-74 8 32,-146 38-1479,-2-20-172</inkml:trace>
  <inkml:trace contextRef="#ctx0" brushRef="#br0" timeOffset="1690.603">9268 12190 28110,'0'0'1192,"0"0"-544,-15 156-320,-3-79 65,-1 1-17,-3 21-240,0 47-136,6-20-584,10-17-2633</inkml:trace>
  <inkml:trace contextRef="#ctx0" brushRef="#br0" timeOffset="1691.603">9205 13584 28486,'0'0'880,"0"0"-392,0 0-312,0 0-80,0 0-96,0 0-664,0 0-9482</inkml:trace>
  <inkml:trace contextRef="#ctx0" brushRef="#br0" timeOffset="2981.657">7276 13482 28990,'0'0'674,"0"0"-401,0 0-188,0 18-31,1 57 63,-1-72-153,1 0 1,-1 0-1,1-1 1,0 1-1,0 0 0,0 0 1,0-1-1,1 1 0,-1-1 1,1 1-1,-1-1 0,1 0 1,0 0-1,0 1 0,0-1 1,0 0-1,0-1 0,1 1 1,-1 0-1,1-1 1,-1 1-1,1-1 0,-1 0 1,1 0-1,0 0 0,-1 0 1,1 0-1,0-1 0,0 1 1,0-1-1,0 1 0,-1-1 1,1 0-1,0-1 0,0 1 1,0 0-1,0-1 1,0 1-1,-1-1 0,1 0 1,0 0-1,-1 0 0,2-1 36,11 1-227,214-46-2703,-192 45 2958,0 1 0,0 2 0,0 1 0,0 3 1,-1 0-1,1 3 0,-1 0 0,-1 3 0,22 9-28,-47-17 6,0 0-1,0-1 0,-1-1 1,1 0-1,0 0 1,0-1-1,0 0 0,0-1 1,0 0-1,0 0 1,0-1-1,-1-1 0,1 1 1,-1-2-1,1 1 1,-1-1-1,0-1 0,0 1 1,-1-2-1,0 1 1,0-1-1,0 0 0,1-2-5,-1 3-149,44-30-1217</inkml:trace>
  <inkml:trace contextRef="#ctx0" brushRef="#br0" timeOffset="-30013.806">9645 6201 28902,'0'0'770,"0"0"-472,0 0-176,0 0 199,29-8 194,-23 7-487,25-7 65,0-1 0,0-1 0,-1-2 1,0-1-1,-1-1 0,12-9-93,361-259 156,-343 250-162,-53 38-15,-6 11 31,-1-1 0,0 1 0,-2 0 1,0-1-1,-1 1 0,0-1 0,-1 0 0,-6 11-10,1 3 34,-2 6 18,-1-4 11,2 1 0,1 0 1,2 1-1,1-1 0,1 2 0,2-1 0,2 0 0,1 1 0,2 9-63,1-40 7,0 0 0,1 0 0,0 0 0,0 0-1,0 0 1,0-1 0,0 0 0,1 1 0,0-1 0,0-1 0,0 1 0,0 0 0,0-1 0,0 0 0,0 0-1,1 0 1,-1-1 0,1 1 0,-1-1 0,1 0 0,0 0 0,0-1 0,-1 0 0,1 1 0,0-1 0,0-1-1,-1 1 1,1-1 0,0 0 0,-1 0 0,1 0 0,0-1 0,-1 1 0,0-1 0,1 0 0,-1-1 0,0 1-1,0-1 1,1 0-7,23-13 8,0-1 0,-1-1 0,0-2 0,-2 0-1,0-2 1,-2-1 0,0-1 0,2-4-8,1 0-12,-2 0 0,0-2 0,-2 0 0,-1-1-1,-2-2 1,-1 0 0,-2-1 0,-1 0 0,-1-1 0,-2-1 0,-2 0 0,-1-1 0,3-32 12,-8 383 213,-4 138-213,-23 21 0,10-319 0,-8 0 0,-6-1 0,-7-1 0,-52 145 0,69-248 0,-2 0 0,-1-1 0,-3 0 0,-2-2 0,-2-1 0,-2-1 0,-22 25 0,44-61 0,0-1 0,0 0 0,0 0 0,-1-1 0,0 1 0,0-2 0,0 1 0,-1-1 0,0-1 0,0 1 0,0-2 0,-1 1 0,1-1 0,-1-1 0,0 1 0,0-2 0,0 1 0,0-2 0,0 1 0,-1-1 0,3-3 0,0-1 0,1 0 0,-1 0 0,1-1 0,0 0 0,0 0 0,1-1 0,-1 1 0,1-2 0,1 1 0,-1-1 0,1 1 0,0-1 0,0-1 0,1 1 0,0-1 0,0 0 0,1 1 0,0-2 0,1 1 0,-1 0 0,2 0 0,-1-1 0,1 1 0,0-1 0,1-7 0,-9-31 0,2-1 0,2 0 0,2 0 0,3 0 0,1 0 0,3 0 0,8-41 0,3 47 0,1 0 0,3 1-1,1 1 1,2 1 0,1 1 0,2 1-1,2 1 1,1 2 0,2 0 0,16-13 0,-15 13-2,26-31-166,72-79-1456,-7-6-1,10-29 1625,-88 107-5037</inkml:trace>
  <inkml:trace contextRef="#ctx0" brushRef="#br0" timeOffset="-31344.673">5272 5830 26190,'0'0'1791,"0"0"-274,0 0-719,0 0-239,0 0-195,7-3-142,148-28 288,249 4-18,-389 26-475,0 1 0,-1 1 0,1 0 0,0 1 0,-1 1 1,1 0-1,-1 1 0,0 0 0,0 1 0,0 1 0,0 0 0,-1 1 0,0 0 0,-1 1 0,0 1 1,0 0-1,10 10-17,-13-10 1,-1 0 0,0 1 1,0 1-1,-1-1 0,0 1 0,-1 0 1,0 0-1,-1 1 0,-1 0 0,1 0 1,-2 0-1,0 0 0,0 1 1,-1 0-1,-1-1 0,0 1 0,-1 0 1,0-1-1,-1 1 0,0 0 1,-1-1-1,0 1 0,-1-1 0,-1 0 1,0 0-1,-1 3-1,-13 19 0,0-1 0,-2-1 0,-2 0 0,0-2 0,-3 0 0,0-2 0,-22 19 0,-28 27-1,-2-4-1,-3-3 1,-4-3 0,-2-4-1,-2-4 1,-47 19 1,-24-14-152,158-60 144,-1 0 0,1-1 0,0 1 0,-1-1 1,1 1-1,-1-1 0,1 0 0,-1 1 0,1-1 0,-1 0 0,1 0 0,-1 0 1,1 0-1,-1 0 0,1-1 0,-1 1 0,1 0 0,-1-1 0,1 1 0,-1-1 1,1 1-1,0-1 0,-1 0 0,1 1 0,0-1 0,-1 0 0,1 0 0,0 0 0,0 0 1,0 0-1,0 0 0,0-1 0,0 1 0,0 0 0,0 0 0,1-1 0,-1 1 1,0-1 7,15-55-413,28-15-749,16-4-813</inkml:trace>
  <inkml:trace contextRef="#ctx0" brushRef="#br0" timeOffset="-31034.283">7061 5621 28070,'0'0'1726,"0"0"-929,0 0-318,0 0-34,-19 3 30,8-1-419,-160 48 604,128-20-654,2 1 0,1 3 0,2 1 0,1 2 0,2 2 0,1 1-1,2 1 1,2 2 0,2 1 0,1 4-6,-9 4 0,2 2 0,3 2 0,2 1 0,3 1 0,-18 59 0,41-109 0,0 1 0,1 0 0,0-1 0,1 1 0,0 0 0,0 0 0,1 0 0,0-1 0,1 1 0,0 0 0,0 0 0,1 0 0,0-1 0,0 1 0,1-1 0,0 0 0,1 1 0,0-1 0,0-1 0,0 1 0,1-1 0,0 1 0,1-1 0,0-1 0,0 1 0,0-1 0,1 0 0,0-1 0,0 1 0,0-1 0,1-1 0,0 1 0,0-1 0,3 1 0,13 3-4,0-1 0,1-2 0,0 0 0,0-1 1,0-2-1,0 0 0,0-2 0,0-1 0,13-2 4,-19 2-14,149-13-516,-9-17-1179</inkml:trace>
  <inkml:trace contextRef="#ctx0" brushRef="#br0" timeOffset="-39487.766">2971 1054 26734,'0'0'1515,"0"0"-376,0 0-735,0 0-226,0 0 214,27 4 71,178 14 435,-114-23-546,0-4 0,0-4 1,29-11-353,56-8-13,191 4-266,-313 38-1992,-49-2-420</inkml:trace>
  <inkml:trace contextRef="#ctx0" brushRef="#br0" timeOffset="-39222.398">3442 1210 28134,'-7'21'1010,"-191"705"1341,117-395-1891,-14-4 0,-52 96-460,16-114-233,178-418-1377,-7 24-1124</inkml:trace>
  <inkml:trace contextRef="#ctx0" brushRef="#br0" timeOffset="-38957.001">3907 1157 29230,'0'0'848,"0"0"-568,0 0-87,0 0 127,0 0-136,-88 136-104,55-87-80,3-2-120,5-9-272,12-14-313,13-24-151,2 0-512,14-18-5642</inkml:trace>
  <inkml:trace contextRef="#ctx0" brushRef="#br0" timeOffset="-38448.435">3764 1417 12131,'0'0'8859,"-2"18"-4342,-50 217-740,38-185-3463,-11 37 59,4 1 1,4 1 0,-5 77-374,22-167 2,1 1 1,-1-1-1,0 1 1,0-1-1,1 1 1,-1 0-1,0-1 1,0 1-1,1-1 1,-1 1-1,0 0 1,1-1-1,-1 1 1,1 0-1,-1 0 1,0-1-1,1 1 1,-1 0-1,1 0 1,-1 0-1,1-1 1,-1 1-1,1 0 1,-1 0-1,1 0 1,-1 0-1,1 0 1,-1 0-1,1 0 1,-1 0-1,1 0 1,-1 0 0,1 0-1,-1 1 1,0-1-1,1 0 1,-1 0-1,1 0 1,-1 0-1,1 1 1,-1-1-1,0 0 1,1 1-1,-1-1 1,1 0-1,-1 1 1,0-1-1,1 0 1,-1 1-1,0-1 1,0 0-1,1 1 1,-1-1-1,0 1 1,0-1-1,0 1 1,0-1-1,1 1 1,-1-1-1,0 1 1,0-1-1,0 1 1,0-1-1,0 1 1,0-1-1,0 0 1,0 1-1,0-1 1,0 1-3,1-2 17,153-154 257,-105 104-273,3 2 0,1 2 1,2 3-1,3 2 0,1 2 1,1 4-1,23-9-1,3 22-11,-85 23 12,0 0-1,0 0 0,1 0 1,-1 1-1,0-1 0,0 0 1,1 1-1,-1-1 1,0 1-1,0-1 0,0 1 1,0 0-1,0-1 0,0 1 1,0 0-1,0 0 0,0 0 1,0 0-1,0 0 0,-1 0 1,1 0-1,0 0 0,-1 0 1,1 0-1,0 0 1,-1 0-1,1 0 0,-1 1 1,0-1-1,1 0 0,-1 0 1,0 1-1,0-1 0,0 0 1,0 0-1,0 1 0,0-1 1,0 0-1,0 0 0,-1 1 1,1-1-1,0 0 1,-1 0-1,1 0 0,-1 0 1,1 1-1,-1-1 0,-23 66 163,-68 82 304,71-120-391,1 1-1,1 0 0,1 1 1,2 1-1,2 1 1,0 0-1,3 1 1,0 1-1,-5 34-75,14-57 4,1 1 0,0 0-1,0-1 1,1 1 0,1 0 0,0-1 0,1 1 0,0-1-1,1 1 1,0-1 0,1 0 0,0 0 0,1 0-1,1-1 1,0 2-4,14 13 4,1-1-1,1 0 0,1-2 1,1 0-1,1-2 0,1-1 1,18 11-4,70 59 16,-110-87-15,1 0-1,-1 1 0,1 0 0,-1 0 0,0 0 1,-1 0-1,1 1 0,-1-1 0,0 1 0,0 0 1,0 0-1,-1 0 0,1 0 0,-1 0 0,-1 1 1,1-1-1,-1 1 0,0-1 0,0 1 1,0 0-1,-1-1 0,0 1 0,0 0 0,0-1 1,-1 1-1,0-1 0,0 1 0,0-1 0,-1 1 1,0-1-1,0 1 0,0-1 0,-1 0 0,0 0 1,0 0-1,0-1 0,0 1 0,-2 1 0,-25 18 2,0-1 0,-1-1 0,-2-2 0,0-1 0,-1-2 0,0-2-1,-2 0 1,1-3 0,-2-1 0,-8 1-2,0-2 0,1-2 0,-1-2 0,0-1 0,-33-3 0,75-1-1,-1 0-1,1 0 1,0-1 0,0 1 0,-1-1-1,1 0 1,0 0 0,-1 0 0,1-1-1,0 1 1,-1-1 0,1 1 0,0-1-1,0 0 1,0 0 0,0-1-1,0 1 1,0-1 0,0 1 0,0-1-1,0 0 1,1 0 0,-1 0 0,1-1-1,0 1 1,-1 0 0,1-1 0,0 0-1,0 1 1,1-1 0,-1 0 0,0 0-1,1 0 1,0 0 0,0 0-1,0 0 1,0-1 0,0 0 1,2-4-14,0-1 1,0 0-1,1 0 1,0 1-1,1 0 1,0-1-1,0 1 0,0 0 1,1 0-1,1 0 1,-1 1-1,1 0 1,0 0-1,1 0 0,0 0 1,0 1-1,0 0 1,1 0-1,2-1 14,1-3-10,473-428-865,-336 312-257,-22 18-1754</inkml:trace>
  <inkml:trace contextRef="#ctx0" brushRef="#br0" timeOffset="-37500.775">5369 1675 28846,'0'0'840,"0"0"-236,22-10-223,67-32-143,1 4 0,1 4 1,2 4-1,62-10-238,-59 36 73,-94 3-68,0 1 0,-1 0 0,1 0 0,0 0 0,0 1 0,0-1 0,0 0 0,-1 1 0,1-1 0,0 1 0,0 0-1,-1 0 1,1-1 0,0 1 0,-1 0 0,1 0 0,-1 0 0,1 1 0,-1-1 0,0 0 0,1 1 0,-1-1 0,0 0-1,0 1 1,0 0 0,0-1 0,0 1 0,0-1 0,-1 1 0,1 0 0,0 0 0,-1 0 0,1-1 0,-1 1-1,0 0 1,0 0 0,0 0 0,0 0 0,0-1 0,0 1 0,0 0 0,0 0 0,-1 0 0,1 0 0,-1-1 0,1 1-1,-1 0 1,0 0 0,0-1 0,0 1 0,0 0-5,-8 13 35,0-1 0,-1 0 0,0-1 0,-1 0 0,-1 0-1,0-1 1,0 0 0,-2-2 0,1 1 0,-1-1 0,-3 0-35,-1 3 19,-178 118 25,146-103-306,1 3 0,1 2 0,1 2 0,2 1 0,2 3 0,2 2 0,1 1-1,-24 36 263,38-35-1956</inkml:trace>
  <inkml:trace contextRef="#ctx0" brushRef="#br0" timeOffset="-37178.785">5838 1993 27702,'0'0'1075,"-7"24"-275,-52 157 135,-41 24-232,98-219-918,9-12 87,1 0-1,2 1 1,0 1-1,2 0 1,0 0-1,2 1 1,0 0 0,2 2-1,0 0 1,7-6 128,-17 19 32,1 0 0,0 0 0,0 0 0,1 1 0,0 0 0,0 1 0,1 0 0,0 0 0,0 1 0,0 0 0,1 0 0,-1 1 0,1 1 1,0-1-1,0 2 0,1-1 0,-1 1 0,0 1 0,1 0 0,-1 1 0,1-1 0,-1 2 0,1 0 0,8 2-32,-15-1 20,0 1 0,0 0-1,0 0 1,-1 1 0,1-1-1,-1 1 1,0-1 0,0 1 0,0 0-1,-1 1 1,1-1 0,-1 0-1,0 1 1,0-1 0,-1 1 0,1-1-1,-1 1 1,0 0 0,0 0 0,-1 0-1,1-1 1,-1 1 0,0 0-1,-1 0 1,1 0 0,-1 0 0,0 0-1,0-1 1,0 1 0,-1 0-1,1-1 1,-1 1 0,-1-1 0,1 0-1,0 0 1,-1 1 0,0-1-20,-7 10-3,0-1-1,0 0 1,-1 0 0,-1-1 0,0 0 0,-1-1 0,0-1-1,-1 0 1,0-1 0,0 0 0,-1-1 3,14-7-68,0 0 1,0 0-1,0 0 0,0 0 0,-1 0 1,1 0-1,0 0 0,-1-1 0,1 1 1,0 0-1,-1-1 0,1 1 0,-1-1 1,1 0-1,-1 1 0,1-1 0,-1 0 1,1 0-1,-1 0 0,0 0 0,1 0 1,-1 0-1,1-1 0,-1 1 0,1 0 1,-1-1-1,1 1 0,0-1 0,-1 0 1,1 1-1,0-1 0,-1 0 1,1 0-1,0 0 0,0 0 0,0 0 1,-1 0-1,1 0 0,0 0 0,0 0 1,1-1-1,-1 1 0,0 0 0,0-1 1,1 1-1,-1 0 0,1-1 0,-1 1 1,1-1 67,-2-32-4656</inkml:trace>
  <inkml:trace contextRef="#ctx0" brushRef="#br0" timeOffset="-36925.097">6728 1318 28254,'20'-1'767,"12"-1"-496,-14-1-130,-1 0 0,1 1 0,0 1 0,0 1 0,-1 1 1,1 0-1,0 1 0,-1 1 0,1 0 0,-1 2 0,0 0 0,0 0 0,-1 2 0,0 0 0,0 1 0,15 10-141,-27-11 19,0-1-1,0 1 0,-1 0 0,0 1 0,0-1 0,-1 1 0,1-1 0,-2 1 0,1 0 0,-1-1 0,0 1 0,-1 0 0,0 0 1,0 0-1,0 0 0,-1 0 0,-1 0 0,1-1 0,-1 1 0,-1 0 0,1-1 0,-1 0 0,0 1 0,-1-1 0,0-1 0,0 1 1,-5 6-19,-14 19-46,-2-1 0,0 0 0,-2-2 1,-2-2-1,0 0 0,-2-2 0,-1-1 1,0-2-1,-2-1 0,-24 11 46,-69 8-1378,124-40 1298,1 0-1,-1 0 0,0-1 1,0 1-1,1-1 0,-1 0 1,1 0-1,-1 0 0,1 0 0,-1 0 1,1-1-1,0 1 0,-1-1 1,1 1-1,0-1 0,0 0 1,0 0-1,0 0 0,0 0 0,1 0 1,-1 0-1,1-1 0,-1 1 1,1 0-1,0-1 0,0 1 0,0-1 1,0 1-1,0-1 0,1 0 1,-1 1-1,1-1 0,0 0 1,-1 0-1,1 1 0,1-1 0,-1 0 1,0 1-1,1-1 0,-1 0 1,1 1-1,0-1 0,0 0 1,0-1 80,-1-8-477,0-47-2693</inkml:trace>
  <inkml:trace contextRef="#ctx0" brushRef="#br0" timeOffset="-36577.724">6640 1569 23749,'0'0'2805,"0"0"-1229,0 0-665,0 0-163,9 27-124,-2-8-520,-1-5-47,0 1-1,-1-1 1,-1 1-1,-1 0 1,0 1-1,-1-1 1,0 0-1,-2 1 1,0-1-1,0 1 1,-3 14-57,-23 80 240,17-82-206,2 1 0,0 0 0,2 1-1,2-1 1,0 1 0,2-1 0,1 1-1,3 21-33,3-37 1,0-1 1,1 0-1,0-1 0,1 0 0,0 0 0,1 0 0,0-1 0,1-1 0,0 0 0,1 0 0,0 0 0,0-2 0,1 1 0,1-2 0,-1 0 1,1 0-1,0-1 0,0 0 0,6 0-1,65 41 25,-79-45-23,-1 1 1,0-1-1,0 1 0,0-1 1,0 1-1,0 0 0,0 1 1,-1-1-1,0 1 0,0-1 1,0 1-1,0 0 1,0 0-1,-1 1 0,0-1 1,0 0-1,0 1 0,0-1 1,-1 1-1,1 0 0,-1-1 1,0 1-1,-1 0 1,1 0-1,-1 0 0,0-1 1,0 1-1,-1 0 0,1 0 1,-1 0-1,-1 2-2,-6 5 0,0 0 0,-1-1 0,0 0 0,-1-1 0,0 0-1,-1 0 1,0-1 0,0-1 0,-1 1 0,0-2 0,-2 1 0,-6 5-12,-28 19-91,-1-3 0,-1-2 0,-1-2 0,-2-2 1,0-3-1,-1-2 0,-1-2 0,0-3 0,-1-2 1,-41 2 102,81-12-13,9 0 13,1 0-1,0 0 1,-1-1-1,1 0 1,-1 0-1,1 0 1,-1-1 0,1 0-1,0 0 1,-1-1-1,1 1 1,0-2-1,0 1 1,-3-2 0,7 1 10,-1-1 0,1 1 0,0-1 0,0 0 1,0 0-1,1 0 0,-1 0 0,1 0 0,0 0 0,0 0 0,1 0 1,-1-1-1,1 1 0,0 0 0,0 0 0,0-1 0,1 1 0,-1 0 0,1 0 1,0 0-1,0-1 0,1 1 0,-1 0 0,1 1 0,0-1 0,0 0 1,0 0-1,0 1 0,1-1 0,-1 1 0,1 0 0,0 0 0,0 0 1,0 0-1,1 0 0,-1 1 0,1-1 0,-1 1 0,1 0 0,3-1-10,69-47 56,2 4-1,2 3 0,2 3 0,65-21-55,-97 41-26,84-36-315,-16 5-860</inkml:trace>
  <inkml:trace contextRef="#ctx0" brushRef="#br0" timeOffset="-36328.92">7984 1561 30198,'0'0'633,"0"0"-393,0 0-8,125-36 8,-77 31-80,-4 5-112,0 5-48,-14 21-456,-14 2-1465</inkml:trace>
  <inkml:trace contextRef="#ctx0" brushRef="#br0" timeOffset="-35872.57">7550 2173 29846,'-11'35'705,"-66"256"-43,65-201-630,4 0 0,4 0 0,6 38-32,-2-41-1304,2-106 1200,0 1-1,2 0 1,0 0 0,1 0-1,1 0 1,0 1 0,1-1-1,7-10 105,-5 8-80,9-18 82,2 1-1,1 0 0,2 1 1,2 2-1,1 1 0,1 0 1,2 2-1,1 1 0,1 2 1,2 1-1,1 1 0,1 2 1,1 2-1,7-3-1,51-21 273,1 4 0,3 5 0,0 3 0,3 5 1,0 4-1,1 5 0,2 4 0,-1 5 0,1 4 0,1 5 1,75 9-274,12 32 263,-183-35-254,-1-1-1,0 1 1,-1 0-1,1 1 1,-1-1-1,1 2 1,-1-1-1,-1 1 1,1 0-1,-1 0 0,0 1 1,-1-1-1,1 2 1,-1-1-1,-1 0 1,0 1-1,0 0 1,0 0-1,-1 0 1,0 0-1,0 3-8,2 10 4,-2 0 0,0 0 1,-1 1-1,-1-1 0,-2 1 0,0-1 0,-1 1 1,-1-1-1,0 0 0,-2 0 0,-1 0 1,-1 0-1,0-1 0,-2 0 0,0-1 0,-1 0 1,-1 0-1,-1 0-4,-10 12-7,-1-1 1,-2 0 0,0-2-1,-2-1 1,-1-1-1,-2-2 1,0 0 0,-1-2-1,-1-2 1,-3 0 6,-10 5-83,0-2 0,-1-3 1,-1-1-1,-1-2 0,-1-3 0,0-2 0,-1-1 0,0-3 1,0-3-1,-25 0 83,64-5-131,0-1 0,0-1-1,0 1 1,0-2 0,0 0 0,1 0 0,-1 0 0,1-2 0,0 1 0,0-1 0,0-1 0,1 0 0,-1 0-1,1-1 1,1 0 0,0 0 0,0-1 0,0 0 0,1-1 0,-1 0 131,-43-54-2407</inkml:trace>
  <inkml:trace contextRef="#ctx0" brushRef="#br0" timeOffset="-35665.21">8407 1798 23413,'0'0'5289,"-55"158"-4465,-9-7-40,-12 29-231,-5-3-89,8-17-136,14-28-112,17-29-152,18-28-64,16-32-208,8-27-264,4-16-336,29-8 31,19-51 57,27-61-520,-9 9-1065,-8 3-6857</inkml:trace>
  <inkml:trace contextRef="#ctx0" brushRef="#br0" timeOffset="-35498.181">8359 2342 25213,'0'0'2049,"0"0"-1193,0 0 104,0 0-368,50 109-200,-46-58-224,1-2-128,-1-3-40,3-9-368,12-15-344,3-10-424,0-12-3009</inkml:trace>
  <inkml:trace contextRef="#ctx0" brushRef="#br0" timeOffset="-35278.723">9071 1902 24461,'0'0'3125,"0"0"-1751,-18 25-729,-113 160 194,117-165-797,1 1 1,1 0-1,1 1 0,1 0 1,0 1-1,2 0 1,1 0-1,1 1 0,0 0 1,2 0-1,1 0 1,1 1-1,1-1 0,1 3-42,4-16-29,-1 0-1,2 0 0,0 0 1,0-1-1,1 0 1,0 0-1,0-1 0,1 1 1,1-1-1,-1-1 1,2 1-1,-1-2 0,1 1 1,0-1-1,0 0 0,1-1 1,0 0-1,0 0 1,1-1-1,-1-1 0,1 0 1,0 0-1,1-1 1,-1-1-1,0 1 0,1-2 1,-1 0-1,1 0 0,7-1 30,25 1-2100</inkml:trace>
  <inkml:trace contextRef="#ctx0" brushRef="#br0" timeOffset="-34886.385">10592 1480 26398,'0'0'0,"0"0"-224,0 0-8530</inkml:trace>
  <inkml:trace contextRef="#ctx0" brushRef="#br0" timeOffset="-34487.63">10485 1537 26542,'0'0'2095,"0"0"-1234,0 0-389,0 0-140,0 0 51,0 0 103,-17 15-21,-207 203 147,-215 197-973,390-361-69,32-29-223,45-34-634,30-28-4065,12-14-14100</inkml:trace>
  <inkml:trace contextRef="#ctx0" brushRef="#br0" timeOffset="-34286.657">10395 1958 28270,'-1'27'1651,"-34"250"9,0-138-1284,-37 210 345,70-245-1083,3-103 318,1 0-1,-1 0 0,1-1 1,-1 1-1,1-1 0,-1 1 1,1-1-1,0 0 1,-1 1-1,1-1 0,-1 0 1,1 0-1,0 0 0,-1 0 1,1-1-1,0 1 1,-1 0-1,1-1 0,-1 1 1,1-1-1,-1 1 0,1-1 1,-1 0-1,1 0 1,-1 1-1,0-1 0,1 0 1,-1 0-1,0-1 0,0 1 1,0 0-1,0 0 1,0 0-1,0-1 0,0 1 1,0-1-1,0 1 0,0-1 1,-1 1-1,1-1 1,-1 0 44,62-146-3437,51-317-3693,-80 320 3894</inkml:trace>
  <inkml:trace contextRef="#ctx0" brushRef="#br0" timeOffset="-33814.968">10781 1529 24725,'0'0'1978,"29"-14"-915,98-45-315,-115 54-618,1 0 0,-1 1 0,1 0-1,-1 1 1,1 1 0,0 0 0,0 1 0,0 0 0,0 1 0,0 0-1,4 1-129,-13-1 34,0 0-1,0 1 0,1-1 0,-1 1 1,0 0-1,0 0 0,0 0 1,0 0-1,0 1 0,0 0 0,-1 0 1,1 0-1,0 0 0,-1 0 0,0 1 1,1-1-1,-1 1 0,0 0 1,0 0-1,-1 1 0,1-1 0,-1 0 1,1 1-1,-1-1 0,0 1 0,0 0 1,-1 0-1,1 0 0,-1 0 0,0 0 1,0 0-1,0 0 0,0 0 1,-1 0-1,0 1 0,0-1 0,0 4-33,0 8 39,-1-1 1,-1 1-1,0-1 0,-1 1 0,-1-1 0,0 0 0,-1 0 1,0 0-1,-1-1 0,-1 0 0,-1 0 0,0-1 0,0 0 1,-4 3-40,-155 168 306,-48-13-12,252-178-445,120-70-225,-118 55 321,1 1 0,1 2-1,0 2 1,1 2 0,19-3 55,-58 17 0,-2 0 0,0 0 0,0 0 0,0 1 0,0-1-1,0 0 1,0 1 0,1-1 0,-1 0 0,0 1 0,0 0 0,0-1-1,1 1 1,-1 0 0,0-1 0,1 1 0,-1 0 0,0 0-1,0 0 1,1 0 0,-1 0 0,0 1 0,1-1 0,-1 0 0,0 0-1,0 1 1,1-1 0,-1 1 0,0-1 0,0 1 0,0 0 0,0-1-1,0 1 1,0 0 0,0 0 0,0 0 0,0 0 0,0 0-1,0 0 1,0 0 0,-1 0 0,1 0 0,0 0 0,-1 0 0,1 0-1,-1 0 1,1 1 0,-1-1 0,0 0 0,1 0 0,-1 1-1,0-1 1,0 0 0,0 1 0,0-1 0,0 0 0,0 1 0,-4 13 1,-1-1 0,0 0 0,-1-1 0,0 1 0,-1-1 1,-1 0-1,0-1 0,0 0 0,-1 0 0,-4 3-1,-14 21 9,-32 44-6,19-28 0,2 1 1,3 2-1,2 2 0,-4 15-3,36-71 0,0 1 1,-1-1-1,1 1 0,0 0 1,0 0-1,0 0 1,0 0-1,0 0 0,0 0 1,0 0-1,0 1 1,1-1-1,-1 0 0,1 0 1,0 1-1,0-1 1,0 0-1,0 0 1,0 1-1,0-1 0,0 0 1,1 0-1,-1 0 1,1 1-1,0-1 0,0 0 1,0 0-1,0 0 1,0 0-1,0 0 0,0 0 1,0 0-1,1-1 1,-1 1-1,1 0 0,0-1 0,69 8-73,-66-10 73,1 0-1,-1 1 1,1-1 0,0 1-1,-1 1 1,1-1-1,-1 1 1,1 0 0,-1 0-1,0 0 1,1 1-1,-1 0 1,0 0 0,0 0-1,0 1 1,0 0 0,-1-1-1,1 2 1,-1-1-1,1 1 1,-1-1 0,0 1-1,-1 0 1,1 1-1,-1-1 1,1 0 0,-2 1-1,1 0 1,0 0-1,-1 0 1,0 0 0,2 17 82,-5-20-65,0-1 0,1 1-1,-1-1 1,1 1 0,0 0-1,-1-1 1,1 1 0,0 0-1,0-1 1,0 1 0,0 0-1,0-1 1,0 1 0,1-1-1,-1 1 1,0 0 0,1-1-1,0 1 1,-1-1-1,1 1 1,0-1 0,0 1-1,-1-1 1,1 0 0,0 1-1,0-1 1,1 0 0,-1 0-1,0 0 1,0 1 0,1-1-1,-1-1 1,0 1 0,1 0-1,-1 0 1,1 0-1,-1-1 1,1 1 0,-1-1-1,1 1 1,0-1 0,-1 0-1,1 0 1,0 1 0,-1-1-1,1 0 1,0 0 0,-1-1-1,1 1 1,0 0-17,103-98 312,253-304-996,-242 269-216,-19 19-893</inkml:trace>
  <inkml:trace contextRef="#ctx0" brushRef="#br0" timeOffset="-33565.169">12775 920 30286,'0'0'841,"0"0"-625,0 0-160,0 0-32,-6 114-8,23-78-16,-1 3-72,-16 30-400,-20-8-1265,-17-3-11266</inkml:trace>
  <inkml:trace contextRef="#ctx0" brushRef="#br0" timeOffset="-33191.428">11692 1817 29502,'0'0'1401,"0"0"-988,39-4-345,365-74 67,618-184-209,-992 249-1646,-63 3 1673,-148-66 310,118 33 225,60 48-337,2 241 738,-34 332 355,-41 127-1244,37-371 54,6-70-54,32-265-1,1 1 0,0-1 0,0 1 1,-1-1-1,1 1 0,0-1 0,0 1 0,-1 0 0,1-1 1,-1 1-1,1-1 0,0 1 0,-1 0 0,1-1 0,-1 1 1,1 0-1,-1-1 0,1 1 0,-1 0 0,1 0 0,-1 0 1,0-1-1,1 1 0,-1 0 0,1 0 0,-1 0 0,1 0 1,-1 0-1,1 0 0,-1 0 0,0 0 0,1 0 0,-1 0 1,1 1-1,-1-1 0,1 0 0,-1 0 0,1 0 0,-1 1 1,1-1-1,-1 0 0,1 1 0,-1-1 0,1 0 0,-1 1 1,1-1-1,0 0 0,-1 1 0,1-1 0,0 1 0,-1-1 1,1 1-1,0-1 0,-1 1 0,1-1 0,0 1 0,0-1 1,0 1-1,-1 0 1,-31-177-801,-4-138-1794,22 170-994</inkml:trace>
  <inkml:trace contextRef="#ctx0" brushRef="#br0" timeOffset="-32703.861">12429 1954 27782,'0'0'1642,"0"0"-866,0 0-280,0 0-171,0 0-85,22-12-58,74-36-70,-91 46-112,-1 0 1,0 0 0,1 0-1,-1 1 1,1-1-1,0 1 1,0 0 0,-1 0-1,1 1 1,0 0 0,0-1-1,0 1 1,0 1-1,-1-1 1,1 1 0,0 0-1,0 0 1,-1 0-1,1 1 1,-1 0 0,1 0-1,-1 0 1,1 0 0,-1 1-1,0-1 1,0 1-1,-1 0 1,1 0 0,0 1-1,-1-1 1,0 1-1,0 0 1,0 0 0,0 0-1,-1 0 1,1 0 0,-1 0-1,0 1 1,-1-1-1,1 1 1,-1 0 0,1-1-1,-1 1 1,-1 0-1,1 0 1,-1 0 0,0-1-1,0 1 1,0 0 0,-1 0-1,1 0 1,-2 2-1,-3 13-5,-1-1 1,-1 0-1,0-1 1,-1 0-1,-2 0 1,1-1-1,-2 0 1,0 0-1,-1-1 1,-1-1-1,0 0 1,-4 1 4,-6 12-5,-50 53 33,-4-3 1,-3-3-1,-3-4 0,-87 57-28,168-127 18,-6 5 56,21-9-12,304-172-80,-217 117-19,-14 5 17,2 4 0,1 3-1,3 5 1,2 4 0,30-6 20,-24 32 16,-95 49 46,-8-28-47,-1 0-1,0 0 0,-1 0 0,0-1 0,0 1 0,-1-2 0,0 1 0,0 0 0,-1-1 0,-1-1 0,0 2-14,-120 120 33,-6-5 0,-5-6 0,-28 11-33,125-97 4,-201 157-65,-7-12 0,-253 134 61,335-242-486,136-66-793,20-5-1507</inkml:trace>
  <inkml:trace contextRef="#ctx0" brushRef="#br0" timeOffset="-32455.848">12845 2754 31087,'0'0'808,"182"95"-520,-35-32 96,13 0-184,-24-17-200,-37-15 0,-36-11 0,-8-2 0,2 5 0,-6 3 0,-12 10 0,-21-9-728,-18-9-3577</inkml:trace>
  <inkml:trace contextRef="#ctx0" brushRef="#br0" timeOffset="-29288.205">2986 3918 29606,'0'0'791,"0"0"-336,0 0-242,0 0-11,32-6 76,287-47 197,169 26-82,1 21 1,219 35-394,-469-18-40,283 7 40,393-43 0,-630-1-2,349-15-80,-624 41-124,19 1-394,-16 5-2587,-9 5-7795</inkml:trace>
  <inkml:trace contextRef="#ctx0" brushRef="#br0" timeOffset="-28752.408">7754 4052 27574,'0'0'1124,"0"0"-569,0 0-42,23 10 73,315 135 577,-74-26-537,-6 11 0,212 147-626,-80-44 0,-353-206-61,-30-22-522,-24-25-308,-12-16-1315,2-7-2575</inkml:trace>
  <inkml:trace contextRef="#ctx0" brushRef="#br0" timeOffset="-28473.244">9457 4410 29766,'0'0'653,"5"22"-127,55 164 441,7-61-375,-40-80-539,-2 0-1,-3 2 1,-1 0-1,-3 2 1,11 41-53,-23-15 0,-7-73 0,0 0 0,-1 0 0,1 0 0,-1 0 0,1-1 0,-1 1 0,0 0 0,1-1 0,-1 1 0,0-1 0,0 0 0,0 0 0,0 0 0,0 0 0,0 0 0,0 0 0,-1 0 0,1 0 0,0-1 0,0 1 0,-1-1 0,1 0 0,0 0 0,-1 0 0,1 0 0,0 0 0,-1 0 0,1-1 0,0 1 0,-1-1 0,1 1 0,-1-2 0,-9 2 0,-21-4-5,0-1-1,0-2 1,1-1 0,0-1 0,1-2-1,-1-1 1,-20-12 5,-16-5-180,-33-12-907</inkml:trace>
  <inkml:trace contextRef="#ctx0" brushRef="#br0" timeOffset="-20254.725">4439 5238 10322,'0'0'5025,"0"0"-3744,0 0-1281</inkml:trace>
  <inkml:trace contextRef="#ctx0" brushRef="#br0" timeOffset="-19859.305">4400 4917 3753,'0'0'23829,"0"0"-22685,0 0-864,0 0-200,0 0-80,0 0-320,-9 122-2224</inkml:trace>
  <inkml:trace contextRef="#ctx0" brushRef="#br0" timeOffset="-19591.234">4371 5562 10202,'0'0'17948,"0"0"-17108,0 0-464,0 0-264,-32 122-112,32-77-168,8-3-1032,1-7-10843</inkml:trace>
  <inkml:trace contextRef="#ctx0" brushRef="#br0" timeOffset="-19432.505">4367 6451 23997,'0'0'1723,"-5"25"-363,-36 149 299,23-75-1339,4 1 0,5 1-1,3 52-319,-11 112-125,-19 18 108,41-300-454,5-14-1048</inkml:trace>
  <inkml:trace contextRef="#ctx0" brushRef="#br0" timeOffset="-19169.43">5031 4899 24077,'0'0'2393,"0"0"-1241,149-2-1152,-90-6-840</inkml:trace>
  <inkml:trace contextRef="#ctx0" brushRef="#br0" timeOffset="-18916.309">6469 4891 25958,'0'0'1248,"0"0"-1224,0 0-24</inkml:trace>
  <inkml:trace contextRef="#ctx0" brushRef="#br0" timeOffset="-18668.344">7328 4920 23685,'0'0'4089,"0"0"-3193,0 0-168,0 0-320,0 0-264,147-15-144,-85 5-680,-5-2-4505</inkml:trace>
  <inkml:trace contextRef="#ctx0" brushRef="#br0" timeOffset="-18417.157">8028 5049 17580,'0'0'9682,"0"0"-8994,0 0-408,0 0-280,0 0-1248</inkml:trace>
  <inkml:trace contextRef="#ctx0" brushRef="#br0" timeOffset="-18416.157">8041 5680 28062,'0'0'976,"0"0"-296,0 0 16,-18 114-423,14-74-201,2 27-72,-3-10-537,5-10-2415</inkml:trace>
  <inkml:trace contextRef="#ctx0" brushRef="#br0" timeOffset="-18164.727">8019 6345 26638,'0'0'1216,"0"0"-696,0 0 16,0 142-248,0-101 152,0 1-312,0 11-128,0-12-304,0-3-952</inkml:trace>
  <inkml:trace contextRef="#ctx0" brushRef="#br0" timeOffset="-17902.088">8030 7067 27134,'0'0'1440,"0"0"-792,0 0-432,-13 104 48,13-76-104,0 3-80,0 17-80,0-9-280,0-3-2264</inkml:trace>
  <inkml:trace contextRef="#ctx0" brushRef="#br0" timeOffset="-17727.13">5259 7879 18028,'0'0'8666,"0"0"-7434,145 0-48,-16 0-336,58 2-199,30-2-265,13 0-160,-9-2-56,-26-11-56,-20 3-64,-41 4-16,-31 6-32,-11 0 0,-30 12-304,-19 0-1489</inkml:trace>
  <inkml:trace contextRef="#ctx0" brushRef="#br0" timeOffset="-17200.429">4582 8921 20564,'0'0'7786,"0"0"-5810,0 0-1753,39-14-80,527-191 244,-533 194-375,15-7 24,0 2-1,1 2 1,1 3-1,0 1 1,1 3 0,-1 2-1,33 1-35,-75 7 2,0-1 0,0 1 1,0 0-1,0 1 0,-1-1 0,0 2 1,0-1-1,0 1 0,0 0 0,-1 0 0,1 1 1,-2 0-1,1 0 0,0 0 0,-1 1 1,-1 0-1,1 0 0,-1 0 0,0 1 0,0-1 1,-1 1-1,0 0 0,-1 0 0,0 0 1,0 0-1,0 0 0,-1 1 0,0-1 0,-1 0 1,0 1-1,0-1 0,-1 0 0,0 1 1,-1-1-1,1 0 0,-3 5-2,-5 25 4,-2-1 0,-1 1 0,-2-2-1,-2 0 1,-1-1 0,-1 0 0,-2-2 0,-2 0 0,-15 17-4,22-27 5,-1 0 1,0-1 0,-2-1 0,0-1-1,-1 0 1,-2-2 0,0 0 0,0-1-1,-2-2 1,0 0 0,0-1 0,-2-1-1,-22 8-5,45-20-5,0 0 0,1 0-1,-1-1 1,0 1-1,0-1 1,1 1-1,-1-1 1,0 0 0,0 0-1,1 0 1,-1 0-1,0 0 1,0 0-1,0 0 1,1 0-1,-1-1 1,0 1 0,0-1-1,1 1 1,-1-1-1,0 0 1,1 1-1,-1-1 1,1 0 0,-1 0-1,1 0 1,-1-1-1,1 1 1,0 0-1,0 0 1,-1-1 0,1 1-1,0-1 1,0 1-1,0-1 1,0 1 5,-8-72-1290,8 1-844</inkml:trace>
  <inkml:trace contextRef="#ctx0" brushRef="#br0" timeOffset="-16943.565">5371 8473 28342,'-66'119'1056,"-4"13"-280,-4 14-399,14-16-81,19-20-128,19-17-168,17-14-8,5-28-673,5-31-1511</inkml:trace>
  <inkml:trace contextRef="#ctx0" brushRef="#br0" timeOffset="-16682.465">6009 8659 26062,'0'0'1245,"0"0"-411,-6 16-302,-21 54-120,1-26 151,34-66-431,4 10-129,0 0 1,1 1 0,0 0 0,1 1 0,0 0 0,1 2-1,-1-1 1,2 2 0,-1 0 0,1 1 0,0 0-1,0 1 1,1 1 0,-1 1 0,1 0 0,0 2-1,0-1 1,0 2 0,0 0 0,14 3-4,-25-3 1,-2-1 0,0-1 1,0 2-1,1-1 0,-1 0 1,0 1-1,0 0 0,0 0 0,1 0 1,-1 0-1,0 1 0,0-1 1,0 1-1,0 0 0,0 1 0,0-1 1,0 1-1,0-1 0,0 1 1,-1 0-1,1 1 0,-1-1 1,1 1-1,-1-1 0,0 1 0,0 0 1,0 0-1,0 0 0,-1 1 1,1-1-1,-1 1 0,0-1 1,0 1-1,0 0 0,-1 0 0,1 0 1,-1 0-1,0 0-1,-2 6 30,-2 0 1,1 0-1,-1 0 0,0 0 1,-1 0-1,0-1 1,-1 1-1,0-1 0,-1 0 1,1-1-1,-2 1 0,1-1 1,-1-1-1,0 1 0,-1-1 1,0 0-1,0-1 0,0 0 1,-9 5-31,7-3 31,-197 156-447,203-162-1235</inkml:trace>
  <inkml:trace contextRef="#ctx0" brushRef="#br0" timeOffset="-16315.96">6699 8254 28694,'0'0'838,"0"0"-461,0 0-113,20 0 23,115 2 88,-130-1-392,0 1 1,-1 0 0,1 1 0,-1-1 0,1 1-1,-1 0 1,0 0 0,0 0 0,0 1 0,0-1-1,-1 1 1,1 0 0,-1 0 0,0 0 0,0 1-1,-1-1 1,1 1 0,-1 0 0,0-1 0,0 1-1,0 0 1,-1 0 0,0 0 0,0 0 0,0 0-1,-1 0 1,1 1 0,-1-1 0,0 0 0,-1 0-1,0 0 1,1 0 0,-1 1 0,-1-1-1,1 0 1,-1-1 0,0 1 0,0 0 0,0 0-1,-3 2 17,-13 44-78,-3-1 0,-2-1-1,-2-1 1,-2-2 0,-20 26 78,-93 184 209,125-183 156,15-72-356,0 1-1,0-1 1,0 0-1,1 1 1,-1-1-1,1 0 1,-1 1 0,1-1-1,-1 0 1,1 0-1,0 0 1,0 0-1,0 1 1,-1-1-1,1 0 1,0 0 0,0 0-1,0-1 1,0 1-1,1 0 1,-1 0-1,0-1 1,0 1-1,0 0 1,1-1-1,-1 1 1,0-1 0,1 0-1,-1 1 1,0-1-1,1 0 1,-1 0-1,0 0 1,1 0-1,-1 0 1,1 0 0,-1 0-1,0 0 1,1-1-1,-1 1 1,0 0-1,1-1 1,-1 1-1,0-1-8,61-24 496,-41 2-401,0-1 0,-2-1 0,0 0 0,-2-1 0,11-23-95,4-3-44,11-15-435,-2 0-1028</inkml:trace>
  <inkml:trace contextRef="#ctx0" brushRef="#br0" timeOffset="-15971.992">6739 9422 28798,'0'0'1793,"0"0"-1281,0 0 176,0 0-104,68-148-192,2 26-392,2 0 0,-13 19 0,-15 30 0,9-14-272,-5 12-712,-6 2-841</inkml:trace>
  <inkml:trace contextRef="#ctx0" brushRef="#br0" timeOffset="-15719.207">7249 8317 26094,'0'0'4521,"0"0"-3961,0 0-296,0 0-120,0 0-40,0 0 0,167-77-104,-84 46-112,-13 7-584,-13 3-1337</inkml:trace>
  <inkml:trace contextRef="#ctx0" brushRef="#br0" timeOffset="-15246.774">7545 8041 21341,'0'0'6368,"0"0"-4357,-7 20-1362,-39 135-5,17-61-934,-4-2 0,-4-1 0,-44 75 290,39-80-117,11-7 819,39-74-257,190-136-249,-197 131-196,0 0 0,0-1 0,0 1-1,0 0 1,1 0 0,-1 0 0,0 0-1,0 0 1,0 0 0,0 0 0,0 1 0,0-1-1,0 0 1,1 1 0,-1-1 0,0 0-1,0 1 1,0-1 0,0 1 0,-1 0-1,1-1 1,0 1 0,0 0 0,0 0-1,0-1 1,-1 1 0,1 0 0,0 0 0,-1 0-1,1 0 1,0 0 0,-1 0 0,1 0-1,-1 0 1,0 0 0,1 0 0,-1 0-1,0 0 1,0 1 0,0-1 0,0 0-1,0 0 1,0 0 0,0 0 0,0 0-1,0 0 1,0 1 0,0-1 0,-1 0 0,1 0-1,-1 0 1,1 0 0,-1 0 0,-14 72 110,-68 106 265,64-145-264,1 0 0,2 1 0,2 0 1,1 2-1,-7 31-111,20-69 0,0 0 1,0 1-1,1-1 1,-1 0 0,0 0-1,0 0 1,0 0 0,1 1-1,-1-1 1,0 0-1,1 0 1,-1 0 0,1 1-1,-1-1 1,1 0-1,-1 1 1,1-1 0,0 0-1,-1 1 1,1-1 0,0 1-1,-1-1 1,1 1-1,0-1 1,0 1 0,-1 0-1,1-1 1,0 1 0,0 0-1,0 0 1,-1 0-1,1-1 1,0 1 0,0 0-1,0 0 1,0 0-1,0 0 1,-1 0 0,1 0-1,0 1 1,0-1 0,0 0-1,0 0 1,-1 1-1,1-1 1,0 0 0,0 1-1,0-1 1,-1 1 0,1-1-1,0 1 1,-1-1-1,1 1 1,-1 0 0,1-1-1,0 1 1,-1 0 0,1-1-1,-1 1 1,0 0-1,1 0 1,-1-1 0,1 1-1,-1 0 1,0 0-1,0 0 1,0-1 0,1 1-1,-1 0 0,65-68-385,-54 52 228,1 1 0,0 0 0,1 1 0,0 0 0,1 1 0,0 1 0,1 0 0,0 1 0,1 0 0,0 1 0,0 1 0,1 1 1,0 0-1,1 2 0,-1 0 0,7-1 157,-15 5 117,0 1 0,0 0 0,0 1 0,0-1 0,0 2 0,0-1 0,0 1 0,-1 1 0,1-1 0,-1 2 0,1-1 0,-1 1 0,0 0 0,0 1 0,-1 0 0,1 0 0,-1 1 0,0-1 0,-1 2 0,1-1 0,-1 1 0,-1 0 0,1 0 0,3 7-117,5 12-1081,-14-26-2120</inkml:trace>
  <inkml:trace contextRef="#ctx0" brushRef="#br1" timeOffset="7954.645">4097 5106 18500,'0'0'2320,"0"0"-898,0 0-82,0 0 2193,0 0-1881,-3-9-722,-12-28-318,12 28-256,4 112 659,3 69-660,-8-1 0,-7 1 1,-30 148-356,-20 86 10,18 2 1,14 99-11,28-49 0,36-758-144,-18 191-181,10-82-789,-11 60-4139,-5 5-13853</inkml:trace>
  <inkml:trace contextRef="#ctx0" brushRef="#br1" timeOffset="8299.543">4407 4897 29166,'0'0'731,"19"-3"-268,266-36 593,204 1-805,1 21-1,360 39-250,-654-12-3,-2 10-1,0 7 0,-2 9 1,85 31 3,-64 1-35,-83-25-682,2-5-1,103 13 718,-179-42-2003</inkml:trace>
  <inkml:trace contextRef="#ctx0" brushRef="#br1" timeOffset="8659.695">8076 5230 24021,'0'0'4948,"0"0"-3619,-5 22-1051,-16 184 409,32 59-40,26 122-647,-7-92 210,28 623 429,-45-777-643,-11-140-391,-5-25-441,-10-9-1146</inkml:trace>
  <inkml:trace contextRef="#ctx0" brushRef="#br1" timeOffset="9148.436">4711 7374 25037,'0'0'1698,"0"0"-488,0 0-318,0 0-169,31 7-135,247 28 211,808-55 900,420 20-1578,-1187 2-121,-414-2-699,21-2-1323</inkml:trace>
  <inkml:trace contextRef="#ctx0" brushRef="#br1" timeOffset="10402.672">1717 4917 26710,'0'0'3032,"0"0"-2512,0 0-432,0 0-40,0 0-7,0 0 7,90 67-8,-70-50-24,-9 5-16,-11 21-145,-20-1-655,-11-5-2112</inkml:trace>
  <inkml:trace contextRef="#ctx0" brushRef="#br1" timeOffset="10687.413">937 5832 28302,'0'0'790,"0"0"-488,0 0-210,21-3 82,154-46 447,-124 24-462,-30 14-123,-1 0 0,2 1 0,-1 1 0,1 2 0,0 0 0,1 1 0,0 1 0,-1 1 0,23-1-36,-43 7 2,-1-1 0,1 1 1,0 0-1,-1-1 0,0 1 1,1 0-1,-1 0 0,0 0 1,0 0-1,0 0 0,0 0 0,0 1 1,0-1-1,-1 0 0,1 0 1,-1 1-1,0-1 0,1 0 1,-1 0-1,0 1 0,0-1 0,-1 0 1,1 1-1,0-1 0,-1 0 1,1 0-1,-1 1 0,0-1 1,0 0-1,0 0 0,0 0 0,0 0 1,0 0-1,-1 0 0,1 0 1,-1 0-3,-13 24 10,-1 0 1,-1-1 0,-2 0-1,0-2 1,-2 0 0,-1-1-11,8-7-7,-61 65-274,-3-4 1,-4-3-1,-7 0 281,73-65-1792,16-10-592</inkml:trace>
  <inkml:trace contextRef="#ctx0" brushRef="#br1" timeOffset="10967.503">1182 6130 25237,'0'0'1441,"0"0"-265,0 0-504,53 124-104,-49-61-72,-4 10-96,0 6-136,0 2-120,-6-2-79,-3-6-49,5-10-16,1-14 0,3-17 0,0-18-89,20-26-343,9-24-336,1-9-1624</inkml:trace>
  <inkml:trace contextRef="#ctx0" brushRef="#br1" timeOffset="11268.24">1741 5962 27846,'0'0'885,"0"0"-295,-24 11-325,-147 77 13,150-75-219,0 1 0,1 1 0,1 1 0,1 1 0,0 1 0,1 0 0,1 1 0,0 1-1,-2 6-58,16-24 8,0 0 0,1 0 0,0 0-1,-1 0 1,1 0 0,0 0 0,0 0-1,0 0 1,0 1 0,1-1 0,-1 0-1,1 1 1,-1-1 0,1 0 0,0 1-1,0-1 1,0 0 0,0 1 0,0-1-1,0 1 1,1-1 0,-1 0 0,1 1-1,0-1 1,0 0 0,0 0 0,0 0-1,0 0 1,0 1 0,0-1-1,1-1 1,-1 1 0,1 0 0,-1 0-1,1 0 1,0-1 0,0 1 0,-1-1-1,1 1 1,0-1 0,2 1-8,12 0-104,0 0 0,0-1 0,1-1 0,-1 0 0,0-1 0,0-1 0,0 0 0,0-1 0,0-1 0,0-1 0,-1 0 0,0-1 0,0 0 0,0-2 0,-1 1 0,0-2 0,0 0-1,-1-1 1,-1 0 0,1 0 0,-2-2 0,1 1 0,6-11 104,25-25-3658</inkml:trace>
  <inkml:trace contextRef="#ctx0" brushRef="#br1" timeOffset="11549.771">1943 5522 27734,'0'0'975,"0"28"-194,-16 403 873,0 546-497,17-712-1581,-1-373-1369,0 34-293</inkml:trace>
  <inkml:trace contextRef="#ctx0" brushRef="#br1" timeOffset="11706.726">2024 6057 27158,'0'0'1416,"0"0"-376,0 0-344,134 55-167,-82-35-113,7-7-168,1-3-128,-1-4-80,2-2-40,12-4-280,-14 0-793,-15 0-1879</inkml:trace>
  <inkml:trace contextRef="#ctx0" brushRef="#br1" timeOffset="12087.546">2653 5633 29246,'0'0'580,"0"0"-340,0 0-62,0 0 143,23 1 5,129 6-58,-148-7-324,-1-1 1,1 1 0,-1 0 0,1 0-1,-1 0 1,1 1 0,-1-1 0,1 1-1,-1 0 1,0 0 0,1 0-1,-1 0 1,0 1 0,1-1 0,-1 1-1,0 0 1,0 0 0,-1 0 0,1 0-1,0 0 1,-1 1 0,1-1-1,-1 1 1,0 0 0,0 0 0,0 0-1,0 0 1,0 0 0,-1 0 0,1 0-1,-1 1 1,0-1 0,0 0 0,0 1-1,0-1 1,-1 1 0,1-1-1,-1 1 1,0-1 0,0 1 0,0-1-1,-1 1 1,1 0 55,-4 7-488,0-1-1,0 0 0,-1 0 1,0 0-1,0-1 1,-1 0-1,-1 0 0,0 0 1,0-1-1,0 0 1,-1 0-1,0 0 0,-1-1 1,-8 5 488,1 2-129,-320 277 3019,301-259-4764</inkml:trace>
  <inkml:trace contextRef="#ctx0" brushRef="#br1" timeOffset="12321.025">2732 5960 26614,'0'0'1232,"0"0"-296,4 103-464,-4-50-120,0 0-104,0 0-136,0-5-72,-8-9-16,1-11-8,3-8-16,1-13 0,3-7-104,0-2-352,27-47-536,1 2-768,-2-4-16268</inkml:trace>
  <inkml:trace contextRef="#ctx0" brushRef="#br1" timeOffset="12491.47">2929 5994 25589,'0'0'1681,"0"0"-777,0 0-336,114-30-248,-83 30-152,-7 4-80,-9 18-24,-8 7 16,-7 5 0,-2 3-40,-20 3 8,-7-3-24,-1-3-24,1-9 0,3-17-264,10-8-488,8 0-1832</inkml:trace>
  <inkml:trace contextRef="#ctx0" brushRef="#br1" timeOffset="12746.333">3490 5447 28206,'0'0'720,"0"0"-240,121-25 120,-82 25-240,-12 7-23,-16 23-65,-11 15-40,-3 9-64,-25 9-88,-9 6-32,-7-2-24,-2-4-24,-2-10-56,4-11-312,-7-23-393,12-11-711,10-8-1648</inkml:trace>
  <inkml:trace contextRef="#ctx0" brushRef="#br1" timeOffset="13105.07">3343 5534 26614,'0'0'1041,"0"0"-262,0 0-231,0 0-34,8 23 6,-2-4-417,24 143 491,-41-42-267,6-92-303,2-1 0,1 1-1,1 1 1,2-1 0,0 0 0,3 7-24,1-23 2,1-1 0,0 0 0,0 0 0,1-1 1,1 0-1,0 0 0,0-1 0,1 1 0,0-2 1,1 0-1,0 0 0,0 0 0,0-1 0,1-1 1,0 0-1,1 0 0,-1-1 0,1-1 0,10 3-2,39 23 0,-56-28 0,1 1-1,-1-1 1,0 1-1,1 0 1,-1 1-1,-1-1 1,1 1-1,0 0 1,-1 0-1,0 1 1,0-1-1,0 1 1,-1 0-1,1 0 1,-1 0-1,0 0 1,-1 1-1,1-1 1,-1 1-1,0 0 1,-1-1-1,1 1 1,-1 0-1,0 0 1,0 0-1,-1 0 1,0 0-1,0 0 1,-1 0-1,1 0 1,-1 0-1,0 0 1,-2 4 0,-7 10-27,-1-1 1,-1 0-1,0-1 1,-1 0-1,-1-1 1,-1-1-1,-1 0 1,0-1-1,-18 13 27,18-14-81,0 2-142,0-1 0,-1-1 0,0 0 0,-1-2 0,-1 0 0,0-1 0,-1 0 0,0-2 0,0-1 0,-1 0 0,0-1 0,0-1 0,-1-2 0,-5 1 223,24-5-50,0 0 0,0 0 1,0 0-1,0 0 0,0 0 1,0-1-1,0 1 0,0-1 0,0 0 1,0 0-1,0 0 0,0-1 1,0 1-1,1-1 0,-1 1 0,1-1 1,-1 0-1,1 0 0,-1 0 1,1 0-1,0-1 0,0 1 0,0 0 1,0-1-1,1 1 0,-1-1 1,1 0-1,-1 0 0,1 0 0,0 0 1,0 1-1,0-1 0,1 0 0,-1-1 1,1 1-1,-1 0 0,1 0 1,0 0-1,1-3 50,-2-4 103,1-1-1,0 1 1,0-1 0,1 1-1,1-1 1,0 1 0,0-1-1,1 1 1,1 0 0,-1 0-1,2 0 1,-1 1 0,1 0-1,1 0 1,0 0 0,0 0 0,0 1-1,1 0 1,1 0 0,-1 1-1,1 0 1,0 0 0,1 1-1,0 0 1,0 0 0,0 1-1,3-1-102,157-88-110,-94 54-1877</inkml:trace>
  <inkml:trace contextRef="#ctx0" brushRef="#br1" timeOffset="53901.482">1498 4356 26446,'0'0'1137,"0"0"-419,28-3-66,186-26 255,1087-121 1080,-728 93-1588,1691-187 121,-772 12-519,-1177 168-1,192-41 0,3 23 0,133 11 0,-202 57 0,0 20 0,352 52 0,861 203 0,-761-53-155,-779-177-618</inkml:trace>
  <inkml:trace contextRef="#ctx0" brushRef="#br1" timeOffset="54692.077">11986 4629 30006,'0'0'779,"0"0"-465,0 20-196,-32 262 604,4-101-625,7 1 1,4 116-98,16-293 0,0-1 0,1 1 1,0-1-1,0 1 1,0 0-1,1-1 1,0 1-1,-1-1 1,2 1-1,-1-1 0,0 0 1,1 1-1,0-1 1,0 0-1,0 0 1,0 0-1,1 0 1,0 0-1,0-1 0,0 1 1,0-1-1,0 0 1,0 0-1,1 0 1,0 0-1,0-1 1,-1 1-1,2-1 0,-1 0 1,0 0-1,0-1 1,0 1-1,5 0 0,34 11 2,1-2 0,1-3 0,-1-1 0,1-2-1,1-2 1,-1-2 0,24-3-2,-8 2 5,54 0 4,146 4 14,0-11 1,-1-11 0,67-22-24,-309 37-26,1 0 0,-1-1 1,-1-1-1,1-1 1,-1 0-1,0-1 1,0-1-1,-1-1 1,0 0-1,0-2 26,40-54-4759,-42 25-11062</inkml:trace>
  <inkml:trace contextRef="#ctx0" brushRef="#br1" timeOffset="54932.526">13415 5118 28694,'0'0'1779,"0"0"-1261,21 7-268,239 94 905,-163-65-890,-36-15-239,-2 2 1,0 3-1,-2 2 1,51 34-27,-102-59 0,0 1 0,0-1 0,-1 1 0,1 0 0,-1 1 0,0-1 0,-1 1 0,1 0 0,-1 1 0,0-1 0,0 1 0,0-1 0,-1 1 0,0 0 0,0 1 0,-1-1 0,1 0 0,-1 1 0,-1-1 0,1 1 0,-1 0 0,0-1 0,-1 1 0,0 0 0,0 0 0,0-1 0,-1 1 0,0 0 0,0 0 0,-1-1 0,1 1 0,-2-1 0,1 1 0,-1-1 0,0 0 0,-1 2 0,-14 15 0,-1-2-1,-2 0 1,0 0-1,-1-2 1,-1-1 0,0-1-1,-8 3 1,-227 143-872,154-108-830</inkml:trace>
  <inkml:trace contextRef="#ctx0" brushRef="#br1" timeOffset="57835.643">18126 4869 28942,'0'0'772,"0"0"-137,0 0-147,19 4-98,58 17-37,-74-19-333,-1 0 0,0 0 0,0 0 0,1 0 0,-1 1 0,-1-1 0,1 0 0,0 1 0,0 0 0,-1-1 0,0 1 0,1 0 0,-1 0 0,0 0 0,-1 0 0,1 0 0,0 0 0,-1 0 0,0 0 0,1 0 0,-1 0 0,0 0 0,-1 0 0,1 0 0,0 0 0,-1 0 0,0 0-20,1 12 82,-16 179 416,-6 52-431,22-244-67,-1 0 0,1 0 0,-1 0 0,1 0 0,0 0 0,0 0 0,0 0 0,0 0 0,0 0 0,0 0 0,1 0 0,-1 0 0,1 0 0,-1 0 0,1 0 0,0 0 0,0-1 0,0 1 0,0 0 0,0 0 0,0-1 0,0 1 0,0 0 0,1-1 0,-1 0 0,1 1 0,-1-1 0,1 0 0,-1 0 0,1 1 0,0-1 0,0 0 0,0-1 0,-1 1 0,1 0 0,0-1 0,0 1 0,0-1 0,0 1 0,0-1 0,0 0 0,0 0 0,0 0 0,0 0 0,0 0 0,0 0 0,0-1 0,0 1 0,0-1 0,0 1 0,0-1 0,0 0 0,0 0 0,-1 1 0,1-1 0,0-1 0,0 1 0,14-10 0,0-1 0,-1-1 0,0 0 0,-1-1 0,-1-1 0,0 0 0,-1 0 0,3-6 0,9-10 0,77-110-35,-5-4 1,-7-4-1,2-21 35,-90 168 1,-1 1 1,0 0 0,0 0 0,0 0 0,0-1 0,0 1 0,0 0 0,1 0 0,-1 0 1,0 0-1,1 0 0,-1 0 0,1 0 0,-1 0 0,1 0 0,0 0 0,-1 0 0,1 0 0,0 0 0,-1 0 0,1 1 1,0-1-1,0 0 0,0 0 0,0 1 0,0-1 0,0 1 0,0-1 0,0 1 0,0-1 0,0 1 0,0 0 0,0-1 0,1 1 1,-1 0-1,0 0 0,0 0 0,0 0 0,0 0 0,0 0 0,0 0 0,1 0 0,-1 1 0,0-1 0,0 0 0,0 1 1,0-1-1,1 1-2,40 251 5,-2 50-5,-14 3 0,-11 135 0,-18-359 0,-4 0 0,-3 0 0,-4-1 0,-4-1 0,-20 57 0,35-124 0,0 0 0,-1 0 0,-1 0 0,1-1 0,-2 0 0,0 0 0,0 0 0,-1-1 0,0 0 0,-1 0 0,0-1 0,0 0 0,-1 0 0,0-1 0,-1 0 0,0 0 0,0-1 0,-1-1 0,0 0 0,0 0 0,0-1 0,0-1 0,-1 1 0,0-2 0,0 0 0,0 0 0,0-1 0,-1-1 0,-8 0 0,14-2 0,0 0 0,0-1 0,0 0 0,1 0 0,-1-1 0,0 0 0,1 0 0,0 0 0,0-1 0,0 0 0,0 0 0,0-1 0,1 0 0,0 0 0,0 0 0,0 0 0,1-1 0,0 1 0,0-1 0,0-1 0,1 1 0,0 0 0,0-1 0,0 1 0,1-1 0,-1-2 0,-31-190 0,31 174 0,0-1 0,2 0 0,2 1 0,0-1 0,1 1 0,2 0 0,0-1 0,2 1 0,1 1 0,0-1 0,2 1 0,1 1 0,1 0 0,1 0 0,1 1 0,1 0 0,1 2 0,0-1 0,14-11 0,21-15-113,2 3-1,3 2 1,1 2-1,33-16 114,55-17-3317,-123 64-2226</inkml:trace>
  <inkml:trace contextRef="#ctx0" brushRef="#br1" timeOffset="58195.351">14967 6313 28734,'728'-81'1754,"2"33"0,223 32-1754,-480 29 262,-1 20 1,160 44-263,-221 5 0,-355-60 0,-68-18 0,-145-9-612,49-11-1105</inkml:trace>
  <inkml:trace contextRef="#ctx0" brushRef="#br1" timeOffset="56453.189">15594 4897 26366,'0'0'1365,"0"0"-474,0 0-436,0 0-127,0 0 71,0 0-3,13-13-75,41-37-78,-5 35 819,-40 17-952,20 3-12,-1 1 0,0 2-1,0 1 1,-1 1 0,-1 1 0,1 2-1,16 10-97,1 1 23,0 2 0,-2 1-1,-1 3 1,-1 1 0,-2 2-1,-1 2 1,26 31-23,-45-45-1,-1 0 0,-1 1 0,-1 1 1,-1 1-1,-1 0 0,-1 0 0,-1 1 1,-1 1-1,-1 0 0,-2 0 0,0 0 0,-2 1 1,-1 0-1,-1 1 0,-2 5 1,-15-12-461,-8-49-2155,8-6-3213</inkml:trace>
  <inkml:trace contextRef="#ctx0" brushRef="#br1" timeOffset="56656.096">16659 4721 26510,'0'0'3848,"0"0"-3343,-184 150-17,92-73-32,-4 2-64,1 0-184,6 0-136,12-6-72,16-6-8,25-4-240,19-16-400,17-23-1529</inkml:trace>
  <inkml:trace contextRef="#ctx0" brushRef="#br1" timeOffset="57031.184">17126 4978 29606,'0'0'1273,"0"0"-1025,0 0-80,0 0 264,0 0-40,81 102-176,-37-60-120,2-1-64,-2-1 0,-7-5-32,-2-5 0,-6-7-176,2-13-392,-7-10-600,-7 0-1577</inkml:trace>
  <inkml:trace contextRef="#ctx0" brushRef="#br1" timeOffset="57282.272">17554 4915 28502,'0'0'816,"0"0"-416,-163 128-264,96-65-80,-1 20-56,17-16-536,18-20-5545</inkml:trace>
  <inkml:trace contextRef="#ctx0" brushRef="#br1" timeOffset="58826.998">15399 3952 26462,'0'0'1320,"118"63"-288,5-12-160,46 18-288,19 6-31,7-2-177,-10-8-192,-19-13-104,-6-11-64,-33-11-8,-30-7-8,-31-5-32,-7 2-192,-13-2-665,-18-9-3928</inkml:trace>
  <inkml:trace contextRef="#ctx0" brushRef="#br1" timeOffset="59422.855">15401 3843 27798,'0'0'884,"28"12"-286,277 123 519,29 17-371,-6 14-1,61 56-745,86 108 724,357 327-724,-427-326 104,325 257-53,-711-584-283,-32-38-305,12 32 498,-30-59-1791,-7-8-2149</inkml:trace>
  <inkml:trace contextRef="#ctx0" brushRef="#br1" timeOffset="59692.292">19272 4169 27990,'0'0'720,"0"0"-96,0 0 48,-177 128 57,43-53-105,-66 32-144,-45 17-136,-36 12-96,-21 6-104,-16-4-40,-15 14-32,-13 14-56,1 5-16,21-1 0,24-2-120,37-20-264,79-40-720,52-31-2209</inkml:trace>
  <inkml:trace contextRef="#ctx0" brushRef="#br1" timeOffset="60404.833">14415 8743 28846,'0'0'1072,"-18"170"-215,1-22-321,4 30 0,6 9-160,7-5-120,0-17-128,-2-13-72,0-37-48,-1-35-8,1-30 0,2-21 0,0-7-16,0-6-88,0-14-224,13-42-192,12-19-656,1-10-1145</inkml:trace>
  <inkml:trace contextRef="#ctx0" brushRef="#br1" timeOffset="60651.809">14761 9057 28902,'0'0'928,"0"0"-87,176 77-289,-100-20-80,-6 10-56,-6 8-136,-9 4-120,-9 2-112,-13-4-8,-9-4-40,-11-8-32,-7-12-248,-1-17-328,-5-16-608,0-20-1465</inkml:trace>
  <inkml:trace contextRef="#ctx0" brushRef="#br1" timeOffset="60856.185">15344 9083 28918,'0'0'848,"0"0"-208,-153 128-183,72-45-121,-5 8-152,1 5-120,6-1-32,13-6-32,13 3-240,23-23-368,14-23-1489</inkml:trace>
  <inkml:trace contextRef="#ctx0" brushRef="#br1" timeOffset="61027.003">15855 8852 24429,'0'0'6434,"0"0"-5906,-20 207 16,0-53-136,5 20 0,4-9-392,9-13-16,0-24 0,0-19 0,-1-24 0,1-22 0,0-12 0,2-2 0,-2-1-8,2-13-520,0-15-728,0-20-1777</inkml:trace>
  <inkml:trace contextRef="#ctx0" brushRef="#br1" timeOffset="61812.71">17400 9020 30126,'0'0'913,"-24"159"-673,7-11-32,-3 30 376,-2 7-88,-2-5-296,2-22-200,4-12 0,7-38 0,7-33 0,4-35 0,0-25-56,7-9-368,28-12-208,-2-17-576,-3-17-2385</inkml:trace>
  <inkml:trace contextRef="#ctx0" brushRef="#br1" timeOffset="62468.202">17630 9738 27742,'0'0'2103,"0"0"-1532,0 0-446,23-21 95,75-66 102,-85 74-264,-3 3-35,-1 0 0,2 1 0,-1 0 0,1 0 0,0 1 0,1 0 0,0 1 0,0 1 0,1 0 0,0 0 0,0 1 0,0 1 0,7-2-23,-18 6 9,1 0 0,-1 0 0,1-1-1,-1 1 1,1 1 0,-1-1 0,1 0 0,-1 1 0,1-1-1,-1 1 1,1-1 0,-1 1 0,0 0 0,1 0 0,-1 1-1,0-1 1,0 0 0,0 1 0,0-1 0,0 1 0,0-1-1,0 1 1,-1 0 0,1 0 0,-1 0 0,1 0 0,-1 0-1,0 0 1,1 1 0,-1-1 0,0 0 0,-1 1 0,1-1-1,0 0 1,-1 1 0,1 0-9,7 99 193,-8-84-189,0 246 83,21-162-31,-20-99-54,0-1 1,0 1 0,0-1-1,0 0 1,0 0-1,1 0 1,-1 0-1,1 0 1,0 0-1,0 0 1,-1 0 0,1 0-1,0-1 1,0 1-1,1-1 1,-1 0-1,0 1 1,0-1-1,1 0 1,-1 0 0,1-1-1,-1 1 1,0 0-1,1-1 1,0 1-1,-1-1 1,1 0-1,-1 0 1,1 0 0,-1 0-1,1-1 1,-1 1-1,1-1 1,-1 1-1,1-1 1,-1 0-1,1 0 1,-1 0 0,2-1-3,8-6 4,0 0 0,-1-1 0,0 0 0,-1-1 0,0 0 0,0-1 0,-1 0 0,-1-1 0,6-8-4,1-1-6,39-53-91,-4-1-1,-2-3 0,-5-2 1,-3-2-1,22-65 98,-50 118 547,1 466-75,10-59-464,-16 66-8,-6-404 0,-1 0 0,-2 0 0,-2-1 0,-2 1 0,-2-1 0,-1 0 0,-2-1 0,-1 0 0,-2 0 0,-2-2 0,-17 30 0,30-62 0,-1 1 0,0-1 0,0 0 0,0 0 0,0 0 0,0 0 0,-1-1 0,0 0 0,0 0 0,0 0 0,0-1 0,0 1 0,0-1 0,-1 0 0,1-1 0,-1 1 0,1-1 0,-1 0 0,0-1 0,1 1 0,-1-1 0,0 0 0,0-1 0,1 1 0,-1-1 0,0 0 0,1-1 0,-1 1 0,1-1 0,0 0 0,-1 0 0,1-1 0,0 0 0,0 1 0,1-2 0,-1 1 0,0-1 0,1 1 0,0-1 0,0 0 0,0-1 0,1 1 0,-4-5 0,-5-8-23,1 0 0,0-1 0,1 0 0,1-1 0,1 0 0,1 0 0,0-1 0,1 0 0,2 0 0,0-1 0,1 1 0,0-1 0,2 1 0,1-1 0,0 0 0,2 0 0,0 1 0,2-1 1,0 1-1,1 0 0,1 0 0,2-2 23,14-26-125,3 2 1,2 1-1,2 1 1,2 2 0,13-14 124,-35 44-56,72-91-825,-9 9-808</inkml:trace>
  <inkml:trace contextRef="#ctx0" brushRef="#br1" timeOffset="62716.681">19116 9217 29446,'0'0'1849,"0"0"-1561,16 112 456,-12 3-304,-4 45-440,0 19 0,-22 10 0,-13-9 0,7-56 0,4-27-976</inkml:trace>
  <inkml:trace contextRef="#ctx0" brushRef="#br1" timeOffset="61245.857">16451 9365 30390,'0'0'873,"0"0"-425,13 120-152,5-72-32,4-3 24,0-8-112,2-1-144,0-5-32,-2-1 0,-2-4-272,-1-12-432,-6-9-817,-4-5-5088</inkml:trace>
  <inkml:trace contextRef="#ctx0" brushRef="#br1" timeOffset="61402.357">16710 9183 29406,'0'0'824,"0"0"-487,-162 162-217,94-89-88,-3 24-32,21-20-160,15-16-1185</inkml:trace>
  <inkml:trace contextRef="#ctx0" brushRef="#br1" timeOffset="63949.554">12192 9327 27326,'0'0'1560,"0"0"-760,0 0-112,0 0-151,0 0-81,0 0-232,0 0-112,97-75-40,-18 50-24,6-1-8,-2 2-40,-8 5 0,-12 5 0,-10 6-104,0-2-360,-16 4-873,-13-2-1991</inkml:trace>
  <inkml:trace contextRef="#ctx0" brushRef="#br1" timeOffset="64201.939">12617 8911 28342,'0'0'952,"0"0"-488,-17 109-40,10-46-63,1 8-81,-1 10-144,-2 2-136,3 3-64,-14 23-521,5-22-1215,-7-16-13067</inkml:trace>
  <inkml:trace contextRef="#ctx0" brushRef="#br1" timeOffset="64369.759">12148 9872 29414,'0'0'800,"0"0"-591,125-6-153,-26-8-32,37-6-24,22 1-32,-25 1-761,-30 6-8873</inkml:trace>
  <inkml:trace contextRef="#ctx0" brushRef="#br1" timeOffset="74543.747">12028 10939 25557,'0'0'750,"0"0"1032,0 0-1109,0 0-299,0 0 179,0 0-62,-13 4-160,-1 1-305,-16 6 192,74-5 59,913-52-54,4 36-409,1390-9-673,-2295 18 864,1580 7 226,-424 34 374,-1191-40-854,35-1 307,-21-7-4111,-8-9-13352</inkml:trace>
  <inkml:trace contextRef="#ctx0" brushRef="#br1" timeOffset="76292.028">16385 1009 18988,'0'0'5823,"0"0"-4347,0 0-1271,20-5-85,155-45 84,-168 47-199,0 0 0,0 1-1,0 0 1,0 0-1,0 1 1,0 0-1,0 0 1,1 0-1,-1 1 1,0 0 0,0 1-1,1 0 1,-1 0-1,0 0 1,0 1-1,0 0 1,0 0 0,0 1-1,3 2-4,155 198 385,-129-163-198,80 113 241,-112-146-409,0 1-1,-1 0 1,0 0-1,0 0 1,-1 0 0,0 1-1,0-1 1,-1 1 0,0-1-1,0 1 1,-1-1-1,0 1 1,-1 0 0,0-1-1,0 1 1,-1-1 0,0 1-1,0-1 1,-1 0-1,-3 6-18,-6 5 34,-1 0-1,-1 0 0,-1-1 1,0-1-1,-2-1 0,0 0 1,0-1-1,-2-1 0,0 0 1,-17 9-34,10-5 15,1-2 0,-2 0 0,0-2 0,-1-1 0,-1-1 0,1-2 1,-2 0-1,1-2 0,-1-1 0,-1-2 0,1-1 0,-16 0-15,43-4-11,1 0 0,-1 0 0,1 0 0,-1-1-1,1 1 1,-1-1 0,1 1 0,0-1 0,-1 0 0,1 0 0,0 0 0,-1 0-1,1-1 1,0 1 0,0 0 0,0-1 0,0 1 0,0-1 0,1 0-1,-1 0 1,0 0 0,1 0 0,-1 0 0,1 0 0,0 0 0,0 0 0,0-1-1,0 1 1,0 0 0,0-1 0,1 1 0,-1-1 0,1 1 0,-1 0-1,1-1 1,0 1 0,0-1 0,0 1 0,0-1 0,1 1 0,-1-1 0,1 1-1,0-3 12,-1-36-2049</inkml:trace>
  <inkml:trace contextRef="#ctx0" brushRef="#br1" timeOffset="76598.002">17690 973 25934,'0'0'1254,"0"0"-753,0 0-360,0 0-49,-27 18-21,-175 109 17,151-96-42,1 1 1,1 3 0,2 2 0,2 2 0,-2 5-47,32-29 46,0 1 1,2 0 0,0 1 0,0 0 0,2 1-1,0 1 1,1 0 0,1 0 0,1 0 0,1 1 0,0 1-1,2-1 1,0 1 0,1 0 0,0 19-47,3-36 8,1 0 1,-1 0-1,1 1 1,0-1-1,1 0 1,-1 0-1,1 0 1,0 0-1,0 0 0,0 0 1,0 0-1,1 0 1,-1 0-1,1-1 1,0 1-1,0 0 1,1-1-1,-1 0 1,1 1-1,-1-1 1,1 0-1,0 0 0,0-1 1,1 1-1,-1-1 1,0 1-1,1-1 1,0 0-1,-1 0 1,1-1-1,0 1 1,0-1-1,0 0 0,0 0 1,2 1-9,188 11 89,-79-18-269,-6-12-740</inkml:trace>
  <inkml:trace contextRef="#ctx0" brushRef="#br1" timeOffset="76959.613">18104 1310 27262,'0'0'656,"0"0"-488,0 0-136,0 0-32,0 0 0,0 0 0,0 0 0,57 28 0,-40-26-1640</inkml:trace>
  <inkml:trace contextRef="#ctx0" brushRef="#br1" timeOffset="77464.501">18185 1196 26094,'0'0'677,"0"0"-410,0 0-167,11 15-20,73 100 200,112 215 1065,-191-324-1341,0 0 0,0 0 0,0-1 0,1 0 0,0 0 0,0 0 0,0-1 0,0 0 0,1 0 0,0 0 0,0-1 0,0 0-1,0-1 1,0 1 0,0-2 0,8 2-4,12-1-940</inkml:trace>
  <inkml:trace contextRef="#ctx0" brushRef="#br1" timeOffset="77681.08">18739 1253 27758,'0'0'496,"0"0"-424,-135 32-56,62-1-8,-3 9 24,-1 1-8,7 3 8,11-3 24,12 4-56,19-11-72,13-14-3065</inkml:trace>
  <inkml:trace contextRef="#ctx0" brushRef="#br1" timeOffset="78370.98">19099 1190 27118,'0'0'693,"0"0"-411,19 1-153,62 9 32,-75-8-149,-1 0-1,0 1 0,1 0 0,-1 0 1,0 0-1,0 0 0,-1 1 0,1 0 0,-1 0 1,0 0-1,0 1 0,0-1 0,-1 1 0,1 0 1,-1 0-1,0 0 0,-1 1 0,1-1 1,-1 0-1,0 1 0,0 0 0,-1 0 0,0-1 1,0 1-1,0 0 0,-1 0 0,1 0 1,-2 0-1,1 5-11,0 14 79,0 0 0,-1-1-1,-2 1 1,0-1 0,-2 1 0,0-1 0,-5 10-79,-6 36 91,21-69-81,11-4-3,0-2-1,0 0 1,0 0-1,-1-2 1,0 0-1,0 0 1,0-1-1,-1-1 0,-1-1 1,1 0-1,-1-1 1,-1 0-1,7-8-6,3 0-42,-1-2-1,-1 0 1,-1-1-1,-1 0 1,-1-2-1,-1 0 0,-1-1 1,-1 0-1,-1-1 1,-2-1-1,7-21 43,-16 30-109,0 5-17,-1 23-127,36 401 677,-28-347-312,8 53 190,-6 0 1,-5 1-1,-4 0 0,-6 0 0,-15 85-302,17-190 27,2-5-4,0 0 0,0 0 0,-1 0 1,0 0-1,0 0 0,-1 0 0,0 0 0,0-1 0,-1 1 0,0-1 0,0 1 0,-1-1 0,1 0 0,-2 0 0,1-1 1,-1 1-1,0-1 0,0 0 0,-1-1 0,0 1 0,0-1 0,0 0 0,-1 0 0,1-1 0,-1 0 0,0 0 1,-1-1-1,-1 1-23,-1-3 3,0-1 0,0 0 1,0-1-1,0 0 0,0 0 1,1-1-1,-1 0 1,0-1-1,1 0 0,0-1 1,0 0-1,0 0 0,0-1 1,1 0-1,-1-1 0,1 1 1,1-2-1,-1 1 1,1-1-1,0 0 0,0-1 1,1 1-1,0-1 0,1 0 1,-5-9-4,-1 0-11,1-1 0,0 0 0,1-1 0,1 0 0,1 0 0,0-1 0,2 0 0,0 0 0,1 0 0,2-1 0,0 1 0,0-17 11,2 28-14,1 0 1,-1 0-1,1 0 1,1 0-1,0 0 0,0 0 1,1 0-1,0 1 1,0-1-1,1 1 1,0 0-1,0 0 1,1 0-1,0 1 1,1 0-1,-1 0 1,1 0-1,1 0 0,-1 1 1,6-4 13,25-17-190,0 0 0,2 3-1,1 1 1,1 2 0,1 2 0,29-9 190,-35 13-573,9-4-1335</inkml:trace>
  <inkml:trace contextRef="#ctx0" brushRef="#br1" timeOffset="78715.503">15758 2599 27822,'0'0'611,"40"3"-357,422 17 121,1407-33 687,-1526 19-587,333 51-475,-649-53 12,259 35 388,92 33-400,-363-69-26,-13-3 9,1 0-1,0 0 1,-1 0-1,1 0 0,-1 1 1,1-1-1,0 1 1,-1 0-1,1 0 1,-1 0-1,0 0 1,1 0-1,-1 0 1,0 1-1,0-1 0,1 1 1,-1-1-1,0 1 1,-1 0-1,1 0 1,0 0-1,0 0 1,-1 0-1,1 0 1,0 3 17,-5 5-1333,-11-4-2388</inkml:trace>
  <inkml:trace contextRef="#ctx0" brushRef="#br1" timeOffset="88997.669">2309 324 19500,'0'0'6731,"0"0"-4624,0 0-1277,0 0-236,-21-9-192,-64-31-192,42 13-111,41 51-172,2 165 102,48 573 584,-21-435-363,72 1483 740,-80-1297-1459,-18-723-1187,6 71-799</inkml:trace>
  <inkml:trace contextRef="#ctx0" brushRef="#br1" timeOffset="89479.338">2894 56 26862,'0'0'1068,"23"3"-543,357 25 332,665-46-145,-408-11-404,545 48-308,-291 29 47,893 67 289,-92 27-96,-1681-141-236,671 43 293,-2 30-1,141 56-296,-723-109-1051,-97-21-788</inkml:trace>
  <inkml:trace contextRef="#ctx0" brushRef="#br1" timeOffset="90056.079">12872 1 27022,'0'0'1048,"0"0"-635,0 0-222,0 0 147,0 0 119,0 0-130,23 5-157,75 19-95,151 73 173,-247-58 1675,-2 138-1884,1 127 46,-26 1185 346,1-890-591,21-550-615,-3-8-899</inkml:trace>
  <inkml:trace contextRef="#ctx0" brushRef="#br0" timeOffset="107103.472">9514 7499 22613,'0'0'2287,"0"0"-1048,0 0-307,0 0 1094,0 0-1034,1-3-691,19-10-120,187-28 404,121 9-356,1 15-1,109 16-228,-299 1-134,-45 2-2788,-61 0-2406</inkml:trace>
  <inkml:trace contextRef="#ctx0" brushRef="#br0" timeOffset="126935.366">2975 9901 26414,'0'0'1111,"0"0"-427,0 0-370,0 0-2,0 0 278,-6 9-87,-3 7-444,1-1 1,0 1-1,2 0 1,0 1 0,1-1-1,0 1 1,1 1-1,1-1 1,0 13-60,-29 172 247,-83 634 962,-6 827-1209,116-1470 65,8-1 0,9 1 0,8-2-1,8 0 1,33 103-65,-20-173 12,-40-119-22,0-1 0,0 0 0,0 0 0,0 0 0,0 0 0,0 0 0,0 0-1,0 0 1,0 0 0,1 0 0,-1 0 0,0 0 0,1-1 0,-1 1 0,0-1 0,1 1-1,-1-1 1,1 1 0,-1-1 0,1 0 0,-1 0 0,1 0 0,-1 0 0,1 0 0,-1 0 0,1 0-1,-1 0 1,0-1 0,1 1 0,-1 0 0,1-1 0,-1 1 0,1-1 0,-1 0 0,0 1 0,0-1-1,1 0 1,-1 0 0,0 0 0,1 0 10,26-57-183,45-199-1216,-44 115-713</inkml:trace>
  <inkml:trace contextRef="#ctx0" brushRef="#br0" timeOffset="127311.185">3440 9957 28710,'28'-1'511,"839"-13"364,1094-75-238,-945 107-267,791 124-50,-1380-125-462,-419-17-66,0 0 0,0 1 0,1 0 0,-1 0 0,0 0 0,0 1 0,0 1 0,-1-1 0,1 1 0,-1 1 0,1-1 0,-1 1 0,3 3 208,10 12-4292</inkml:trace>
  <inkml:trace contextRef="#ctx0" brushRef="#br0" timeOffset="127747.953">9733 10349 25365,'0'0'1722,"0"0"-883,0 0-286,0 0 70,-6 18-28,-34 144 321,25 389 56,10 1738-30,-11-2176-929,16-112-25,-1-1 0,1 1 1,-1 0-1,1-1 0,-1 1 0,1 0 0,-1-1 0,1 1 0,-1-1 0,0 1 0,1-1 1,-1 1-1,0-1 0,1 1 0,-1-1 0,0 0 0,0 1 0,0-1 0,1 0 0,-1 0 1,0 1-1,0-1 0,0 0 0,0 0 0,1 0 0,-1 0 0,0 0 0,0 0 0,0 0 0,1-1 1,-1 1-1,0 0 0,0 0 0,0-1 0,1 1 0,-1 0 0,0-1 0,0 1 0,1-1 1,-1 1-1,0-1 0,1 1 0,-1-1 0,1 1 0,-1-1 0,0 0 0,1 1 0,0-1 0,-1 0 13,-69-90-4382,26 37-6632</inkml:trace>
  <inkml:trace contextRef="#ctx0" brushRef="#br0" timeOffset="128137.269">3931 13756 29070,'0'0'604,"32"-1"-330,133-7-162,1922-71 2184,-690 115-1917,-1330-31-366,275 18 6,95 28-19,-300-16 0,-135-35-6,-1 0 0,1 1 0,-1 0 0,1-1 0,-1 1 0,0 0 0,1 0 0,-1 0 0,0 0 0,0 0 0,0 0 0,1 0 0,-1 0 0,0 0 0,0 0 0,-1 1 0,1-1 0,0 0-1,0 1 1,-1-1 0,1 1 0,-1-1 0,1 1 0,-1-1 0,1 1 0,-1-1 0,0 1 0,0-1 0,0 1 0,0-1 0,0 1 0,0 0 0,0-1 0,-1 1 0,1-1 0,0 1 0,-1-1 0,1 1 0,-1-1 0,0 1 0,1-1 0,-1 0 0,0 1 0,0-1 0,0 0 0,0 1 6,-61 45-3277,-5-22-6084</inkml:trace>
  <inkml:trace contextRef="#ctx0" brushRef="#br0" timeOffset="-155700.167">8676 3066 25189,'0'0'3873,"0"0"-2617,0 0-899,0 0-203,0 0-43,-5-8-19,-6-18-22,32 39 45,51 63 109,-24-2-166,-4 2 0,-4 2 0,-2 2 0,-5 1 0,-2 1 0,-5 2 0,-3 1 0,2 28-58,-19-87 22,-3-16-18,-3 0 15,1 0 0,1 0 0,-1 0 0,2-1 0,-1 1 0,1-1 0,1 0 0,-1 1-1,2-2 1,-1 1 0,1 0 0,1-1 0,-1 0 0,1 0 0,1 0 0,0-1 0,0 0 0,0-1 0,1 1-1,-1-1 1,2-1 0,-1 1 0,0-1 0,1-1 0,0 0 0,5 2-19,3-4 23,0-1 0,1-1 1,-1 0-1,1-1 0,-1-1 1,0-1-1,0 0 0,0-1 1,0-1-1,-1 0 0,1-1 0,-1-1 1,2-2-24,187-113 40,105-107-39,124-128-1,-78 60 0,611-429-570,-852 644 29,56-44-1429</inkml:trace>
  <inkml:trace contextRef="#ctx0" brushRef="#br0" timeOffset="-153312.764">2454 4773 23125,'0'0'1616,"-7"-25"-93,2 1-1192,2 6-147,-2 0 1,0 0-1,-1 0 0,0 1 1,-2-1-1,0 2 1,0-1-1,-3-1-184,-6-1 124,-1 0 0,-1 1 0,-1 1 1,0 1-1,-2 0 0,1 2 0,-2 0 0,0 2 0,0 1 1,-1 0-1,0 2 0,-1 0 0,0 2 0,-1 1 0,1 1 1,-1 1-1,0 2 0,0 0 0,0 1 0,-9 3-124,-8-3 13,0 2 0,0 1 0,0 3 0,0 2 0,1 1 0,0 2 1,0 2-1,1 2 0,1 2 0,1 1 0,0 2 0,1 2 0,1 1 0,-9 9-13,-49 44 5,4 4 1,3 4-1,4 4 1,3 3-1,5 3 1,4 4-1,4 3 1,4 3-1,-31 73-5,25-53 23,5 4 0,5 2 0,6 2 0,6 3 0,6 2 0,6 2 0,6 1 0,6 1 0,6 8-23,14-101 16,3-1 1,1 0-1,3 1 1,1-1-1,3 0 0,1-1 1,3 0-1,2 0 1,1-1-1,2-1 0,3 0 1,1-1-1,2-2 0,1 0 1,3-1-1,1-1 1,6 4-17,1-4 3,2-1 0,2-2-1,1-1 1,2-3 0,1-1 0,1-2 0,1-1 0,1-3 0,2-2 0,0-2 0,1-2 0,1-2 0,36 7-3,-18-10 0,1-2 1,0-3 0,0-3 0,1-3 0,-1-3 0,1-3 0,-1-3 0,0-3-1,-1-3 1,9-6-1,45-20 16,-2-5-1,-2-5 1,-2-5-1,-2-6 1,-4-4-1,-2-5 0,81-69-15,-62 39 3,-4-6 0,-6-5 1,-4-5-1,-5-5 0,-6-4 0,-5-4 0,70-128-3,-140 217-2,-2-1 1,-1-1 0,-3-1 0,-1 0-1,-2-2 1,-2 0 0,-2-1 0,-2 0-1,-2-1 1,-2 0 0,-2-1 0,-2 1-1,-2-1 1,-2 0 0,-2 0 0,-2 1-1,-9-38 2,-5 33 1,-2 1 0,-2 2-1,-3 0 1,-1 1 0,-3 2-1,-1 1 1,-2 1 0,-2 2-1,-2 1 1,-18-13-1,-8-3 10,-3 4 0,-2 2-1,-2 3 1,-2 4 0,-1 2 0,-3 4-1,-1 3 1,-1 3 0,-2 4 0,-1 4-1,0 3 1,-2 3 0,0 4 0,-1 4-1,0 3 1,-41 5-10,85 0-20,0 2 0,1 2 0,-1 1 0,0 2 0,1 2 0,1 2 0,-1 1 0,2 2 0,-1 1 0,2 2 0,0 2 0,1 1 0,1 2 0,1 1 0,-21 19 20,23-12-227,1 2 1,2 1-1,1 1 0,1 1 0,2 1 1,-16 32 226,-14 44-1730</inkml:trace>
  <inkml:trace contextRef="#ctx0" brushRef="#br0" timeOffset="-153139.856">1879 7755 26270,'0'0'0</inkml:trace>
  <inkml:trace contextRef="#ctx0" brushRef="#br0" timeOffset="-152954.967">1993 8055 28846,'0'0'600,"0"0"-600,-162 85-160,96-58-664,7-9-2705</inkml:trace>
  <inkml:trace contextRef="#ctx0" brushRef="#br0" timeOffset="-152699.583">1515 8311 29950,'0'0'128,"0"0"-128,0 0-2544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2:3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27070,'0'0'2100,"0"0"-1456,0 0-461,0 0 110,0 0 206,9 18-71,70 151 358,-78-166-774,0 2 9,-1-1 0,1 1 0,1-1 0,-1 0 0,1 1-1,-1-1 1,1 0 0,0 0 0,1 0 0,-1 0 0,1 0 0,0 0 0,0-1 0,0 1-1,0-1 1,0 0 0,1 0 0,0 0 0,-1 0 0,1-1 0,0 0 0,0 1 0,1-2-1,-1 1 1,0 0 0,1-1 0,-1 0 0,1 0 0,-1 0 0,1 0 0,-1-1-1,1 0 1,0 0 0,-1 0 0,1 0 0,2-1-21,13-6 0,0 0 0,-1-2 0,0 0 0,-1-1 0,0-1 0,0-1 0,14-12 0,-3 4 0,345-277 0,-327 260-85,1 2-1,2 3 1,1 1 0,48-20 85,-25 19-1707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2:3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30943,'0'0'1512,"0"0"-1360,0 0-152,0 0-48,0 0-560,0 0-3161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2:5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19 684 27110,'0'0'1500,"0"0"-557,0 0-379,0 0-102,0 0-45,-3 6-97,1-3-466,2-3 191,-1 0 0,1 0-1,0 0 1,-1-1 0,1 1 0,0 0 0,-1 0-1,1 0 1,-1 0 0,1 0 0,-1 0-1,1 0 1,0 0 0,-1 0 0,1 0-1,-1 0 1,1 0 0,-1 0 0,1 0 0,0 0-1,-1 0 1,1 1 0,-1-1 0,1 0-1,0 0 1,-1 0 0,1 1 0,0-1-1,-1 0 1,1 0 0,0 1 0,-1-1 0,1 0-1,0 1-44,78-194 75,96-158-75,-174 348 0,1 1 0,-1 0 0,0 0 0,1 0 0,-1 0 0,1 0 0,-1 0 0,1 0 0,0 0 0,0 0 0,0 0 0,0 0 0,0 0 0,0 1 0,1-1 0,-1 0 0,1 1 0,-1-1 0,1 1 0,-1-1 0,1 1 0,0 0 0,0 0 0,0 0 0,-1 0 0,1 0 0,0 0 0,0 0 0,0 1 0,0-1 0,1 1 0,-1 0 0,0-1 0,0 1 0,0 0 0,0 0 0,0 0 0,0 0 0,1 1 0,-1-1 0,0 1 0,0-1 0,0 1 0,0 0 0,0 0 0,0-1 0,0 1 0,-1 1 0,1-1 0,0 0 0,1 2 0,7 16 0,-1 1 0,-1 0 0,0 0 0,-2 1 0,0 0 0,-2 1 0,2 18 0,0-9 0,73 417 0,-79-449 0,0 1 0,0-1 0,1 0 0,-1 1 0,0-1 0,0 0 0,1 1 0,-1-1 0,0 1 0,1-1 0,-1 0 0,1 1 0,-1-1 0,1 1 0,-1 0 0,1-1 0,-1 1 0,1-1 0,-1 1 0,1 0 0,-1-1 0,1 1 0,0 0 0,-1-1 0,1 1 0,0 0 0,-1 0 0,1 0 0,0 0 0,-1 0 0,1 0 0,0 0 0,-1 0 0,1 0 0,0 0 0,-1 0 0,1 0 0,0 0 0,-1 0 0,1 1 0,0-1 0,-1 0 0,1 0 0,-1 1 0,1-1 0,0 1 0,-1-1 0,1 0 0,-1 1 0,1-1 0,-1 1 0,0-1 0,1 1 0,-1-1 0,1 1 0,-1 0 0,0-1 0,1 1 0,-1-1 0,0 1 0,0 0 0,205-389 0,-26 69 0,-178 315 0,0 1 0,1-1 0,-1 0 0,1 1 0,0-1 0,0 1 0,1-1 0,-1 1 0,0 0 0,1 0 0,0 0 0,0 0 0,0 1 0,0-1 0,0 1 0,1 0 0,-1-1 0,0 2 0,1-1 0,0 0 0,0 1 0,-1-1 0,1 1 0,0 0 0,0 1 0,0-1 0,0 1 0,0-1 0,0 1 0,0 0 0,0 1 0,0-1 0,0 1 0,0-1 0,2 2 0,2 9 0,0 1 0,-1 0 0,0 0 0,-1 0 0,0 1 0,-1 0 0,0 0 0,-1 1 0,-1-1 0,0 1 0,0 7 0,78 494 0,-76-485 0,5-63-1,35-95-2010,-17 61-1578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2:51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571 440 31215,'0'0'589,"0"0"-323,-4-19-170,-13-126 260,-10-24-104,24 162-253,1 1 1,-2 0 0,1 0 0,-1 0-1,0 0 1,0 0 0,0 1-1,-1 0 1,0 0 0,0 0 0,0 0-1,0 1 1,-1 0 0,0 0-1,0 1 1,0-1 0,0 1-1,-1 1 1,1-1 0,-1 1 0,1 0-1,-1 0 1,-3 1 0,1-1 0,0 1 0,0 0 0,-1 1 0,1 0 0,0 0 0,0 1 0,0 0 0,0 1 0,0 0 0,1 0 0,-1 1 0,0 0 0,1 1 0,0-1 0,0 2 0,0-1 0,0 1 0,1 0 0,0 1 0,0 0 0,0 0 0,1 0 0,0 1 0,0 0 0,0 0 0,1 1 0,-19 26-3,2 0 0,2 2 1,1 0-1,1 2 0,3 0 0,1 0 1,1 1-1,2 1 0,3 0 0,0 1 1,3 0-1,1-1 0,3 38 3,1-72-3,0-1 1,1 1-1,0 0 0,0-1 1,1 1-1,-1-1 0,1 0 1,1 1-1,-1-1 0,1 0 1,-1 0-1,1-1 0,1 1 1,-1-1-1,1 1 0,0-1 1,0 0-1,0 0 0,0-1 1,1 1-1,-1-1 0,1 0 1,0 0-1,0 0 0,0-1 1,0 0-1,1 0 0,-1 0 1,1-1-1,-1 1 0,1-2 1,-1 1-1,1 0 0,0-1 1,-1 0-1,1 0 0,0-1 1,-1 0-1,1 1 0,-1-2 1,1 1-1,-1-1 0,0 0 1,1 0-1,-1 0 0,0-1 1,0 0-1,0 0 0,-1 0 1,1-1-1,-1 1 0,2-3 3,22-15-29,-1-1 0,0-1 0,-2-1 0,-1-2-1,-1 0 1,-1-2 0,-2 0 0,-1-1 0,10-21 29,-3-47-2042,-26 78 184</inkml:trace>
  <inkml:trace contextRef="#ctx0" brushRef="#br0" timeOffset="248.784">176 377 18028,'0'0'8751,"0"0"-6364,0 0-1888,0 0-3,0 0 232,0 0-98,19 18-121,118 121 177,-76-77-669,-3 2 1,-4 3 0,28 46-18,-59-59-439,-23-54-1499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1:3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1969 502 27734,'0'0'2526,"0"0"-1631,0 0-625,0 0-79,0 0 192,-7 21-28,-35 168 31,16 845-361,27-942-23,-3-48 6,-7-62-112,1-30-908,-4-12-2225</inkml:trace>
  <inkml:trace contextRef="#ctx0" brushRef="#br0" timeOffset="-897.021">417 1336 23621,'0'0'2237,"0"0"-464,0 0-561,0 0-478,0 0-199,17-22-132,116-144 69,73-85-210,-179 227-160,-12 45-58,-27 394 216,11-413-260,1 1 0,0-1 1,0 1-1,0 0 1,0-1-1,0 1 0,0-1 1,1 1-1,-1-1 0,1 1 1,0-1-1,0 1 0,0-1 1,0 1-1,0-1 1,0 0-1,0 0 0,1 1 1,0-1-1,-1 0 0,1 0 1,0-1-1,0 1 0,0 0 1,0 0-1,0-1 1,0 0-1,0 1 0,0-1 1,1 0-1,-1 0 0,1 0 1,-1 0-1,1 0 0,-1-1 1,1 1-1,-1-1 1,1 0-1,0 0 0,-1 0 1,1 0-1,-1 0 0,1 0 1,1-1-1,7-3 3,-1 0-1,0 0 1,1-2 0,-1 1 0,-1-1 0,1 0 0,-1-1-1,0 0 1,-1-1 0,0 0 0,0 0 0,-1 0 0,1-1-1,-2-1 1,0 1 0,4-7-3,-1 4 1,33-53-17,-2-2-1,-3-1 0,-3-2 1,21-63 16,-48 172 392,-10 559 332,-5-460-724,-6-1 0,-6-1 0,-6 0 0,-39 115 0,59-229 0,-2 1 0,-1-1 0,0-1 0,-2 1 0,0-2 0,-2 1 0,0-2 0,-1 0 0,-14 15 0,26-31 0,0-1 0,0 0 0,0 0 0,-1 0 0,1 0 0,0 0 0,-1 0 0,1 0 0,-1-1 0,0 1 0,0-1 0,1 0 0,-1 0 0,0 0 0,0 0 0,0-1 0,0 1 0,0-1 0,0 1 0,0-1 0,0 0 0,0 0 0,0-1 0,0 1 0,0 0 0,0-1 0,0 0 0,0 0 0,0 0 0,0 0 0,0 0 0,1-1 0,-1 1 0,0-1 0,1 0 0,0 1 0,-1-1 0,1 0 0,0-1 0,0 1 0,0 0 0,0-1 0,0 0 0,-17-135 0,25 79 0,2 0 0,3 0 0,3 1 0,2 0 0,2 2 0,3 0 0,2 1 0,3 1 0,6-7 0,1-5-73,2 1-1,3 2 1,3 1 0,3 2-1,2 2 1,20-16 73,67-57-3399,-107 104-2092</inkml:trace>
  <inkml:trace contextRef="#ctx0" brushRef="#br0" timeOffset="-395.578">194 399 27254,'0'0'1151,"0"0"-466,0 0-102,0 0 179,-5 21-154,-50 310 381,-74 781-254,125-1038-788,10-72-282,72-66-2955,-29 11-3426</inkml:trace>
  <inkml:trace contextRef="#ctx0" brushRef="#br0" timeOffset="2248.364">2657 614 26622,'0'0'2159,"0"0"-1244,0 0-415,0 0-103,0 0-42,0 0-28,12 0-75,80 7-81,-1 3 1,0 4 0,0 5-172,-56-8 264,-35-11-76,0 16 85,-35 144-273,5-21 0,6 2 0,6 0 0,6 1 0,6 24 0,0-192-2565,1 0-4528</inkml:trace>
  <inkml:trace contextRef="#ctx0" brushRef="#br0" timeOffset="2511.665">2335 1682 29222,'0'0'1937,"0"0"-1401,0 0-8,0 0-208,0 0-96,0 0-224,127 1 0,-43-6 0,3-7 0,1 2 0,-7 2 0,-13 2 0,-15 6 0,-18 0 0,-22 0 0,-11 10-112,-2 2-2008</inkml:trace>
  <inkml:trace contextRef="#ctx0" brushRef="#br0" timeOffset="20661.316">3398 1206 27406,'0'0'727,"0"0"225,0 0 169,0 0-554,0 0-240,39 1 561,341-55-40,-261 31-984,1 6-1,1 5 1,16 5 136,-170 15-1835,7-5-455</inkml:trace>
  <inkml:trace contextRef="#ctx0" brushRef="#br0" timeOffset="20973.642">3766 1102 26638,'0'0'1545,"0"0"-756,0 0-396,-12 16 20,-70 120 512,-166 556 379,58-250-931,223-546-4952,-7 42-545</inkml:trace>
  <inkml:trace contextRef="#ctx0" brushRef="#br0" timeOffset="21245.084">4047 1208 27846,'0'0'1112,"0"0"-640,0 0-240,0 0 184,0 0 9,0 0-153,-90 116-96,57-70-88,-6 3-56,-1 0-16,1-1-16,2-9 0,8-9-200,12-16-216,17-16-161,0-22-1127,17-10-5570</inkml:trace>
  <inkml:trace contextRef="#ctx0" brushRef="#br0" timeOffset="21495.926">3944 1352 27718,'0'0'1440,"0"0"-544,-48 107-335,28-56-105,2 6-200,3-2-168,4 3-48,5-7-40,3-8-168,3-9-224,0-13-249,0-13-151,14-18-168,3-19 40,1-9-3169</inkml:trace>
  <inkml:trace contextRef="#ctx0" brushRef="#br0" timeOffset="22094.037">4113 1405 6049,'0'0'16192,"0"0"-11401,0 0-3590,20-7-457,67-20-199,-85 25-528,1 0-1,0 1 1,-1 0 0,1-1-1,0 1 1,0 0-1,0 0 1,0 0 0,0 1-1,0-1 1,0 1-1,0 0 1,0 0 0,0 0-1,0 0 1,1 0-1,-1 1 1,0-1-1,0 1 1,0 0 0,0 0-1,-1 0 1,1 0-1,0 0 1,0 1 0,-1-1-1,1 1 1,0 0-1,-1 0 1,0 0 0,1 0-1,-1 0 1,0 0-1,0 1 1,0-1-1,-1 1 1,1-1 0,0 1-1,-1 0 1,0 0-1,0-1 1,0 1 0,0 0-1,0 0 1,0 0-1,-1 0 1,1 1 0,-1-1-1,0 0 1,0 0-1,0 0 1,-1 0-1,1 0 1,-1 0 0,1 0-1,-1 0 1,0 0-1,0 0 1,0 0 0,-1 0-1,1-1 1,-1 1-1,1-1 1,-1 1-17,-10 20-52,0-1 0,-2 0 0,0-1 0,-1-1 0,-1 0 0,-1-1 0,-16 14 52,33-33-2,-7 9-8,0-1-1,-1 0 1,0 0-1,0-1 1,-1 0-1,1 0 1,-2-1-1,1 0 1,-1 0-1,0-1 1,0-1-1,0 1 1,0-2-1,-1 1 1,0-2-1,0 1 1,0-1 10,10-4-10,-1 0 0,1 0 0,0 0 0,-1 0-1,1 0 1,0 0 0,0 0 0,1 0 0,-1 0 0,0 0 0,1 0 0,-1-1 0,1 1 0,0 0 0,0 0 0,0-1 0,0 1 0,0 0 0,0 0 0,0-1 0,1 1 0,-1 0-1,1 0 1,0 0 0,0-1 0,0 1 0,0 0 0,0 0 0,0 0 0,0 1 0,1-1 0,-1 0 0,1 0 0,-1 1 0,1-1 0,-1 1 0,2-1 10,0-2-4,1-3 18,1 1-1,-1 1 0,1-1 0,0 1 1,0 0-1,1 0 0,-1 0 1,1 1-1,0 0 0,0 0 1,1 0-1,-1 1 0,1 0 0,0 0 1,6-1-14,-8 42 568,-6 117-114,-7-1 1,-6-1-1,-7 0 1,-22 66-455,44-217 3,-1-1 1,0 0 0,1 0 0,-1 1-1,0-1 1,0 0 0,0 1 0,0-1-1,0 0 1,0 0 0,0 1 0,0-1-1,-1 0 1,1 1 0,-1-1 0,1 0 0,-1 0-1,1 0 1,-1 1 0,1-1 0,-1 0-1,0 0 1,0 0 0,0 0 0,1 0-1,-1 0 1,0 0 0,0-1 0,0 1-1,-1 0 1,1 0 0,0-1 0,0 1 0,0-1-1,0 1 1,-1-1 0,1 1 0,0-1-1,0 0 1,-1 0 0,1 1 0,0-1-1,-1 0 1,1 0 0,0 0 0,-1-1-1,1 1 1,0 0 0,0 0 0,-1-1 0,1 1-1,0-1 1,0 1 0,0-1 0,-1 1-1,1-1-3,-7-13-68,1 1-1,1-1 0,0 0 0,1-1 1,1 1-1,0-1 0,1 0 0,0 0 1,1-10 68,0 13-63,-34-272-2307,36 282 2384,-1 0 0,0 0 1,0 0-1,0 0 0,0 1 1,0-1-1,0 0 0,0 0 0,-1 1 1,1-1-1,-1 0 0,1 1 0,-1 0 1,1-1-1,-1 1 0,0 0 0,0 0 1,0 0-1,0 0 0,0 0 0,0 0 1,0 0-1,0 1 0,0-1 1,0 1-1,0 0 0,0-1 0,0 1 1,0 0-1,-1 0 0,1 0 0,0 1 1,0-1-1,0 1 0,0-1 0,0 1 1,0-1-1,0 1 0,0 0 0,0 0 1,0 0-1,0 0 0,0 0 1,1 1-1,-1-1 0,0 0 0,1 1 1,-1-1-1,1 1 0,0 0 0,-1 0 1,1-1-1,0 1 0,0 0 0,0 0 1,0 0-1,1 0 0,-1 0 0,0 0-14,-25 24 84,2 1-1,0 1 1,2 1-1,1 1 1,1 0-1,2 2 1,-5 13-84,12 1-498,8-15-2664,3-11-7121</inkml:trace>
  <inkml:trace contextRef="#ctx0" brushRef="#br0" timeOffset="22345.663">4380 2041 29862,'0'0'1233,"0"0"-489,0 0-376,0 0-48,105 106-160,-87-80-96,-1 11-64,-6-5-512,-8-9-904</inkml:trace>
  <inkml:trace contextRef="#ctx0" brushRef="#br0" timeOffset="30421.076">5318 993 26678,'0'0'1140,"0"0"858,0 0-1217,0 0-474,0 0-3,0 0 63,4 3-45,13 4-269,1 0-1,-1-1 0,1-1 1,0-1-1,0-1 0,0 0 1,1-1-1,-1-1 0,0-1 0,1 0 1,12-3-53,7 3 14,69 10-1944,-95-5-77</inkml:trace>
  <inkml:trace contextRef="#ctx0" brushRef="#br0" timeOffset="30678.571">5288 1307 24485,'0'0'5521,"0"0"-4808,0 0-217,0 0-112,0 0 104,0 0 24,0 0-344,107 15-168,-61-11 0,0 2 0,-2 2 0,11 6 0,-9-2-384,-18-4-1721</inkml:trace>
  <inkml:trace contextRef="#ctx0" brushRef="#br0" timeOffset="45978.51">7506 910 26142,'0'0'1040,"0"0"-351,0 0 261,0 0 334,0 0-498,-6-12 42,2-46 46,5 53-862,-1-1-1,0 0 1,0 1 0,0-1-1,-1 1 1,0-1-1,0 0 1,0 1 0,-1-1-1,0 1 1,0 0-1,0-1 1,0 1-1,-1 0 1,-1-1-12,-3-1 0,-1 1 0,0-1 0,0 1 0,-1 1 0,0-1 0,0 1 0,0 1 0,0 0 0,-1 0 0,0 1 0,0 0 0,1 1 0,-2 0 0,1 0 0,0 1 0,0 1 0,0-1 0,-1 2 0,1-1 0,0 2 0,0-1 0,0 1 0,0 1 0,0 0 0,0 0 0,1 1 0,-1 0 0,1 1 0,0 0 0,1 0 0,-1 1 0,1 0 0,-4 4 0,-20 19 0,1 1 0,1 2 0,2 1 0,2 2 0,1 0 0,1 2 0,2 0 0,2 2 0,1 0 0,3 1 0,0 1 0,3 0 0,2 1 0,1 0 0,2 1 0,2 0 0,2 1 0,2-1 0,3 33 0,-2-70 0,-1 0 0,1 0 0,0 0 0,1 0 0,-1 0 0,1 0 0,0 0 0,1 0 0,0 0 0,0 0 0,0 0 0,0-1 0,1 1 0,0 0 0,0 0 0,1-1 0,0 0 0,0 1 0,0-1 0,0 0 0,1 0 0,0-1 0,0 1 0,0-1 0,0 0 0,1 0 0,0 0 0,0-1 0,0 1 0,0-1 0,0 0 0,1-1 0,-1 0 0,1 1 0,0-2 0,-1 1 0,1-1 0,1 1 0,5-2 0,0 0 0,0-1 0,0 0 0,0-1 0,0 0 0,-1-1 0,1-1 0,-1 0 0,1 0 0,-1-1 0,0 0 0,-1-1 0,0 0 0,0-1 0,0 0 0,0 0 0,0-3 0,137-157 0,-108 110 0,-3-1 0,-2-2 0,-3-1 0,-3-1 0,-2-2 0,-4-1 0,9-42 0,-24 76 0,-1 0 0,-1-1 0,-2 0 0,-1 1 0,-2-1 0,-1 0 0,-3-14 0,2 39 0,-1 0 0,0 0 0,0 0 0,0 0 0,-1 1 0,0-1 0,0 1 0,-1 0 0,0 0 0,0 1 0,0-1 0,-1 1 0,0 0 0,0 1 0,0 0 0,0-1 0,-1 2 0,1-1 0,-1 1 0,0 0 0,0 0 0,-1 1 0,1 0 0,0 0 0,-1 1 0,1 0 0,-1 0 0,1 1 0,-3 0 0,-4 26-902,14-20 528,0 15-1351</inkml:trace>
  <inkml:trace contextRef="#ctx0" brushRef="#br0" timeOffset="46796.617">8093 1423 27798,'0'0'1580,"0"0"-1053,0 0-291,0 0 71,0 0-26,0 0-98,1 8-52,1 0-137,-1-6 22,-1 0 0,1-1 0,0 1 0,0 0 0,-1 0 0,1 0 0,-1 0 0,0 0 0,0 0 0,0 0 0,0 0 0,0 0 0,0 0 1,0 0-1,-1 0 0,1 0 0,-1 0 0,1 0 0,-1 0 0,0 0 0,1 0 0,-1 0 0,0 0 0,-1-1 0,1 1 0,0 0 0,0-1 0,-1 1 0,1-1 0,-1 0 0,1 1 0,-1-1 0,1 0 0,-1 0 0,0 0 1,0 0-1,0 0 0,0 0 0,1 0 0,-1-1 0,0 1 0,-1-1-16,1 1 4,1 0 1,-1-1 0,1 1-1,0 0 1,-1-1-1,1 1 1,-1-1-1,1 0 1,-1 1 0,0-1-1,1 0 1,-1 0-1,1 0 1,-1 0 0,1-1-1,-1 1 1,1 0-1,-1 0 1,1-1-1,-1 1 1,1-1 0,-1 0-1,1 1 1,-1-1-1,1 0 1,0 0 0,0 0-1,-1 0 1,1 0-1,0 0 1,0 0-1,0 0 1,0 0 0,0-1-1,0 1 1,0 0-1,1-1 1,-1 1 0,0 0-1,1-1 1,-1 1-1,1-1 1,0 1-1,-1-1 1,1 1 0,0-1-1,0 1 1,0-2-5,0 0-2,0 0 1,0 0 0,0 0-1,1 0 1,-1 0-1,1 0 1,0 1 0,0-1-1,0 0 1,0 0-1,0 0 1,1 1 0,-1-1-1,1 1 1,0-1-1,0 1 1,0-1 0,0 1-1,0 0 1,0 0-1,0 0 1,1 0-1,-1 1 1,1-1 0,0 1-1,-1-1 1,1 1-1,0 0 1,0 0 0,0 0-1,-1 0 1,1 1-1,0-1 1,0 1 0,0 0-1,0 0 1,1 0 1,-3-1 0,1 1 0,-1 0 0,1 0 0,-1 0 0,1 0 0,-1 0 1,1 0-1,-1 1 0,0-1 0,1 0 0,-1 1 0,1-1 0,-1 1 0,0-1 0,1 1 0,-1 0 1,0-1-1,1 1 0,-1 0 0,0 0 0,0 0 0,0 0 0,0 0 0,0 0 0,0 0 0,0 1 1,0-1-1,-1 0 0,1 0 0,0 1 0,-1-1 0,1 1 0,-1-1 0,1 0 0,-1 1 0,0-1 0,1 1 1,-1-1-1,0 1 0,0-1 0,0 1 0,0-1 0,-1 1 0,1-1 0,0 1 0,0-1 0,-1 0 1,1 1-1,-1-1 0,0 1 0,1 9 3,0-9 4,0 1 0,0-1 0,0 1 0,-1 0-1,1-1 1,-1 1 0,0-1 0,0 1 0,0-1 0,0 1 0,0-1 0,0 0 0,-1 1 0,1-1 0,-1 0 0,1 0 0,-1 0 0,0 0-1,0 0 1,0-1 0,0 1 0,0 0 0,0-1 0,-1 0 0,1 1 0,0-1 0,-1 0 0,1 0 0,-1 0 0,1-1 0,-1 1-1,0-1 1,1 1 0,-1-1 0,1 0 0,-3 0-7,0-55-25,6 53 21,-1-1-1,0 0 1,1 1 0,-1-1-1,1 0 1,0 1 0,0-1 0,0 0-1,0 1 1,0 0 0,1-1-1,-1 1 1,1 0 0,-1-1-1,1 1 1,0 0 0,0 0 0,0 1-1,0-1 1,0 0 0,1 1-1,-1-1 1,0 1 0,1-1 0,-1 1-1,1 0 1,-1 0 0,1 0-1,0 1 1,-1-1 0,1 1-1,0-1 6,-6 23 16,-5-16-751,8-6-677</inkml:trace>
  <inkml:trace contextRef="#ctx0" brushRef="#br0" timeOffset="47523.415">9461 1036 29070,'0'0'1000,"0"0"-339,0 0-275,0 0-46,-1-19-94,-19-151 7,19 163-240,-1 0 0,0-1 1,-1 1-1,1 1 0,-1-1 0,0 0 0,-1 1 0,0-1 1,0 1-1,0 0 0,-1 0 0,0 1 0,0-1 0,0 1 0,-1 0 1,0 1-1,0-1 0,0 1 0,0 1 0,-1-1 0,1 1 1,-1 0-1,0 0 0,0 1 0,0 0 0,0 0 0,-1 0 0,1 1 1,0 0-1,-1 1 0,1 0 0,-1 0 0,1 0 0,0 1 1,-1 0-1,1 1 0,0 0 0,0 0 0,0 0 0,0 1 0,0 0 1,0 0-1,1 1 0,-4 2-13,-13 22 0,1 1 0,2 1 0,1 1 0,1 1 0,2 0 0,1 1 0,1 1 0,2 0 0,2 1 0,-3 19 0,-4-3-3,3 0-1,3 1 1,1 1 0,3-1 0,2 1 0,2 0-1,3 5 4,0-55 2,0 0-1,1 0 1,-1 0-1,1 0 1,-1 0-1,1 0 1,0 0-1,0 0 0,0 0 1,1-1-1,-1 1 1,1 0-1,-1-1 1,1 0-1,0 1 1,0-1-1,0 0 1,0 0-1,0 0 1,1 0-1,-1 0 0,1 0 1,-1-1-1,1 1 1,0-1-1,-1 0 1,1 1-1,0-1 1,0-1-1,0 1 1,0 0-1,0-1 1,0 1-1,0-1 0,0 0 1,1 0-2,5 0 15,-1-1 0,1 0 0,-1 0 0,0 0 0,1-1 0,-1-1 0,0 1 0,0-2-1,0 1 1,0-1 0,-1 0 0,4-2-15,21-15 1,-2-1 1,0-1-1,-2-2 0,0-1 0,-2-1 0,-1-1 0,-1-1 0,-1-2 1,-2 0-1,-1-1 0,-2-1 0,-1-1 0,-1 0 0,-2-1 0,-2-1 0,-1 0 1,-2 0-1,-1-1 0,-2-1 0,1-30-1,-6 64-5,-1 0 0,1-1 0,-1 1 0,0 0 0,0 0 0,0-1 0,-1 1 0,1 0-1,-1 0 1,0 0 0,0 0 0,-1 0 0,1 0 0,-1 0 0,0 0 0,0 0 0,0 1 0,0-1 0,-1 1 0,1-1 0,-1 1 0,0 0 0,0 0 0,0 0-1,-1 1 1,1-1 0,0 1 0,-1-1 0,0 1 0,0 0 0,1 1 0,-1-1 0,0 1 0,0 0 0,-1 0 0,1 0 0,0 0 0,0 1 0,0-1 0,-1 1-1,1 0 1,0 1 0,0-1 0,-4 1 5,-10 28-1536,17-12-994</inkml:trace>
  <inkml:trace contextRef="#ctx0" brushRef="#br0" timeOffset="48372.514">10504 993 29086,'0'0'1250,"0"0"-569,0 0-242,-1-17-4,-14-132 277,15 145-707,-1-1 0,1 1-1,-1 0 1,0-1 0,-1 1 0,1 0-1,-1 0 1,0-1 0,0 1 0,0 1 0,0-1-1,-1 0 1,0 0 0,1 1 0,-2 0-1,1-1 1,0 1 0,0 0 0,-1 1 0,0-1-1,1 1 1,-1-1 0,0 1 0,0 0-1,0 0 1,-1 1 0,1-1 0,0 1 0,-1 0-1,1 0 1,0 1 0,-1-1 0,1 1-1,-1 0 1,1 0 0,-1 1 0,-1-1-5,-9 2-1,0 0-1,0 1 1,0 1 0,1 0-1,-1 1 1,1 1 0,0 0 0,1 1-1,-1 0 1,-7 6 1,-3 3 0,2 0 0,-1 2 0,2 0 0,1 1 0,0 1 0,1 1 0,1 1 0,2 1 0,0 0 0,1 1 0,1 1 0,1 0 0,2 0 0,0 2 0,2-1 0,1 1 0,1 0 0,1 1 0,2 0 0,0 0 0,2 0 0,1 0 0,3 28 0,-1-52 0,1 0 0,-1 0 0,1 1 0,0-1 0,0 0 0,0 0 0,0-1 0,1 1 0,0 0 0,-1-1 0,1 0 0,1 1 0,-1-1 0,0 0 0,1-1 0,-1 1 0,1-1 0,0 1 0,0-1 0,0 0 0,0-1 0,0 1 0,1-1 0,-1 1 0,0-1 0,1-1 0,2 1 0,124-3 0,-103-7 0,0 0 0,-1-2 0,-1-1 0,0-2 0,0 0 0,-1-1 0,-1-2 0,-1-1 0,0 0 0,-1-2 0,-1 0 0,11-16 0,-20 22 0,1-2 0,-2 1 0,0-2 0,-1 1 0,-1-2 0,0 1 0,-2-1 0,0 0 0,0-1 0,-2 0 0,-1 0 0,0 0 0,-1 0 0,-1-1 0,-1 1 0,0-1 0,-2 1 0,-3-20 0,5 37-5,-1-1 1,0 1-1,-1-1 1,1 1-1,0-1 0,-1 1 1,1-1-1,-1 1 1,0 0-1,0-1 0,0 1 1,0 0-1,0 0 1,-1-1-1,1 1 0,-1 0 1,1 0-1,-1 1 1,0-1-1,0 0 0,1 0 1,-1 1-1,0-1 0,-1 1 1,1 0-1,0-1 1,0 1-1,-1 0 0,1 0 1,0 1-1,-1-1 1,1 0-1,-1 1 0,1 0 1,-1-1-1,1 1 1,-1 0-1,1 0 0,-1 0 1,1 1-1,-1-1 1,1 1-1,-1-1 0,1 1 1,0 0-1,-1 0 1,1 0-1,0 0 0,-1 0 1,1 1-1,0-1 1,0 0-1,-1 2 5,-6 45-1855,9-29-871</inkml:trace>
  <inkml:trace contextRef="#ctx0" brushRef="#br0" timeOffset="48889.786">11348 745 26774,'0'0'2094,"0"0"-1018,0 0-325,0 0-101,0 0-132,0 0-181,0-12-114,-1 26-183,-11 43 31,-2-1 1,-3 0-1,-2-1 0,-11 20-71,-4 10 19,28-68-19,-32 84 0,4 2 0,-13 78 0,41-92-24,15-87-168,74-44-1422,-40 5-733</inkml:trace>
  <inkml:trace contextRef="#ctx0" brushRef="#br0" timeOffset="49189.945">12223 701 26846,'0'0'3278,"0"0"-2262,0 0-735,0 0-30,0 0 188,-2 18-4,-20 123-391,-6 0 0,-6-2 0,-6-1 1,-6-2-1,-24 41-44,8-20 0,41-136-149,13-30-598</inkml:trace>
  <inkml:trace contextRef="#ctx0" brushRef="#br0" timeOffset="54525.026">2475 2952 23733,'23'1'1564,"223"-1"1373,174-23-2937,802-62 1935,1087 126-2046,-2037-32 169,548 29 207,-135 0-224,1-31 0,105-35-41,365-78-830,-1114 103-813</inkml:trace>
  <inkml:trace contextRef="#ctx0" brushRef="#br0" timeOffset="85823.05">8676 1 21837,'0'0'1276,"-4"23"-213,-74 313 2924,-192 988-2676,151-759-1460,110-452-3773,9-83-6038</inkml:trace>
  <inkml:trace contextRef="#ctx0" brushRef="#br0" timeOffset="86274.503">8398 2175 28366,'0'0'899,"23"-1"-523,329 13 688,956 133-77,25 83 77,-912-141-1053,-475-85-60,18-2-658,1 0-1890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3:0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782 252 26726,'0'0'885,"0"0"-94,0 0 905,0 0-942,0 0-381,-9-8-110,-41-61 94,48 60-330,-1 0-1,1 0 0,-1 0 1,-1 0-1,1 1 0,-1 0 1,-1 0-1,0 0 0,0 0 1,0 1-1,-1-1 0,0 1 1,-1 1-1,1-1 0,-1 1 1,-1 1-1,1-1 0,-1 1 1,0 0-1,0 1 0,0 0 1,-1 0-1,1 1 0,-1 0 1,0 0-1,0 1 0,0 0 1,0 1-1,0 0 0,-1 0 1,1 1-1,0 0 0,0 1 1,-1 0-1,-5 2-26,-3 3 0,0 2 0,0 0 0,1 1 0,1 1 0,-1 1 0,1 0 0,1 1 0,0 1 0,1 0 0,0 1 0,1 0 0,1 1 0,0 0 0,1 1 0,-8 16 0,-13 17 0,1 2 0,3 2 0,2 0 0,3 2 0,2 0 0,2 2 0,-9 49 0,23-83 0,1 0 0,1 0 0,0 0 0,2 0 0,1 1 0,1-1 0,0 1 0,6 21 0,-6-41 0,0 1 0,1-1 0,0 0 0,-1 0 0,2 0 0,-1 0 0,0 0 0,1-1 0,0 1 0,-1-1 0,1 1 0,1-1 0,-1 0 0,0 0 0,1-1 0,0 1 0,-1-1 0,1 1 0,0-1 0,0 0 0,0-1 0,1 1 0,-1-1 0,0 0 0,1 0 0,-1 0 0,0 0 0,1-1 0,-1 0 0,1 0 0,7 0 0,-1-1 0,1 0 0,-1 0 0,1-1 0,-1-1 0,0 0 0,0 0 0,0-1 0,0-1 0,0 0 0,2-2 0,30-21 0,0-2 0,-2-2 0,-2-2 0,-1-1 0,-1-2 0,-2-1 0,-2-2 0,-2-2 0,-1 0 0,19-41 0,-33 56 0,-2-1 0,-1 0 0,-1-2 0,-2 1 0,-1-1 0,-1-1 0,-2 1 0,0-1 0,-3-1 0,0 1 0,-2 0 0,-2-19 0,1 47-2,1 0 0,-1 1 0,0-1 0,0 0 0,-1 0 0,1 1 0,0-1 0,-1 0 0,0 1 0,1-1 0,-1 0 0,0 1 0,0-1 1,-1 1-1,1-1 0,0 1 0,-1 0 0,0 0 0,1-1 0,-1 1 0,0 0 0,0 0 0,0 1 0,0-1 0,0 0 0,-1 1 0,1-1 0,-1 1 0,1 0 0,-1 0 0,1 0 0,-1 0 0,1 0 0,-1 1 0,0-1 0,0 1 2,-21 32-1587,16-3-580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3:0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629 466 12283,'0'0'15740,"0"0"-12108,-1-20-3251,-7-130-49,8 142-301,-18-172 212,17 174-240,-1 0-1,-1 1 1,1-1-1,-1 0 1,0 0-1,0 1 1,-1 0-1,1 0 1,-1 0-1,0 0 1,-1 0-1,1 1 1,-1 0-1,0 0 1,0 0-1,0 0 1,0 1-1,-1 0 1,1 0-1,-1 1 1,0-1-1,0 1 1,0 0-1,0 1 1,0-1-1,-1 1 1,-1 1-3,-8-1 2,0 1 0,0 1 0,1 1 0,-1 0 0,0 1 0,1 1 0,-1 0 0,1 1 0,0 1 0,1 0 0,-1 1 0,1 0 0,1 2 0,-1-1 0,2 2 0,-1-1 0,1 2 0,0 0 0,1 0 0,1 1 0,-9 12-2,1-2 1,1 0 0,1 1 0,1 1 0,1 1 0,1 0 0,1 1-1,1 0 1,2 1 0,0 0 0,2 0 0,1 1 0,1 0 0,2 0-1,1 0 1,0 0 0,3 0 0,2 22-1,-3-43 0,0 1 0,0 0 0,1-1 0,0 1 0,1-1 0,0 1 0,0-1 0,1 0 0,-1 0 0,1 1 0,1-2 0,0 1 0,0 0 0,0-1 0,0 0 0,1 0 0,0 0 0,1-1 0,-1 1 0,1-1 0,0-1 0,0 1 0,1-1 0,-1 0 0,1 0 0,0-1 0,0 0 0,3 1 0,4-1 0,1-1 0,-1-1 0,1 0 0,0-1 0,0 0 0,-1-1 0,1-1 0,0 0 0,-1-1 0,1-1 0,-1 0 0,0-1 0,-1 0 0,1-1 0,-1-1 0,10-6 0,14-10 0,-1-2 0,-1-1 0,-1-2 0,-2-1 0,1-4 0,-15 17-21,-1-2 0,-1 0 1,0 0-1,-1-2 0,-1 0 0,-1 0 0,-1-1 1,-1-1-1,-1 0 0,-1 0 0,-1-1 1,0 0-1,-2-1 0,-1 0 0,-1 0 0,-1 0 1,0-7 20,-3-8-1877,0 38-1246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3:0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28518,'0'0'1095,"0"0"-149,0 0-352,0 0-142,0 0-65,-13 21-80,-71 152 97,69-128-377,-30 88-8,5 1-1,-17 116-18,50-167 0,7-82-26,0 0 0,0 0 0,0 0 0,1 0 0,-1 0 0,0-1 0,0 1 0,1 0 0,-1 0 0,1 0 0,-1 0 0,1-1 0,-1 1 0,1 0 0,-1 0 0,1-1 0,0 1 0,-1 0 1,1-1-1,0 1 0,-1-1 0,1 1 0,0-1 0,0 1 0,0-1 0,0 1 0,-1-1 0,1 0 0,0 0 0,0 1 0,0-1 0,0 0 0,0 0 0,0 0 0,0 0 0,0 0 0,0 0 0,0 0 0,0 0 0,0-1 0,-1 1 0,1 0 0,0 0 0,0-1 0,0 1 0,0-1 0,0 1 0,-1-1 0,1 1 0,0-1 0,0 1 0,-1-1 0,1 0 0,0 1 0,-1-1 0,1 0 0,-1 1 1,1-1-1,-1 0 0,1 0 0,-1 0 0,0 0 0,1 0 26,27-26-2557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3:0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42 18620,'0'0'8048,"0"0"-6010,0 0-1628,0 0-206,0 0 13,0 0-26,10-5-105,52-29 345,-66 31 2134,-25 8-2608,22 2 43,0-1 0,1 1 0,0 0 0,0 1 0,1 0 0,0-1 0,1 2 0,-1-1 0,1 0 0,1 1 0,-2 4 0,-3 6 0,-101 257 40,-53 111-970,125-320-3517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1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26494,'0'0'1261,"0"0"628,0 0-1050,0 0-330,0 0-109,22 0-125,168-8 200,66-21-1314,-245 29-1372,-6 4-3052</inkml:trace>
  <inkml:trace contextRef="#ctx0" brushRef="#br0" timeOffset="255.63">45 251 28182,'0'0'2625,"0"0"-2065,0 0-80,0 0-88,0 0 8,0 0-272,127-19-128,-61 9 0,4 4 0,-7 4 0,10 2 0,-19 16-240,-19-1-2041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654 321 23997,'0'0'1919,"0"0"-1027,0 0-67,0 0 1206,0 0-1244,-1-7-534,-3-72 306,6 71-512,-1 0 0,1 0 0,-1-1 0,-1 1 0,0 0 0,0-1 0,-1 1 0,1 0 0,-2 0 0,1 0 0,-1-1 0,-1 1 0,1 1 0,-1-1 0,-1 0 0,1 1 0,-1-1 0,-1 1 0,1 0 0,-1 1 0,-1-1 0,1 1 0,-1 0 0,0 0 0,0 1 0,-1 0 0,1 0 0,-1 0 0,0 1 0,-1 0 0,1 0 0,-4 0-47,-2 1 0,0 1 0,-1 0 0,0 1 0,1 1 0,-1 0 0,0 1 0,1 0 0,-1 1 0,1 0 0,0 2 0,0-1 0,0 2 0,0-1 0,0 2 0,1 0 0,0 0 0,0 1 0,1 1 0,0 0 0,0 0 0,1 1 0,0 0 0,0 1 0,0 2 0,-14 16 0,2 0 0,0 2 0,3 0 0,0 2 0,2 0 0,1 1 0,2 0 0,-5 22 0,6-17 0,2 0 0,2 1 0,2 1 0,1-1 0,2 1 0,2 0 0,2 0 0,1 0 0,3 13 0,-1-36 0,1 0 0,1-1 0,0 1 0,1-1 0,0 0 0,2 0 0,0-1 0,0 0 0,1-1 0,1 1 0,1-2 0,0 0 0,1 0 0,11 10 0,-20-21 0,1 1 0,-1 0 0,1-1 0,0 0 0,0 0 0,0 0 0,0 0 0,0-1 0,0 1 0,1-1 0,-1 0 0,0 0 0,1-1 0,-1 1 0,1-1 0,-1 0 0,0 0 0,1-1 0,-1 1 0,1-1 0,-1 0 0,0 0 0,0 0 0,1-1 0,-1 0 0,0 1 0,0-1 0,0-1 0,-1 1 0,1-1 0,-1 1 0,1-1 0,-1 0 0,3-3 0,29-40 0,-2-1 0,-2-1 0,-2-2 0,-3-1 0,-1-2 0,7-27 0,-14 37 0,-3 0 0,-1-2 0,-2 1 0,-2-2 0,-2 1 0,-2-1 0,-2 0 0,-3-8 0,-1-8 0,-8 120-2258,8-28-669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4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29326,'0'0'2137,"0"0"-1993,0 0-56,0 0 320,0 0-96,0 0-184,0 0-64,85 81 8,-71-69-16,-4 0-24,-1-2-32,0-2 0,-5 3 0,7 5-192,-4 0-536,-3-4-1801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437 250 29478,'0'0'698,"0"0"-131,0 0-67,0 0-56,0 0-137,0 0-49,-4-20 5,2 8-221,1-5-16,-2 0 1,-1 1-1,0-1 0,0 1 0,-2 0 1,0 0-1,-1 1 0,-3-5-26,7 15 0,0 1 0,0-1 0,-1 0 0,1 1 0,-1 0 0,0 0 0,0 0 0,0 0 0,-1 1 0,0 0 0,1-1 0,-1 2 0,0-1 0,0 0 0,-1 1 0,1 0 0,0 1 0,-1-1 0,1 1 0,-1 0 0,0 0 0,1 0 0,-1 1 0,0 0 0,1 0 0,-1 1 0,1 0 0,-1-1 0,0 2 0,1-1 0,-1 1 0,1 0 0,0 0 0,0 0 0,-2 2 0,-10 10 0,0 2 0,1 0 0,1 1 0,0 1 0,2 0 0,0 0 0,1 2 0,1-1 0,0 2 0,2-1 0,0 1 0,2 1 0,0-1 0,-1 10 0,0 5 0,0 1 0,3-1 0,1 1 0,2 0 0,1 0 0,2 0 0,3 17 0,-2-39 0,0-1 0,0 1 0,2 0 0,0-1 0,0 1 0,1-1 0,1-1 0,0 1 0,1-1 0,1 0 0,0 0 0,1-1 0,0 0 0,7 7 0,-10-17 0,0 1 0,0-1 0,0 0 0,0-1 0,0 1 0,1-1 0,-1 0 0,0-1 0,1 0 0,-1 0 0,0 0 0,1 0 0,-1-1 0,0 0 0,0-1 0,1 0 0,-1 1 0,0-2 0,0 1 0,-1-1 0,1 0 0,-1 0 0,1 0 0,-1-1 0,0 0 0,0 0 0,-1 0 0,1-1 0,-1 0 0,0 0 0,0 0 0,0 0 0,-1 0 0,0-1 0,22-23 0,-2-2 0,-1 0 0,-1-2 0,-2 0 0,-1-1 0,-2-1 0,-1-1 0,-2 0 0,-2 0 0,-1-1 0,-2-1 0,-1 0 0,-2 0 0,-2 0 0,-1-21 0,-2 57-12,1 0 0,0 0 0,-1 0 0,0 0 0,0-1-1,0 1 1,0 0 0,0 0 0,0 0 0,0-1 0,0 1 0,-1 0 0,0 0 0,1 0 0,-1 0 0,0 0 0,0 0-1,0 0 1,0 0 0,0 0 0,0 0 0,-1 1 0,1-1 0,-1 0 0,1 1 0,-1-1 0,1 1 0,-1-1 0,0 1-1,0 0 1,0 0 0,0 0 0,0 0 0,0 0 0,0 0 0,0 1 0,0-1 0,0 1 0,0-1 0,0 1-1,-1 0 1,1 0 0,0 0 0,0 0 0,0 0 0,-1 0 0,1 1 0,0-1 12,-23 14-1679,2 5-2415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29302,'0'0'1313,"0"0"-945,0 0-72,0 0 120,-18 126 0,12-53-104,-1 12-32,-4 8-216,0 2-64,0-1 0,2-5 0,1-6 0,1-10 0,0-8 0,7 2 0,0-16-944,0-15-1025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445 338 30519,'0'0'550,"0"0"-276,0-20-25,8-163 30,-7 178-265,-1 0 0,0 0-1,0 0 1,0 0 0,-1 0 0,0 0 0,0 0 0,0 0 0,0 1-1,-1-1 1,0 0 0,0 1 0,0-1 0,0 1 0,-1 0 0,0 0 0,0 0-1,0 0 1,0 0 0,-1 0 0,1 1 0,-1 0 0,0 0 0,0 0 0,0 0-1,-1 0 1,1 1 0,0 0 0,-1 0 0,-3-1-14,0 0 10,-1 1 1,0 0-1,0 0 1,0 1-1,0 0 1,0 0-1,0 1 1,0 0-1,0 1 1,0 0 0,0 1-1,0 0 1,0 0-1,1 0 1,-1 1-1,1 1 1,0-1-1,0 1 1,0 1-1,0 0 1,0 0-1,1 0 1,0 1-1,0 0 1,1 0-1,0 1 1,0 0-1,-1 2-10,-8 10-3,0 1-1,2 1 1,0 0-1,2 1 1,0 0-1,1 1 1,1 0-1,2 1 1,-5 22 3,4-9-7,2 0 0,2 0 1,1 1-1,2-1 0,1 1 1,2 2 6,-1-36-3,-1 0 1,1-1 0,0 1-1,0 0 1,1-1-1,-1 1 1,1-1 0,0 0-1,-1 1 1,1-1 0,1 0-1,-1 0 1,0 0 0,1 0-1,0 0 1,-1-1-1,1 1 1,0-1 0,0 0-1,1 0 1,-1 0 0,0 0-1,1-1 1,-1 1 0,1-1-1,0 0 1,-1 0 0,1 0-1,0 0 1,-1-1-1,1 1 1,0-1 0,0 0-1,0 0 1,0-1 2,10 1-24,-1-1 1,1 0-1,-1-1 1,0 0-1,1-2 1,-1 1-1,0-2 0,-1 1 1,6-4 23,26-18-138,-1-1 0,-1-2 0,-2-1 0,-1-3 0,-1-1 1,21-27 137,53-62-2895,-63 67-3089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30639,'0'0'557,"0"0"-206,0 0 149,0 0-85,0 0-227,-6 18-90,-72 293-79,-13 142-19,108-446-2115,2-17-1043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509 140 29502,'0'0'955,"0"0"-311,0 0-326,0 0-93,0 0-65,-4-18-91,-14-56-41,16 71-25,0 0 0,0-1 0,-1 1 0,1 0 0,-1 0 0,1 1-1,-1-1 1,0 0 0,0 1 0,0 0 0,-1-1 0,1 1 0,0 0-1,-1 1 1,1-1 0,-1 1 0,0 0 0,1-1 0,-1 1 0,0 1-1,0-1 1,0 1 0,0-1 0,1 1 0,-1 0 0,0 1 0,0-1-1,0 1 1,0-1 0,0 1 0,1 0 0,-1 1 0,0-1 0,1 1-1,-1-1 1,-1 3-3,-14 5 18,0 0 1,1 2-1,0 0 0,1 1 1,0 1-1,1 1 0,0 0 1,1 1-1,1 1 0,1 0 1,-1 2-19,-4 2 22,1 1 0,1 1 0,1 0 0,1 1 0,1 1 0,1 0 0,1 0 0,1 1 0,1 1 0,1 0 0,2 0 0,0 0 0,2 1 0,1 0 0,0 23-22,4-45 1,0-1-1,-1 1 0,2 0 1,-1-1-1,0 1 1,1-1-1,0 0 1,0 1-1,0-1 0,1 0 1,-1 0-1,1-1 1,0 1-1,0 0 0,0-1 1,1 0-1,-1 1 1,1-2-1,0 1 0,0 0 1,0-1-1,0 1 1,0-1-1,0 0 0,1-1 1,-1 1-1,0-1 1,1 0-1,0 0 0,-1 0 1,1 0-1,0-1 1,-1 0-1,2 0 0,7 0 5,0 0-1,0-1 1,1-1-1,-1 0 1,0-1-1,-1 0 1,1-1 0,0-1-1,-1 0 1,0 0-1,11-8-4,34-28 0,-2-2-1,-1-2 0,-3-3 1,-2-3-1,12-17 1,74-73-561,-69 77-356,-11 11-1140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524 366 30607,'0'0'1238,"0"0"-621,0-17-356,0-216-217,0 229-44,0-1 0,0 0 0,-1 0 0,0 0 0,0 0 0,0 0 0,-1 0 0,0 1 0,0-1 0,0 1 0,0-1 0,-1 1 0,0 0 0,1 0 0,-2 0 0,1 0 0,0 1 0,-1-1 0,1 1 0,-1 0 0,0 0 0,0 0 0,-1 0 0,1 1 0,0 0 0,-1-1 0,0 2 0,1-1 0,-1 1 0,0-1 0,0 1 0,0 1 0,0-1 0,0 1 0,-2-1 0,-7 1 0,0 0 0,0 0 0,0 1 0,0 1 0,0 0 0,1 1 0,-1 1 0,1 0 0,0 1 0,0 0 0,0 1 0,0 0 0,1 1 0,0 0 0,1 1 0,0 1 0,0 0 0,1 0 0,0 1 0,-8 10 0,3-2 0,0 1 0,1 0 0,1 1 0,1 0 0,1 1 0,1 1 0,1-1 0,0 2 0,2-1 0,1 1 0,0 0 0,1 4 0,0 136 0,5-158 0,1 0 0,0-1 0,0 1 0,0 0 0,0-1 0,1 1 0,0-1 0,0 1 0,0-1 0,0 0 0,1 0 0,-1 0 0,1 0 0,0 0 0,0-1 0,1 1 0,-1-1 0,1 0 0,0 0 0,0 0 0,0 0 0,0-1 0,0 0 0,0 0 0,1 0 0,-1 0 0,1-1 0,-1 1 0,1-1 0,0 0 0,-1-1 0,2 1 0,11-3 0,-1 0 0,0-1 0,0-1 0,0-1 0,-1 0 0,1-1 0,-1 0 0,-1-1 0,1-1 0,-1-1 0,0 0 0,-1 0 0,0-1 0,-1-1 0,6-6 0,-9 10 0,269-223-1522,-195 159-1013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30158,'0'0'849,"0"0"-473,0 0-48,0 0 288,-19 115-232,8-52-328,-2 10-56,-7 9 0,0 5 0,-4-2 0,4-4 0,3 4 0,4-22-560,6-24-1625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28798,'0'0'979,"0"0"-333,0 0-309,0 0-93,0 0 84,0 0 67,-1 19-24,-32 204 293,-80 273-659,105-352-598,7-97-934</inkml:trace>
  <inkml:trace contextRef="#ctx0" brushRef="#br0" timeOffset="2186.031">831 117 28638,'0'0'1672,"0"0"-919,0 0-305,0 0-160,0 0-104,0 0-104,0 0-64,-2 26-8,2 1-8,0 11-160,-4 23-360,-3-8-1113,-4-5-16162</inkml:trace>
  <inkml:trace contextRef="#ctx0" brushRef="#br0" timeOffset="2454.043">803 786 29430,'0'0'1385,"0"0"-945,0 0-16,0 0-16,-88 126-56,40-83-216,-57 36-136,10-6-264,-6-8-1376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5:5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27734,'0'0'2011,"0"0"-1195,20-4-297,140-33 150,-76 12-496,1 3 0,1 4 0,1 3 0,0 5 0,33 1-173,-107 12-2046,-12 6-828</inkml:trace>
  <inkml:trace contextRef="#ctx0" brushRef="#br0" timeOffset="246.978">38 340 29462,'0'0'1521,"0"0"-1033,0 0-40,0 0-200,0 0 56,0 0-64,140-2-184,-81-4-56,3 2 0,-1-2 0,3 2 0,21-4 0,-17 2-360,-13 0-2049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433 169 25149,'0'0'4713,"0"0"-3471,0 0-870,0 0 154,0 0-172,2-4-215,0 1-131,0-1 1,0 1-1,0-1 1,0 0-1,-1 0 1,1 0-1,-1 0 1,0 0-1,0 0 1,-1 0-1,1 0 1,-1 0-1,0-1 1,0 1-1,0 0 1,0 0-1,-1 0 1,0-1-1,0 1 1,0 0-1,0 0 1,-1 0-1,1 1 1,-1-1-1,0 0 1,0 0-1,-1 1 1,1 0-1,-1-1 1,1 1-1,-1 0 1,-2-1-9,-4-2 0,-1 1 0,1 0 0,-1 1 0,0 1 0,0-1 0,0 1 0,0 1 0,-1 0 0,1 0 0,-1 1 0,1 1 0,-1 0 0,0 0 0,1 1 0,-1 0 0,1 1 0,-1 0 0,1 0 0,0 1 0,0 1 0,0 0 0,0 0 0,1 1 0,0 0 0,0 1 0,0 0 0,0 0 0,1 1 0,0 0 0,1 0 0,-1 1 0,1 0 0,0 1 0,-6 11 0,1 1 0,1 1 0,0 0 0,2 0 0,0 1 0,2 0 0,0 1 0,2 0 0,1 0 0,0 0 0,2 0 0,1 0 0,1 0 0,1 1 0,4 23 0,-5-41 0,0 0 0,1 0 0,-1 1 0,2-1 0,-1 0 0,1 0 0,0 0 0,1 0 0,-1-1 0,1 1 0,1 0 0,-1-1 0,1 0 0,0 0 0,1 0 0,-1-1 0,1 1 0,0-1 0,1 0 0,-1 0 0,1-1 0,0 0 0,0 0 0,0 0 0,1-1 0,-1 0 0,1 0 0,0 0 0,0-1 0,0 0 0,0 0 0,0-1 0,0 0 0,1 0 0,-1-1 0,0 0 0,0 0 0,1-1 0,-1 0 0,0 0 0,0-1 0,0 1 0,0-1 0,0-1 0,5-2 0,8-8 0,1-2 0,-2 0 0,0-1 0,-1-1 0,0-1 0,-1 0 0,-2-2 0,0 0 0,-1 0 0,0-1 0,-2-1 0,-1 0 0,0-1 0,-2 0 0,1-5 0,11-143-97,-22 154-555,-6 10-759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3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28846,'0'0'2377,"0"0"-2097,0 0-8,0 0 200,0 0-56,0 0-312,0 0-104,123 99 0,-95-78 0,-4 1 0,0-4 0,-4 0 0,0-3 0,-5-1 0,-2-4-80,-8-8-2785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29822,'0'0'889,"0"0"-609,0 0 216,0 0 24,-31 98-296,25-60-56,1 1-8,1 4-32,-5 1-48,-2-1-80,0 3 0,-4-3 0,-1 2 0,12 1-16,2-13-968,2-15-1905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406 288 30238,'0'0'706,"0"0"-347,0 0 42,0-20 15,-1-156-109,0 171-298,0 1 0,-1-1 0,1 1 1,-1-1-1,1 1 0,-1 0 0,-1 0 0,1 0 1,0 0-1,-1 0 0,0 0 0,0 1 0,0 0 1,0-1-1,-1 1 0,1 0 0,-1 0 0,0 1 1,0-1-1,0 1 0,0 0 0,0 0 0,-1 0 0,1 1 1,0-1-1,-1 1 0,1 0 0,-1 0 0,0 1 1,1-1-1,-4 1-9,-2-1 4,0 1 0,0 0 1,-1 0-1,1 1 0,0 0 0,0 1 1,0 0-1,0 1 0,0 0 0,0 0 1,1 1-1,-1 0 0,-8 6-4,5 2 0,0 0 0,0 1 0,1 0 0,1 1 0,0 0 0,1 1 0,1 0 0,0 1 0,1-1 0,0 2 0,2-1 0,0 1 0,0 0 0,2 0 0,0 1 0,1 0 0,1-1 0,1 1 0,0 0 0,1 0 0,1 0 0,1 0 0,-2-11 0,-1 0 0,1 1 0,1-1 0,-1 0 0,2 0 0,-1 1 0,1-1 0,-1 0 0,2 0 0,-1-1 0,1 1 0,0 0 0,1-1 0,0 0 0,-1 1 0,2-2 0,-1 1 0,1 0 0,0-1 0,0 0 0,1 0 0,-1 0 0,1-1 0,0 0 0,0 0 0,1-1 0,-1 1 0,1-1 0,0-1 0,-1 1 0,1-1 0,0 0 0,3 0 0,5-4-1,0 0 0,0-1 0,-1 0 0,1-1 0,-1-1-1,0 0 1,0-1 0,0 0 0,-1-1 0,0-1 0,0 0 0,-1-1 0,0 0 0,-1-1 0,0 0-1,0-1 1,-1 0 0,-1-1 0,0 0 0,0 0 0,-1-1 0,3-7 1,33-34-67,67-72-1394,-66 75-1020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28654,'0'0'2785,"0"0"-2489,0 0-88,0 0-56,-64 112 272,53-64-248,3 3-120,-1 2-40,2 2-16,1-3-8,6-5-256,0-14-432,4-13-1017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31871,'0'0'896,"0"0"-896,-24 106 0,6-43 0,-8 28 0,-3 27 0,-1 13 0,3-25 0,12-37-5089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7:20.4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511 285 1064,'0'0'23641,"0"0"-19588,0 0-2350,0 0-973,0 0-289,0 0-21,-7-18-82,-50-143 39,55 154-377,-1 1 0,-1 0 0,1-1 0,-1 1 0,0 1 0,0-1 0,0 0 0,-1 1 0,0 0 0,0 0 0,0 1 0,-1-1 0,0 1 0,1 0 0,-1 1 0,-1-1 0,1 1 0,0 1 0,-1-1 0,0 1 0,0 0 0,1 0 0,-1 1 0,0 0 0,0 0 0,0 1 0,0 0 0,0 0 0,0 0 0,0 1 0,0 0 0,0 1 0,0-1 0,0 1 0,1 1 0,-4 0 0,-6 9 0,-1 0 0,2 1 0,-1 1 0,2 0 0,0 1 0,1 0 0,0 1 0,1 1 0,1 0 0,1 1 0,0 0 0,1 0 0,1 1 0,1 0 0,1 0 0,0 1 0,1 0 0,2 0 0,0 2 0,-19 243 0,24-252 0,0 0 0,1-1 0,0 1 0,1-1 0,1 0 0,0 0 0,0 0 0,1 0 0,1-1 0,-1 0 0,2-1 0,0 1 0,0-1 0,1-1 0,0 0 0,1 0 0,-1 0 0,2-2 0,-1 1 0,1-1 0,1-1 0,-1 0 0,1 0 0,3 0 0,-7-3 0,0-1 0,0 0 0,1 0 0,-1 0 0,0-1 0,1-1 0,-1 1 0,1-1 0,-1-1 0,1 0 0,-1 0 0,0 0 0,1-1 0,-1-1 0,0 1 0,0-1 0,0-1 0,-1 1 0,1-1 0,-1 0 0,0-1 0,0 0 0,5-5 0,136-149 0,-128 134 0,7-9-411,13-17 109,-15 18-9882,-24 32 2597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00.90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1 634 27014,'0'0'3465,"0"0"-3017,0 0-392,0 0 80,153-38 128,-72 16-104,11-1-88,3 1-32,-5 4-40,-7 3 24,-9 1-24,-10 4 0,-11 2-144,1-12-192,-12 3-553,-16-1-1183</inkml:trace>
  <inkml:trace contextRef="#ctx0" brushRef="#br0" timeOffset="262.485">527 0 30414,'0'0'745,"0"0"-425,0 0 352,-24 129-168,19-60-392,1 27-112,-3 35 0,3 26 0,0-11 0,4-15 0,0-49 0,11-42-2168</inkml:trace>
  <inkml:trace contextRef="#ctx0" brushRef="#br1" timeOffset="80344.884">1526 654 6353,'0'0'7138,"0"0"5163,0 0-8395,0 0-3096,0 0-345,-1-19-137,-15-136 303,15 148-607,1 1 1,-1 0-1,0 0 0,0 0 1,0-1-1,-1 1 0,0 0 0,0 0 1,-1 1-1,0-1 0,0 0 1,0 1-1,0 0 0,-1 0 1,0 0-1,0 0 0,-1 0 0,1 1 1,-1 0-1,0 0 0,0 0 1,0 1-1,-1-1 0,1 1 0,-1 1 1,1-1-1,-1 1 0,-2-1-24,0 2 1,1-1 1,-1 1-1,0 1 0,1 0 0,-1 0 0,1 0 1,-1 1-1,0 0 0,1 1 0,0-1 0,-1 2 0,1-1 1,0 1-1,0 0 0,0 0 0,0 1 0,1 0 1,-1 0-1,1 0 0,0 1 0,1 0 0,-1 0 0,1 1 1,0-1-1,0 1 0,0 0 0,1 1 0,0-1 1,0 1-1,1 0 0,0 0 0,0 0 0,1 0 0,0 0 1,0 1-2,-15 49-7,3 1 1,2 0 0,3 0-1,2 1 1,3 0 0,3 1 0,5 54 6,-3-95 0,0 1 0,2 0 0,0-1 0,1 1 0,1-1 0,1 0 0,1-1 0,1 2 0,-5-13 1,0 0-1,0-1 1,1 1-1,0-1 1,0 0-1,1 0 1,0 0-1,0-1 1,0 1 0,0-1-1,1-1 1,0 1-1,0-1 1,0 0-1,1 0 1,-1-1 0,1 1-1,0-2 1,0 1-1,0-1 1,0 0-1,0 0 1,1-1-1,3 0 1,-1-1 1,1 0-1,0-1 1,0-1-1,-1 1 1,1-1-1,-1-1 1,1 0-1,-1-1 1,0 0-1,0 0 1,-1-1-1,1 0 1,-1-1-1,0 0 1,-1 0-1,1-1 1,-1 0-1,-1-1 1,1 0-1,-1 0 1,2-3-2,11-16-3,0-1-1,-2-1 1,-1 0 0,-2-1 0,0-1-1,5-18 4,-9 15-80,-1 0 1,-2 0-1,-1-1 0,-2 0 0,-1 0 0,-2 0 1,-1-16 79,-1 47-58,0 0 1,1 0 0,-1 1-1,0-1 1,-1 0 0,1 0-1,-1 1 1,0-1 0,0 0 0,0 1-1,0-1 1,0 1 0,-1-1-1,0 1 1,0 0 0,0 0 0,0-1-1,0 1 1,0 1 0,-1-1-1,0 0 1,-2-2 57,-35-7-4063,14 11-5743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7:42.560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05" units="cm"/>
      <inkml:brushProperty name="height" value="0.05" units="cm"/>
    </inkml:brush>
    <inkml:brush xml:id="br2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669 236 26430,'0'0'424,"0"0"1064,0 0-1128,0 0-72,0 0-56,0 0-88,132 104-72,-104-86-48,-1 2-24,-10 25 0,-8-5-288,-9 3-2032</inkml:trace>
  <inkml:trace contextRef="#ctx0" brushRef="#br0" timeOffset="329.837">264 1261 25477,'0'0'3621,"0"0"-2598,0 0-819,0 0 46,0 0-80,28-20-76,190-135 15,-191 136-103,-4 2-3,1 0-1,1 2 0,0 0 1,1 2-1,1 1 1,-1 1-1,2 1 1,0 2-1,19-4-2,-45 12 0,1 1 1,-1 0-1,0-1 1,1 1-1,-1 0 1,0 0-1,0 0 1,0 1-1,0-1 1,0 0-1,0 1 1,-1-1-1,1 1 0,0 0 1,-1 0-1,1-1 1,-1 1-1,1 0 1,-1 0-1,0 0 1,0 1-1,0-1 1,0 0-1,0 0 1,-1 1-1,1-1 0,-1 0 1,1 1-1,-1-1 1,0 0-1,0 1 1,0-1-1,0 0 1,0 1-1,-1-1 1,1 0-1,-1 1 1,1-1-1,-1 0 0,0 1 1,0-1-1,0 0 1,0 0-1,0 0 1,-1 0-1,1 0 0,-13 42 14,-1-1 0,-2-1-1,-2 0 1,-19 31-14,-43 72 9,-7-3 0,-5-5 0,-25 20-9,58-82-58,12-16-121,2 1 0,3 3 0,2 1 0,1 6 179,28-43-1428,6-11-787</inkml:trace>
  <inkml:trace contextRef="#ctx0" brushRef="#br0" timeOffset="580.23">601 1755 27406,'0'0'1480,"18"124"-696,-12-10-176,3 1-119,0-11-225,2-21-120,4-32-96,3-3-48,4-3 0,-3-17-144,14-28-440,-6 0-745,-3-26-975</inkml:trace>
  <inkml:trace contextRef="#ctx0" brushRef="#br0" timeOffset="784.297">1077 1461 25742,'0'0'2289,"0"0"-1175,0 0-545,0 0-151,-19 23-90,-110 153 29,119-160-344,1-1-1,1 1 1,0 1-1,1 0 1,0 0-1,2 0 1,0 1-1,1 0 1,0 0-1,2 0 1,0 0-1,1 0 1,1 2-13,3-17-13,-1 1 0,1-1-1,0 0 1,1 0 0,-1 0 0,0 0 0,1-1 0,0 1-1,0-1 1,-1 0 0,1 0 0,0 0 0,1 0 0,-1-1-1,0 0 1,0 0 0,1 0 0,-1 0 0,0-1 0,1 1 0,-1-1-1,1 0 1,-1-1 0,1 1 0,-1-1 0,0 0 0,1 0-1,-1 0 1,0-1 0,0 1 0,1-1 13,6-3-113,1 1-1,-1-2 1,0 0 0,-1 0-1,0-1 1,0 0 0,0-1-1,-1 0 1,0 0 0,5-7 113,-8 9-94,52-54-2712,-10 1-6417</inkml:trace>
  <inkml:trace contextRef="#ctx0" brushRef="#br0" timeOffset="1014.146">1406 835 27286,'0'0'1568,"0"0"-768,0 156-264,0-33 49,2 36-169,11 17-160,7-3-96,4-9-40,0-12-96,-4-4-24,-1-28 0,-5-29-16,-10-38-216,-4-25-216,0-14-160,0-28 127,0-20-1231,-7-19-12331</inkml:trace>
  <inkml:trace contextRef="#ctx0" brushRef="#br0" timeOffset="1265.22">1504 1498 26478,'0'0'1552,"0"0"-608,0 0-320,132-29-352,-69 23-128,5-2-112,33-24-32,-15 1-1720,-18-7-3505</inkml:trace>
  <inkml:trace contextRef="#ctx0" brushRef="#br1" timeOffset="132248.915">12183 1685 17892,'0'0'1744,"0"0"-1304,0 0-72,0 0 160,0 0 481,-111-14-153,91 14-168,2 0-248,3 0-240,2 0 24,2 0-224,4 0-568</inkml:trace>
  <inkml:trace contextRef="#ctx0" brushRef="#br1" timeOffset="135393.612">14763 454 1856,'0'0'23421,"0"0"-19536,0 0-2451,0 0-974,0 0-167,0 0 5,0 0 31,1 14 66,4 145-197,-7 1 0,-19 120-198,1-26-271,21-307-1812,2 7-988</inkml:trace>
  <inkml:trace contextRef="#ctx0" brushRef="#br1" timeOffset="135662.137">14899 458 29262,'0'0'1287,"0"0"-816,0 0-110,20 9 77,123 58 286,-75-34-532,-44-23-188,-1 1 0,0 1 0,0 2 0,-2 0 0,1 1 0,-2 0 0,0 2 0,1 3-4,-17-16 0,-1 1 0,0-1 0,0 1 0,0 0 0,0 0 0,-1 0 0,0 0 0,0 0 0,0 0 0,-1 0 0,0 1 0,0-1 0,0 1 0,0-1 0,-1 0 0,0 1 0,0-1 0,-1 1 0,0-1 0,1 1 0,-2-1 0,1 1 0,-1-1 0,0 0 0,0 0 0,0 0 0,0 0 0,-2 1 0,-100 119 0,72-98-37,-2 0 1,-2-3-1,0-1 1,-1-1-1,-1-2 1,-1-2-1,-24 8 37,-42 9-1280</inkml:trace>
  <inkml:trace contextRef="#ctx0" brushRef="#br1" timeOffset="134784.537">13641 492 27662,'0'0'1227,"0"0"-420,0 0-289,0 0-67,0 19 8,6 318 556,-5 126-964,1-436-419,4-38-3516,-3-21-5090</inkml:trace>
  <inkml:trace contextRef="#ctx0" brushRef="#br1" timeOffset="135081.003">13718 588 29166,'0'0'723,"0"0"-214,21-3-64,143-15 220,-150 16-636,0 0-1,0 1 0,0 1 1,0 0-1,0 1 1,0 1-1,0 0 1,0 1-1,0 0 1,0 1-1,-1 1 0,0 0 1,0 1-1,0 0 1,-1 1-1,0 0 1,0 1-1,0 0 1,-1 1-1,-1 1 1,3 2-29,-9-4 22,-1 1 1,0-1-1,-1 1 1,0 0 0,0-1-1,-1 1 1,0 0-1,0 0 1,-1 0 0,0 0-1,-1 0 1,0 0 0,0 0-1,-1 0 1,0-1-1,-1 1 1,0-1 0,0 1-1,-1-1 1,0 0 0,0 0-1,-1-1 1,0 1-1,0-1 1,-6 5-23,-17 27-28,-3-1 1,-1-2-1,-2-1 1,-1-2-1,-1-1 1,-2-2-1,-1-1 1,-4-1 27,12-13-372,30-15 323,1 0 0,-1 1 0,0-1 0,1 0 0,-1 0 0,0 0 0,1 0 0,-1 0 0,1 0 0,-1 0 0,0 0 1,1 0-1,-1 0 0,1-1 0,-1 1 0,0 0 0,1 0 0,-1 0 0,1-1 0,-1 1 0,1 0 0,-1-1 0,1 1 0,-1 0 0,1-1 0,-1 1 0,1-1 0,-1 1 0,1-1 1,0 1-1,-1-1 0,1 1 0,0-1 0,-1 1 0,1-1 0,0 0 0,0 1 0,0-1 0,-1 1 0,1-1 0,0 0 0,0 1 0,0-1 0,0 1 0,0-1 0,0 0 0,0 1 1,0-1-1,0 1 0,1-1 0,-1 0 0,0 1 0,0-1 0,1 1 49,-2-4-625,1-27-6893</inkml:trace>
  <inkml:trace contextRef="#ctx0" brushRef="#br1" timeOffset="133936.258">12828 470 25277,'0'0'550,"0"0"373,0 0 1363,0 0-1208,0 0-488,0 0-146,-5 0-87,1 1-320,-1 0 0,1 0-1,-1 0 1,1 1-1,-1 0 1,1 0 0,0 0-1,0 0 1,0 1 0,0-1-1,1 1 1,-1 0-1,1 0 1,-1 0 0,1 1-1,0-1 1,1 1-1,-1 0 1,0 0 0,1 0-1,0 0 1,-2 4-37,-10 14 55,-400 583 346,395-577-432,-124 223-358,140-230-1108,23-36-1052,5-16-2587</inkml:trace>
  <inkml:trace contextRef="#ctx0" brushRef="#br1" timeOffset="134185.018">12850 340 28446,'0'0'975,"0"0"-242,9 23-118,52 173 387,-18 35-345,10 208-657,-50-287-595,-4-151 549,1 0-1,-1 0 1,0 0-1,1 0 1,-1 0-1,0 0 1,0 0-1,1 0 1,-1 0-1,0 0 1,0-1-1,0 1 0,0 0 1,0-1-1,0 1 1,0-1-1,0 1 1,0-1-1,0 1 1,-1-1-1,1 0 1,0 1-1,0-1 0,0 0 1,0 0-1,-1 0 1,1 0-1,0 0 1,0 0-1,0 0 1,-1-1-1,1 1 1,0 0-1,0 0 1,0-1-1,0 1 0,0-1 1,0 1-1,0-1 1,0 0-1,0 1 1,0-1-1,0 0 1,0 0-1,0 0 1,0 0-1,1 1 0,-1-1 1,0-1 46,-27-19-2395</inkml:trace>
  <inkml:trace contextRef="#ctx0" brushRef="#br1" timeOffset="134374.378">12387 969 28110,'0'0'1016,"0"0"-152,0 0-552,0 0-15,0 0 159,0 0-136,0 0-152,165 0-96,-97-4-32,4 0-40,35-4 0,-15 4-352,-11-3-1585</inkml:trace>
  <inkml:trace contextRef="#ctx0" brushRef="#br1" timeOffset="143606.018">12350 2634 27206,'0'0'1169,"0"0"-428,0 0-169,0 0-8,0 0-129,0-21-166,-1-149 267,1 165-521,-1 0 0,0 0 0,-1 0 1,1 1-1,-1-1 0,0 0 0,0 0 0,-1 1 0,1-1 0,-1 1 0,0 0 0,0 0 1,0 0-1,-1 0 0,1 1 0,-1-1 0,0 1 0,0 0 0,0 0 0,-1 0 0,1 1 1,-1-1-1,1 1 0,-1 0 0,0 0 0,0 1 0,0 0 0,0 0 0,0 0 1,0 0-1,0 1 0,0-1 0,0 1 0,0 1 0,0-1 0,0 1 0,0 0 0,0 0 1,0 0-1,0 1 0,0 0 0,-2 1-15,-8 4-2,0 1 0,0 1 0,1 1 0,1 0 0,0 0 0,0 2 0,1-1 0,0 1 0,1 1 0,1 0 0,0 1 0,0 0 0,2 1 0,0-1 1,-3 9 1,-13 39 1,2 1 0,4 1 1,2 0-1,3 2 1,2-1-1,4 2 1,2-1-1,4 1 1,6 64-2,-6-123 5,1 0-1,-1 0 1,1 0 0,1 0 0,-1 0-1,1 0 1,1 0 0,-1 0 0,2 0 0,-1 0-1,1-1 1,0 1 0,0-1 0,1 0-1,0 0 1,1 0 0,-1 0 0,1-1-1,0 0 1,1 0 0,0 0 0,0 0 0,0-1-1,0 0 1,1-1 0,0 1 0,0-1-1,0 0 1,0-1 0,1 0 0,-1 0-1,1-1 1,0 0 0,0 0 0,0 0-1,0-1 1,0-1 0,0 1 0,0-1 0,0-1-1,0 1 1,0-2 0,0 1 0,0-1-1,0 0 1,0 0 0,7-4-5,10-13 39,0 0 0,-1-2 1,-2 0-1,0-2 0,-1-1 1,-1 0-1,-1-1 0,-2-2 0,0 1 1,-2-2-1,9-22-39,0 6 0,-2 0 0,-1-2 0,-3 0 0,-2-1 0,-2-1 0,-2 0 0,-2-1 0,-3 0 0,-1 0 0,-2-23 0,-3 46 0,0 19 0,-1-1 0,1 1 0,-1-1 0,0 0 0,-1 1 0,0-1 0,0 1 0,0 0 0,-1-1 0,0 1 0,-1 0 0,1 0 0,-2 0 0,1 0 0,-1 0 0,-3-4 0,16 51-2180,6-12-745</inkml:trace>
  <inkml:trace contextRef="#ctx0" brushRef="#br1" timeOffset="144185.692">14176 2924 5401,'0'0'20365,"0"0"-15462,0 0-4363,0 0-178,-2-19-8,-4-43-95,-35-212 247,36 260-503,-1 0 0,0 0 0,-1 1 0,-1-1 0,0 2 0,0-1 0,-1 1 0,-1 0 1,0 1-1,-1 0 0,-8-7-3,14 14-1,0 0 0,-1 0 0,1 0 0,-1 1 1,1 0-1,-1 0 0,0 1 0,-1-1 0,1 1 0,0 0 1,0 1-1,-1 0 0,1 0 0,-1 0 0,1 1 0,-1 0 1,0 0-1,1 0 0,-1 1 0,1 0 0,-1 0 0,1 1 0,0 0 1,0 0-1,0 0 0,0 1 0,0 0 0,-3 2 1,-10 10-1,1 1-1,0 1 0,1 1 1,1 0-1,0 1 0,2 1 1,0 0-1,1 1 0,1 1 1,1 0-1,1 0 0,-3 14 2,-3 7-2,2 1 0,2 0 0,2 1 0,2 0 0,2 1 0,2-1 0,2 1 0,3 33 2,-2-73 0,1 0 0,0 1 0,0-1 0,0 1 0,1-1 0,0 0 0,0 1 0,0-1 0,1 0-1,0 0 1,0 0 0,1 0 0,0 0 0,0 0 0,0-1 0,0 0 0,1 1 0,0-1 0,0 0 0,1-1 0,-1 1-1,1-1 1,0 0 0,0 0 0,0 0 0,1-1 0,-1 0 0,1 0 0,0 0 0,0-1 0,0 0 0,3 1 0,10-4 5,-1-1 0,1 0 0,0-1 0,-1-1 0,1-1 0,-1 0 0,0-2 0,-1 0 0,0-1 0,0 0 0,0-2 0,-1 0 0,-1-1 0,0 0 0,0-1 0,-1-1 0,-1 0 0,0-1 0,-1 0 0,0-1 0,3-7-5,1 3 0,-1 0 0,-1-2 0,-1 1 0,-1-2 0,0 1 0,-2-2 0,-1 0 0,0 0 0,-2 0 0,-1-1 0,0 0 0,-2 0 0,-1-1 0,-1 1 0,-1-17 0,-13-71-17,23 112-2105,4 3-1876</inkml:trace>
  <inkml:trace contextRef="#ctx0" brushRef="#br1" timeOffset="144753.415">15195 2958 29918,'0'0'1206,"0"0"-661,3-26-326,20-164-21,-22 188-196,4-28-34,-1-1 0,-1 1 0,-2-1 0,-1 1 0,-1-1 0,-4-19 32,3 44 6,0-1-1,0 1 0,-1 0 1,0 0-1,0 0 1,0 0-1,-1 0 1,1 1-1,-1 0 0,-1-1 1,1 2-1,-1-1 1,0 0-1,0 1 1,0 0-1,-1 0 0,1 0 1,-1 1-1,0 0 1,0 0-1,0 1 1,-1-1-1,1 1 1,0 0-1,-1 1 0,1 0 1,-1 0-1,0 0 1,1 1-1,-1 0 1,0 0-1,1 1 0,-1 0 1,0 0-1,1 0 1,-1 1-1,1 0 1,0 0-1,0 1 0,-1 0 1,-1 1-6,-9 11 3,0 0 0,1 1 0,1 1 0,0 0 0,1 2 0,1-1 0,1 2-1,1-1 1,0 2 0,1-1 0,2 1 0,0 1 0,1 0 0,-3 18-3,-2 2 1,2 0 0,2 0 0,2 1 0,1 0 0,3 0 0,1 1 0,3 1-1,-3-38 5,1-1-1,0 1 1,0 0 0,1 0 0,0 0-1,0-1 1,0 1 0,1-1 0,0 1 0,1-1-1,-1 0 1,1 1 0,0-1 0,1-1-1,-1 1 1,1 0 0,1-1 0,-1 0-1,1 0 1,-1 0 0,1-1 0,1 1 0,-1-1-1,1 0 1,-1-1 0,6 3-5,-2-4 22,-1-2 1,1 1-1,0-1 1,-1 0-1,1-1 0,-1 0 1,1 0-1,-1-1 1,1 0-1,-1-1 0,0 0 1,0 0-1,0-1 1,0 1-1,-1-2 0,0 1 1,0-1-1,0 0 1,0-1-1,0-1-22,114-134 28,-102 114-28,-1-1 0,-2-1 0,0 0 0,-3-1 0,0-1 0,-2 0 0,-1 0 0,-1-1 0,-2-1 0,-2 1 0,2-29 0,-7 60-33,0 0-1,-1 0 1,1 0 0,0 0-1,0 1 1,0-1 0,0 0-1,1 0 1,-1 0 0,0 0-1,0 0 1,0 0 0,1 1-1,-1-1 1,1 0 0,-1 0-1,0 0 1,1 1 0,-1-1-1,1 0 1,0 0 0,-1 1-1,1-1 1,-1 1-1,1-1 1,0 0 0,0 1-1,-1-1 1,1 1 0,0 0-1,0-1 1,0 1 0,-1 0-1,1-1 1,0 1 0,0 0-1,0 0 1,0 0 0,0 0-1,0 0 1,0 0 0,-1 0 33,10-2-2473</inkml:trace>
  <inkml:trace contextRef="#ctx0" brushRef="#br1" timeOffset="145332.439">16552 2674 27742,'0'0'1618,"0"0"-650,0-21-357,4-165 572,-4 85-667,-2 96-512,0 0 0,-1-1 0,1 1 0,-1 0 0,-1 1 0,1-1 0,-1 0 0,1 1 0,-1 0 0,-1 0 0,1 0 0,0 0 0,-1 1 0,0-1 0,0 1 0,0 0 0,0 1 0,0-1 0,-1 1 1,1 0-1,-1 1 0,0-1 0,1 1 0,-1 0 0,0 1 0,0-1 0,1 1 0,-1 0 0,0 0 0,0 1 0,0 0 0,-1 0-4,-3 0 0,-1 1 0,0 0 0,0 1 0,1 0 0,-1 0 0,1 1 0,0 0 0,0 1 0,1 0 0,-1 1 0,1 0 0,0 0 0,1 1 0,0 0 0,0 0 0,0 1 0,1 0 0,-5 8 0,-100 175 0,92-145 0,3 0 0,2 1 0,2 1 0,2 0 0,2 1 0,2 0 0,3 0 0,1 5 0,3-44 0,1 0 0,0 0 0,0 0 0,1-1 0,0 1 0,0 0 0,1-1 0,1 0 0,0 1 0,0-1 0,1 0 0,0-1 0,0 1 0,1-1 0,0 0 0,0-1 0,1 0 0,0 1 0,0-2 0,1 1 0,0-1 0,0-1 0,0 1 0,1-1 0,0-1 0,0 0 0,0 0 0,0 0 0,1-1 0,8 1 0,-4-3 0,0-1 0,0 0 0,0-1 0,1 0 0,-1-1 0,-1-1 0,1-1 0,0 1 0,-1-2 0,0 0 0,0-1 0,0 0 0,-1-1 0,1 0 0,-2-1 0,1 0 0,-1-1 0,-1 0 0,1-1 0,-2 0 0,1-1 0,-1 0 0,3-7 0,7-4 0,-2-2 0,-1 0 0,-1-1 0,-1 0 0,-1-1 0,-2-1 0,0 0 0,-2 0 0,-1-1 0,-1 0 0,-1-1 0,-2 0 0,-1 1 0,-1-1 0,-1 0 0,-2 0 0,-1 0 0,-2-5 0,-22-56 0,-39-26-7,14 55-287,4 28-1053</inkml:trace>
  <inkml:trace contextRef="#ctx0" brushRef="#br2" timeOffset="-171888.436">233 3818 26270,'0'0'833,"0"0"263,0 0-354,0 0-351,0 0-37,0 5 288,64 167 302,88 236-1045,-135-383-623,-4-35-3135,-9-12-2269</inkml:trace>
  <inkml:trace contextRef="#ctx0" brushRef="#br2" timeOffset="-171603.593">496 3780 18396,'0'0'8400,"20"-10"-6142,277-131-553,-272 133-1661,0 0 1,1 1 0,-1 2 0,2 1 0,-1 1 0,23 0-45,-46 3 2,0 0 0,0 0 0,0 0 0,0 0 0,0 1 0,0-1 0,0 1 0,-1 0 0,1 0 0,0 0 0,0 0 0,-1 0 0,1 1 0,-1-1 0,1 1 0,-1 0 0,1-1 0,-1 1 0,0 0 0,0 1 0,0-1 0,0 0 0,0 1 0,-1-1 0,1 1 0,-1-1 0,1 1 0,-1 0 0,0-1 0,0 1 0,0 2-2,5 95 36,-6-89-47,-2 8-143,-1 0 1,-1 0-1,-1-1 1,0 0-1,-1 1 1,-1-2 0,-1 1-1,0-1 1,-11 15 153,14-22-236,-30 51-2528</inkml:trace>
  <inkml:trace contextRef="#ctx0" brushRef="#br2" timeOffset="-171336.225">643 3831 27438,'0'0'1256,"0"0"-744,0 113-216,2-68-24,0-1-144,3-3-128,-1-7-208,0-7-432,-4-13-424,0-8-384,0-6-3313</inkml:trace>
  <inkml:trace contextRef="#ctx0" brushRef="#br2" timeOffset="-171039.516">838 3774 22157,'0'0'2259,"0"0"-517,0 0-494,4 17-377,2 18-629,-1 1 1,-2 0 0,-2-1 0,-1 1-1,-1 0 1,-5 20-243,-90 348 493,88-328-451,9-74-53,0-1 0,0 0 0,0 1 0,0-1 1,0 0-1,0 1 0,1-1 0,-1 0 0,0 0 0,1 0 1,-1 0-1,1 0 0,-1 0 0,1-1 0,-1 1 0,1 0 1,0-1-1,-1 1 0,1-1 0,0 0 0,-1 1 1,1-1-1,0 0 0,0 0 0,-1 0 0,1 0 0,0-1 1,-1 1-1,1 0 0,0-1 0,-1 1 0,1-1 0,0 1 1,-1-1-1,1 0 0,-1 0 0,1 0 0,-1 0 0,1 0 1,-1 0-1,1 0 11,167-118-1109,-143 100 939,104-57-129,-128 76 323,0 0 1,0 0-1,0 0 1,0 1-1,0-1 0,0 0 1,0 1-1,1-1 0,-1 1 1,0 0-1,0-1 0,-1 1 1,1 0-1,0 0 1,0 1-1,0-1 0,-1 0 1,1 0-1,0 1 0,-1-1 1,0 1-1,1 0 0,-1-1 1,0 1-1,0 0 1,1 0-1,-1 0 0,-1 0 1,1 0-1,0 0 0,0 0 1,-1 0-1,1 0 0,-1 0 1,0 0-1,0 0 1,0 0-1,0 0 0,0 0 1,0 1-1,0-1 0,-1 0 1,1 0-1,-1 0 1,1 0-1,-1 0 0,0 0 1,0 0-1,0 0 0,0-1 1,0 2-25,0 20 145,-2 15 6,-2-1-1,-1 0 0,-2 0 0,-1-1 0,-3 0 1,-5 11-151,8-18 39,-16 44-66,-3-2 0,-3 0 1,-2-2-1,-4-2 0,-5 3 27,34-58-233,1 0 1,-2 0-1,1-1 0,-2 0 0,1-1 1,-2 0-1,1 0 0,-1-1 0,0-1 0,-1 0 1,0 0-1,-1-1 0,-1 0 233,-26 2-4586</inkml:trace>
  <inkml:trace contextRef="#ctx0" brushRef="#br2" timeOffset="-170757.339">807 4782 28294,'0'0'1016,"0"0"-392,0 0-232,0 0-79,0 0-113,130 107-200,-113-97-40,-8-8-569,-5-2-1063,-4 0-3049</inkml:trace>
  <inkml:trace contextRef="#ctx0" brushRef="#br2" timeOffset="-170410.394">180 4463 27254,'0'0'1005,"0"0"-541,0 0-66,21 9 79,64 32-45,-75-36-411,-1 0-1,1 0 1,-1 1-1,0 0 1,-1 1-1,1 0 0,-1 0 1,0 1-1,-1 0 1,0 0-1,0 1 0,-1-1 1,0 2-1,-1-1 1,0 1-1,0-1 1,-1 2-1,0-1 0,-1 0 1,0 1-1,0-1 1,-2 1-1,1 0 0,-1 0 1,-1-1-1,0 1 1,0 0-1,-1 0 1,0 1-21,-3 8-6,-1 0 1,0 0 0,-1 0 0,-1-1 0,-1 0 0,-1-1 0,0 0 0,-1 0 0,-1-1 0,-1 0 0,-1-1 0,0-1 0,-1 1 0,0-2 0,-1 0 0,-1-1 0,0-1 0,-1 0 0,-12 6 5,16-10 0,-1 0 0,1-1 1,-2-1-1,1 0 0,-1 0 1,0-2-1,0 0 0,0-1 1,-1 0-1,1-1 0,-1-1 1,-5 0-1,19-1-31,10 0-61,314 43 915,-198-30-489,0-5-1,0-6 1,28-7-334,-127 3-5,0-1 0,0-1 0,0-2 0,-1 0 0,0-1 0,0-2 0,0-1 0,-1 0 0,-1-2 0,0 0 0,-1-2 0,16-12 5,-14 8-481,-1-1 0,-1-2 0,0 0 0,-2-1 0,-1-1 0,10-15 481,12-32-5401</inkml:trace>
  <inkml:trace contextRef="#ctx0" brushRef="#br2" timeOffset="-170162.377">1151 3735 30062,'0'0'873,"0"0"-713,0 0-120,121-20 8,-71-17-48,25-46-168,-11 8-569,-16 4-1575</inkml:trace>
  <inkml:trace contextRef="#ctx0" brushRef="#br2" timeOffset="-169957.256">1336 3340 28102,'0'0'1088,"-27"107"-688,19-32-192,3 16-8,5 17-96,0-11-104,5-3-104,12-7-480,3-30-648,2-9-712,-5-23 247,5-21 1177,-4-4 304,10-61 152,-4 2-808,-4-2-14835</inkml:trace>
  <inkml:trace contextRef="#ctx0" brushRef="#br2" timeOffset="-169710.595">1535 3549 19852,'0'0'6687,"0"0"-4497,0 0-1635,2 20-162,26 156 304,12-31-543,35 131-3,21 173-151,-89-409 1,-2 0 1,-2 1 0,-1-1 0,-3 1 0,-1 1-2,2-38-18,0 0-1,0 0 1,0 0-1,-1 0 1,1 0 0,-1 0-1,0 0 1,0 0-1,-1 0 1,1 0 0,-1-1-1,0 1 1,0 0-1,0-1 1,0 0 0,-1 1-1,1-1 1,-1 0-1,0 0 1,0 0 0,0-1-1,0 1 1,0-1-1,-1 0 1,1 1 0,-1-2-1,0 1 1,1 0 0,-1-1-1,0 1 1,0-1-1,0 0 1,0-1 0,0 1-1,0-1 1,0 1-1,0-1 1,0 0 0,0-1-1,-1 1 1,1-1-1,0 0 1,0 0 0,1 0-1,-1 0 1,0-1-1,0 0 1,-3-1 18,-2-5-3,0 0 0,1 0 0,0-1 0,1 0 1,0-1-1,0 0 0,1 0 0,0 0 0,1 0 0,0-1 0,1 0 0,0 0 1,0 0-1,1-1 0,1 1 0,0-1 0,1 0 0,0 1 0,0-1 0,1-3 3,1-20 32,0-1 0,3 1 0,1 0 0,1 0-1,11-32-31,18-46-561,2 5-954</inkml:trace>
  <inkml:trace contextRef="#ctx0" brushRef="#br2" timeOffset="-169460.78">1721 3076 28334,'0'0'752,"0"0"-584,0 0-136,38 105-32,-14-90-48,-5-7-1096,-5-8-7034</inkml:trace>
  <inkml:trace contextRef="#ctx0" brushRef="#br2" timeOffset="-169193.341">2026 2818 24253,'0'0'2823,"0"0"-1873,0 0-302,0 0-84,0 0-150,0 0-160,15 14-146,45 48-64,-58-60-43,-1 0 0,1 0-1,-1 1 1,0-1-1,1 0 1,-1 1-1,0-1 1,0 1 0,-1-1-1,1 1 1,0-1-1,-1 1 1,0 0 0,0-1-1,1 1 1,-2 0-1,1-1 1,0 1-1,0 0 1,-1-1 0,1 1-1,-1 0 1,0-1-1,0 1 1,0-1 0,0 0-1,0 1 1,-2 0-1,-1 6-5,-253 485-2431,257-494 2439,1-1 1,-1 1-1,0 0 0,1 0 0,-1 0 1,1 0-1,-1 0 0,0 0 1,1 0-1,-1 0 0,1 0 1,-1 0-1,1 0 0,-1 0 0,0 0 1,1 0-1,-1 0 0,1 0 1,-1 0-1,0 0 0,1 1 1,-1-1-1,1 0 0,-1 0 1,0 0-1,1 1 0,-1-1 0,0 0 1,1 1-1,-1-1 0,0 0 1,0 1-1,1-1 0,-1 0 1,0 1-1,0-1 0,1 0 0,-1 1 1,0-1-1,0 1 0,0-1 1,0 0-1,0 1 0,0-1 1,0 1-1,0-1 0,0 1 1,0-1-1,0 0 0,0 1 0,0-1 1,0 1-1,0-1-3,42-34 362,-35 29-288,266-206-1577,-241 190-234</inkml:trace>
  <inkml:trace contextRef="#ctx0" brushRef="#br2" timeOffset="-168850.554">1989 3595 28486,'0'0'808,"0"0"-616,0 130-80,0-59 200,6 10-120,3 6-120,4-1-72,-4-3-112,4-12-176,3-17-104,-3-21-696,-7-17-1481</inkml:trace>
  <inkml:trace contextRef="#ctx0" brushRef="#br2" timeOffset="-168317.15">2006 3721 28942,'0'0'832,"0"0"-552,0 0-16,130 4-47,-89-4-105,-1 0-112,4 8-481,-12 6-1287,-16 3-6002</inkml:trace>
  <inkml:trace contextRef="#ctx0" brushRef="#br2" timeOffset="-168080.902">2035 4277 27174,'0'0'1488,"0"0"-1240,0 0-32,0 0-48,109-45-168,-60 19-472,-14 7-2480</inkml:trace>
  <inkml:trace contextRef="#ctx0" brushRef="#br2" timeOffset="-212818.639">4656 955 22853,'0'0'5078,"0"0"-3512,0 0-943,0 0-88,0 0-95,0 0-102,-11-2-122,-32-6-114,41 9-99,1 0 0,0 0 1,0 0-1,0 0 0,0 0 1,0 1-1,0-1 0,0 0 1,1 0-1,-1 1 0,0-1 1,1 0-1,-1 1 0,1-1 1,-1 1-1,1-1 0,0 1 1,-1-1-1,1 1 0,0-1 1,0 1-1,0-1 0,0 1 1,1-1-1,-1 1 0,0-1 1,0 1-1,1-1 0,-1 1 1,2 0-4,-2 8 32,5 84 192,4 108 364,-16 182-588,-30-95 66,18-163-63,5 1 0,4 46-3,9-169-26,0-1 0,1 0 0,-1 1 0,1-1 0,-1 0 0,1 1 0,0-1-1,0 1 1,0-1 0,1 0 0,0 1 0,-1-1 0,1 0 0,0 1 0,0-1 0,1 0 0,-1 0 0,1 0 0,-1 0 0,1 0 0,0 0 0,0-1 0,0 1-1,1 0 1,-1-1 0,0 0 0,1 0 0,0 1 0,0-2 0,-1 1 0,1 0 0,0 0 0,0-1 0,1 0 0,0 1 26,38 6-1296,-2-11-897</inkml:trace>
  <inkml:trace contextRef="#ctx0" brushRef="#br2" timeOffset="-212565.296">5544 681 28854,'0'0'1368,"0"0"-1095,0 0-65,0 0 168,0 0 32,-70 103-208,30-42-112,-3 12-48,-10 10-40,0 5 0,3 1-120,-5 6-296,18-22-745,11-28-1375</inkml:trace>
  <inkml:trace contextRef="#ctx0" brushRef="#br2" timeOffset="-212379.546">5325 987 26654,'0'0'2416,"0"101"-1512,0-13-311,2 35-105,5 23-80,-1-14-208,3-28-160,2-37-40,-4-33-280,6-8-256,-5-11-377,-1-11-1087</inkml:trace>
  <inkml:trace contextRef="#ctx0" brushRef="#br2" timeOffset="-212207.902">5774 539 28318,'0'0'944,"0"0"-496,0 0 136,0 0 49,114 36-265,-90-25-208,0-3-80,1-2-64,3-2-16,-2 10-120,-4 0-552,-11 2-1689</inkml:trace>
  <inkml:trace contextRef="#ctx0" brushRef="#br2" timeOffset="-211923.903">5689 922 27734,'0'0'1691,"0"0"-1114,0 0-261,0 0 97,22-10-113,140-61-116,-17 30-467,-142 44 276,-1 0-1,1 0 1,-1 1-1,1 0 1,-1-1 0,0 1-1,-1 0 1,1 0 0,-1 0-1,1 0 1,-1 0 0,0 1-1,-1-1 1,1 0 0,-1 0-1,0 1 1,0-1-1,0 0 1,0 0 0,-1 1-1,0-1 1,0 0 0,0 0-1,0 0 1,-1 1 7,-65 227 383,25-111-266,3 52-176,49-145-1046,12-41-3266,4-15-9059</inkml:trace>
  <inkml:trace contextRef="#ctx0" brushRef="#br2" timeOffset="-211671.66">6267 1005 25309,'0'0'3473,"0"0"-3049,0 0-104,0 0 264,0 0-231,0 0-233,7 157-120,-18-91-497,-7-5-1343</inkml:trace>
  <inkml:trace contextRef="#ctx0" brushRef="#br2" timeOffset="-211418.288">5744 1849 27742,'0'0'1376,"0"0"-1016,0 0 328,0 0-79,135-61-153,-58 19-152,33-11-104,19-8-80,-11 8 88,-12 7-32,-19 13-104,-23 11-64,2 4-8,13 12-160,-22 6-560,-22 0-2025</inkml:trace>
  <inkml:trace contextRef="#ctx0" brushRef="#br2" timeOffset="-184953.37">2449 3897 20916,'0'0'3767,"0"0"-93,0 0-2535,0 0-831,0 0 10,-4 1 421,11-1-655,1 0 0,0-1 0,-1 0 0,1-1 0,-1 0-1,1 0 1,-1 0 0,0-1 0,0 0 0,0 0 0,0-1 0,0 0-1,3-3-82,6-2 89,149-79-62,4 7 0,4 7 1,4 8-29,-58 18-2306,-96 34 483</inkml:trace>
  <inkml:trace contextRef="#ctx0" brushRef="#br2" timeOffset="-184663.933">3135 3224 27094,'0'0'1344,"0"0"-616,0 0-328,0 0 160,-55 142-55,9-24-145,-19 38-160,-14 18-96,-2-5-16,10-15-64,19-20-8,12-23-16,14-26-120,13-28-288,0-10-401,8-11-783,1-17-2113</inkml:trace>
  <inkml:trace contextRef="#ctx0" brushRef="#br2" timeOffset="-184383.068">2962 4222 25613,'0'22'1521,"16"351"1673,-14-359-3122,-2 7-6,2-1 0,1 0 0,0 0 0,1 0 0,2 0 0,0-1 0,1 1 1,0-2-1,9 15-66,-14-31 8,1 0 1,-1 0-1,0 0 1,1-1-1,-1 1 1,1-1-1,0 1 1,-1-1-1,1 0 1,0 0 0,0-1-1,-1 1 1,1 0-1,0-1 1,0 0-1,0 0 1,0 0-1,0 0 1,0 0-1,0 0 1,0-1-1,-1 1 1,1-1-1,0 0 1,0 0 0,-1 0-1,1 0 1,0-1-1,-1 1 1,1-1-1,-1 1 1,0-1-1,1 0 1,-1 0-1,0 0 1,0 0-1,0 0 1,0-1-1,-1 1 1,1-1-9,20-22-2,-2-2-1,-1-1 1,-1 0-1,-1-1 1,-2-1 0,-1 0-1,-1-1 1,-1-1-1,-2 0 1,-2-1-1,0 1 1,-3-1 0,0-1-1,-3 1 1,0-1-1,-3-13 3,0 42 0,0 0 0,-1 1 0,1-1 0,-1 1 0,0-1 0,-1 1 0,1 0 0,-1 0 0,0 0 0,0 0 0,0 1 0,0-1 0,0 1 0,-1-1 0,0 1-1,0 0 1,0 1 0,0-1 0,0 1 0,0 0 0,-1 0 0,1 0 0,-1 0 0,0 1 0,1 0 0,-1 0 0,0 0 0,0 0 0,1 1 0,-1 0 0,0 0 0,0 0 0,0 1-1,0-1 1,1 1 0,-1 0 0,0 1 0,1-1 0,-1 1 0,1 0 0,-1 0 0,1 0 0,0 1 0,0-1 0,0 1 0,0 0 0,0 0 0,0 2 0,-10 3-79,2 1 0,-1 1 1,1 0-1,1 0 0,0 1 1,0 0-1,1 1 0,0 1 1,1-1-1,-2 6 79,10-13-2649,1-4-5622</inkml:trace>
  <inkml:trace contextRef="#ctx0" brushRef="#br2" timeOffset="-184099.437">3839 2940 29270,'0'0'640,"0"0"-504,0 0-80,164-2-24,-102-16-32,5-2-112,-14 7-904,-24 3-11691</inkml:trace>
  <inkml:trace contextRef="#ctx0" brushRef="#br2" timeOffset="-183818.943">3495 3839 29134,'0'0'744,"0"0"-552,127-47-16,-42-2 89,10-14-49,5-6-120,-3-2-16,-10 5-24,-5 15-56,-6 12-40,-19 13-681,-22 8-2543</inkml:trace>
  <inkml:trace contextRef="#ctx0" brushRef="#br2" timeOffset="-183535.45">4062 3254 26638,'0'0'2408,"0"0"-1712,20 167-232,9-48-7,6 36-113,6 15-136,-3-6-96,-3-14-56,-7-24-40,-4-23-16,-8-29 0,-8-22-128,1-19-192,-5-7-297,-4-26-95,0-8-272,-8-27-17332</inkml:trace>
  <inkml:trace contextRef="#ctx0" brushRef="#br2" timeOffset="-183534.45">4095 3814 16740,'0'0'11690,"-22"124"-10810,14-43-552,3 8-232,5 9-96,5-23-344,3-21-1728</inkml:trace>
  <inkml:trace contextRef="#ctx0" brushRef="#br2" timeOffset="-183251.701">4255 3772 24021,'0'0'4121,"0"0"-3225,0 0-416,0 0-280,130 71-136,-84-71-64,-11 0-496,-7-6-1504</inkml:trace>
  <inkml:trace contextRef="#ctx0" brushRef="#br2" timeOffset="-182968.806">4599 2545 27566,'0'0'1551,"0"0"-1054,0 17-211,0 287 561,0-302-847,-1 0-1,1 0 1,0 0 0,0 0 0,-1 0 0,1 0 0,0 0 0,1 0 0,-1-1 0,0 1 0,1 0 0,-1 0 0,1 0 0,-1 0 0,1 0 0,0 0 0,0 0 0,0-1-1,0 1 1,0 0 0,0-1 0,0 1 0,1-1 0,-1 1 0,0-1 0,1 0 0,-1 0 0,1 1 0,0-1 0,-1 0 0,1 0 0,0 0 0,0-1 0,0 1 0,-1 0-1,1-1 1,0 1 0,0-1 0,0 0 0,0 1 0,0-1 0,0 0 0,0 0 0,0-1 0,0 1 0,1 0 0,15-2 13,1 0-1,-1-1 1,0-1 0,0 0-1,0-2 1,0 0 0,-1-1-1,0 0 1,-1-2 0,7-3-13,-8 3 11,2 0 0,-1 1 0,1 1 1,0 1-1,1 0 0,0 1 0,0 1 0,0 1 0,0 0 1,9 1-12,-25 3 0,0-1 0,0 1 0,0 0 1,0 0-1,0 0 0,0 0 1,0 0-1,-1 0 0,1 0 1,0 1-1,-1-1 0,1 1 0,-1-1 1,1 1-1,-1 0 0,0-1 1,0 1-1,0 0 0,0 0 1,0 0-1,0 0 0,0 0 0,0 0 1,-1 0-1,1 0 0,-1 0 1,0 0-1,0 0 0,1 0 1,-1 1-1,-1-1 0,1 0 0,0 1 0,-5 81 33,-4-49-34,-1 1-1,-2-2 1,-1 1-1,-2-2 1,-1 0-1,-2-1 1,-2 1 1,11-16-11,-13 24-265,-2-1 0,-2 0 0,-1-2 0,-2-2 0,-1 0 0,-2-2 0,-1-1-1,-13 7 277,43-37-141,0 1 0,0-1 0,-1-1 0,0 1 0,1 0-1,-1-1 1,0 0 0,0 0 0,0 0 0,0 0 0,0-1-1,-1 0 1,1 1 0,0-1 0,-1-1 0,1 1 0,-1-1-1,1 0 1,-1 0 0,1 0 0,-1 0 0,1-1 0,-1 0-1,1 0 1,0 0 0,-1-1 0,1 1 0,0-1 0,0 0-1,0 0 1,0 0 0,1-1 0,-1 1 0,-3-4 141,-20-34-7721</inkml:trace>
  <inkml:trace contextRef="#ctx0" brushRef="#br2" timeOffset="-182686.894">4691 3244 25053,'0'0'2129,"0"0"-993,0 0-352,0 0-296,84 114-264,-60-86-160,4-11-64,23-17-616,-12-23-784,3-13-5490</inkml:trace>
  <inkml:trace contextRef="#ctx0" brushRef="#br2" timeOffset="-182422.446">5312 2977 25349,'0'0'1595,"0"0"-620,0 0-123,0 0-47,0 20-228,-10 131-11,-27-41-402,25-80-151,1 0 0,1 1 0,2 0 0,1 1 0,1 0 0,2 0 1,1 0-14,3-29-1,1-1 1,-1 1-1,0 0 0,1-1 1,-1 1-1,1-1 1,0 1-1,0-1 1,0 0-1,0 1 1,0-1-1,1 0 1,-1 0-1,0 1 1,1-1-1,0 0 0,0-1 1,-1 1-1,1 0 1,0 0-1,0-1 1,1 1-1,-1-1 1,0 0-1,0 0 1,1 0-1,-1 0 1,1 0-1,-1 0 0,1 0 1,-1-1-1,1 0 1,1 1 0,98 0-9,-84-2 5,195-39 51,-210 41-42,-1 0 1,0 0 0,0 1-1,0-1 1,0 1-1,-1-1 1,1 1 0,0 0-1,-1 0 1,1 0 0,-1 0-1,1 0 1,-1 0-1,0 0 1,0 0 0,0 1-1,0-1 1,0 0 0,-1 1-1,1-1 1,-1 1-1,1-1 1,-1 0 0,0 1-1,0-1 1,0 1 0,0-1-1,-1 1 1,1-1-1,-1 1 1,1-1 0,-1 0-1,0 1 1,0-1 0,0 0-1,0 1-5,0 5 24,-7 23 17,0-1-1,-3-1 0,0 1 0,-2-2 1,0 1-1,-3-2 0,0 0 1,-1-1-1,-2-1 0,-7 7-40,-19 23-21,-3-2 1,-2-3-1,-3-2 0,-14 9 21,52-44-268,0-1-1,-1-1 0,-1 0 0,1-2 0,-2 1 0,1-2 0,-1 0 1,-1-1-1,1-1 0,-14 2 269,-15-5-2803</inkml:trace>
  <inkml:trace contextRef="#ctx0" brushRef="#br2" timeOffset="-182157.695">5082 3800 27782,'0'0'1432,"0"0"-432,0 0-487,0 0-193,131 104-160,-72-62-160,-8-9-8,-10-5-1641</inkml:trace>
  <inkml:trace contextRef="#ctx0" brushRef="#br2" timeOffset="-181906.263">3109 5350 27318,'0'0'1067,"0"0"-282,0 0-197,0 0-32,0 0-103,24-7-45,263-91 188,1231-481 400,-1406 540-996,66-25 0,3 8 0,2 8 0,39 0 0,-193 43-2,-51 6-412,-15 0-946,-19-1-2225</inkml:trace>
  <inkml:trace contextRef="#ctx0" brushRef="#br2" timeOffset="-168506.293">2186 3328 27430,'0'0'1624,"3"27"-918,64 433 914,236 952-874,-296-1378-1004,-13-54-317,-2-7 209,-14-39-1816,-2-6-2678</inkml:trace>
  <inkml:trace contextRef="#ctx0" brushRef="#br2" timeOffset="-167832.72">2033 4774 26886,'0'0'3032,"0"0"-2800,0 0-96,0 0 105,0 0-33,168-122-208,-80 43-72,-13 14-553,-14 10-1519</inkml:trace>
  <inkml:trace contextRef="#ctx0" brushRef="#br1" timeOffset="-145410.071">10226 5350 29566,'0'0'763,"0"0"-224,0 0-91,-3-19-19,-18-153 137,20 164-548,1 0-1,-1 0 1,0 0 0,-1 1-1,0-1 1,0 0 0,-1 1-1,0 0 1,0-1 0,0 1-1,-1 1 1,0-1 0,-1 0-1,1 1 1,-1 0 0,0 0-1,-1 0 1,0 1 0,0 0-1,0 0 1,0 0 0,-1 1-1,1 0 1,-8-3-18,5 5 2,0 0-1,-1 1 1,1 0-1,-1 0 1,1 1-1,-1 0 1,1 1-1,-1 0 1,1 1-1,0 0 1,0 0-1,0 1 1,0 0-1,0 1 1,0 0-1,1 0 1,0 1-1,0 0 1,0 0-1,0 1 1,1 0-1,0 0 1,-3 4-2,-9 9-1,0 1 1,2 2 0,0-1-1,1 2 1,1 0-1,2 1 1,-7 16 0,1 6 0,3 1 0,2 0 0,3 1 0,1 1 0,2 0 0,3 0 0,1 0 0,3 1 0,2-1 0,4 26 0,-5-64 0,0 0 0,1 0 0,0 0 0,0 0 0,1 0 0,1-1 0,0 1 0,0-1 0,1 0 0,0 0 0,1 0 0,0 0 0,1-1 0,0 1 0,0-2 0,1 1 0,0-1 0,1 0 0,-1 0 0,2-1 0,-1 0 0,1 0 0,0-1 0,0 0 0,1-1 0,-1 0 0,4 1 0,-2-3 0,-1 1 0,1-2 0,-1 1 0,1-1 0,0-1 0,0 0 0,0-1 0,0 0 0,0 0 0,0-1 0,0-1 0,0 0 0,-1 0 0,1-1 0,-1 0 0,1-1 0,-1 0 0,0-1 0,0 0 0,-1 0 0,0-1 0,0-1 0,0 1 0,-1-2 0,0 1 0,0-1 0,-1 0 0,7-8 0,6-10 0,-1 0 1,-1-1-1,-2-1 0,0 0 1,-2-1-1,-1-1 0,-1 0 1,-2-1-1,-1 0 1,-2 0-1,2-16 0,4-51-16,-4 0 0,-5 0 0,-4-13 16,5 131-3030,1 3-3242</inkml:trace>
  <inkml:trace contextRef="#ctx0" brushRef="#br1" timeOffset="-145149.898">11019 5899 31679,'0'0'1088,"0"0"-1088,0 0 0,0 0 0,0 0 0,0 0 0,0 0 0,77 10 0,-61-6 0,-8-4-2048</inkml:trace>
  <inkml:trace contextRef="#ctx0" brushRef="#br1" timeOffset="-144571.15">13185 4654 27662,'0'0'2312,"0"0"-1839,0 0 15,-42 103 96,21-36-40,-6 23-160,5 1-96,3 2-256,5 2-32,10-14 0,2 7 0,2-3 0,17 10-392,10-24-712,3-24-1825</inkml:trace>
  <inkml:trace contextRef="#ctx0" brushRef="#br1" timeOffset="-144194.813">14529 5238 30847,'0'0'932,"0"0"-611,-8-18-193,-39-122 214,3 18-300,42 119-46,-1-1 1,1 0 0,-1 1-1,0-1 1,0 1 0,-1 0-1,1 0 1,-1 0 0,0 0 0,1 1-1,-1-1 1,0 1 0,0 0-1,-1 1 1,1-1 0,0 0-1,-1 1 1,1 0 0,-1 0-1,1 1 1,-1-1 0,1 1 0,-1 0-1,1 0 1,-1 0 0,-3 2 3,-6 2-2,0 2 0,0 0 0,1 1 0,0 0 1,0 1-1,1 0 0,0 1 0,0 0 0,1 1 1,0 1-1,1-1 0,0 2 0,1-1 0,0 1 1,1 1-1,0 0 0,-4 10 2,4-10-2,1 1 1,0-1 0,1 1-1,1 1 1,0-1-1,1 1 1,1-1-1,0 1 1,1 0-1,0 0 1,1 11 1,1-22-2,0 0 0,1 0 0,-1 0 0,1 0-1,0 0 1,0 0 0,0 0 0,0 0 0,1-1 0,-1 1 0,1 0 0,0-1 0,0 1 0,1-1-1,-1 0 1,1 0 0,-1 0 0,1 0 0,0 0 0,0-1 0,1 1 0,-1-1 0,0 0 0,1 0-1,-1 0 1,1 0 0,0-1 0,-1 1 0,1-1 0,0 0 0,3 1 2,132 6-56,-112-13-185,-1-1 1,0-1 0,0-1 0,-1-1 0,0-2 0,0 0 0,-1-2 0,-1 0 0,0-2 0,12-10 240,-7 6-1063,57-37-5690</inkml:trace>
  <inkml:trace contextRef="#ctx0" brushRef="#br1" timeOffset="-143893.416">15416 4883 30495,'0'0'728,"0"0"-336,0 0 208,-39 144-160,35-95-328,1 1-112,3-1 0,0 0 0,9 16-320,7-11-832,-3-13-1657</inkml:trace>
  <inkml:trace contextRef="#ctx0" brushRef="#br1" timeOffset="-143592.149">16578 4735 31071,'0'0'1680,"0"0"-1664,-22 162-16,3-48 0,-1 24 0,0 6 0,9-27 0,0-25 0,5-40-696,1-27-3409</inkml:trace>
  <inkml:trace contextRef="#ctx0" brushRef="#br1" timeOffset="-146554.761">7274 5696 24837,'0'0'4499,"0"0"-3252,0 0-982,0 0 118,23-3 45,158-26 53,-79 9-555,0 5 1,1 5-1,88 2 74,-184 8-108,46-16-4054,-51 2-2322</inkml:trace>
  <inkml:trace contextRef="#ctx0" brushRef="#br1" timeOffset="-146292.126">7659 5153 28766,'0'0'1400,"0"0"-1079,0 0-89,0 0 320,-24 150-32,24-81-136,0 4-120,7 4-48,8-2-104,3-8-112,1-4 0,1-8 0,-2-5 0,-5-3 0,9 14 0,2-11-336,-11-13-1256</inkml:trace>
  <inkml:trace contextRef="#ctx0" brushRef="#br1" timeOffset="-142189.87">7543 6364 25125,'0'0'2182,"0"0"-1164,0 0-319,20-1-107,122-7 253,246 9 345,87 82-909,-321-69-207,1-7-1,0-7 0,0-7 1,95-18-74,-17-4 18,1 11 1,102 10-19,574 2 0,334-7-176,-839 29 171,163 38 5,-318-27-3,233-7 3,678 8-4,77 19 23,-1029-49-7,18-1-13,1 10-1,0 11 2,-213-17-38,80 27-666,-99-25 311,-70-3-1804,25-7-1833</inkml:trace>
  <inkml:trace contextRef="#ctx0" brushRef="#br1" timeOffset="-140746.849">13450 7075 27310,'0'0'2592,"0"0"-2071,0 0-361,0 0 376,-41 102 24,25-37-152,-3 14-128,-1 10-128,0 4-88,3 1-56,3 1-8,8-6-240,6 5-344,2-24-712,13-27-2793</inkml:trace>
  <inkml:trace contextRef="#ctx0" brushRef="#br1" timeOffset="-140367.123">14478 7601 29870,'0'0'1826,"0"0"-1303,3-19-430,16-128 229,-2-27-196,-18 171-131,0 0-1,0 0 1,-1 0 0,1 0-1,-1 0 1,0 0-1,0 0 1,0 1-1,0-1 1,0 0 0,0 1-1,-1 0 1,1 0-1,-1 0 1,0 0-1,1 0 1,-1 0 0,0 0-1,0 1 1,0 0-1,-1 0 1,1-1-1,0 2 1,0-1 0,-1 0-1,1 1 1,0-1-1,-1 1 1,1 0-1,0 0 1,-1 1 0,1-1-1,0 1 1,-1-1-1,1 1 1,0 0-1,0 0 1,0 0 0,0 1-1,0-1 1,-1 2 5,-10 4-4,0 2 1,1 0 0,0 0-1,1 1 1,0 1 0,0 0 0,1 1-1,1 0 1,0 0 0,0 1 0,2 0-1,-1 1 1,1 1 3,-5 7-3,0 0-1,1 0 1,2 1 0,0 1 0,2 0-1,0 0 1,2 1 0,0-1-1,2 1 1,1 1 0,1-1 0,1 0-1,1 18 4,1-41-1,-1 1-1,1-1 0,0 0 1,-1 0-1,1 0 1,0 0-1,0 0 0,0 0 1,1 0-1,-1-1 0,0 1 1,1 0-1,-1-1 1,1 1-1,-1-1 0,1 1 1,0-1-1,0 0 1,0 1-1,0-1 0,0 0 1,0 0-1,0-1 0,0 1 1,0 0-1,0-1 1,0 1-1,0-1 0,1 0 1,-1 1-1,0-1 1,0 0-1,0 0 0,1-1 1,0 1 1,83-20 8,198-141-354,-168 93-467,-12 6-1026</inkml:trace>
  <inkml:trace contextRef="#ctx0" brushRef="#br1" timeOffset="-140064.669">15798 7272 28790,'0'0'2305,"0"0"-2081,0 0-136,0 0 40,0 0 344,-26 142-16,17-93-272,2 4-128,-4 3-40,0-5-16,5-6-40,6-5-264,0-15-528,15-15-1649</inkml:trace>
  <inkml:trace contextRef="#ctx0" brushRef="#br1" timeOffset="-139802.16">16754 7211 30511,'0'0'1304,"0"0"-864,-7 122 72,-4-57-512,-2 10 0,0 8 0,0 2 0,-7 19 0,7-19-96,0-26-3625</inkml:trace>
  <inkml:trace contextRef="#ctx0" brushRef="#br1" timeOffset="-134958.882">7835 6895 26998,'0'0'4145,"0"0"-3705,0 0-112,0 0 176,0 0-152,0 0-352,-46 146 0,37-77 0,0 12 0,-2 4 0,-2 6 0,-2 1 0,-1-1 0,3 25 0,4-21 0,7-16-1736</inkml:trace>
  <inkml:trace contextRef="#ctx0" brushRef="#br1" timeOffset="-135650.51">6064 7055 24725,'0'0'1246,"0"0"192,0 0 810,0 0-1166,0 0-508,-5 0-72,-19 0 341,40 14-734,26 16-109,1-2 0,2-1 0,0-3 0,2-2 0,1-2 0,28 8 0,118 53 0,-117-26 0,-78-53 0,1 0 0,-1 0 0,0-1 0,1 1 0,-1 0 0,0 0 0,0-1 0,0 1 0,0-1 0,-1 1 0,1-1 0,0 1 0,-1-1 0,1 1 0,-1-1 0,1 0 0,-1 0 0,0 0 0,1 0 0,-1 0 0,0 0 0,0-1 0,0 1 0,0-1 0,1 1 0,-1-1 0,0 1 0,0-1 0,0 0 0,-8 3 0,-84 35-14,-1-4 0,-2-4 0,-1-5 1,-2-4-1,-34 0 14,149-38-2649,9-5-2267</inkml:trace>
  <inkml:trace contextRef="#ctx0" brushRef="#br1" timeOffset="-135257.93">6660 6925 29990,'0'0'959,"0"0"-592,0 0-46,0 0 86,24 0-105,5-2-234,113 18 138,-100-2-189,-1 2-1,-1 2 0,0 1 1,-2 2-1,0 2 0,-1 2 0,-2 1 1,0 1-1,6 10-16,-40-36 0,1 0 0,-1 1 0,0-1 0,0 1 0,1-1 0,-1 1 0,0-1 0,0 1 0,-1 0 0,1-1 0,0 1 0,0 0 0,-1 0 0,1 0 0,-1 0 0,0-1 0,1 1 0,-1 0 0,0 0 0,0 0 0,0 0 0,-1 0 0,1 0 0,0 0 0,-1 0 0,1-1 0,-1 1 0,1 0 0,-1 0 0,0 0 0,0-1 0,0 1 0,0 0 0,0-1 0,0 1 0,-1-1 0,1 0 0,0 1 0,-1-1 0,0 1 0,-71 50 0,56-42 0,-308 194-3,324-204-5,-3 2-147,0 1 1,0 0-1,0 0 0,0 0 1,1 0-1,-1 1 0,1-1 1,0 1-1,0 0 0,0 0 1,1 0-1,-1 0 0,1 0 1,0 1-1,0-1 0,0 1 0,0 3 155,1 2-3744</inkml:trace>
  <inkml:trace contextRef="#ctx0" brushRef="#br1" timeOffset="-141406.089">10513 7447 23845,'0'0'5209,"0"0"-3700,0 0-1007,0 0-44,0 0-58,-9-22-164,-42-128 0,50 144-223,0-1 0,0 1 1,-1 0-1,0-1 0,0 1 1,-1 0-1,1 0 0,-1 0 1,-1 0-1,1 1 0,-1-1 0,0 1 1,0 0-1,-1 0 0,1 0 1,-1 1-1,0-1 0,0 1 0,-1 1 1,1-1-1,-1 1 0,0 0 1,0 0-1,0 0 0,0 1 0,-1 0 1,-2 0-14,-2 1-1,0 1-1,-1 0 1,1 1 0,0 0 0,0 1 0,0 0 0,0 1 0,0 0 0,0 1 0,1 0 0,-1 1-1,1 0 1,1 0 0,-1 1 0,1 1 0,0-1 0,0 2 0,0-1 0,-1 3 1,-14 14-20,0 2 0,2 0 0,1 2-1,1 0 1,-11 23 20,16-27-11,2 1 0,1 0 0,1 1 0,1 0 0,1 1-1,1 0 1,2 0 0,1 1 0,1-1 0,1 1 0,1 0 0,2 1-1,1-1 1,4 24 11,-5-45-3,1 0-1,0 0 1,0 0-1,0 0 0,1 0 1,1 0-1,-1 0 1,1-1-1,0 1 1,0-1-1,1 0 1,0 0-1,0 0 0,0 0 1,1-1-1,0 0 1,0 0-1,0 0 1,0 0-1,1-1 1,0 0-1,0 0 0,0-1 1,1 1-1,-1-1 1,1-1-1,-1 1 1,1-1-1,0 0 1,0-1-1,0 0 0,0 0 1,0 0-1,0-1 1,0 0-1,1 0 1,-1-1-1,0 0 1,0 0-1,0-1 0,0 1 1,-1-2-1,1 1 1,0-1-1,4-3 4,206-196-313,-153 138-483,-7 6-1229</inkml:trace>
  <inkml:trace contextRef="#ctx0" brushRef="#br1" timeOffset="-141152.817">10833 7692 11258,'0'0'19213,"0"0"-18477,0 0-328,0 0 88,136 71-216,-92-61-48,0 2-232,15 9-80,-13 1-1160,-9-6-969</inkml:trace>
  <inkml:trace contextRef="#ctx0" brushRef="#br1" timeOffset="-132621.451">10559 7449 11939,'0'0'12097,"0"0"-9189,0 0-2458,0 0 415,0 0 604,-2-6-944,-9-62 481,3 79-686,-67 190-1291,53-157-2543</inkml:trace>
  <inkml:trace contextRef="#ctx0" brushRef="#br0" timeOffset="-23717.65">9009 5282 26614,'0'0'2051,"0"0"-998,0 0-342,0 0-168,0 0-112,0-17-54,0-55-89,0 60-268,-1 0 0,0 0 0,-1 0 0,0 1 0,-1-1 0,-1 1 0,0-1 0,0 1 0,-1 0 0,0 1 0,-1-1 0,0 1 0,-1 0 0,0 1 0,-1 0 0,0 0 0,0 0 0,-1 1 0,0 0 0,0 1-1,-1 0 1,0 0 0,0 1 0,0 1 0,-1-1 0,0 2 0,0-1 0,0 2 0,-1-1 0,1 2 0,-1-1 0,0 2 0,0 0 0,0 0 0,-5 1-20,10 1 0,-1 0 0,0 1 0,1 0 0,-1 1 0,1 0 0,0 0 0,0 0 0,0 1 0,0 0 0,1 0 0,0 1 0,-1 0 0,2 0 0,-1 0 0,0 1 0,1-1 0,0 1 0,1 1 0,-3 2 0,-70 138 0,56-96 0,1 1 0,3 0 0,3 2 0,1-1 0,3 2 0,3 0 0,1 0 0,4 0 0,3 52 0,1-84 0,2 1 0,0-1 0,1 1 0,2-1 0,0-1 0,2 1 0,0-2 0,1 1 0,1-1 0,2-1 0,0 0 0,0 0 0,2-2 0,4 4 0,-14-18 0,0 0 0,0 0 0,1 0 0,-1-1 0,1 0 0,0 0 0,0-1 0,0 0 0,0 0 0,0 0 0,1 0 0,-1-1 0,1 0 0,-1-1 0,1 1 0,-1-1 0,0-1 0,1 1 0,-1-1 0,1 0 0,-1-1 0,0 1 0,1-1 0,-1 0 0,0-1 0,0 1 0,-1-1 0,1-1 0,-1 1 0,1-1 0,-1 0 0,0 0 0,0-1 0,22-21 0,-2-1 0,0-2 0,-2 0 0,-2-2 0,0 0 0,-2-1 0,-2-1 0,-1-1 0,-1 0 0,-2-1 0,-2-1 0,-1 0 0,-1 0 0,-2-1 0,0-19 0,-4 27 0,-1 0 0,-1 0 0,-1-1 0,-2 1 0,-1 0 0,-1 0 0,-2 0 0,-1 1 0,-1 0 0,-1 0 0,-1 1 0,-14-24 0,-30-37-5,39 100-1545,10 13-1360</inkml:trace>
  <inkml:trace contextRef="#ctx0" brushRef="#br0" timeOffset="-22771.774">8928 7633 28798,'0'0'1310,"0"0"-547,0 0-341,0 0-35,0 0-37,-9-20-92,-67-147 118,69 154-368,1 0 0,-1 1 0,-1-1 0,0 2 0,-1-1 0,0 1 0,-1 0 0,0 1-1,-1 0 1,0 1 0,-1 0 0,1 0 0,-2 1-8,9 6 0,-1 0 0,1 1 0,-1-1 0,0 1 0,1 0 0,-1 0 0,0 0 0,0 1 0,1-1 0,-1 1 0,0 1 0,0-1 0,0 1 0,1-1 0,-1 1 0,0 1 0,1-1 0,-1 1 0,1-1 0,-1 1 0,1 1 0,0-1 0,0 0 0,0 1 0,0 0 0,0 0 0,0 0 0,1 1 0,-2 2 0,-83 116 0,73-96 0,0 1 0,2 0 0,2 1 0,0 0 0,2 1 0,1 0 0,1 0 0,1 1 0,2 0 0,1 0 0,1 0 0,2 0 0,1 0 0,2 0 0,0 0 0,2 0 0,1 0 0,2-1 0,1 0 0,1-1 0,1 0 0,2 0 0,0-1 0,2-1 0,1-1 0,1 0 0,20 22 0,-31-41 0,0 0 0,1 0 0,-1-1 0,1 0 0,0 0 0,1 0 0,-1-1 0,1 0 0,0-1 0,0 0 0,0 0 0,1-1 0,-1 1 0,1-2 0,-1 1 0,1-2 0,0 1 0,-1-1 0,1 0 0,-1-1 0,1 1 0,0-2 0,-1 1 0,1-2 0,-1 1 0,0-1 0,0 0 0,0 0 0,0-1 0,-1 0 0,1-1 0,-1 0 0,4-3 0,12-14 0,-1-1 0,-1 0 0,-1-2 0,-2 0 0,0-2 0,-1 0 0,-2 0 0,-1-2 0,-1 0 0,-2 0 0,-1-1 0,-1 0 0,-1-1 0,-2 0 0,-1 0 0,-1 0 0,-2-1 0,-1 0 0,-2 1 0,-1-1 0,-2-1 0,0 8 0,-1 0 0,-1 0 0,-1 0 0,-1 1 0,-2 0 0,0 1 0,-1 0 0,-15-21 0,26 45 0,0 0 0,0 0 0,0 0 0,-1-1 0,1 1 0,0 0 0,-1 0 0,1 0 0,-1 0 0,1-1 0,-1 1 0,1 0 0,-1 0 0,0-1 0,1 1 0,-1 0 0,0-1 0,0 1 0,1-1 0,-1 1 0,0-1 0,0 1 0,0-1-1,0 0 1,0 1 0,1-1 0,-1 0 0,0 0 0,0 0 0,0 1 0,0-1 0,0 0 0,0 0 0,0 0 0,0-1 0,0 1 0,0 0 0,0 0 0,1 0 0,-1-1 0,0 1 0,0 0 0,0-1 0,0 1 0,0-1 0,1 1 0,-1-1 0,0 1 0,0-1 0,1 0 0,-1 1 0,1-1 0,-1 0 0,0 0 0,1 1 0,-1-1 0,1 0 0,0 0 0,-1 0 0,1 0 0,0 1 0,-1-1 0,1 0 0,0 0 0,0-1 0,-20 114-1607,7-55-1114</inkml:trace>
  <inkml:trace contextRef="#ctx0" brushRef="#br2" timeOffset="213371.942">10445 200 9602,'0'0'6037,"-16"17"-194,-120 110-3142,64-95-24242,50-25 18089,1 1 4909,-50 29-524,65-27 7951,1 15-2402,5-22 1400,-2-4-7813,0 1 0,-1-1-1,1 1 1,0-1 0,0 1 0,0 0 0,0 0-1,0 0 1,0 0 0,0 0 0,-1 0 0,1 1 0,0-1-1,0 1 1,0-1 0,0 1 0,0 0 0,0 0-1,0 0 1,0 0 0,1 0 0,-1 0 0,0 1-1,1-1 1,-1 0 0,0 1 0,1 0 0,0-1 0,-1 1-1,1 0 1,0-1 0,0 1 0,0 0 0,0 0-1,0 0 1,0 0 0,0 2-69,0-3 9,-20 29-985,-4-2-2410</inkml:trace>
  <inkml:trace contextRef="#ctx0" brushRef="#br2" timeOffset="214091.843">10114 5 23189,'0'0'2390,"0"0"90,0 0-1437,0 0-548,0 0-82,0 0-50,-4-3-129,2 2-221,2 1-10,0 1 0,1-1 0,-1 1 0,0-1 0,1 1 0,-1-1 0,0 1 0,0-1 0,1 1 0,-1-1 0,0 1 0,0 0 0,0-1 0,0 1 0,0-1 0,0 1 0,0 0 0,0-1 0,0 1 0,0-1 0,0 1 0,0-1 0,-1 1 0,1 0 0,0-1 1,0 1-1,-1-1 0,1 1 0,0-1 0,0 1 0,-1-1 0,1 1 0,-1-1 0,1 0 0,0 1 0,-1-1 0,1 1 0,-1-1 0,1 0 0,-1 1 0,1-1 0,-1 0 0,1 0 0,-1 0 0,0 1 0,1-1 0,-1 0 0,1 0 0,-1 0 0,1 0 0,-1 0 0,0 0 0,1 0 0,-1 0 0,1 0 0,-1 0 0,0 0 0,1 0 0,-1 0 0,1-1 0,-1 1 0,1 0 0,-1 0 0,1-1 0,-1 1-3,1 1068 981,0-1066-1685,0-4-917,0-11-1533</inkml:trace>
  <inkml:trace contextRef="#ctx0" brushRef="#br2" timeOffset="214399.774">9810 788 26942,'0'0'2087,"-2"16"-1299,2-10-761,-2 22 187,1-1 0,1 0 0,1 1 0,1-1 0,2 0 0,5 19-214,33 77 314,6-3 0,4-2 0,12 9-314,-59-117 13,-5-8 0,0 1 0,0 0 0,1-1 0,-1 1 0,1-1 0,-1 1 0,1-1 1,0 1-1,0-1 0,0 1 0,1-1 0,-1 0 0,0 1 0,1-1 0,-1 0 0,1 0 0,0 0 1,0 0-1,0 0 0,0-1 0,0 1 0,0-1 0,0 1 0,1-1 0,-1 0 0,0 0 0,1 0 1,-1 0-1,1 0 0,0 0 0,-1-1 0,1 1 0,-1-1 0,1 0 0,0 0 0,-1 0 0,1 0 1,0 0-1,-1 0 0,1-1 0,-1 1 0,1-1 0,0 0 0,-1 0 0,1 0-13,7-13 12,1-1-1,-2 0 0,0-1 0,-1 0 0,0-1 1,-1 1-1,-1-1 0,0-6-11,2 0 5,100-307-592,-73 183-3652,-23 73-9035</inkml:trace>
  <inkml:trace contextRef="#ctx0" brushRef="#br1" timeOffset="142699.4">10590 3392 30398,'0'0'857,"0"0"-617,0 0-176,0 0 304,0 0-32,0 0-192,0 0-96,61 59-32,-45-43-16,-10-3-264,-4-3-856,-2-8-4834</inkml:trace>
  <inkml:trace contextRef="#ctx0" brushRef="#br1" timeOffset="141547.103">9895 2462 1904,'0'0'9466,"0"0"-4384,0 0-3274,0 0-1312,0 0-496,0 0-864,-7-11-3521</inkml:trace>
  <inkml:trace contextRef="#ctx0" brushRef="#br1" timeOffset="142382.186">9895 2462 11602,'14'10'336,"44"43"15752,-63-86-11558,-18-81-4319,19 109-211,0-1 0,-1 1 0,0 0 0,0 0 0,0 0 0,0 0 0,-1 1 0,0 0 0,0 0 0,0 1 0,0 0 0,-1 0 0,1 0 0,-1 1 0,0 0 0,0 0 0,0 1 0,0 0 0,0 0 0,0 0 0,0 1 0,0 0 0,-1 1 0,-2-2 0,0 1 0,1 1 0,-1 0 0,0 0 0,1 1 0,0 0 0,-1 1 0,1 0 0,0 1 0,0-1 0,1 2 0,-1-1 0,1 1 0,0 1 0,0-1 0,0 1 0,1 1 0,-14 12 0,1 2 0,1 0 0,0 1 0,2 1 0,1 1 0,1 0 0,1 1 0,1 1 0,1 0 0,-5 17 0,-72 280 0,87-318 0,-3 19 0,-18 72 0,4 0 0,4 2 0,5 0 0,3 18 0,7-108 0,1 0 0,0-1 0,0 1 0,1 0 0,0-1 0,0 1 0,0-1 0,1 1 0,0-1 0,1 0 0,0 0 0,0-1 0,0 1 0,1-1 0,0 0 0,0 0 0,1 0 0,-1-1 0,1 0 0,0 0 0,1 0 0,-1-1 0,1 0 0,0 0 0,0-1 0,0 1 0,1-2 0,-1 1 0,1-1 0,-1 0 0,1-1 0,0 0 0,0 0 0,0 0 0,-1-1 0,1 0 0,14-1 0,0 0 0,0-1 0,0-1 0,0-2 0,0 0 0,-1-1 0,0-1 0,-1-1 0,1 0 0,-1-2 0,-1 0 0,0-2 0,-1 0 0,0-1 0,0-1 0,-2 0 0,0-1 0,4-6 0,9-10 0,-2-1 0,-1-1 0,-1-1 0,-3-1 0,0-1 0,-2-1 0,-2-1 0,-2-1 0,3-12 0,-5 1 0,-2 0 0,-3-1 0,-1-1 0,-3 0 0,-2 0 0,-3 0 0,-2-17 0,2 54 0,0 1 0,-1-1 0,-1 1 0,0-1 0,-1 1 0,-1 0 0,0 0 0,-1 0 0,0 0 0,-1 1 0,0 0 0,-2 0 0,1 1 0,-1 0 0,-1 0 0,0 1 0,-1 0 0,0 0 0,0 1 0,-1 1 0,-1 0 0,0 0 0,0 1 0,0 1 0,-1 0 0,0 0 0,-1 2 0,1-1 0,-1 2 0,0 0 0,0 0 0,0 2 0,-13-2 0,23 3 0,-1-1 0,0 1 0,1 1 0,-1-1 0,0 1 0,0-1 0,0 2 0,0-1 0,0 0 0,1 1 0,-1 0 0,0 0 0,0 0 0,1 1 0,-1-1 0,1 1 0,-1 0 0,1 1 0,0-1 0,0 1 0,0 0 0,0 0 0,0 0 0,1 0 0,-1 1 0,1-1 0,0 1 0,0 0 0,0 0 0,0 0 0,1 0 0,0 1 0,0-1 0,0 1 0,0-1 0,1 1 0,0 0 0,-1 4-113,1-1 1,0 1-1,1-1 0,0 1 0,1-1 1,0 0-1,0 1 0,0-1 0,1 0 1,1 1-1,-1-1 0,1 0 0,0-1 1,1 1-1,0 0 113,22 29-2510</inkml:trace>
  <inkml:trace contextRef="#ctx0" brushRef="#br2" timeOffset="163326.154">8304 3851 23437,'0'0'2338,"0"0"-1086,0 0-658,0 0-185,0 0 127,0 0 638,13 4-502,108 16 855,-58-24-1240,0-2 0,-1-3 0,49-14-287,140-17-33,474 35 33,88-3 0,-720-2 0,-110-8-16,-8 7-277,-6-1-870</inkml:trace>
  <inkml:trace contextRef="#ctx0" brushRef="#br1" timeOffset="-158280.723">9899 2269 26110,'0'0'1465,"0"0"-818,0 0-428,0 0-109,0 0 73,-19-8 2404,11 7-2546,1 0 0,-1 0 0,0 1 1,1 0-1,-1 0 0,0 1 0,1 0 0,-1 0 0,1 1 0,0 0 0,-1 0 0,1 1 0,0 0 0,0 0 0,0 1 0,1 0 0,-1 0 0,1 0 0,0 1 0,0 0 0,1 0 0,-1 0 0,1 1 0,0 0 0,1 0 0,-1 0 0,0 2-40,-14 12 125,-2 5-101,1 1-1,1 1 1,2 1 0,1 0-1,1 1 1,1 1-1,2 0 1,-8 30-25,-15 30 14,-44 111-14,62-81 0,36-122-2324,-3-14-1289</inkml:trace>
  <inkml:trace contextRef="#ctx0" brushRef="#br1" timeOffset="-157836.163">9634 2447 29158,'0'0'1366,"0"0"-905,0 0-317,0 0 58,0 0 44,-11 19-87,-36 67-87,8 53 151,-111 287 513,141-268-736,38-38-17,-29-120-17,1 1 1,0-1-1,0 0 1,0 1-1,0-1 1,0 0-1,0 0 1,0 1-1,0-1 1,0 0-1,0 0 1,0 0 0,0 0-1,0 0 1,0 0-1,0-1 1,0 1-1,0 0 1,0 0-1,0-1 1,0 1-1,0-1 1,0 1-1,0-1 1,0 1-1,-1-1 1,1 1 0,0-1-1,0 0 1,-1 1-1,1-1 1,0 0-1,-1 0 1,1 1-1,0-1 1,-1 0-1,0 0 1,1 0-1,-1 0 1,1 0-1,-1 0 34,20-31-2055,0-8-2262</inkml:trace>
  <inkml:trace contextRef="#ctx0" brushRef="#br1" timeOffset="-157221.419">9516 2652 28542,'0'0'739,"0"0"-324,0 0 3,0 0 69,0 0-119,-10 23-128,-33 76-72,-16 130 605,42-156-619,2-1 0,4 2 1,3 0-1,2 45-154,5-88 0,0-21 0,1 1 0,-1-1 0,2 1 0,-1 0 0,2-1 0,-1 1 0,1-1 0,1 0 0,0 0 0,0 0 0,4 8 0,66 17 0,-40-26 0,-29-7 0,0 0 0,1 0 0,-1 0 0,1-1 0,0 0 0,-1 0 0,1-1 0,0 1 0,0-1 0,-1 0 0,1 0 0,0 0 0,0-1 0,-1 0 0,1 0 0,0 0 0,-1 0 0,1-1 0,-1 1 0,1-1 0,-1-1 0,1 1 0,106-21 0,-27-34 0,-63 37 0,1-1-125,0-2 1,-2 0-1,-1-2 0,-1 0 1,-1-1-1,7-16 125,-9 17-739,15-25-1767</inkml:trace>
  <inkml:trace contextRef="#ctx0" brushRef="#br1" timeOffset="-156655.315">9838 2376 23885,'0'0'4477,"0"0"-2974,0 0-927,0 0-114,0 0-113,0 0-174,2 3-70,21 23 137,-1 1 0,-1 0 1,-2 2-1,-1 0 0,10 23-242,-23-35-42,0 0 1,-2 0-1,0 0 1,-1 0-1,-1 1 1,0-1-1,-2 1 1,0-1-1,0 0 1,-2 1-1,0-1 0,-1 0 1,-1-1-1,0 1 1,-2-1-1,1 0 1,-2 0-1,0-1 1,-1 0-1,-9 11 42,-17 29-2034</inkml:trace>
  <inkml:trace contextRef="#ctx0" brushRef="#br1" timeOffset="-155316.343">10013 2342 25037,'0'0'1697,"0"0"-753,0 0-337,0 0 45,0 0-124,0 0-203,-12 2 882,49 86-660,-21-44-491,-3 0 1,-1 1-1,-2 1 0,-2 0 0,-3 0 0,1 46-56,-6 19-1149,0-67-745</inkml:trace>
  <inkml:trace contextRef="#ctx0" brushRef="#br0" timeOffset="-25998.677">8468 2571 12979,'0'0'4923,"0"0"929,0 0-2895,0 0-1659,0 0-442,0 0-157,1-12 1937,0-45-2398,0 53-231,-1 1 0,0-1 1,0 0-1,-1 1 0,1-1 1,-1 0-1,0 1 0,0-1 1,0 1-1,0-1 1,0 1-1,-1 0 0,0-1 1,1 1-1,-1 0 0,0 0 1,-1 0-1,1 0 0,-1 1 1,1-1-1,-1 1 1,0-1-1,0 1 0,0 0 1,0 0-1,0 0 0,-3-1-7,-3-2 6,0 0 0,-1 1 0,0 0 0,0 1 0,0 0 0,0 1 0,0 0 0,-1 0 0,1 1 0,-1 0 0,1 1 0,-1 0 0,1 1-1,-1 0 1,1 1 0,0 0 0,0 0 0,-1 1 0,2 0 0,-1 1 0,0 0 0,-6 5-6,-12 16 0,2 0 0,1 3 0,1 0 0,1 1 0,1 1 0,2 1 0,1 1 0,2 0 0,1 2 0,1 0 0,-1 11 0,4-19 0,2-1 0,1 1 0,1 1 0,1-1 0,2 2 0,0-1 0,2 0 0,1 1 0,1-1 0,2 1 0,0 0 0,2-1 0,1 0 0,1 1 0,2-2 0,4 13 0,-4-19 0,2 0 0,0-1 0,1 0 0,1 0 0,0-1 0,2-1 0,0 0 0,1 0 0,0-1 0,2-1 0,0-1 0,0 0 0,1-1 0,1-1 0,0 0 0,1-2 0,0 0 0,0-1 0,1-1 0,1 0 0,-1-2 0,1-1 0,0 0 0,2-1 0,-12-3 0,0-1 0,1-1 0,-1 0 0,0 0 0,0-1 0,0 0 0,0-1 0,-1 0 0,1-1 0,-1 0 0,1-1 0,-2 0 0,1-1 0,0 0 0,-1 0 0,0-1 0,-1 0 0,7-7 0,7-13 0,-1 0 0,-2-2 0,-1 0 0,-1-2 0,-1 0 0,-2 0 0,-1-2 0,-2 1 0,-1-1 0,-1-1 0,1-17 0,6-22 0,-3-1 0,-3-1 0,-4 0 0,-2-66 0,-6 123 0,-1 0 0,-1 0 0,-1 1 0,0-1 0,-1 1 0,-1 1 0,-1-1 0,0 1 0,-1 0 0,0 1 0,-2 0 0,0 0 0,0 1 0,-1 1 0,-1 0 0,0 0 0,-1 2 0,0-1 0,-1 2 0,0 0 0,-1 1 0,0 0 0,-15-5 0,-20 2 0,44 23-1059,3-5-939</inkml:trace>
  <inkml:trace contextRef="#ctx0" brushRef="#br0" timeOffset="-5697.84">7517 1692 27214,'0'0'2168,"0"0"-1396,-4 29-557,-21 257 141,6 1174 973,24-1284-1412,-5-174 32,0 0-1,-1 0 1,1 0 0,0-1 0,1 1-1,-1 0 1,0 0 0,0 0 0,1-1 0,-1 1-1,1 0 1,0 0 0,-1-1 0,1 1-1,0-1 1,0 1 0,0 0 0,0-1 0,0 0-1,0 1 1,1-1 0,-1 0 0,0 1-1,1-1 1,-1 0 0,1 0 0,-1 0 0,1 0-1,-1-1 1,1 1 0,0 0 0,-1-1-1,1 1 1,0-1 0,0 1 0,-1-1 0,1 0-1,0 0 1,0 0 0,0 0 0,0 0-1,-1 0 1,1 0 0,0-1 51,15-2-2207</inkml:trace>
  <inkml:trace contextRef="#ctx0" brushRef="#br0" timeOffset="-5350.363">7718 1573 29686,'0'0'672,"29"0"-277,257-8-25,564-88 302,-460 89-548,236 31-124,-527-19-6,483 6 24,-570-11-26,-11-1 4,0 1-1,0 0 1,0-1 0,0 1-1,0 0 1,0-1 0,0 1-1,1 0 1,-1 0-1,0 0 1,0 0 0,0 0-1,0 1 1,0-1 0,1 0-1,-1 0 1,0 1 0,0-1-1,0 1 1,0-1-1,0 1 1,0-1 0,0 1-1,0-1 1,0 1 0,0 0-1,-1 0 1,1 0 0,0-1-1,0 1 1,-1 0-1,1 0 1,0 0 0,-1 0-1,1 0 1,-1 0 0,1 0-1,-1 0 1,0 0 0,1 0-1,-1 1 1,0-1 0,0 0-1,0 0 1,0 1 4,0-1-79,0 0 0,0 0 0,0-1 0,0 1 0,0 0 0,-1 0 0,1 0 0,0-1 0,0 1 0,-1 0 0,1 0 0,-1-1 0,1 1 0,-1 0 0,1-1 0,-1 1 1,1 0-1,-1-1 0,1 1 0,-1-1 0,0 1 0,1-1 0,-1 1 0,0-1 0,0 0 0,1 1 0,-1-1 0,0 0 0,0 0 0,0 1 0,1-1 0,-1 0 0,0 0 0,0 0 0,0 0 0,1 0 0,-1 0 0,0 0 0,0 0 1,0 0-1,0-1 0,1 1 0,-1 0 0,0 0 79,-12 0-6152</inkml:trace>
  <inkml:trace contextRef="#ctx0" brushRef="#br0" timeOffset="-5130.911">10443 1494 28166,'0'0'1040,"-18"101"-312,16 15-183,2 72 63,9 40-48,15 29-192,2 1 80,-1-21-312,5-2-80,1-16-56,-5-59-552,-6-44-2329</inkml:trace>
  <inkml:trace contextRef="#ctx0" brushRef="#br0" timeOffset="1512.467">1993 859 29174,'0'0'780,"0"0"-486,0 0-209,28-13-32,181-78 125,-43 48 9,-164 43-191,0-1 1,-1 1 0,1 0 0,-1 0 0,1 0 0,-1 1 0,1-1-1,-1 0 1,1 0 0,-1 1 0,1-1 0,-1 1 0,0 0 0,1-1-1,-1 1 1,0 0 0,1 0 0,-1-1 0,0 1 0,0 0 0,0 0-1,0 1 1,0-1 0,0 0 0,0 0 0,0 0 0,0 1 0,0-1-1,-1 0 1,1 1 0,-1-1 0,1 1 0,-1-1 0,1 1 0,-1-1-1,0 1 1,0-1 0,0 1 0,0-1 0,0 1 0,0-1 0,0 1-1,0-1 1,0 1 0,-1-1 0,1 1 0,-1-1 0,1 1-1,-1-1 1,0 0 0,1 1 0,-1-1 0,0 1 3,-5 16 2,0 0 0,-1-1 1,-1 0-1,0 0 0,-2 0 1,0-1-1,0-1 0,-3 2-2,-8 14 9,-160 230-557,98-157-3387,48-65-6654</inkml:trace>
  <inkml:trace contextRef="#ctx0" brushRef="#br0" timeOffset="1782.213">2136 1258 25822,'0'0'1290,"4"20"-355,33 220 800,-6 37-1616,-32-333-521,4 1 0,1 0 0,4 0 0,5-18 402,37-49 578,-47 118-553,-1 1 1,1-1 0,0 1-1,0 0 1,0-1-1,0 2 1,1-1 0,-1 0-1,1 1 1,0-1 0,-1 1-1,1 0 1,0 0 0,1 1-1,-1-1 1,0 1 0,0 0-1,1 0 1,-1 0 0,0 1-1,1-1 1,-1 1 0,1 0-1,-1 0 1,0 1 0,1 0-1,-1-1 1,2 2-26,-1 2 6,1 0 1,-1 0-1,0 1 0,-1 0 0,1 0 1,-1 0-1,0 1 0,0-1 1,0 1-1,-1 0 0,0 0 1,0 0-1,-1 0 0,0 1 0,0-1 1,0 1-1,-1-1 0,1 1 1,-2 0-1,1 0 0,-1-1 0,0 1 1,0 0-1,-1 0 0,-1 3-6,2-4 2,1-3 0,0 0 0,-1 0 0,1 0 0,-1 0 0,0 0 0,0 0 0,0 0 0,0 0 0,-1-1 0,1 1 1,-1 0-1,0 0 0,1 0 0,-1 0 0,-1-1 0,1 1 0,0 0 0,-1-1 0,1 1 0,-1-1 1,0 0-1,0 1 0,0-1 0,0 0 0,0 0 0,0 0 0,0 0 0,-1-1 0,1 1 0,-1-1-2,2-1-17,-1-1 0,1 0 0,-1 0 0,1 0 0,0 0 0,0 0-1,0 0 1,-1 0 0,1 0 0,0 0 0,0 0 0,0-1-1,1 1 1,-1-1 0,0 1 0,0 0 0,1-1 0,-1 1 0,1-1-1,-1 1 1,1-1 0,0 0 0,-1 1 0,1-1 0,0 1 0,0-1-1,0 0 1,0 1 0,1-1 0,-1 1 0,0-1 0,1 1 0,-1-1-1,1 1 1,0-2 17,-1-6-160,3-80-1551,3 24-3470,7-12-11184</inkml:trace>
  <inkml:trace contextRef="#ctx0" brushRef="#br0" timeOffset="1999.673">2763 682 26582,'0'0'892,"28"-15"-299,100-46-169,-114 55-315,1 0-1,-1 0 0,1 2 1,1 0-1,-1 1 1,0 0-1,1 1 0,-1 1 1,1 0-1,0 1 0,-1 1 1,2 0-109,-13 0 45,-1 0 1,1-1-1,0 2 0,0-1 1,0 0-1,-1 1 1,1-1-1,-1 1 1,1 0-1,-1 0 1,0 1-1,0-1 0,0 1 1,0-1-1,0 1 1,0 0-1,-1 0 1,1 0-1,-1 1 1,0-1-1,0 0 0,0 1 1,-1-1-1,1 1 1,-1 0-1,0 0 1,0-1-1,0 1 1,0 0-1,-1 0 0,1 1-45,-8 128 444,3-115-561,-1 0 1,-1-1-1,-1 1 0,0-1 0,-1 0 1,-1-1-1,-1 0 0,0-1 0,-1 0 1,0 0-1,-2-1 0,1 0 1,-2-1-1,0-1 0,-6 5 117,-17-1-1990,4-13-1780</inkml:trace>
  <inkml:trace contextRef="#ctx0" brushRef="#br0" timeOffset="2380.124">2780 747 24597,'0'0'1650,"2"27"-653,22 194 369,-22-211-1280,-2 6-45,1-1 1,0 1 0,1-1-1,1 1 1,0-1-1,1 0 1,1 0-1,0-1 1,1 1 0,1-1-1,0 0 1,1-1-1,0 0 1,1 0-1,1-1 1,0 0 0,0 0-1,1-1 1,1-1-1,0 0 1,0 0-1,1-1-41,126 36 33,37 22 5,-172-65-24,0 1-1,-1-1 1,1 1-1,-1 0 1,0 0-1,0 1 1,0-1-1,-1 0 1,1 1-1,-1 0 1,1-1-1,-1 1 1,0 0-1,-1 0 1,1 1-1,-1-1 1,0 0-1,0 0 1,0 1-1,0-1 1,-1 0-1,0 1 1,0-1-1,0 0 1,0 1 0,-1-1-1,0 1 1,0-1-1,0 1-13,-63 112 185,44-94-320,-1 0-1,0-2 1,-1-1-1,-2 0 1,0-2-1,-1-1 1,0-1-1,-2-1 0,0-1 1,0-1-1,-1-2 1,-1-1-1,0-1 1,-9 1 135,33-9-14,0 0 0,1 0 1,-1-1-1,0 1 0,0-1 1,0 0-1,0-1 0,1 1 1,-1-1-1,0 0 0,0 0 0,1 0 1,-1-1-1,1 0 0,-1 0 1,1 0-1,0 0 0,-1-1 1,1 1-1,1-1 0,-1 0 1,0 0-1,1-1 0,-1 1 1,1-1-1,0 0 0,0 1 0,0-1 1,1-1-1,0 1 0,0 0 1,0-1-1,0 1 0,0-2 14,-1-8 7,0-1-1,1 0 0,0-1 1,1 1-1,1 0 0,1 0 0,0 0 1,1 0-1,0 0 0,1 0 1,1 0-1,0 1 0,2-1 1,-1 1-1,1 0 0,1 1 1,1-1-1,0 2 0,0-1 1,2 1-1,-1 0 0,1 1 0,1 0 1,0 1-1,1 0 0,0 0 1,0 1-1,1 1 0,0 0 1,1 1-7,3-1 24,0 1 1,0 1-1,1 1 1,0 0-1,0 2 1,0 0 0,1 1-1,-1 0 1,1 2-1,-1 0 1,0 1-1,8 2-24,38 2-893</inkml:trace>
  <inkml:trace contextRef="#ctx0" brushRef="#br0" timeOffset="3155.087">283 5584 26662,'0'0'1049,"0"0"-543,0 0-16,24-10 105,264-86 916,509-64-184,-217 51-727,-66-15-573,-423 106-27,-77 25 0,-65 62-196,7-24-1460,-3-4-2901</inkml:trace>
  <inkml:trace contextRef="#ctx0" brushRef="#br0" timeOffset="3761.44">1991 5588 29038,'0'0'1382,"0"0"-818,0 0-240,-12 16-55,-156 274 214,-201 393-392,361-668-91,-4 2-1,2 1 0,0 1 1,1 0-1,1 0 0,0 0 0,2 1 0,0 0 0,2 1 1,0-1-1,0 9 1,4-27-4,1 0 0,-1-1 0,1 1 0,0 0 0,0 0 1,-1 0-1,1 0 0,0-1 0,0 1 0,1 0 0,-1-1 0,0 1 0,1-1 0,-1 1 1,0-1-1,1 0 0,0 1 0,-1-1 0,1 0 0,0 0 0,-1 0 0,1 0 0,0-1 1,0 1-1,0 0 0,0-1 0,0 1 0,0-1 0,0 0 0,0 0 0,0 1 0,0-1 1,0-1-1,2 1 4,82-4-40,-84 4 40,220-56 29,-6 1 9,144-14-38,-340 67 31,0 0 0,-1-2 0,0 0 0,0-2 0,0 0 0,-1-1 1,1 0-1,-2-2 0,1 0 0,-1-1 0,-1-1-31,-14 8 11,-1-1 0,0 1 0,0 0 0,0-1 1,0 1-1,-1-1 0,1 1 0,-1-1 0,0 1 0,0-1 0,0 1 0,-1-1 0,1 1 0,-1-1 0,0 1 0,0 0 0,0-1 0,0 1 0,-1 0 0,1 0 0,-1 0 0,0 0 0,0 0 0,0 0 1,0 0-1,0 1 0,-1-1 0,1 1 0,-1-1 0,0 1 0,0 0 0,0 0 0,0 0 0,0 1 0,-1-2-11,-566-393 0,471 303-691,67 66-1547</inkml:trace>
  <inkml:trace contextRef="#ctx0" brushRef="#br2" timeOffset="150296.696">6366 8326 29038,'0'0'576,"116"-30"-416,20-2-112,29-3-24,14-3-24,-14-5-72,-51 10-824,-29 3-2144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0:27.51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19726 1654 28526,'0'0'987,"0"0"-310,0 0-311,0 0-22,21 0 75,338 0 590,-353 0-999,211 0 132,0 9 0,31 14-142,48 10-2066,-292-33 324</inkml:trace>
  <inkml:trace contextRef="#ctx0" brushRef="#br0" timeOffset="294.707">20335 1873 26062,'0'0'4232,"0"0"-3847,0 0-257,0 0-16,0 0 248,-66 148-104,45-87-120,-4 6-88,1 2-32,0 1 0,0-1-16,7-4 0,1-8-80,10-8-144,6-15-400,0-17-1281,8-15-12378</inkml:trace>
  <inkml:trace contextRef="#ctx0" brushRef="#br0" timeOffset="667.704">20728 1986 28702,'0'0'970,"0"0"-458,-11 19-151,-60 133 401,57-110-684,2 1 0,2 0-1,2 0 1,1 1 0,3 0 0,1 1 0,3 32-78,0-74 0,1 1 0,-1 0-1,1-1 1,0 1 0,0-1-1,1 1 1,-1-1 0,1 1-1,-1-1 1,1 0 0,0 0 0,0 0-1,1 0 1,-1 0 0,0 0-1,1-1 1,0 1 0,0-1-1,0 0 1,0 1 0,0-1-1,0-1 1,0 1 0,0 0 0,1-1-1,-1 0 1,1 0 0,-1 0-1,1 0 1,0 0 0,-1-1-1,1 1 1,0-1 0,-1 0 0,1 0-1,0-1 1,-1 1 0,1-1-1,0 0 1,-1 0 0,1 0-1,-1 0 1,1 0 0,-1-1 0,10-3-30,0-1 0,-1-1 0,1 1 0,-2-2 0,1 0 0,-1 0 0,0-1 0,-1 0 0,0-1 0,-1 0 0,0-1 0,0 0 0,-1 0 0,0-1 0,0-2 30,-6 11 4,0 0 0,0 1 0,0-1 0,0-1 0,-1 1 0,1 0 0,-1 0 0,0-1 0,0 1 0,0 0 0,0-1 0,-1 1 0,1-1 0,-1 1 0,0-1 0,0 1 0,0-1 0,-1 1 0,1-1 0,-1 1 0,0-1 0,0 1 0,0-1 0,0 1 0,-1 0 0,1 0-1,-1 0 1,0 0 0,0 0 0,0 0 0,0 0 0,0 0 0,-1 1 0,1-1 0,-1 1 0,0 0 0,0 0 0,-1-1-4,-16-2 41,0 1 0,0 1 0,0 1 0,-1 1 0,1 0 1,0 2-1,-13 1-41,-24 0-953,56-2-1212</inkml:trace>
  <inkml:trace contextRef="#ctx0" brushRef="#br0" timeOffset="1297.667">20307 662 28622,'0'0'1015,"0"0"-311,0 0-390,0 0-101,0 0 36,0 0-42,23 11-94,78 39-57,-94-47-52,0 0 0,0 1-1,0 0 1,0 1-1,-1-1 1,1 1-1,-1 0 1,-1 1 0,1-1-1,-1 1 1,0 1-1,0-1 1,0 1-1,-1-1 1,0 1 0,-1 0-1,1 1 1,-1-1-1,-1 0 1,0 1-1,0 0 1,0 0 0,-1-1-1,0 1 1,0 0-1,-1 0 1,0 0-1,0 1-3,-5 1 0,0 0-1,-1 0 1,0-1-1,0 0 1,-1 0-1,0 0 1,0-1-1,-1 0 1,0-1-1,0 0 1,-1 0-1,0 0 1,-1-1-1,1-1 1,-1 0-1,0 0 1,0 0-1,-5 0 1,-138 44-140,193-57 119,0 2 1,0 2-1,1 1 0,0 3 1,0 1-1,5 2 21,-41-3 9,0-1 0,-1 1-1,1 1 1,0-1 0,-1 0 0,1 1 0,-1 0-1,1 0 1,-1 1 0,1-1 0,-1 1-1,0 0 1,0 0 0,0 0 0,0 0 0,0 1-1,0 0 1,0 0 0,-1 0 0,0 0-1,1 0 1,-1 1 0,0 0 0,-1-1 0,1 1-1,-1 0 1,0 0 0,1 1 0,-2-1 0,1 0-1,0 1 1,-1-1 0,0 1 0,0-1-1,-1 1 1,1-1 0,-1 1 0,0 0 0,0-1-1,0 1 1,-1 4-9,-8 2 21,1-1-1,-1 1 1,-1-1 0,0-1-1,0 0 1,-1 0 0,0-1-1,-1 0 1,0-1 0,0 0-1,0-1 1,-1-1-21,-91 42-1367,64-37-1620</inkml:trace>
  <inkml:trace contextRef="#ctx0" brushRef="#br0" timeOffset="2830.52">21438 1264 21309,'0'0'6337,"0"0"-4498,0 0-1184,0 0-14,0 0-79,0 0-88,11 13-61,121 172 124,-117-145-537,-2 1 0,-1 1 0,-3 0 0,-1 0 0,-2 1 0,-2 0 0,-2 0 0,-2 0 0,-1 0 0,-3 2 0,0-9 0,-2-1 0,-1 1 0,-1-2 0,-2 1 0,-2-1 0,-1-1 0,-1 0 0,-2-1 0,-2-1 0,0 0 0,-4 1 0,-133 189-252,86-136-1008</inkml:trace>
  <inkml:trace contextRef="#ctx0" brushRef="#br0" timeOffset="71194.455">21444 4381 28014,'0'0'1168,"0"0"-336,0 0-448,0 0-199,0 0 247,0 0-64,0 0-128,167 7-112,-110-9-64,-7 0-56,-6 2-8,-2 0-56,-14 10-600,-15 6-1665</inkml:trace>
  <inkml:trace contextRef="#ctx0" brushRef="#br0" timeOffset="71510.159">21365 4828 29862,'0'0'801,"0"0"-272,0 0-244,0 0-34,0 0 41,0 0-105,4 0 364,7 0-1818,-10 0-922</inkml:trace>
  <inkml:trace contextRef="#ctx0" brushRef="#br0" timeOffset="72047.364">21416 4404 26726,'0'0'1959,"0"0"-967,0 0-355,0 0-16,0 0-133,0 0-107,-2 18-63,-107 797 327,69-471-645,61-342 0,141-62 0,148-9-300,-233 57-1200</inkml:trace>
  <inkml:trace contextRef="#ctx0" brushRef="#br0" timeOffset="-15758.904">4437 1635 27950,'0'0'783,"0"0"-170,21-15-161,250-126 663,-235 128-1007,1 2-1,0 1 1,1 1 0,0 3-1,0 1 1,38 0-108,-73 4-6,0 1 1,1 0 0,-1 0-1,0 0 1,0 0 0,1 1-1,-1-1 1,0 1 0,0 0-1,0 0 1,1 0 0,-1 0-1,0 0 1,-1 1 0,1 0-1,0-1 1,0 1 0,-1 0-1,1 0 1,-1 1 0,1-1-1,-1 0 1,0 1 0,0-1-1,0 1 1,0 0 0,-1 0-1,1 0 1,-1 0 0,0 0-1,1 0 1,-1 0 0,-1 0-1,1 0 1,0 1 0,-1-1-1,0 0 1,1 0 0,-1 1-1,-1-1 1,1 0 0,0 0-1,-1 1 1,0-1 0,0 1 5,-4 14-137,-2 0 0,0 0-1,-2-1 1,1 0 0,-2 0 0,0-1 0,-1-1 0,-1 0 0,0 0 0,-1-1 0,-14 11 137,13-9-126,-303 298-1280,313-309 1404,-7 4 9,0 0 1,0 2-1,1-1 0,0 1 0,1 0 0,0 1 0,1 0 1,1 1-1,0 0 0,0 0 0,1 0 0,1 1 0,0 0 1,1 0-1,-1 7-7,19 81-1561,-6-23-2615,28-66 1451,-23-19 5052,-8-6 4162,-12 4-4762,2-13-2092,82-91-4040,-59 84 2243,-4 3-344</inkml:trace>
  <inkml:trace contextRef="#ctx0" brushRef="#br0" timeOffset="-15109.674">4863 2011 26982,'0'0'2256,"0"0"-1205,0 0-425,0 0-214,0 0-126,0 0-114,-2-17-70,2 17-96,0 0 0,0 1 1,1-1-1,-1 0 0,0 0 1,0 1-1,0-1 0,0 0 0,1 0 1,-1 0-1,0 0 0,0 1 0,1-1 1,-1 0-1,0 0 0,0 0 1,1 0-1,-1 0 0,0 0 0,0 0 1,1 0-1,-1 1 0,0-1 1,0 0-1,1 0 0,-1 0 0,0 0 1,1 0-1,-1-1 0,0 1 1,0 0-1,1 0 0,-1 0 0,0 0 1,0 0-1,1 0 0,-1 0 1,0 0-1,0-1 0,1 1 0,-1 0-6,-13 27 147,-26-1-118,36 7-27,33 266 387,-29-256-841,-29-391-1891,29 344 2391,1 1-1,0-1 1,0 1 0,0-1 0,1 1 0,-1 0 0,1 0 0,0 0 0,0 0-1,0 0 1,0 1 0,0-1 0,1 1 0,-1 0 0,1 0 0,0 0-1,-1 0 1,1 1 0,0 0 0,0 0 0,0 0 0,0 0 0,0 0 0,0 1-1,0-1 1,0 1 0,0 0 0,0 1 0,0-1 0,0 1 0,2 0-48,12-2 109,165-1 169,-180 3-265,0 1-1,0 0 1,0-1 0,-1 2 0,1-1 0,-1 0 0,1 0 0,-1 1-1,0-1 1,0 1 0,0 0 0,0 0 0,0-1 0,-1 1-1,1 0 1,-1 1 0,0-1 0,0 0 0,0 0 0,0 0-1,0 1 1,-1-1 0,0 0 0,1 1 0,-1-1 0,0 1-1,-1-1 1,1 0 0,-1 1 0,1-1 0,-1 0 0,0 0-1,0 0 1,-1 1 0,1-1 0,-1 0 0,1 0 0,-1-1 0,0 1-1,0 0 1,0 0 0,0-1 0,-3 2-13,-14 20 20,-1-1 1,-1-1-1,-1-1 0,-1-1 1,-1-1-1,0-1 0,-2-1 1,-4 1-21,3-7-74,17-20-180,43-119-2174,0 44-720</inkml:trace>
  <inkml:trace contextRef="#ctx0" brushRef="#br0" timeOffset="-14846.333">5406 1143 28134,'0'0'1474,"0"0"-921,0 0-162,0 0 178,25-3-161,155-11 191,-161 12-567,1 1 0,-1 1 0,0 1 0,0 0 0,1 2 0,-1 0 0,0 1-1,-1 1 1,1 1 0,-1 1 0,0 0 0,-1 1 0,0 1 0,6 4-32,-19-6 1,1 0-1,-1 0 1,0 0-1,-1 1 1,0-1-1,0 1 1,0 0-1,-1 0 1,0 0 0,-1 0-1,0 0 1,0 0-1,-1 1 1,0-1-1,0 0 1,-1 0 0,0 0-1,0 1 1,-1-1-1,0 0 1,-1-1-1,0 1 1,0 0 0,0-1-1,-1 1 1,-2 2-1,-16 31-112,-2 0 0,-2-2 0,-1-1 0,-2-1 0,-10 7 112,35-37-131,0-1 0,-1-1 1,1 1-1,-1-1 1,-1 0-1,1 0 1,-1 0-1,1-1 1,-2 0-1,1 0 1,0 0-1,-1-1 1,1 0-1,-1 0 1,0 0-1,0-1 1,0-1-1,0 1 1,-1-1-1,1 0 1,0 0-1,0-1 1,-5 0 130,-16-13-3439</inkml:trace>
  <inkml:trace contextRef="#ctx0" brushRef="#br0" timeOffset="-14479.74">5617 1349 27486,'0'0'1499,"0"19"-278,-24 248 412,13-208-1507,4 1 0,1 0 0,4 0 0,3 29-126,-1-83-4,1-1-1,0 1 1,0-1 0,1 1-1,-1-1 1,1 1-1,0-1 1,0 0 0,1 0-1,0 0 1,0 0 0,0 0-1,0-1 1,1 1 0,0-1-1,0 0 1,0 0 0,0 0-1,1-1 1,-1 0 0,1 1-1,0-2 1,0 1-1,0 0 1,0-1 0,1 0-1,-1 0 1,0-1 0,1 0 4,173 13-167,-138-15 156,143 2 54,-180-2-43,-1 1 1,1 0-1,-1 0 1,0 0-1,1 0 1,-1 1-1,1-1 1,-1 1 0,0 0-1,1 0 1,-1 0-1,0 0 1,0 1-1,0-1 1,0 1 0,0 0-1,0-1 1,0 2-1,-1-1 1,1 0-1,-1 0 1,1 1 0,-1 0-1,0-1 1,0 1-1,0 0 1,0 0-1,-1 0 1,1 0 0,-1 0-1,0 0 1,0 1-1,0 0 0,0 16 3,-1 1-1,-2 0 0,0-1 1,-1 1-1,-1-1 1,0 0-1,-2 0 0,-1 0 1,0-1-1,-1 0 1,-1 0-1,-1-1 0,-1 0 1,0-1-1,-2 0 1,1-1-1,-2 0 0,0-1 1,-1-1-1,-15 12-2,5-1-18,-2-1-1,0-1 0,-1-2 1,-1-1-1,-1-1 1,-1-1-1,-1-2 1,0-1-1,-1-1 1,0-2-1,-1-2 0,0-1 1,-16 2 18,45-10-11,1 0 0,-1 0 0,1 0-1,-1 0 1,0-1 0,0 1 0,1-1 0,-1 0 0,0-1 0,0 1 0,1-1 0,-1 0 0,1 0-1,-1-1 1,0 1 0,1-1 0,0 0 0,-1 0 0,1 0 0,0-1 0,0 1 0,1-1-1,-1 0 1,0 0 0,1-1 0,0 1 0,0-1 0,0 0 0,0 1 0,0-1 0,1-1 0,0 1-1,0 0 1,-2-4 11,3-1-11,-1 0 0,2 0 0,-1 0 0,1 0-1,1 0 1,0 0 0,0 0 0,0 0 0,1 0-1,1 0 1,0 1 0,0-1 0,0 1 0,1 0-1,0 0 1,1 0 0,0 0 0,0 1 0,6-7 11,134-114 178,-97 98-179,1 2-1,1 2 1,2 3 0,18-5 1,-28 11-111,49-20-830</inkml:trace>
  <inkml:trace contextRef="#ctx0" brushRef="#br0" timeOffset="-17249.321">2592 1039 17788,'0'0'2858,"0"0"-890,0 0-602,0 0-311,0 0-529,-7-1-177,-49-3 3095,45 2-1208,46 1-2363,55-2 291,1-4 1,-1-3 0,0-5 0,83-25-165,416-115-259,-713 150-3521,102 7 3874,0 1 0,0 1 0,0 0 0,1 2 0,0 1 0,0 0 0,0 2 0,1 0 0,0 1 0,1 1 0,0 1 0,0 1 0,2 0 0,0 2 0,0 0-1,1 0 1,1 2 0,-7 9-94,-4 22 197,2 0 0,2 2-1,3 0 1,-11 44-197,7-26 139,-346 1164 710,267-823-833,97-353-202,28-89-1180,5-22 18,-2-11-1479</inkml:trace>
  <inkml:trace contextRef="#ctx0" brushRef="#br0" timeOffset="-16417.748">3431 1021 19500,'0'0'8187,"0"0"-6110,-9 21-1775,-68 136 197,71-145-465,-12 25-96,-2-2 0,-1 0-1,-2-1 1,-1-1 0,-2-1 0,-1-2 0,-28 25 62,4-35-752,49-22 644,0-1 1,0 1-1,0-1 1,1 0-1,-1 1 1,1-1-1,0 0 1,0 0-1,0 0 1,0 0 0,0 0-1,1 0 1,-1 0-1,1-1 1,0 1-1,0 0 1,0 0-1,0 0 1,1 0-1,-1 0 1,1 0 0,0 0-1,0 0 1,0 0-1,0 0 1,1 0 107,-2 1 17,1 1-1,-1-1 1,1 1 0,-1 0 0,1-1 0,0 1 0,0 0 0,0-1 0,-1 1-1,1 0 1,1 0 0,-1 0 0,0-1 0,0 1 0,0 0 0,0 1 0,1-1 0,-1 0-1,0 0 1,1 1 0,-1-1 0,1 0 0,-1 1 0,1 0 0,-1-1 0,1 1-1,-1 0 1,1 0 0,0 0 0,-1-1 0,1 2 0,-1-1 0,1 0 0,-1 0-1,1 0 1,-1 1 0,1-1 0,-1 1 0,1-1 0,-1 1 0,1 0 0,-1 0-1,0-1 1,0 1 0,1 0 0,-1 0 0,0 0 0,0 0 0,0 1 0,0-1-1,0 0 1,0 0 0,0 1 0,0-1 0,-1 0 0,1 1 0,0-1 0,-1 1 0,1-1-1,-1 1 1,0-1 0,1 1 0,-1-1 0,0 2-17,10 170 1396,-45 201-151,12-201-864,22-121-346,2-51-37,-1-1 1,1 1 0,-1 0 0,1-1 0,-1 1 0,1 0 0,0-1 0,-1 1-1,1-1 1,0 1 0,0-1 0,-1 1 0,1-1 0,0 0 0,0 1 0,-1-1 0,1 0-1,0 0 1,0 0 0,0 0 0,0 1 0,-1-1 0,1 0 0,0 0 0,0 0-1,0-1 1,0 1 0,-1 0 0,1 0 0,0 0 0,0-1 0,0 1 0,-1 0 0,1-1-1,0 1 1,0 0 0,-1-1 0,1 1 0,0-1 0,-1 0 0,1 1 0,0-1-1,-1 1 1,1-1 0,-1 0 0,1 1 0,-1-1 0,0 0 0,1 0 0,-1 0-1,0 1 1,1-1 0,-1 0 0,0 0 0,0 0 0,0 0 1,96-138-147,165-277-1114,-246 396 1288,1 0 1,1 1-1,1 0 0,0 2 1,2 0-1,0 1 1,1 1-1,0 1 1,1 1-1,1 0-27,-20 11 15,-1 1-1,1-1 1,0 1-1,-1-1 1,1 1-1,0 0 1,0 0-1,0 0 1,0 1-1,0-1 1,0 1-1,0-1 1,0 1-1,0 0 1,0 0-1,1 0 1,-1 1-1,0-1 1,0 1-1,0 0 1,0 0-1,0 0 1,-1 0-1,1 0 1,0 1-1,0-1 1,-1 1-1,1-1 1,-1 1-1,1 0 1,-1 0-1,0 1-14,3 13 86,-2 1-1,0-1 0,-1 1 0,-1 0 0,0 0 1,-1 0-1,-1 0 0,-1-1 0,-2 13-85,-5 24 163,-3 0 1,-2-1-1,-2 0 0,-18 37-163,15-42 123,2 2 1,2 0-1,2 0 0,2 1 1,-2 33-124,11-67 8,1-1 1,1 1 0,1 0-1,0 0 1,0 0 0,2-1-1,0 1 1,1-1-1,0 0 1,2 0 0,-1 0-1,2 0 1,3 5-9,17 18-18,1-2 0,1-1 0,2-1 0,2-1 0,1-2 0,12 7 18,-23-18-41,-20-19 34,0 1 0,0 0 0,-1-1 0,1 1 0,-1 0 0,1 0 0,-1 0 1,0 1-1,0-1 0,0 0 0,0 1 0,0 0 0,-1-1 0,1 1 0,-1 0 1,0 0-1,1 0 0,-1 0 0,-1 0 0,1 0 0,0 0 0,-1 0 1,1 0-1,-1 0 0,0 0 0,0 0 0,0 0 0,-1 1 0,1-1 0,-1 0 1,0 0-1,1 0 0,-1 0 0,-1 0 0,1-1 0,0 1 0,-1 0 0,1 0 1,-1-1-1,-2 3 7,-11 9 0,-2-1 1,0-1-1,0 0 1,-1-1-1,-1-1 0,1-1 1,-2-1-1,1 0 1,-7 0-1,14-3 1,-56 23 57,-1-3 1,-1-3-1,-1-3 0,-1-3 0,0-3 1,-53 1-59,123-13 7,1 0 0,-1-1 0,1 1 0,-1 0 0,0-1 0,1 0 0,-1 0 0,0 1 0,1-1 0,-1 0 0,0 0 0,1 0 0,-1 0 0,0-1 0,1 1 0,-1 0 0,0-1 0,1 1 0,-1-1 0,1 0 0,-1 1 0,1-1 0,-1 0 0,1 0 0,0 0 0,-1 0 0,1 0 0,0 0 0,0-1 0,0 1 0,0 0 0,0-1 0,0 1 0,0 0 0,0-1 0,0 1 0,1-1 0,-1 1 0,0-1 0,1 0 0,-1 1 0,1-1 0,0 0 0,0 1 0,0-1 0,0 0 0,0 1 0,0-1 0,0 0 0,0 1 1,0-1-1,1 1 0,-1-1 0,1 0 0,-1 1 0,1-1 0,0 0-7,86-119 1,-70 102-1,517-510-1106,-434 432-381</inkml:trace>
  <inkml:trace contextRef="#ctx0" brushRef="#br0" timeOffset="-11971.831">6916 2213 26686,'0'0'3857,"0"0"-3393,0 0-232,0 0 16,160-95-56,-94 59-96,4 1-64,9-1-32,33-5-24,-18 11-536,-13 3-2105</inkml:trace>
  <inkml:trace contextRef="#ctx0" brushRef="#br0" timeOffset="-11691.953">8766 1169 31247,'0'0'744,"0"0"-480,0 0-168,-138 97-72,88-50 64,-5 4-16,-4 8-48,2 5-24,-5 5-232,5-2-280,3-16-512,16-15-825,16-29-7321</inkml:trace>
  <inkml:trace contextRef="#ctx0" brushRef="#br0" timeOffset="-11407.828">8602 1560 19148,'0'0'10418,"0"126"-9449,-20-12-441,-6 30-88,2 10 8,8-28-184,14-33-184,2-38-80,0-19-368,13-24-296,3-10-905,-3-2-1351</inkml:trace>
  <inkml:trace contextRef="#ctx0" brushRef="#br0" timeOffset="-10926.646">9069 1126 29102,'0'0'570,"0"0"-186,24-3 40,81-8-119,-101 10-286,0 1 0,1-1-1,-1 0 1,1 1 0,-1 0 0,0 0-1,1 0 1,-1 1 0,1 0-1,-1-1 1,0 2 0,0-1 0,1 0-1,-1 1 1,0 0 0,0 0 0,0 0-1,-1 0 1,1 0 0,0 1-1,-1 0 1,0 0 0,0 0 0,1 0-1,-2 0 1,1 1 0,0-1 0,-1 1-1,1 0 1,-1 0 0,0 0-1,-1 0 1,1 0 0,0 4-19,0 0 2,-1 1 0,0 0 1,-1 0-1,0 0 0,-1-1 1,0 1-1,0 0 0,-1-1 0,0 1 1,0-1-1,-1 1 0,0-1 1,-1 0-1,1 0 0,-4 4-2,-28 38 1,-3-2 1,-1-1-1,-3-2 0,-1-2 1,-32 24-2,30-27 1,-9 11 31,54-45-7,125-73-19,-119 63-5,11-8-9,1 1 0,0 1 0,1 0 0,0 2-1,1 0 1,-1 1 0,1 1 0,1 0 0,9 0 8,-28 6 0,0 1-1,-1-1 1,1 0 0,0 1 0,0-1 0,0 1-1,-1-1 1,1 1 0,0 0 0,-1 0 0,1 0-1,-1 0 1,1 0 0,-1 0 0,1 0 0,-1 1-1,0-1 1,1 1 0,-1-1 0,0 0 0,0 1-1,0 0 1,0-1 0,-1 1 0,1 0 0,0-1-1,-1 1 1,1 0 0,-1 0 0,1 0 0,-1-1-1,0 1 1,0 0 0,0 0 0,0 0 0,0 0-1,0-1 1,0 2 0,-8 80 4,-5-38 19,-3-1 0,-1 0 0,-1-1-1,-18 27-22,18-34 17,-53 125 148,113-159-222,39-46-328,37-9-378,-115 54 764,-1 0 1,1 0 0,0 0 0,-1 1 0,1-1-1,-1 1 1,0-1 0,1 1 0,-1 0 0,0 0 0,0 0-1,0 0 1,0 0 0,-1 0 0,1 1 0,0-1-1,-1 1 1,0-1 0,1 1 0,-1 0 0,0-1 0,0 1-1,-1 0 1,1 0 0,-1-1 0,1 1 0,-1 0-1,0 0 1,0 0 0,0 0 0,0 0 0,-1-1 0,1 1-1,-1 0 1,0 0 0,1-1 0,-1 1 0,-1 0-1,1 0-1,0 17 71,-44 273 1045,45-293-1108,1-1-1,-1 1 1,0-1-1,1 1 1,-1-1-1,0 1 1,1-1-1,-1 1 1,1 0-1,-1-1 1,1 1 0,-1 0-1,1-1 1,-1 1-1,1 0 1,-1-1-1,1 1 1,-1 0-1,1 0 1,-1 0-1,1 0 1,0 0-1,-1-1 1,1 1-1,-1 0 1,1 0 0,0 0-1,-1 1 1,1-1-1,-1 0 1,1 0-1,-1 0 1,1 0-1,0 0 1,-1 1-1,1-1 1,-1 0-1,1 1 1,-1-1-1,1 0 1,-1 1 0,0-1-1,1 0 1,-1 1-1,1-1 1,-1 1-1,0-1 1,1 1-1,-1-1 1,0 1-1,1-1 1,-1 1-1,0-1 1,0 1-1,0-1 1,1 1 0,-1 0-8,156-177 273,29-56-915,-88 101-3100,-12 6-9422</inkml:trace>
  <inkml:trace contextRef="#ctx0" brushRef="#br0" timeOffset="-10626.845">10614 767 28638,'0'0'704,"0"0"-352,0 0-88,0 0-96,0 0-64,116 71-80,-111-24-24,-5-4-832,0-3-4065</inkml:trace>
  <inkml:trace contextRef="#ctx0" brushRef="#br0" timeOffset="-10344.263">10042 1536 29534,'0'0'736,"0"0"-543,136-18-89,-7-33 88,31-26-56,9-10-56,-29 14-24,-41 22-16,-36 23 8,-10 11 48,0 3-88,-1 6-8,-6 4 0,-15 4-368,-11 0-209,-20 0-231,0 0-856,-11-6-8642</inkml:trace>
  <inkml:trace contextRef="#ctx0" brushRef="#br0" timeOffset="-10084.54">10960 1019 17660,'0'0'8118,"-1"19"-5573,0 368-615,17 0 0,48 261-1930,-47-414-192,-17-234 183,0 1-1,0 0 1,1 0 0,-1-1-1,0 1 1,0 0 0,0 0 0,0-1-1,0 1 1,0 0 0,0 0 0,0 0-1,0-1 1,0 1 0,-1 0 0,1 0-1,0-1 1,-1 1 0,1 0-1,0 0 1,-1-1 0,1 1 0,-1 0-1,1-1 1,-1 1 0,1-1 0,-1 1-1,1-1 1,-1 1 0,0-1-1,1 1 1,-1-1 0,0 1 0,1-1-1,-1 0 1,0 1 0,1-1 0,-1 0-1,0 0 1,0 0 0,1 1 0,-1-1-1,0 0 1,0 0 0,0 0-1,1 0 1,-1 0 0,0-1 0,0 1-1,0 0 1,1 0 0,-1 0 0,0-1-1,0 1 1,1 0 0,-1-1-1,0 1 1,0-1 9,-38-30-461,-59-131-1537,44 60-1022,5 1-3038</inkml:trace>
  <inkml:trace contextRef="#ctx0" brushRef="#br0" timeOffset="-9704.881">10513 1366 26998,'0'0'704,"0"0"-179,22 9 6,72 35 7,-85-39-479,0 1 0,-1 1 1,0-1-1,0 1 1,0 1-1,-1 0 0,0 0 1,-1 0-1,0 0 0,0 1 1,-1 0-1,0 1 1,0-1-1,-1 1 0,0 0 1,-1 0-60,0-3 12,4 11-72,-1 1-1,-1 0 1,0 0-1,-2 0 0,0 0 1,-1 0-1,-1 1 0,-1-1 1,0 1-1,-2-1 1,0 0-1,-1 0 0,-1 1 1,-1-2-1,-1 1 0,0-1 1,-2 0-1,0 0 1,0-1-1,-2 0 0,0 0 1,-1-1-1,-1 0 0,0-1 1,-1-1-1,-8 7 61,-26 22 542,-1-3 1,-2-1-1,-2-3 0,-1-2 0,-13 3-542,85-67 382,279-239-812,-232 204 359,4 3 0,2 4 0,3 2 0,1 4 0,4 3 0,36-14 71,-27 36 37,-87 35 8,-4 1-12,-1 0-1,0-1 1,-1 1 0,0-1-1,0 0 1,0 0-1,-1 0 1,-1-1 0,1 1-1,-1-1 1,0-1-1,-1 1 1,-3 2-33,-14 18 40,-256 292 204,-353 435-318,542-638-1092,71-96-1706,4-14-5481</inkml:trace>
  <inkml:trace contextRef="#ctx0" brushRef="#br0" timeOffset="-9412.204">11022 2023 24949,'0'0'5425,"0"0"-5000,0 0-41,0 0 0,103 107-40,-70-74-40,4-3-80,5-5-40,8-1-128,0-6-32,-1-2-24,-3-3-24,-7-3-304,-2-8-280,-10-2-216,-10 0-2689</inkml:trace>
  <inkml:trace contextRef="#ctx0" brushRef="#br0" timeOffset="-8999.02">12089 1495 29190,'0'0'1345,"0"0"-1105,0 0-184,0 0-32,0 0 0,0 0-24,0 0-304,114 92-1561</inkml:trace>
  <inkml:trace contextRef="#ctx0" brushRef="#br0" timeOffset="-8749.785">12034 1879 30102,'0'0'657,"0"0"-489,0 0-104,0 0-40,0 0-24,101 101 0,-66-99-64,-6-2-1329</inkml:trace>
  <inkml:trace contextRef="#ctx0" brushRef="#br0" timeOffset="-7491.386">3519 3359 24229,'0'0'2061,"0"0"-1200,0 0-385,22 1 84,152 4 423,479-6 147,104 64-1110,-465-44-7,-1-14 0,1-12-1,27-15-12,-69 9-1,101 12 1,-147 3-7,277-20 17,684-64 225,-856 50-198,2 14 0,0 13 1,127 22-38,-149 1 97,1-12 0,16-14-97,-212 4 29,-51 4-2442,-42 0-3323</inkml:trace>
  <inkml:trace contextRef="#ctx0" brushRef="#br0" timeOffset="-7228.287">11953 3627 28382,'0'0'3473,"0"0"-3473,0 0-2353</inkml:trace>
  <inkml:trace contextRef="#ctx0" brushRef="#br0" timeOffset="7507.569">4575 5320 29542,'0'0'937,"0"0"-697,0 0-136,0 0-16,0 110-88,0-71-64,3-7-889,1-8-2567</inkml:trace>
  <inkml:trace contextRef="#ctx0" brushRef="#br0" timeOffset="7801.882">4540 5746 29366,'0'0'1417,"0"0"-1089,0 0-200,0 0-40,53 120-48,-9-118-40,-11-2-256,-7-6-2601</inkml:trace>
  <inkml:trace contextRef="#ctx0" brushRef="#br0" timeOffset="5628.368">3052 4199 24061,'0'0'4202,"0"0"-2511,0 0-860,0 0-200,0 0-43,-4-12-94,-15-37-261,17 48-232,1 0 0,0 1-1,0-1 1,-1 0 0,1 0 0,0 1 0,-1-1-1,1 1 1,-1-1 0,1 1 0,-1 0 0,1-1 0,-1 1-1,1 0 1,-1 0 0,1 0 0,-1 0 0,1 0-1,-1 1 1,1-1 0,-1 0 0,1 1 0,-1-1-1,1 1 1,0-1 0,-1 1 0,1 0 0,0 0 0,-1-1-1,1 1 1,0 0 0,0 0 0,0 0 0,0 0-1,0 1 1,0-1 0,0 0 0,0 0 0,0 1-1,0-1 1,0 2-1,-3 0 3,-46 49-3,2 2 0,2 2 0,-32 53 0,52-72 0,-96 135-237,9 4-1,7 7 238,87-146-631,20-37 591,-1 1 0,0-1 0,0 1 0,1-1 0,-1 1 0,1-1 0,-1 1 0,0-1 0,1 0 0,-1 1 0,1-1 0,-1 0-1,1 1 1,-1-1 0,1 0 0,-1 1 0,1-1 0,0 0 0,-1 0 0,1 0 0,-1 0 0,1 0 0,-1 0 0,1 1 0,0-1-1,-1-1 1,1 1 0,-1 0 0,1 0 0,-1 0 0,1 0 0,0 0 0,-1 0 0,1-1 0,-1 1 0,1 0 0,-1 0 0,1-1-1,-1 1 1,1 0 0,-1-1 0,1 1 0,-1-1 0,0 1 0,1 0 0,-1-1 0,1 1 0,-1-1 0,0 1 0,0-1 0,1 1-1,-1-1 1,0 0 0,0 1 0,0-1 0,1 1 0,-1-1 0,0 1 40,39-31-4078,10-10-7714</inkml:trace>
  <inkml:trace contextRef="#ctx0" brushRef="#br0" timeOffset="6414.096">2951 4639 26030,'0'0'1677,"0"0"-603,0 0-465,0 0-130,14 18-103,-4-7-323,-6-8-44,0 1 1,-1 0 0,1 0-1,-1 0 1,0 0 0,0 1-1,0-1 1,0 1 0,-1 0 0,1 0-1,-1 0 1,-1 0 0,1 0-1,-1 0 1,0 0 0,0 1-1,0-1 1,-1 0 0,0 1 0,0-1-1,0 1 1,-1-1 0,1 0-1,-1 0 1,-1 1 0,1-1-1,-1 0 1,0 1-10,-23 40-229,-2-1 1,-1-2-1,-3 0 0,-34 36 229,-159 141-4593,204-204 4868,1 2 0,1 0 0,0 1 0,2 1 1,0 1-1,1 0 0,1 1 0,1 0 0,1 1 0,2 1 0,0-1 0,1 2 0,-1 5-275,-22 131 599,6 1 1,8 2-1,6 0 1,10 124-600,3-199 0,21-103-308,43-155-414,5-30-1840,9 2 0,95-168 2562,22 68 1230,-188 284-975,1 0-1,0 0 1,1 1-1,0 0 1,1 1 0,1 0-1,0 0 1,0 2 0,1-1-1,0 2 1,0-1 0,1 2-1,0 0 1,1 1 0,0 0-1,0 1 1,8-2-255,-19 8 18,-1-1 0,0 1 0,0 0 0,0 0 0,1 0 0,-1 0 1,0 1-1,-1-1 0,1 1 0,0 0 0,0-1 0,-1 1 0,1 0 0,-1 1 0,1-1 1,-1 0-1,0 1 0,0 0 0,0-1 0,0 1 0,-1 0 0,1 0 0,-1 0 0,1 0 0,-1 0 1,0 0-1,0 0 0,-1 0 0,1 1 0,-1-1 0,1 0 0,-1 0 0,0 1-18,29 275 546,-23-64-286,-9 0 0,-32 208-260,-2-273-35,35-146 8,-1 0 0,1 0 0,-1 0 0,1-1 0,-1 1 0,0-1 0,0 0 0,-1 0 0,1 0 0,-1 0 0,0 0 0,1-1-1,-1 0 1,0 1 0,0-2 0,-1 1 0,1 0 0,0-1 0,-1 0 0,1 0 0,0 0 0,-1 0 0,0-1 0,1 1 0,-1-1 0,1-1 0,-1 1 0,1-1 0,-1 1 0,1-1 0,0 0-1,-1-1 1,1 1 0,0-1 0,0 0 0,0 0 0,0 0 0,0-1 0,0 1 0,0-1 0,1 0 0,-4-3 27,-8-15-247,0 0 0,1-1 0,1 0 0,1-1 0,1 0 0,1-1 0,1-1 0,1 1 0,-1-10 247,-4-8-380,-21-60-1031,4-2 0,5-1 0,5-1 0,2-18 1411,16 119 130,1 0 0,-1 0-1,1 0 1,0 0 0,0-1 0,1 1 0,0 0 0,0 0 0,0 0-1,0 0 1,1-1 0,0 1 0,0 0 0,1 0 0,-1 0 0,1 0-1,0 1 1,0-1 0,0 0 0,1 1 0,0-1 0,0 1 0,0 0 0,0 0-1,1 0 1,-1 1 0,1-1 0,0 1 0,0 0 0,1 0 0,-1 0-1,0 0 1,1 1 0,0 0 0,0 0 0,-1 0 0,1 0 0,0 1-1,0 0 1,1 0-130,-3 2 13,0-1 0,0 1 0,-1 0-1,1 0 1,0 1 0,0-1 0,-1 1 0,1-1-1,-1 1 1,1 0 0,-1 0 0,0 0-1,1 0 1,-1 0 0,0 1 0,-1-1 0,1 1-1,0-1 1,-1 1 0,1 0 0,-1-1-1,0 1 1,0 0 0,0 0 0,0 0-1,0 0 1,-1 0 0,1 0-13,13 96 224,-13-96-215,-2 303 793,0-298-775,1 1 1,-1 0 0,-1-1-1,0 1 1,0-1 0,-1 0-1,0 0 1,0 0 0,-1 0 0,0 0-1,0-1 1,-1 1 0,-1 1-28,5-9-4,0 0 1,0 0 0,0 0-1,0 0 1,0 0 0,0 0-1,0 0 1,0 0-1,0 0 1,0-1 0,0 1-1,0 0 1,0-1 0,0 1-1,0 0 1,1-1 0,-1 1-1,0-1 1,0 0 0,0 1-1,0-1 1,1 0-1,-1 1 1,0-1 0,1 0-1,-1 0 1,1 0 0,-1 1-1,1-1 1,-1 0 0,1 0-1,-1 0 1,1 0 0,0 0-1,0 0 1,-1 0-1,1 0 1,0 0 0,0 0-1,0 0 1,0 0 0,0 0-1,0 0 1,1 0 0,-1 0-1,0 0 1,0 0 0,1 0-1,-1 0 1,0 0-1,1 0 1,-1 0 0,1 0 3,-1 0-9,-1-25-223,1-1-1,2 1 1,0-1 0,2 1 0,0 0-1,8-19 233,58-169-1643,-38 121-920</inkml:trace>
  <inkml:trace contextRef="#ctx0" brushRef="#br0" timeOffset="6675.996">3109 5444 21237,'0'0'4160,"0"122"-2271,-9-9-825,0 29-296,3 8-312,-1-26-248,5-37-144,-2-38-64,-1-20-136,-1-9-48,1-14 88,1-6 72,4-49-456,4-70-440,16 7-1024,4-6-10507</inkml:trace>
  <inkml:trace contextRef="#ctx0" brushRef="#br0" timeOffset="7161.492">3650 4773 23397,'0'0'3814,"21"-16"-2680,70-53-515,-85 64-554,0 0 1,0 0 0,0 1 0,1 0 0,-1 0 0,1 0 0,0 1 0,0 0 0,0 1 0,1-1 0,-1 1 0,1 1 0,-1-1 0,1 1-1,-1 1 1,8-1-66,-12 3 18,-1-1 0,0 1 0,0-1-1,0 1 1,0 0 0,0 0-1,0 0 1,-1 0 0,1 0 0,0 1-1,-1-1 1,0 0 0,0 1-1,0-1 1,0 1 0,0-1 0,0 1-1,0-1 1,-1 1 0,1 0-1,-1-1 1,0 1 0,0 0 0,0-1-1,0 1 1,-1 0 0,1-1-1,0 1 1,-1-1 0,0 1 0,0 0-1,0-1 1,0 1-18,1 3 22,-10 40 13,-1 0 0,-2 0 0,-2-2 0,-2 0 0,-2 0-1,-2-2 1,-23 35-35,44-77 0,-31 53 64,-2-2-1,-3-1 1,-2-2-1,-1-1 1,-11 6-64,308-258 92,-189 171-99,-67 35 4,0 1 1,-1 0-1,0 0 0,1 0 0,-1-1 1,0 1-1,0 0 0,0 1 1,0-1-1,0 0 0,0 0 0,0 0 1,-1 0-1,1 1 0,-1-1 1,0 0-1,0 1 0,0-1 0,0 0 1,0 0-1,0 1 0,-1-1 1,1 0-1,-1 1 0,1-1 0,-1 0 1,0 0-1,0 0 0,0 0 3,-6 20 0,-2 0 0,-1-1 0,0 0 0,-2-1 0,0 0 0,-1-1 0,-1 0 0,-1-1 0,0-1 0,-7 5 0,19-18 0,-200 208 120,203-213-120,1 1 0,-1-1-1,0 0 1,1 1-1,0-1 1,-1 1-1,1-1 1,-1 1 0,1-1-1,0 1 1,-1 0-1,1-1 1,0 1 0,0 0-1,-1-1 1,1 1-1,0 0 1,-1 0-1,1 0 1,0 0 0,0 0-1,0 0 1,-1 0-1,1 0 1,0 0 0,0 0-1,-1 0 1,1 0-1,0 0 1,0 1-1,-1-1 1,1 0 0,0 1-1,-1-1 1,1 0-1,0 1 1,-1-1 0,1 1-1,0-1 1,-1 1-1,1-1 1,-1 1-1,1-1 1,-1 1 0,1 0-1,-1-1 1,0 1-1,1 0 1,-1-1 0,0 1-1,1 0 1,-1 0-1,0-1 1,0 1-1,0 0 1,0 0 0,0-1-1,0 1 1,0 0-1,0 0 1,0 0 0,0-1-1,0 1 1,0 0 0,152-65-492,-150 65 468,0 1 0,-1 0 1,1-1-1,0 1 1,-1 0-1,1 0 1,-1 0-1,0 1 1,0-1-1,0 0 1,0 0-1,0 1 0,0-1 1,0 0-1,-1 1 1,1-1-1,-1 1 1,0-1-1,0 1 1,0-1-1,0 1 1,0-1-1,0 1 0,-1-1 1,1 1-1,-1-1 1,1 0-1,-1 1 1,0-1-1,0 0 1,0 1-1,-1 0 24,-8 28-164,-2 1 1,0-2-1,-3 0 1,0 0-1,-15 20 164,11-18-38,-218 362 431,217-334 155,31-58-386,14-11-131,-1-2 0,-1 0-1,0-2 1,0 0 0,-1-2 0,-1 0 0,-1-1 0,0-2 0,15-16-31,-1 4-14,106-93-1102,-5-6-1,27-44 1117,-129 134-2730</inkml:trace>
  <inkml:trace contextRef="#ctx0" brushRef="#br0" timeOffset="7333.587">3848 5513 27382,'0'0'1416,"0"0"-768,0 0-392,-81 189-16,59-43 24,6 18-31,10-2-49,4-22-88,2-34-48,0-23-24,0-26-24,8-13 0,16-1-256,1-7-465,-8-15-999</inkml:trace>
  <inkml:trace contextRef="#ctx0" brushRef="#br0" timeOffset="35912.419">14803 4663 26806,'0'0'1449,"0"0"-323,0 0-385,0 0-203,0 0-134,0 0-165,-4 5-134,-17 101 375,19-71-330,-13 151 431,-20 411-433,43-593-228,41-48-1771,-23 13-667</inkml:trace>
  <inkml:trace contextRef="#ctx0" brushRef="#br0" timeOffset="41558.998">15947 5000 24661,'0'0'2145,"0"0"-1105,0 0 148,-5-19-337,-52-139 499,55 150-1317,-2 0 1,1 0 0,-1 1-1,0 0 1,0-1 0,-1 2-1,0-1 1,0 0 0,-1 1 0,0 0-1,0 0 1,0 1 0,-1 0-1,1 0 1,-1 0 0,-1 1-1,1 0 1,0 0 0,-1 1-1,0 0 1,0 0 0,0 1-1,0 0 1,0 0 0,-1 1-1,1 0 1,0 1 0,-1 0 0,1 0-1,0 1 1,-5 0-34,-7 8 13,1 1 0,1 0 1,-1 1-1,2 1 0,-1 1 0,2 0 1,0 2-1,0 0 0,2 0 0,0 1 0,0 1 1,2 0-1,-1 3-13,-8 8 19,2 0 0,1 2 0,1 0-1,1 1 1,2 1 0,1 0 0,2 1 0,1 0 0,2 1 0,1 0 0,1 0-1,2 1 1,0 34-19,4-65 1,18 183 15,-16-181-16,-1 1 0,1-1 1,1 0-1,-1 0 0,1 0 0,0 0 0,0 0 1,1 0-1,0-1 0,0 0 0,0 0 1,0 0-1,1 0 0,0 0 0,0-1 1,0 0-1,1 0 0,-1-1 0,1 1 1,0-1-1,0 0 0,0-1 0,0 0 1,1 0-1,-1 0 0,6 1 0,2-2 1,0 0 1,0-1-1,0-1 0,0 0 1,0 0-1,0-2 0,0 0 1,0 0-1,-1-1 0,1-1 0,-1 0 1,0-1-1,-1-1 0,1 0 1,-1 0-1,-1-1 0,5-4-1,13-12 4,-1 0 0,-1-2 1,-2-1-1,0-1 0,-2-1 0,0-4-4,-6 11 0,-2-1 0,0-1 0,-2-1 0,-1 0 0,-1-1 0,-1 0 0,-1 0 0,-1-1 1,-2 0-1,0-1 0,-2 1 0,-1-1 0,-1 0 0,-2-16 0,-1 36 0,0-1 0,0 1 0,0-1 0,-1 1 0,-1-1 0,1 1 0,-2 0 0,1 0 0,-1 0 0,0 1 0,0-1 0,-1 1 0,0 0 0,0 0 0,-1 0 0,0 1 0,0 0 0,-1 0 0,1 1 0,-1 0 0,-1 0 0,1 0 0,0 1 0,-1 0 0,0 0 0,0 1 0,0 0 0,-1 1 0,-4-1 0,12 3-21,0 0 1,0 0-1,0 0 1,0 0-1,0 1 1,0-1-1,0 0 1,1 1-1,-1-1 0,0 0 1,0 1-1,0-1 1,0 1-1,0 0 1,1-1-1,-1 1 1,0 0-1,1-1 0,-1 1 1,0 0-1,1 0 1,-1-1-1,1 1 1,-1 0-1,1 0 0,-1 0 1,1 0-1,0 0 1,0 0-1,-1 0 1,1 0-1,0 0 1,0 0-1,0 0 0,0 0 1,0 0-1,0 0 1,0 0-1,0 0 1,0 0-1,1 0 1,-1-1-1,0 1 0,1 1 21,-1 2-261,0 15-1518</inkml:trace>
  <inkml:trace contextRef="#ctx0" brushRef="#br0" timeOffset="42027.498">16666 4493 27734,'0'0'1430,"0"0"-197,0 0-523,0 0-229,0 0-140,0 0-80,-5 22-20,-36 298 95,26 394-336,23-635 0,19-127 0,47-100-1332,-37 73-1041</inkml:trace>
  <inkml:trace contextRef="#ctx0" brushRef="#br0" timeOffset="42321.794">17534 4479 29382,'0'0'1615,"0"0"-808,0 0-345,0 0-128,0 24-188,12 324-125,70 475-21,-80-806 0,2 24 0,-1-50 0,-6-25-435,-9-10-1739</inkml:trace>
  <inkml:trace contextRef="#ctx0" brushRef="#br0" timeOffset="65983.781">19349 5759 26214,'0'0'4617,"0"0"-3937,0 0-144,0 0-176,0 0 0,0 0-360,0 0 0,-2 0 0,2 2 0,-5 4 0,-3 8 0,-10 12 0,-15 17 0,-17 14 0,-12 8 0,-43 22 0,15-18 0,7-23-896</inkml:trace>
  <inkml:trace contextRef="#ctx0" brushRef="#br0" timeOffset="124328.138">13571 6795 22869,'0'0'1806,"0"0"407,0 0-1220,23 1-416,141-5 335,-106-6-634,307-34 977,60 70-631,-65 16-386,37-14-238,298 23 35,-240-9 185,292-18-220,-730-24-26,1144 27-1399,-1087-23-2370</inkml:trace>
  <inkml:trace contextRef="#ctx0" brushRef="#br0" timeOffset="11908.314">6765 4694 21661,'0'0'3475,"0"0"-172,0 0-2189,0 0-662,0 0-56,-5-2-14,-21-12 142,26 14-408,0 0-55,-9 122 230,-69 1021 358,51-935-437,27-207-186,0-14-69,33-113-2224,-11 78 273</inkml:trace>
  <inkml:trace contextRef="#ctx0" brushRef="#br0" timeOffset="12416.024">7092 5177 27046,'0'0'1191,"0"0"-540,0 0-223,0 0-36,0 0-38,23-6-112,79-19-91,24 21 42,-122 5-180,0 0 0,-1 0 0,1 0 1,0 1-1,0 0 0,-1 0 0,1 0 0,-1 0 1,0 0-1,1 1 0,-1 0 0,0-1 0,-1 1 0,1 0 1,0 0-1,-1 1 0,0-1 0,1 1 0,-1-1 1,-1 1-1,1-1 0,0 1 0,-1 0 0,0 0 0,0 0 1,0 0-1,0 0 0,-1 0 0,0 0 0,0 0-13,-11 126 266,-2-94-279,-2-1-1,-1 0 1,-2-1-1,-1 0 1,-2-2-1,-1-1 1,-1 0-1,-15 13 14,3-18-740,32-29-288,3-13-1255</inkml:trace>
  <inkml:trace contextRef="#ctx0" brushRef="#br0" timeOffset="12717.828">7662 5116 27870,'0'0'1264,"0"0"-446,0 0-366,0 0-143,0 0-51,0 0-69,-18 12-77,-56 42-45,10 35 81,51-68-95,1 0-1,1 0 1,1 1 0,1 0 0,1 1-1,1 0 1,1 0 0,1 1 0,1 0 0,1 0-1,1 0 1,1 22-53,2-41 0,-1 0 0,1 0 0,1-1 0,-1 1 0,1 0 0,0 0 0,0-1 0,0 0 0,1 1 0,-1-1 0,1 0 0,0 0 0,0 0 0,1 0 0,-1-1 0,1 1 0,0-1 0,-1 0 0,2 0 0,-1 0 0,0-1 0,0 0 0,1 1 0,0-1 0,-1-1 0,1 1 0,0-1 0,0 0 0,0 0 0,0 0 0,156 0-288,26-73-715,-91 27-122,-13 3-2365</inkml:trace>
  <inkml:trace contextRef="#ctx0" brushRef="#br0" timeOffset="13203.99">8328 4678 26270,'0'0'1707,"0"0"-595,0 0-387,0 0-111,0 0-115,0 0-165,-14-3 94,3 58-176,2 0-1,2 1 1,3-1 0,3 26-252,-1-37 46,-2 759-21,10-744-25,-3-72 0,7-89-2330,-8 40-3462</inkml:trace>
  <inkml:trace contextRef="#ctx0" brushRef="#br0" timeOffset="15849.413">5827 4712 24485,'0'0'2074,"0"0"-986,0 0-380,0 0-119,0 0-97,0 0-100,2 0-55,194-22 859,81-31-2644,-237 49-499</inkml:trace>
  <inkml:trace contextRef="#ctx0" brushRef="#br0" timeOffset="16210.607">5969 4822 28070,'0'0'803,"-1"20"-264,-31 302 646,-84 260-994,103-389-180,13-191-11,0 0-1,0 0 1,1 0 0,-1-1 0,0 1 0,1 0 0,-1 0 0,1-1 0,0 1 0,-1 0 0,1-1 0,0 1 0,0-1 0,0 1 0,0-1 0,0 1 0,0-1 0,1 0 0,-1 1 0,0-1 0,1 0-1,-1 0 1,1 0 0,0 0 0,-1 0 0,1 0 0,-1-1 0,1 1 0,0 0 0,0-1 0,-1 0 0,1 1 0,0-1 0,0 0 0,0 0 0,-1 0 0,1 0 0,0 0 0,0 0 0,0 0 0,-1-1-1,1 1 1,0-1 0,0 1 0,-1-1 0,1 0 0,0 1 1,13-2 25,0-2 0,0 1 0,0-2 0,-1 0 0,0-1-1,0 0 1,0-1 0,-1 0 0,9-7-26,31-15 97,-8 8-292,0 3 0,1 2 0,1 2-1,43-8 196,-41 12-1844</inkml:trace>
  <inkml:trace contextRef="#ctx0" brushRef="#br0" timeOffset="17052.176">8587 4633 26430,'0'0'2215,"0"0"-1360,0 0-495,0 0-12,19-6 33,133-46 169,-116 38-523,1 0 0,1 3 0,0 0 0,0 3 0,0 1 0,1 2 0,21 1-27,-60 4 83,0 0 89,0 0 12,0 25 219,11 933 194,-22-946-2467,2-17-1685</inkml:trace>
  <inkml:trace contextRef="#ctx0" brushRef="#br0" timeOffset="17335.475">8652 5679 29950,'0'0'1289,"0"0"-1081,0 0-96,0 0 328,0 0 72,145-32-256,-81 4-256,-1-1 0,-2-1 0,-6 8 0,-6 5 0,-8 7 0,-8 6 0,-9 4-80,-6 0-1320,-14 0-2297</inkml:trace>
  <inkml:trace contextRef="#ctx0" brushRef="#br0" timeOffset="24950.392">9770 5112 26022,'0'0'1635,"0"0"-551,0 0-468,0 0-197,0 0-89,-6 13 907,5 8-822,18 83-333,1-59-4191,-13-30-6970</inkml:trace>
  <inkml:trace contextRef="#ctx0" brushRef="#br0" timeOffset="25310.447">9365 5639 29902,'0'0'631,"0"0"-319,0 0-161,0 0 32,0 0 35,0 0 18,22-2-58,146-35-33,-128 19-132,-22 8-13,1 1 0,0 1 1,1 0-1,0 2 0,0 0 0,0 2 1,1 0-1,11 0 0,-30 5 1,0 0 0,-1 0 0,1 0-1,-1 1 1,1-1 0,-1 1 0,1-1 0,-1 1 0,0-1 0,0 1 0,0 0 0,0 0-1,0-1 1,0 1 0,0 0 0,-1 0 0,1 0 0,-1 0 0,1 0 0,-1 0 0,0 0-1,1 0 1,-1 0 0,0 0 0,-1 0 0,1 0 0,0 0 0,0 0 0,-1 0 0,1 0-1,-1 0 1,0 0 0,0 0 0,0 0 0,0 0 0,-1 1-1,-79 133 92,59-107-87,-243 287 173,-47 65-2987,301-367-318</inkml:trace>
  <inkml:trace contextRef="#ctx0" brushRef="#br0" timeOffset="25579.467">9626 6010 29926,'0'0'809,"0"0"-417,0 118-72,0-59 72,0 7-32,0 1-136,0 2-120,0-2-64,0-4-16,4-8-16,-4-9-8,0-13 0,0-11 0,0-12-128,0-10-168,13-46-216,2-9-1097,1-8-799</inkml:trace>
  <inkml:trace contextRef="#ctx0" brushRef="#br0" timeOffset="25896.938">9880 5858 24701,'0'0'3901,"0"0"-2383,0 0-882,0 0-280,0 0-116,0 0-56,-14 9-76,-102 91-55,98-82-45,11-11-6,0-1-1,0 1 0,1-1 1,-1 2-1,2-1 0,-1 1 1,1 0-1,0 0 0,1 0 1,0 1-1,0 0 0,1-1 1,0 1-1,1 1 0,-1 1-1,5-8 1,0 0 0,0 0 0,0-1-1,1 1 1,-1-1 0,1 1-1,-1-1 1,1 0 0,0 0 0,0 0-1,0 0 1,0 0 0,0-1-1,1 0 1,-1 1 0,0-1 0,1 0-1,-1-1 1,1 1 0,-1 0-1,1-1 1,-1 0 0,1 0 0,-1 0-1,1 0 1,-1-1 0,1 1-1,-1-1 1,0 0 0,3-1-1,7 2 10,163-38 19,-118 19-210,22-7-1510,-50 12-489</inkml:trace>
  <inkml:trace contextRef="#ctx0" brushRef="#br0" timeOffset="26254.593">10171 5485 28758,'0'0'1202,"0"0"-674,0 0-267,0 17 139,-18 1119 1218,10-1092-1618,0-71-137,4-209-3329,7 162 276</inkml:trace>
  <inkml:trace contextRef="#ctx0" brushRef="#br0" timeOffset="26504.75">10228 5838 28478,'0'0'1208,"0"0"-672,0 0 153,0 0-129,121 60-48,-77-31-80,-3 3-136,1-1-240,-5 1-56,-6-5 0,-11-3 0,-9-2 0,-14-10-16,-18-6-768,-12-6-3705</inkml:trace>
  <inkml:trace contextRef="#ctx0" brushRef="#br0" timeOffset="28067.861">10930 5529 28446,'0'0'1046,"0"0"-476,0 0-294,0 0-14,0 0 77,0 0 27,10 0-36,312 2 802,-318-1-1135,98 31-54,-103-32-574,-4 0-1383</inkml:trace>
  <inkml:trace contextRef="#ctx0" brushRef="#br0" timeOffset="27720.153">11004 5199 21341,'0'0'4595,"0"0"-2941,0 0-903,0 0-131,0 0-109,0 0-70,-4 0 442,31 1-772,-1 0 0,1 2 0,0 1 0,-1 1 0,0 1 0,0 1 0,1 2-111,25 32-2013,-44-29-1029</inkml:trace>
  <inkml:trace contextRef="#ctx0" brushRef="#br0" timeOffset="30024.513">11017 5235 19428,'0'0'2686,"0"0"-808,0 0-625,0 0-38,0 0-366,-6 0-113,-46 0 2362,51 0-2864,1 0-31,0 0-16,0 0-9,0 0-25,0 0-32,0 0-29,0 0-37,0 0-22,9 0-40,203-28 182,-198 28-146,60 16 142,-74 1-3117,0-12-4550</inkml:trace>
  <inkml:trace contextRef="#ctx0" brushRef="#br1" timeOffset="48332.894">5750 7194 20100,'0'0'2957,"0"0"-1725,0 0-826,0 0 263,0 0 1130,-19 13-593,-64 39-445,18-42 478,53-22 208,320 13-1184,518-10-156,234 3 178,-590-12-64,-124-9-146,137 15-75,180 20 0,-175 29 0,-41 20 0,-445-56 0,-13-62-59,8 30-788,0 4-2272</inkml:trace>
  <inkml:trace contextRef="#ctx0" brushRef="#br1" timeOffset="62209.34">9823 4787 22005,'0'0'421,"0"0"513,-21 3 1657,-159 36-187,157-25-2332,1 1 0,0 1 0,1 0 0,0 2 0,2 1 0,0 0 0,1 1 0,1 1 0,1 1 0,1 0 0,1 1-1,-2 6-71,-23 31 107,-30 39 190,4 3 1,5 3-1,4 3 1,6 1-1,1 9-297,39-76 17,2 0 1,1 0-1,3 1 0,1 0 1,2 0-1,2 0 0,2 0 1,1-1-1,3 1 0,1-1 1,2 0-1,2-1 0,2 0 1,2-1-1,1-1 0,17 28-17,-18-39 6,1-1 1,1 0-1,1-1 0,1-1 0,2-1 0,0-1 0,1-1 0,2-1 0,0-1 0,1-1 1,1-1-1,14 6-6,41 27 55,2-4 0,3-3 0,87 30-55,-147-66 21,1-1 0,1-1 0,-1-1-1,1-1 1,0-2 0,-1-1 0,1-2 0,0 0 0,0-2 0,-1-1 0,1-2-1,-1 0 1,0-2 0,-1-1 0,0-1 0,0-2 0,13-8-21,-5 2 1,-2-3 1,0 0-1,-1-2 1,-1-2 0,-2-1-1,0-1 1,-2-1-1,-1-1 1,-1-2-1,-2 0 1,-1-2-1,9-19-1,7-21-43,-2-2 0,-4-2 0,-3 0 0,-4-2-1,13-69 44,-30 104 24,-1 0 0,-3 0 0,-1-1 0,-2 1 0,-2-1 0,-2 1 0,-2 0 0,-2 0 0,-2 0 0,-2 1 0,-1 0 0,-3 1 0,-12-25-24,4 16 13,-2 2 0,-2 0 0,-2 2 0,-2 1 0,-3 1 0,-1 2 0,-2 2 0,-2 1-1,-1 2 1,-2 1 0,-2 3 0,-21-12-13,37 30-187,-1 1-1,0 1 1,0 2-1,-2 1 0,1 1 1,-1 2-1,-1 1 1,-1 1 187,-38-4-2926</inkml:trace>
  <inkml:trace contextRef="#ctx0" brushRef="#br0" timeOffset="-114027.397">9321 6813 24293,'0'0'324,"0"0"498,0 0 583,0 0-88,0 0-536,-9 0-299,-48-12 963,114 6-167,220-5-669,36-15-598,-73 12-11,-100 2 0,0 6 0,59 8 0,-42 0 0,195 4-97,-373-6-628,-3 0-1046</inkml:trace>
  <inkml:trace contextRef="#ctx0" brushRef="#br0" timeOffset="-113383.343">9512 6771 24701,'0'0'2073,"0"0"-692,0 0-391,0 0-203,0 0-198,0 0-171,4 0 723,396 4-454,29 20-687,-374-24 0,41-2 0,0 5 0,0 3 0,-1 5 0,3 5 0,71 17 0,-182-31-412,-9-4-1649</inkml:trace>
  <inkml:trace contextRef="#ctx0" brushRef="#br0" timeOffset="-32348.786">9187 6801 26166,'0'0'954,"0"0"-253,0 0 635,0 0-652,-15-16-232,-46-58-84,58 69-330,0 0-1,0 0 1,0 0 0,1 0-1,-1-1 1,2 0-1,-1 1 1,0-1 0,1 0-1,0 0 1,0 0-1,1 1 1,0-1-1,0 0 1,0 0 0,1-5-38,1-10 220,67 12 729,13 12-837,0-3-1,-1-4 1,50-9-112,1088-102 0,-960 93 0,-580 39 0,2 14 0,1 13 0,-43 24 0,94-20 0,-30-19 0,599-76 0,-65 23 0,1 11 0,212 15 0,-279 5 0,1 7 0,32 13 0,-172-19 0,-52-4 0,-107 1 0,-183 6 0,-126-19 0,429 8 0,-15 1 0,0-1 0,0-1 0,0-1 0,0-1 0,0-1 0,1 0 0,-1-2 0,1-1 0,0 0 0,1-2 0,0 0 0,1-1 0,-1-1 0,2-1 0,-15-12 0,32 24 0,0-1 0,0 0 0,1 0 0,-1 1 0,0-1 0,0 0 0,0 0 0,1 0 0,-1 0 0,0 0 0,1 0 0,-1 0 0,1 0 0,-1 0 0,1 0 0,-1 0 0,1 0 0,0 0 0,0-1 0,0 1 0,-1 0 0,1 0 0,0 0 0,0 0 0,1-1 0,-1 1 0,0 0 0,0 0 0,0 0 0,1 0 0,-1 0 0,1-1 0,-1 1 0,1 0 0,-1 0 0,1 0 0,0 0 0,-1 0 0,1 1 0,0-1 0,0 0 0,-1 0 0,1 0 0,0 1 0,0-1 0,0 0 0,0 1 0,0-1 0,0 1 0,0-1 0,1 1 0,-1-1 0,0 1 0,0 0 0,0 0 0,0-1 0,0 1 0,1 0 0,79-8 0,-72 7 0,22 0-2,0 0 0,0 2 0,0 2 0,0 0 0,0 2 1,0 2-1,5 2 2,205 80-2323,-143-46-2879</inkml:trace>
  <inkml:trace contextRef="#ctx0" brushRef="#br2" timeOffset="-25122.865">9097 6677 20564,'0'0'6503,"0"0"-4728,0 0-1127,0 0-65,0 0-48,-14-9-47,-45-29-80,60 38-395,-1 0-1,1 0 0,0 0 1,-1 0-1,1 0 1,-1-1-1,1 1 1,0 0-1,-1 0 1,1-1-1,-1 1 1,1-1-1,-1 1 1,1 0-1,-1-1 1,1 1-1,-1-1 1,0 1-1,1-1 0,-1 1 1,0-1-1,1 1 1,-1-1-1,0 1 1,0-1-1,1 0 1,-1 1-1,0-1 1,0 1-1,0-1 1,0 0-1,0 1 1,0-1-1,0 0 1,0 1-1,0-1 0,0 1 1,0-1-1,0 0 1,0 1-1,-1-1 1,1 0-1,0 1 1,0-1-1,-1 1 1,1-1-1,0 1 1,-1-1-1,1 1 1,0-1-1,-1 1 1,1-1-1,-1 1 0,1 0 1,-1-1-1,1 1 1,-1 0-1,1-1 1,-1 1-1,0 0 1,1 0-1,-1-1-12,3 1 34,333-73 422,-170 48-456,1 8 0,1 7 0,0 7 0,1 7 0,154 25 0,-227-13 0,-162-29-24,-51-27-2766,58 20-3518</inkml:trace>
  <inkml:trace contextRef="#ctx0" brushRef="#br2" timeOffset="-24746.864">9216 6655 22645,'0'0'5946,"0"0"-4259,0 0-1193,0 0 51,0 0 23,0 0-109,28 12-136,96 34-231,9-34-84,-98-13-8,422-37 0,171 33 0,-303 15 0,-328-28 0,-77-25-1612,46 31-1937</inkml:trace>
  <inkml:trace contextRef="#ctx0" brushRef="#br0" timeOffset="34020.502">13330 4901 24077,'0'0'1719,"0"0"-751,0 0-610,0 0-201,0 0 307,-4 20 3637,-17-57-3178,13 4-923,6 19 0,-1 1 0,-1 0 0,0 0 0,0 0 0,-1 0 0,-1 1 0,0-1 0,-1 1 0,0 1 0,-1 0 0,0 0 0,-5-6 0,10 15 0,0 0 0,0-1 0,0 1 0,0 1 0,-1-1 0,1 0 0,0 1 0,-1-1 0,1 1 0,-1 0 0,1 0 0,-1 1 0,1-1 0,-1 1 0,0 0 0,1 0 0,-1 0 0,0 0 0,1 0 0,-1 1 0,0 0 0,1 0 0,-1 0 0,1 0 0,-1 0 0,1 1 0,0-1 0,0 1 0,-1 0 0,0 1 0,-78 84 0,51-30 0,3 2 0,2 1 0,3 1 0,3 1 0,2 1 0,-4 35 0,9-27 0,3 1 0,2 0 0,5 0 0,2 9 0,2-66 0,0 1 0,1-1 0,1 1 0,0-1 0,1 0 0,1 0 0,1 0 0,0-1 0,0 0 0,1 0 0,1 0 0,1-1 0,0 0 0,0-1 0,1 0 0,8 7 0,-13-15 0,-1-1 0,1 0 0,0 0 0,0 0 0,0 0 0,0-1 0,0 0 0,0 0 0,1 0 0,-1-1 0,1 0 0,0 0 0,-1 0 0,1-1 0,0 1 0,-1-1 0,1-1 0,0 1 0,-1-1 0,1 0 0,-1 0 0,1-1 0,-1 0 0,0 0 0,1 0 0,-1 0 0,0-1 0,1-1 0,123-103 0,-102 71 0,-1-2 0,-2 0 0,-2-1 0,-1-1 0,-2-1 0,-2-1 0,-2 0 0,-2-2 0,-2 1 0,-1-1 0,-3-1 0,-1 0 0,-3 0 0,-1 0 0,-2 0 0,-4-18 0,2 41 0,-1 1 0,0-1 0,-2 1 0,0 0 0,-2 0 0,0 1 0,-1 0 0,-9-15 0,13 26 0,-1 1 0,0 0 0,0 0 0,0 0 0,-1 1 0,0 0 0,-1 0 0,0 1 0,0-1 0,0 1 0,-1 1 0,1-1 0,-1 2 0,-1-1 0,1 1 0,-1 0 0,1 0 0,-1 1 0,0 1 0,-1-1 0,-1 1 0,10 2-2,0-1 0,0 1 0,0-1 0,0 1 0,0 0 0,0 0 0,0 0 0,0 0 0,-1 0 0,1 0 0,0 0 0,0 0 0,0 0 0,0 0 0,0 0 0,0 1 0,0-1 0,0 0 0,0 1 0,0-1 0,0 1 1,0-1-1,0 1 0,0 0 0,0-1 0,1 1 0,-1 0 0,0 0 0,0-1 0,1 1 0,-1 0 0,0 0 0,1 0 0,-1 0 0,1 0 0,-1 0 0,1 0 0,-1 0 0,1 0 0,0 0 0,0 0 0,0 0 0,-1 0 0,1 0 0,0 0 0,0 0 0,0 1 0,0-1 0,1 0 0,-1 0 0,0 0 0,0 0 0,1 0 0,-1 0 0,1 0 0,-1 1 2,32 86-1964,-5-46-386</inkml:trace>
  <inkml:trace contextRef="#ctx0" brushRef="#br0" timeOffset="35004.335">13893 5783 26166,'0'0'3471,"0"0"-2152,0 0-822,0 0-186,0 0 8,0 0-55,-16 0 17,-46 0-190,73-3-149,-16 8 13,4-4 44,0-1 0,-1 1-1,1 0 1,0 0 0,0-1 0,0 1-1,-1-1 1,1 1 0,0-1 0,-1 0-1,1 1 1,-1-1 0,1 0-1,0 0 1,-1 0 0,1 0 0,-1 0-1,1 0 1,0 0 0,-1-1-1,1 1 1,0 0 0,-1-1 0,1 1-1,0-1 1,0 0 0,-1 1-1,1-1 1,0 0 0,0 0 0,0 1-1,0-1 1,0 0 0,0 0 0,0 0-1,0 0 1,0-1 0,0 1-1,1 0 1,-1 0 0,0 0 0,1-1-1,-1 1 1,1 0 0,-1-1-1,1 1 1,0 0 0,0-1 1,3-1-3,0 1 0,0-1 0,0 1 0,0 0 0,1 0 0,-1 1-1,1-1 1,-1 1 0,1-1 0,0 1 0,0 0 0,0 1 0,-1-1 0,1 1 0,0-1 0,0 1 0,0 0 0,0 1 0,0-1 0,0 1 3,1-1 1,-4-1 2,0 0-1,0 1 0,0-1 1,1 1-1,-1 0 0,0-1 1,0 1-1,0 0 0,1 0 0,-1 0 1,0 0-1,0 0 0,1 0 1,-1 0-1,0 0 0,0 0 1,0 0-1,1 1 0,-1-1 1,0 0-1,0 1 0,0-1 1,0 1-1,0 0 0,0-1 1,0 1-1,0 0 0,0 0 0,0-1 1,0 1-1,0 0 0,0 0 1,-1 0-1,1 0 0,0 0 1,-1 0-1,1 0 0,0 0 1,-1 0-1,0 1 0,1-1 1,-1 0-1,0 0 0,1 0 1,-1 1-1,0-1 0,0 0 1,0 0-1,0 1 0,0-1 0,0 0 1,-1 0-1,1 0 0,0 1 1,-1-1-1,1 0 0,0 0 1,-1 1-3,0 0 2,0-1 1,1 1 0,-1-1-1,0 1 1,0-1 0,0 0-1,0 1 1,0-1 0,0 0 0,0 1-1,0-1 1,0 0 0,0 0-1,-1 0 1,1 0 0,-1 0-1,1-1 1,0 1 0,-1 0 0,0-1-1,1 1 1,-1-1 0,1 1-1,-1-1 1,0 0 0,1 0-1,-1 1 1,1-1 0,-1 0-1,0-1 1,1 1 0,-1 0 0,0 0-1,1-1 1,-1 1 0,1-1-1,-1 1 1,1-1 0,-1 0-1,1 1 1,-1-1 0,1 0-1,0 0 1,-1 0 0,1 0 0,0 0-1,0-1 1,0 1 0,0 0-1,0 0 1,0-1-3,-2-74 0,3 75 0,1 0 0,0 0 0,-1 0 0,1-1 0,0 1 0,0 0 0,0 0 0,0 0 0,0 0 0,0 0 0,0 1 0,0-1 0,0 0 0,0 0 0,0 1 0,1-1 0,-1 1 0,0-1 0,0 1 0,1-1 0,-1 1 0,0 0 0,1 0 0,-1-1 0,0 1 0,1 0 0,-1 0 0,1 0 0,-1 1 0,0-1 0,1 0 0,-1 0 0,0 1 0,1-1 0,-1 1 0,0-1 0,0 1 0,1 0 0,-1-1 0,0 1 0,0 0 0,0 0 0,0 0 0,0 0 0,0 0 0,0 0 0,0 0 0,-1 0 0,1 0 0,0 0 0,0 0 0,-1 1 0,1 0 0,0 2 0,-1 0 0,0-1 0,0 1 0,0 0 0,-1-1 0,1 1 0,-1 0 0,0 0 0,1-1 0,-2 1 0,1-1 0,0 1 0,-1-1 0,0 0 0,0 1 0,0-1 0,0 0 0,0 0 0,-1 0 0,1-1 0,-1 1 0,0 0 0,1-1 0,-1 0 0,0 0 0,-1 0 0,1 0 0,0 0 0,-1 0 0,1-1 0,-1 0 0,1 0 0,-1 0 0,0 0 0,1 0 0,-1-1 0,0 0 0,1 1 0,-1-1 0,0-1 0,0 1 0,1 0 0,-1-1 0,0 0 0,-2-1 0,5-46 0,46 42 0,-53 19-1550,8-28-1485</inkml:trace>
  <inkml:trace contextRef="#ctx0" brushRef="#br2" timeOffset="-19273.045">12471 5071 1640,'0'0'16022,"0"0"-7490,0 0-6281,0 0-1370,0 0-207,0 0-83,11 2-81,35 3-67,-33-28 82,-13 19-468,0-3-28,0-1 0,-1 0 0,0 1 0,0-1 0,-1 0 0,0 1 1,0 0-1,-1-1 0,1 1 0,-2 0 0,1 0 0,-1 1 1,0-1-1,0 1 0,-1 0 0,0 0 0,0 0 0,0 1 1,-1-1-1,0 1 0,0 1 0,-3-3-29,-3-1 0,1 1 0,-1 0 0,-1 0 0,1 1 0,-1 1 0,0 0 0,0 1 0,-1 0 0,1 1 0,-1 1 0,0 0 0,0 1 0,1 0 0,-1 1 0,0 0 0,0 2 0,0-1 0,1 2 0,-1 0 0,1 0 0,-1 1 0,1 1 0,0 0 0,1 1 0,-1 1 0,1 0 0,-4 3 0,-6 12 0,1 2 0,1 0 0,1 1 0,1 1 0,1 1 0,1 1 0,2 0 0,0 1 0,3 0 0,0 1 0,2 0 0,0 0 0,3 1 0,1 1 0,1-1 0,1 1 0,2-1 0,2 29 0,-1-45 0,0 0 0,1 1 0,0-1 0,2 0 0,-1 0 0,2 0 0,0 0 0,1-1 0,0 1 0,1-1 0,1 0 0,0-1 0,7 9 0,-3-6 0,0-1 0,1 0 0,1 0 0,0-2 0,1 0 0,1 0 0,0-1 0,0-1 0,1 0 0,0-2 0,1 0 0,0 0 0,1-2 0,0 0 0,0-1 0,0-1 0,1 0 0,0-2 0,-1 0 0,18 0 0,-24-6 0,0 0 0,-1-1 0,1 0 0,-1-1 0,0 0 0,0 0 0,-1-2 0,0 1 0,0-1 0,0-1 0,-1 0 0,0 0 0,0-1 0,-1 0 0,0 0 0,2-6 0,15-11 0,-7 10 0,0-1 0,-1 0 0,-1-2 0,-1 0 0,0-1 0,-2 0 0,0-1 0,-1 0 0,-2-1 0,0-1 0,-1 0 0,-1 0 0,-1 0 0,3-20 0,-8 25 0,0 0 0,-2-1 0,0 1 0,0 0 0,-2-1 0,0 1 0,-1 0 0,-1 0 0,-1 0 0,-1 1 0,0 0 0,-1 0 0,-1 0 0,0 1 0,-1 0 0,-1 0 0,-1 1 0,0 1 0,-1 0 0,-10-10 0,18 21-26,1 0 1,0 1-1,-1 0 0,0 0 1,1 0-1,-1 0 0,0 0 1,0 1-1,0 0 0,0 0 1,0 0-1,-1 0 0,1 0 1,0 1-1,0 0 0,0 0 1,-1 0-1,1 0 0,0 1 1,0 0-1,0 0 0,0 0 1,0 0-1,0 0 0,0 1 1,0 0-1,0 0 0,0 0 1,1 0-1,-1 1 0,1-1 1,0 1-1,0 0 0,0 0 1,0 0-1,0 0 0,1 1 1,-1-1-1,1 1 0,0-1 1,-2 4 25,-27 40-1997</inkml:trace>
  <inkml:trace contextRef="#ctx0" brushRef="#br2" timeOffset="53126.014">6853 3255 28878,'0'0'794,"0"0"1,0 0-309,0 0-268,0 0 15,0 0 88,24 25-26,147 165 127,79 131-97,-242-313-325,1 0 0,0 0 0,0-1 0,1 0 0,0-1 0,0 0 0,0 0 0,1-1 0,0-1 0,0 0 0,0 0 0,0-1 0,1-1 0,-1 1 0,1-2 0,0 0 0,-1 0 0,1-1 0,0-1 0,0 0 0,-1 0 0,1-1 0,-1-1 0,1 0 0,3-2 0,19-10 0,-1-1 0,-1-3 0,-1 0 0,0-2 0,-2-1 0,0-1 0,-2-2 0,1-2 0,287-312 0,-229 239 0,-72 81 0,0 1 0,2 1 0,0 0 0,1 1 0,0 1 0,2 0 0,-1 1 0,2 1 0,0 1 0,0 1 0,1 1 0,1 1 0,-1 1 0,10-2 0,-19 6 0,1 2 0,-1 0 0,1 0 0,-1 1 0,1 1 0,0 0 0,0 0 0,-1 2 0,1-1 0,-1 2 0,1 0 0,-1 0 0,0 1 0,0 0 0,0 1 0,-1 1 0,0 0 0,0 0 0,0 1 0,-1 0 0,0 1 0,0 0 0,-1 1 0,4 4 0,9 16 0,0 1 0,-2 1 0,-2 1 0,0 1 0,-3 0 0,3 11 0,56 106 0,-69-141 0,1 0 0,0-1 0,0 0 0,1 0 0,0 0 0,0-1 0,0 0 0,1 0 0,1-1 0,-1 0 0,1 0 0,0-1 0,0-1 0,0 1 0,1-1 0,-1-1 0,1 1 0,0-2 0,0 0 0,0 0 0,1 0 0,-1-1 0,0-1 0,1 0 0,-1 0 0,0-1 0,1-1 0,-1 1 0,0-2 0,0 1 0,0-1 0,-1-1 0,1 0 0,-1 0 0,5-3 0,182-136 0,-165 115 0,1 2 0,1 2 0,1 0 0,1 3 0,1 0 0,16-4 0,-46 22 0,1 0 0,-1 1 0,1-1 0,0 2 0,0-1 0,0 1 0,0-1 0,0 2 0,0-1 0,0 1 0,0 0 0,0 1 0,0 0 0,1 0 0,-2 0 0,1 1 0,0 0 0,0 0 0,0 1 0,-1 0 0,0 0 0,1 1 0,-1-1 0,0 1 0,-1 1 0,1-1 0,-1 1 0,0 0 0,0 0 0,0 0 0,1 3 0,46 60 0,-38-47 0,1 0 0,0-1 0,2-1 0,0 0 0,2-1 0,-1-1 0,2-1 0,1-1 0,0 0 0,17 8 0,-13-13 0,-1-2 0,2 0 0,-1-1 0,1-2 0,0-1 0,0 0 0,1-2 0,-1-1 0,1-2 0,-1 0 0,0-2 0,0 0 0,6-3 0,28-8 0,-1-2 0,-1-3 0,-1-2 0,0-3 0,3-5 0,234-136-1263,-196 96-2619</inkml:trace>
  <inkml:trace contextRef="#ctx0" brushRef="#br2" timeOffset="53534.441">11754 3817 29830,'0'0'873,"0"0"-505,0 0-24,0 0 48,173 79 32,-74-77-128,-3-2-56,9 0-240,1-10 0,-23-2 0,9 0 0,13-4 0,-24 4-880,-22 1-424</inkml:trace>
  <inkml:trace contextRef="#ctx0" brushRef="#br2" timeOffset="53800.038">12738 3446 29798,'0'0'687,"0"0"-229,27 0-54,184 12 477,-203-11-824,25 3-4,0 1 1,-1 1 0,0 1-1,-1 2 1,0 2-1,0 0 1,-1 2-1,0 2 1,25 16-54,-51-28 0,0 0 0,-1 1 0,1-1 0,-1 1 0,0 0 0,0 0 0,0 0 0,0 0 0,-1 1 0,0-1 0,0 1 0,0-1 0,0 1 0,-1 0 0,1 0 0,-1 0 0,-1-1 0,1 1 0,-1 0 0,0 0 0,0 0 0,0 0 0,0 0 0,-1 0 0,0 0 0,0 0 0,-1 0 0,0 0 0,-70 122 0,26-73-376,-2-2 1,-3-2-1,-1-3 1,-3-1-1,-8 1 376,-3-3-3131</inkml:trace>
  <inkml:trace contextRef="#ctx0" brushRef="#br2" timeOffset="54146.949">14112 2694 28926,'0'0'832,"0"0"-31,0 0-417,136 52-88,-92-35-144,0-1-104,-5 0-48,-8 4-272,-11-5-641,-18-3-1983</inkml:trace>
  <inkml:trace contextRef="#ctx0" brushRef="#br2" timeOffset="54402.81">13880 3245 28038,'0'0'952,"-20"124"-248,14-43-336,4 13-104,2 3-159,2 22-105,15-25-729,-1-23-3432</inkml:trace>
  <inkml:trace contextRef="#ctx0" brushRef="#br2" timeOffset="54649.446">14465 3199 27990,'26'-2'992,"31"-5"-446,1 3-1,-1 2 1,1 3-1,0 3 0,35 7-545,-77-9 35,0 1-1,0 1 0,0 0 1,0 1-1,-1 1 0,0 0 0,0 1 1,0 1-1,-1 0 0,0 1 0,-1 1 1,0 0-1,0 1 0,-1 0 0,-1 1 1,0 0-1,0 1 0,-1 0 1,-1 0-1,0 1 0,-1 1 0,-1-1 1,4 11-35,-7-11-14,-1-1 0,-1 1 0,0 0 1,-1 0-1,0 0 0,-1 0 0,-1 0 1,0-1-1,-1 1 0,0 0 0,-1-1 0,-1 1 1,0-1-1,-1 0 0,0 0 0,-1 0 1,-1-1-1,0 0 0,0 0 0,-1-1 1,-1 0-1,0 0 0,0-1 0,-1 0 1,-3 1 13,-9 6-318,-1-1 1,0-2 0,-1 0-1,-1-2 1,0 0 0,-1-2 0,0-1-1,0-1 1,-1-1 0,0-1-1,0-2 1,-6 0 317,-54 4-3205</inkml:trace>
  <inkml:trace contextRef="#ctx0" brushRef="#br2" timeOffset="54901.644">14353 2915 9242,'0'0'19540,"0"0"-18844,-8 164 56,-10-30-159,1 16-161,1 0-152,8-34-160,5-33-120,3-16-72,0-29-584,0-17-1473</inkml:trace>
  <inkml:trace contextRef="#ctx0" brushRef="#br2" timeOffset="55150.916">14402 3253 17660,'0'0'9994,"0"0"-9290,0 0-184,0 0-160,70 122-40,-53-85-136,1-1-112,8-7-72,-4-9-392,-4-12-1752</inkml:trace>
  <inkml:trace contextRef="#ctx0" brushRef="#br2" timeOffset="55151.916">14912 2986 28622,'0'0'1048,"0"0"-416,0 0-127,0 0-145,-81 154-184,55-93-112,2 10-40,4 4-24,11-2 16,9-4-16,0-10 0,25-11 16,7-13-16,8-11 0,6-8 16,35-16-16,-11-6-408,-6-16-2289</inkml:trace>
  <inkml:trace contextRef="#ctx0" brushRef="#br0" timeOffset="-4010.866">15844 1684 19996,'0'0'1261,"0"0"-475,0 0 77,0 0 276,0 0-643,-15 6 382,-49 17 1986,16-17 1127,214-37-3737,-28 8-229,1 5-1,1 7 0,-1 6 0,1 6 0,0 6 1,24 9-25,326 27-759,-470-41-1542,-19-2 21</inkml:trace>
  <inkml:trace contextRef="#ctx0" brushRef="#br0" timeOffset="-3729.308">16554 1735 28926,'0'0'696,"-31"105"-248,12-34-216,-3 10 73,0-4 47,2-1-160,0-1-104,5 0-48,0 2-40,2-4 8,4-4-8,2-13-512,7-21-33,0-17-839,7-18-984</inkml:trace>
  <inkml:trace contextRef="#ctx0" brushRef="#br0" timeOffset="-3348.824">17144 1723 29182,'0'0'952,"0"0"-421,-8 21-127,-130 326 825,119-301-1185,2 2 1,3 0-1,1 0 1,3 1-1,2 1 1,2 0-1,2 0 1,2 3-45,2-50-2,0 0 1,0 0 0,0 0 0,0 0 0,0 0-1,1 0 1,0 0 0,-1 0 0,1 0 0,0 0-1,0-1 1,0 1 0,1 0 0,-1-1-1,1 1 1,0-1 0,-1 1 0,1-1 0,0 0-1,0 0 1,0 0 0,1 0 0,-1 0 0,0 0-1,1 0 1,0-1 0,-1 1 0,1-1-1,0 0 1,-1 0 0,1 0 0,0 0 0,0-1-1,0 1 1,0-1 0,0 1 0,0-1 0,0 0-1,0 0 1,0 0 0,0-1 0,0 1-1,0-1 1,2 0 1,8-5 4,1 0-1,-1-1 1,0-1-1,-1 0 1,1-1-1,-2 0 1,1 0 0,-1-2-1,-1 1 1,0-1-1,0-1 1,-1 0-1,-1 0 1,3-5-4,-4 8 8,0 1-1,-1-2 1,0 1 0,-1 0 0,0-1 0,0 0 0,-1-1 0,0 1 0,-1 0 0,0-1 0,-1 0-1,0 0 1,0-6-8,-2 15 1,-1-1-1,1 1 1,-1 0-1,1 0 1,-1 0-1,0-1 1,0 1-1,0 0 1,0 0-1,0 0 1,-1 0-1,1 1 1,0-1-1,-1 0 1,1 0-1,-1 1 1,0-1-1,0 1 1,1 0-1,-1-1 1,0 1-1,0 0 1,0 0-1,0 0 1,-1 0-1,1 1 1,0-1-1,0 1 0,0-1 1,-1 1-1,1 0 1,0-1-1,-1 1 0,-89-3-2,69 4 3,17-1-169,-77-15 15,56-15-4351,13 2-12028</inkml:trace>
  <inkml:trace contextRef="#ctx0" brushRef="#br0" timeOffset="-2141.978">16381 739 27078,'0'0'1336,"0"0"-656,0 0-272,0 0 64,0 0-112,0 0-103,-50 116-65,41-86-24,0 3-24,-2 5-16,0 3-56,2 5-32,1 5-40,5 0-16,3-3-320,3-13-481,14-11-1231,3-22-9386</inkml:trace>
  <inkml:trace contextRef="#ctx0" brushRef="#br0" timeOffset="-1860.796">16828 577 28102,'0'0'1288,"0"0"-768,0 0 81,0 0 39,0 0-128,7 125-112,-7-72-88,-5 6-136,-6 8-80,-2 2-64,2 2-32,5 2-80,4 8-512,2-18-1017,0-22-20083</inkml:trace>
  <inkml:trace contextRef="#ctx0" brushRef="#br0" timeOffset="-643.505">18764 1670 26110,'0'0'3080,"0"0"-2368,0 0-191,0 0 79,0 0-112,127 2-32,-75-2-120,8 0-152,-1-8-104,-7 4-56,-3 4-24,-3 0-208,-11 14-584,-13 0-2449</inkml:trace>
  <inkml:trace contextRef="#ctx0" brushRef="#br0" timeOffset="-1340.66">17955 1418 28598,'0'0'1416,"0"0"-1160,0 0 153,0 0 95,0 0-112,83 128-120,-50-89-80,2 3-80,0 3-72,0 4-16,-6 3-8,-3-3-16,-4-4-64,-2-5-336,-1-20-400,-5-13-1297,-4-7-11682</inkml:trace>
  <inkml:trace contextRef="#ctx0" brushRef="#br0" timeOffset="-1089.607">18411 1382 28190,'0'0'1800,"0"0"-1151,-114 99-281,57-42-64,-5 10-56,1 6-144,6 0-104,-6 18-200,15-20-1009,13-22-3984</inkml:trace>
  <inkml:trace contextRef="#ctx0" brushRef="#br0" timeOffset="2357.322">19046 857 25277,'0'0'2281,"0"0"-1337,0 0-504,-122 91 80,71-40 144,-4 16-159,-6 22-137,2 30-112,8 30-40,14 11-24,26 0-32,11-12-72,22-22-64,24-5-24,13-29-16,31-19-216,-13-27-560,-5-31-3961</inkml:trace>
  <inkml:trace contextRef="#ctx0" brushRef="#br2" timeOffset="55704.057">15531 2592 29222,'0'0'779,"0"0"-225,0 0-218,0 0-26,0 0 6,0 0-36,13 8-39,-12-7-240,5 2 9,0 1 1,0 0-1,-1 0 0,1 0 0,-1 1 0,1 0 0,-2 0 0,1 0 0,0 1 1,-1-1-1,0 1 0,-1 0 0,1 0 0,-1 1 0,0-1 0,-1 1 0,1-1 1,-1 2-11,10 50 8,-10-42-11,1 1 0,0-1 1,1 0-1,0 0 0,2 0 0,0 0 0,0-1 0,2 0 1,0-1-1,0 1 0,2-2 0,5 8 3,-11-18-19,0 1 0,0-1 0,0 0 0,1 0 0,-1-1 0,1 0 0,0 1 0,-1-1 0,1-1 0,0 1 0,0-1 0,0 0 0,1 0 0,-1 0 0,0-1 0,0 1-1,0-2 1,1 1 0,-1 0 0,0-1 0,0 0 0,0 0 0,0 0 0,0-1 0,0 0 0,0 0 0,-1 0 0,1 0 0,0-1 0,-1 0 0,0 0 0,4-3 19,119-122-1076,-70 53 643,-35 43 435,2 1 1,1 1-1,1 1 0,2 2 0,11-10-2,-38 36 23,0 0 0,0 0 0,0-1 1,1 1-1,-1 0 0,0 0 0,1 0 0,-1 0 0,0 0 0,1 0 1,-1 1-1,1-1 0,-1 0 0,1 1 0,-1-1 0,1 1 0,0-1 0,-1 1 1,1 0-1,0 0 0,-1 0 0,1 0 0,0 0 0,-1 0 0,1 0 0,0 0 1,-1 1-1,1-1 0,0 1 0,-1-1 0,1 1 0,-1 0 0,1 0 1,-1-1-1,0 1 0,1 0 0,-1 0 0,0 0 0,1 1 0,-1-1 0,0 0 1,0 0-1,0 1 0,0-1 0,0 0 0,0 1 0,-1-1 0,1 1 0,0-1 1,-1 1-1,1 0 0,-1-1 0,1 1 0,-1-1 0,0 1 0,0 0 1,0-1-1,0 1 0,0 0 0,0-1 0,0 1 0,-1 0 0,1-1 0,0 1-23,0 30 235,-1-28-217,0 1 0,0-1 0,0 1 0,1 0 0,0-1 0,0 1 1,0 0-1,1-1 0,-1 1 0,1 0 0,0-1 0,0 1 0,1-1 0,-1 1 0,1-1 0,0 0 0,1 0 0,-1 0 0,0 0 0,1 0 1,0 0-1,0-1 0,0 1 0,1-1 0,-1 0 0,1 0 0,0 0 0,-1 0 0,1-1 0,0 0 0,1 1-18,4-1-9,-1 0 0,1-1 0,0 0 0,-1-1 0,1 0 0,0 0-1,0-1 1,-1 0 0,1 0 0,-1-1 0,1 0 0,-1 0 0,1-1 0,-1-1-1,0 1 1,-1-1 0,1 0 0,0-1 0,0-1 9,-4 4-796,-3 2-1017</inkml:trace>
  <inkml:trace contextRef="#ctx0" brushRef="#br2" timeOffset="55951.077">15761 3347 28822,'0'0'720,"0"0"-272,-106 146-448,80-100-312,13-21-1440,11-17-9434</inkml:trace>
  <inkml:trace contextRef="#ctx0" brushRef="#br2" timeOffset="56155.008">15866 3525 27854,'0'0'1296,"0"0"-728,-20 138-320,11-85-96,5-9-152,4-15-264,0-13-1568,0-14-10747</inkml:trace>
  <inkml:trace contextRef="#ctx0" brushRef="#br2" timeOffset="56311.589">16083 3349 27654,'0'0'1888,"0"0"-1248,186-108-263,-92 66-137,5 5-56,-2 7-88,-10 7-88,-17 11-8,-21 6-400,-25 6-1625,-22 0-111,-2 6-1137,-31-2-12146,1-4 15371,1 0-2161</inkml:trace>
  <inkml:trace contextRef="#ctx0" brushRef="#br2" timeOffset="56486.381">16613 2923 26310,'0'0'2055,"0"0"-831,1 25-348,18 176 231,-1-85-762,-6 0 0,-2 94-345,-11-190-19,0 1 1,-1 0 0,-1 0 0,-1-1-1,0 1 1,-2-1 0,-7 19 18,10-32-38,0-1 0,0 1 0,0-1-1,-1 0 1,1 0 0,-2 0 0,1 0 0,-1 0 0,1-1 0,-1 0 0,-1 0 0,1 0 0,-1-1 0,0 0 0,0 0 0,0 0 0,-1-1-1,1 0 1,-1 0 0,1-1 0,-1 0 0,0 0 0,0 0 0,-4-1 38,8 0-34,-1-1 1,1 0-1,-1-1 1,0 1-1,1 0 0,-1-1 1,1 0-1,-1 0 0,1 0 1,-1 0-1,1-1 1,0 1-1,0-1 0,0 0 1,0 0-1,0 0 0,0-1 1,0 1-1,-1-2 34,-11-17-227,1 1 196,1-1 0,1 0-1,1-1 1,1 0 0,1 0-1,1-1 1,1 0-1,1-1 1,1 1 0,1-1-1,1 0 1,1-1-1,1-5 32,4 26 4,0 1 0,0-1-1,0 0 1,0 1 0,0 0-1,1 0 1,0 0 0,-1 0-1,1 0 1,0 1-1,1 0 1,-1 0 0,0 0-1,1 0 1,-1 1 0,1-1-1,-1 1 1,1 0 0,-1 1-1,1-1 1,0 1 0,4 0-4,6-3-14,49-9-466,-6 2-1439</inkml:trace>
  <inkml:trace contextRef="#ctx0" brushRef="#br2" timeOffset="56797.43">17295 2641 28942,'0'0'840,"0"0"-432,0 0-248,0 108-31,0-74-73,0-2-56,11-15-64,4-7-713,3-10-1559</inkml:trace>
  <inkml:trace contextRef="#ctx0" brushRef="#br2" timeOffset="57318.826">17650 2505 24773,'0'0'1837,"0"0"-489,0 0-479,0 0-211,0 0-98,0 0-36,14 21-76,34 69-120,-48-85-314,0-1-1,-1 1 0,1-1 0,-1 1 0,0-1 1,0 1-1,0-1 0,-1 1 0,1-1 0,-1 0 1,0 0-1,0 0 0,-1 0 0,1 0 0,-1 0 1,0-1-1,0 1 0,0-1 0,0 0 0,-1 1 1,1-2-1,-1 1 0,-2 2-13,-10 9 36,-218 223 43,233-237-88,0 1 0,-1 0-1,1-1 1,0 1 0,0 0 0,-1 0-1,1 0 1,0 0 0,0 0 0,0 0-1,0 0 1,1 0 0,-1 1 0,0-1-1,0 0 1,1 0 0,-1 1-1,0-1 1,1 0 0,-1 1 0,1-1-1,0 1 1,0-1 0,-1 1 0,1-1-1,0 0 1,0 1 0,0-1 0,0 1-1,1-1 1,-1 1 0,0-1 0,1 1-1,-1-1 1,1 0 0,-1 1 0,1-1-1,-1 0 1,1 0 0,0 1 0,0-1-1,0 0 1,0 0 0,0 0 0,0 0-1,0 0 1,0 0 0,0 0 0,0 0-1,1 0 1,-1-1 9,196 7-15,-196-6 16,0 0 0,0 1 0,0 0 0,0-1 0,0 1 0,-1-1 0,1 1-1,0 0 1,-1 0 0,1-1 0,-1 1 0,0 0 0,0 0 0,0-1 0,1 1 0,-2 0-1,1 0 1,0 0 0,0-1 0,0 1 0,-1 0 0,1 0 0,-1-1 0,0 1 0,1 0-1,-1-1 1,0 1 0,0-1 0,0 1 0,0-1 0,0 1 0,0-1 0,-1 0 0,1 1-1,0-1 1,-1 0 0,1 0 0,-1 0 0,0 0-1,-71 90 28,-112 164-752,184-254 724,-1 0 0,1 1 0,0-1 0,0 0-1,0 0 1,0 1 0,0-1 0,0 0 0,0 1 0,0-1 0,1 1 0,-1-1 0,1 1 0,-1 0 0,1-1 0,-1 1 0,1-1-1,0 1 1,0 0 0,0-1 0,0 1 0,0 0 0,0-1 0,0 1 0,0 0 0,1-1 0,-1 1 0,1-1 0,-1 1 0,1 0 0,0-1-1,0 1 1,-1-1 0,1 0 0,0 1 0,0-1 0,0 0 0,1 0 0,-1 1 0,0-1 0,0 0 0,1 0 0,-1 0 0,0 0-1,1-1 1,-1 1 0,1 0 0,-1-1 0,1 1 0,0 0 0,-1-1 0,1 0 0,342 3 285,-249-3 165,-93 2-414,-1 0 0,0 0 0,0-1 0,-1 1 0,1 0 0,0 1 0,-1-1 0,1 0 0,-1 0 0,0 0 0,0 0 0,1 0 0,-1 0 0,-1 0 0,1 1 0,0-1 0,0 0 0,-1 0 0,1 0 0,-1 0 0,0 0 0,0 0 0,0 0 0,0 0 0,0 0 0,0-1 0,-1 2-36,-12 19 64,-1 0 0,-1-1-1,-1-1 1,0-1 0,-2 0 0,0-2 0,-2 1-64,-188 126-135,87-75-458,4-12-750</inkml:trace>
  <inkml:trace contextRef="#ctx0" brushRef="#br0" timeOffset="-181635.795">17238 177 19892,'0'0'1542,"0"0"-385,0 0-291,0 0-58,0 0-33,-15-5 99,-113-53 1190,103 45-1776,2-2-153,-1 2 1,-1 1 0,0 0 0,0 2 0,-1 1-1,0 2 1,-1 0 0,0 1 0,0 2 0,-12 0-136,0 2-64,0 2 1,1 2-1,-1 1 1,1 2-1,0 2 1,0 1-1,1 2 1,0 2-1,0 1 1,2 2-1,0 1 1,0 2-1,0 3 64,-40 34-63,2 4-1,3 3 1,2 2-1,-41 55 64,93-101-1,-51 49 64,4 3 0,3 3 0,3 3 0,3 2 0,4 2 0,4 2 0,-1 10-63,14 2 129,3 2 1,5 0-1,4 2 1,4 0 0,5 2-1,4-1 1,4 1 0,5 0-1,5 13-129,-3-71 23,1 1 0,3-1 0,2 0-1,1 0 1,2-1 0,2 0 0,2-2-1,1 1 1,2-2 0,2 0 0,1-2-1,2 0 1,2-2 0,1-1 0,1 0-1,2-3 1,4 3-23,15 8 5,2-2 0,1-2 0,2-3 0,2-1 0,0-4 0,2-2 0,1-2 0,1-3-1,1-3 1,1-2 0,0-3 0,1-3 0,1-3 0,0-2 0,-1-3 0,55-5-5,-71-3-1,-1-3 0,0-1 0,0-2 0,-1-2 0,0-3 0,-2-1 0,0-2 0,-1-2 0,0-1 1,9-10 0,-13 2 1,-1-2 0,-1-1 1,-2-2-1,-1-1 1,-2-2-1,-1-1 1,-3-1-1,-1-1 0,-2-2 1,-2 0-1,-1-2 1,-3 0-1,8-31-1,1-18 6,-4-1 0,-5-2 0,-3 0-1,-5 0 1,-4-1 0,-4-1-6,5-8 4,-4-1-1,-5 1 1,-5 0-1,-4 0 1,-5 1 0,-5 0-1,-16-41-3,16 86 1,-3 1-1,-3 1 1,-2 1 0,-2 2-1,-3 1 1,-3 1-1,-19-20 0,41 57-39,-1 0 0,-1 0 0,-1 2 0,0 0 0,-1 1 0,0 1 0,-1 0 0,0 2 0,-1 0 0,-1 2 0,0 0 0,0 1 0,0 1 0,-1 2 0,0 0-1,0 1 1,0 1 0,-23 1 39,-16 1-1268</inkml:trace>
  <inkml:trace contextRef="#ctx0" brushRef="#br0" timeOffset="-180750.799">20405 260 26846,'0'0'699,"0"0"-366,-25-19-172,-86-61 85,98 72-147,0 0 0,0 1 0,-1 1 0,0 0 0,0 1 0,0 1 0,-1 0 0,0 1 0,0 0 0,0 1 0,0 1 0,0 0 0,-11 2-99,7-2 74,-61 7 10,0 3-1,1 4 1,0 3-1,1 4 1,1 3-1,1 4 1,2 2-1,0 4 1,3 3-1,-5 7-83,-149 75 54,-197 139-54,393-237 2,1 2 0,2 0 0,0 2 0,1 1 0,1 1 0,2 1 0,1 1 0,1 1 0,1 0 0,2 2 1,0 0-1,3 1 0,0 0 0,-1 12-2,-2 9 36,2 1 0,3 1 0,2 0 0,3 1 1,2-1-1,3 1 0,1 0 0,4 0 0,2 0 0,2 0 0,2-1 1,3 0-1,3-1 0,3 4-36,4 5 30,3-1-1,2-1 1,3-2 0,2 0 0,3-3 0,2-1-1,3-1 1,2-2 0,3-3 0,1-1-1,42 33-29,18-1 5,3-5-1,3-5 0,4-5 0,1-5 0,4-5 1,1-6-1,42 8-4,-110-39 6,2-1 0,-1-4 0,2-1 0,-1-4 1,1-1-1,1-4 0,-1-1 0,0-3 0,1-3 1,-1-2-1,46-12-6,-23-6 5,-2-4 1,-1-3 0,-2-3-1,-1-4 1,-1-3 0,-3-3-1,-2-3 1,-1-3-1,57-57-5,-67 60-16,-3-2 0,-3-2 0,-1-3 0,-3-2 0,-2-1 0,-3-3 0,-3-1 0,-2-2 0,-3-2-1,-3-1 1,-3-1 0,-2-2 0,-4 0 0,-3-2 0,7-53 16,-20 75-3,-3 0 1,-1-1-1,-3 1 0,-2-1 1,-2 1-1,-2 0 0,-2 1 1,-3-1-1,-13-34 3,-4 14-9,-2 2 1,-4 2-1,-2 0 0,-3 3 1,-3 1-1,-3 2 0,-2 3 1,-2 1-1,-3 3 0,-2 2 1,-2 3-1,-2 2 0,-2 2 1,-2 4-1,-2 2 0,-21-7 9,21 16-94,0 4 0,-2 2-1,-1 3 1,0 3 0,-8 2 94,-211-15-3328,99 26-6122</inkml:trace>
  <inkml:trace contextRef="#ctx0" brushRef="#br1" timeOffset="-4763.014">2046 698 24453,'0'0'4483,"0"0"-3035,0 0-1008,0 0-129,0 0-62,0 0-77,-7 8-69,2 0-95,0 1-1,1 0 1,0 0 0,1 1 0,0-1 0,0 1 0,1 0-1,0 0 1,0 0 0,1 0 0,1 0 0,0 0-1,0 0 1,1 0 0,1 5-8,33 921 739,-36-636-597,-2-44-87,11 0 0,32 187-55,-36-420-11,-3-7 0,1 0-1,1-1 1,0 1-1,1-1 0,1 1 1,1-2-1,0 1 1,0 0-1,2-1 0,0 0 12,-7-13-42,0 0-1,0 0 0,1 0 0,-1-1 1,0 1-1,1 0 0,-1-1 1,1 1-1,-1-1 0,1 1 0,-1-1 1,1 0-1,-1 1 0,1-1 0,0 0 1,-1 0-1,1 0 0,-1 0 1,1-1-1,-1 1 0,1 0 0,-1-1 1,1 1-1,-1-1 0,1 1 0,-1-1 1,1 0-1,-1 1 0,0-1 1,1 0-1,-1 0 0,0 0 0,0 0 1,0 0-1,0 0 0,0-1 0,0 1 1,0 0-1,0-1 0,0 1 1,-1 0-1,1-1 0,0 1 0,-1-1 1,1 1-1,-1-1 0,0 1 0,1-1 1,-1 1-1,0-1 0,0 1 1,0-1-1,0 1 0,0-1 43,19-49-2023</inkml:trace>
  <inkml:trace contextRef="#ctx0" brushRef="#br1" timeOffset="-4247.479">2184 650 27582,'0'0'1535,"0"0"-1050,21 7-201,152 36 495,-7-43-571,1-7-1,-1-7 1,-1-8-1,16-10-207,17 1 101,1328-190 79,-794 161 41,3 31 1,39 34-222,-268-3 73,351 9 74,-578-6-127,0-12 0,182-31-20,-333 28-2369,-124 10-287</inkml:trace>
  <inkml:trace contextRef="#ctx0" brushRef="#br1" timeOffset="-3884.334">9606 307 28870,'0'0'1186,"0"0"-842,0 0-236,-2 20 127,-6 241 458,77 519 83,-32 542-221,-37-1306-555,-20 365 0,16-423-923,0 1-1099</inkml:trace>
  <inkml:trace contextRef="#ctx0" brushRef="#br1" timeOffset="-3230.937">2532 3353 28054,'0'0'1016,"0"0"-197,0 0-339,0 0-206,0 0-73,37-6 119,350-67 181,869-148 460,446 10-961,-879 142 126,641 36-126,-1021 60-251,-1 19 0,215 59 251,-511-81-2204</inkml:trace>
  <inkml:trace contextRef="#ctx0" brushRef="#br1" timeOffset="4563.655">1 2481 25197,'0'0'3172,"0"0"-2153,0 0-605,0 0 0,0 0-5,4 9-69,-2-4-285,-2-4-44,0 1 1,1-1-1,-1 1 0,0 0 0,1-1 0,-1 1 0,1-1 0,0 1 0,-1-1 0,1 0 0,0 1 0,0-1 0,0 0 0,0 1 0,0-1 0,0 0 0,0 0 0,0 0 0,1 0 0,-1 0 0,0 0 0,1 0 0,-1 0 0,1-1 0,-1 1 0,1-1 0,-1 1 0,1-1 0,-1 1 0,1-1 0,-1 0 0,1 0 0,0 1 0,-1-1 0,1-1 0,-1 1 0,1 0 0,0 0 0,-1 0 0,1-1 0,1 0-11,116-99 440,-35 9-397,-3-4 0,-5-3-1,-4-3 1,-5-3 0,-4-4-1,13-38-42,-45 75 35,-53 190-28,6-51 1,-7 20 14,3 2 0,5 0-1,3 1 1,4 0 0,5 62-22,4-149 1,0-1 0,0 1-1,0 0 1,1-1 0,0 0 0,0 1 0,0-1 0,0 0 0,0 0-1,1 0 1,-1 0 0,1 0 0,0 0 0,0-1 0,0 0 0,0 1 0,0-1-1,1 0 1,-1-1 0,1 1 0,-1 0 0,1-1 0,0 0 0,-1 0-1,1 0 1,0 0 0,0-1 0,0 0 0,-1 1 0,1-1 0,0-1-1,0 1 1,0 0 0,0-1 0,-1 0 0,1 0 0,0 0 0,-1 0-1,1-1 1,0 1 0,-1-1 0,0 0 0,1 0 0,-1 0 0,1-2-1,15-11 3,0-1 0,-2-1 0,1 0 0,-2-1 0,-1-1 0,0-1 0,10-18-3,27-39 3,-3-3 0,-4-1-1,-3-3 1,-4-1 0,-4-2 0,-3-1 0,-1-15-3,-14-50 221,-16 312-175,37 860-30,-29-830-14,-9 0 0,-8-1 0,-8 0 1,-9 0-1,-7-3 0,-25 60-2,49-213 5,-3-1 0,0 0 0,-2-1 0,-2 0 0,0-1 0,-9 9-5,19-29-8,-1 0-1,0-1 0,0 0 1,-1 0-1,0-1 0,0 0 1,0-1-1,-1 1 1,0-2-1,-1 1 0,1-1 1,-1-1-1,0 0 1,0 0-1,0-1 0,-1 0 1,1-1-1,-1 0 1,1 0-1,-1-1 0,-2-1 9,6 0-20,1-1-1,-1 0 1,1 0 0,0 0-1,0-1 1,-1 0 0,1 0-1,0-1 1,1 0-1,-1 0 1,0 0 0,1-1-1,0 1 1,0-1-1,0-1 1,0 1 0,1-1-1,-1 0 1,1 0-1,0 0 1,1 0 0,-1-1-1,1 1 1,0-1 20,-17-29-60,1-1 1,2-1-1,2-1 0,1 0 1,2 0-1,2-1 0,-1-10 60,-3-20-18,3-2 0,3 1 0,3-1 0,3 0 0,3-1 0,4 1 0,12-63 18,0 71 5,2 0 0,4 1 1,2 1-1,3 1 0,2 2 1,3 1-1,2 1 0,3 2 1,2 2-1,11-8-5,327-352-828,-290 321-878</inkml:trace>
  <inkml:trace contextRef="#ctx0" brushRef="#br1" timeOffset="4924.482">1680 1942 29286,'0'0'728,"0"0"-544,0 0 105,0 0 175,116 14-120,-44-28-80,7-7-96,0-3-112,-2 2-24,-7 6-32,-6 7-16,12 9-384,-14 0-416,-18 6-1513</inkml:trace>
  <inkml:trace contextRef="#ctx0" brushRef="#br1" timeOffset="5225.394">1349 2585 27454,'0'0'944,"0"0"-272,0 0-144,180-11-112,-84-7 25,36-8-65,23-1-200,16-5-112,-24 4-64,-48 13-825,-42 3-11633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4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3959 48 29174,'0'0'1281,"0"0"-841,0 0-160,0 0 56,-57 138 64,42-81-88,-3 12-88,1 8-96,1 8-72,3 2-48,4-5-8,9 5-152,18-22-488,4-21-1249</inkml:trace>
  <inkml:trace contextRef="#ctx0" brushRef="#br0" timeOffset="1254.185">7674 436 29390,'0'0'1189,"0"0"-493,0 0-342,-4-21-39,-17-121 188,22 136-492,-1 0-1,1 0 1,-2 1 0,1-1-1,0 0 1,-1 1 0,0-1-1,-1 0 1,1 1 0,-1-1-1,0 1 1,-1 0 0,1 0-1,-1 0 1,0 0 0,0 0-1,0 0 1,-1 1 0,0 0-1,0-1 1,0 1 0,0 1-1,0-1 1,-1 1 0,0-1-1,0 1 1,0 1 0,0-1-1,0 1 1,-2-1-11,-2 2 0,-1 0 0,0 1 0,0 0 0,1 0 0,-1 1 0,0 1 0,1-1 0,-1 2 0,1-1 0,0 1 0,0 1 0,0-1 0,0 2 0,0-1 0,1 1 0,0 0 0,0 1 0,0 0 0,1 0 0,0 1 0,0 0 0,0 0 0,-3 6 0,-5 6-4,0 0 1,1 1-1,2 1 1,0 1-1,1-1 1,1 2-1,1-1 1,1 2-1,0 0 4,-7 128-22,15-146 21,1 0 1,0 0-1,0-1 1,0 1-1,1 0 1,0-1-1,0 1 0,0-1 1,1 0-1,0 0 1,0 0-1,0 0 1,1 0-1,-1 0 1,1-1-1,0 0 1,0 0-1,1 0 1,-1 0-1,1-1 1,0 0-1,0 0 1,0 0-1,3 1 1,6-1-1,0-1 0,0-1 0,-1-1 0,1 0-1,0 0 1,0-1 0,0-1 0,0-1 0,-1 0 0,1 0-1,-1-1 1,0-1 0,0-1 0,0 1 0,-1-2 0,0 0 0,0 0-1,-1-1 1,0-1 0,0 0 0,-1 0 0,0-1 0,0 0-1,6-11 2,137-166-2258,-127 143-1062</inkml:trace>
  <inkml:trace contextRef="#ctx0" brushRef="#br0" timeOffset="424.414">5480 411 29806,'0'0'1347,"0"0"-589,0 0-265,-8-20-186,-25-66-251,30 79-56,1 1 0,-1-1 0,0 1 0,0-1 0,-1 1 0,0 0 0,0 0 0,0 1 0,-1-1 0,0 1 0,0 0 0,0 1 0,-1-1 0,1 1 0,-1 0 0,0 0 0,-1 0 0,1 1 0,0 0 0,-1 1 0,0-1 0,1 1 0,-1 0 0,0 1 0,0 0 0,0 0 0,-1 0 0,1 1 0,0 0 0,0 0 0,0 1 0,-2 0 0,-3 5-10,0 0-1,1 0 1,-1 1-1,1 0 1,1 1-1,-1 0 1,1 1-1,1 0 1,0 1-1,0 0 1,1 0-1,0 1 1,0 0-1,2 1 1,-1-1-1,1 1 1,1 0-1,0 1 1,1-1-1,0 1 1,1 0-1,1 0 1,0 0 10,-7 20-64,3 0 0,0 1 1,3-1-1,0 1 0,2 0 1,2 0-1,1 3 64,-1-34-4,0 0 0,-1-1 0,1 1 0,0 0 0,0-1 0,1 1 0,-1-1 0,1 1 0,-1-1 0,1 1 0,0-1 0,-1 0 0,1 0 1,0 0-1,1 0 0,-1 0 0,0-1 0,0 1 0,1-1 0,-1 1 0,1-1 0,-1 0 0,1 0 0,0 0 0,-1 0 0,1-1 0,0 1 0,0-1 0,0 1 0,-1-1 0,1 0 0,0 0 0,0 0 0,0 0 0,0-1 0,-1 1 0,1-1 0,0 0 0,-1 0 0,1 0 0,0 0 0,-1 0 0,1-1 0,-1 1 0,1-1 0,-1 1 0,0-1 0,0 0 0,0 0 0,0 0 0,0 0 0,0 0 0,0-1 0,-1 1 0,1 0 4,174-142-1705,-115 98-733</inkml:trace>
  <inkml:trace contextRef="#ctx0" brushRef="#br0" timeOffset="769.084">6440 440 28734,'0'0'1368,"0"0"-279,0 0-304,0 0-223,-6-22-358,-30-135-179,36 149-25,0-1 0,-1 1 0,0 0 0,-1 0 0,1 0 0,-2 0 0,1 1 0,-1-1 0,0 1 0,-1-1 0,1 1 0,-2 0 0,1 0 0,-1 0 0,0 1 0,0 0 0,-1 0 0,1 0 0,-1 1 0,-1-1 0,1 2 0,-1-1 0,0 1 0,0 0 0,0 0 0,-1 0 0,1 1 0,-1 1 0,0-1 0,0 1 0,0 1 0,0-1 0,-1 1 0,0 1 0,1 1 0,0 1 0,0-1 0,0 1 0,0 0 0,0 1 0,0 0 0,0 0 0,1 1 0,0 0 0,0 0 0,0 0 0,0 1 0,0 0 0,1 1 0,0-1 0,0 1 0,1 1 1,-1-1-1,1 1 0,1 0 0,-1 0 0,1 0 0,0 1 0,-6 11-1,0 0 0,2 1 0,0-1 0,1 2 0,1-1 0,1 1 0,1 0 0,1 0 0,0 1 1,2-5-25,0 0 0,1 0 0,1 0 0,0 0 0,2 0-1,0 0 1,0-1 0,4 9 25,-5-20-9,0 1-1,1-1 0,-1 1 1,1-1-1,0 0 1,1 0-1,-1 0 0,1-1 1,0 1-1,0-1 1,1 0-1,-1 0 0,1 0 1,0-1-1,0 0 0,0 0 1,0 0-1,0 0 1,1-1-1,-1 0 0,1 0 1,0 0-1,0-1 0,-1 0 1,1 0-1,0 0 10,11-2-58,0 0 0,0-1-1,0 0 1,0-2 0,-1 0 0,1-1-1,-1 0 1,0-2 0,-1 0-1,1 0 1,-2-1 0,1-1 0,-1-1-1,5-4 59,9-4-108,69-42-1290,-8 3-1662</inkml:trace>
  <inkml:trace contextRef="#ctx0" brushRef="#br0" timeOffset="-756.144">1638 0 9802,'0'0'14641,"0"0"-9932,0 0-3736,0 0-571,-4 18-142,-28 114 349,-126 350 588,86-280-1023,-40 186-174,98-310-13,14-77-23,0 0 0,1 0 0,-1 0 0,0 0 0,0 0 0,1 0 0,-1 0 0,0-1 0,1 1 0,-1 0 0,1 0 0,0 0 0,-1 0 0,1-1 0,-1 1 0,1 0 0,0-1 0,0 1 0,-1 0 0,1-1 0,0 1 1,0-1-1,0 1 0,0-1 0,0 0 0,0 1 0,-1-1 0,1 0 0,0 1 0,0-1 0,0 0 0,0 0 0,0 0 0,0 0 0,0 0 0,0 0 0,0 0 0,0-1 0,0 1 0,0 0 0,0 0 0,0-1 0,0 1 0,0-1 0,0 1 0,-1 0 0,1-1 0,0 0 1,0 1-1,0-1 0,-1 1 0,1-1 0,0 0 0,-1 0 0,1 1 0,-1-1 0,1 0 0,-1 0 0,1 0 36,28-22-2282</inkml:trace>
  <inkml:trace contextRef="#ctx0" brushRef="#br0" timeOffset="-489.012">2118 999 29430,'0'0'2529,"0"0"-2089,0 0-160,0 0-192,0 0-88,0 0 0,0 0 0,17 33 0,-15-33 0,-2 0 0,5 0 0,-1 0 0,-2 2-840,-2-2-2185</inkml:trace>
  <inkml:trace contextRef="#ctx0" brushRef="#br0" timeOffset="5322.436">0 468 12467,'0'0'4425,"0"0"-3185,134 39-1240,-68-31-552,2-6-1937,0-2 1497,0-8 992,-5-11 1544,-1-5 129,-1-12-1673,-17 9-512,-13 3-12411</inkml:trace>
  <inkml:trace contextRef="#ctx0" brushRef="#br0" timeOffset="6232.148">616 355 19268,'0'0'1899,"0"0"600,-21 2-257,-151 4 460,133-6-1465,29 0-218,27 0-761,532-36 286,286-26-239,-534 46-241,1 12-1,33 16-63,148 0 127,943 5 173,-1200-25-292,-118 1 2,0 5 0,0 5 1,98 15-11,-120-8 81,1-5 0,0-3 0,60-8-81,-61 3-42,650-70 42,-55 54 0,-477 11 0,-136 30 0,-101-28 0,-90-13-699,54 10-1739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28142,'0'0'1114,"0"0"-170,0 0-227,0 0-99,0 0-98,0 0-133,-9 15-145,-58 147-159,-117 471-83,157-415 0,27-214-38,0-1 1,0 1-1,1 0 1,-1 0-1,1 0 0,0-1 1,-1 1-1,2 0 1,-1-1-1,0 1 0,1-1 1,0 1-1,0-1 1,0 0-1,0 1 0,0-1 1,1 0-1,-1-1 1,1 1-1,0 0 0,0-1 1,0 1-1,0-1 1,0 0-1,1 0 0,-1-1 1,0 1-1,1 0 1,0-1-1,-1 0 0,3 1 38,26 1-2755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5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363 367 29118,'0'0'1369,"0"0"-557,0-23-318,-1-171 432,-34 85-874,34 106-52,-1 0 0,0 0 0,0 0 0,0 1-1,-1-1 1,1 1 0,-1 0 0,1-1 0,-1 1 0,0 0 0,0 1 0,0-1-1,0 0 1,0 1 0,0 0 0,0-1 0,-1 1 0,1 1 0,0-1 0,-1 0-1,1 1 1,0-1 0,-1 1 0,1 0 0,-1 1 0,1-1 0,0 0 0,-1 1-1,1 0 1,0 0 0,-1 0 0,-1 1 0,-6 4 0,1 1 0,-1 1 0,1-1 0,1 2 0,-1 0 0,1 0 0,1 0 0,0 1 0,0 0 0,1 1 0,0 0 0,1 0 0,0 0 0,1 1 0,2-7 0,-11 19 0,0 2 0,2-1 0,0 2 0,2-1 0,1 2 0,1-1 0,2 1 0,0 0 0,2 0 0,1 1 0,2-1 0,1 10 0,1-33 0,1-1 0,0 1-1,0-1 1,1 0 0,-1 1 0,1-1-1,0-1 1,0 1 0,0 0 0,1-1 0,-1 1-1,1-1 1,0 0 0,0 0 0,0-1-1,0 1 1,1-1 0,-1 0 0,1 0 0,-1 0-1,1-1 1,0 1 0,-1-1 0,1 0-1,0-1 1,0 1 0,0-1 0,0 0 0,-1 0-1,1-1 1,0 1 0,0-1 0,0 0-1,0 0 1,-1-1 0,1 1 0,-1-1 0,1 0-1,-1 0 1,0-1 0,1 1 0,1-3 0,28-15-174,0-2 1,-2-1 0,-1-1-1,-1-2 1,-1-1-1,22-27 174,-38 41-98,123-129-3835,-84 85-7189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5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524 378 30254,'0'0'1223,"0"0"-532,0 0-253,-10-20-293,-54-124-129,63 134-16,-1-1 0,0 1 0,0 1 0,-1-1 0,0 0 0,-1 0 0,0 1 0,-1 0 0,1 0 0,-2 0 0,1 1 0,-1-1 0,-1 1 0,1 1 0,-1-1 0,-1 1 0,1 1 0,-1-1 0,-1 1 0,1 0 0,-1 1 0,0 0 0,0 1 0,0-1 0,-1 2 0,1-1 0,-1 1 0,0 1 0,0 0 0,-9-1 0,12 5 0,-1-1 0,1 1 0,0 1 0,0-1 0,0 1 0,1 0 0,-1 1 0,1 0 0,-1 0 0,1 0 0,0 1 0,1-1 0,-1 2 0,1-1 0,0 0 0,0 1 0,1 0 0,0 0 0,0 0 0,0 1 0,0 1 0,-59 147 0,51-120 0,2 0 0,2 1 0,1 1 0,2-1 0,1 1 0,2 32 0,3-61 0,0 0 0,0-1 0,1 1 0,0 0 0,1-1 0,0 0 0,0 0 0,0 0 0,1 0 0,0 0 0,0-1 0,1 1 0,0-1 0,0 0 0,0-1 0,1 1 0,0-1 0,0 0 0,0 0 0,1-1 0,-1 0 0,1 0 0,0-1 0,0 0 0,1 0 0,-1 0 0,1-1 0,-1 0 0,1-1 0,0 1 0,-1-2 0,1 1 0,0-1 0,0 0 0,0-1 0,-1 1 0,1-2 0,0 1 0,-1-1 0,1 0 0,-1-1 0,1 1 0,-1-2 0,0 1 0,0-1 0,-1 0 0,1 0 0,5-5 0,215-155-2533,-172 124-151</inkml:trace>
  <inkml:trace contextRef="#ctx0" brushRef="#br0" timeOffset="362.457">1565 311 28934,'0'0'1366,"0"0"-445,0 0-257,0 0-10,7-17-445,-4 10-202,2-4-6,0 1 0,-1-1 0,0 1 0,-1-1 0,0-1 0,-1 1 0,0 0 0,-1 0 0,0-1 0,-1 1 0,0-1 0,-1-4-1,-2 10 0,0 1 0,0-1 0,-1 1 0,1 0 0,-1 0 0,0 0 0,-1 0 0,1 1 0,-1-1 0,0 1 0,0 1 0,-1-1 0,1 1 0,-1-1 0,1 2 0,-1-1 0,0 1 0,0-1 0,0 2 0,0-1 0,-1 1 0,1 0 0,0 0 0,-1 1 0,1-1 0,-1 1 0,1 1 0,0-1 0,-1 1 0,1 1 0,0-1 0,0 1 0,0 0 0,0 0 0,0 1 0,0-1 0,0 1 0,1 1 0,-1-1 0,1 1 0,0 0 0,0 0 0,-20 20 0,2 0 0,0 2 0,2 0 0,0 2 0,2 0 0,2 1 0,0 1 0,2 1 0,-5 14 0,9-22 0,2 1 0,0 0 0,1 0 0,1 1 0,2 0 0,0 0 0,0 20 0,4-38 0,1 0 0,0 0 0,0 0 0,0 0 0,1 0 0,0 1 0,0-1 0,1 0 0,0-1 0,0 1 0,0 0 0,1 0 0,0-1 0,1 0 0,-1 0 0,1 0 0,0 0 0,1 0 0,0-1 0,-1 1 0,2-1 0,-1-1 0,0 1 0,1-1 0,0 0 0,0 0 0,0-1 0,1 1 0,4 1 0,-1-2 1,0 0 0,0-1 0,0 0 0,1 0 0,-1-1 0,0 0 0,1-1 0,-1 0 0,1-1 0,-1 0 0,0-1 0,0 0 0,0 0 0,0-1 0,0-1 0,0 0 0,-1 0 0,1 0 0,-1-1 0,0-1 0,-1 0 0,1 0 0,-1 0 0,-1-1 0,1 0-1,4-7 0,4-3-28,-1-1-1,-1 0 0,0-1 1,-2-1-1,0 0 0,-1-1 0,-1 0 1,-1 0-1,-1-1 0,-1 0 0,2-11 29,-1-21-1453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19.79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4064 421 26414,'0'0'1475,"0"0"604,0 0-1134,0 0-465,0 0-93,-9-2-71,-28-5-88,24 17-102,-52 266 188,-182 542-311,246-817-13,-3 9-93,0 0-1,1 0 1,1 0 0,-1 1-1,2-1 1,-1 1 0,1-1-1,1 1 1,0-1-1,1 1 1,0 2 103,10 6-1959,7-13-2025</inkml:trace>
  <inkml:trace contextRef="#ctx0" brushRef="#br0" timeOffset="204.047">4573 1301 27286,'0'0'3120,"0"0"-2247,0 0-241,0 0-96,0 0-216,50 112-320,-43-98 0,0-4 0,-3-1 0,7 1 0,2 0 0,0-2-800,-2-6-2121</inkml:trace>
  <inkml:trace contextRef="#ctx0" brushRef="#br0" timeOffset="926.449">6866 894 28070,'0'0'1696,"0"0"-825,0 0-444,0-17-146,7-109 229,20-119 130,-27 240-639,0 0 1,-1 0-1,1 0 1,-1 0-1,-1 0 1,1 1-1,-1-1 1,0 0-1,0 1 1,0-1-1,0 1 0,-1-1 1,0 1-1,0 0 1,0 0-1,0 1 1,-1-1-1,0 0 1,1 1-1,-1 0 1,0 0-1,-1 0 1,1 1-1,0-1 1,-1 1-1,0 0 0,1 0 1,-1 1-1,0-1 1,0 1-1,0 0 1,0 1-1,0-1 1,0 1-1,0 0 1,0 0-1,0 0 1,0 1-1,0 0 0,0 0 1,-3 1-2,-7 4 0,1 0-1,1 1 1,-1 0 0,1 1 0,1 1-1,-1 0 1,1 1 0,1 0 0,0 0-1,0 2 1,1-1 0,1 1-1,0 1 1,1-1 0,-4 9 0,-15 20-1,1 1 1,3 1-1,1 2 0,3 0 1,1 1-1,3 0 0,1 2 1,3 0-1,2 0 0,1 1 1,3-1-1,2 35 1,3-78 2,1 1 0,0-1 0,1 0 0,-1 1 0,1-1 1,0 0-1,0 0 0,1 0 0,-1 0 0,1-1 0,0 1 0,0-1 0,1 1 0,-1-1 1,1 0-1,0 0 0,0-1 0,1 1 0,-1-1 0,1 0 0,-1 0 0,1-1 0,0 1 0,0-1 1,0 0-1,0 0 0,1-1 0,-1 1 0,0-1 0,1 0 0,-1-1 0,1 1 0,-1-1 0,1 0 1,-1-1-1,1 1 0,-1-1 0,1 0 0,-1-1 0,0 1 0,0-1 0,1 0 0,-1 0 1,0-1-1,2-1-2,17-10 13,-1-1 0,0-1-1,-2-1 1,0-1 0,-1-1 0,0-1 0,-2 0 0,0-1 0,-2-2 0,7-10-13,145-213-144,-73 167-708,-20 42-2693,-18 14-5901</inkml:trace>
  <inkml:trace contextRef="#ctx0" brushRef="#br0" timeOffset="1351.201">8326 934 25645,'0'0'3823,"0"0"-2404,0 0-911,-4-20-26,1 0-364,-2-18-15,-1 1 1,-2 0-1,-1 0 0,-2 1 0,-2 0 0,-1 1 1,-9-13-104,19 42-2,-1 0 1,0 1 0,0 0-1,0 0 1,-1 0 0,1 1 0,-1 0-1,0 0 1,0 0 0,-1 1-1,1 0 1,-1 0 0,0 1-1,0-1 1,0 2 0,0-1 0,0 1-1,0 0 1,0 0 0,0 1-1,-1 0 1,1 0 0,0 1-1,0-1 1,0 2 0,0-1-1,0 1 1,0 0 0,0 1 0,0-1-1,1 1 1,-1 1 0,1-1-1,0 1 1,0 0 0,0 1-1,1-1 1,-1 1 0,1 0 0,0 1-1,1-1 1,-1 2 1,-19 21-5,1 0 0,1 2 1,2 1-1,1 1 0,1 0 0,2 1 0,1 1 1,2 0-1,1 1 0,-3 22 5,11-41-16,1-1 0,1 1 1,1 0-1,0 0 0,1 0 0,0 0 0,1 0 1,1 0-1,1 0 0,0 0 16,-1-11-2,-1 1 0,1-1-1,0 1 1,0-1 0,1 0-1,0 1 1,-1-2 0,2 1-1,-1 0 1,1 0 0,-1-1-1,1 0 1,0 0 0,1 0-1,-1 0 1,1-1 0,0 1-1,-1-1 1,2 0 0,-1-1-1,0 1 1,0-1 0,1 0 0,-1-1-1,1 1 1,0-1 0,-1 0-1,4 0 3,10-3 13,-1-1 0,1-1-1,-1 0 1,1-2 0,-1 0-1,-1-1 1,1 0 0,-1-2-1,-1 0 1,0-1 0,0 0-1,-1-1 1,0-1 0,-1-1-1,0 0 1,-1-1 0,0 0-1,4-8-12,12-7 28,49-49-42,-30 28-463,2 2 0,2 2-1,2 2 1,45-27 477,-55 46-2791</inkml:trace>
  <inkml:trace contextRef="#ctx0" brushRef="#br0" timeOffset="1794.519">9777 1044 29390,'0'0'1298,"0"0"-643,0 0-197,3-19-43,22-217 136,-25 221-551,1 5 0,-1 0 0,0 1 0,0-1 0,-1 0 0,0 0 0,-1 1 0,0-1 0,-1 1 0,0 0 0,0-1 0,-1 1 0,-1-2 0,0 3 0,-1 0 0,1 0 0,-1 0 0,0 1 0,-1 0 0,0 0 0,0 0 0,-1 1 0,0 0 0,0 1 0,0 0 0,0 0 0,-1 1 0,0-1 0,0 2 0,0 0 0,0 0 0,-1 0 0,1 1 0,-1 1 0,1 0 0,-1 0 0,0 0 0,1 2 0,-1-1 0,0 1 0,1 0 0,-1 1 0,1 0 0,-1 1 0,1 0 0,0 0 0,0 1 0,0 0 0,1 1 0,-1 0 0,1 0 0,0 1 0,-2 2 0,-9 9 0,2 1 0,0 1 0,1 1 0,1 0 0,1 1 0,1 0 0,1 1 0,0 1 0,2 0 0,1 0 0,0 1 0,2 0 0,1 1 0,1-1 0,1 1 0,1 0 0,1 0 0,2 1 0,0-1 0,1 0 0,3 7 0,-4-25 0,0 0 0,0 0 0,1 0 0,0 0 0,0-1 0,1 1 0,0 0 0,0-1 0,1 1 0,-1-1 0,1 0 0,1 0 0,-1 0 0,1 0 0,0 0 0,1-1 0,-1 0 0,1 0 0,0 0 0,0 0 0,0-1 0,1 0 0,0 0 0,0 0 0,0-1 0,0 0 0,0 0 0,1 0 0,7-3 0,-1-1-1,1 0 1,0 0-1,-1-1 1,1-1 0,-1 0-1,0-1 1,0-1-1,0 0 1,-1 0 0,1-1-1,-2-1 1,1 0 0,0-1-1,-1 0 1,-1-1-1,0 0 1,0 0 0,0-1-1,-1 0 1,6-11 0,48-38-48,112-78-1092,-97 81-697</inkml:trace>
  <inkml:trace contextRef="#ctx0" brushRef="#br0" timeOffset="2202.499">10938 833 15859,'0'0'12079,"0"0"-8825,0 0-2665,0 0-4,2-23-241,16-132-287,-18 0-57,-1 149 0,-1 1 0,1-1 0,-1 1 0,0-1 0,-1 1 0,1 0 0,-1 0 0,0 0 0,0 1 0,-1-1 0,0 1 0,1-1 0,-1 1 0,-1 0 0,1 1 0,0-1 0,-1 1 0,0 0 0,0 0 0,0 0 0,0 1 0,0 0 0,-1 0 0,1 0 0,0 0 0,-1 1 0,-2 0 0,-1-1 0,1 2 0,0-1 0,0 1 0,-1 1 0,1-1 0,0 1 0,0 1 0,0-1 0,0 1 0,0 1 0,0 0 0,0 0 0,1 0 0,-1 1 0,1 0 0,0 1 0,0-1 0,1 1 0,-1 1 0,1-1 0,0 1 0,1 0 0,-5 6 0,-9 12 0,0 2 0,2 0 0,1 1 0,1 1 0,1 0 0,1 3 0,-8 19 0,3 1 0,2 0 0,2 2 0,3-1 0,1 2 0,3-1 0,3 1 0,2 0 0,3 36 0,1-83 0,0 0 0,0 0 0,0 0 0,1 0 0,0-1 0,0 1 0,1-1 0,0 1 0,0-1 0,1 0 0,-1-1 0,1 1 0,0-1 0,1 0 0,-1 0 0,1-1 0,0 0 0,0 0 0,1 0 0,-1 0 0,1-1 0,-1 0 0,1-1 0,0 1 0,0-1 0,1-1 0,-1 0 0,0 1 0,0-2 0,1 1 0,-1-1 0,1-1 0,-1 1 0,0-1 0,0 0 0,1-1 0,-1 0 0,0 0 0,0 0 0,-1-1 0,1 0 0,0 0 0,-1-1 0,0 0 0,0 0 0,0-1 0,5-4 0,12-9-32,-1-1 0,-1-1 1,0-1-1,-2-1 0,0-1 0,-2 0 1,0-1-1,-2-1 0,-1-1 0,-1 0 1,-1-1-1,-1 0 0,-1 0 0,-2-1 0,-1-1 1,-1 1-1,0-9 32,-2-28-1869</inkml:trace>
  <inkml:trace contextRef="#ctx0" brushRef="#br0" timeOffset="14128.324">2044 1 29526,'0'0'1505,"0"0"-1201,0 0 144,-22 173 224,22-47-360,0 52-312,0 39 0,13 20 0,2-9 0,-6-66-336,-5-36-5017</inkml:trace>
  <inkml:trace contextRef="#ctx0" brushRef="#br0" timeOffset="13405.095">34 588 20076,'0'0'9085,"0"0"-6755,0 0-1998,0 0-156,0 0 44,-7 3 15,-19 7-87,42 4-67,64 19-58,2-3-1,2-4 1,39 6-23,267 30-9,-308-26 20,-80-35-10,-1 0-1,1 1 0,-1-1 1,1 1-1,-1 0 0,0 0 1,0-1-1,0 1 0,0 0 1,0 0-1,0 0 0,0 0 1,-1 0-1,1 0 0,-1 0 1,1 0-1,-1 0 0,0 1 1,0-1-1,0 0 0,0 0 1,0 0-1,0 0 0,-1 0 1,1 0-1,-1 1 0,1-1 1,-1 0-1,0 0 0,0-1 1,0 1-1,0 0 0,0 0 1,0 0-1,-1-1 0,1 1 1,-1 0-1,1-1 0,-1 1 1,1-1-1,-1 0 0,-23 22-11,-1-1-1,0-1 1,-2-1 0,0-1-1,-1-2 1,-14 5 11,3 1-79,-85 48-655,-2-5 0,-3-6-1,-29 5 735,107-49-1747</inkml:trace>
  <inkml:trace contextRef="#ctx0" brushRef="#br0" timeOffset="13748.324">897 399 30583,'0'0'636,"0"0"-387,0 0-148,28 7 78,178 37 432,143 10-203,-345-54-408,-1 0 0,0 0 0,1 1 0,-1 0 0,0-1 0,0 1 0,1 0 0,-1 0 0,0 1 0,0-1 0,0 1 0,0-1 0,-1 1 0,1 0 0,0 0 0,-1 0 0,1 1 0,-1-1 0,0 1 0,0-1 0,0 1 0,0 0 0,0 0 0,0-1 0,-1 1 0,1 1 0,-1-1 0,0 0 0,0 0 0,0 0 0,0 1 0,-1-1 0,0 0 0,1 1 0,-1-1 0,0 0 0,0 1 0,-1-1 0,1 0 0,-1 2 0,-5 8 0,1 0 0,-2 0 0,0-1 0,0 0 0,-1-1 0,-1 0 0,0 0 0,0 0 0,-1-1 0,0-1 0,-8 6 0,-1 3 0,-74 68-1397,-3-4 0,-86 53 1397,137-106-3175</inkml:trace>
  <inkml:trace contextRef="#ctx0" brushRef="#br1" timeOffset="18658.259">823 2719 25269,'0'0'278,"0"0"658,0 0-64,0 0-428,0 0-70,-8-21 95,-22-65 29,11 16 990,71 55-805,770-84-581,-545 63-22,2 11 0,41 12-80,-295 13 1,261 0 2,273-36-3,113-35 38,1058 48-25,-1188 25-10,-26 10 5,98 32-8,390 21 0,196-42 8,-341 4 8,-111-27 116,-729 0-121,0 0 0,0 1 1,0 1-1,0 1 0,0 1 0,-1 0 1,0 1-1,0 1 0,0 1 1,0 1-1,8 5-11,-16-4-3,-42-23-226,2-7-646,2-8-1555</inkml:trace>
  <inkml:trace contextRef="#ctx0" brushRef="#br1" timeOffset="18909.176">11819 2902 31679,'0'0'776,"0"0"-776,0 0-808,0 0-1289</inkml:trace>
  <inkml:trace contextRef="#ctx0" brushRef="#br2" timeOffset="65293.628">3179 963 22021,'0'0'4911,"0"0"-3033,0 0-1356,0 0-332,0 0-84,9-28 2246,-10-212-1565,-1 225-787,-1 0 0,0 0 0,-1 1 0,0-1 0,-1 1 0,0 0 0,-2 1 0,1-1 0,-2 1 0,0 1 0,0-1 0,-1 1 0,-1 1 0,0-1 0,0 2 0,-1 0 0,-1 0 0,1 1 0,-2 0 0,0 0 0,8 6 0,0 1 0,0-1 0,-1 1 0,0 0 0,1 0 0,-1 0 0,0 1 0,0 0 0,0 0 0,0 1 0,0-1 0,0 1 0,0 1 0,0-1 0,0 1 0,0 0 0,0 0 0,0 1 0,1 0 0,-1 0 0,1 0 0,-1 0 0,1 1 0,0 0 0,-1 0 0,1 1 0,1 0 0,-1-1 0,1 1 0,-1 1 0,-3 4 0,-27 37 0,2 2 0,3 1 0,1 1 0,2 2 0,3 1 0,2 0 0,3 2 0,0 8 0,2-7 0,2 0 0,3 1 0,3 1 0,2 0 0,2 0 0,4 48 0,2-93 0,1-1 0,1 1 0,0-1 0,0 0 0,2 0 0,-1 0 0,1-1 0,1 1 0,0-1 0,1 0 0,0-1 0,1 0 0,0 0 0,0 0 0,1-1 0,0-1 0,1 1 0,-1-1 0,2-1 0,-1 0 0,1 0 0,0-1 0,1-1 0,-1 0 0,1 0 0,0-1 0,0-1 0,1 0 0,-1 0 0,1-2 0,-1 1 0,1-1 0,0-1 0,-1-1 0,1 0 0,0 0 0,-1-1 0,1-1 0,-1 0 0,0 0 0,1-2 0,8-7 0,0-1 0,-1-1 0,-1 0 0,0-2 0,-1 0 0,-1-1 0,0-1 0,-2-1 0,0 0 0,-1-1 0,0 0 0,-2-1 0,-1-1 0,0 0 0,-2 0 0,0-1 0,-2 0 0,-1 0 0,0-1 0,0-11 0,1 0 0,-2 1 0,-2-1 0,0 1 0,-3-1 0,-1 0 0,-1 0 0,-4-12 0,6 41 0,-2 0 0,1 0 0,0 0 0,-1 0 0,0 0 0,-1 1 0,1-1 0,-1 1 0,0-1 0,-1 1 0,1 0 0,-1 1 0,0-1 0,0 0 0,0 1 0,-1 0 0,0 0 0,3 4-101,0 0 0,-1 1 0,1-1 1,0 1-1,0-1 0,0 1 0,0 0 0,0 0 0,0 0 1,0 0-1,0 0 0,0 1 0,1-1 0,-1 0 0,0 1 0,1 0 1,-1-1-1,1 1 0,-1 0 0,1 0 0,0-1 0,0 1 0,0 0 1,0 0-1,0 0 0,0 1 0,1-1 0,-1 0 0,1 0 0,-1 0 1,1 0-1,0 1 101,-1 1-733,-15 38-8990</inkml:trace>
  <inkml:trace contextRef="#ctx0" brushRef="#br2" timeOffset="65765.379">2399 2155 29766,'0'0'850,"0"0"-257,0 0-190,0 0 24,0 0 8,26-4-185,185-36-207,-82 13-43,1 6 0,105-2 0,-130 14 0,978-144 0,-929 132 0,-330 11-341,109 6-1366</inkml:trace>
  <inkml:trace contextRef="#ctx0" brushRef="#br2" timeOffset="70451.551">2984 1827 22021,'0'0'4969,"0"0"-3078,0 0-1174,0 0-185,0 0 3,0 0-95,-10 17-112,-128 209 413,6-18-544,-8-6 1,-8-7 0,-82 76-198,211-251 0,-63 88 0,83-107 0,0 1 0,0-1 0,0 0 0,1 0 0,-1 0 0,0 0 0,1 0 0,-1 0 0,1 0 0,-1 0 0,1 0 0,-1-1 0,1 1 0,-1-1 0,1 1 0,0-1 0,0 0 0,-1 1 0,1-1 0,0 0 0,-1 0 0,1 0 0,0 0 0,-1-1 0,1 1 0,0 0 0,-1-1 0,1 1 0,0-1 0,0 0 0,7 1 0,51-4 0,0-3 0,-1-2 0,0-3 0,9-4 0,28-6 0,480-122 0,-563 140 0,22-6 0,-1 0 0,0-3 0,-1 0 0,-1-2 0,0-2 0,2-3 0,-29 17 0,-1-1 0,0 0 0,1 0 0,-1-1 0,-1 1 0,1-1 0,-1 0 0,0 0 0,0 0 0,0 0 0,-1 0 0,1-1 0,-1 1 0,-1-1 0,1 0 0,-1 1 0,0-1 0,0 0 0,-1 0 0,0 0 0,0 0 0,0 0 0,-1 1 0,1-1 0,-1 0 0,-1 0 0,-1-3 0,-63-155 0,62 157 0,-85-163 0,-8 4 0,-14-5 0,101 157-3,5 3 1,-1 1 0,0 0 0,-1 0 0,0 1 0,0 0 0,-1 0 0,-1 1 0,1 0 0,-1 0 0,0 1 0,-1 0 0,0 0 0,0 1 0,0 1 0,-1 0 0,0 0 0,-4-1 2,-9 9-667,4 12-1958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8:49.7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1151 20180,'0'0'7625,"0"0"-5674,0 0-1689,0 0-104,0 0 167,20 20 115,126 133 180,55 151-103,-200-300-513,0 0 1,0-1-1,1 1 1,0 0-1,-1-1 1,1 1-1,0-1 1,1 0-1,-1 1 1,1-1-1,-1 0 1,1-1-1,0 1 1,0 0-1,0-1 1,0 1-1,1-1 1,-1 0-1,0 0 1,1-1-1,0 1 1,-1-1-1,1 1 1,0-1 0,0-1-1,0 1 1,0 0-1,0-1 1,0 0-1,0 0 1,-1 0-1,1 0 1,0 0-1,0-1 1,0 0-1,2 0-4,6-10 7,0 0-1,-1-1 1,-1 0 0,0 0-1,0-1 1,-2-1 0,1 1-1,-2-2 1,0 1 0,1-3-7,6-10 5,194-411 44,-104 210-132,112-179 83,4 76-1130,-141 212-1044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0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720 416 27270,'0'0'1173,"0"0"581,0 0-1020,0 0-408,0 0-90,-8-14 26,-44-108 87,50 108-326,0 0 0,-1 0 0,0 1-1,-2-1 1,1 1 0,-2 0 0,0 0-1,0 1 1,-1-1 0,0 1 0,-2 1-1,1 0 1,-1 0 0,0 0 0,-1 1 0,-1 1-1,1 0 1,-2 0 0,1 1 0,-1 0-1,0 1 1,-1 1 0,1 0 0,-1 0 0,0 1-1,-13-2-22,16 7 3,-1 1 0,1 1 0,0-1 0,0 2-1,0 0 1,0 0 0,1 0 0,-1 2 0,1-1 0,0 1-1,0 0 1,0 1 0,1 0 0,0 0 0,0 1 0,0 0-1,1 0 1,0 1 0,1 0 0,-1 0 0,2 1 0,-1 0-1,1 0 1,0 0 0,-1 5-3,-24 38 0,2 2 0,3 0 0,2 2 0,3 0 0,2 1 0,2 1 0,3 1 0,3 0 0,2 1 0,2 20 0,3-70 0,1 0 0,0 0 0,1 1 0,0-1 0,1 0 0,0 1 0,1-1 0,0 0 0,0 0 0,1 0 0,0 0 0,1 0 0,0 0 0,1 0 0,0-1 0,0 1 0,1-1 0,1 0 0,-1-1 0,1 1 0,1-1 0,-1 0 0,1-1 0,1 0 0,6 6 0,-2-7 0,0-1 0,1 0 0,-1-1 0,1 0 0,0-1 0,0 0 0,0-1 0,0-1 0,1 0 0,-1 0 0,0-2 0,1 1 0,-1-2 0,0 0 0,0 0 0,0-2 0,0 1 0,-1-1 0,1-1 0,-1-1 0,0 1 0,0-2 0,-1 0 0,0 0 0,0-1 0,-1 0 0,0-1 0,0 0 0,-1-1 0,0 0 0,-1 0 0,6-8 0,5-10 9,0 0 1,-2-1-1,-1-1 0,-1-1 0,-2 0 1,-1 0-1,-1-1 0,0-12-9,-6 26-61,-1 0 0,-1-1-1,0 1 1,-2-1 0,0 0-1,-1 1 1,-1-1 0,0 0-1,-2 1 1,0-1 0,-1 1-1,-1 0 1,-1 0 0,0 1-1,-8-14 62,-16-14-2179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0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23 28998,'0'0'1296,"0"0"-569,0 0-228,0 0-7,0 0-100,0 0-174,-4 12-116,-49 325-59,47-294-43,-16 132 0,0 162 0,22-332 0,2-28 0,3-242 0,30-174 0,0 234 0,-27 214 0,0 38 0,-3 1 0,-2 0 0,-1-1 0,-5 36 0,1-4 0,-35 547 0,37-706-1328,0 29-1857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28862,'0'0'1112,"0"0"-319,0 0-337,0 0-112,0 0 24,0 0-152,0 0-128,-7 0-88,12 4 0,10 15 0,11 39-432,-4-5-600,-4 2-1081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1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0 22693,'0'0'6553,"0"0"-5040,0 0-865,0 0 72,0 0-120,-4 111-560,-14-88-40,-8 5 0,-13 7 0,-14 11 0,-11 7 0,-8 8 0,-40 28 0,18-18-688,6-14-3585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701 326 28702,'0'0'1676,"0"0"-819,0 0-344,0 0-47,0 0-69,-12-11-257,-37-40-124,12-62-16,32 103 0,0 0 0,-1 0 0,0 1 0,0 0 0,-1 0 0,0 0 0,-1 1 0,0 1 0,-1-1 0,1 1 0,-1 0 0,0 1 0,-1 0 0,0 1 0,0 0 0,0 0 0,0 1 0,-1 0 0,0 1 0,1 0 0,-1 1 0,0 0 0,0 1 0,-1 0 0,1 1 0,0 0 0,0 1 0,0 0 0,0 0 0,0 2 0,0-1 0,0 1 0,0 1 0,1 0 0,0 0 0,0 1 0,0 0 0,0 1 0,-3 3 0,-4 2 0,0 2 0,0 0 0,1 1 0,1 1 0,0 0 0,1 1 0,1 1 0,0 0 0,2 0 0,0 2 0,0-1 0,2 1 0,0 1 0,2-1 0,0 1 0,1 1 0,-2 16 0,5-15 0,2-1 0,0 1 0,1-1 0,2 1 0,0-1 0,1 1 0,1-1 0,1 0 0,1 0 0,7 14 0,-9-24 0,0-2 0,1 1 0,0 0 0,1-1 0,0 0 0,1 0 0,-1-1 0,2 0 0,-1 0 0,1 0 0,0-1 0,1 0 0,0-1 0,0 0 0,0 0 0,1-1 0,0 0 0,0-1 0,0 0 0,0-1 0,1 0 0,1 0 0,5-1 0,-1-1 0,1 0 0,0-1 0,0-1 0,0-1 0,-1 0 0,1-2 0,-1 0 0,0 0 0,0-1 0,0-1 0,0-1 0,-1 0 0,-1-1 0,1-1 0,-1 0 0,0-1 0,-1-1 0,0 0 0,-1 0 0,0-1 0,-1-1 0,-1 0 0,0 0 0,0-1 0,0-3 0,7-12 0,-1-1 0,-2 0 0,-1-1 0,-1-1 0,-2 0 0,-1 0 0,-2-1 0,-1 0 0,-2-1 0,-1 1 0,-1-1 0,-2 1 0,-1-4 0,0 33-73,0 0 1,0 0-1,0 0 1,1 0-1,0 0 1,0 0-1,0 0 0,0 0 1,1 0-1,0 0 1,0 0-1,0 0 0,0 0 1,0 0-1,1 1 1,-1-1-1,1 1 1,0-1-1,0 1 0,1-1 1,-1 1-1,1 0 1,0 0-1,-1 0 0,1 0 1,0 1-1,1-1 1,-1 1-1,0 0 1,1 0-1,-1 0 0,1 0 1,2 0 72,20-1-4110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636 536 29278,'0'0'1373,"0"0"-632,0 0-168,5-22-24,17-140-296,-22 149-253,1-1 0,-2 1 0,1-1 0,-2 1 0,0 0 0,-1 0 0,0 0 0,0 0 0,-2 0 0,0 1 0,0-1 0,-1 1 0,0 0 0,-1 1 0,-3-3 0,-1-1 0,-1 2 0,0-1 0,0 2 0,-2 0 0,1 0 0,-2 1 0,1 1 0,-1 0 0,-14-5 0,23 11 0,-1 1 0,0 0 0,0 1 0,0 0 0,-1 0 0,1 0 0,0 1 0,-1 0 0,1 0 0,-1 1 0,1 0 0,-1 0 0,0 1 0,1 0 0,0 0 0,-1 1 0,1 0 0,0 0 0,0 1 0,0 0 0,0 0 0,0 1 0,1-1 0,-1 2 0,0 0 0,-12 13 0,1 1 0,1 1 0,0 1 0,2 0 0,0 1 0,2 1 0,0 0 0,2 1 0,-5 14 0,-7 12 0,3 2 0,2 1 0,3 0 0,1 1 0,4 0 0,1 1 0,3 0 0,2 1 0,4 53 0,1-101 0,0 1 0,0-1 0,0 1 0,1-1 0,0 0 0,1 0 0,0 0 0,0 0 0,1 0 0,0-1 0,1 0 0,-1 1 0,1-1 0,0-1 0,1 1 0,0-1 0,0 0 0,0 0 0,1-1 0,0 0 0,0 0 0,0-1 0,0 0 0,1 0 0,0 0 0,-1-1 0,1 0 0,1-1 0,-1 0 0,0 0 0,1 0 0,-1-1 0,1-1 0,1 1 0,7-3 0,1-1 0,-1 0 0,-1-1 0,1-1 0,-1 0 0,1-2 0,-2 0 0,1 0 0,-1-1 0,0-1 0,0-1 0,-1 0 0,-1-1 0,0 0 0,0-1 0,-1 0 0,-1-1 0,0-1 0,-1 0 0,2-3 0,-3 5-77,0-1 0,-1 0 0,0-1 0,-1 1 0,-1-2 0,0 1 0,-1-1 0,0 1 0,-1-1 0,-1 0 0,-1-1 0,0 1 0,0-1 0,-2-12 77,1-28-3531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507 304 27966,'0'0'1818,"0"0"-1142,0 0-295,0 0-123,0 0-96,0 0-86,-12-20-38,-63-129 12,73 142-41,0-1 0,0 1 0,-1 0 0,0 0-1,-1 0 1,0 1 0,0-1 0,0 1 0,-1 0-1,0 0 1,0 0 0,0 1 0,-1 0 0,1 0-1,-1 0 1,-1 1 0,1 0 0,-1 0 0,1 0-1,-1 1 1,0 0 0,0 1 0,-1-1 0,1 1-1,0 0 1,-1 1 0,0 0 0,1 0 0,-1 1-1,1 0 1,-1 0 0,0 1 0,1 0 0,-1 0-1,1 1 1,0 0 0,-1 0 0,1 0 0,0 1-1,-1 1-8,-3 6 2,0 0 0,1 0 0,0 1 0,0 1-1,1 0 1,1 0 0,0 1 0,1 0-1,0 0 1,1 1 0,0-1 0,-2 12-2,-6 20 0,1 0 0,2 1 0,2 1 0,3 0 0,1 0 0,3 0 0,1 18 0,1-58-1,0 1 0,0 0 1,0 0-1,1 0 0,0-1 0,1 1 0,0 0 1,0-1-1,0 1 0,1-1 0,0 0 1,1 0-1,0 0 0,0 0 0,0-1 1,1 1-1,0-1 0,0 0 0,0-1 1,1 1-1,5 3 1,-2-1-6,0-1 0,1 0 1,0-1-1,0 0 1,0-1-1,1 0 0,-1-1 1,1 0-1,0 0 0,1-1 1,-1 0-1,1-1 0,-1-1 1,1 0-1,-1 0 0,1-1 1,0-1-1,-1 0 1,1 0-1,-1-1 0,1-1 1,-1 0-1,0 0 0,0-1 1,0-1-1,0 0 0,-1 0 1,0-1-1,0 0 0,7-7 6,9-9-251,-2 0-1,-1-2 0,-1-1 1,0-1-1,-2 0 1,15-27 251,-10 16-655,29-43-1636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549 569 25485,'0'0'4340,"0"0"-3042,-10-17-948,-57-125 159,58 96-359,8 26-137,-2-1 1,0 1-1,-1 0 1,-1 0-1,-1 0 1,0 1-1,-2 0 1,0 0-1,-1 1 1,-1 0-1,-1 0 1,0 1-1,-1 1 1,-1 0-1,-1 0 1,0 2-1,-1 0 1,-10-8-14,20 20 0,-1-1 0,1 1 0,-1 0-1,0 0 1,0 0 0,0 1 0,0 0 0,0 0 0,0 1 0,0-1 0,0 1 0,0 1 0,0-1-1,0 1 1,0 0 0,0 0 0,0 1 0,0 0 0,0 0 0,1 0 0,-1 1 0,1 0-1,-1 0 1,1 0 0,0 1 0,0-1 0,1 1 0,-1 0 0,1 1 0,0-1 0,0 1 0,0 0-1,1 0 1,0 0 0,-1 0 0,2 1 0,-1-1 0,1 1 0,-12 21-3,1 1-1,1 0 1,1 1 0,2 0-1,1 1 1,1 0 0,2 0-1,1 1 1,1-1 0,2 1-1,1 0 1,2 6 3,1-26-2,1 0 0,0 0 0,1 0 1,0-1-1,1 1 0,0-1 0,1-1 0,0 1 1,0-1-1,1-1 0,0 1 0,1-1 0,0-1 1,0 0-1,1 0 0,-1 0 0,1-1 0,1-1 0,-1 0 1,1 0-1,0-1 0,0-1 0,0 1 0,1-2 1,-1 0-1,1 0 0,-1-1 0,1 0 0,0-1 1,-1 0-1,1-1 0,0-1 0,-1 0 0,1 0 0,-1-1 1,0 0-1,0-1 0,0-1 0,9-4 2,-1-3-93,0-2 0,0 0 0,-1-1 0,-1 0-1,-1-2 1,0 0 0,-1-1 0,-1 0 0,-1-1 0,0-1 0,-1 0-1,-2 0 1,7-18 93,7-17-1835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30663,'0'0'784,"0"0"-360,0 0-288,0 0-8,0 0-48,0 0-80,0 0-608,88 69-4465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27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0 547 11146,'0'0'17620,"0"0"-16900,0 0-104,162-16-183,-83 0-161,7-2-48,4 5-112,-3 3-64,-1 4-32,-9 2-16,4-4-208,-22 2-1025,-18-4-3616</inkml:trace>
  <inkml:trace contextRef="#ctx0" brushRef="#br0" timeOffset="278.465">404 0 29678,'0'0'672,"-5"125"-311,5-13-25,13 36-32,25 10-152,5-16-152,-3-41-296,-12-40-3041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379 306 29790,'0'0'1113,"0"0"-456,0 0-266,0 0-86,0 0-73,-10-19-57,-55-126-71,64 139-104,0-1 0,0 0 0,-1 0 0,0 1 0,-1-1 0,1 1 0,-1-1 0,-1 1 0,1 0 0,-1 0 0,0 1 0,0-1 0,-1 1 0,1 0 0,-1 0 0,0 0 0,-1 1 0,1-1 0,-1 1 0,0 1 0,0-1 0,0 1 0,0 0 0,-1 0 0,1 1 0,-1 0 0,0 0 0,1 1 0,-1-1 0,0 2 0,0-1 0,0 1 0,0 0 0,0 0 0,0 1 0,-4 0 0,3 4 0,1 1 0,0 0 0,0 0 0,0 0 0,1 1 0,-1-1 0,2 2 0,-1-1 0,1 1 0,0-1 0,1 1 0,0 1 0,0-1 0,1 1 0,0-1 0,0 1 0,1 0 0,0 0 0,0 0 0,1 2 0,-5 19 0,1 0 0,1 0 0,1 0 0,2 0 0,2 0 0,0 1 0,3 13 0,-2-35-2,-1 1 1,2 0-1,-1 0 1,1-1-1,0 1 1,1-1-1,0 0 0,1 0 1,0 0-1,0-1 1,1 0-1,0 0 0,1 0 1,-1-1-1,1 0 1,1 0-1,-1 0 1,1-1-1,0-1 0,1 1 1,-1-1-1,1-1 1,0 1-1,0-1 1,1-1-1,-1 0 0,1 0 1,0-1-1,0 0 1,0-1-1,-1 0 0,1-1 1,0 0-1,0 0 1,0-1-1,0 0 1,0-1-1,5-1 2,-2-6 4,-1 0 0,0-1 1,-1 0-1,0-1 0,0 0 0,-2-1 0,1 0 0,-1-1 1,-1 1-1,0-2 0,-1 1 0,0-1 0,3-11-4,12-17-33,67-90-696,-21 52-2997,-66 78 3576,57-62-11610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546 385 29942,'0'0'847,"0"0"-281,-26-22-245,-86-75 19,3-26 74,-12 1-314,118 120-101,0-1 1,0 1-1,0 0 1,0 1-1,0-1 1,-1 0-1,1 1 1,0 0-1,-1 0 0,1 0 1,-1 0-1,1 0 1,-1 1-1,0-1 1,1 1-1,-1 0 1,1 0-1,-1 1 1,0-1-1,1 1 1,-1 0-1,1 0 1,-1 0-1,1 0 1,-1 0-1,1 1 1,0-1-1,0 1 1,0 0-1,0 0 1,0 1-1,0-1 1,0 0-1,1 1 1,-1 0-1,1-1 1,0 1-1,0 0 1,-1 2 0,-6 15-19,1 0 0,0 1 1,2 0-1,0 0 0,2 1 1,0-1-1,1 1 0,2 0 1,0 0-1,1 0 0,3 18 19,-2-30-6,0-1 0,1 0-1,0 0 1,0 0 0,1 0-1,0-1 1,1 1 0,0-1-1,0 0 1,1 0 0,0 0-1,0 0 1,1-1 0,0 0-1,0 0 1,1-1 0,0 1-1,0-2 1,0 1 0,1-1-1,-1 0 1,1 0 0,1-1-1,-1 0 1,1-1 0,-1 0-1,1 0 1,0-1 0,0 0-1,1 0 7,20 4-108,2-2 0,-1-1 0,0-1 1,0-2-1,1-1 0,-1-1 0,0-2 0,5-2 108,75-22-2141,-13-7-4548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327 239 28390,'0'0'1460,"0"0"-858,0 0 86,0 0 331,-1-18-491,1 13-512,-18-119 54,16 119-70,1 0-1,-1 0 1,1 0 0,-1 1 0,-1-1 0,1 1-1,0-1 1,-1 1 0,0 0 0,0 0-1,-1 0 1,1 1 0,-1-1 0,1 1-1,-1 0 1,0-1 0,-1 2 0,1-1 0,0 0-1,-1 1 1,1 0 0,-1 0 0,0 1-1,0-1 1,1 1 0,-5-1 0,2 2-2,1 0 1,-1 0-1,1 1 1,-1-1-1,1 1 1,-1 1-1,1-1 1,0 1-1,0 0 1,0 1-1,0 0 1,0 0-1,0 0 1,0 0-1,1 1 1,0 0-1,0 0 1,0 1-1,0-1 1,1 1-1,0 0 1,0 0-1,0 0 1,0 1-1,-2 4 2,-3 8-23,0-1 0,1 2-1,0-1 1,2 1 0,0 0 0,1 0-1,1 0 1,1 4 23,-1 0-17,2 0 0,0 0 1,2 0-1,1 0 0,0 0 0,5 23 17,-5-39-15,1 0 0,0 0 0,0 0 0,0 0 0,1-1 0,0 1 0,0-1 0,0 0 0,1 0 0,0 0 0,0-1 0,1 1 0,0-1 0,0 0 0,0 0 0,0 0 0,1-1 0,-1 0 0,1 0 0,0-1 0,1 1 0,-1-1 0,1 0 0,5 1 15,8-1-206,1-1 1,0-1-1,-1-1 1,1-1 0,0-1-1,-1 0 1,1-2-1,-1 0 1,0-1 0,0-1-1,-1-1 1,1-1 0,-2-1-1,5-2 206,3 0-712,71-29-1136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328 325 29542,'0'0'431,"0"0"-131,23 0 256,76-5 123,-95 4-656,1-1 1,-1 0-1,0 0 0,0 0 0,0-1 1,0 1-1,0-1 0,0 0 0,-1 0 1,1 0-1,-1 0 0,0-1 0,0 1 0,0-1 1,-1 0-1,1 0 0,-1 0 0,0 0 1,0 0-1,0-1 0,-1 1 0,1-1 1,-1 1-1,0-1 0,0 1 0,-1-1 1,1 0-1,-1 1 0,0-1 0,-1 0 1,1 1-1,-1-1 0,1 0 0,-2 1 1,1-1-1,0 1 0,-1 0 0,0-1 1,0 1-1,0 0 0,0 0 0,-2-1-23,-4-7 13,-1 0-1,0 0 0,-1 1 0,-1 0 1,1 1-1,-2 1 0,1-1 1,-1 2-1,-1 0 0,0 0 0,0 1 1,0 1-1,-1 0 0,0 0 1,0 2-1,0 0 0,0 0 1,-1 2-1,0-1 0,1 2 0,-1 0 1,0 1-1,-14 1-12,21 1 0,0-1 0,0 1 0,0 1 0,1-1 0,-1 1 0,1 0 0,0 1 0,0 0 0,0 0 0,0 1 0,1 0 0,0 0 0,0 0 0,0 1 0,0-1 0,1 1 0,0 1 0,1-1 0,-1 1 0,1 0 0,0 0 0,-1 3 0,-3 8 0,1 1 0,1 0 0,0 0 0,1 1 0,1-1 0,1 1 0,1 0 0,1 10 0,-1-20 0,2-1 0,-1 1 0,2-1 0,-1 1 0,1-1 0,0 1 0,1-1 0,0 0 0,1 1 0,0-1 0,0 0 0,1-1 0,0 1 0,1-1 0,0 1 0,0-2 0,0 1 0,1 0 0,1-1 0,-1 0 0,1 0 0,0-1 0,0 0 0,1 0 0,0-1 0,0 0 0,0 0 0,1-1 0,0 0 0,0 0 0,5-1-9,-1 0-1,1-1 1,0-1-1,-1 0 1,1 0-1,0-1 1,0-1-1,-1-1 1,1 0 0,0 0-1,-1-2 1,3 0 9,76-31-746,-12-9-1068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487 274 26398,'0'0'1247,"0"0"906,0 0-1178,0 0-493,0 0-124,-9-15-42,-52-91 83,59 98-390,0 0 0,-1 0-1,1 0 1,-1 1 0,-1-1 0,1 1-1,-1 0 1,-1 0 0,1 0-1,-1 0 1,0 1 0,-1 0 0,0 0-1,0 1 1,0-1 0,0 1-1,-1 1 1,0-1 0,0 1 0,0 0-1,0 1 1,-1-1 0,1 2-1,-1-1 1,0 1 0,0 0 0,0 0-1,-7 1-8,6 4-2,-1 2 0,1-1-1,0 1 1,0 1 0,1-1 0,-1 1-1,1 1 1,1 0 0,-1 0 0,1 0-1,0 1 1,1 0 0,0 1-1,0-1 1,1 1 0,0 0 0,0 0-1,1 1 1,1-1 0,-1 1 0,1 2 2,3-11-1,-19 41-2,2 2-1,2-1 0,2 2 1,2 0-1,2 0 0,2 1 1,2 0-1,1 16 4,4-56-1,0 0 0,0 0 0,1 0 0,0 1 1,0-1-1,1 0 0,0 0 0,0-1 0,0 1 0,0 0 0,1-1 1,0 1-1,0-1 0,1 0 0,0 0 0,-1 0 0,2-1 0,-1 1 0,0-1 1,1 0-1,0 0 0,0-1 0,0 1 0,0-1 0,1 0 0,-1 0 0,1-1 1,0 0-1,0 0 0,1 0 1,3 1-3,1-1 0,-1 0 0,1-1 0,-1 0 0,0-1 0,1 0 0,0 0 0,-1-1 0,0-1 0,1 1 0,-1-2 0,0 0 0,0 0 0,0 0 0,0-2 0,-1 1 0,3-2 3,27-23 0,-2-1 1,-1-2 0,-2-2 0,-1-1 0,-1-1 0,-3-2-1,17-27 0,35-41-281,-22 36-520,-9 9-878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435 542 28822,'0'0'2139,"0"0"-1521,-6-23-437,-32-154 519,33 133-562,4 22-123,-1 1 1,0 0-1,-2 0 1,0 1-1,-2-1 0,0 1 1,-1 0-1,-1 0 0,-1 1 1,0 0-1,-12-15-15,18 30-1,0 1 0,0 0 0,0 0 1,-1 0-1,1 0 0,-1 1 0,1-1 0,-1 1 0,0 0 0,0 0 1,0 0-1,0 1 0,-1-1 0,1 1 0,0 0 0,-1 0 0,1 1 1,0-1-1,-1 1 0,1 0 0,-1 0 0,1 0 0,-1 1 0,1 0 1,0 0-1,-1 0 0,1 0 0,0 1 0,0-1 0,0 1 0,0 0 1,0 0-1,0 1 0,1-1 0,-1 1 0,1 0 0,-1 0 0,1 0 0,0 0 1,0 0-1,0 1 0,1-1 0,-1 1 0,1 0 0,-1 3 1,-17 30-6,1 0-1,3 1 1,1 0-1,1 2 1,3-1-1,1 2 1,2-1-1,-3 39 7,0 143-88,13-214 84,0 0 1,1 0-1,-1-1 0,1 1 0,1 0 0,0-1 0,0 0 1,0 0-1,1 0 0,0 0 0,0-1 0,0 0 0,1 0 1,0 0-1,1-1 0,-1 0 0,1 0 0,0 0 0,0-1 1,0 0-1,1-1 0,-1 1 0,1-1 0,0-1 0,0 0 1,0 0-1,0 0 0,0-1 0,0 0 0,1-1 0,-1 0 0,0 0 1,0-1-1,1 0 0,-1 0 0,0-1 0,0 0 0,0 0 1,0-1-1,-1 0 0,5-2 4,16-11-31,-1-2 0,0 0 0,-1-2 0,-1-1 0,-2 0 1,0-2-1,0-2 31,14-11-331,26-28-1552,-12 9-2785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28654,'0'0'2121,"0"0"-1409,0 0-256,0 0-320,0 0-24,0 0 112,0 0 40,31 0-176,-16 0-88,0 0 0,-6 0 0,-2 0-520,-7 0-2521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5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29070,'0'0'1537,"0"0"-1129,0 0-160,0 0 240,-46 150-80,22-60-128,-4 27-128,4-7-72,6-7-56,7-14-24,11-22-8,5 14-352,16-12-720,1-22-2201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361 481 30062,'0'0'1158,"-2"-20"-658,-1-3-471,-4-40 218,-3 0 0,-3 1 1,-2 0-1,-4-3-247,15 55 3,-1 1 0,0 0 0,0 0 0,-1 0 0,0 1 0,-1 0 0,0 0 0,0 0 0,-1 1 0,1 0 0,-9-5-3,13 10-1,0 0 0,0 0 1,-1 0-1,1 0 0,0 1 0,-1-1 0,1 1 1,-1 0-1,1 0 0,-1 0 0,1 1 0,-1-1 1,0 1-1,1 0 0,-1 0 0,0 0 0,1 1 1,-1-1-1,1 1 0,-1 0 0,0-1 0,1 2 1,-1-1-1,1 0 0,0 1 0,0 0 0,-1-1 1,1 1-1,0 1 0,0-1 0,1 0 0,-1 1 1,0-1-1,1 1 0,-1 1 1,-10 16-24,2 0 1,0 1-1,1 0 0,1 1 1,1 1-1,2-1 0,0 1 1,1 0-1,1 0 1,1 1-1,1-1 0,1 1 1,1-1-1,1 1 0,2 5 24,-3-22-11,0 0-1,1 0 0,-1 0 1,1 0-1,1 0 0,-1 0 1,1 0-1,1-1 0,-1 1 1,1-1-1,0 0 0,0 1 1,1-1-1,0-1 0,0 1 1,0-1-1,1 1 0,0-1 1,0 0-1,0-1 0,0 1 1,1-1-1,0 0 0,0-1 1,0 1-1,0-1 0,1 0 1,-1-1-1,1 0 0,-1 0 1,1 0-1,0-1 0,0 0 1,0 0-1,3 0 12,7-3-94,0 0 1,1-1-1,-1-1 0,0-1 0,-1 0 0,1-1 0,-1-1 1,0 0-1,-1-1 0,0-1 0,0-1 0,-1 0 1,0-1-1,4-4 94,14-7-515,43-33-1695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441 403 30214,'0'0'1119,"0"0"-543,-12-23-239,-43-75-69,-47-135-15,99 229-253,-1 0 0,1 1 0,-1-1 0,1 1 0,-1-1 0,0 1 0,0 0 0,0 0 0,-1 1 0,1-1 0,-1 1 0,1 0 0,-1 1 0,0-1 0,0 1 0,0-1 0,0 2 0,0-1 0,0 0 0,0 1 0,0 0 0,0 0 0,0 1 0,0-1 0,0 1 0,0 0 0,0 0 0,0 1 0,1-1 0,-1 1 0,0 0 0,1 1 0,-1-1 0,1 1 0,0 0 0,0 0 0,0 0 0,0 0 0,-2 4 0,-6 8 0,2 0 0,0 0 0,1 1 0,1 1 0,0-1 0,1 1 0,1 1 0,1-1 0,0 1 0,1 0 0,1 0 0,1 0 0,0 0 0,1 1 0,1-1 0,1 1 0,1-1 0,2 9 0,-2-18 0,0 0 0,0-1 0,1 1-1,0-1 1,1 1 0,0-1 0,0 0 0,1-1 0,0 1 0,0-1-1,1 0 1,-1 0 0,2-1 0,-1 1 0,1-1 0,0-1 0,0 1-1,0-1 1,1-1 0,0 1 0,0-1 0,0 0 0,0-1-1,9 2 2,0 0-47,0-1 1,0-1 0,0-1 0,0-1 0,0 0 0,0-1-1,0 0 1,0-2 0,0 0 0,0-1 0,0-1 0,13-4 45,192-96-3377,-194 88 1544,42-24-12864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300 278 30094,'0'0'1241,"0"0"-465,0 0-339,1-22-247,4-122-161,-22 76-29,-15 42 0,27 24 0,0-1 0,0 1 0,0 0 0,0 0 0,0 0 0,-1 1 0,1 0 0,0 0 0,-1 0 0,1 0 0,-1 1 0,1 0 0,0 0 0,-1 1 0,1 0 0,-1 0 0,1 0 0,0 0 0,0 1 0,-1 0 0,1 0 0,0 0 0,1 1 0,-1-1 0,0 1 0,1 0 0,-1 1 0,1-1 0,0 1 0,-9 15 0,0 1 0,1 0 0,1 1 0,1 0 0,1 0 0,1 1 0,1 1 0,1-1 0,1 1 0,1 0 0,0 0 0,2 0 0,1 1 0,1-1 0,1 0 0,1 3 0,-2-20 0,0 0 0,0 1 0,0-1 0,1 1 0,0-1 0,0 0 0,1 0 0,0 1 0,0-1 0,0 0 0,1-1 0,0 1 0,0 0 0,0-1 0,1 1 0,-1-1 0,1 0 0,1 0 0,-1-1 0,1 1 0,0-1 0,0 0 0,0 0 0,0-1 0,1 1 0,-1-1 0,1-1 0,0 1 0,0-1 0,0 0 0,0 0 0,1 0 0,-1-1 0,5 0 0,8-3 0,0-2 0,-1-1 0,1 0 0,-1-1 0,-1-1 0,1 0 0,-1-2 0,-1 0 0,1 0 0,-1-2 0,-1 0 0,0-1 0,-1 0 0,0-1 0,-1-1 0,0 0 0,-1-1 0,0-2 0,90-115-819,-70 79-939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29750,'0'0'1169,"0"0"-753,0 0 48,-35 101-16,22-58-216,4 3-120,2 5-88,5 2-24,2 26-88,0-16-616,5-4-1409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94 29030,'0'0'971,"0"0"-215,0 0-313,-19-4-127,-62-13-37,-60-55 204,133 72-482,0-1 0,0 1 0,0 1 1,0-1-1,0 1 0,0 1 0,1-1 1,-1 1-1,0 1 0,1-1 0,0 1 1,-1 1-1,1-1 0,0 1 1,1 0-1,-1 1 0,1 0 0,0 0 1,0 0-1,0 1 0,1 0 0,0 0 1,0 0-1,0 1 0,1-1 0,0 1 1,-1 2-2,-7 13-3,0 1 1,2 0 0,0 1 0,2 0-1,1 0 1,0 1 0,2 0 0,1 3 2,0 142-19,5-164 19,0 1 0,0-1-1,1 1 1,0-1-1,0 0 1,0 1-1,1-1 1,0 0-1,0-1 1,1 1-1,-1 0 1,1-1-1,0 0 1,1 0-1,0 0 1,-1 0 0,1-1-1,1 0 1,-1 0-1,1 0 1,-1-1-1,1 0 1,0 0-1,0 0 1,4 0 1,-1-1-1,1 0 0,0 0 0,0-1 1,0 0-1,0 0 0,0-1 0,0-1 1,0 0-1,0 0 0,0-1 1,0 0-1,-1-1 0,1 0 0,-1 0 1,1-1-1,-1-1 0,-1 1 1,1-1-1,0-1 0,-1 0 0,2-1 0,160-160 9,-165 161-9,6-7-2,22-27-260,2 2 0,2 1 0,1 2 0,24-17 262,0 13-2514,-8 11-2268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477 545 28238,'0'0'752,"0"0"-501,0 0-188,0 0 150,4-17 422,-2 9-538,1 1-32,-1 0-1,-1 0 1,1 0-1,-2-1 0,1 1 1,-1 0-1,1-1 1,-2 1-1,1 0 1,-1-1-1,-1 1 0,1 0 1,-1 0-1,0 0 1,-1 0-1,-1-4-64,-12-25 88,-2 1 0,-1 0 0,-1 1 0,-2 1-1,-2 1 1,-1 2 0,-1 0 0,-1 1 0,-2 2 0,-16-11-88,41 34 1,0 0 1,0 1-1,-1 0 0,1 0 1,-1 1-1,0-1 0,1 1 1,-1 0-1,-1 0 0,1 0 1,0 1-1,0 0 0,0 0 1,-1 0-1,1 1 0,-1 0 1,1 0-1,0 0 0,-1 0 1,1 1-1,0 0 0,-1 0 1,1 1-1,0-1 0,0 1 1,0 0-1,0 0 0,0 1 1,1 0-1,-2 0-1,-1 10-3,0 0 0,0 1 0,1-1 0,1 1 0,0 1 0,2-1 0,-1 0 0,1 1 0,1 0 0,1 0 0,0-1 1,1 1-1,1 0 0,0 0 0,1 0 0,0 0 0,1-1 0,1 0 0,3 9 3,-3-12 0,0 1-1,1-1 1,1 0 0,0-1-1,0 1 1,1-1 0,0 0-1,1-1 1,0 0 0,1 0-1,-1-1 1,2 0 0,-1 0-1,1-1 1,0 0 0,1-1-1,-1 0 1,1-1 0,0 0-1,1-1 1,-1 0 0,1-1-1,0 0 1,8 1 0,-7-3-14,0 1 1,0-2-1,0 0 1,0 0-1,0-1 0,0-1 1,0 0-1,0-1 1,0 0-1,-1-1 1,0 0-1,0-1 0,0-1 1,0 0-1,-1 0 1,0-1-1,7-6 14,125-103-1684,-84 62-1290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9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29910,'0'0'881,"0"0"-529,0 0-256,0 0-32,0 0-64,0 0-512,0 0-8442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390 373 28478,'0'0'1130,"0"0"-321,0 0-349,0 0-122,0-23-89,1-139 35,-1 151-258,-2 0 0,1 1 0,-2 0 0,1-1 0,-1 1 0,-1 0 0,0 0 0,0 0 0,-1 1 0,0 0 0,-1 0 0,0 0 0,-5-6-26,8 11 9,-1 0 1,1 1-1,-1-1 1,0 1-1,0 0 0,0 0 1,0 1-1,0-1 1,0 1-1,-1 0 1,1 0-1,-1 0 1,0 0-1,0 1 1,1 0-1,-1 0 1,0 1-1,0-1 0,0 1 1,0 0-1,0 0 1,0 0-1,0 1 1,0 0-1,1 0 1,-1 0-1,0 0 1,0 1-1,1 0 1,-4 2-10,-5 5-1,2 0 1,-1 1 0,1 0 0,1 0 0,0 1 0,0 1 0,1 0 0,1 0 0,0 1 0,0 0-1,2 0 1,-1 1 0,-1 7 0,-3 3-1,1 1-1,1 0 0,1 0 0,1 1 1,1 0-1,2 0 0,1 1 0,0-1 1,2 1-1,3 24 2,-2-47-1,0 1 0,1-1 0,0 1 0,0-1 0,0 1 1,1-1-1,0 0 0,-1 0 0,1 1 0,1-1 0,-1 0 0,1-1 0,-1 1 0,1 0 0,0-1 1,1 0-1,-1 0 0,0 0 0,1 0 0,0 0 0,-1 0 0,1-1 0,0 0 0,1 0 1,-1 0-1,0 0 0,0-1 0,1 0 0,-1 0 0,1 0 0,3 0 1,6 1-1,1-1-1,-1-1 0,0 0 1,1-1-1,-1-1 0,0 0 1,0-1-1,0 0 0,12-5 2,22-13-176,0-1 1,-1-3-1,-2-2 0,0-2 1,0-3 175,-33 23-87,89-62-1395,-16 5-1541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30647,'0'0'840,"0"0"-312,0 0-320,-48 134 48,39-62 16,5 8-256,4 7-16,2 30 0,16-23-136,-3-15-1280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1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300 282 26190,'0'0'3603,"0"0"-2231,0 0-840,0 0-225,-12-21-87,-64-125 32,75 145-249,0-5 0,0 1 1,0-1-1,-1 1 1,1-1-1,-1 1 0,-1 0 1,1 0-1,-1 0 1,0 0-1,0 0 1,0 1-1,0 0 1,-1-1-1,0 1 1,0 0-1,0 1 1,0-1-1,-1 1 1,0 0-1,1 0 1,-1 0-1,0 0 1,0 1-1,-1 0 1,1 0-1,0 0 1,-1 1-1,1 0 1,-1 0-1,1 0 1,-6 1-4,6 3-2,0 1-1,1-1 1,-1 1 0,1 1-1,0-1 1,0 0 0,0 1 0,1 0-1,0 0 1,-1 0 0,2 0-1,-1 0 1,1 1 0,0-1-1,0 1 1,0 0 0,1 0-1,0-1 1,-1 4 2,1-4 0,-5 18-3,1 1 1,1 0-1,1 0 1,1 0-1,1 0 1,1 0-1,1 0 1,4 20 2,-2-36-8,0-1 1,0 1-1,1-1 1,-1 0 0,2 0-1,-1-1 1,1 1-1,0-1 1,0 0-1,1 0 1,0-1-1,0 0 1,0 0-1,1 0 1,-1-1-1,1 1 1,0-2-1,1 1 1,-1-1-1,0 0 1,1-1-1,0 1 1,-1-2-1,1 1 1,0-1-1,0 0 1,0-1-1,0 0 1,0 0-1,0 0 1,0-1-1,0-1 1,0 1-1,0-1 1,-1-1-1,1 1 1,-1-1-1,1 0 1,-1-1 0,0 0-1,0 0 1,-1-1-1,1 1 1,1-3 7,149-106-2010,-87 58-848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383 208 27502,'0'0'2268,"0"0"-854,0 0-729,0 0-202,-7-17-175,-61-121-201,63 133-107,1 0 0,-1 1 0,0-1 0,0 1 0,-1 0 0,1 1 0,-1 0 0,0-1 0,1 2 0,-1-1 0,-1 1 0,1 0 0,0 0 0,-1 0 0,1 1 0,-1 0 0,1 1 0,-1-1 0,1 1 0,-1 1 0,1-1 0,-1 1 0,1 0 0,-1 0 0,1 1 0,0 0 0,-1 0 0,1 1 0,0-1 0,1 1 0,-1 1 0,-3 2 0,-3 6 0,1 1 0,1 1 0,0 0 0,1 1 0,0 0 0,2 0 0,-1 0 0,2 1 0,0 0 0,1 1 0,1-1 0,0 1 0,1 0 0,1 0 0,1 0 0,0 0 0,1 0 0,1 0 0,1 6 0,-1-19 0,-1-1 0,0 0 0,1 1 0,0-1 0,0 1 0,0-1 0,0 0 0,0 0 0,1 0 0,-1 1 0,1-1 0,0-1 0,0 1 0,0 0 0,0 0 0,0-1 0,1 1 0,-1-1 0,1 0 0,0 0 0,0 0 0,-1 0 0,1 0 0,1 0 0,-1-1 0,0 0 0,0 1 0,0-1 0,1-1 0,-1 1 0,1 0 0,-1-1 0,0 1 0,1-1 0,-1 0 0,1 0 0,-1-1 0,1 1 0,-1-1 0,9 0 0,0-1 0,0 0 0,-1-1 0,1-1 0,-1 0 0,0 0 0,0-1 0,0-1 0,-1 1 0,9-8 0,8-9-131,-1-1 0,-2-1 0,0-1 0,-2-1 0,0-1 0,-2 0-1,2-7 132,23-38-2123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462 294 28966,'0'0'984,"0"0"-241,0 0-233,-5-21-9,-15-69-39,16 80-443,0-1 0,0 1 1,-1 0-1,0 0 1,-1 0-1,0 1 0,0 0 1,-1 0-1,0 1 1,-1-1-1,0 2 0,0-1 1,-1 1-1,0 0 1,0 1-1,0 0 0,-1 0 1,0 1-1,0 1 1,-1 0-1,1 0 0,-1 0 1,0 2-1,0-1 1,0 1-1,0 1 0,0 0 1,0 1-1,0 0 1,0 0-1,-2 2-19,7-2 0,-1 1 0,1 0 0,0 0 0,0 1 0,0 0 0,0 0 0,0 1 0,0-1 0,0 1 0,1 0 0,-1 1 0,1-1 0,0 1 0,0 0 0,0 1 0,1-1 0,-1 1 0,1 0 0,0 0 0,1 0 0,-1 0 0,1 1 0,0 0 0,0-1 0,1 1 0,-1 4 0,-4 10 0,1 1 0,1 0 0,1-1 0,1 2 0,1-1 0,1 0 0,1 10 0,-1-19-22,0 0 1,1 1-1,1-1 0,0 1 0,1-1 1,0 0-1,1 0 0,0 0 0,1 0 1,0-1-1,1 1 0,0-1 1,1 0-1,0 0 0,1-1 0,0 0 1,1 0-1,0-1 0,0 0 0,1 0 1,0-1-1,1 0 0,0 0 0,0-1 1,1-1-1,-1 0 0,1 0 1,1-1-1,-1 0 0,1-1 0,0 0 1,0-1-1,0-1 0,7 1 22,12-5-168,1-1 1,0-2-1,-1-2 0,0 0 0,-1-2 0,27-11 168,58-30-1175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491 192 29782,'0'0'1061,"0"0"-508,0 0-296,-20-18-89,-110-101 11,124 113-178,0 1 0,-1-1 0,0 2 0,0-1 0,0 1 1,0 0-1,-1 0 0,0 1 0,1 0 0,-1 1 0,0-1 0,0 1 0,-1 1 0,1 0 0,0 0 0,-1 1 0,1-1 0,0 2 0,-1-1 0,1 1 0,0 1 1,0 0-1,0 0 0,0 0 0,0 1 0,0 0 0,1 0 0,-1 1 0,1 0 0,0 1 0,0 0 0,0 0 0,1 0 0,0 0 0,0 1 0,0 0 0,1 1 0,-1-1 1,-2 7-2,1 0 0,0 1 0,1 0 1,1 1-1,0-1 1,1 1-1,0 0 1,1 0-1,1 0 1,1 1-1,0-1 1,1 0-1,0 1 0,2 6 0,-1-13-2,0-1-1,0 0 1,1 1-1,0-1 1,0 0-1,1 0 1,0 0-1,1 0 1,0-1-1,0 1 1,0-1-1,1 0 1,0 0-1,0-1 1,1 0-1,0 0 1,0 0-1,0 0 0,1-1 1,0 0-1,0 0 1,0-1-1,1 0 1,5 2 2,1-1-4,1-2 1,-1 0 0,1 0-1,0-1 1,-1-1-1,1-1 1,0 0 0,0-1-1,0 0 1,-1-1-1,1-1 1,-1 0 0,1-1-1,-1 0 1,0-2-1,-1 1 1,1-2 0,8-5 3,14-9-381,-1-2 0,-2-1 0,0-2 0,-1-1 0,-2-1 0,0-3 381,23-25-4187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28918,'0'0'1328,"0"0"-559,0 0-305,0 0-168,0 0-160,0 0 120,0 0-64,-18 165-64,18-74-80,0 27-48,7-21-296,2-12-1120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29614,'0'0'704,"0"0"-135,0 0-249,0 0-104,138 157-216,-99-103-16,-12-7-1673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30439,'0'0'1176,"0"0"-632,-85 104-240,39-49-112,-2 3-128,-1-1-64,-25 12-184,12-16-976,5-13-3849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494 337 25709,'0'0'3209,"0"0"-2014,0 0-616,0 0-44,1-20-51,4-157 136,-5 171-612,-1 0 1,0-1-1,0 1 0,0 0 0,-1 0 1,0 0-1,0 0 0,-1 0 1,0 0-1,0 1 0,0-1 1,-1 1-1,1 0 0,-1 0 0,0 0 1,-1 0-1,1 1 0,-1 0 1,0 0-1,0 0 0,0 1 1,-1-1-1,1 1 0,-1 0 0,0 1 1,0-1-1,0 1 0,0 1 1,0-1-1,0 1 0,-1 0 1,1 0-1,0 1 0,-1-1 0,1 2 1,0-1-1,-1 1 0,1 0 1,0 0-1,-3 1-8,-6 3-1,-1 1 1,1 0-1,1 2 1,-1-1-1,1 2 0,1 0 1,-1 0-1,2 1 1,-1 1-1,1 0 0,1 1 1,0 0-1,1 1 1,0 0-1,1 0 0,0 1 1,2 1-1,-1-1 0,2 1 1,0 0-1,0 1 1,-2 12 0,-5 14-6,2 1-1,1 1 1,3-1 0,1 2 0,1 37 6,2-71-2,1 0-1,1 0 1,0 0 0,0 0-1,1 0 1,0 0 0,1 0-1,0 0 1,1 0 0,0 0-1,1 0 1,0-1 0,0 1-1,1-1 1,1 0 0,0 0-1,0-1 1,1 1 0,0-1-1,1 0 1,-1 0 0,2-1-1,-1 0 1,1-1 0,1 1-1,-1-1 1,1-1 0,6 3 2,6-3-1,1-1 0,-1-1 1,1-1-1,0 0 1,0-2-1,0-1 1,0-1-1,0 0 0,0-2 1,0 0-1,0-2 1,-1 0-1,1-2 1,2-2 0,-4 2-5,-1-1 0,0-1 0,-1 0 1,0-2-1,0 0 0,-1-1 0,-1-1 0,0 0 1,-1-1-1,0-1 0,-1 0 0,-1-1 1,0-1-1,-1 0 0,-1 0 0,-1-1 1,0-1-1,-2 1 0,0-2 0,-1 1 0,0-1 1,-2 0-1,-1 0 0,0-1 0,-1 0 1,-1-14 4,-12-11-675,-11 10-858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29398,'0'0'1008,"0"0"-327,0 0-209,147-45 32,-51 33-136,36 0-128,28 4-144,-9 4-96,-28 2 0,-38 2 0,-25 0 0,5 2 0,3 6 0,-4 2 0,-11-6 0,-18-2-952,-22-2-1161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30895,'0'0'864,"0"0"-680,0 0 24,132 15 40,-65-15 0,6 0-144,1 0-104,-6-7-88,-4 1-552,-20 2-912,-20 2-7506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3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89 263 27486,'0'0'1009,"0"0"-296,0 0 277,0 0 131,0 0-581,0 0-371,-15-7-127,-58-25-14,125 34 32,35 5-18,-52-7-30,0 2 0,0 1 0,0 2 0,0 1-1,-1 2 1,-1 1 0,1 2 0,-1 1 0,-1 2 0,8 6-12,-35-18 5,0 2-1,0-1 1,0 1-1,0-1 1,-1 1-1,1 1 1,-1-1 0,0 0-1,0 1 1,-1 0-1,0 0 1,1 0 0,-2 1-1,1-1 1,-1 0-1,1 1 1,-1 0 0,-1 0-1,1-1 1,-1 1-1,0 0 1,-1 0 0,1 0-1,-1 0 1,0 0-1,-1 0 1,0 0 0,0 0-1,0 0 1,0 0-1,-1 0 1,0 0 0,0-1-1,-1 1 1,1-1-1,-1 0 1,0 0 0,-3 3-5,-11 13 3,-1-1 0,-1-1 0,-1 0 1,0-2-1,-2 0 0,0-1 0,-10 5-3,-41-8-2051,57-16-160</inkml:trace>
  <inkml:trace contextRef="#ctx0" brushRef="#br0" timeOffset="302.434">816 1 29446,'0'0'738,"0"0"-101,21 6-67,144 28 282,267-46-341,-429 11-511,0 1 0,0 0 1,1 0-1,-1 0 0,0 0 1,0 1-1,0-1 0,0 1 1,0 0-1,0-1 0,0 1 1,0 1-1,0-1 0,0 0 1,0 1-1,-1 0 0,1-1 1,0 1-1,-1 0 1,0 0-1,1 0 0,-1 1 1,0-1-1,0 1 0,0-1 1,-1 1-1,1 0 0,-1-1 1,1 1-1,-1 0 0,0 0 1,0 0-1,0 0 0,0 0 1,-1 0-1,1 0 0,-1 1 1,0-1-1,0 1 0,-2 14 0,-1 0 0,-1 0 0,-1-1 0,0 1 0,-1-1 0,-1 0 0,-1-1 0,0 1 0,-1-2 0,-1 1 0,0-1 0,-2-1 0,1 0 0,-8 7 0,19-21 0,-249 269-1842,229-249-181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501 338 30278,'0'0'613,"0"0"-284,-13-24-72,-84-144 370,-13 47-470,106 118-155,0 0 0,0 0 0,0 1 0,0 0 0,0 0 0,-1 0 0,1 0 0,-1 1 0,1 0 0,-1 0 0,1 0 0,-1 0 0,0 1 0,1 0 0,-1 0 0,0 0 0,1 0 0,-1 1 0,0-1 0,1 1 0,-1 1 0,1-1 0,-1 1 0,1-1 0,0 1 0,-1 1 0,1-1 0,0 0 0,0 1 0,1 0 0,-1 0 0,1 0 0,-2 2-2,-10 12-1,1 1 0,1 1 0,1 0 0,0 1 0,2 0 0,0 1-1,1 0 1,1 1 0,2-1 0,0 1 0,1 1 0,1-1 0,1 1 0,1 0 0,0 20 1,1-36 0,0 0 0,1 0 0,-1 1 0,1-1 0,0 0 0,1 0 0,0 0 0,0 0 0,1 0 0,-1 0 0,2 0 0,-1 0 0,1-1 0,0 1 0,0-1 0,1 0 0,-1 1 0,1-2 0,1 1 0,-1 0 0,1-1 0,0 0 0,1 0 0,-1 0 0,1-1 0,-1 0 0,2 0 0,-1 0 0,0-1 0,1 0 0,-1 0 0,1-1 0,0 0 0,5 1 0,10-1-5,1-2 1,0-1-1,0-1 1,0-1 0,0-1-1,-1 0 1,0-2-1,0-1 1,0-1-1,-1 0 1,0-2-1,0 0 1,-1-2-1,-1 0 1,0-1-1,-1-1 1,7-7 4,71-50-524,-13 5-740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6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603 153 28262,'0'0'1988,"0"0"-1042,0 0-205,0 0-223,0 0-257,-24-12-211,-143-77-49,157 83-1,0-1 0,-1 1 0,0 1 0,0 0 0,-1 0 0,1 1 0,-1 1 0,0 0 0,0 0 0,0 1 0,-1 1 0,1 0 0,0 1 0,0 0 0,-1 1 0,1 0 0,0 1 0,0 0 0,0 1 0,0 1 0,0 0 0,1 0 0,0 1 0,0 0 0,0 1 0,0 1 0,1-1 0,-2 3 0,4-1 0,1-1 0,0 1 0,1 1 0,0-1 0,0 1 0,0 0 0,1 0 0,1 1 0,0-1 0,0 1 0,1 0 0,0 0 0,1 1 0,0-1 0,0 0 0,1 1 0,1-1 0,-1 1 0,2-1 0,0 1 0,0-1 0,0 1 0,2-1 0,-1 0 0,1 0 0,1 0 0,0 0 0,0 0 0,2 1 0,7 1-1,1 0 1,0-1-1,1 0 1,0-1-1,0-1 1,1 0-1,0-2 0,1 1 1,0-2-1,0 0 1,0-2-1,1 1 1,0-2-1,-1 0 1,1-2-1,0 0 0,0 0 1,1-2-1,-1 0 1,-1-1-1,1-1 1,0-1-1,-1 0 0,1-2 1,-1 0-1,0-1 1,183-62-1265,-116 37-536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16011,'0'0'14484,"0"0"-13596,0 0-632,125 98 264,-90-66-216,9-3-304,-9-9-1040,-4-12-1905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477 336 29926,'0'0'854,"-6"-17"-345,-80-230 157,85 243-659,-1 0 0,1 0 0,-1 0 0,0 0 0,0 0 0,-1 1 1,1-1-1,-1 1 0,1-1 0,-1 1 0,0 0 0,0 0 0,0 0 0,-1 1 0,1-1 0,-1 1 1,0 0-1,1 0 0,-1 0 0,0 0 0,0 1 0,0-1 0,0 1 0,0 0 0,-1 0 0,1 1 1,0-1-1,0 1 0,-1 0 0,1 0 0,0 1 0,-1-1 0,1 1 0,0 0 0,0 0 0,0 0 1,-3 2-8,-11 10 4,2 0 1,0 2-1,1 0 1,0 1-1,1 0 1,1 1-1,0 1 1,2 0-1,0 0 1,-1 5-5,-2-2 8,2 1 1,0 1-1,1 0 1,2 1-1,0 0 1,1 0-1,2 1 1,0 0-1,2 0 1,1 1-1,0 18-8,2-39 1,1 0 0,0-1 0,0 1 0,0 0 0,1-1 0,0 1 0,0-1 0,0 1 0,0-1 0,1 1 0,0-1 0,-1 0 0,2 1 0,-1-1-1,0 0 1,1-1 0,0 1 0,0 0 0,0-1 0,0 1 0,1-1 0,-1 0 0,1 0 0,0-1 0,0 1 0,0-1 0,0 1 0,0-1 0,0-1 0,1 1 0,2 0-1,14 1 0,1-1 1,-1-1 0,0-1-1,1-1 1,-1 0 0,0-2-1,0-1 1,0 0-1,0-2 1,-1 0 0,1-1-1,-2-1 1,1-1 0,-1-1-1,-1-1 1,0 0 0,0-1-1,5-6 0,-19 16-1,379-258-1963,-292 192-1406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325 399 30655,'0'0'501,"0"0"-286,0 0-95,0 0 192,17-17 40,52-60-125,-66 73-219,0 0 0,-1 0 0,1 0 0,-1 0 0,0 0 1,-1 0-1,1-1 0,-1 1 0,1-1 0,-1 1 1,-1-1-1,1 0 0,-1 1 0,0-1 0,0 0 0,0 0 1,-1-3-9,0-10 6,0 8-6,-1 0 1,0 0-1,-1 1 0,0-1 1,-1 1-1,0-1 1,0 1-1,-1 0 0,0 1 1,-1-1-1,0 1 1,0 0-1,-1 0 0,0 1 1,0 0-1,0 0 0,-1 1 1,0 0-1,-1 0 1,1 1-1,-1 0 0,0 0 1,0 1-1,-1 0 0,1 1 1,-1 0-1,0 0 1,0 1-1,0 1 0,0-1 1,0 2-1,0-1 1,0 2-1,0-1 0,-6 2 0,6 2 0,0 0-1,0 0 1,0 1-1,1 0 1,0 1-1,0 0 1,1 1-1,-1 0 1,1 0-1,1 1 1,0-1-1,0 2 1,0-1-1,1 1 1,0 0-1,1 0 1,0 1-1,0 0 1,1-1 0,0 2-1,1-1 1,0 0-1,1 1 1,0-1-1,1 1 1,0 0-1,0-1 1,1 1-1,0 0 1,3 9 0,-3-15-8,0 1 0,1 0 0,0 0 0,0 0 0,0-1 1,1 1-1,-1-1 0,2 1 0,-1-1 0,0 0 0,1 1 1,0-1-1,1-1 0,-1 1 0,1 0 0,-1-1 0,1 0 1,1 0-1,-1 0 0,1 0 0,-1-1 0,1 1 0,0-1 1,0 0-1,0-1 0,1 1 0,-1-1 0,1 0 0,-1-1 1,3 1 7,184 20-2154,-95-27-145,-29-6-4020,3-6-11143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327 312 22765,'0'0'4593,"0"0"-2286,0 0-1277,-5-19-418,-43-137 472,44 148-1038,-56-92 266,57 97-312,1 1 1,-1-1 0,1 1-1,-1 0 1,0 0-1,0 0 1,0 0-1,0 0 1,0 1 0,-1-1-1,1 1 1,0 0-1,-1 0 1,1 0 0,-1 0-1,1 1 1,-1 0-1,0-1 1,1 1 0,-1 0-1,1 1 1,-1-1-1,1 1 1,-1-1-1,1 1 1,-1 0 0,1 0-1,0 1 1,-1-1-1,1 1 1,-1 0-1,-4 4-22,0 0 0,0 1 0,0 0 0,1 1 1,0-1-1,0 1 0,1 0 0,0 1 0,1 0 0,0 0 0,0 0 0,0 0 0,2 1 0,-1 0 1,1-1-1,0 1 0,1 1 0,0-1 0,1 0 0,0 0 0,1 1 0,0-1 0,1 0 0,-1 1 1,2-1-1,0 0 0,0 0 0,1 0 0,0 0 0,1 0 0,3 7 22,-1-8-162,1 0-1,-1-1 0,1 0 1,1 0-1,0-1 1,0 0-1,0 0 0,1 0 1,0-1-1,0-1 1,0 0-1,1 0 0,1 0 163,88 21-5989,-42-19-10370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144 504 21917,'25'0'5612,"83"0"-3163,12-16-687,-116 15-1721,-1-1 0,0 1 0,1-1 0,-1 0 0,0 0 0,0 0 0,0 0 0,0 0 0,0-1 1,0 1-1,-1-1 0,1 0 0,-1 0 0,0 0 0,1 0 0,-2 0 0,1-1 0,0 1 0,-1 0 1,1-1-1,-1 0 0,0 1 0,0-1 0,0 0 0,-1 0-41,3-171 0,-3 166 0,0-1 0,0 0 0,-1 0 0,0 0 0,-1 1 0,0-1 0,0 1 0,-1-1 0,0 1 0,-1 0 0,0 0 0,-1 0 0,0 1 0,0-1 0,0 1 0,-1 0 0,-1 1 0,1 0 0,-1 0 0,0 0 0,-1 0 0,1 1 0,-2 1 0,1-1 0,0 1 0,-1 1 0,0 0 0,0 0 0,0 0 0,0 1 0,-1 1 0,1 0 0,-5-1 0,3 2 0,1 1 0,-1 0 0,1 0 0,-1 1 0,1 0 0,0 1 0,-1 0 0,1 1 0,0 0 0,1 0 0,-1 1 0,0 1 0,1 0 0,0 0 0,0 0 0,1 1 0,-1 1 0,1-1 0,1 1 0,-1 1 0,1-1 0,0 1 0,1 0 0,0 1 0,0 0 0,1 0 0,0 0 0,1 1 0,0-1 0,0 1 0,-2 9 0,4-5 0,0 0 0,1-1 0,1 1 0,0 0 0,1 0 0,0-1 0,1 1 0,1 0 0,0-1 0,1 0 0,0 0 0,1 0 0,0 0 0,1-1 0,1 0 0,0 0 0,0 0 0,1-1 0,1 0 0,0-1 0,0 0 0,1 0 0,1-1 0,-1 0 0,1-1 0,1 0 0,-1-1 0,6 2 0,-12-6-18,1 0-1,0-1 1,0 0-1,0 0 1,1 0 0,-1-1-1,0 0 1,0 0-1,1 0 1,-1-1-1,1 0 1,-1 0 0,1-1-1,-1 1 1,0-2-1,1 1 1,-1-1-1,0 1 1,0-2 0,0 1-1,0-1 1,-1 0-1,1 0 1,-1 0 0,1-1-1,-1 0 1,0 0-1,-1 0 1,1-1-1,-1 0 1,0 0 0,0 0-1,0 0 1,0 0-1,-1-1 1,0 0 0,2-4 18,3-23-1808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45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0 618 26830,'0'0'2368,"0"0"-1644,0 0-512,27-1 219,242-41 497,-186 19-779,42-13-32,1 5 1,1 5-1,1 6 0,1 6 0,18 4-117,-118 11-68,28-2-3112,-57 1-1035</inkml:trace>
  <inkml:trace contextRef="#ctx0" brushRef="#br0" timeOffset="254.32">831 1 28302,'0'0'920,"0"0"-264,-29 150 49,21-34-201,8 30-128,0-10-192,2-25-128,33-7-56,0-41-592,-2-5-2561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5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30022,'0'0'1465,"0"0"-1289,0 0 80,-5 124 304,-1-78-280,1 7-272,3 4-8,2 28-168,0-16-1000,0-10-6970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5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29038,'0'0'734,"0"0"-176,0 0 47,0 0-85,0 0-243,0 0-181,14 9-9,-5-3-69,1-1-1,0 1 1,1-2 0,-1 1 0,1-2 0,-1 1-1,1-1 1,0-1 0,1 0 0,-1-1-1,0 0 1,3 0-18,379-2 270,-389 1-270,1 0 0,-1 0 0,1 0 0,-1 1 0,1 0 0,-1 0 0,0 0 0,1 1 0,-1-1 0,0 1 1,0 0-1,0 0 0,0 0 0,0 1 0,0-1 0,-1 1 0,1 0 0,-1 0 0,0 0 0,0 1 0,0-1 1,0 1-1,-1 0 0,1-1 0,-1 1 0,0 0 0,0 1 0,0-1 0,-1 0 0,0 0 0,1 1 0,-2-1 1,1 1-1,0-1 0,-1 1 0,0-1 0,0 1 0,0-1 0,0 1 0,-1-1 0,0 1 0,0-1 0,0 0 1,0 1-1,-2 2 0,-6 9 1,0 1 1,-1-2 0,-1 0 0,-1 0-1,0-1 1,0 0 0,-2-1 0,0 0 0,0-1-1,-1-1 1,0 0 0,-5 1-2,-136 71-585,82-71-2615,48-11-4025</inkml:trace>
  <inkml:trace contextRef="#ctx0" brushRef="#br0" timeOffset="247.922">822 3 28854,'0'0'672,"0"0"-320,0 0 120,154-2 33,-113 2-121,-6 12-144,-4 3-80,-13 9-72,-12 8 8,-6 7 72,-6 14-40,-25 7-64,-6 7-64,-3 0 0,1-4-48,6-2-288,11-18-224,11-15-1289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02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1014 28302,'0'0'2287,"0"0"-1265,0 0-501,0 0-143,1-12-160,0 5-202,-2 6-16,1 0 0,-1-1 1,1 1-1,0-1 1,-1 1-1,1-1 1,0 1-1,0 0 0,0-1 1,0 1-1,1-1 1,-1 1-1,0-1 1,1 1-1,-1 0 0,0-1 1,1 1-1,0 0 1,-1-1-1,1 1 1,0 0-1,0 0 0,-1 0 1,1 0-1,0-1 1,0 1-1,0 0 1,1 1-1,-1-1 0,0 0 1,0 0-1,0 0 1,1 1-1,-1-1 1,0 0-1,1 1 0,-1 0 1,0-1-1,1 1 1,-1 0-1,1-1 0,-1 1 1,0 0-1,1 0 1,-1 0-1,1 0 1,-1 1-1,1-1 0,-1 0 1,0 0-1,1 1 1,-1-1-1,0 1 1,1 0-1,-1-1 0,26 15 0,0 1 0,-1 1 0,-1 1 0,-1 1 0,0 1 0,-2 1 0,18 21 0,126 102 0,-155-138 0,0-1 0,1 0 0,0 0 0,0-1 0,0-1 0,0 0 0,1 0 0,-1-1 0,1-1 0,-1 0 0,1-1 0,0 0 0,-1-1 0,1-1 0,-1 0 0,1 0 0,-1-1 0,0-1 0,0 0 0,0-1 0,3-1 0,26-14 0,0-2 0,-2-1 0,0-2 0,-2-2 0,10-10 0,166-151-14,-8-9 0,154-193 14,-233 249-63,-23 27-1410,-25 23-4173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0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29422,'0'0'2137,"0"0"-1785,0 0-272,0 0-48,0 0-32,0 0-24,6 24-176,1 7 56,-5 36-200,-2-2-873,0-4-2911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0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28142,'0'0'2545,"0"0"-2137,-125 83-408,77-44-344,2-1-1857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10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0 576 27094,'0'0'520,"0"0"976,0 0-1120,0 0-176,0 0 256,0 0 73,261-12-113,-9-65-232,49-17-120,10-7 32,-28 14-32,-60 24-16,-32 12-48,-29 15-24,-35 11-248,-43 9-1161,-38 2-3064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11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0 486 29750,'0'0'608,"0"0"-511,154-64-33,16-10-48,45-15 16,20-6 0,-12 12-16,-23 30-8,-7 25-8,-18 28-80,-48 12-1233,-35 8-4936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11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1 336 27726,'0'0'1168,"118"12"-128,11-8-111,58-4-553,23-22-168,5-23-72,-11-16-56,-20-2-32,-9 4-48,-10 7 0,-14 23 0,-33 15 0,-6 8-112,-31 6-960,-33 0 143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9:50.33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404 730 28054,'0'0'1154,"0"0"-325,0 0-339,0 0-14,0 0-11,-13-20-65,-70-119 123,79 130-506,-1 1 0,0 0 0,0 0 0,-1 0 0,0 1 0,-1 0 1,0 0-1,0 0 0,0 1 0,-1 0 0,0 0 0,0 1 0,0 0 0,-1 1 0,1 0 0,-1 0 1,0 0-1,-1 1 0,1 1 0,0 0 0,-1 0 0,-8 0-17,13 3 0,0 0 0,1 0 0,-1 1 0,1 0 0,-1 0 0,1 0 0,0 0 0,-1 1 0,1-1 0,1 1 0,-1 0 0,0 0 0,1 1 0,-1-1 0,1 1 0,0 0 0,0 0 0,1 0 0,-1 0 0,1 0 0,0 0 0,0 1 0,0-1 0,-1 4 0,-26 117 0,27-117 0,0 0 0,0 1 0,1-1 0,0 0 0,1 1 0,0-1 0,0 0 0,1 1 0,0-1 0,0 0 0,1 1 0,0-1 0,1 0 0,-1 0 0,1 0 0,1-1 0,0 1 0,0-1 0,0 0 0,1 0 0,0 0 0,1-1 0,-1 0 0,1 0 0,0 0 0,1 0 0,-1-1 0,1 0 0,6 3 0,2-4 0,0 0-1,1-1 1,-1-1 0,1 0-1,-1-1 1,1-1 0,-1 0-1,1-1 1,-1-1 0,1-1 0,-1 0-1,0-1 1,0 0 0,0-1-1,-1-1 1,0 0 0,3-2 0,26-15-492,0-2-1,-2-2 1,-1-1 0,-1-3 0,3-5 492,6-6-3567</inkml:trace>
  <inkml:trace contextRef="#ctx0" brushRef="#br0" timeOffset="567.11">2431 570 28494,'0'0'1348,"0"0"-557,0 0-375,-15-18-78,-52-59-14,62 69-307,-1 1 0,-1-1 1,1 1-1,-1 0 0,-1 0 0,1 1 1,-1 0-1,0 1 0,-1-1 1,1 1-1,-1 1 0,0 0 0,0 0 1,0 1-1,-1 0 0,1 0 1,-1 1-1,0 1 0,1 0 0,-1 0 1,0 0-1,0 1 0,0 1 1,1 0-1,-6 1-17,8 0-1,0 1 0,0 0-1,0 0 1,0 1 0,1 0 0,0 0 0,-1 0 0,1 1 0,1 0 0,-1 0-1,1 0 1,0 1 0,0 0 0,0 0 0,1 0 0,0 0 0,0 1 0,1-1-1,0 1 1,0 0 0,-1 5 1,-30 158-19,33-164 18,0 0 1,0 1-1,1-1 0,0 0 1,1 0-1,-1 1 0,1-1 1,0 0-1,1 0 0,-1 0 1,1 0-1,1 0 0,-1 0 1,1 0-1,0-1 0,0 1 0,0-1 1,1 0-1,0 0 0,0 0 1,0 0-1,1-1 0,0 0 1,-1 0-1,1 0 0,1 0 1,-1-1-1,1 0 0,-1 0 1,1 0-1,2 0 1,14 1-143,0-1 0,0-1 0,-1-1 1,1-1-1,0-1 0,0-1 0,0 0 0,0-2 0,-1-1 0,0 0 1,0-2-1,0 0 0,-1-1 0,0-1 0,0-1 0,-1-1 1,0-1-1,-1 0 0,1-3 143,41-23-2959</inkml:trace>
  <inkml:trace contextRef="#ctx0" brushRef="#br0" timeOffset="817.539">3519 783 7706,'0'0'23325,"0"0"-22629,0 0-496,0 0-200,0 0-304,111 54-1201</inkml:trace>
  <inkml:trace contextRef="#ctx0" brushRef="#br0" timeOffset="1271.497">5305 480 28246,'0'0'1638,"0"0"-805,0 0-449,0 0-189,0 0-32,-21-22-23,-68-68-34,83 81-75,-1 1-1,0 0 0,-1 1 0,0 0 0,0 0 0,0 1 1,-1 0-1,0 0 0,0 1 0,-1 0 0,0 1 1,1 0-1,-1 0 0,-1 1 0,1 0 0,0 1 0,-1 0 1,1 1-1,-1 0 0,1 1 0,-1 0 0,0 1 0,1 0 1,-3 1-31,4-1 2,1 2 1,0 0 0,0 0 0,1 0 0,-1 1 0,1 0 0,-1 0 0,1 1 0,1 0 0,-1 0-1,1 0 1,-1 1 0,2 0 0,-1 1 0,1-1 0,0 1 0,0 0 0,1 0 0,-1 1-1,2-1 1,-1 1 0,0 2-3,-3 9 3,0 1 1,2-1-1,0 1 0,1 0 0,1 0 1,0 1-1,2-1 0,1 16-3,0-29-1,0 0 1,0 0-1,1 0 0,0-1 1,1 1-1,-1 0 0,1-1 1,1 1-1,-1-1 1,1 0-1,0 1 0,0-1 1,1-1-1,0 1 0,0 0 1,0-1-1,1 0 0,0 0 1,0 0-1,0-1 1,0 0-1,1 0 0,0 0 1,0 0-1,1 0 1,12 3 0,1 0-1,-1-1 1,1-1 0,0-1 0,1-1-1,-1 0 1,0-2 0,1 0 0,-1-2 0,1 0-1,9-2 1,-11-1-111,-1 0 0,0-1 1,0-1-1,0 0 0,-1-1 0,0-1 0,0-1 0,-1-1 0,0 0 0,-1-1 0,13-11 111,-22 18-115,57-46-2244</inkml:trace>
  <inkml:trace contextRef="#ctx0" brushRef="#br0" timeOffset="1538.561">5921 138 29582,'0'0'1657,"0"0"-1449,0 0 200,13 113 64,-4-58-48,-3 14-408,1 8-16,-3 6 0,-2 6 0,3 13-224,-1-21-1280,-2-22-9923</inkml:trace>
  <inkml:trace contextRef="#ctx0" brushRef="#br0" timeOffset="1885.925">7100 393 30631,'0'0'1088,"0"0"-677,-3-17-213,-23-190 42,25 200-241,0 0-1,-1 0 0,0 1 1,0-1-1,-1 1 1,0 0-1,0-1 0,0 1 1,-1 0-1,0 1 1,0-1-1,0 1 0,-1 0 1,0 0-1,0 0 0,0 1 1,-1-1-1,1 1 1,-1 1-1,0-1 0,0 1 1,0 0-1,-1 0 1,1 1-1,-1 0 0,1 0 1,-1 0-1,0 1 0,0 0 1,0 0-1,0 1 1,1 0-1,-1 0 0,0 1 1,0-1-1,0 2 1,0-1-1,-3 2 2,2 1-5,0 1-1,0 1 1,1-1-1,0 1 1,0 1-1,0-1 1,1 1-1,0 0 1,0 1 0,1 0-1,-1-1 1,2 2-1,-1-1 1,1 0-1,1 1 1,0 0 0,0 0-1,0 0 1,1 0-1,0 0 1,1 1-1,0-1 1,1 0-1,0 1 1,0-1 0,2 9 5,-1-9-24,0 0 1,1 0 0,0 0 0,1 0 0,-1 0-1,2-1 1,-1 1 0,1-1 0,1 0 0,-1 0-1,1 0 1,1-1 0,-1 0 0,1 0 0,1 0-1,-1 0 1,1-1 0,0 0 0,0-1 0,1 0-1,0 0 1,0 0 0,0-1 0,0 0 0,1-1-1,-1 0 1,1 0 0,0-1 0,0 0 0,0-1-1,0 0 1,0 0 0,1-1 0,-1 0 0,0 0-1,0-1 1,0 0 0,4-2 23,52-15-949,-5-6-1100</inkml:trace>
  <inkml:trace contextRef="#ctx0" brushRef="#br0" timeOffset="2216.909">8073 273 28582,'0'0'1378,"0"0"-591,4-19-330,16-145 702,-20 160-1153,0 0-1,-1 0 1,0-1 0,0 2-1,0-1 1,0 0 0,-1 0-1,1 0 1,-1 0 0,0 1-1,0-1 1,-1 1 0,1 0-1,-1-1 1,1 1 0,-1 0 0,0 1-1,0-1 1,0 0 0,-1 1-1,1 0 1,-1 0 0,1 0-1,-1 0 1,0 0 0,0 1-1,1-1 1,-1 1 0,0 0-1,0 0 1,-1 1 0,1-1-1,0 1 1,0 0 0,0 0 0,0 0-1,0 1 1,0 0 0,0-1-1,0 1 1,0 1 0,0-1-6,-8 1 0,1 2 1,0-1 0,0 1-1,0 1 1,0 0-1,0 0 1,1 1 0,0 1-1,1 0 1,-1 0 0,1 0-1,0 2 1,1-1-1,0 1 1,1 0 0,-1 0-1,2 1 1,-1 0 0,1 0-1,1 1 1,0 0-1,0-1 1,1 2 0,1-1-1,0 0 1,0 1 0,1 0-1,1-1 1,0 1-1,0 0 1,1 0 0,1 0-1,0 0 1,1 3-1,3-8 3,-1 0 1,1 0-1,0-1 0,1 0 0,-1 0 1,1 0-1,0 0 0,1-1 1,-1 0-1,1-1 0,0 1 1,1-1-1,-1-1 0,1 1 0,-1-1 1,1-1-1,0 1 0,0-1 1,0-1-1,0 0 0,0 0 1,1 0-1,-1-1 0,0 0 0,0-1 1,1 1-1,-1-2 0,0 1 1,0-1-1,0 0 0,0-1 1,-1 0-1,1 0 0,-1-1 0,0 0 1,0 0-1,0-1 0,1 0-3,-1-2-175,0-1 1,0 0-1,0 0 0,-1-1 0,-1 1 0,1-1 0,-1 0 0,-1-1 1,0 1-1,0-1 0,-1 0 0,0 0 0,-1 0 0,0 0 0,0-1 0,-1 1 1,-1 0-1,0-1 0,0 1 0,-1 0 0,0-1 0,-1 1 0,0 0 0,-1-5 175,-18-39-4674</inkml:trace>
  <inkml:trace contextRef="#ctx0" brushRef="#br0" timeOffset="4131.296">625 2101 27982,'0'0'1780,"0"0"-1194,0 0-239,0 0 114,0 0-184,-6-20-147,-57-158 23,62 173-148,-1 0 1,-1 0-1,1 0 0,-1 0 0,0 1 1,0-1-1,0 1 0,-1 0 0,1 0 1,-1 0-1,0 0 0,0 1 0,0 0 1,-1-1-1,1 1 0,-1 1 0,0-1 0,0 1 1,0 0-1,0 0 0,0 0 0,0 1 1,0 0-1,-1 0 0,1 0 0,0 1 1,-1-1-1,1 1 0,-1 1 0,1-1 1,0 1-1,-1 0 0,1 0 0,0 0 1,0 1-1,0 0 0,0 0 0,0 0 1,0 1-1,0-1 0,1 1 0,-1 0 1,-3 4-7,-6 14 1,1 0-1,2 1 0,0 0 0,1 1 0,1 0 0,1 1 0,2 0 0,0 0 0,1 1 0,2-1 0,0 1 0,2 0 0,0 0 0,2-1 0,1 3 1,-2-20 0,-1 1-1,2-1 1,-1 1 0,1-1-1,0 1 1,0-1 0,1 0 0,0 1-1,0-1 1,1 0 0,0 0 0,0-1-1,1 1 1,0-1 0,0 1-1,0-1 1,1 0 0,0-1 0,0 1-1,0-1 1,1 0 0,0 0-1,0-1 1,0 0 0,0 0 0,1 0-1,0-1 1,-1 0 0,4 1 0,3-2-1,-1 0 1,1-2-1,0 1 0,-1-2 1,1 1-1,0-2 0,-1 0 1,1 0-1,-1-1 1,0-1-1,0 0 0,0-1 1,0 0-1,-1 0 0,0-1 1,0-1-1,8-6 1,170-146-157,-151 123 7,49-46-1070,-12 8-1347</inkml:trace>
  <inkml:trace contextRef="#ctx0" brushRef="#br0" timeOffset="4512.291">2396 2107 30471,'0'5'821,"-10"-27"-569,-69-143 113,76 156-355,-1 1-1,-1-1 0,1 1 0,-2 0 1,1 0-1,-1 0 0,0 1 0,-1 0 1,1 0-1,-1 0 0,-1 1 0,1 0 1,-1 1-1,0 0 0,-1 0 0,1 0 1,-1 1-1,0 1 0,0-1 0,0 1 1,0 1-1,0 0 0,-1 0 0,1 1 1,-1 0-1,0 1 0,1 0 0,-1 0 1,1 1-1,-1 0 0,-5 2-9,4 5 5,0 0 0,0 2 0,0-1 0,1 1 0,1 0 0,0 1 0,0 0 0,1 1-1,1 0 1,0 0 0,0 1 0,1-1 0,1 1 0,0 1 0,1-1 0,0 1 0,1-1 0,1 1 0,-2 14-5,0-3 11,0 0 0,1 0 0,2 0 0,0 0 0,2 0 0,1 0 0,2 10-11,-3-28 1,0 0 0,0-1 0,1 1 0,0-1 0,0 1 0,1-1 0,0 0 0,0 0 0,0 0 0,1-1 0,-1 1 0,1-1 0,1 1 0,-1-1 0,1-1 0,0 1 0,0-1 0,0 0 0,1 0 0,-1 0 0,1-1 0,0 0 0,0 0 0,0 0 0,1-1 0,-1 0 0,1 0 0,-1 0 0,4-1-1,7 0-15,0-1-1,-1 0 0,1-2 1,0 0-1,-1-1 0,0 0 1,0-1-1,0-1 0,0-1 1,-1 0-1,1-1 0,-2-1 1,1 0-1,-1-1 0,0 0 1,-1-1-1,0-1 0,-1 0 1,0-1-1,5-6 16,126-124-2173,-88 85-1195</inkml:trace>
  <inkml:trace contextRef="#ctx0" brushRef="#br0" timeOffset="4777.032">3492 2265 30455,'0'0'1880,"0"0"-1696,0 0-120,0 0-64,0 0-328,105 109-1513</inkml:trace>
  <inkml:trace contextRef="#ctx0" brushRef="#br0" timeOffset="5202.687">5557 1965 28462,'0'0'1486,"0"0"-721,0 0-345,-11-17-134,-39-55-16,48 67-260,0 0 0,-1 0 0,1 0 0,-1 0 0,0 1 0,-1 0 0,1-1 0,-1 1 0,0 1-1,0-1 1,0 0 0,0 1 0,-1 0 0,1 0 0,-1 0 0,0 1 0,0-1 0,0 1 0,0 0-1,0 1 1,-1-1 0,1 1 0,0 0 0,-1 0 0,1 1 0,-1 0 0,1 0 0,-1 0 0,1 0 0,-1 1-1,1 0 1,0 0 0,-1 1 0,1-1 0,0 1 0,0 0 0,0 1 0,0-1 0,0 1 0,1 0-1,-1 0 1,1 0 0,0 1 0,0-1 0,0 1 0,0 0 0,-2 3-10,-5 13-2,1-1 0,1 1 1,1 1-1,0 0 0,2 0 0,0 0 0,2 1 1,0 0-1,1 0 0,1 0 0,1 0 1,2 18 1,-1-36-1,0 0 1,0 0 0,0 0 0,0-1 0,0 1 0,1 0 0,0 0 0,0 0 0,0-1 0,0 1 0,0 0 0,1-1 0,-1 1 0,1-1 0,0 0-1,0 1 1,1-1 0,-1 0 0,1 0 0,-1 0 0,1-1 0,0 1 0,0-1 0,0 1 0,0-1 0,1 0 0,-1 0 0,0-1 0,1 1-1,0-1 1,-1 1 0,1-1 0,0 0 0,-1-1 0,1 1 0,0-1 0,0 1 0,0-1 0,2 0 0,13-3-2,0 0 0,0-1 0,-1 0-1,0-2 1,0 0 0,0-1 0,-1-1 0,0-1 0,0 0 0,-1-1 0,0-1-1,-1 0 1,13-13 2,7-1-69,62-44-593,-12 6-952</inkml:trace>
  <inkml:trace contextRef="#ctx0" brushRef="#br0" timeOffset="5518.127">6679 1841 30094,'0'0'739,"0"0"-72,0 0-95,0 0-104,-2-17-269,-10-55-171,10 65-28,-1-1 0,0 1 0,-1 0 0,0 0 0,0 0 0,0 1 0,-1-1 0,0 1 0,0 0 0,0 0 0,-1 1 0,0-1 0,0 1 0,0 1 0,-1-1 0,1 1 0,-1 0 0,-5-2 0,7 4 0,0-1 0,0 1 0,0 0 0,0 1 0,-1-1 0,1 1 0,-1 0 0,1 0 0,0 1 0,-1 0 0,1 0 0,-1 0 0,1 0 0,-1 1 0,1 0 0,-1 0 0,1 1 0,0-1 0,0 1 0,0 0 0,0 1 0,0-1 0,0 1 0,0 0 0,1 0 0,-1 0 0,1 1 0,0 0 0,0 0 0,1 0 0,-1 0 0,1 0 0,0 1 0,0-1 0,-2 4 0,-7 13 0,1 2 0,1 0 0,0 0 0,2 1 0,1 0 0,1 0 0,1 1 0,0-1 0,3 1 0,0 0 0,1 0 0,2 15 0,-1-35 0,-1-1 0,1 0 0,0 0 0,1 0 0,-1 1 0,1-1 0,0 0 0,0 0 0,0 0 0,0 0 0,1 0 0,0 0 0,0 0 0,0-1 0,0 1 0,0-1 0,1 1 0,-1-1 0,1 0 0,0 0 0,0 0 0,0 0 0,1-1 0,-1 1 0,1-1 0,-1 0 0,1 0 0,0 0 0,0 0 0,0-1 0,0 1 0,0-1 0,0 0 0,0 0 0,1-1 0,13 1-88,0-1 0,-1-1 1,1-1-1,-1-1 0,1 0 0,-1-1 0,0-1 1,0 0-1,0-1 0,-1-1 0,0-1 0,0 0 1,-1-2-1,0 1 0,-1-2 0,0 1 0,0-2 1,2-3 87,65-58-1018,-16 7 359</inkml:trace>
  <inkml:trace contextRef="#ctx0" brushRef="#br0" timeOffset="6271.32">7972 1425 28070,'0'0'1080,"0"0"-304,0 0-408,0 0-119,-32 114 87,29-52-80,1 3-112,2 12-88,-2 1-40,2 23-16,0-22-520,0-16-1985</inkml:trace>
  <inkml:trace contextRef="#ctx0" brushRef="#br0" timeOffset="6683.499">9134 1630 30479,'0'0'922,"0"0"-542,0 0-143,-5-22 77,-16-71-70,19 85-231,0-1-1,0 0 0,-1 1 1,0 0-1,-1 0 1,0 0-1,0 0 0,-1 0 1,0 1-1,0 0 1,-1 0-1,0 0 0,0 1 1,0 0-1,-8-5-12,10 8 0,0 1-1,0 0 0,-1 0 0,0 0 1,1 1-1,-1 0 0,0 0 1,1 0-1,-1 0 0,0 1 1,0-1-1,0 1 0,0 1 1,0-1-1,1 1 0,-1-1 1,0 1-1,0 1 0,1-1 0,-1 1 1,0 0-1,1 0 0,0 0 1,-1 0-1,1 1 0,-1 1 1,-16 13 1,1 1-1,0 1 1,2 1-1,0 0 1,2 2-1,0 0 1,1 0-1,2 1 1,0 1-1,2 1 1,0-1-1,2 2 1,0-1-1,-4 27 0,-4 77-4,17-125 2,-1 0 1,1 1-1,1-1 0,-1 0 0,1 0 0,-1 1 0,1-1 0,1 0 0,-1 0 0,0 0 1,1 0-1,0 0 0,0 0 0,0 0 0,0-1 0,1 1 0,0-1 0,-1 1 0,1-1 1,0 0-1,1 0 0,-1 0 0,0-1 0,1 1 0,0-1 0,-1 0 0,2 1 2,4-1-5,0 1 0,0-2-1,1 1 1,-1-1 0,0 0-1,1-1 1,-1 0 0,1-1 0,-1 0-1,1 0 1,-1-1 0,0 0-1,0-1 1,0 0 0,0 0-1,0-1 1,-1 0 0,4-3 5,139-103-279,-17-31-1491,-105 101-800</inkml:trace>
  <inkml:trace contextRef="#ctx0" brushRef="#br0" timeOffset="7496.294">11881 1636 27582,'0'0'1859,"0"0"-1156,0 0-328,0 0 42,1-23-28,7-76-89,-7 92-279,0 0 0,0-1 0,0 1 0,-1 0 0,0 0-1,0 0 1,-1-1 0,0 1 0,0 0 0,-1 0 0,0 0-1,0 0 1,-1 1 0,0-1 0,0 0 0,0 1 0,-1 0-1,0 0 1,0 0 0,0 0 0,-1 1 0,0-1 0,0 1-1,0 1 1,-1-1 0,0 1 0,0 0 0,0 0-1,0 0 1,-1 1 0,1 0 0,-1 0 0,0 1 0,0 0-1,0 0 1,0 0 0,0 1 0,0 0 0,0 1 0,0 0-1,-1 0 1,-4 1-21,3 0-1,-1 1 0,1 0 0,0 1 0,0 0 0,0 1 0,0 0 0,0 0 0,1 1 0,0 0 0,0 0 0,0 1 0,1 0 0,-1 0-1,1 1 1,1 0 0,-1 0 0,2 1 0,-1-1 0,-3 8 1,-4 5-2,0 1 0,2 1 0,1-1 0,1 2 0,1-1 0,0 1 0,-1 12 2,5-16-2,0 1 0,2-1 0,0 0 1,1 1-1,1-1 0,0 0 0,2 1 1,0-1-1,2 2 2,-3-14-1,1-1-1,0 1 1,0-1 0,1 0 0,0 0-1,0 0 1,0 0 0,1 0 0,-1 0-1,2-1 1,-1 0 0,0 0 0,1 0-1,0-1 1,0 1 0,1-1 0,-1 0-1,1-1 1,0 1 0,0-1 0,0 0-1,0-1 1,1 1 0,-1-1 0,1 0-1,-1-1 1,3 1 1,18-2-30,0 0-1,0-2 0,0 0 1,-1-2-1,0-1 1,1-1-1,-2-2 0,1 0 1,-1-2-1,0 0 1,-1-2-1,-1-1 1,0-1-1,0-1 0,-1 0 1,-1-2-1,12-13 31,73-53-1806,-15 5-3191</inkml:trace>
  <inkml:trace contextRef="#ctx0" brushRef="#br0" timeOffset="7845.53">13365 1553 25533,'0'0'4956,"0"0"-3469,-8-20-1103,-37-138-10,38 115-350,6 25-23,-1 0 0,-1 0 0,-1 0 0,0 1-1,-1-1 1,-1 1 0,-1 0 0,0 1-1,-1 0 1,-1 0 0,-5-8-1,9 21 0,0 0 0,1 0 0,-1 0 0,0 0 0,0 1 0,0 0 0,-1 0 0,1 0 0,-1 1 0,1 0 0,-1 0 0,1 0 0,-1 1 0,1 0 0,-1 0 0,1 0 0,-1 1 0,0-1 0,1 1 0,-1 1 0,1-1 0,0 1 0,-1 0 0,1 0 0,0 1 0,0-1 0,1 1 0,-1 0 0,0 0 0,1 1 0,0-1 0,0 1 0,0 0 0,0 0 0,0 1 0,1-1 0,0 1 0,0 0 0,0-1 0,1 1 0,-1 2 0,-12 16 0,1 0 0,1 1 0,1 0 0,2 1 0,0 1 0,2-1 0,0 1 0,2 1 0,1-1 0,1 1 0,2 0 0,0 0 0,2 0 0,2 20 0,-1-38-14,0 0 0,0 1 0,1-1 0,0 0-1,0 0 1,1 0 0,0-1 0,1 1 0,0-1 0,0 0 0,1 0 0,0 0 0,0 0 0,1-1-1,0 0 1,1 0 0,-1-1 0,1 1 0,0-2 0,1 1 0,-1-1 0,1 0 0,0 0 0,1-1-1,-1 0 1,1-1 0,-1 0 0,1 0 0,0-1 0,0 0 0,0 0 0,1-1 0,5 0 14,15-4-213,-1-2 0,0-1 0,0-2 0,0 0 0,-1-2 0,-1-1 0,1-1 0,-2-1 0,0-2 0,0-1 0,-2 0 0,0-2 0,2-3 213,55-33-1008,23-10-2984,-6 4-14580</inkml:trace>
  <inkml:trace contextRef="#ctx0" brushRef="#br0" timeOffset="8222.829">15723 1683 18852,'0'0'8497,"0"0"-6420,19 3-1485,57 9 141,-75-12-706,0 0 0,1 0 0,-1 0 1,0 0-1,1 0 0,-1-1 0,0 1 1,0-1-1,1 1 0,-1-1 0,0 1 1,0-1-1,0 1 0,0-1 0,0 0 0,0 0 1,0 0-1,0 1 0,0-1 0,0 0 1,0 0-1,0 0 0,-1-1 0,1 1 1,0 0-1,-1 0 0,1 0 0,-1 0 1,1-1-1,-1 1 0,0 0 0,1 0 1,-1-1-1,0 1 0,0 0 0,0-1 1,0 1-1,0 0 0,0-1 0,0 1 1,0 0-1,-1 0 0,1-1 0,-1 1 1,1 0-1,-1 0 0,1 0 0,-1-1 1,1 1-1,-1 0 0,0 0 0,0 0 1,0 0-28,0-3 52,-7-15-12,-1 0 0,-1 0 0,-1 1 0,0 0 0,-2 1 0,0 0 0,0 1 0,-2 0 0,0 1 0,-1 1 0,0 1 0,-1 0 0,-13-7-40,1 1 0,0 2 0,0 1 0,-2 1 0,0 2 0,-1 1 0,0 2 0,0 0 0,-1 3 0,0 0 0,-1 3 0,1 0 0,-1 2 0,-23 2 0,46 1 0,0 0 0,0 1 0,1 0 0,-1 0 0,0 1 0,1 1 0,-1 0 0,1 0 0,0 1 0,1 0 0,-1 1 0,1 0 0,0 0 0,0 1 0,1 0 0,0 1 0,0 0 0,1 0 0,0 1 0,0-1 0,1 1 0,0 1 0,1 0 0,0-1 0,0 1 0,1 1 0,1-1 0,-1 1 0,2-1 0,0 1 0,0 0 0,0 0 0,2 0 0,-1 0 0,2 11 0,0-14 0,1 1 0,0-1 0,0 0 0,0 0 0,1 0 0,1-1 0,-1 1 0,1-1 0,1 1 0,-1-1 0,1 0 0,0-1 0,1 1 0,-1-1 0,1 0 0,1-1 0,-1 1 0,1-1 0,0-1 0,0 1 0,2 0 0,10 6 0,2-1 0,0-1 0,0 0 0,0-2 0,1 0 0,0-2 0,10 1 0,18 0-137,-1-2-1,1-2 1,0-3 0,0-2-1,47-8 138,21-15-1453,-20-3-1736</inkml:trace>
  <inkml:trace contextRef="#ctx0" brushRef="#br0" timeOffset="9294.587">16918 993 28798,'0'0'2041,"0"0"-1641,0 0-160,-38 132 152,32-17-16,6 46-184,0 17-176,11-9-16,2-48-1104,-6-50-19685</inkml:trace>
  <inkml:trace contextRef="#ctx0" brushRef="#br1" timeOffset="26491.682">1070 2646 22429,'0'0'1163,"0"0"-741,0 0-326,0 0 182,0 0 445,0 0 169,9-7-240,84-33 550,117 10-243,1 10 1,195 8-960,74 83 328,581 9-219,-358-25 19,729-16 328,-604-2-158,1378-77 558,-775 13-708,-1091 26-92,848 1 81,-164 27-73,830 10 199,-97-33-118,-1061-4-142,-324-21-46,-413 14-1369,3-1-2590,-27-3-12506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16:51.88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  <inkml:brush xml:id="br2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2627 618 29494,'0'0'851,"0"0"-372,0 0-196,-8-22 18,-39-142 168,40 129-417,-1 1 0,-2 0-1,-1 0 1,-2 1-1,-1 1 1,-2 0-1,-7-9-51,16 29 10,0 1 0,-1 0 0,-1 0 0,0 1 0,0 0 0,-1 1 0,0 0 0,-1 1 0,0 0 0,0 0 0,-1 1 0,0 0 0,0 1 0,-1 1 0,1 0 0,-1 1 0,0 0 0,-1 1 0,1 0 0,-7 0-10,10 2 1,0 0 0,-1 1 0,1 0 0,0 0 0,0 1 0,0 0 0,0 1 0,0 0 0,0 1 0,1 0 0,-1 1 0,1-1 0,0 2 0,0-1 0,0 2 0,0-1 0,1 1 0,0 0 0,0 0 0,1 1 1,0 1-1,0-1 0,-4 6-1,-15 25 1,2 0 0,2 1 0,1 1 0,3 1 0,1 1 1,1 1-1,3 0 0,2 1 0,1 0 0,3 1 0,1-1 0,3 1 1,1 1-1,2-1 0,3 4-1,-3-35 6,2 0 1,0 0-1,0 0 1,1 0-1,1 0 0,0-1 1,1 0-1,0 0 1,1 0-1,1-1 0,0 1 1,1-1-1,0-1 1,0 0-1,1 0 1,1-1-1,0 0 0,0 0 1,1-1-1,0-1 1,1 1-1,0-2 0,0 0 1,1 0-1,-1-2 1,1 1-1,1-1 1,-1-1-1,1-1 0,0 0 1,-1 0-1,1-1 1,0-1-1,1-1 0,-1 0 1,0 0-1,0-1 1,0-1-1,0-1 0,-1 0 1,1-1-1,1-1-6,13-11 6,-1-2-1,0-1 0,-2-1 0,-1-1 0,0-2 1,-2 0-1,0-1 0,-2-1 0,1-3-5,104-110-388,-86 104-844,-8 9-1329</inkml:trace>
  <inkml:trace contextRef="#ctx0" brushRef="#br0" timeOffset="248.751">3087 859 27006,'0'0'4017,"0"0"-2953,0 0-672,70 109-104,-54-90-288,-3-5 0,-7-8 0,-1-4 0,-1 0 0,3 0 0,-3 0 0,-4-2-1272</inkml:trace>
  <inkml:trace contextRef="#ctx0" brushRef="#br1" timeOffset="36192.621">972 273 28894,'0'0'1514,"0"0"-690,0 0-269,0 0-84,0 0-114,-21-21-222,-64-68-118,44 41-17,38 43 0,1 1 0,-1-1 0,0 0 0,0 1 0,-1-1 0,1 1 0,-1 0 0,0 0 0,0 1 0,0-1 0,-1 1 0,1 0 0,-1 0 0,0 0 0,0 0 0,0 1 0,0 0 0,0 0 0,0 1 0,0-1 0,-1 1 0,1 0 0,-1 0 0,1 1 0,-1 0 0,1 0 0,-1 0 0,1 1 0,-1-1 0,1 1 0,0 1 0,-4 0 0,0 2 0,-1 1 0,1 0 0,0 1 0,1 0 0,-1 0 0,1 1 0,1 0 0,-1 0 0,1 1 0,0 0 0,1 0 0,0 1 0,-1 2 0,-27 36 0,2 3 0,2 0 0,2 2 0,3 1 0,2 1 0,2 1 0,3 0 0,-6 38 0,19-79 0,1 1 0,1 0 0,1 0 0,0 0 0,1 1 0,1-1 0,0 0 0,1 1 0,0-1 0,2 0 0,-1 0 0,2 0 0,0 0 0,1-1 0,0 0 0,7 11 0,-1-6 0,2 0 0,0-1 0,2 0 0,0-1 0,0-1 0,2 0 0,0-1 0,0-1 0,13 7 0,-22-16 0,0 0 0,1 0 0,-1-1 0,1 0 0,-1-1 0,1 0 0,0 0 0,1-1 0,-1 0 0,0-1 0,0 0 0,1 0 0,-1-1 0,1 0 0,-1 0 0,1-1 0,-1-1 0,0 0 0,0 0 0,0-1 0,0 0 0,0 0 0,0-1 0,5-3 0,10-10 0,0-2 0,-2-1 0,0 0 0,-1-2 0,-1 0 0,-1-1 0,-1-1 0,-2-1 0,0 0 0,-1-2 0,6-17 0,-6 13 0,-2 0 0,-2 0 0,0-1 0,-3-1 0,0 0 0,-2 0 0,-2 0 0,0-1 0,-3 0 0,-2-28 0,1 54 0,0 1 0,-1-1 0,0 1 0,-1-1 0,1 1 0,-1 0 0,-1 0 0,1 0 0,-1 0 0,-1 0 0,1 0 0,-1 1 0,0-1 0,-1 1 0,1 0 0,-1 1 0,0-1 0,-1 1 0,1 0 0,-1 0 0,-3-1 0,8 5-35,0 1-1,0-1 1,0 0-1,-1 1 1,1-1 0,0 1-1,-1 0 1,1-1-1,0 1 1,-1 0-1,1 0 1,-1 0 0,1 0-1,0 0 1,-1 0-1,1 0 1,-1 0 0,1 1-1,0-1 1,-1 0-1,1 1 1,0-1-1,0 1 1,-1 0 0,1-1-1,0 1 1,0 0-1,0 0 1,0 0 0,0 0-1,0 0 1,0 0-1,0 0 1,0 0-1,0 0 1,0 0 0,1 0-1,-1 1 1,1-1-1,-1 0 1,1 0 0,-1 1-1,1-1 1,-1 0-1,1 2 36,-13 27-2751</inkml:trace>
  <inkml:trace contextRef="#ctx0" brushRef="#br1" timeOffset="36667.766">334 1449 28030,'0'0'1916,"0"0"-1151,0 0-337,0 0 25,0 0-22,0 0-51,26 7-101,-7-1-249,-8-2-26,1-1 0,0 0 0,0 0 0,0-1 0,0-1 0,1 0-1,-1 0 1,0-1 0,1-1 0,-1 0 0,0-1 0,0 0 0,0-1 0,2-1-4,179-56 0,1 8 0,186-24 0,395 12 0,-297 32 0,-1 8 0,-506-3 0,-57-25-352,41 26-1408</inkml:trace>
  <inkml:trace contextRef="#ctx0" brushRef="#br1" timeOffset="39466.592">678 1240 23005,'0'0'5493,"0"0"-3803,0 0-1026,0 0-153,0 0-74,0 0-117,-13 10-117,-87 98 100,-77 141-154,107-157-151,4 3 0,5 2 0,3 3 0,-3 18 2,42-47 0,69-60 0,-17-14 0,-1-1 0,1-1 0,-1-2 0,0-2 0,-1 0 0,1-3 0,69-18 0,398-67 0,-492 96 0,-4 1 0,1 0 0,-1 0 0,1 0 0,-1 0 0,1 0 0,-1-1 0,1 1 0,-1-1 0,0 0 0,1 0 0,-1 0 0,0-1 0,1 1 0,-1-1 0,0 0 0,0 0 0,0 0 0,-1 0 0,1 0 0,0-1 0,-1 1 0,0-1 0,1 1 0,-1-1 0,0 0 0,0 0 0,-1 0 0,1 0 0,-1-1 0,1 1 0,-1 0 0,0 0 0,0-1 0,0 1 0,-1-1 0,1 1 0,-1-1 0,0 1 0,0-1 0,0-1 0,-64-128 0,44 102 0,-290-447 0,299 462-69,-1 1 1,-1 0-1,0 1 1,-1 0-1,-1 2 1,0-1-1,0 2 1,-17-10 68,-13 1-2741</inkml:trace>
  <inkml:trace contextRef="#ctx0" brushRef="#br0" timeOffset="133622.176">3184 798 21901,'0'0'5179,"0"0"-3366,0 0-1302,0 0-239,0 0 28,-2 4 763,33 24 665,204 284-1728,-266-324 0,-190-242 0,200 225 0,217 253 0,-196-223 0,0-1 0,-1 1 0,1 0 0,-1-1 0,1 1 0,-1-1 0,1 1 0,-1-1 0,0 1 0,1-1 0,-1 1 0,0-1 0,1 0 0,-1 1 0,0-1 0,1 0 0,-1 0 0,0 1 0,0-1 0,1 0 0,-1 0 0,0 0 0,0 0 0,1 0 0,-1 0 0,0 0 0,0 0 0,1 0 0,-1-1 0,0 1 0,0 0 0,1 0 0,-1-1 0,0 1 0,1 0 0,-1-1 0,0 1 0,1 0 0,-1-1 0,1 1 0,-1-1 0,1 1 0,-1-1 0,1 0 0,-1 1 0,1-1 0,-1 1 0,1-1 0,0 0 0,-1 0 0,1 1 0,0-1 0,0 0 0,-18-14 0,2 0 0,0-1 0,1-1 0,1-1 0,0 0 0,1 0 0,2-2 0,-1 1 0,-6-20 0,83 136 0,36 48 0,-93-160-1387,-7-2-2443</inkml:trace>
  <inkml:trace contextRef="#ctx0" brushRef="#br2" timeOffset="-197243.937">720 1453 23461,'0'0'3897,"0"0"-2718,0 0-590,0 0-145,-22 11-130,-131 78 107,93-46-331,3 2 1,2 2-1,1 3 0,3 3 1,2 1-1,3 2 0,-33 54-90,59-79 8,11-18-6,0 0-1,1 0 1,0 1 0,1 0 0,0 0-1,2 1 1,-1-1 0,2 1 0,0 1-1,1-1 1,0 3-2,5-14 23,1-1-1,-1 0 1,1 1-1,0-1 1,0 0 0,0 0-1,0-1 1,1 1-1,-1 0 1,1-1 0,-1 0-1,1 0 1,0 0-1,0-1 1,0 1-1,0-1 1,0 0 0,0 0-1,0 0 1,1-1-1,-1 1 1,0-1 0,0 0-1,0 0 1,1-1-1,-1 1 1,0-1 0,0 0-1,0 0 1,4-1-23,10 1 63,217-21 192,-189 11-229,0-1-1,-1-3 0,-1-1 1,0-2-1,-1-2 0,15-12-25,-50 25 31,0-1 0,-1 0 0,0-1 0,0 0 0,-1 0 0,0 0 0,-1-1 0,0 1 0,-1-1 0,0-1 0,0 1 0,-1 0 0,0-1 0,-1 0 0,0 0 0,-1 1 0,0-1 0,-1 0 0,0 0 0,-1 0 0,0 0 0,-1-4-31,2 2-27,-3-8 27,-1 1 0,-1 0 0,-1 0 0,-1 1 0,0-1 0,-2 1 0,0 1 0,-1 0 0,-1 0 0,0 1 0,-6-6 0,-11-21 0,-46-71-133,73 127-3015,1 4-2885</inkml:trace>
  <inkml:trace contextRef="#ctx0" brushRef="#br2" timeOffset="-196655.223">599 1443 27854,'0'0'747,"-17"21"-364,-118 144 114,102-124-405,3 2-1,2 1 1,1 1-1,3 2 1,1 0-1,2 3-91,13-15-20,22-50-50,56-77 50,-36 46 33,2 0 1,1 3 0,3 1-1,4 0-13,-45 42 6,1 1 1,0-1-1,0 1 0,0-1 0,0 1 0,0-1 0,0 0 0,-1 1 0,1-1 0,0 1 0,0-1 0,0 1 0,1-1 0,-1 1 0,0-1 0,0 1 0,0-1 0,0 1 1,0-1-1,0 1 0,1-1 0,-1 0 0,0 1 0,0-1 0,1 1 0,-1-1 0,0 0 0,1 1 0,-1-1 0,0 0 0,1 1 0,-1-1 0,1 0 0,-1 1 0,0-1 1,1 0-1,-1 0 0,1 0 0,-1 1 0,1-1 0,-1 0 0,1 0 0,-1 0 0,1 0 0,-1 0 0,1 0 0,-1 0 0,0 0 0,1 0 0,-1 0 0,1 0 0,-1 0 1,1 0-1,-1-1 0,1 1 0,-1 0 0,1 0 0,-1 0 0,0-1 0,1 1 0,-1 0 0,1-1 0,-1 1 0,0 0 0,1-1 0,-1 1-6,-8 43 309,-66 154 213,78-187-492,69-42 27,17-32-24,-53 35-36,2 2 0,1 1 0,2 3 0,22-10 3,-63 32 3,0-1-1,1 1 0,-1 0 0,1 0 1,-1 0-1,1 0 0,-1 0 1,1 0-1,0 1 0,-1-1 0,1 0 1,0 1-1,-1-1 0,1 1 0,0 0 1,0-1-1,0 1 0,-1 0 1,1 0-1,0 0 0,0 0 0,0 1 1,0-1-1,-1 0 0,1 1 1,0-1-1,-1 1 0,1 0 0,0 0 1,-1-1-1,1 1 0,0 0 0,-1 0 1,0 1-1,1-1 0,-1 0 1,0 0-1,1 1 0,-1-1 0,0 1 1,0-1-1,0 1 0,0-1 0,0 1 1,-1-1-1,1 1 0,0 0 1,-1 0-1,1-1 0,-1 1 0,1 1-2,-1 0 3,0 0 0,0 0-1,0 0 1,0 0-1,0 0 1,-1 0 0,0 0-1,1 0 1,-1 0-1,0 0 1,0 0 0,0 0-1,-1-1 1,1 1-1,-1-1 1,1 1 0,-1-1-1,0 1 1,0-1-1,0 0 1,0 0 0,-1 0-1,1 0 1,0 0-1,-1 0 1,0-1 0,1 1-1,-1-1 1,0 0-1,1 0 1,-1 0 0,0 0-1,0 0 1,0 0-1,0-1 1,0 0 0,0 1-1,0-1 1,0 0-1,-1-1-2,-8 2-1223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5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28310,'0'0'679,"0"0"-242,0 0-203,0 0 66,-2 21 105,-49 1484 1405,61-1445-1800,-10-59-18,0 0-1,0 0 1,0 0-1,0 0 1,1 0-1,-1 0 1,0 0-1,1 0 1,-1 0-1,1 0 1,-1 0-1,1 0 1,0 0-1,-1 0 1,1 0-1,0-1 1,-1 1-1,1 0 1,0 0-1,0-1 1,0 1-1,0-1 1,0 1-1,0-1 1,0 1-1,0-1 1,0 1-1,0-1 1,0 0-1,0 1 1,0-1-1,0 0 1,0 0-1,0 0 1,0 0-1,1 0 1,-1 0-1,0 0 1,0-1-1,0 1 1,0 0-1,0 0 1,0-1-1,0 1 1,0-1-1,0 1 1,0-1-1,0 0 9,26-32-360,50-129-2374,-44 74-1200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0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28862,'0'0'656,"0"0"-381,0 0-50,0 0 141,0 0-11,0 0-97,7 9-55,7 10-11,0 1-1,-2 1 1,0 0 0,-2 0 0,0 1-1,-1 1 1,-2-1 0,1 5-192,6 244 31,-15-183-29,-23 762-266,24-762-800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00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29430,'0'0'688,"0"0"-512,0 0-96,-49 134 297,36-16 31,4 38-152,3 14-112,4 0-64,2-19-40,0-18-8,0-5-32,2-24-8,9-23-208,2-2-408,-2-27-1305,-2-15-1696</inkml:trace>
  <inkml:trace contextRef="#ctx0" brushRef="#br0" timeOffset="707.358">415 648 28878,'0'0'678,"0"0"-450,22-15-186,69-48 17,-86 59-60,-1 0 0,1 1 0,0-1 0,0 1 0,0 0 0,0 1 0,1-1 1,-1 1-1,1 0 0,-1 0 0,1 1 0,0 0 0,0 0 0,-1 0 0,1 1 0,0 0 0,3 0 1,-6 2 1,0 0-1,-1 0 1,1 0-1,-1 1 1,0-1-1,0 1 1,1 0 0,-2-1-1,1 1 1,0 0-1,-1 0 1,1 0-1,-1 0 1,0 0-1,0 1 1,0-1 0,0 0-1,-1 1 1,1-1-1,-1 0 1,0 1-1,0-1 1,0 0-1,-1 1 1,1-1 0,-1 0-1,1 1 1,-1-1-1,-1 2 0,1 13 37,-31 301 572,33-317-606,1 0 1,0 0-1,-1-1 1,1 1 0,0 0-1,0-1 1,0 1 0,0-1-1,0 1 1,0-1 0,0 0-1,1 0 1,-1 0 0,0 0-1,1 0 1,-1-1 0,1 1-1,-1-1 1,0 1 0,1-1-1,-1 0 1,1 0 0,-1 0-1,1-1 1,-1 1 0,1 0-1,-1-1 1,1 0 0,-1 1-1,0-1 1,1 0 0,-1 0-1,0 0 1,0-1 0,0 1-1,0 0 1,0-1 0,0 0-1,1 0-3,22-18 1,0-1-1,-2-1 0,0-2 0,-2 0 1,0-1-1,-2-1 0,-1 0 1,-1-2-1,6-14 0,-5 13 38,-1 0 1,-2-2-1,-1 0 1,-1-1-1,-2 0 1,-1-1-1,-1 0 1,-1-8-39,-10 126 15,0-45 18,1 0-1,3 0 1,1 1 0,1-1 0,8 24-33,18 62 92,-5 1 0,-5 1 0,-6 1 0,-6 1 0,-5 20-92,-4-126-1,0-1-1,-2 1 1,-1 0 0,-1-1 0,0 0-1,-2 0 1,-1 0 0,-1-1 0,-1 0-1,0-1 1,-2 0 0,0 0 0,-4 2 1,13-18 1,0 0 0,0-1 0,-1 1-1,1-1 1,-1 0 0,0 0 0,0 0 0,0 0 0,-1-1 0,1 0 0,-1 1 0,0-2 0,0 1 0,0-1 0,0 1 0,0-1 0,-1-1-1,1 1 1,-1-1 0,1 0 0,-1 0 0,1-1 0,-1 1 0,0-1 0,1 0 0,-1-1 0,0 0 0,1 1 0,-1-2 0,1 1 0,0-1 0,-1 0-1,1 0 1,0 0 0,0-1 0,0 1 0,0-1 0,1-1 0,-1 1 0,1-1 0,0 1 0,0-1 0,-4-4-1,0-9-3,0 0 0,1 0 0,1-1 0,0 0 0,2 0 0,0 0 0,1-1 0,0 1 0,2-1 0,0 1 0,1-1 0,2-9 3,6-18-86,2 1 0,2-1 1,2 2-1,1 0 0,3 1 0,2 1 1,1 0-1,2 2 0,2 0 1,2 2-1,28-31 86,22-34-1052,-10 10-1102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0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68 27910,'0'0'1344,"0"0"-1016,0 0 64,0 0 241,0 0-105,94 132-224,-65-87-152,-3 3-96,-2-1-32,-2-2-24,0-7-72,8-11-352,-3-9-833,-3-16-1415</inkml:trace>
  <inkml:trace contextRef="#ctx0" brushRef="#br0" timeOffset="170.581">379 1 28286,'0'0'752,"0"0"-552,-127 153-128,68-80-24,2 0-24,-2 16-24,13-18-832,15-18-2993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52 29206,'0'0'808,"0"0"-504,0 0 17,87 136 79,-45-73-72,6 8-112,3 6-120,-1 4-56,-8 0-8,-7-2-32,-9 0 0,-11-6 0,-6-10-168,-7-14-192,3-35-849,-3-14-223,0-4-2945</inkml:trace>
  <inkml:trace contextRef="#ctx0" brushRef="#br0" timeOffset="223.75">566 24 28958,'0'0'1120,"0"0"-735,0 0-81,-127 134 88,76-59-80,1 6-168,0 0-88,4-8-40,2-4 0,2-8-16,3-2 0,1-1-64,8-3-184,3 2-328,12-14-985,9-19-7329</inkml:trace>
  <inkml:trace contextRef="#ctx0" brushRef="#br0" timeOffset="510.384">733 1 30198,'0'0'749,"0"0"-457,0 0-176,7 25 101,46 223 297,-39-51-347,-8-1 0,-13 97-167,-16 5-158,25-259-316,-2-38 395,1-1-1,-1 1 1,1 0-1,-1 0 1,1 0 0,-1 0-1,1-1 1,-1 1-1,1 0 1,0 0-1,0-1 1,-1 1 0,1 0-1,0-1 1,0 1-1,0-1 1,0 1-1,0-1 1,-1 0 0,1 1-1,0-1 1,0 0-1,0 0 1,0 0-1,0 1 1,0-1 0,0 0-1,0 0 1,0 0-1,0-1 1,0 1-1,0 0 1,0 0 0,0 0-1,0-1 1,0 1-1,0 0 1,0-1 79,0 1-292,25-8-4997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0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29566,'0'0'736,"0"0"-583,0 0-81,0 0 168,123-12 32,-66-5-128,4-3-104,-4 0-8,-2 6-32,2 7-168,-13 3-753,-18 4-2231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0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27414,'0'0'1864,"0"0"-1432,0 0-184,0 0 281,0 0-81,0 0-144,0 0-128,130 37-104,-91-37-16,-2 2-56,5 10-320,-7 0-809,-13 2-1343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2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26902,'0'0'936,"0"0"-147,0 0-220,0 0-44,20 15-80,62 47-170,-79-59-268,1 0 0,-1 0 0,1 0 0,-1 1 0,0 0 0,0-1 0,0 1 0,-1 0 0,1 0 0,-1 0 0,0 0 0,0 1 0,0-1 0,-1 1-1,0-1 1,0 1 0,0 0 0,0-1 0,-1 1 0,1 0 0,-1-1 0,-1 1 0,1 0 0,0-1 0,-2 4-7,1 17 2,-54 324-1190,55-348 1187,1 1 0,-1-1 0,0 0 0,1 1 0,-1-1 0,1 0 0,0 0 0,-1 1 0,1-1 0,0 0 1,0 0-1,0 0 0,0 0 0,0 0 0,0 0 0,0 0 0,0 0 0,0 0 0,0-1 0,0 1 0,1 0 0,-1-1 0,0 1 0,1-1 0,-1 1 0,0-1 0,1 0 0,-1 1 1,0-1-1,1 0 0,-1 0 0,1 0 0,-1 0 0,0 0 0,1 0 0,-1-1 0,1 1 0,-1 0 0,0-1 0,1 1 0,-1-1 0,0 1 0,0-1 0,1 0 0,-1 1 0,0-1 1,0 0-1,1 0 1,110-66-717,-59 24-664</inkml:trace>
  <inkml:trace contextRef="#ctx0" brushRef="#br0" timeOffset="250.248">524 1 27766,'0'0'1160,"0"0"-560,0 0-80,0 0-15,29 110-105,-1-82-168,7-3-104,0 1-80,0-4-48,0-5-120,9-11-488,-9-6-905,-6 0-1992</inkml:trace>
  <inkml:trace contextRef="#ctx0" brushRef="#br0" timeOffset="423.756">816 62 27078,'0'0'1352,"0"0"-704,0 0-320,-141 169-192,84-80-136,3-2-2304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1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66 28790,'0'0'824,"0"0"-432,-77 128-128,44-63 121,-2 6-41,4 2-184,5 0-120,6-4-40,12-12-184,8-27-417,22-18-919,6-12-1360</inkml:trace>
  <inkml:trace contextRef="#ctx0" brushRef="#br0" timeOffset="307.848">693 1 28686,'0'0'903,"-9"17"-335,-55 124 288,46 18-468,18-155-387,0-1 0,0 1-1,1-1 1,-1 1 0,1-1 0,0 0-1,0 1 1,1-1 0,-1 0-1,1 0 1,-1 0 0,1 0-1,0 0 1,0 0 0,0 0 0,0-1-1,1 1 1,-1-1 0,1 0-1,0 1 1,0-1 0,-1 0-1,1-1 1,0 1 0,1 0 0,-1-1-1,0 0 1,0 0 0,1 0-1,-1 0 1,0 0 0,1-1-1,-1 1 1,1-1 0,-1 0-1,1 0 1,-1 0 0,1-1 0,-1 1-1,0-1 1,1 0 0,-1 0-1,0 0 1,2-1-1,2 0 9,-1-1 0,0 0 0,1-1 0,-1 0 0,0 0 0,-1 0 0,1 0 0,-1-1 1,0 0-1,0 0 0,0-1 0,-1 1 0,1-1 0,-2 0 0,1 0 0,-1-1 0,1 1 0,-2-1 0,2-2-9,-47 2-501,-90 7-2451,93 0-402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2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28430,'0'0'711,"0"0"-410,0 0-19,0 0 142,30-3-72,364-24 79,1219-49 189,-866 70-892,-480 26-973,-236-15-343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3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22237,'0'0'5548,"0"0"-3891,0 0-1153,0 0 86,0 0-109,0 0-163,23 2-102,75 6-54,-95-8-153,1-1 0,-1 1-1,1 0 1,-1 0 0,1 0 0,-1 0-1,0 0 1,1 1 0,-1 0-1,0 0 1,1 0 0,-1 0-1,0 0 1,0 0 0,0 1-1,0 0 1,0-1 0,0 1-1,0 0 1,0 1 0,-1-1-1,1 0 1,-1 1 0,0 0-1,0-1 1,0 1 0,0 0-1,0 0 1,0 0 0,-1 0 0,0 0-1,1 0 1,-1 1 0,0-1-1,-1 0 1,1 1 0,0-1-1,-1 1 1,0-1 0,0 0-1,0 1 1,0-1 0,-1 1-1,1-1 1,-1 0 0,0 1-1,0-1 1,0 0 0,0 1-1,-1-1 1,1 0 0,-1 0-1,0 0 1,0 0 0,0-1-1,0 1 1,0 0-9,-23 29 24,-2-1 0,-1-1-1,-1-1 1,-1-1 0,-2-2-1,0-1 1,-2-2 0,-1-1 0,-2-1-24,-3 0 2,86-30-176,-15 1 142,1 2 0,-1 1 0,1 2 0,0 0 0,0 3 0,19 2 32,-47-3-1,-1 1 1,1 0 0,0 0 0,0 0 0,-1 1 0,1-1 0,0 1 0,-1 0 0,1 0 0,-1 0 0,1 1 0,-1-1 0,1 1 0,-1 0 0,0 0 0,0 0 0,0 0 0,0 0 0,0 1 0,-1 0 0,1-1 0,-1 1 0,1 0 0,-1 0 0,0 0 0,0 0 0,0 1 0,-1-1 0,1 0 0,-1 1 0,0-1 0,0 1 0,0 0 0,0-1-1,-1 1 1,1 0 0,-1-1 0,0 1 0,0 0 0,0 0 0,-1-1 0,1 1 0,-1 0 0,0-1 0,0 1 0,-1 2 0,-6 4 2,-1-1 1,1 0-1,-1 0 0,-1-1 0,0 0 0,0-1 1,0 0-1,-1-1 0,0 0 0,0 0 0,-1-1 0,1-1 1,-1 0-1,-9 2-2,19-5-18,0 1 0,0-1 0,0 0 1,0 1-1,-1-1 0,1 0 0,0-1 0,-1 1 0,1 0 1,0-1-1,-1 1 0,1-1 0,-1 0 0,1 0 0,-1 0 1,1 0-1,-1 0 0,1 0 0,-1-1 0,1 1 0,-1-1 1,1 0-1,0 0 0,-1 0 0,1 0 0,0 0 0,0 0 1,0-1-1,-1 1 0,1 0 0,1-1 0,-1 0 0,0 0 1,0 1-1,0-3 18,2-25-1783,0-5-2668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3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29262,'0'0'830,"0"0"-250,0 0-229,0 0-30,0 0-73,0 0-115,14 12-66,44 39-36,-56-49-29,0 0-1,0 0 1,0 1 0,0-1 0,-1 1-1,1-1 1,-1 1 0,0-1 0,1 1-1,-1 0 1,-1 0 0,1 0 0,0-1 0,-1 1-1,1 0 1,-1 0 0,0 0 0,0 0-1,0 0 1,0 0 0,0 0 0,-1 0-1,0 1-1,0 9 2,0-7 0,-1 0-1,1-1 0,-1 1 0,0 0 1,0-1-1,-1 1 0,0-1 0,1 1 0,-2-1 1,1 0-1,-1-1 0,0 1 0,0 0 0,0-1 1,0 0-1,-1 0 0,0 0 0,-1 0-1,-40 45 8,46-48-9,0 0 0,0 0 0,0 0-1,0 0 1,0 0 0,0 1 0,1-1 0,-1 0 0,0 0 0,0 0 0,1 0 0,-1 0 0,1 0-1,-1 0 1,1 0 0,-1 0 0,1 0 0,0 0 0,0 0 0,-1-1 0,1 1 0,0 0 0,0 0-1,0-1 1,0 1 0,0 0 0,0-1 0,0 1 0,0-1 0,0 1 0,0-1 0,0 0 0,0 1-1,0-1 1,0 0 0,0 0 0,0 0 0,0 0 0,1 0 0,-1 0 0,0 0 0,1 0 1,9 3-2,1 2 2,9 3 1,-1 0 0,0 1 0,0 1-1,-1 1 1,-1 0 0,0 2 0,0 0-1,15 15 0,-31-25 4,1-1-1,-1 1 1,0 0-1,0 0 1,0 0-1,0 0 1,-1 0-1,1 0 1,-1 0-1,0 0 1,0 1-1,0-1 1,0 1-1,-1-1 1,1 1-1,-1-1 1,0 1-1,0-1 1,0 1-1,0-1 1,-1 1-1,0-1 1,1 0-1,-1 1 1,0-1-1,-1 0 1,1 1-1,0-1 1,-1 0-1,0 0 1,0 0-1,0 0 1,-2 2-4,-91 78 88,75-69-138,-45 32-444,-3-2-909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5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98 27510,'0'0'1788,"0"0"-1068,0 0-245,0 0 9,0 0-105,-4-7-154,-4-16-136,35 52-68,4 4 8,-5-6 5,72 73 15,-4 4 0,-5 5-1,-4 3-48,-74-94-52,-9-13-19,0-1 0,0 1 1,1-1-1,-1 0 0,1 0 0,0 0 1,0 0-1,0 0 0,1-1 0,-1 1 1,1-1-1,0 0 0,-1 0 1,2 0-1,-1-1 0,0 1 0,0-1 1,1 0-1,-1 0 0,1-1 0,4 2 71,9-10-2057,-2-13-2059</inkml:trace>
  <inkml:trace contextRef="#ctx0" brushRef="#br0" timeOffset="201.858">757 39 27910,'0'0'1000,"0"0"-488,0 0-152,0 0 264,-169 114-191,92-42-265,-15 10-112,-7 7-40,5 2-16,11-6-136,13 5-368,24-21-873,19-23-2816</inkml:trace>
  <inkml:trace contextRef="#ctx0" brushRef="#br0" timeOffset="3553.259">3510 410 27854,'0'0'745,"0"0"-188,20-24 23,123-139 68,-51 57-259,-89 130-379,-24 218-2,21-239-8,0 0 1,0 0 0,0 1 0,1-1 0,0 0 0,-1 0 0,1 0-1,0 0 1,0 0 0,1 0 0,-1 0 0,1 0 0,-1 0-1,1 0 1,0-1 0,0 1 0,0-1 0,0 0 0,1 1 0,-1-1-1,0 0 1,1 0 0,0 0 0,-1-1 0,1 1 0,0-1 0,0 1-1,0-1 1,0 0 0,0 0 0,0 0 0,1-1 0,-1 1-1,0-1 1,0 1 0,0-1 0,1 0 0,1-1-1,4 1 7,-1-1 1,1-1-1,0 1 0,0-2 1,-1 1-1,1-1 0,-1 0 1,1-1-1,-1 0 1,-1 0-1,1-1 0,0 0 1,4-4-8,24-28 9,-2-1 0,-2-1 0,-2-2 0,-1-1 0,-2-1 1,-2-2-1,-3 0 0,14-39-9,-36 85 8,1-1 1,-1 1-1,0-1 0,0 1 1,1-1-1,-1 1 0,1-1 1,-1 1-1,0-1 1,1 0-1,-1 1 0,1-1 1,-1 0-1,0 1 0,1-1 1,-1 0-1,1 0 0,0 1 1,-1-1-1,1 0 1,-1 0-1,1 0 0,-1 0 1,1 1-1,-1-1 0,1 0 1,-1 0-1,1 0 0,0 0 1,-1-1-1,1 1 1,-1 0-1,1 0 0,-1 0 1,1 0-1,-1 0 0,1-1-8,10 903 460,-11-870-456,-2 0-1,-1 0 1,-1-1-1,-2 0 0,-2 0 1,0 0-1,-2-1 1,-1 0-1,-2-1 0,-1 0 1,-7 10-4,20-36 3,-1 0 0,1-1 0,0 1 0,-1-1 0,1 0 0,-1 1 1,1-1-1,-1 0 0,0 0 0,0 0 0,0 0 0,0 0 0,-1-1 0,1 1 0,0-1 0,-1 1 1,1-1-1,-1 0 0,0 0 0,1 0 0,-1 0 0,0 0 0,1-1 0,-1 1 0,0-1 0,0 0 1,0 0-1,1 0 0,-1 0 0,0 0 0,0-1 0,1 1 0,-1-1 0,0 0 0,0 0 0,1 0 1,-1 0-1,1 0 0,-1 0 0,1-1 0,0 1 0,-1-1 0,0-1-3,-5-11 16,0 0 0,2-1 0,-1 0 1,2-1-1,0 1 0,1-1 0,0 0 0,2 0 0,-1-1 0,2 1 0,0 0 0,2-1 0,-1 1 0,2 0 1,3-15-17,-3 14 7,2 1 1,0-1 0,1 1 0,1-1 0,0 1-1,1 1 1,1-1 0,0 1 0,1 1 0,1-1-1,0 2 1,1-1 0,12-11-8,176-142-1775,-179 152 1268,46-35-4017</inkml:trace>
  <inkml:trace contextRef="#ctx0" brushRef="#br0" timeOffset="3836.575">4926 230 30743,'0'0'608,"0"0"-464,0 0-88,0 0-32,0 0-24,0 0-112,138 44-720,-119-32-4378</inkml:trace>
  <inkml:trace contextRef="#ctx0" brushRef="#br0" timeOffset="4101.046">4969 487 30014,'0'0'793,"0"0"-713,0 0-48,0 0-32,0 0-777</inkml:trace>
  <inkml:trace contextRef="#ctx0" brushRef="#br0" timeOffset="1707.404">1778 193 17004,'0'0'2080,"0"0"-1392,0 0-120,0 0 185,0 0-489,0 0-264,0 0-224,24 10-145,-15-10-175,-3 0-1152,-1 0-4737</inkml:trace>
  <inkml:trace contextRef="#ctx0" brushRef="#br0" timeOffset="1959.404">1778 193 24045</inkml:trace>
  <inkml:trace contextRef="#ctx0" brushRef="#br0" timeOffset="2126.556">1778 193 24045,'46'-124'2673,"-46"132"-2121,0 11 208,0 11 216,2 3-320,14 7-200,3-1-119,3 1-97,2 1-64,0 3-88,-2 1-40,-4 6-32,-3 1-16,-2-5 0,3-8-392,-3-15-977,-2-16-2744</inkml:trace>
  <inkml:trace contextRef="#ctx0" brushRef="#br0" timeOffset="2379.405">2190 118 29646,'0'0'712,"0"0"-543,0 0-97,-151 99 88,94-54-32,-2 8-88,-3 4-40,3 3-48,9-3-192,8 10-249,16-18-447,15-13-1320</inkml:trace>
  <inkml:trace contextRef="#ctx0" brushRef="#br0" timeOffset="2642.92">2429 355 26726,'0'0'2814,"0"0"-1998,0 0-501,-9-22 5,-59-142-19,68 163-307,0 0 1,0 0-1,-1 0 0,1 0 1,0-1-1,-1 1 0,1 0 1,-1 0-1,1 1 0,-1-1 1,1 0-1,-1 0 0,0 0 1,1 0-1,-1 0 0,0 1 1,0-1-1,0 0 0,0 0 1,0 1-1,1-1 0,-1 1 0,0-1 1,0 1-1,0-1 0,-1 1 1,1 0-1,0 0 0,0-1 1,0 1-1,0 0 0,0 0 1,0 0-1,0 0 0,0 0 1,0 0-1,-1 0 0,1 1 1,0-1-1,0 0 0,0 1 1,0-1-1,0 0 0,0 1 1,0 0-1,0-1 0,0 1 1,0-1-1,1 1 0,-1 0 1,0 0 5,-32 49-187,23-25 196,1 0 1,1 1-1,1 0 1,2 0-1,0 0 1,2 1-1,1 0 1,1 25-10,2-49-26,0 1 0,0 0 1,0 0-1,1 0 0,0-1 0,0 1 1,0-1-1,0 1 0,0-1 0,1 0 1,-1 0-1,1 0 0,0 0 0,0 0 0,0-1 1,0 1-1,0-1 0,1 0 0,-1 0 1,1 0-1,-1 0 0,1-1 0,0 0 1,0 1-1,0-1 0,0-1 0,-1 1 1,1 0-1,0-1 0,0 0 0,0 0 1,1 0-1,-1 0 0,-1-1 0,1 0 0,0 0 1,0 0-1,0 0 0,0 0 0,0-1 1,-1 0-1,1 1 0,-1-1 0,1-1 26,87-50-1699,-32 7-2419,1-6-8941</inkml:trace>
  <inkml:trace contextRef="#ctx0" brushRef="#br0" timeOffset="2897.459">2729 116 26542,'0'0'1443,"0"0"-661,0 0-249,0 0 43,6 22-163,32 139 47,-18 82-5,-20-241-330,-2-10-116,0 0-1,0 0 0,1 0 1,0 0-1,1 0 0,0 0 1,0 0-1,1 0 0,0 0 0,0-1 1,1 2-1,0-1 0,0 0 1,1 0-1,0 1 0,1-1 1,-1 1-1,1 0 0,1 0 0,-1 0 1,1 1-1,0 0 0,1-1 1,0 2-1,0-1 0,0 1 1,0 0-1,1 0 0,0 1 1,0 0-1,0 0 0,0 0 0,1 1 1,-1 0-1,6-1-8,150 3-1157,-108 1-1396</inkml:trace>
  <inkml:trace contextRef="#ctx0" brushRef="#br0" timeOffset="6713.173">555 657 30198,'0'0'625,"0"0"-373,0 0-175,31 12-26,-2 0-4,1-1 1,1-2-1,0-1 1,0-1 0,1-2-1,0-1 1,-1-2-1,1-1 1,26-2-48,211-24 258,-228 20-235,836-86 679,139 33-702,343 73 153,-373-18-153,-949 3 0,-515 22-2638,319-20-1477</inkml:trace>
  <inkml:trace contextRef="#ctx0" brushRef="#br0" timeOffset="7041.246">450 363 29774,'21'3'336,"95"14"-334,82-4 70,113-4 372,94-3 53,2067-47 908,-2160 20-1176,70-24-229,-321 32 8,-65 8-8,-44-1 0,-848-7-3426,663 10-750</inkml:trace>
  <inkml:trace contextRef="#ctx0" brushRef="#br0" timeOffset="7319.536">647 305 28622,'0'0'1918,"0"0"-1387,-8 22-473,8-22-58,-3 4 1,2-1-1,-1 1 0,0 0 0,1 0 1,0 1-1,0-1 0,0 0 0,0 0 1,1 0-1,-1 1 0,1-1 1,0 0-1,0 1 0,1-1 0,0 0 1,-1 0-1,1 1 0,1-1 0,-1 0 1,2 3-1,6-1 1,1-1-1,0 0 1,0 0 0,0-1 0,1 0 0,-1-1 0,1 0 0,0-1-1,0 0 1,0 0 0,0-1 0,0-1 0,0 0 0,1-1-1,295 12 97,1071-46 716,-1089 22-706,1128 1 16,-1295 13-2290,-96-1-1203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2:0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29854,'0'0'673,"0"0"-513,-24 126-160,24-60-433,0-7-511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2:0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29430,'20'0'547,"866"20"-1022,-211 2-2889,-630-18 3833,0 1 1,0 3 0,-1 1 0,0 3 0,-1 1 0,0 2 0,-1 2 0,-1 2-1,21 14-469,-8-6-773,-3-6-2334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2:0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19148,'0'0'10898,"0"0"-10898,0 0-96,0 0-432,-94 108-344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36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2900 297 29558,'0'0'630,"0"0"-355,0 0-150,0 0 103,0 0 32,0 0-140,9-2-83,-8 2-36,1-1 0,0 1 0,0 0 0,-1 0 0,1-1 0,0 1 0,0 1 0,-1-1 0,1 0 0,0 0 0,0 0-1,-1 1 1,1-1 0,0 1 0,-1 0 0,1-1 0,0 1 0,-1 0 0,1 0 0,-1 0 0,1 0 0,-1 0 0,0 0 0,1 0 0,-1 1-1,0-1 1,0 0 0,0 1 0,0-1 0,0 1 0,0-1 0,0 1 0,-1 0 0,1-1 0,0 1 0,-1 0 0,0-1 0,1 1 0,-1 0-1,0 0 1,0-1 0,0 1 0,0 0 0,0 0 0,0 0 0,0 1-1,5 80 137,-4 0 0,-3 0 0,-4 0 0,-8 32-137,14-112 1,-3 110 73,4-111-72,1-1 1,0 1 0,0-1-1,0 1 1,0-1 0,0 0-1,0 0 1,0 0 0,0 0-1,0 0 1,0-1 0,1 1-1,-1-1 1,0 1 0,1-1 0,-1 0-1,0 0 1,1 0 0,-1 0-1,0 0 1,1 0 0,-1-1-1,0 1 1,0-1 0,1 0-1,-1 1 1,0-1 0,0 0-1,1-1-2,11-6 8,0-2 0,0 0 0,0 0 0,-2-1 0,1-1-1,-1 0 1,-1-1 0,0 0 0,5-9-8,-15 21 0,56-75-15,-4-3 0,-3-2 0,-4-2 0,28-70 15,-57 116 55,-2 0 0,-2 0 0,-1-1 1,-2-1-1,0-6-55,-21 159 461,-33 281-453,17-130 24,-48 196-32,16-219 3,-57 139-3,115-373-7,-1-1 0,0 1-1,0-1 1,0 0 0,-1 1 0,-1-1 0,1-1 0,-1 1-1,0 0 1,-1-1 0,1 0 0,-1 0 0,0 0 0,-1-1-1,0 1 1,1-1 0,-2-1 0,1 1 0,0-1-1,-1 0 1,-1 0 7,5-5-10,1 0-1,-1 1 0,0-1 0,1-1 0,-1 1 1,1 0-1,-1-1 0,1 1 0,0-1 1,-1 0-1,1 0 0,0 1 0,0-2 1,0 1-1,0 0 0,1 0 0,-1-1 1,1 1-1,-1 0 0,1-1 0,0 0 0,0 1 1,0-1-1,0 0 0,0 1 0,1-1 1,-1 0-1,1 0 0,0 0 0,0 0 1,0 0 10,-1 0-13,-6-31-32,2 0-1,1 0 1,2 0 0,1 0 0,2 0 0,1 0 0,2 0 0,1 0 0,2 1 0,1 0 0,2-1 45,12-34-6,4 0-1,2 2 1,3 1-1,26-38 7,-24 51-392,2 1-1,2 2 1,2 1 0,2 2-1,33-27 393,-20 22-1892</inkml:trace>
  <inkml:trace contextRef="#ctx0" brushRef="#br0" timeOffset="-1378.075">890 46 29910,'0'0'539,"0"0"-355,0 0-120,23-6 50,76-19-37,-91 24-67,1 1 0,0 0 0,0 0-1,0 0 1,0 1 0,0 1 0,0 0 0,0 0 0,-1 0 0,1 1 0,-1 0 0,0 1 0,0 0-1,0 0 1,0 1 0,-1 0 0,1 0 0,-2 1 0,1 0 0,0 0 0,-1 1 0,0 0-1,-1 0 1,3 3-10,1 5 15,0 0 0,-1 1 0,-1-1 0,0 2 0,-1-1 0,-1 1 0,-1 0 0,0 0-1,-1 0 1,-1 1 0,0-1 0,-2 1 0,0-1 0,-1 1 0,0-1 0,-2 0 0,0 4-15,-10 28-1,-2-1 0,-2 0 0,-2-1 0,-3-2 1,-1 0-1,-2-1 0,-2-1 0,-1-2 0,-3-1 1,-1-1-1,-2-2 0,-2-1 0,-5 2 1,16-11-357,24-26 120,-5 3 223,5-8-3044,3-17-3960</inkml:trace>
  <inkml:trace contextRef="#ctx0" brushRef="#br0" timeOffset="-1067.709">1852 1 15771,'0'0'10877,"0"0"-8173,0 0-2248,-18 9-43,-133 83 263,101-47-596,2 1 1,2 4-1,3 0 0,2 3 0,2 2 0,2 1 0,3 2 1,3 1-1,-5 18-80,28-57 27,2 0 1,0 0-1,1 1 1,1 0-1,1 0 1,1 0-1,1 0 1,1 14-28,0-31 0,-1 0 1,1 0-1,0 0 1,0 1-1,0-1 1,1 0-1,-1 0 1,1 0-1,0 0 1,1 0-1,-1 0 1,1 0-1,-1 0 1,1 0-1,0 0 1,0-1-1,1 1 1,-1-1-1,1 0 0,0 0 1,0 0-1,0 0 1,0 0-1,0 0 1,1-1-1,-1 0 1,1 1-1,0-1 1,0-1-1,-1 1 1,1 0-1,0-1 1,2 0-1,18 2-56,0-2 0,0-1 1,0 0-1,0-2 0,0-1 1,0-1-1,-1-1 0,1-1 0,-1-1 1,-1-1-1,1 0 0,-1-2 1,5-4 55,80-34-954,-14 3-825</inkml:trace>
  <inkml:trace contextRef="#ctx0" brushRef="#br0" timeOffset="-800.888">2074 287 28614,'0'0'1656,"0"0"-1487,0 0-105,2 116 328,27-65 16,10 3-160,7 3-128,4 0-72,-1-2-16,-3-3-16,-7-7-16,-6-6 0,-7-5-216,-6-12-328,-5-10-969,-6-12-3024</inkml:trace>
  <inkml:trace contextRef="#ctx0" brushRef="#br0" timeOffset="-644.409">2466 346 25653,'0'0'3609,"0"0"-3137,-114 120-168,59-53-80,3 4-80,4 0-144,8 14-96,14-20-712,11-15-3377</inkml:trace>
  <inkml:trace contextRef="#ctx0" brushRef="#br0" timeOffset="24265.458">73 510 29654,'0'0'752,"-53"140"-439,33-57-313,20 19-208,0-23-1049,22-24-2504</inkml:trace>
  <inkml:trace contextRef="#ctx0" brushRef="#br0" timeOffset="24537.37">277 1255 29302,'0'0'1048,"0"0"-463,0 119-281,2-70-112,11-4-88,7-7-80,6-9-24,7-11-32,4-10-176,20-16-256,-9-19-489,-6-15-919</inkml:trace>
  <inkml:trace contextRef="#ctx0" brushRef="#br0" timeOffset="26114.688">272 1999 28806,'0'0'776,"0"0"-560,165-39-112,14 9 288,43 0 25,19 13-201,-2 13-96,-18 4-64,7 19-56,7 9-192,1 0-513,-56-7-1071,-31-9-5738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2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1706 175 29382,'0'0'704,"0"0"-544,0 0-104,-61 110 89,41-53 111,2 8-120,5 4-80,4 2-24,7 2-32,2-6 0,11 2-320,13-15-657,-2-27-3680</inkml:trace>
  <inkml:trace contextRef="#ctx0" brushRef="#br0" timeOffset="379.38">2412 1 28574,'0'0'712,"-19"27"-405,-221 364 609,213-341-823,3-6-38,2 0 0,1 1 1,3 1-1,1 1 1,-3 19-56,16 0 97,4-65-96,1 1 0,-1-1 0,1 0-1,0 0 1,-1 0 0,1 1 0,0-1 0,0 0 0,0 0-1,0 0 1,0 0 0,0 0 0,0 0 0,0-1-1,0 1 1,1 0 0,-1 0 0,0-1 0,0 1 0,1-1-1,-1 1 1,0-1 0,1 0 0,-1 1 0,1-1-1,-1 0 1,0 0 0,1 0 0,-1 0 0,1 0 0,-1 0-1,0 0 1,1-1 0,-1 1 0,0 0 0,1-1 0,-1 1-1,0-1 1,1 0 0,-1 1 0,0-1 0,1 0-1,19-9-70,-1 0 1,0-2-1,-1 0 0,0-1 1,-1-1-1,0 0 1,13-16 69,-16 18-122,0 0-1,-1-1 1,-1 0 0,0-1-1,-1 0 1,0-1 0,-1-1 0,-1 0-1,-1 0 1,0-1 0,-1 0 0,-1 0-1,0-1 1,-1 0 0,-1 0-1,0-8 123,-5 23 22,0 1-1,0-1 0,-1 0 0,1 0 1,-1 0-1,0 0 0,0 1 0,0-1 1,0 0-1,0 1 0,0-1 0,-1 1 1,1-1-1,-1 1 0,0 0 0,0-1 1,0 1-1,0 0 0,0 0 0,0 0 1,0 1-1,-1-1 0,1 1 0,-1-1 1,1 1-1,-1 0 0,1 0 0,-1 0 1,0 0-1,0 0 0,1 0 0,-1 1 1,0 0-1,0-1 0,-1 1-21,-107 2 613,100 0-602,1 1 0,-1 0 0,0 0 0,1 1 1,0 1-1,0 0 0,0 0 0,1 1 0,0 0 0,0 1 1,0 0-1,1 0 0,0 1 0,0 0-11,-23 53-2302,30-43-4359</inkml:trace>
  <inkml:trace contextRef="#ctx0" brushRef="#br0" timeOffset="629.241">2570 265 29958,'0'0'777,"0"0"-641,0 0-64,0 0 136,92 119 16,-53-70-128,5 4-56,-2 2-16,-3-1-16,-4-5-8,-9-6-64,7-3-248,-9-13-449,-8-15-1151</inkml:trace>
  <inkml:trace contextRef="#ctx0" brushRef="#br0" timeOffset="817.016">2977 326 28574,'0'0'728,"0"0"-504,-111 162-152,67-91-24,0 18-48,13-22-160,7-14-1968</inkml:trace>
  <inkml:trace contextRef="#ctx0" brushRef="#br0" timeOffset="1033.99">3457 115 30070,'0'0'777,"0"0"-585,-103 117-136,62-58-16,3 8-24,8 2-16,8 4-96,6 14-625,6-18-1095,7-18-5858</inkml:trace>
  <inkml:trace contextRef="#ctx0" brushRef="#br0" timeOffset="1401.398">3854 96 29150,'0'0'680,"0"0"-376,-11 20-18,-137 312 966,137-296-1178,2-1 0,1 2 0,2-1 0,2 1 0,1-1 0,1 16-74,2-46-12,0 0-1,1-1 1,-1 1-1,1 0 1,0-1-1,0 1 1,1-1 0,0 1-1,0-1 1,0 0-1,0 0 1,1 0-1,0 0 1,0 0-1,0 0 1,1-1-1,0 1 1,-1-1-1,2 0 1,-1 0 0,0-1-1,1 1 1,-1-1-1,1 0 1,0 0-1,0-1 1,1 1-1,-1-1 1,0 0-1,1-1 1,-1 1 0,1-1-1,-1 0 1,1-1-1,0 1 1,-1-1-1,1 0 1,0 0-1,-1-1 1,1 0-1,4-1 13,-3-2-15,0-1 0,-1 0 0,0 0 0,0 0-1,0-1 1,0 0 0,-1 0 0,0-1-1,0 1 1,-1-1 0,0 0 0,0 0-1,-1-1 1,0 1 0,0-1 0,0 1 0,-1-1-1,0 0 1,-1 0 0,0 0 0,0 0-1,-1 0 1,0 0 0,0-1 15,-6-125-172,5 130 170,0 0 0,0 0 0,-1 0 0,0 0 0,0 0 0,0 1 0,0-1 0,0 1 0,-1 0 0,0-1 0,1 1 0,-1 0 0,0 0 0,-1 1-1,1-1 1,0 1 0,-1 0 0,1-1 0,-1 2 0,0-1 0,0 0 0,0 1 0,0-1 0,0 1 0,0 0 0,0 1 0,0-1 0,0 1 0,0 0 0,-4 0 2,-57-1-2912,39 1-5291</inkml:trace>
  <inkml:trace contextRef="#ctx0" brushRef="#br0" timeOffset="34759.759">1 812 29390,'0'0'776,"0"0"-383,0 0-273,0 0 64,144 45 16,-45-31-112,39 2-56,42 1-32,17 3-8,-4-4-408,-55-6-857,-39-10-2840</inkml:trace>
  <inkml:trace contextRef="#ctx0" brushRef="#br0" timeOffset="34988.448">2679 695 21501,'0'0'7737,"0"0"-7529,219 4-208,-102-4-976,3 0-2593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1:3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1174 30390,'0'0'1113,"0"0"-1009,0 0-64,0 0 80,0 0 96,0 0-136,0 0-80,138-4-312,-108 22-792,-14 0-1689</inkml:trace>
  <inkml:trace contextRef="#ctx0" brushRef="#br0" timeOffset="284.704">1 1573 29062,'0'0'1561,"0"0"-1393,0 0 56,0 0 88,112-2-112,-20-2-200,-16 2-88,-8 2-1353</inkml:trace>
  <inkml:trace contextRef="#ctx0" brushRef="#br0" timeOffset="1988.333">1130 1429 21557,'0'0'7361,"0"0"-6569,0 0-320,0 0 89,0 0-73,0 0-184,0 0 88,65-14-112,-8 2-88,7-2-72,8 2-72,5 5-32,6 3-16,1 4-48,21 13-368,-20 15-928,-19-2-3521</inkml:trace>
  <inkml:trace contextRef="#ctx0" brushRef="#br0" timeOffset="2344.828">2576 1308 29350,'0'0'1265,"0"0"-1049,0 0 32,0 0 152,0 0-8,176 8-144,-89-8-64,25 0-40,24 0-16,-13-8-56,-16 1-40,-17 1-16,-22 6-16,4 0-72,9 4-312,-19 15-456,-25-3-1641</inkml:trace>
  <inkml:trace contextRef="#ctx0" brushRef="#br0" timeOffset="4092.663">2820 1 29190,'0'0'726,"0"0"-448,0 0-152,0 0 125,0 0 51,0 0-119,16 7-95,54 27-43,-66-31-44,0 0 0,-1 0 0,1 1 0,-1-1 0,0 1-1,0 0 1,0 0 0,-1 0 0,1 1 0,-1-1 0,0 0-1,0 1 1,-1-1 0,1 1 0,-1 0 0,0 0 0,0 0-1,-1-1 1,1 1 0,-1 0 0,0 0 0,0 0 0,-1 0-1,0 0 1,0-1 0,0 1 0,0 0 0,-1 0 0,1-1-1,-1 1 1,0-1 0,-1 0 0,1 1 0,-1-1 0,0 0-1,0-1 1,0 1 0,0 0 0,-1-1 0,-1 2-1,-15 13-31,-1 0 0,-1-2 0,-1 0 0,0-1 1,-1-2-1,0 0 0,-1-1 0,-7 1 31,-39 20-1,72-33 0,-1 0 0,0 0 1,1 0-1,-1 1 0,0-1 1,0 0-1,1 0 0,-1 1 1,0-1-1,0 0 0,1 1 1,-1-1-1,0 0 0,0 0 1,0 1-1,0-1 0,1 1 1,-1-1-1,0 0 0,0 1 1,0-1-1,0 0 0,0 1 1,0-1-1,0 0 0,0 1 1,0-1-1,0 1 0,0-1 1,0 0-1,0 1 0,0-1 1,-1 0-1,1 1 0,0-1 1,0 0-1,0 1 0,0-1 1,-1 0-1,1 1 0,0-1 1,0 0-1,-1 1 0,1-1 1,0 0-1,0 0 0,-1 0 1,1 1-1,0-1 0,-1 0 1,1 0-1,0 0 0,-1 0 1,1 1-1,0-1 0,-1 0 1,1 0-1,-1 0 0,1 0 1,0 0-1,-1 0 0,1 0 1,0 0-1,-1 0 0,0 0 1,30 4-18,-29-4 18,248 27 86,-245-26-83,0 0 0,0 1 0,0 0 0,0-1 1,0 1-1,-1 0 0,1 0 0,-1 1 0,0-1 1,1 0-1,-1 1 0,0 0 0,-1-1 0,1 1 1,0 0-1,-1 0 0,1 0 0,-1 0 0,0 0 1,0 0-1,0 1 0,-1-1 0,1 0 0,-1 0 1,1 1-1,-1-1 0,0 0 0,-1 0 0,1 1 1,0-1-1,-1 0 0,0 0 0,0 1 0,0-1 1,0 0-1,0 0 0,0 0 0,-1 0 0,0 0 1,1-1-1,-1 1 0,0 0 0,-1-1 0,1 0 1,0 1-1,-1-1 0,1 0 0,-1 0 0,0 0 1,-1 0-4,-18 22 0,0-2-1,-2-1 1,-1 0 0,-1-2 0,0-1 0,-2-1 0,0-2-1,0 0 1,-12 2 0,39-16-59,1-1 0,-1 0 0,0 1 0,1-1-1,-1 0 1,0 0 0,0 0 0,1 0 0,-1 0-1,0 0 1,1 0 0,-1 0 0,0 0 0,1 0 0,-1 0-1,0 0 1,0 0 0,1-1 0,-1 1 0,0 0-1,1 0 1,-1-1 0,1 1 0,-1 0 0,0-1 0,1 1-1,-1-1 1,1 1 0,-1-1 0,1 1 0,-1-1-1,1 1 1,0-1 0,-1 0 0,1 1 0,0-1 0,-1 1-1,1-1 1,0 0 0,0 1 0,-1-1 0,1 0-1,0 0 1,0 1 0,0-1 0,0 0 0,0 1 0,0-1-1,0 0 1,0 1 0,0-1 0,0 0 0,1 0-1,-1 1 1,0-1 0,0 0 0,1 1 0,-1-1-1,0 1 1,1-1 0,-1 0 0,1 1 0,-1-1 0,1 1-1,-1-1 1,1 0 59,10-29-9279</inkml:trace>
  <inkml:trace contextRef="#ctx0" brushRef="#br0" timeOffset="4469.123">3181 72 27678,'0'0'1017,"22"-3"-426,142-8 762,-144 10-1121,80 8 274,-97-6-503,-1-1 0,0 1-1,0-1 1,0 1 0,0 0 0,0 0 0,0 0-1,0 0 1,0 0 0,0 0 0,0 1-1,-1-1 1,1 1 0,0-1 0,-1 1-1,1 0 1,-1-1 0,0 1 0,0 0 0,1 0-1,-1 0 1,-1 0 0,1 0 0,0 0-1,0 0 1,-1 0 0,1 0 0,-1 1 0,1-1-1,-1 0 1,0 0 0,0 1 0,0-1-1,0 0 1,-1 0 0,1 0 0,0 1-1,-1-1 1,0 0 0,0 1-3,-5 8-3,0 0 1,-1-1-1,0 0 0,-1 0 0,0 0 0,0-1 1,-1-1-1,-1 1 0,1-1 0,-1-1 1,-1 0-1,1 0 0,-6 2 3,6-3-17,-138 79-107,147-85 124,0 1 0,-1-1 0,1 0 0,0 1 0,0-1 1,0 1-1,-1 0 0,1-1 0,0 1 0,0 0 0,0 0 1,0-1-1,0 1 0,1 0 0,-1 0 0,0 0 0,0 0 0,0 0 1,1 1-1,-1-1 0,1 0 0,-1 0 0,1 0 0,-1 0 1,1 1-1,0-1 0,-1 0 0,1 0 0,0 1 0,0-1 0,0 0 1,0 1-1,0-1 0,0 0 0,0 0 0,1 1 0,-1-1 1,0 0-1,1 0 0,-1 1 0,1-1 0,-1 0 0,1 0 0,0 0 1,-1 0-1,1 0 0,0 0 0,0 0 0,0 0 0,0 0 1,0 0-1,0 0 0,0-1 0,0 1 0,70 43 76,-56-36-59,106 81 100,-118-86-115,-1 0 1,1 0-1,0 0 0,-1 0 1,0 1-1,0-1 0,0 1 1,-1 0-1,1 0 0,-1-1 1,1 1-1,-1 0 0,-1 0 1,1 0-1,0 0 0,-1 0 1,0 0-1,0 0 0,0 1 1,-1-1-1,1 0 0,-1 0 1,0 0-1,0 0 0,0-1 1,-1 1-1,1 0 0,-1 0 1,0-1-1,0 1 0,0-1 1,-1 0-1,1 1 0,-1-1 1,-1 1-3,-159 125-67,125-104-37,-53 37-621,5-6-960</inkml:trace>
  <inkml:trace contextRef="#ctx0" brushRef="#br0" timeOffset="2717.798">2390 1879 28654,'0'0'1254,"0"0"-914,0 0-184,0 0 267,0 0 10,21 10-198,68 33-149,-85-41-85,0 0-1,0 0 0,0 0 0,0 0 0,0 0 0,-1 1 1,1 0-1,-1-1 0,0 1 0,0 1 0,0-1 0,0 0 1,0 1-1,-1-1 0,0 1 0,1 0 0,-1 0 1,-1 0-1,1 0 0,-1 0 0,1 0 0,-1 0 0,0 1 1,-1-1-1,1 0 0,-1 1 0,0-1 0,0 0 0,0 1 1,0-1-1,-1 1 0,0-1 0,0 0 0,0 1 0,-71 120-68,61-109 64,-16 18 1,18-24 4,0 0-1,1 1 1,0-1-1,0 2 1,2-1-1,-1 1 1,1 0-1,1 0 1,0 1-1,1 0 1,0-1-1,1 1 1,0 1-1,5-12 2,-1 0 0,1 0 0,0-1 0,0 1 0,0-1 0,0 0 0,0 1 1,0-1-1,1 0 0,-1 0 0,0 0 0,0-1 0,1 1 0,-1 0 0,1-1 0,-1 0 1,0 1-1,1-1 0,-1 0 0,1 0 0,-1-1 0,1 1 0,-1 0 0,0-1 0,1 1 0,-1-1 1,0 0-1,1 0-2,2 0 5,23-4-3,-1-3 1,1 0-1,-1-2 0,-1 0 1,0-2-1,0-1 0,13-10-2,-13 9-32,216-136-3742,-178 103-2926</inkml:trace>
  <inkml:trace contextRef="#ctx0" brushRef="#br0" timeOffset="2997.465">3168 1768 28118,'0'0'1107,"0"0"-662,0 0-133,-4 19 106,-23 128 145,16 150-119,10-288-514,-1 0 0,-1 0 1,0 0-1,0 0 1,0-1-1,-1 1 0,0-1 1,-1 0-1,0 0 1,0-1-1,-1 1 0,0-1 1,0 0-1,0-1 1,-1 1-1,0-1 0,-1-1 1,1 1-1,-1-1 1,0 0-1,0-1 0,-1 0 1,1-1-1,-1 1 0,0-1 1,0-1-1,0 0 1,0 0-1,0-1 0,0 0 1,-1-1-1,1 0 1,0 0-1,-1-1 0,1 0 1,0 0-1,0-1 1,0-1-1,0 0 0,0 0 1,-5-3 69,-20-18-3076</inkml:trace>
  <inkml:trace contextRef="#ctx0" brushRef="#br0" timeOffset="3266.852">3137 1758 28926,'0'0'888,"0"0"-512,0 0 137,0 0-161,130-39-232,-89 37-120,34 2-184,-9 0-625,-3 0-1015</inkml:trace>
  <inkml:trace contextRef="#ctx0" brushRef="#br0" timeOffset="3519.033">3848 1665 28550,'0'0'648,"0"0"-270,-17 18 98,-107 130 225,95-103-586,3 2 1,1 0-1,2 1 0,3 2 1,1 0-1,3 1 0,-4 26-115,19-73 21,-1 0-12,1 0-1,-1-1 1,0 1-1,1 0 1,0 0-1,0 0 1,0 0-1,1 0 1,-1 0-1,1 1 1,0-1-1,0 0 1,0 0-1,1 0 1,-1 0-1,1 0 1,0 0-1,0 0 1,1 0-1,-1 0 1,1 0-1,0-1 0,0 1 1,0-1-1,0 1 1,1-1-1,-1 0 1,1 1-1,0-2 1,0 1-1,0 0 1,0 0-1,1-1 1,-1 0-1,1 0 1,1 1-9,7-3-4,0 0 0,0 0 0,0-1 0,1-1 0,-1 0 0,0-1 1,-1 0-1,1-1 0,0 0 0,-1 0 0,0-2 0,0 1 0,-1-1 0,1-1 0,-1 0 1,0-1-1,-1 1 0,0-2 0,0 1 0,-1-1 0,0-1 0,-1 0 0,0 0 0,0 0 1,-1-1-1,0 1 0,-1-2 0,-1 1 0,1 0 0,-2-1 0,0 0 0,0 0 0,-1 0 1,0 0-1,-1 0 0,-1-4 4,-1 9-89,-1 1 1,0-1-1,0 1 1,0 0-1,-1 0 1,0 0-1,-1 0 1,1 0 0,-1 1-1,0-1 1,0 1-1,-1 0 1,1 0-1,-1 1 1,0-1-1,-1 1 1,1 0-1,-1 1 1,0-1-1,1 1 1,-1 0-1,-1 1 1,1-1-1,0 1 1,-1 1-1,1-1 1,-1 1 0,-4-1 88,11 2-4,-36-12-4001</inkml:trace>
  <inkml:trace contextRef="#ctx0" brushRef="#br0" timeOffset="22825.214">1772 675 26558,'0'0'921,"0"0"-190,-20-14-180,-69-45-38,80 54-455,0 0-1,-1 1 1,1 0-1,-1 1 1,0 0-1,0 0 1,0 1-1,-1 1 1,1-1-1,0 2 1,-1-1-1,1 2 1,-1-1-1,1 1 1,-5 2-58,5-2 13,-13 5 19,0 1-1,1 1 0,0 1 0,0 1 0,1 1 0,0 0 1,1 2-1,1 1 0,0 0 0,0 1 0,2 1 1,0 1-1,1 0 0,0 2 0,2-1 0,-4 8-31,-27 29 43,2 2 0,3 2 1,3 2-1,2 1 0,3 2 0,3 1 0,2 1 0,4 1 0,2 2 0,4 0 1,3 1-1,-4 51-43,14-77 34,3 0 0,1 0 0,2 0 0,7 31-34,-8-68 3,0 1 0,1-1 0,0 0-1,0 0 1,0-1 0,1 1 0,0 0 0,1-1 0,-1 0 0,1 0 0,1 0 0,-1 0 0,1-1 0,0 1 0,0-1 0,0 0 0,1-1 0,0 1 0,0-1 0,0 0-1,0-1 1,1 0 0,-1 0 0,1 0 0,0 0 0,0-1 0,0-1 0,0 1 0,3 0-3,257 8 75,-219-13-70,0-3 1,0-2 0,-1-2 0,0-2-1,0-2 1,-1-2 0,-2-2-1,1-2 1,-2-2 0,-1-2 0,-1-2-1,-1-1 1,-1-2 0,18-19-6,-42 35-59,-1-1 1,-1-1 0,0 0-1,-1-1 1,-1-1 0,0 1-1,-1-2 1,-1 1 0,-1-1-1,0-1 1,-2 1 0,0-1 0,-1-1-1,0 1 1,-2 0 0,-1-1-1,0 0 1,-1 0 0,-1 0-1,-1 0 1,-1 1 0,-1-1-1,0 0 1,-1 1 0,-2 0-1,0 0 1,-1 0 0,0 1-1,-2 0 1,-2-3 58,-40-59-1443</inkml:trace>
  <inkml:trace contextRef="#ctx0" brushRef="#br0" timeOffset="25238.203">5286 293 27654,'0'0'2704,"-5"161"-2447,-26-23-177,-8 20-48,-5-4 232,0-6-144,14-12-88,1 0-32,9-31-368,7-28-1041</inkml:trace>
  <inkml:trace contextRef="#ctx0" brushRef="#br0" timeOffset="27022.176">3304 2857 10562,'0'0'19909,"0"0"-19349,0 0-344,136-14-48,-103 12 80,-3 2-152,3 0-96,2 0-360,22 0-801,-8 6-447,-3-2-1809</inkml:trace>
  <inkml:trace contextRef="#ctx0" brushRef="#br0" timeOffset="27023.176">3848 2857 9842,'0'0'15803,"0"0"-13682,0 0-769,0 0-816,0 0-536,0 0-968</inkml:trace>
  <inkml:trace contextRef="#ctx0" brushRef="#br0" timeOffset="26087.383">332 2946 12835,'0'0'0</inkml:trace>
  <inkml:trace contextRef="#ctx0" brushRef="#br0" timeOffset="26088.383">2714 3011 23917,'0'0'0</inkml:trace>
  <inkml:trace contextRef="#ctx0" brushRef="#br0" timeOffset="26725.424">1007 2829 21709,'0'0'6145,"0"0"-4402,0 0-1176,0 0-71,0 0-88,0 0-172,22 0-135,379 0-251,42 16-3950,37 0 5014,-341-5-2015,-77-8-2206</inkml:trace>
  <inkml:trace contextRef="#ctx0" brushRef="#br0" timeOffset="25505.622">4990 2240 29702,'0'0'738,"0"0"-401,0 18-197,-5 124-90,-113 220-8005,103-240 10594,1-11 2052,12-103-4724,0 1-1,-1-1 0,-1 0 0,1 0 1,-1-1-1,-1 1 0,1-1 0,-1 0 0,0 0 1,-1 0-1,0-1 0,0 0 0,0 0 0,-1 0 1,-6 3 33,-22 18-1422</inkml:trace>
  <inkml:trace contextRef="#ctx0" brushRef="#br0" timeOffset="26336.187">4293 3145 28758,'0'0'688,"114"0"-688,-31 4-1248,-11 2-208,-17 4-1481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0:25.83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83 25910,'0'0'3432,"0"0"-3080,0 0-192,0 0 320,112 0-7,-55 0-169,4 0-120,3 0-80,-1-4-48,-6 4-56,-2 0 0,0 0-392,-14 0-1041,-17 6-3112</inkml:trace>
  <inkml:trace contextRef="#ctx0" brushRef="#br0" timeOffset="316.253">413 304 28646,'0'0'1092,"-6"19"-398,-80 271 1554,-40 255-2248,112-458 10,3 1 0,4 0-1,3 1 1,7 48-10,-2-128 1,-1-1 0,1 0 0,1 0 0,0 0-1,0 0 1,0-1 0,1 1 0,0 0 0,1-1 0,0 0 0,0 0 0,0 0 0,1 0-1,0-1 1,0 1 0,1-1 0,-1-1 0,2 1 0,-1-1 0,0 0 0,1 0 0,0-1-1,0 0 1,0 0 0,1-1 0,-1 0 0,2 0-1,8 3 2,1-2 0,0 0 1,0-1-1,0-1 0,0-1 0,0 0 0,1-1 0,-1-1 1,0-1-1,0-1 0,10-3-2,251-94 0,-223 76 0,78-33-244,-10 1-976</inkml:trace>
  <inkml:trace contextRef="#ctx0" brushRef="#br1" timeOffset="21958.676">51 3670 26358,'0'0'1080,"0"0"1120,0 0-1784,0 0 33,0 0-9,0 0-96,-44 27-144,75-27-32,11 0-24,12-2-72,6-4-8,-1 0-40,0 1-24,-6-1 0,-7 6-88,0 0-296,-14 0-817,-12 0-1447</inkml:trace>
  <inkml:trace contextRef="#ctx0" brushRef="#br1" timeOffset="22207.691">1 4072 27918,'0'0'1376,"0"0"-984,0 0 216,0 0 73,0 0-233,164 4-224,-98-8-152,28-2-72,-13 4-432,-15-2-2545</inkml:trace>
  <inkml:trace contextRef="#ctx0" brushRef="#br0" timeOffset="-2080.672">4374 348 30014,'0'0'865,"0"0"-505,0 0 32,0 0 320,-31 144-336,20-56-328,-2-1-48,-3 8 0,-3 2 0,-5-13 0,-5 11 0,-2-4 0,-4 17-16,9-25-1024,6-22-1241</inkml:trace>
  <inkml:trace contextRef="#ctx0" brushRef="#br0" timeOffset="-1372.582">4672 861 31359,'0'0'675,"0"0"-341,0 0-188,14-24-2,-3 3-117,-2 4-17,1 0 0,0 1 0,1 0 0,1 1 0,0 0 0,2 0 1,-1 2-1,9-7-10,-5 6 0,-3 2 0,0-1 1,1 2-1,0 0 0,1 1 0,1 1 0,-1 0 0,1 1 0,10-3 0,-26 12 0,1-1 0,-1 0 0,0 1 0,0-1 0,1 1 0,-1-1 0,0 1 0,0-1 0,0 1 0,0 0 0,0 0 0,0 0 0,0-1 0,0 1 0,0 0 0,-1 0 0,1 0 0,0 0 0,0 1 0,-1-1 0,1 0 0,-1 0 0,1 0 0,-1 0 0,1 1 0,-1-1 0,0 0 0,0 0 0,1 1 0,-1-1 0,0 0 0,0 1 0,0-1 0,-1 0 0,1 0 0,0 1 0,0-1 0,-1 0 0,1 0 0,-1 1 0,1-1 0,-1 0 0,1 0 0,-1 1 0,0 5 0,-51 185 0,23-110 0,21-60 0,1 1 0,1-1 0,1 1 0,1 0 0,1 0 0,2 1 0,0-1 0,1 8 0,0-30 0,1 1 0,-1-1 0,1 1 0,0-1 0,0 0 0,-1 1 0,1-1 0,0 0 0,0 1 0,0-1 0,0 0 0,0 0 0,1 0 0,-1 0 0,0 0 0,0 0 0,1 0 0,-1 0 0,1 0 0,-1-1 0,1 1 0,-1-1 0,1 1 0,-1-1 0,1 1 0,-1-1 0,1 0 0,-1 0 0,1 0 0,0 0 0,-1 0 0,1 0 0,-1 0 0,1-1 0,0 1 0,-1 0 0,1-1 0,0 0 0,65-21 0,-32 0 0,0-1 0,-2-1 0,-1-2 0,0-1 0,-2-2 0,-2 0 0,0-2 0,-2-2 0,-1 0 0,-2-1 0,12-26 0,-28 46 0,-1 1 0,0-1 0,-1 0 0,-1 0 0,0-1 0,-1 1 0,0-1 0,-1 0 0,-1 1 0,0-6 0,-21 35 0,11 11 0,2-1 0,0 1 0,1 1 0,2-1 0,1 1 0,1-1 0,1 1 0,1-25 0,-6 78 0,-4 75 0,-7-1 0,-20 74 0,16-137 0,-5 0 0,-3-2 0,-4 0 0,-38 70 0,62-142 0,0 0 0,-2-1 0,1 0 0,-2-1 0,0 0 0,-1-1 0,0-1 0,-10 8 0,21-18 0,-1-1 0,1 0 0,-1 0 0,0-1 0,0 1 0,0 0 0,0-1 0,0 0 0,0 0 0,0 0 0,0 0 0,0 0 0,0 0 0,-1-1 0,1 0 0,0 1 0,-1-1 0,1-1 0,0 1 0,0 0 0,-1-1 0,1 1 0,0-1 0,0 0 0,0 0 0,0-1 0,0 1 0,0 0 0,0-1 0,0 0 0,0 0 0,1 0 0,-1 0 0,1 0 0,-1 0 0,1-1 0,0 1 0,0-1 0,0 0 0,-1-1 0,-5-15 0,1-1 0,1-1 0,0 1 0,2-1 0,0 0 0,1 0 0,1-1 0,1 1 0,1 0 0,1 0 0,1-1 0,1 1 0,1 0 0,0 0 0,4-7 0,10-15-31,2 0 0,2 1-1,2 1 1,2 1 0,1 2 0,2 0 0,2 2-1,1 1 1,1 2 0,25-18 31,142-121-1687,-121 106-555</inkml:trace>
  <inkml:trace contextRef="#ctx0" brushRef="#br0" timeOffset="-2550.815">3416 596 30695,'0'0'1240,"0"0"-1032,0 0-104,0 0 152,0 0 8,0 0-264,81 119 0,-53-74 0,-4 0 0,-6 1 0,-7-3 0,-11-1 0,0-5 0,0-7-776,-4-11-1129,-1-11-5096</inkml:trace>
  <inkml:trace contextRef="#ctx0" brushRef="#br0" timeOffset="-2363.23">3720 651 30326,'0'0'849,"0"0"-457,-111 54 48,54-15-88,2 5-192,4 3-160,10-2-24,3 14-400,17-11-256,5-13-1713</inkml:trace>
  <inkml:trace contextRef="#ctx0" brushRef="#br0" timeOffset="-3655.971">1892 314 26862,'0'0'915,"0"0"1064,0 0-980,0 0-485,0 0-107,4 0-39,8 0-210,-1-1-120,-1 0 0,1 1-1,0 1 1,0-1 0,-1 2-1,1-1 1,-1 2-1,1-1 1,-1 1 0,0 1-1,0 0 1,0 0 0,0 1-1,-1 0 1,9 7-38,5 11 0,-1 1 0,-1 1 0,-1 1 0,-2 1 0,0 1 0,-2 0 0,-1 1 0,-2 1 0,0 0 0,-2 1 0,4 22 0,95 364 0,-99-449-291,-1-14-925,2-4-782</inkml:trace>
  <inkml:trace contextRef="#ctx0" brushRef="#br0" timeOffset="-3401.267">2528 362 29542,'0'0'969,"0"0"-369,-118 147-248,61-74-64,-3 4-176,3 0-80,0-2-32,-8 16-272,12-22-536,9-18-1993</inkml:trace>
  <inkml:trace contextRef="#ctx0" brushRef="#br0" timeOffset="-3136.974">1693 1 27742,'0'0'1704,"0"0"-1400,0 0 232,-5 163 41,-6-66-129,-8 41-64,-12 38-88,-4 15-88,0-6-40,4-17-40,12-32-56,8-23-40,6-33-16,5-28-16,0-17-288,26-11-248,5-8-312,0-12-1129</inkml:trace>
  <inkml:trace contextRef="#ctx0" brushRef="#br0" timeOffset="-2837.062">2931 145 30471,'0'0'1080,"0"0"-960,0 0 48,0 0 456,2 165-320,-17-44-304,-16 38 0,-1 13 0,1-8 0,7-22 0,8-42 0,3-19 0,2-20 0,3-7 0,3 3 0,5-4-656,0-8-1641,11-25-2816</inkml:trace>
  <inkml:trace contextRef="#ctx0" brushRef="#br0" timeOffset="-1066.061">5919 365 30102,'0'0'1329,"0"0"-937,0 0 72,0 0-80,0 0-288,0 0-96,-7 198 0,5-54 0,-20 16 0,-11-5 0,-6-13 0,6-23 0,11-30 0,2-26-992</inkml:trace>
  <inkml:trace contextRef="#ctx0" brushRef="#br0" timeOffset="1179.423">6338 190 28110,'0'0'1382,"0"0"-849,0 0-79,0 0 138,0 0-52,27 3-128,176 20-37,173 16-238,-379-7 95,-20 62-232,3 2 0,5 0 0,3 1 0,4 46 0,2-41 0,-4 0 0,-4-1 0,-5 0 0,-9 17 0,12-61-81,-67 171-1252,73-214-2478,1-12-9160</inkml:trace>
  <inkml:trace contextRef="#ctx0" brushRef="#br0" timeOffset="1429.35">6186 1754 31127,'0'0'792,"0"0"-488,0 0 72,123-6-208,-46-8-168,10-1 0,43-7 0,-21 4-464,-19-1-2217</inkml:trace>
  <inkml:trace contextRef="#ctx0" brushRef="#br0" timeOffset="3454.907">7686 983 29078,'0'0'944,"0"0"-135,0 0-345,17 104-96,-8-74-48,0-4-160,2-1-112,0-1-16,-3 4-32,-8 11-280,0-5-784,-11-5-2497</inkml:trace>
  <inkml:trace contextRef="#ctx0" brushRef="#br0" timeOffset="3748.582">7225 1606 28134,'0'0'1048,"0"0"-389,26-11-118,164-70 370,-158 66-849,2 2-1,0 1 1,0 1 0,1 2-1,0 2 1,30-3-62,-64 10-1,0 0 1,-1-1 0,1 1-1,0 0 1,0 0-1,0 0 1,0 1-1,0-1 1,0 0 0,0 0-1,0 0 1,0 1-1,0-1 1,0 0 0,-1 1-1,1-1 1,0 1-1,0-1 1,0 1-1,-1-1 1,1 1 0,0 0-1,-1-1 1,1 1-1,0 0 1,-1 0 0,1-1-1,-1 1 1,1 0-1,-1 0 1,1 0 0,-1 0-1,0-1 1,1 1-1,-1 0 1,0 0-1,0 0 1,0 0 0,0 0-1,0 0 1,0 0-1,0 0 1,0 0 0,0 0-1,0 0 1,0 0-1,-1 0 1,1 0-1,0-1 1,-1 1 0,1 0-1,-1 0 1,1 0-1,-1 0 1,-29 51-24,-17 0 22,-3-2-1,-2-3 1,-44 32 2,24-21-2,-12 12-573,3 3-1,3 3 1,-16 26 575,59-58-1955</inkml:trace>
  <inkml:trace contextRef="#ctx0" brushRef="#br0" timeOffset="4012.615">7407 1914 27870,'0'0'1160,"0"0"-352,-44 144-320,16-71 57,2 2-161,4 0-192,2-4-104,7-8-56,4-12-16,5-15-16,4-11-128,0-15-216,8-10-393,12-19-927,0-11-11731</inkml:trace>
  <inkml:trace contextRef="#ctx0" brushRef="#br0" timeOffset="4262.823">7749 1815 28926,'0'0'700,"0"0"-246,-19 9-83,-141 75 274,156-81-639,-1 0-3,0-1-1,0 1 1,1 0-1,-1 0 1,1 1-1,-1-1 1,1 1-1,1 0 1,-1 0-1,0 1 0,1-1 1,0 1-1,0-1 1,0 1-1,1 0 1,-1 0-1,1 1 1,0-1-1,0 4-2,5-6 8,0 0 0,0 0 0,1 0 0,-1 0 0,1 0 0,0 0 0,0-1 0,0 0 0,0 0 0,0 0 0,1 0 0,-1-1 0,0 0 0,1 0 0,-1 0-1,1 0 1,-1-1 0,1 1 0,0-1 0,1 0-8,-3 0 1,12 4-227,1-2 1,-1 1-1,1-2 0,0 0 0,-1-1 0,1-1 0,0 0 0,-1-1 0,1 0 1,-1-2-1,0 0 0,0 0 0,0-2 0,-1 1 0,1-2 0,2-2 226,19-18-3298</inkml:trace>
  <inkml:trace contextRef="#ctx0" brushRef="#br0" timeOffset="4483.373">8052 1506 800,'0'0'23376,"0"0"-19367,0 0-2358,0 0-1060,-9 25 33,-96 364 816,35-48-1173,2 110-267,66-431 185,-3 27-1574,16-67-2250,0-14-1303</inkml:trace>
  <inkml:trace contextRef="#ctx0" brushRef="#br0" timeOffset="4701.19">7999 2032 27014,'0'0'2728,"0"0"-2320,0 0 97,121 34-257,-54-5-248,-7-3-424,-8-6-6850</inkml:trace>
  <inkml:trace contextRef="#ctx0" brushRef="#br1" timeOffset="7969.914">8867 938 25477,'0'0'1201,"0"0"-397,0 0 225,-16-21-342,-55-67-213,61 79-449,0 0 0,0 1 0,-1 0 0,0 0 0,0 1 0,-1 1 0,0 0 0,0 0 0,0 1-1,-1 1 1,1 0 0,-1 1 0,0 0 0,-1 1 0,1 0 0,0 1 0,0 1 0,-1 0 0,-10 2-25,11-3 8,-84 7-7,0 3 0,1 5-1,0 4 1,2 4 0,0 4-1,-41 20 0,34-16 2,1 5-1,1 4 0,3 4 1,1 5-1,3 3 0,1 5 1,4 3-1,2 5 0,3 3 1,2 3-1,4 4 0,4 3 1,2 3-1,5 3 0,-34 57-1,70-93 21,3 1 0,1 1 0,2 1 0,3 0-1,2 2 1,2 1 0,3 0 0,1 0-1,4 2 1,1-1 0,3 1 0,2-1-1,3 1 1,4 26-21,-1-64 4,1 0 0,0 0 0,1-1 0,1 0 0,0 0 0,2 0 0,-1-1 0,2 0-1,0-1 1,1 0 0,0-1 0,1 0 0,0 0 0,1-1 0,1-1 0,0 0 0,0-1 0,1-1 0,0 0 0,1-1-1,0-1 1,12 4-4,22 8 16,1-3 1,1-2-1,0-2 0,1-2 0,0-3 0,40 0-16,-1-8 30,1-5 1,-1-4-1,0-4 0,-1-4 1,-1-4-1,-1-4 1,-1-3-1,-2-5 0,70-37-30,-29 15 143,-2-4-1,-3-6 1,-3-6-1,-4-4 1,-2-6-1,10-16-142,-92 73 4,-1-2-1,-1-1 0,-2-2 1,0 0-1,-2-2 1,-2 0-1,-1-2 0,-1 0 1,-2-2-1,-1 0 1,-2-1-1,-2-1 1,-1 0-1,-2-1 0,-2 0 1,1-15-4,-10 34-6,-1 0 0,-1-1 0,-1 1 1,-1 0-1,0 0 0,-2 1 0,0-1 1,-1 1-1,-1 0 0,-1 1 0,0 0 0,-1 0 1,-1 1-1,-1 0 0,-1 1 0,0 1 1,-1 0-1,0 0 0,-1 2 0,-1 0 0,0 0 1,-1 2-1,0 0 0,-1 1 6,-64-44-495,-3 5 0,-1 3-1,-75-26 496,-43-5-2820</inkml:trace>
  <inkml:trace contextRef="#ctx0" brushRef="#br0" timeOffset="25416.832">3019 4031 26462,'0'0'762,"0"0"1512,0 0-1329,0 0-513,0 0-68,-6-9-70,6 9-293,-3-5 25,0 0 1,0 0-1,1 0 0,-1 0 1,1-1-1,0 1 0,0-1 0,1 1 1,0-1-1,0 0 0,0 1 1,1-1-1,-1 0 0,1 0 1,1 1-1,-1-3-26,4-9 68,0 1-17,-1 0 0,-1 0 1,0 0-1,-1 0 1,-1 0-1,0 0 0,-1 0 1,-2-8-52,1 20-1,0 1 0,0 0 0,-1 0 0,1 0 0,-1 0 0,0 0 0,0 0 1,0 1-1,0-1 0,0 1 0,-1 0 0,1 0 0,-1 0 0,1 1 0,-1-1 1,0 1-1,1 0 0,-1 0 0,0 0 0,0 0 0,0 1 0,0-1 0,0 1 0,0 0 1,0 0-1,0 1 0,0-1 0,0 1 0,1 0 0,-1 0 0,0 0 0,0 0 1,1 1-1,-1 0 0,1 0 0,-1 0 0,1 0 0,0 0 0,-1 0 0,1 1 1,1 0-1,-1-1 0,0 1 0,1 0 0,-1 1 0,1-1 0,-1 2 1,-23 25-3,1 0-1,2 2 1,1 1-1,1 1 0,2 1 1,2 0-1,1 1 1,2 1-1,-2 9 4,10-27-4,1 0-1,1 0 1,0 0-1,1 0 1,1 1 0,1 0-1,1-1 1,1 1-1,2 17 5,0-31 0,0-1-1,0 0 1,1 0-1,0 0 1,0 0-1,0 0 1,0-1-1,1 0 1,-1 0-1,1 0 1,0 0-1,0-1 1,1 0-1,-1 0 1,1 0-1,0 0 1,-1-1-1,1 0 1,0-1-1,0 1 1,0-1-1,1 0 1,-1-1-1,0 1 1,0-1-1,0 0 1,1-1-1,-1 0 1,0 0-1,0 0 1,0-1-1,0 1 1,0-1-1,0-1 1,-1 1-1,1-1 1,-1 0-1,0 0 1,1-1-1,3-3 1,26-21 5,-2-2 0,0-1 0,-3-1 0,0-2 0,13-20-5,42-48-301,-24 39-467,-6 8-890</inkml:trace>
  <inkml:trace contextRef="#ctx0" brushRef="#br0" timeOffset="25763.506">4251 3940 28686,'0'0'1354,"0"0"-523,0 0-318,0 0-102,0 0-140,-17-21-125,-54-72-66,65 83-72,0 0 0,0 0 1,-2 1-1,1-1 0,-1 1 0,0 1 0,-1 0 0,0 0 0,0 0 1,-1 1-1,0 1 0,0 0 0,0 0 0,-1 1 0,0 0 0,0 1 0,0 0 1,-1 1-1,1 0 0,-1 1 0,-6-1-8,10 4-1,1-1 1,0 1-1,-1 0 0,1 1 1,0 0-1,0 0 0,0 1 1,0 0-1,1 0 0,-1 0 1,1 1-1,-1 0 0,1 0 1,1 1-1,-1 0 0,0 0 1,1 0-1,0 0 0,1 1 1,-2 1 0,-80 130-18,81-127 17,-10 14-2,2 1 1,1 0-1,0 1 1,2 0-1,1 1 1,2 0-1,0 0 1,2 1-1,1 0 0,1 0 1,0 20 2,5-40-3,-1 0 1,2-1-1,-1 1 1,1-1-1,0 0 1,0 0-1,1 0 1,0 0-1,0 0 1,0-1-1,1 1 1,0-1-1,1-1 1,-1 1-1,1-1 1,0 0-1,0 0 1,1 0 0,-1-1-1,1 0 1,0-1-1,0 1 1,1-1-1,-1-1 1,1 1-1,-1-1 1,1-1-1,0 1 1,0-1-1,-1-1 1,1 1-1,0-1 1,0-1-1,0 1 1,0-1-1,-1-1 1,1 1-1,0-1 1,4-3 2,15-3-85,0-2 1,0-1 0,-1-1 0,-1-1 0,0-2 0,-1 0 0,0-2-1,-2 0 1,0-2 0,10-11 84,16-13-1700,-11 6-2266</inkml:trace>
  <inkml:trace contextRef="#ctx0" brushRef="#br0" timeOffset="26049.648">4770 4315 29750,'0'0'921,"0"0"-385,0 0 96,0 0-48,0 0-240,0 0-344,0 0 0,29 90 0,-29-86-664,-9-2-2257</inkml:trace>
  <inkml:trace contextRef="#ctx0" brushRef="#br0" timeOffset="26784.333">5932 4250 28638,'0'0'1047,"0"0"-356,0 0-202,1-18-39,11-148 262,-11 152-676,1 10-32,-1-1 0,0 1 0,0-1 0,0 1 0,0-1 0,-1 1 0,1-1 0,-1 1 0,-1-1 0,1 1 0,0-1 0,-1 1 0,0-1 0,0 1 0,-1-1 0,1 1 0,-1 0 0,0 0 0,0 0 0,0 0 0,-1 0 0,1 0 0,-1 1 0,0-1 0,0 1 0,0-1 0,-4-2-4,0 5-3,1 1 0,-1-1-1,0 1 1,0 0 0,0 0 0,1 1 0,-1 0 0,0 1-1,1-1 1,-1 1 0,0 0 0,1 1 0,0-1 0,0 1-1,0 1 1,0-1 0,0 1 0,1 0 0,-1 0 0,1 1 0,0-1-1,1 1 1,-4 5 3,-89 134-64,87-122 55,1 1 0,1 0 0,0 0 0,2 1 0,1 0 0,1 0 0,1 0 0,1 1 0,1-1 0,2 23 9,0-42-2,0 0 0,-1 0 1,2 0-1,-1 0 0,0-1 0,1 1 0,0 0 0,0-1 0,1 1 0,-1-1 0,1 0 1,0 0-1,0 0 0,0 0 0,0 0 0,1-1 0,0 0 0,-1 1 0,1-1 0,0 0 1,1-1-1,-1 1 0,0-1 0,1 0 0,0 0 0,-1 0 0,1-1 0,0 0 0,0 1 1,0-2-1,0 1 0,0-1 0,0 1 0,0-1 0,0-1 0,0 1 0,0-1 0,0 0 1,-1 0-1,1 0 0,2-1 2,12-4 1,-1 0 0,0-1 0,0-1 0,-1 0 0,0-2 0,0 0 0,-1-1 0,12-10-1,0 1-19,165-115-1190,-108 76-1064</inkml:trace>
  <inkml:trace contextRef="#ctx0" brushRef="#br0" timeOffset="27687.682">8714 4451 25758,'0'0'4543,"0"0"-3331,-2-25-921,-14-194 468,16 213-758,1 1 0,-1-1 0,0 1 0,0-1 0,0 1 0,-1-1 0,0 1 0,0 0 0,0-1 0,-1 1 0,0 0 0,0 0 0,0-1 0,0 2 0,-1-1 0,0 0 0,0 0 0,0 1 0,-1 0 0,1 0 0,-1 0 0,0 0 0,-1 0 0,1 1 0,0 0 0,-1 0 0,0 0 0,0 0 0,0 1 0,0 0 0,-2-1-1,-5 4-5,-1 2 0,1-1 0,0 2 1,-1-1-1,2 2 0,-1 0 0,0 0 0,1 1 1,0 0-1,0 1 0,1 0 0,0 1 1,0 0-1,1 1 0,0 0 0,0 0 0,1 1 1,0 0-1,1 0 0,0 1 0,1 0 0,0 0 1,1 0-1,-3 9 5,-3 2-2,0 1 1,2 0-1,0 0 0,2 1 0,0 0 1,2 0-1,1 1 0,1-1 1,1 1-1,1 0 0,1 1 2,-1-23-1,1 1-1,0-1 1,0 1 0,1-1-1,-1 0 1,1 1-1,-1-1 1,1 0-1,0 1 1,0-1 0,1 0-1,-1 0 1,1 0-1,-1 0 1,1 0-1,0 0 1,0 0 0,0-1-1,1 1 1,-1-1-1,0 1 1,1-1-1,0 0 1,0 0 0,-1 0-1,1 0 1,0-1-1,1 1 1,-1-1-1,0 0 1,0 0 0,1 0-1,-1 0 1,0-1-1,1 1 1,-1-1 0,0 0-1,1 0 1,-1 0-1,1 0 1,-1 0-1,0-1 1,3 0 1,11-4-16,0-1-1,0-1 1,-1 0 0,0-1 0,0 0-1,-1-2 1,0 0 0,-1 0 0,0-1 0,-1-1-1,0-1 1,0 1 0,-2-2 0,7-8 16,2 0-108,29-31-1144,-12 5-2218</inkml:trace>
  <inkml:trace contextRef="#ctx0" brushRef="#br0" timeOffset="29103.248">12058 4553 28382,'0'0'1191,"0"0"-196,0 0-10,0 0-356,0 0-301,0 0-143,-4-22-121,-27-133-56,31 150-8,0-1 0,0 0 0,0 1 0,-1-1 0,0 1 0,0-1 0,-1 1 0,1 0 0,-1-1 0,0 1 0,-1 0 0,1 0 0,-1 0 0,0 1 0,0-1 0,0 0 0,-1 1 0,0 0 0,0 0 0,0 0 0,0 1 0,-1-1 0,1 1 0,-1 0 0,0 0 0,0 1 0,0-1 0,0 1 0,0 0 0,0 0 0,-1 1 0,1 0 0,-1 0 0,1 0 0,-1 0 0,1 1 0,-1 0 0,0 0 0,1 1 0,-1-1 0,1 1 0,-1 1 0,1-1 0,-3 2 0,-6 7 0,0 1 0,1 1 0,1 1 0,0-1 0,1 2 0,0 0 0,1 0 0,1 0 0,0 2 0,1-1 0,1 1 0,0 0 0,1 0 0,0 1 0,2 0 0,0 0 0,0 10 0,2-21-2,0 0-1,1-1 1,-1 1-1,2 0 1,-1 0 0,1 0-1,-1 0 1,2 0-1,-1-1 1,1 1 0,0 0-1,0 0 1,0 0 0,1-1-1,0 1 1,0-1-1,0 1 1,1-1 0,0 0-1,0 0 1,0 0-1,1 0 1,-1 0 0,1-1-1,0 0 1,0 0-1,1 0 1,0 0 0,0 0 2,11 1-15,1-1 1,1-1-1,-1 0 1,0-1-1,1-1 1,-1 0 0,1-2-1,-1 0 1,1-1-1,-1 0 1,0-2-1,13-4 15,4-2-218,0-3 0,-1-1 0,0-1-1,-1-2 1,-1-1 0,13-10 218,-22 14-436,56-36-1985</inkml:trace>
  <inkml:trace contextRef="#ctx0" brushRef="#br0" timeOffset="29351.618">12983 3906 29878,'0'0'1329,"0"0"-889,0 0 232,-4 138-224,-7-74-448,-2 22 0,0-1 0,-5 10 0,1 6 0,1 15 0,3-14 0,2-19-1776</inkml:trace>
  <inkml:trace contextRef="#ctx0" brushRef="#br0" timeOffset="28461.828">10132 4413 26654,'0'0'1385,"0"0"-470,0 0-239,0 0-104,0 0-110,0 0-215,-6-19-111,-19-64-18,21-41 294,4 123-406,-1 0 0,1 0 0,0 0 0,0 0 0,-1 0-1,1-1 1,-1 1 0,1 0 0,-1 0 0,1 0-1,-1 0 1,0 0 0,1 0 0,-1 0 0,0 1-1,0-1 1,1 0 0,-1 0 0,0 0 0,0 1 0,0-1-1,0 1 1,0-1 0,0 1 0,-1-1 0,1 1-1,0-1 1,0 1 0,0 0 0,0 0 0,0-1 0,-1 1-1,1 0 1,0 0 0,0 0 0,0 0 0,0 1-1,-1-1 1,1 0 0,0 0 0,0 1 0,0-1 0,0 1-1,-1 0-5,-56 22 8,35-5-7,0 1-1,2 1 0,0 1 0,2 0 1,0 2-1,1 0 0,2 2 0,0-1 0,2 2 1,0 0-1,2 1 0,-4 12 0,12-25-3,-1-1-1,2 2 1,0-1 0,0 0-1,1 1 1,1-1-1,1 1 1,0-1-1,1 11 4,0-22 0,0 1-1,0-1 1,0 0-1,0 0 1,0 0-1,1 0 1,0 0-1,-1 0 1,1 0-1,0-1 1,0 1-1,0 0 1,1-1-1,-1 0 1,1 1-1,-1-1 1,1 0-1,0 0 1,0-1-1,0 1 1,0-1-1,0 1 1,0-1-1,0 0 1,0 0-1,0 0 1,1-1-1,-1 1 1,0-1-1,2 1 1,103-3 50,-74-6-44,0-2-1,-1-1 1,-1-1-1,0-2 1,-1-2-1,0-1 1,-1-1-1,18-15-5,-47 32 0,281-197-2867,-205 141-2457</inkml:trace>
  <inkml:trace contextRef="#ctx0" brushRef="#br0" timeOffset="28760.988">11225 4484 28502,'0'0'1082,"0"0"-166,0 0 87,0 0-308,0 0-378,-2-19-142,-25-156-98,26 170-77,0 0 0,-1 0 0,0 0 0,0 0 0,0 0 0,0 0 0,-1 1 0,0-1 0,0 1 0,0 0 0,0 0 0,-1 0 0,1 0 0,-1 1 0,0-1 0,-1 1 0,1 0 0,0 0 0,-1 0 0,1 1 0,-1 0 0,0 0 0,0 0 0,0 0 0,0 1 0,0 0 0,0 0 0,-1 0 0,1 1 0,0 0 0,0 0 0,-1 0 0,1 0 0,0 1 0,0 0 0,0 0 0,0 0 0,0 1 0,0 0 0,-3 1 0,-7 7-17,1 2-1,-1 0 1,2 0-1,0 2 1,0-1-1,1 2 1,1-1-1,0 2 1,1-1-1,1 2 1,1-1-1,0 1 1,1 0-1,1 1 1,0 0-1,1 0 1,0 7 17,-10 100-446,15-121 426,0-1-1,1 1 1,-1 0-1,1 0 1,0 0-1,0-1 1,0 1 0,0-1-1,1 1 1,-1-1-1,1 1 1,0-1-1,0 0 1,0 0 0,1 0-1,-1 0 1,1 0-1,0 0 1,-1-1-1,1 1 1,0-1 0,1 0-1,-1 0 1,0 0-1,0 0 1,1-1-1,-1 1 1,1-1 0,0 0-1,-1 0 1,3 0 20,127 5-2067,-65-6-1299</inkml:trace>
  <inkml:trace contextRef="#ctx0" brushRef="#br0" timeOffset="27129.52">6978 4305 26942,'0'0'1833,"0"0"-886,0 0-148,0 0 189,0 0-207,0 0-388,-7-9-313,-7-10-78,9 8-1,-2 1-1,1 0 0,-1 0 0,-1 1 0,0 0 0,0 0 0,-1 1 0,0 0 0,0 0 0,-1 1 1,0 0-1,0 1 0,0 0 0,-1 1 0,0 0 0,-11-3 0,14 7 0,0 0 0,0 0 0,0 1 0,0 0 0,0 1 0,0-1 0,0 2 0,0-1 0,0 1 0,0 0 0,0 1 0,1 0 0,-1 0 0,1 0 0,0 1 0,0 0 0,0 1 0,0-1 0,1 2 0,0-1 0,0 0 0,0 1 0,1 0 0,-1 1 0,2-1 0,-1 1 0,1 0 0,0 0 0,0 0 0,1 1 0,0-1 0,0 1 0,1 0 0,-2 5 0,2-8-10,-1 0 1,1 0-1,0 0 1,0 0-1,0 1 1,1-1-1,0 1 1,0-1-1,0 1 1,1 0-1,0-1 1,0 1-1,0-1 1,1 1-1,-1 0 0,1-1 1,1 1-1,-1-1 1,1 0-1,0 1 1,0-1-1,1 0 1,-1 0-1,1 0 1,0-1-1,1 1 1,-1-1-1,1 1 0,0-1 1,0 0-1,0-1 1,0 1-1,1-1 1,-1 0-1,1 0 1,0 0-1,0 0 1,0-1-1,1 0 1,0 0 9,25-3-112,-1-2 0,1-2 1,-1 0-1,0-2 0,0-1 1,-1-2-1,0-1 0,0-1 1,-2-1-1,1-2 0,-2 0 1,0-2-1,-1-1 0,0-1 1,9-11 111,16-5-497,44-31-1898,-10 5-2467</inkml:trace>
  <inkml:trace contextRef="#ctx0" brushRef="#br0" timeOffset="27374.589">7699 3900 27486,'0'0'1352,"0"0"-376,0 0-103,0 0-185,-22 139-128,6-84-120,1 8-232,-2 10-104,-5 8-48,0 6-32,0 1-24,4-3-56,7 4-424,5-22-352,6-24-1641</inkml:trace>
  <inkml:trace contextRef="#ctx0" brushRef="#br0" timeOffset="30357.848">2366 4934 23805,'0'0'1803,"0"0"-667,0 0-438,0 0-130,22-9-93,73-31-171,56 10 3,-105 26-265,211-26 56,124-14 434,171 10-532,958 40 276,90 65-265,-1013-34-22,1097 35-27,429 57 45,-1925-122-5,915 58 65,-703-13-379,-261-32-1044</inkml:trace>
  <inkml:trace contextRef="#ctx0" brushRef="#br0" timeOffset="43650.304">5296 3315 1504,'0'0'11044,"0"0"-4581,0 0-3167,0 0-1302,-3-8-574,-13-23-523,-31 19 1636,39 13-2292,6-1-213,-1 0 0,1 0 1,0 1-1,0-1 1,-1 0-1,1 1 0,0 0 1,0-1-1,0 1 1,0 0-1,0 0 1,0 0-1,0 0 0,0 1 1,0-1-1,0 0 1,1 1-1,-1-1 0,0 1 1,1 0-1,-1-1 1,1 1-1,0 0 0,0 0 1,0 0-1,0 0 1,0 1-29,-11 13 49,11 63 332,3-70-349,9 65 80,-3 0 1,-3 1-1,-5 72-112,-1-107 26,-31 786 269,34-638-1173,21-165-753,-13-23 555</inkml:trace>
  <inkml:trace contextRef="#ctx0" brushRef="#br0" timeOffset="44054.791">5331 3269 28558,'0'0'663,"0"0"-244,0 0-235,0 0-27,0 0 48,25-3-49,167-15-38,1388 23 339,-553 34-521,-590 1-2499,-364-32-1026</inkml:trace>
  <inkml:trace contextRef="#ctx0" brushRef="#br0" timeOffset="44448.008">8963 3275 26334,'0'0'1264,"0"0"-696,0 0-256,0 0 312,0 0-72,-50 105-160,48-34-112,2 41-15,0 38-1,0 18-40,0-5-112,11-13-64,0-25-48,-2-33-384,-3-28-2769</inkml:trace>
  <inkml:trace contextRef="#ctx0" brushRef="#br0" timeOffset="45054.52">9555 3445 27214,'0'0'792,"23"-6"-448,341-56 1022,546 44-301,-634 19-873,1207-6 4,-1201 13-296,0 13-1,-1 11 0,-2 13 1,13 16 100,-196-38-1297</inkml:trace>
  <inkml:trace contextRef="#ctx0" brushRef="#br0" timeOffset="45431.984">13904 3638 27974,'0'0'2392,"0"0"-2071,0 0-97,0 0-56,0 0-16,0 0 80,-15 184 24,10-21-88,-6 31-8,-11 5 24,-8-10-64,-10-25-48,-12-2-40,-1-20-32,18-32-48,11-37-704,17-41-809</inkml:trace>
  <inkml:trace contextRef="#ctx0" brushRef="#br0" timeOffset="48735.502">9121 231 28230,'0'0'591,"0"0"-339,0 0-120,0 0 49,0 0 15,0 0-73,16 17-76,45 51-35,-59-66-11,-1 0 1,1-1-1,-1 1 1,1 0 0,-1 0-1,0 0 1,0 1-1,0-1 1,0 0-1,0 0 1,-1 0 0,1 1-1,-1-1 1,1 0-1,-1 1 1,0-1-1,0 1 1,0-1 0,0 0-1,0 1 1,0-1-1,-1 0 1,1 1-1,-1-1 1,0 0 0,1 0-1,-1 1 1,0-1-1,-1 0 1,1 0-1,0 0 1,0 0 0,-1 0-1,1 0 1,-1-1-1,0 1 1,0 0-1,1-1 1,-1 0 0,0 1-1,0-1 1,0 0-1,0 0 1,-1 0-1,1 0 1,0 0 0,-1 0-2,-2 1 0,-70 44 8,75-45-15,0 1 0,0-1 0,1 0-1,-1 1 1,0-1 0,1 0 0,-1 1-1,1-1 1,0 0 0,-1 0 0,1 1-1,0-1 1,0 0 0,0 0 0,-1 0-1,1 0 1,0 0 0,1 0 0,-1 0-1,0 0 1,0-1 0,0 1 0,0 0-1,1-1 1,-1 1 0,0-1 0,1 1-1,-1-1 1,0 1 0,1-1 0,-1 0-1,0 0 1,1 0 0,-1 0 0,1 0 7,4 2-16,28 11 2,-20-9 14,0 0-1,0 1 0,0 0 0,-1 2 0,0-1 0,0 1 0,-1 1 0,0 1 0,0-1 0,-1 2 0,0 0 1,-1 0-1,0 1 1,-7-4 10,0 0 1,-1 1-1,0-1 0,0 1 1,-1 0-1,0 0 1,-1-1-1,1 1 1,-1 0-1,-1 0 0,0-1 1,0 1-1,0 0 1,-1-1-1,0 1 1,0-1-1,-1 1 0,0-1 1,-1 0-1,1 0 1,-1 0-1,0-1 1,-1 0-1,0 1 0,0-1 1,0-1-1,-1 1 1,-6 4-11,6-3-36,-1 0 0,0 0-1,-1-1 1,0 0 0,0 0 0,0-1 0,-1 0 0,1 0 0,-1-1 0,0 0 0,-1-1 0,1 1-1,-1-2 1,1 0 0,-9 1 36,3-5-1489,5-12-2559</inkml:trace>
  <inkml:trace contextRef="#ctx0" brushRef="#br0" timeOffset="49048.46">9818 320 27918,'0'0'841,"0"0"-411,0 0-121,0 0-45,0 0-16,0 0-90,8 21-88,19 72-47,-27-89-22,1 0-1,0 1 1,-1-1-1,0 0 1,0 1-1,0-1 1,-1 0-1,0 1 1,1-1-1,-1 0 1,-1 1-1,1-1 1,-1 0-1,1 0 1,-1 0-1,0 0 1,-1-1-1,1 1 0,-1 0 0,-5 8 0,-136 196-232,144-207 232,-1 0-1,1 0 1,-1 0-1,1 0 1,0 0-1,0 0 1,0 0-1,0 0 1,-1 0-1,1 0 1,0 0-1,1 0 1,-1 0-1,0 0 1,0 0-1,0 0 1,1 0-1,-1 0 1,0 0-1,1 0 1,-1 0-1,1 0 1,-1 0-1,1 0 1,-1-1-1,1 1 1,0 0-1,-1 0 1,1-1-1,0 1 1,0 0-1,0-1 1,-1 1-1,1-1 1,0 1-1,0-1 1,0 1-1,0-1 1,0 0-1,0 1 1,0-1-1,0 0 1,0 0-1,0 0 1,0 0-1,0 0 1,0 0-1,0 0 1,0 0-1,0 0 1,0 0-1,0 0 1,0-1-1,0 1 1,0 0-1,0-1 1,0 1-1,0-1 1,0 1-1,0-1 1,-1 0-1,1 1 1,6-1-1,184-40-308,-125 20-406,29-7-1565</inkml:trace>
  <inkml:trace contextRef="#ctx0" brushRef="#br0" timeOffset="49295.784">10452 882 29902,'0'0'697,"0"0"-465,0 0-48,118-39 96,-50 27-112,9 0-96,2 6-72,0 4-8,-9 2-232,2 0-480,-22 0-993,-14 4-5496</inkml:trace>
  <inkml:trace contextRef="#ctx0" brushRef="#br0" timeOffset="49498.136">10987 448 28206,'0'0'1544,"0"0"-1192,-42 162 49,22-51 87,5 23-120,4 10-224,9-10-144,2-28-120,0-39-1177,0-27-7921</inkml:trace>
  <inkml:trace contextRef="#ctx0" brushRef="#br0" timeOffset="49768.505">12302 484 30310,'0'100'1321,"-11"39"-1169,-7 28-128,16 3-24,2-54-112,0-17-1048</inkml:trace>
  <inkml:trace contextRef="#ctx0" brushRef="#br0" timeOffset="53523.816">5022 5078 26830,'0'0'935,"0"0"-390,0 0-2,0 0-84,0 0-101,11 6-83,75 36 361,-76-37-561,1 0 0,-2 1 0,1 0 0,-1 1 0,0 0 0,0 0 0,-1 1 0,0 0 0,0 0 0,-1 1 0,0 0 0,0 0-1,-1 1 1,-1 0 0,1 0 0,-2 0 0,1 1 0,1 8-75,-2-7 17,0-2 0,0 1 0,2 0 0,-1-1 0,1 0 0,0-1 0,1 1-1,0-1 1,1 0 0,0-1 0,0 0 0,1 0 0,0 0 0,0-1 0,0-1 0,1 0 0,8 4-17,-1-8 8,0 0 0,0-1 0,0 0 1,0-1-1,0-1 0,1-1 0,-1-1 1,-1 0-1,1-1 0,0-1 0,-1 0 1,0-2-1,0 1 0,-1-2 0,0 0 1,0-1-1,-1 0 0,1-3-8,27-10 9,-1-3-6,2 1 0,1 3 0,1 1 0,0 3 0,1 1 0,1 2-1,0 3 1,1 1 0,0 3 0,14 1-3,-40 10-1,0 1-1,0 1 1,0 1 0,-1 1-1,0 1 1,-1 1-1,0 1 1,0 0 0,-1 2-1,-1 0 1,0 1-1,-1 1 1,0 0 0,-1 2-1,-1-1 1,-1 2-1,0 0 1,8 17 1,21 15 4,37 38 4,-76-87-7,0 0-1,1 0 1,-1-1 0,1 0 0,-1 0-1,1 0 1,-1 0 0,1-1 0,-1 0-1,1 0 1,-1 0 0,0 0 0,0-1 0,1 0-1,-1 0 1,0 0 0,0 0 0,-1 0-1,1-1 1,0 0 0,-1 0 0,0 0-1,0 0 1,2-1-1,4-3 3,87-69 13,-63 46-6,1 1 0,1 2 1,2 1-1,1 2 0,1 1 0,0 2 0,2 2 1,0 2-1,1 1 0,1 3 0,19-3-10,-26 12 8,0 2 0,0 2-1,0 2 1,-1 0 0,1 3 0,-1 1-1,0 1 1,0 2 0,-1 2 0,8 4-8,31 13 5,-17-6 13,0-2 0,1-2 1,1-3-1,1-3 0,11 0-18,-55-10 2,1-1 1,-1-1-1,1 0 1,-1-1-1,1 0 0,-1-2 1,1 0-1,-1 0 1,0-2-1,0 1 0,-1-2 1,0 0-1,0-1 1,0 0-1,0-1 1,-1-1-1,-1 0 0,0-1 1,0 0-1,-1-1 1,0 0-1,1-2-2,-3 4-5,-1-1 1,-1 0-1,1-1 0,-2 1 0,1-1 0,-1 0 1,-1-1-1,0 1 0,-1-1 0,0 0 1,-1-1-1,0 1 0,-1 0 0,0-1 1,-1 0-1,-1-7 5,0 18-80,0-1 1,-1 1-1,0-1 1,1 1-1,-1-1 0,0 1 1,0 0-1,0 0 1,-1-1-1,1 1 0,0 0 1,-1 0-1,0 0 0,1 0 1,-1 1-1,0-1 1,0 0-1,0 1 0,0-1 1,0 1-1,0 0 1,0-1-1,-1 1 0,1 0 1,0 1-1,-2-2 80,-34-6-3967</inkml:trace>
  <inkml:trace contextRef="#ctx0" brushRef="#br0" timeOffset="56779.098">10888 5366 28878,'0'0'928,"0"0"-880,0 0-48,-46 113-168,37-76-304,3-5-2728</inkml:trace>
  <inkml:trace contextRef="#ctx0" brushRef="#br0" timeOffset="-205512.028">8032 1214 17844,'0'0'7479,"0"0"-5477,0 0-1582,0 0-16,0 0 141,-16-19 67,5 4-495,7 8-84,-1 1 0,1-1 1,-1 1-1,-1 0 0,1 1 0,-1-1 1,0 1-1,-1 0 0,1 1 0,-1-1 1,0 1-1,0 0 0,0 1 0,0 0 1,-1 0-1,1 1 0,-1-1 0,0 2 1,1-1-1,-1 1 0,-3 0-33,-46 3 72,0 2-1,0 2 1,1 3 0,0 2 0,0 3-1,2 2 1,0 3 0,-18 10-72,-18 1 49,1 3 0,1 5 0,2 3 0,3 4 0,1 4 0,2 3 0,3 4 0,2 3 0,3 3 1,3 3-1,-8 15-49,38-33 18,3 3 0,2 0 0,2 3 0,3 0 1,2 2-1,2 1 0,3 1 0,2 1 0,3 1 1,2 0-1,3 1 0,3 0 0,2 1 0,2 21-18,5-66 6,0 0-1,1 0 0,1-1 0,0 1 1,1-1-1,1 1 0,0-1 0,1 0 0,1-1 1,0 1-1,1-1 0,1 0 0,0-1 1,1 0-1,0 0 0,1-1 0,0 0 0,1 0 1,0-1-1,1-1 0,0 0 0,1-1 1,0 0-1,11 5-5,25 7 7,2-2 1,0-2-1,1-2 1,1-2 0,0-3-1,1-2 1,-1-3-1,1-2 1,48-3-8,13-4 1,0-4 1,-1-5 0,-1-5-1,0-6 1,-1-4-1,-2-5 1,-1-4-1,-2-6 1,-2-4 0,-2-4-1,70-49-1,-95 51-4,-2-3 0,-3-3 0,-2-3-1,48-52 5,-84 74-1,-2-1 0,-2-1 0,-2-1-1,-1-2 1,-2-1 0,-2-1 0,-1-1-1,-3-1 1,9-29 1,-22 53-4,0 0 1,-1-1-1,-1 1 1,-1-1-1,-1 0 0,-1 0 1,-1 0-1,-1-1 0,-1 1 1,0 0-1,-2 0 1,-1 0-1,0 0 0,-2 1 1,-1 0-1,0 0 0,-1 0 1,-2 1-1,0 0 1,-1 1-1,-1 0 0,0 1 1,-2 0-1,0 1 0,-3-2 4,-16-9-29,-2 1 0,0 2 0,-1 2 0,-1 1 0,-2 2 0,0 1 0,-1 2 0,0 2 0,-1 2 0,-1 1 0,0 3 0,-30-3 29,-78-8-680,-1 8 0,-128 6 680,275 6-21,-246 1-2128,29 11-2389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06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1473 28246,'0'0'2040,"0"0"-1441,0 0-496,0 0-62,0 0 75,21-16 119,242-213 278,-172 130-471,-5-5 0,-4-3 0,-4-4-1,-6-3 1,-5-3 0,-5-3 0,37-101-42,-83 204 7,-12 67-21,-22 321 79,3 125 43,14-480-104,1-1 1,0 1-1,1-1 0,1 0 0,0 0 0,1 1 0,1-2 1,0 1-1,1 0 0,1-1 0,0 0 0,1 0 0,1-1 1,0 1-1,0-2 0,7 7-4,-9-15 3,1 0 1,0 0-1,0-1 1,0 0-1,1 0 1,-1-1-1,1 0 0,-1-1 1,1 1-1,0-1 1,0-1-1,0 1 1,-1-1-1,1-1 0,0 0 1,0 0-1,0 0 1,-1-1-1,1 0 1,-1 0-1,1-1-3,10-7 10,0 0 0,0-2 0,-1 0 1,-1 0-1,0-2 0,-1 0 0,0 0 0,-1-2 1,-1 0-1,0 0 0,7-13-10,30-51 6,-4-3 0,-3-1-1,-4-2 1,-4-1 0,-4-3 0,-3 0-1,-5-1 1,-3-2 0,-5 0 0,-3-1 0,-5 0-1,-4-38-5,8 100 24,11 78-10,7 81 14,-5 1 1,4 98-29,-19-155 0,39 397 0,-20 1 0,-22 140 0,-7-541 0,-2-1 0,-3 1 0,-3-2 0,-3 1 0,-3-1 0,-3-1 0,-3-1 0,-2-1 0,-4 1 0,21-53 0,1 0 0,-2-1 0,0 1 0,0-2 0,-1 1 0,0-1 0,0 0 0,-1 0 0,0-1 0,-1-1 0,0 1 0,0-2 0,-1 1 0,1-1 0,-1-1 0,-1 0 0,1 0 0,-1-1 0,0-1 0,0 0 0,0-1 0,0 0 0,0-1 0,0 0 0,-1 0 0,1-2 0,0 0 0,0 0 0,0-1 0,-1 0 0,2-1 0,-1-1 0,0 0 0,1 0 0,-1-1 0,-5-4 0,2-5 0,0 0 0,2-1 0,0-1 0,1 0 0,0 0 0,1-1 0,1-1 0,1 0 0,0 0 0,2-1 0,0 0 0,-4-17 0,1 1 0,1-1 0,1 1 0,2-1 0,2-1 0,1 1 0,2-1 0,1 1 0,3 0 0,0-1 0,2 1 0,2 0 0,1 1 0,2 0 0,2 0 0,5-9 0,1 2-36,3 1 1,1 1-1,2 1 0,2 1 0,1 1 1,2 1-1,1 2 0,2 1 1,36-28 35,142-95-3162,-103 83-4037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0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133 234 28254,'-3'18'2293,"-65"278"-616,6 53-1134,65-341-543,5-28 0,-6 14 0,51-141-2,6 3 0,7 2 1,58-90 1,-110 210-8,1-1 1,0 2-1,2 0 1,1 1-1,0 1 1,2 0-1,0 2 1,16-12 7,-32 27 0,-1-1 0,0 1 0,1 0 0,-1 0 0,1 0 1,0 0-1,0 1 0,-1-1 0,1 1 0,0 0 0,0 0 1,0 1-1,0-1 0,1 1 0,-1 0 0,0 0 0,0 0 1,0 0-1,0 1 0,0 0 0,0 0 0,0 0 0,0 0 1,1 1-1,3 8 5,-1 1 0,-1-1 0,1 1 0,-2 0 0,0 0 0,0 1 0,-1 0 0,0 0 0,-1 0 0,0 0 0,-1 0 0,0 4-5,1 1 1,22 137-1,-20-109 0,1 1 0,3-2 0,1 1 0,3-1 0,1-1 0,9 16 0,-18-51-29,0 0-1,0 0 1,0-1-1,1 1 1,1-1-1,-1-1 1,1 1-1,0-1 1,0 0-1,1-1 1,-1 0-1,1 0 1,1-1-1,-1 1 1,0-2 0,1 1-1,0-1 1,0-1-1,0 0 1,0 0-1,2 0 30,45 1-3094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0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984 915 27942,'0'0'755,"0"0"833,0 0-829,0 0-420,0 0 6,-12-21-37,6 10-264,-2-2-1,1 1-1,1-2 0,0 1 0,0-1 0,2 0 0,0 0 1,0 0-1,1 0 0,1-1 0,1 1 0,-1-8-42,4-78 152,2 66-147,-1-1 0,-2 1 0,-1-1 0,-2 1 0,-1-1 0,-2 1 0,-1 0 1,-2 0-1,-1 1 0,-2 0 0,-1 1 0,-1 0 0,-2 1 0,-9-14-5,18 38 0,1-1 0,-1 1 0,0 0 0,-1 1 0,0 0 0,0 0 0,0 0 0,-1 1 0,1 0 0,-1 0 0,-1 1 0,1 0 0,-1 0 0,1 1 0,-1 0 0,0 1 0,0 0 0,0 0 0,0 1 0,-1 0 0,1 1 0,0 0 0,0 0 0,-1 1 0,1 0 0,0 0 0,0 1 0,0 1 0,0 0 0,0 0 0,1 0 0,-1 1 0,1 0 0,0 1 0,-2 1 0,-20 19 0,1 2-1,2 0 1,0 2-1,2 0 1,1 2-1,2 1 1,1 1-1,-11 22 1,-10 18-26,4 1 1,2 2-1,4 2 1,3 0-1,4 3 1,4 0-1,2 1 1,5 0-1,3 1 0,4 1 1,3 0-1,4 0 26,-1-75-12,0 1 1,0-1-1,1 1 0,1-1 0,0 0 0,0 1 0,0-1 1,1 0-1,1 0 0,0 0 0,0 0 0,0 0 0,1-1 1,1 1-1,-1-1 0,1 0 0,1 0 0,-1-1 0,1 0 1,1 0-1,-1 0 0,1-1 0,1 0 0,2 3 12,4-3-12,0 0-1,1 0 1,-1-1 0,1-1-1,0-1 1,0 0-1,0-1 1,1 0-1,-1-1 1,0-1 0,1-1-1,-1 0 1,0-1-1,0 0 1,0-1 0,0-1-1,0 0 1,0-1-1,-1-1 1,0 0 0,0-1-1,-1-1 1,0 0-1,0-1 1,-1 0-1,3-3 13,18-19-81,-2-1 0,-1-2-1,-1 0 1,-2-2 0,-2-2-1,-1 0 1,-2-1 0,-2-2-1,-1 0 1,-2 0 0,-3-2-1,0-4 82,25-59-2440,-27 79-2204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30230,'0'0'857,"0"0"-401,0 0-184,0 0 88,0 0-80,-42 158-40,42-18-168,0 63-72,0 44 0,7 33 0,-7 6 0,0-16 0,-28-21 0,-14-42 0,-2-35 0,-6-34 0,12-46-1248,-3-32-4850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748 623 31567,'0'0'615,"-2"-19"-386,-6-50-210,2-2-15,-3-1-1,-3 2 0,-3 0 0,-20-54-3,34 117-6,-1 1-1,0-1 1,0 1 0,0 0-1,0 0 1,-1 0 0,0 0-1,-1 0 1,1 1 0,-1 0-1,0-1 1,0 1 0,-1 0-1,1 1 1,-1-1 0,0 1 0,0 0-1,-1 1 1,1-1 0,-1 1-1,0 0 1,0 0 0,0 1-1,0-1 1,-1 1 0,1 1-1,0-1 1,-1 1 0,1 0-1,-1 1 1,1 0 0,-1 0-1,0 0 1,1 1 0,-1-1-1,1 2 1,0-1 0,-1 1 0,1 0-1,0 0 1,0 1 0,-1 0 6,-17 17-1,1 0 1,1 2 0,1 1-1,1 1 1,1 0 0,1 2-1,1 0 1,2 0 0,-12 27 0,-10 14 18,3 2 0,3 2 0,3 0 0,3 2 0,3 1 0,4 1 0,3 0 0,3 1 0,3 1 1,4-1-1,4 76-18,1-145 3,0-1 0,0 1 1,1 0-1,-1-1 0,1 1 1,1 0-1,-1-1 0,1 0 1,0 1-1,1-1 1,0 0-1,0 0 0,0 0 1,0-1-1,1 1 0,0-1 1,0 0-1,1 0 0,-1 0 1,1 0-1,0-1 0,0 0 1,1 0-1,-1 0 1,1-1-1,0 1 0,3 0-3,5 0 8,-1 0-1,1-1 1,-1-1 0,1 0-1,0-1 1,0-1 0,0 0-1,0 0 1,-1-2-1,1 0 1,0 0 0,-1-1-1,1-1 1,-1 0-1,0-1 1,0 0 0,10-7-8,6-4 9,0-2 0,0-2 0,-2 0 0,-1-2 0,0-1 0,15-19-9,-8 9 2,-1-1-1,-2-2 1,-2-1-1,-1-1 1,-3-1-1,0-1 1,-3-1-1,-1-2 1,-2 0-1,-3 0 1,-1-2-1,-2 0 1,-2 0-1,-2-1 1,1-24-2,-8 45-1,0 13-13,0-1-1,-1 1 1,0 0 0,-1 0-1,0 0 1,-1 0 0,0 0-1,-1 0 1,0 1-1,-1-1 1,-1 1 0,-1-4 14,-58-75-1222,30 57-776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1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0 596 26662,'0'0'4177,"0"0"-3833,0 0-240,0 0 56,145 2 160,-66-2-24,28 0-88,29 0-72,24 0-72,-13 0-32,-29 0 88,-39 0-72,-24 0-32,4-2-16,9-32-368,-11 5-360,-22-7-1777</inkml:trace>
  <inkml:trace contextRef="#ctx0" brushRef="#br0" timeOffset="260.478">772 0 30166,'0'0'633,"-22"132"-209,9-6 24,0 46 88,4 8-136,7-7-240,2-19-160,0-26 0,2-21 0,9-24 0,4-30 0,20-20-528,0-9-976,0-22-2041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27934,'0'0'2497,"0"0"-1961,0 0-368,0 0-96,0 0 344,0 0 40,0 0-192,7 77-112,-5-59-24,-2 0-40,0 1-40,0 7-40,-22 7-8,-26 29 0,4-9-312,-4-4-984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4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25149,'0'0'4089,"0"0"-2878,0 0-924,0 0 54,0 0 78,7 13-27,-3-5-326,-1-3-39,-1 0 0,1-1 0,0 1 0,0-1 0,0 1 0,0-1-1,1 0 1,0 0 0,0 0 0,0-1 0,0 0 0,0 1 0,1-1 0,0-1 0,-1 1 0,1-1 0,1 1-27,52 13 57,1-2 0,1-2 0,0-3 0,0-3 1,1-3-1,25-2-57,83 7 12,-155-8-12,1 0 0,-1 2 0,0 0 0,0 0 0,0 1 0,0 1 0,0 1 0,-1 0 0,0 0 0,0 1 0,4 3 0,-16-6 0,1-1 0,-1 1 0,1-1 0,-1 1 0,0 0 0,0 0 0,-1 0 0,1-1 0,0 1 0,-1 0 0,0 0 0,0 0 0,0 0 0,0 0 0,0 0 0,0 0 0,-1 0 0,1 0 0,-1 0 0,0 0 0,0-1 0,0 1 0,0 0 0,-1-1 0,1 1 0,-1-1 0,0 1 0,1-1 0,-1 1 0,0-1 0,0 0 0,-1 0 0,1 0 0,0 0 0,-1-1 0,1 1 0,-1-1 0,1 1 0,-1-1 0,0 0 0,1 0 0,-1 0 0,0 0 0,0 0 0,-1-1 0,-193 113 0,-125 49 0,257-131 0,-142 69-724,173-93-1705,33-12-1588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30703,'0'0'633,"0"0"-340,0 0-170,0 0 66,0 0 213,0 0-67,23 13-251,155 77-79,-21-34-5,-106-41 0,-2 2 0,0 3 0,-1 1 0,-1 2 0,-1 3 0,36 26 0,-78-50 0,0 1 0,1 0 0,-1 0 0,0 0 0,-1 0 0,1 0 0,-1 1 0,1-1 0,-1 1 0,0 0 0,0 0 0,-1 0 0,1 1 0,-1-1 0,0 1 0,0-1 0,0 1 0,-1 0 0,0-1 0,0 1 0,0 0 0,0 0 0,-1 0 0,0 0 0,0 0 0,0 0 0,0 0 0,-1 0 0,0 0 0,0-1 0,0 1 0,-1 0 0,0 0 0,-1 2 0,-11 8 0,-1-1 0,-1 0 0,0-1 0,-1-1 0,0 0 0,-1-2 0,-16 8 0,7-3 0,-82 44-1,63-36-4,1 2 0,0 1 0,3 3-1,0 1 1,-14 15 5,21-8-462,17-11-1345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22829,'0'0'8266,"0"0"-7610,0 0-304,0 0 8,0 0-56,-49 152-304,43-38 0,2 52 0,4 31 0,0 14 0,0-4 0,0-29 0,0-44 0,0-39 0,15-38 0,2-33-168,-1-18-2993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27038,'0'0'3008,"0"0"-2471,0 0-201,0 0 32,0 0 120,0 0-80,0 0-208,13 67-136,-2-35-64,7 21-64,-1-4-1040,-4-7-12043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31535,'0'0'1208,"0"0"-1184,0 0-24,0 0 0,0 0 0,31 104 0,-25-84 0,-1 4 0,-1 7 0,-4 7 0,-7 9 0,-30 8 0,-37 18 0,-58 26 0,12-14 0,-8-14-416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1 387 28014,'0'0'788,"0"0"-464,0 0-237,0 0-23,0 0 87,27 4 122,185 15 224,581-60 274,-388 11-695,1009-33-60,-511-12-9,-388 24 16,135 20-23,208 48 300,73 8 248,-915-25-552,-9 1-5,0 0 0,1-1 0,-1 0 0,0 0 0,1-1 0,-1 0 0,0 0-1,0-1 1,0 0 0,0 0 0,0-1 0,0 1 0,-1-2 0,1 1 0,-1-1-1,4-2 10,-8 2-153,0 1 0,0 0 0,-1-1 0,0 1-1,1-1 1,-1 0 0,-1 1 0,1-1 0,0 0-1,-1 0 1,0 1 0,0-1 0,0 0 0,0 0-1,-1 1 1,0-1 0,1 0 0,-1 1 0,0-1-1,-1 1 1,1-1 0,-1 1 0,1-1 0,-1 1-1,-2-2 154,-18-32-6650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0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23461,'0'0'7298,"0"0"-6650,0 0-224,0 0 224,0 0-360,-2 102-288,-2-62 0,-3 5 0,-4 5 0,-6 21 0,-1-12-280,-1-10-1512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30414,'0'0'785,"0"0"-381,0 0-139,0 0 187,27 7-112,194 36-233,-185-40-107,3-1 0,1 2 0,-1 1 0,0 2 0,0 2 0,-1 1 0,-1 2 0,1 2 0,32 17 0,-63-27 0,0 0 0,-1 0 0,0 0 0,0 1 0,0 0 0,0 0 0,-1 1 0,1-1 0,-2 1 0,1 1 0,-1-1 0,1 0 0,-2 1 0,1 0 0,-1 0 0,0 0 0,0 0 0,-1 1 0,0-1 0,-1 1 0,1-1 0,-1 1 0,-1-1 0,0 1 0,0 0 0,0-1 0,-1 1 0,0 0 0,0-1 0,-1 1 0,0-1 0,0 0 0,-1 1 0,0-1 0,0 0 0,-1-1 0,0 1 0,0 0 0,-1-1 0,-14 12-57,-2-1 0,0-1 0,-1-1 0,0 0-1,-1-2 1,-1-1 0,0-1 0,-1-1 0,0-1 0,0-1 0,-1-1 0,-16 1 57,-148 7-4047,156-17-215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30751,'0'0'605,"0"0"-344,0 0-102,0 0 115,23 17-14,131 91 74,-148-105-330,0 0-1,0 0 1,-1 1-1,1 0 1,-1 0-1,0 1 1,0-1-1,0 1 1,0 0-1,-1 1 1,0-1-1,0 1 1,-1 0-1,1-1 1,-1 2-1,-1-1 1,1 0-1,-1 0 1,0 1-1,0 0 1,-1-1-1,0 1 1,0 0-1,-1-1 1,1 1-1,-2 0 1,1 0-1,-1 0 1,0-1-1,0 1 1,-1 0-1,1-1 1,-2 1 0,1-1-1,-3 4-3,-18 23-30,-2 0 1,-1-2-1,-1-2 1,-2 0-1,-1-1 1,-1-2-1,-2-2 1,-3 1 29,-77 56-843,35-30-2958,4-9-9387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28502,'0'0'1965,"0"0"-1324,0 0-398,0 0 154,-2 29 193,-22 416-161,11-213-429,-11 458 0,23-688-4,0 0-1,1 0 1,-1 0 0,1 0 0,-1 0-1,1 0 1,-1 0 0,1 0-1,0 0 1,0 0 0,0 0 0,0 0-1,1 0 1,-1 0 0,0-1 0,1 1-1,0 0 1,-1 0 0,1 0-1,0 0 1,0 0 0,0-1 0,0 1-1,0 0 1,0-1 0,0 1-1,1-1 1,-1 1 0,1-1 0,-1 0-1,1 1 1,-1-1 0,1 0 0,0 0-1,0 0 1,-1 0 0,1-1-1,0 1 1,0 0 0,0-1 0,0 1-1,0-1 1,0 0 0,0 0-1,0 1 1,0-1 0,0-1 0,2 1 4,27-19-1402,-1-14-2184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29774,'0'0'1721,"0"0"-1529,0 0-96,0 0 320,0 0-40,78 126-232,-62-81-96,-3 7-48,5 19-56,-3-14-720,2-10-2865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2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680 0 31687,'0'0'1080,"0"0"-1080,0 138 0,-11-75 0,-28 1 0,-36 16 0,-43 21 0,-42 17 0,17-19 0,10-22-1088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1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0 752 27134,'0'0'2915,"0"0"-2000,0 0-706,21 2 55,187 3 674,48-42-557,-143 17-376,1 5 1,106 1-6,-184 16-97,-29-1 52,0 1-1,-1-1 0,1 0 0,0-1 1,-1 1-1,1-1 0,0-1 0,0 1 1,-1-1-1,1 0 0,0-1 0,-1 0 1,0 0-1,1 0 0,-1-1 0,0 1 1,0-2-1,0 1 0,0-1 0,-1 1 1,1-2-1,-1 1 0,0 0 0,-1-1 1,2-1 45,5-29-2025</inkml:trace>
  <inkml:trace contextRef="#ctx0" brushRef="#br0" timeOffset="269.73">686 267 27582,'0'0'2608,"0"0"-2007,-2 179-145,2-58 24,0 29-32,0 7-240,0-9-136,2-33-72,11-22-328,1-30-888,-3-28-5354</inkml:trace>
  <inkml:trace contextRef="#ctx0" brushRef="#br0" timeOffset="672.497">1642 105 29110,'0'0'883,"0"0"-463,19-1-81,19-2-129,1 2 0,0 2 0,0 1 0,0 2 0,-1 1 0,31 9-210,-58-11 22,1 1 1,-1 0-1,0 0 0,0 1 0,0 0 0,-1 1 0,0 0 1,0 1-1,0 0 0,-1 1 0,0-1 0,0 2 0,-1-1 1,0 1-1,-1 1 0,0-1 0,0 1 0,-1 1 1,-1-1-1,1 1 0,-2 0 0,1 0 0,-1 0 0,-1 1 1,0-1-1,-1 1 0,0 4-22,-2 4 12,-1 1-1,0-1 1,-2 0 0,0 0-1,-1 0 1,-2 0 0,0-1-1,0 0 1,-2 0 0,-1-1 0,0 1-1,-1-2 1,-10 14-12,-16 18-42,-2-1-1,-2-1 1,-44 38 42,60-59-194,0-1 1,-2-2-1,0 0 0,-2-2 0,0-1 0,-1-1 1,-1-1-1,-1-2 0,-1-1 0,0-2 0,0-1 0,-23 5 194,16-15-1784</inkml:trace>
  <inkml:trace contextRef="#ctx0" brushRef="#br0" timeOffset="1013.849">2885 1 27742,'0'0'1266,"0"0"-238,0 0-289,-20 2-217,11-1-466,-4 0 15,1 0 0,-1 1 0,1 1 1,0 0-1,0 1 0,0 0 0,0 0 1,0 2-1,1-1 0,0 1 0,-10 8-71,-47 40 90,4 4 0,1 2 1,3 2-1,4 4 0,2 1 0,3 3 0,-18 36-90,55-87 0,2 0 0,0 1 0,1 1 0,1 0 0,1 0 0,1 1 0,1 0 0,1 0 0,1 0 0,0 1 0,2 0 0,1 0 0,0 19 0,3-35 0,0 0 0,1 0 0,-1 0 0,1 0 0,1 0 0,-1 0 0,1-1 0,0 1 0,1-1 0,0 0 0,0 0 0,0 0 0,0 0 0,1-1 0,0 0 0,0 0 0,1 0 0,-1-1 0,1 1 0,0-1 0,0-1 0,1 1 0,-1-1 0,1 0 0,-1 0 0,1-1 0,0 0 0,3 0 0,18 5 0,1-2 0,0-1 0,0-2 0,0 0 0,0-2 0,19-3 0,42-6-70,-2-4-1,1-4 1,-2-4-1,-1-4 1,51-22 70,4-9-1760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4:3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110 890 25021,'0'0'4425,"0"0"-4025,0 0-280,0 0-96,0 0-24,0 0-464,0 0-2248</inkml:trace>
  <inkml:trace contextRef="#ctx0" brushRef="#br0" timeOffset="248.461">1 1950 25517,'0'0'3841,"0"0"-2937,0 0-479,74-148-65,12 31-72,19-37-144,7-7-96,-12 7-48,-16 20-152,-23 15-496,-24 31-1145,-10 15-3752</inkml:trace>
  <inkml:trace contextRef="#ctx0" brushRef="#br0" timeOffset="499.724">893 541 21709,'0'0'4767,"20"0"-3098,337-2 886,-356 1-2552,1 1-1,0-1 1,0 0 0,0 1-1,0 0 1,0-1 0,0 1-1,0 0 1,0 0 0,0 0-1,0 0 1,-1 0 0,1 0-1,0 1 1,0-1 0,0 1-1,0-1 1,0 1 0,0 0-1,-1 0 1,1 0 0,0 0-1,-1 0 1,1 0 0,0 0-1,-1 0 1,1 1 0,-1-1-1,0 0 1,0 1 0,1-1-1,-1 1 1,0 0 0,0-1-1,0 1 1,-1 0 0,1 0-1,0 0 1,-1 0 0,1-1-1,-1 1 1,1 0 0,-1 0-1,0 0 1,0 0 0,0 0-1,0 0 1,0 0 0,0 0-1,-1 0 1,1 0 0,-1 0-3,-3 8-2,0 0 1,0 0-1,-1-1 1,0 1 0,-1-1-1,0 0 1,-1-1-1,0 0 1,0 0 0,-1 0-1,-2 1 2,5-3-2,-531 506-87,441-400 348,95-111-255,-1 0 1,1 0-1,-1 1 0,1-1 1,-1 0-1,1 0 1,-1 1-1,1-1 1,0 0-1,0 1 1,0-1-1,0 0 1,0 1-1,0-1 1,0 0-1,0 1 0,0-1 1,1 0-1,-1 1 1,1-1-1,-1 0 1,1 0-1,-1 1 1,1-1-1,0 0 1,-1 0-1,1 0 0,0 0 1,0 0-1,0 0 1,0 0-1,0 0 1,0 0-1,0 0 1,0-1-1,0 1 1,0 0-1,1-1 1,-1 1-1,0-1 0,0 1 1,1-1-1,-1 0 1,0 1-1,1-1 1,-1 0-1,0 0 1,1 0-1,-1 0 1,0 0-1,1 0 0,-1 0 1,0-1-1,1 1 1,-1 0-1,0-1 1,0 1-1,1-1 1,-1 0-1,0 1 1,0-1-1,0 0 1,0 1-1,0-1 0,0 0 1,0 0-1,0 0-4,26-8 7,0 0 0,-1-2 0,0-1 0,-1-1-1,0-1 1,-1-1 0,-1-1 0,7-8-7,-23 19-3,187-154-722,-91 23-2544,-71 66-1379,5-47-12721,-21 40 12743</inkml:trace>
  <inkml:trace contextRef="#ctx0" brushRef="#br0" timeOffset="749.636">1267 470 10642,'-61'113'17044,"-16"25"-16012,-12 25-112,5-3-424,21-18-175,17-23-185,17-33-128,18-26-8,11-23-585,0-19-575,9-8-2113,8-10-1440</inkml:trace>
  <inkml:trace contextRef="#ctx0" brushRef="#br0" timeOffset="1002.944">1066 1243 20276,'0'0'4729,"0"0"-1440,0 0-2337,92 117-184,-57-72-247,2 1-65,7-1-256,6-2-152,7-3-24,42-17-24,-16-9-808,-6-14-1785</inkml:trace>
  <inkml:trace contextRef="#ctx0" brushRef="#br0" timeOffset="1267.317">2245 1 6865,'0'0'22821,"0"0"-22020,0 0-593,0 0-152,0 0-24,40 134-16,-38-95-16,-2 5-288,0-11-1297,0-15-2160</inkml:trace>
  <inkml:trace contextRef="#ctx0" brushRef="#br0" timeOffset="1663.492">2057 583 17004,'-11'20'9206,"-169"355"-6382,169-332-3099,32-64-811,89-124-2790,64-73 4676,-149 190-426,1 1-1,2 2 0,0 1 1,2 1-1,1 1 0,0 2 1,1 1-1,1 2 0,1 1 1,1 1-1,0 2 0,0 2 0,2 1 1,-1 2-1,26-3-373,-61 11 2,0-1 0,0 1-1,0 0 1,0 0 0,0 0 0,0-1 0,0 1-1,0 0 1,0 0 0,0 0 0,0 1-1,0-1 1,0 0 0,0 0 0,0 0 0,0 1-1,0-1 1,0 0 0,0 1 0,0-1-1,0 1 1,0-1 0,0 1 0,0 0 0,-1-1-1,1 1 1,0 0 0,-1 0 0,1-1-1,0 1 1,-1 0 0,1 0 0,-1 0 0,1 0-1,-1 0 1,1 0 0,-1 0 0,0 0-1,0 0 1,1 0 0,-1 0 0,0 0 0,0 0-1,0 0 1,0 0 0,0 0 0,0 0-1,0 0 1,0 0 0,-1 0 0,1 0 0,0 0-1,-1 0 1,1 0 0,-1-1 0,1 1-1,-1 1-1,-4 10-46,0 0 0,-1 0 0,0 0 0,-1-1 0,0 0 0,-1-1 0,0 1 0,-1-2-1,0 1 1,-7 5 46,-3 5-185,-275 260-3189,274-263 3952,18-17-17,6-2-29,19-17-327,-10 6-160,0 2 1,1-1 0,1 2 0,0 0 0,0 1 0,1 0 0,0 1 0,1 1-1,0 1 1,0 0 0,0 1-46,-15 5 32,0 0 0,0 0 0,0 1 0,0-1 0,0 0 0,0 1 0,0 0 0,0-1 0,0 1 0,-1 0 0,1 0 0,0 0-1,0 0 1,-1 0 0,1 0 0,-1 1 0,1-1 0,-1 1 0,0-1 0,1 1 0,-1-1 0,0 1 0,0-1 0,0 1 0,0 0 0,0 0 0,-1 0 0,1-1 0,0 1 0,-1 0 0,1 0 0,-1 0 0,0 0-1,0 0 1,0 0 0,0 0 0,0 0 0,0 0 0,0 0 0,-1 0 0,1 0 0,-1 0 0,1 0 0,-1 0 0,0-1 0,0 2-32,1 14 58,-4 34-20,-3 1 0,-1-1 0,-3-1-1,-2 1 1,-16 39-38,5-12-79,-15 47-323,120-209 977,195-139-595,-247 174-4015,-27 30-2055,-1-2-4592,-1-5 6873</inkml:trace>
  <inkml:trace contextRef="#ctx0" brushRef="#br0" timeOffset="1829.75">2304 991 8458,'0'0'18996,"0"0"-17900,-131 146-424,74-75-336,0 2-72,0-2-24,4 0-176,7-8-64,9-12-352,17-29-672,11-22-2265,9-16-6161</inkml:trace>
  <inkml:trace contextRef="#ctx0" brushRef="#br0" timeOffset="2002.836">2026 1275 9962,'0'0'16068,"0"0"-14468,125 51-544,-55-13-80,9 1-79,11-3-89,4-11-208,2-9-280,3-10-200,-2-6-88,3-8-32,41-35-288,-25 1-792,-13-5-2057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4:57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0 848 28078,'0'0'1106,"0"0"-321,0 0-238,0 0-136,0 0-131,0 0-107,0 14-78,0-9-87,7 36 112,41-61 90,25-52-101,-4-4 1,-3-2-1,-3-3 0,45-81-109,-75 112 14,-2-2 0,-2-1 0,-3-1 0,14-43-14,-47 140 13,-23 86-11,4 2 0,7 1 0,5 0-1,6 1 1,7 40-2,0-169 0,0 0 0,1 0 0,0 1 0,-1-1 0,2 0 0,-1 0 0,0 1 0,1-1 0,0 0 0,0 0 0,0 0 0,0 0 0,1 0 0,0 0 0,-1 0 0,1 0 0,1-1 0,-1 1 0,1-1 0,-1 1 0,1-1 0,0 0 0,0 0 0,0 0 0,0-1 0,1 1 0,-1-1 0,1 0 0,0 0 0,0 0 0,-1 0 0,1-1 0,0 1 0,1-1 0,-1 0 0,0 0 0,0 0 0,0-1 0,0 0 0,1 0 0,-1 0 0,3-2 0,-1-1 0,0 0 0,1 0 0,-1-1 0,0 0 0,-1 0 0,1 0 0,-1-1 0,0 1 0,0-1 0,0-1 0,-1 1 0,0-1 0,0 0 0,0 1 0,-1-2 0,3-4 0,-3 6 0,52-93-4,-4-2-1,-5-2 1,-4-2-1,-5-2 1,-4-2 0,3-38 4,6-101-31,-38 302 68,29 1382 187,-30-1362-225,-4 1 0,-3-1-1,-4 1 1,-2-1 0,-4-1-1,-4 0 1,-2-1 0,-4-1-1,-2-2 1,-21 35 1,41-91 7,-1-1 0,-1 0 0,-1-1 0,1 1 1,-2-2-1,0 1 0,0-1 0,-1-1 0,0 0 0,-1 0 0,0-1 1,-1-1-1,1 0 0,-2-1 0,1 0 0,-1-1 0,0 0 0,0-1 1,-1-1-1,-12 2-7,21-6 2,-1-1 0,1 1 0,-1-1 0,1-1 0,-1 1 1,1-1-1,0-1 0,-1 1 0,1-1 0,0 0 0,1 0 1,-1 0-1,1-1 0,-1 0 0,1 0 0,0-1 0,0 1 0,1-1 1,0 0-1,-1 0 0,2-1 0,-1 1 0,1-1 0,-1 0 1,2 0-1,-1 0 0,1 0 0,0 0 0,0-1 0,0 1 1,1-1-1,0 1 0,0-1 0,1-2-2,-12-50-37,2 0 1,2 0-1,4 0 0,2-1 0,2 0 1,3 1-1,3-1 0,2 1 0,3 0 1,2 1-1,18-45 37,22-28-385,6 3 0,6 2 0,5 4 0,5 2 0,39-42 385,-90 127-365,41-61-1670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606 458 3089,'0'0'21243,"-2"-18"-16509,-6-31-4320,-1 1 0,-3 1-1,-1 0 1,-12-23-414,23 59 18,-2 1 0,1 0 0,-1 1 0,-1-1 0,1 1 0,-2 0-1,1 0 1,-1 0 0,-1 1 0,0-1 0,0 2 0,0-1 0,-1 1 0,0 0 0,0 1-1,-1 0 1,0 0 0,0 1 0,0 0 0,-1 0 0,0 1 0,0 1 0,0-1 0,-2 1-18,6 3 0,0 0 0,0 1 1,0 0-1,0 0 0,0 0 1,0 0-1,0 1 0,1 0 1,-1 1-1,1-1 0,-1 1 1,1 0-1,0 0 1,0 0-1,0 1 0,1 0 1,-1 0-1,1 0 0,0 1 1,0-1-1,0 1 0,1 0 1,-1 1-1,-25 33 0,2 2-1,1 1 1,3 1 0,1 1 0,2 1 0,2 1 0,3 1 0,1 0 0,2 0 0,2 2-1,3-1 1,-1 31 0,6-49 0,0 0 0,2 0 1,1 0-1,1 0 0,2-1 0,1 1 0,1-1 0,2 0 0,1 0 0,1-1 0,1 0 0,1-1 0,2 0 0,1-1 0,1-1 1,1 0-1,13 14 0,-22-31 0,1-1 1,-1-1-1,1 0 1,0 0-1,0-1 1,1 0-1,0 0 1,-1-1-1,2 0 1,-1-1 0,0 0-1,1-1 1,-1 0-1,1-1 1,0 0-1,-1 0 1,1-1-1,0-1 1,-1 0-1,1 0 1,0-1-1,-1 0 1,1-1-1,-1 0 1,0-1 0,0 0-1,0 0 1,-1-1-1,0-1 1,9-5-1,23-24 13,-2-1 0,-1-2 1,-2-1-1,-2-2 0,-1-1 1,-3-2-1,18-34-13,-3 12-111,-3-2 0,-3-2-1,-3-1 1,-3-2 0,-3-1 0,-4-1 0,-3-1-1,-3-5 112,-16 54-3228,-3 10-7206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26750,'0'0'1272,"0"0"-352,0 136-232,0-57 88,0 12-183,2 17-225,9 22-160,2 16-136,9 2-40,-4-23-32,-3-43-472,-10-36-2105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17036,'0'0'12074,"0"0"-11466,0 0-256,0 0-192,-55 101 121,36 7-41,-1 32-104,7 16-80,8-6-32,5-12-24,3-18 0,16-21 0,3 0-32,-4-32-753,-9-22-2439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561 404 29550,'0'0'523,"0"0"-328,-7-24-142,-54-146 289,60 169-336,-94-155 385,91 152-389,1 0 0,-1-1 1,-1 1-1,1 1 0,0-1 0,-1 0 0,0 1 1,0 0-1,0 0 0,0 1 0,0-1 1,0 1-1,-1 0 0,1 1 0,-1-1 0,0 1 1,1 0-1,-1 1 0,0-1 0,0 1 1,1 0-1,-1 0 0,0 1 0,0 0 0,1 0 1,-1 0-1,1 1 0,-1 0 0,1 0 1,-3 1-3,-2 4-3,-1 0 0,1 1 0,0 0 0,1 0 0,0 1 0,0 0 0,1 1 1,0 0-1,1 1 0,0-1 0,0 1 0,0 4 3,-14 27-12,3 0-1,1 1 1,3 0 0,1 1-1,2 1 1,2 0-1,2 1 1,2-1 0,2 1-1,2 0 1,3 5 12,-4-39-16,1 0 1,0 0-1,1 0 1,0 0-1,1 0 1,0 0-1,1 0 0,1-1 1,0 1-1,0-1 1,1 1-1,1-1 1,-1 0-1,2 0 1,0-1-1,0 0 0,1 0 1,0 0-1,0-1 1,1 0-1,1 0 1,0-1-1,0 0 1,0-1-1,1 0 0,0 0 1,7 3 15,-10-7-52,1 0 0,-1 0 0,1-1 0,-1 0 0,1 0 0,0-1 0,0 0 0,0 0 0,0 0 0,0-1 0,0-1 0,0 0 0,0 0 0,0 0 0,-1-1 1,1 0-1,0 0 0,-1-1 0,1 0 0,-1 0 0,0-1 0,0 0 0,0 0 0,-1-1 0,0 0 0,2-1 52,28-32-103,-1-2 0,-3-2 0,-1-1-1,-2-1 1,-2-1 0,-2-2 0,-2 0 0,-2-2 0,6-23 103,12-35-3094,-17 29-8210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6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27670,'0'0'1280,"0"0"-760,0 0 120,0 0 9,-16 152-273,14-67-208,2 31-80,0 32-56,13 10-32,9-10 0,9-18-48,-9-27-296,-3-28-505,-12-26-2135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28534,'0'0'1040,"0"0"-568,-6 124-63,6-35 47,0 31-152,11 42-176,6 20-128,-1-36-16,-8-34-1617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3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3 182 28230,'0'0'916,"0"0"-394,0 0-150,0 0 144,0 0-95,0 0-190,23-6-107,77-16-59,-86 20-53,0 1 0,0 0 0,0 1-1,0 1 1,0 0 0,0 1 0,0 0 0,-1 1-1,1 1 1,-1 0 0,1 1 0,-2 0-1,1 1 1,0 1 0,-1 0 0,0 0-1,-1 1 1,0 1 0,0 0 0,-1 0 0,0 1-1,0 0 1,2 6-12,-2-5 5,-2 0 0,1 0 0,-2 1 0,0 0 1,0 1-1,-1-1 0,0 2 0,-1-1 0,-1 0 0,0 1 0,-1 0 0,0-1 0,-1 1 0,-1 1 0,0-1 1,-1 0-1,0 0 0,-1 0 0,-1 0 0,0 0 0,-1 0 0,-1 0 0,0-1 0,-1 0 0,0 1 0,-1-2 0,-6 12-5,-11 15-74,0-2 0,-3 0 0,-1-2 0,-2-1 0,-1-1 0,-1-1 0,-2-2 0,-34 23 74,57-45-186,-1-1-1,0 0 1,0 0-1,-1-2 1,1 1 0,-2-1-1,1-1 1,0 0-1,-1-1 1,0-1-1,-6 1 187,-11-1-1628</inkml:trace>
  <inkml:trace contextRef="#ctx0" brushRef="#br0" timeOffset="344.141">1053 0 29774,'0'0'655,"-20"9"-333,-199 118 536,192-108-813,1 2-1,1 1 0,1 1 0,1 0 0,1 2 1,1 1-1,2 1 0,0 1 0,2 0 0,1 1 1,1 1-1,2 0 0,0 1 0,3 0 0,0 1 1,2 1-1,2-1 0,1 1 0,1 0 0,2 0 1,1 6-45,2-27 5,1 0 1,0 0-1,1 0 1,0-1 0,1 1-1,1-1 1,-1 0-1,2 0 1,0 0 0,0-1-1,0 0 1,2 0-1,-1 0 1,1-1 0,0-1-1,1 1 1,0-1-1,1 0 1,-1-1-1,1-1 1,1 1-6,11 5-12,-1-1 0,2-2 0,-1 0 1,1-1-1,1-1 0,-1-1 0,1-2 0,0 0 0,0-1 0,4-2 12,40 3-631,-1-3 1,0-3-1,0-3 0,17-5 631,16-7-3863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2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1 409 27718,'0'0'2584,"0"0"-2151,0 0-369,0 0 0,122 4 208,-49-16-48,10-6-112,7 3-64,2 1-32,-7 4-16,-6 10 0,-13 0 0,-13 6-56,-10 12-240,-12-1-440,-13-5-1001,-14-8-8793</inkml:trace>
  <inkml:trace contextRef="#ctx0" brushRef="#br0" timeOffset="268.343">472 1 18500,'0'0'10218,"0"0"-9698,-31 142-176,20-48 152,2 23 25,5-9-241,4-13-168,0-16-112,0-24-72,20 8-392,2-10-529,-3-19-3376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3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56 245 23165,'0'0'2147,"0"0"-900,0 0-311,0 0-137,0 0-61,0 0-148,-10 4-147,-26 13-119,27-12-64,9-5-44,0 0-69,0 0-62,0 0-37,12 0 43,237-30 624,402-74-422,493 23-163,-211 49 263,-195 21-393,495 46 0,-752-29 0,-476-11 0,-69-26-1094,26 13-565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3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27014,'0'0'1209,"0"0"-435,0 0-191,0 0-19,0 0-215,0 0-210,19-2-30,48-5 49,0 4 1,0 2-1,42 6-158,-100-4 2,-1 0 0,1 1 1,0 0-1,-1 0 0,0 1 0,0 0 1,0 1-1,0 0 0,0 0 0,-1 1 1,1 0-1,-1 0 0,-1 0 0,1 1 1,-1 0-1,0 1 0,0-1 0,-1 1 1,1 0-1,-2 1 0,1-1 0,-1 1 0,0 0 1,-1 0-1,1 0 0,-2 0 0,1 1 1,-1 0-3,1 15-34,-1-1 0,-2 0 0,0 1 0,-1-1 0,-1 0 1,-2 1-1,0-1 0,-1-1 0,-2 1 0,0-1 0,-1 0 1,-1 0-1,-1-1 0,-1-1 0,-1 0 0,-11 14 34,-27 34-164,-4-3-1,-2-1 1,-62 53 164,55-38 304,95-71-245,-6-13-12,-1-1 0,1-1 1,-1-2-1,-1-1 1,0 0-1,0-2 1,-1-1-1,0 0 0,-2-2 1,1-1-48,10-4 10,461-305-1059,-424 278-803</inkml:trace>
  <inkml:trace contextRef="#ctx0" brushRef="#br0" timeOffset="482.529">1070 85 1240,'0'0'23003,"0"0"-19203,0 0-2445,0 0-1072,0 0-147,0 0 163,0 0 65,20 6-127,158 56-19,-171-60-217,-1 1 1,1 0-1,0 0 1,-1 1-1,0 0 1,0 0-1,0 1 1,0 0-1,-1 0 1,1 0-1,-1 0 1,-1 1-1,1 0 1,-1 0-1,0 0 1,0 1 0,-1-1-1,1 1 1,-2 0-1,1 0 1,0 2-2,-2 5-12,0 1 0,-1-1 0,0 0 1,-1 0-1,-1 0 0,0 0 1,-1 0-1,0 0 0,-1 0 0,-1-1 1,0 1-1,-1-1 0,0-1 0,-1 1 1,-8 10 11,-141 166-303,143-174 282,-4 2-344,-39 41 153,17-22-4273,20-21-10318</inkml:trace>
  <inkml:trace contextRef="#ctx0" brushRef="#br0" timeOffset="814.976">1844 0 27158,'0'0'1641,"0"0"-1159,0 0-342,0 0 45,0 0 233,0 0-56,-20 9-135,4-2-182,4-3-16,0 1 1,1 1 0,0 0 0,0 0 0,0 1-1,1 0 1,0 1 0,0 0 0,1 1 0,0 0-1,0 1-29,-31 36 111,3 1 1,1 1-1,3 3 0,2 0 0,3 2 0,1 1 0,3 1 0,3 1 1,-3 18-112,20-64 6,1-1 1,0 1 0,1 0 0,0-1 0,0 1 0,1 0-1,1 0 1,0 0 0,0 0 0,1 0 0,0 0 0,0 0 0,1 0-1,1 0 1,0-1 0,0 1 0,1-1 0,0 0 0,0 0-1,1 0 1,0 0 0,5 4-7,11-1-12,1-1-1,0-1 0,1-1 1,0-1-1,0-1 0,1-1 1,0-1-1,0-1 1,0-2-1,1 0 0,-1-1 1,1-2-1,-1 0 0,0-1 1,7-3 12,193-34-1995,-139 13-679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3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0 501 27094,'0'0'1181,"0"0"-576,0 0-85,0 0 114,0 0 4,0 0-178,28 1-160,184 1 104,326-40 19,-403 22-1649,-83-8-4690,-28 5-13584</inkml:trace>
  <inkml:trace contextRef="#ctx0" brushRef="#br0" timeOffset="249.378">502 0 26750,'0'0'1296,"0"0"-840,0 0-224,0 0 504,0 0-96,-2 105-175,2-44-137,0 14-40,0 8-80,0 6-88,0 1-64,4 25-56,10-24-1064,1-22-9611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 27318,'0'0'1312,"0"0"-496,0 0-440,0 0-104,0 0 0,0 0 105,0 0-97,-16 59-112,1-22-64,-9 11-72,-7 3-32,-2 2-32,-6 6-320,8-13-329,7-15-1215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27934,'0'0'1184,"0"0"-313,0 0-221,0 0-246,0 0-168,0 0-36,11 6 68,104 36 89,287 85 18,-270-79-299,-129-48-75,0 0-1,0 0 1,0 1-1,-1-1 1,1 1 0,0-1-1,-1 1 1,1 0 0,0 0-1,-1 0 1,1 1-1,-1-1 1,1 1 0,-1-1-1,0 1 1,0 0 0,0 0-1,0 0 1,0 0-1,0 0 1,0 0 0,0 0-1,-1 1 1,0-1-1,1 1 1,-1-1 0,0 1-1,0-1 1,0 1 0,0 0-1,-1 0 1,1-1-1,-1 1 1,0 0 0,1 0-1,-1 0 1,-1-1 0,1 1-1,0 0 1,-1 0-1,1 0 1,-1-1 0,-1 3-1,-7 6-9,-1 0 0,0-1 1,-1 0-1,-1 0 0,1-2 1,-1 1-1,-1-1 0,0-1 1,-1 0 8,-12 9-77,-52 29-841,-1-2 0,-3-5 0,-78 26 918,98-46-1819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30054,'0'0'570,"0"0"-279,22 4-43,155 26 353,-152-26-524,23 3-22,-1 1 1,0 3-1,0 1 0,-1 3 1,-1 1-1,0 3 1,-1 1-1,11 10-55,-50-27 10,0 0 0,0 1 0,-1-1 0,1 1 0,-1 0 0,0 1-1,0-1 1,0 1 0,-1 0 0,1 0 0,-1 0 0,0 0 0,-1 0 0,1 1-1,-1-1 1,0 1 0,-1 0 0,1 0 0,-1-1 0,0 1 0,0 0 0,-1 0 0,0 0-1,0 0 1,0 0 0,-1 0 0,0 0 0,0 0 0,-1 0 0,1-1 0,-1 1-1,0 0 1,-1-1 0,1 0 0,-1 1 0,0-1 0,-1 0 0,1 0 0,-3 2-10,-41 38-203,-1-2 1,-3-2 0,-1-3 0,-1-2 0,-3-2-1,-42 19 203,52-27-479,-11 7-1006,14-11-1153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30423,'0'0'669,"0"0"-390,0 0-198,20 8 23,223 101 366,-211-92-453,-1 1 1,-1 2 0,-1 1 0,-1 1-1,-1 2 1,1 3-18,-21-21 3,0 1 1,-1 0-1,-1 0 0,1 1 0,-1 0 0,0 0 0,-1 0 1,1 0-1,-2 1 0,1-1 0,-1 1 0,-1 0 1,0 0-1,0 0 0,0 1 0,-1-1 0,-1 0 0,0 1 1,0-1-1,0 0 0,-2 0 0,1 1 0,-1-1 1,0 0-1,-1 0 0,0 0-3,-7 10-18,-2 0 1,0-2-1,-1 1 0,-1-1 1,0-1-1,-1-1 1,-1 0-1,0-1 0,-1 0 1,-14 7 17,-293 178-163,323-199 163,2 0 3,-1 1-1,1-1 0,-1 0 0,0 0 0,1 1 1,-1-1-1,1 1 0,-1-1 0,1 0 1,-1 1-1,0-1 0,1 1 0,-1-1 1,0 1-1,0-1 0,1 1 0,-1-1 0,0 1 1,0-1-1,0 1 0,0-1 0,1 1 1,-1 0-1,0-1 0,0 1 0,0-1 1,0 1-1,0-1 0,-1 1 0,1-1 0,0 1 1,0 0-1,0-1 0,0 1 0,0-1 1,-1 1-1,1-1-2,238-39 43,-152 19-39,542-90-1326,-525 90-2348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8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29462,'0'0'1401,"0"0"-1249,0 0-40,0 0 88,0 0-32,70 148-168,-59-100-16,-5-5-1473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26870,'0'0'4041,"0"0"-3681,0 0 0,-92 106 136,53-62-232,-10 7-264,-49 42-248,8-12-976,-2-8-4778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28238,'0'0'1398,"0"0"-933,0 0-270,0 0 217,0 0 99,19 0-58,127 1 107,-87 4-453,-1 3 0,0 3 0,-1 2 0,-1 2 0,26 13-107,-77-26 0,-1-2 0,0 0-1,-1 0 1,1 1 0,0 0 0,-1 0 0,1 0 0,-1 0 0,1 0 0,-1 1-1,1-1 1,-1 1 0,0 0 0,0 0 0,0 0 0,0 1 0,0-1-1,-1 1 1,1-1 0,-1 1 0,1 0 0,-1 0 0,0 0 0,0 0-1,0 0 1,-1 1 0,1-1 0,-1 0 0,0 1 0,0-1 0,0 1 0,0 0-1,-1-1 1,1 1 0,-1 0 0,0-1 0,0 1 0,0 1 0,-6 2-18,0 1 1,-1-1 0,1 0 0,-1-1-1,0 0 1,-1 0 0,0 0-1,0-1 1,0 0 0,0-1 0,-1 0-1,-1 0 18,-16 10-44,-51 30-143,-52 30-798,-3-6 0,-31 7 985,107-56-2767,22-16-5463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3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29294,'0'0'832,"0"0"-560,-46 111-119,24-58-105,2 2-32,-2-1-16,-4 1-305,4-12-1375,7-17-11635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4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23941,'0'0'3902,"0"0"-2644,0 0-925,0 0-14,0 0 36,25 10-81,167 62-8,-169-64-213,0 1 1,0 1 0,0 2-1,-1 0 1,-1 1-1,0 1 1,-1 1-1,-1 1 1,0 1 0,-1 0-1,-1 1 1,4 8-54,-18-21 15,0 0 0,-1 0 0,1 0 0,-1 1 0,0-1 0,-1 1 0,0 0 0,1-1 0,-2 1 1,1 0-1,-1 0 0,0 0 0,0-1 0,0 1 0,-1 0 0,0 0 0,0-1 0,-1 1 0,1 0 0,-1-1 1,0 0-1,-1 1 0,1-1 0,-1 0 0,0 0 0,-1 0 0,1-1 0,-1 1 0,0-1 0,0 0 0,0 0 1,-1 0-1,1 0 0,-1-1 0,-1 1-15,-193 142-1857,130-100-155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4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28278,'0'0'1927,"0"0"-1235,0 0-470,0 0 35,0 0 179,25 8-88,176 59-50,-163-56-260,-10-4-15,-1 1 1,1 1 0,-2 1-1,1 2 1,-1 1 0,-1 0 0,10 9-24,-31-18 1,1-1 0,-1 1 0,0 0 0,0 0 0,-1 1 0,1-1 0,-1 1 0,0-1 0,0 1 0,-1 0 0,1 1 0,-1-1 0,0 0 0,0 1 0,-1-1 0,0 1 0,0-1 0,0 1 0,-1-1 0,1 1 0,-1 0 0,-1-1 0,1 1 0,-1 0 0,0-1 0,0 1 0,-1-1 0,1 1 0,-1-1 0,0 0 0,-3 5-1,-6 11-44,0-1 0,-1-1 0,-1 0 0,-1 0 0,-1-2-1,0 0 1,-4 3 44,-61 53-479,-4-2 0,-76 48 479,145-108 7,-35 37 87,50-48-93,0 1 1,0 0-1,0-1 1,0 1-1,0 0 1,0-1-1,1 1 1,-1-1-1,0 1 1,0 0-1,1-1 1,-1 1-1,0 0 1,0-1-1,1 1 1,-1-1-1,1 1 1,-1-1-1,1 1 1,-1-1-1,1 1 1,-1-1-1,1 1 1,-1-1-1,1 0 1,-1 1-1,1-1 1,0 0-1,-1 0 1,1 1-1,-1-1 1,1 0-1,0 0 1,-1 0-1,1 0 1,0 0-1,-1 0 1,1 0-1,0 0 1,-1 0-1,1 0 1,0 0-1,-1 0 1,1 0-1,0 0 1,-1-1-1,1 1 1,0 0-1,0-1-1,3 1 5,64-1 10,-1-4-1,1-2 0,-1-4 0,64-18-14,-95 21 1,258-59-616,-198 46-1211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24853,'0'0'5201,"0"0"-4616,0 0-369,0 0 144,0 0 56,0 0-40,0 0-128,22 63-160,-11-34-88,-3 11-8,-8 35-520,0-6-889,0-6-4128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6:4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1 30174,'0'0'1129,"0"0"-569,0 0-48,-59 110-120,24-74-392,-7 5 0,-15 8 0,-48 34 0,11-12-568,-3-4-1593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03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0 425 30439,'0'0'792,"0"0"-664,119 0-64,-5-12 192,0-10-40,-7 2-120,-15 3-56,-26 7-32,0-2-8,10-4-224,-23 2-1008,-20-3-2553</inkml:trace>
  <inkml:trace contextRef="#ctx0" brushRef="#br0" timeOffset="253.985">423 1 29694,'0'0'985,"-26"104"-441,11-19-112,-3 33 80,5 26-208,4-10-200,7-23-80,2-34-24,2-28-216,31-3-432,0-11-1073,-2-15-12586</inkml:trace>
  <inkml:trace contextRef="#ctx0" brushRef="#br0" timeOffset="521.143">914 103 29326,'0'0'647,"19"6"-299,-2 0-287,150 62 875,-158-64-908,-1 1 0,1 0 1,-1 0-1,0 1 0,0 0 0,0 0 0,-1 1 0,0 0 1,0 0-1,-1 1 0,0-1 0,-1 1 0,1 1 1,-1-1-1,-1 1 0,0 0 0,0 0 0,0 3-28,-3 5-13,-2 1-1,0-1 1,0 1-1,-2-1 1,0 0-1,-1 0 1,-1 0-1,-1 0 1,0-1-1,-1 0 1,-1 0-1,0-1 1,-1 0-1,-1 0 0,0-1 1,-1 0-1,-1-1 1,0 0-1,0-1 1,-1 0-1,-1-1 14,14-11-1,-231 213-388,194-171 395,39-40-3,0 0 0,0-1 0,-1 0 0,1 1 0,0-1 0,1 0 0,-1 0 0,0 0 0,0 0 0,0 0 0,1 0 0,-1-1 0,0 1 0,1-1 0,-1 0-1,0 1 1,1-1 0,-1 0 0,1 0 0,-1-1 0,0 1 0,1 0 0,-1-1 0,2 0-3,2 0 8,28-3 9,0-2 0,0-1 0,-1-2 0,0-1 0,0-1-1,-1-2 1,-1-2 0,10-6-17,-35 18 0,78-40-766,-2-4 0,-3-2 0,2-7 766,9-8-3059</inkml:trace>
  <inkml:trace contextRef="#ctx0" brushRef="#br0" timeOffset="894.04">1899 20 28574,'0'0'828,"0"0"-254,0 0-113,0 0 2,0 0-68,19 20-137,115 121 275,-102-105-448,-2 2 0,-1 0 0,-2 2 0,-2 1 0,-2 1 1,-1 2-1,-2 0 0,7 27-85,34 23-1160,-41-82-673</inkml:trace>
  <inkml:trace contextRef="#ctx0" brushRef="#br0" timeOffset="1163.261">2289 152 29222,'0'0'1585,"0"0"-1233,-123 113-72,68-54-24,5 8-120,8 34-136,14-18-376,14-14-1737</inkml:trace>
  <inkml:trace contextRef="#ctx0" brushRef="#br0" timeOffset="1407.528">2637 405 29518,'0'0'2193,"0"0"-1881,0 0-232,0 0 56,167-45 184,-84 23-112,9-4-208,-4 3 0,-5 1-104,-10 2-448,-1-4-456,-20 7-865,-21 1-5976</inkml:trace>
  <inkml:trace contextRef="#ctx0" brushRef="#br0" timeOffset="1656.879">3082 28 29350,'0'0'1361,"0"0"-1193,-28 105-24,12-42 200,-6 24-64,-6 29-176,2-9-104,4-11-112,11-23-352,11-25-313,0-11-1335,11-11-2209</inkml:trace>
  <inkml:trace contextRef="#ctx0" brushRef="#br0" timeOffset="1861.398">3464 74 30679,'0'0'608,"0"0"-368,0 0-136,0 0 81,0 0 127,26 8-70,87 31-88,-102-34-138,0 0 0,0 1 1,-1 1-1,0 0 0,0 0 0,0 1 0,-1 0 0,0 0 0,0 1 0,-1 0 0,-1 1 0,1 0 0,-2 0 1,1 1-1,-1 0-16,0 0 0,0 0 0,0 0 0,-1 1 0,-1 0 0,0 0 0,0 0 0,-1 0 0,-1 1 0,0-1 0,-1 1 0,0-1 0,-1 1 0,0-1 0,-1 1 1,-1 0-1,0-1 0,0 0 0,-2 1 0,1-1 0,-1 0 0,-1-1 0,0 1 0,-6 8 0,-7 9-126,-2 0-1,-1-1 1,-1-2 0,-2 0 0,0-1-1,-2-1 1,-1-2 0,0 0-1,-2-2 1,-25 13 126,19-18-1734,19-13-790</inkml:trace>
  <inkml:trace contextRef="#ctx0" brushRef="#br0" timeOffset="2126.135">4093 22 24021,'0'0'5560,"0"0"-4050,0 0-1046,0 0 20,0 0-87,0 0-174,-24 20-130,5-4-85,-5 3-7,1 1 0,1 1 0,1 0 1,1 2-1,1 1 0,-2 5-1,3-5 0,2 2 0,0-1 0,2 2 0,1 0 0,1 1 0,1 0 0,2 1 0,1 0 0,1 0 0,1 1 0,2-1 0,1 1 0,1 22 0,1-46 0,1 0 0,1 1 0,-1-1 0,1 0 0,0 1 0,0-1 0,1 0 0,0 0 0,0 0 0,0 0 0,1 0 0,0-1 0,0 1 0,1-1 0,-1 1 0,1-1 0,0 0 0,1-1 0,-1 1 0,1-1 0,0 0 0,0 0 0,0 0 0,0-1 0,1 0 0,-1 0 0,1 0 0,0 0 0,0-1 0,0 0 0,4 0 0,223 17-493,-117-18-1334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29198,'0'0'803,"0"0"-455,0 0-40,0 0 70,21 16-89,68 53-141,-84-65-144,0-1 1,0 1-1,0 0 1,0 0-1,0 0 1,-1 1-1,0 0 1,0 0-1,0 0 0,-1 0 1,0 1-1,0-1 1,0 1-1,0 0 1,-1-1-1,0 1 0,0 0 1,-1 1-1,0-1 1,0 0-1,0 0 1,-1 1-1,0-1 1,0 0-1,0 1 0,-1-1 1,0 0-1,0 0 1,-1 0-1,0 0 1,-1 2-5,-6 10 0,-2 0 1,0-1-1,-1-1 1,-1 0-1,-1-1 1,0 0 0,-1-1-1,-3 2 0,0 1 7,-16 15-6,17-17-4,-1 1 0,2 0-1,0 1 1,2 1 0,-1 0 0,2 1 0,-7 14 3,19-32 0,0 0-1,0 1 1,1-1 0,-1 0-1,0 1 1,0-1 0,1 1-1,-1-1 1,1 1 0,0-1-1,-1 1 1,1-1 0,0 1-1,0-1 1,0 1 0,0-1-1,0 1 1,0-1 0,0 1-1,0-1 1,1 1 0,-1-1-1,1 1 1,-1-1 0,1 1-1,-1-1 1,1 0 0,0 1-1,0-1 1,0 0 0,0 0-1,0 1 1,0-1 0,0 0-1,0 0 1,0 0 0,0 0-1,1 0 1,-1-1 0,0 1-1,2 0 1,65 7-4,-57-8 5,34-4-32,-1-2 1,0-2 0,0-1 0,0-3-1,-2-1 1,0-2 0,4-4 30,55-22-748,-17 2-885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21901,'0'0'8650,"0"0"-8186,0 0-320,0 0-48,0 0-40,0 0-56,0 0-448,70 98-1513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3177,'0'0'25957,"0"0"-24917,0 0-519,-97 107-257,42-70-264,9-9-312,0-11-3169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28390,'0'0'1536,"0"0"-1296,0 0 73,0 0-17,0 0-168,-127 142-128,94-96-144,2-7-1505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26350,'0'0'2820,"0"0"-2012,0 0-652,0 0 39,0 0 76,17 12-62,-3-1-178,113 58 80,-76-55-85,-31-10-19,-1 0 0,0 2-1,0 0 1,-1 1 0,0 1-1,0 0 1,0 2 0,-1 0-1,11 9-6,-26-17 5,0 0 0,0 0 0,0 0-1,0 0 1,0 1 0,0-1 0,0 1 0,-1-1-1,1 1 1,-1 0 0,0-1 0,0 1-1,0 0 1,0 0 0,0 0 0,-1 0 0,1 0-1,-1 0 1,0 0 0,0 0 0,0 0-1,0 0 1,0 0 0,-1 0 0,1 0 0,-1 0-1,0-1 1,0 1 0,0 0 0,0 0 0,0 0-1,-1-1 1,1 1 0,-1-1 0,0 1-1,0-1 1,-1 2-5,-89 67 219,72-59-322,0-2 0,-1 0 0,0-1 0,0-1 0,-1-2 0,0 0 0,0-1 0,-1-1 0,1-1-1,-8 0 104,10-3-1660</inkml:trace>
  <inkml:trace contextRef="#ctx0" brushRef="#br0" timeOffset="321.736">715 1 29534,'0'0'1063,"0"0"-752,0 0-207,0 0 99,19 3 86,30 3-178,6-1-60,0 3-1,-1 2 1,0 3 0,-1 2 0,0 2 0,20 11-51,-68-26 2,0-1 1,0 1-1,0 1 0,-1-1 1,1 1-1,0-1 0,-1 1 1,0 0-1,0 1 0,0-1 1,0 1-1,0 0 0,-1 0 1,1 0-1,-1 0 0,0 1 1,-1-1-1,1 1 0,-1 0 1,0 0-1,0 0 0,0 0 1,-1 0-1,1 0 0,-1 0 1,-1 1-1,1-1 0,-1 0 1,0 1-1,0-1 0,0 0 1,-1 0-1,0 1 0,0-1 1,0 0-1,-1 0 0,1 0 1,-1 0-1,-2 3-2,-12 10 7,-1-2 1,-1 0-1,0-1 1,-1-1-1,-1 0 1,0-2-1,-1 0 0,-3 0-7,-51 33-46,-64 53-993,93-62-620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38.72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1759 0 30166,'0'0'727,"0"0"-496,0 0-166,23 7-6,142 44 78,-157-49-135,0-1 0,-1 2-1,1-1 1,-1 1 0,1 0 0,-1 1-1,0 0 1,0 0 0,-1 0-1,1 1 1,-1 0 0,0 1-1,0-1 1,-1 1 0,0 0 0,0 0-1,0 1 1,-1-1 0,0 1-1,0 0 1,0 0 0,0 3-2,-2 1-2,-1 1-1,0-1 1,-1 0 0,0 0 0,-1 1 0,0-1 0,0 0 0,-2 0-1,1 0 1,-1 0 0,-1-1 0,0 1 0,0-1 0,-1 0 0,-1 0-1,1 0 1,-7 6 2,-130 145-42,103-124 38,-1-2 0,-2-1 0,-2-2 0,-44 24 4,36-38-7,65-36-395,12 1 374,0 1 1,1 1-1,1 1 1,0 1-1,1 2 1,0 0-1,1 2 1,0 1-1,0 2 1,1 1-1,-1 1 1,1 1-1,4 2 28,-28-1 7,-1 1 0,0 0 0,1 0 0,-1 0 0,1 1 0,-1-1 1,1 1-1,-1 1 0,1-1 0,-1 1 0,0 0 0,1 0 0,-1 1 0,0-1 0,1 1 0,-1 0 0,0 1 0,-1-1 0,1 1 0,0 0 0,-1 0 0,1 0 0,-1 1 0,0 0 0,0 0 0,-1 0 1,1 0-1,-1 0 0,0 1 0,0-1 0,0 1 0,0 0 0,-1 0 0,0 0 0,0 1-7,-1 15 7,-1 1-1,-1-1 1,-1 0 0,-1 1 0,-1-1-1,0 0 1,-2-1 0,0 1-1,-2-1 1,0 0 0,-1-1 0,-1 0-1,-1-1 1,0 0 0,-2 0 0,0-1-1,-1-1 1,0 0 0,-1-1-1,-1 0 1,-1-2 0,-6 5-7,-35 19-800,29-31-1887,18-6-3513</inkml:trace>
  <inkml:trace contextRef="#ctx0" brushRef="#br0" timeOffset="435.465">2482 259 28254,'0'0'1067,"0"0"-543,0 0-237,0 0 161,0 0-25,21 2-173,-8-1-224,8-1 2,0 1 0,0 2 0,0 0 1,0 1-1,-1 0 0,0 2 1,0 1-1,0 0 0,-1 1 1,0 1-1,0 1 0,-1 1 0,0 1 1,9 8-29,-21-9 5,0 1 1,0 1 0,-1-1-1,0 1 1,-2 0-1,1 0 1,-1 0-1,-1 0 1,0 1 0,-1-1-1,-1 1 1,0-1-1,-1 1 1,0-1 0,-1 0-1,0 1 1,-1-1-1,-1 0 1,0 0 0,-1-1-1,0 1 1,-1-1-1,0 0 1,-1-1 0,0 1-1,-3 1-5,-10 21-132,-2-1 0,-1-2 0,-1 0 1,-2-1-1,0-2 0,-3-1 0,0-1 0,-1-1 0,-5 1 132,28-30-3862,14-18-6137</inkml:trace>
  <inkml:trace contextRef="#ctx0" brushRef="#br0" timeOffset="705.809">3359 170 29070,'0'0'888,"0"0"-347,0 0-203,-19 9-74,-117 72 39,98-49-232,2 1-1,0 1 1,3 2 0,1 2-1,2 1 1,1 1 0,2 1-1,2 2 1,2 0 0,2 2 0,-8 26-71,25-63 13,1 1 0,0-1 1,0 1-1,1 0 0,0 0 1,0 0-1,1 0 1,1 0-1,-1 0 0,1 1 1,1-1-1,0 0 1,0 0-1,1 0 0,0 0 1,0 0-1,1 0 0,0-1 1,1 1-1,0-1 1,0 0-1,1 0 0,0 0 1,0-1-1,1 1 0,0-1 1,0-1-1,1 1 1,0-1-14,10 2-8,0-2 0,0 0 1,1-1-1,0 0 1,0-2-1,0 0 0,0-1 1,1-1-1,-1-1 1,8 0 7,-15 0-19,118 0-508,-8-3-686</inkml:trace>
  <inkml:trace contextRef="#ctx0" brushRef="#br0" timeOffset="-751.328">60 503 27910,'0'0'944,"0"0"-704,0 0-56,0 0 256,0 0 16,176 95-127,-95-89-89,8-6-48,12 0-88,2-2-56,0-12-24,-4 4-24,-9 1-72,8 3-456,-25 2-729,-23-2-1391</inkml:trace>
  <inkml:trace contextRef="#ctx0" brushRef="#br0" timeOffset="-487.817">740 164 28926,'0'0'640,"0"0"-368,-11 146 240,6-71-15,5 8-209,0 18-152,0-9-80,0 5-32,0-2-24,0-18-16,13 15-344,5-23-857,-3-23-615</inkml:trace>
  <inkml:trace contextRef="#ctx0" brushRef="#br0" timeOffset="84261.394">387 505 27566,'0'0'2547,"0"0"-1777,0 0-572,0 0-58,0 0 208,-6 0 57,-11-5-126,51-4-66,-2 2-93,327-78-60,4 16 1,2 16-1,150 5-60,434 9 0,-937 38 62,21-1-390,-57-3-181,-26 1-491,-12-2-1290</inkml:trace>
  <inkml:trace contextRef="#ctx0" brushRef="#br0" timeOffset="84542.805">426 876 29798,'23'4'619,"132"9"-321,0-7 1,0-7-1,0-7 0,0-6 0,67-19-298,293-31 859,407 6-859,-749 51-39,-173 5-1086,-15-3-592</inkml:trace>
  <inkml:trace contextRef="#ctx0" brushRef="#br1" timeOffset="107118.1">25 679 24429,'0'0'4358,"0"0"-2856,0 0-814,0 0 12,0 0-47,-5 4-280,-14 17-303,29-24-76,125-34 6,-30 21 0,1 6 0,0 4 0,33 5 0,-12-1 0,1616-107 0,-1615 108 0,-127 1 0,-1-1 0,1 1 0,0 0 0,-1 0 0,1-1 0,-1 1 0,1 0 0,-1-1 0,1 1 0,-1-1 0,1 1 0,-1-1 0,0 1 0,1-1 0,-1 1 0,1-1 0,-1 1 0,0-1 0,0 1 0,1-1 0,-1 0 0,0 1 0,0-1 0,0 0 0,0 1 0,0-1 0,0 1 0,1-1 0,-2 0 0,1 1 0,0-1 0,0 0 0,0 1 0,0-1 0,0 0 0,0 1 0,-1-1 0,1 1 0,0-1 0,0 1 0,-1-1 0,1 0 0,-1 1 0,1-1 0,0 1 0,-1 0 0,1-1 0,-1 1 0,1-1 0,-1 1 0,1 0 0,-1-1 0,1 1 0,-1 0 0,0-1 0,-46-44-272,19 22-1088</inkml:trace>
  <inkml:trace contextRef="#ctx0" brushRef="#br1" timeOffset="107570.964">183 598 27774,'0'0'1232,"0"0"-542,0 0-185,0 0 217,27 0-41,266-17 215,183-62-611,-114 18-303,75 7 18,-251 41 0,1 7 0,123 16 0,-251-5 0,0 4 0,0 1 0,-1 4 0,0 2 0,-2 2 0,0 3 0,-1 2 0,4 5 0,-90-27 0,-2-7-15,-2 0-58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32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1 29998,'0'0'1593,"0"0"-1425,0 0 176,0 0 136,-31 102-296,13-58-184,-3 5 0,-21 18-184,5-12-816,-1-11-1577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33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130 207 27894,'0'0'1579,"0"0"-1134,0 0-347,0 0 104,0 0 121,0 0-24,-3 5 37,3-5-322,-1 1-1,1 0 1,-1 0 0,1 0-1,-1-1 1,1 1-1,0 0 1,-1 0 0,1 0-1,0 0 1,0 0 0,0 0-1,-1 0 1,1 0 0,0 0-1,0 0 1,0 0-1,1 0 1,-1 0 0,0-1-1,0 1 1,0 0 0,1 0-1,-1 0 1,1 0-1,-1 0 1,0 0 0,1-1-1,0 1 1,-1 0 0,1 0-1,-1-1 1,1 1 0,0 0-1,-1-1 1,1 1-1,0 0 1,0-1 0,0 1-1,-1-1 1,1 0 0,0 1-1,0-1 1,0 0 0,0 1-1,0-1 1,0 0-1,0 0 1,0 0 0,0 0-1,0 0 1,0 0 0,0 0-1,0 0 1,-1 0 0,1 0-1,0-1 1,1 1-14,8 3 72,-2-2-55,-1 0 1,1 0-1,0 1 0,0 0 1,-1 1-1,1-1 0,-1 1 1,0 1-1,0-1 0,0 1 1,0 0-1,-1 1 0,0 0 1,0 0-1,0 0 0,0 1 1,-1 0-1,0 0 0,0 0 1,0 1-1,-1-1 0,0 1 1,-1 0-1,1 0 0,-1 1 1,0-1-1,-1 1 0,0-1 1,0 1-1,-1 0 0,0 0 1,0-1-1,-1 1 0,0 1-17,-4 1 2,0 1 0,-1-1-1,-1 1 1,1-2 0,-2 1-1,1-1 1,-1 0-1,-1 0 1,0 0 0,0-1-1,-9 6-1,-3 6 1,-177 173-57,169-148 52,28-44 4,0 0 0,0 1 0,0-1 0,0 0 0,0 0-1,0 0 1,0 0 0,0 0 0,0 0 0,1 0 0,-1 0 0,0-1 0,1 1 0,-1 0 0,1 0 0,-1 0-1,1 0 1,-1 0 0,1 0 0,0-1 0,-1 1 0,1 0 0,0 0 0,-1-1 0,1 1 0,0-1 0,0 1 0,0 0-1,0-1 1,0 0 0,0 1 0,-1-1 0,1 0 0,0 1 0,0-1 0,0 0 0,0 0 0,0 0 0,0 0-1,0 0 1,0 0 0,1 0 0,-1 0 0,0 0 0,0 0 0,0-1 0,43 1 5,0-2 0,0-2 1,-1-2-1,1-2 0,-1-2 0,-1-2 0,23-9-5,-17 6 3,267-96-2469,-235 75-3485</inkml:trace>
  <inkml:trace contextRef="#ctx0" brushRef="#br0" timeOffset="283.694">1298 0 29030,'0'0'2281,"0"0"-2025,0 0-24,0 0 56,0 0-144,0 0-144,68 134-296,-57-104-864,-4-5-5482</inkml:trace>
  <inkml:trace contextRef="#ctx0" brushRef="#br0" timeOffset="594.746">1336 764 27598,'0'0'3585,"0"0"-3057,0 0-40,-149 100-336,94-64-152,0-3-1112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32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58 9602,'0'0'17170,"0"0"-13154,0 0-3527,0 0-101,0 0 69,0 0-81,16 9-148,119 41-187,-127-51-41,0 1 0,0 1 0,0-1 0,0 2 0,0-1 0,0 1 0,0 0 0,0 0 0,-1 1 0,1 0 0,-1 1 0,0-1 0,0 1 0,0 1 0,-1-1 0,1 1 0,-1 1 0,0-1 0,-1 1 0,1 0 0,-1 0 0,0 0 0,-1 1 0,1 0 0,-1 0 0,-1 0 0,1 0 0,-1 1 0,-1-1 0,1 1 0,-1 0 0,0 0 0,-5 2 0,1 1 0,-2 0 0,1-1 0,-1 0 0,-1 0 0,0 0 0,0 0 0,-1-1 0,0 0 0,-1 0 0,0 0 0,0-1 0,-1 0 0,0-1 0,0 0 0,-1 0 0,0 0 0,0-1 0,0-1 0,-1 1 0,0-2 0,-10 5 0,5 0 0,-298 163-1295,312-171-947</inkml:trace>
  <inkml:trace contextRef="#ctx0" brushRef="#br0" timeOffset="281.399">864 1 30711,'0'0'945,"0"0"-638,0 0-132,0 0 146,22 7-77,129 52-180,-137-52-64,-1 1 0,0 1 0,0 0 0,-1 0 0,0 1 0,-1 1 0,0 0 0,0 1 0,4 7 0,-11-14 0,-1 0 0,0 0 0,0 0 0,-1 0 0,0 0 0,1 1 0,-2-1 0,1 1 0,-1 0 0,1-1 0,-2 1 0,1 0 0,-1 0 0,0 0 0,0-1 0,0 1 0,-1 0 0,0 0 0,0-1 0,0 1 0,-1 0 0,0-1 0,0 0 0,0 1 0,-1-1 0,0 0 0,-1 2 0,-15 17 0,-1-2 0,-1 0 0,-1-1 0,0-1 0,-2-1 0,-1-1 0,0-1 0,-6 1 0,12-5 0,-92 54-940,77-52-817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30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 1 30190,'0'0'735,"0"0"-417,0 0-65,0 0 70,-8 19-136,-115 281 102,117-284-282,-2 1-3,0 1 1,2 1-1,0-1 1,1 1-1,1 0 1,0 0-1,2 0 1,0 0-1,1 1 1,2 7-5,2-22 2,0 0 0,1 0 0,0 0 0,0 0 0,0-1 0,1 1 0,-1-1 0,1 0 0,0-1 0,0 1 0,0-1 0,1 0 0,-1 0 0,1-1 0,0 1 0,-1-1 0,1-1 0,0 1 0,0-1 0,1 0 0,-1 0-1,0-1 1,0 0 0,0 0 0,0 0 0,1-1 0,-1 0 0,3-1-2,-1 3 2,23 1-133,0-1 0,0-1 0,0-2 0,0-1 1,0-2-1,-1-1 0,0-1 0,0-1 0,-1-2 0,0-1 0,0-1 0,-1-1 0,-1-2 0,0-1 0,-1-1 0,9-9 131,1-11-3647</inkml:trace>
  <inkml:trace contextRef="#ctx0" brushRef="#br0" timeOffset="250.172">485 54 29222,'0'0'1337,"0"0"-1041,-57 148 32,27-55 224,-3 23-216,4-7-224,10-15-112,10-19 0,9-27-320,17-11-344,3-11-1625</inkml:trace>
  <inkml:trace contextRef="#ctx0" brushRef="#br0" timeOffset="488.063">987 135 29198,'0'0'1313,"0"0"-1145,46 105 0,-19-50 280,-1 4 152,3 4-352,-1 0-160,3-4-40,-3-3-32,-4-7-16,-6-10-56,-7-7-360,-9-12-432,-2-16-2249</inkml:trace>
  <inkml:trace contextRef="#ctx0" brushRef="#br0" timeOffset="683.436">1193 103 30511,'0'0'1288,"0"0"-1128,0 0-8,-118 152 168,74-89-280,-6 6-40,-29 38-440,9-18-768,8-14-13812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7:29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0 453 29278,'0'0'687,"0"0"-258,0 0 156,0 0-92,0 0-104,0 0-64,12 3-69,91 13 69,288-69-325,-143 73 0,-203-13-1427,-30-6-1355</inkml:trace>
  <inkml:trace contextRef="#ctx0" brushRef="#br0" timeOffset="499.991">1094 17 29150,'0'0'767,"0"0"-411,0 0-18,0 0 154,0 0-116,23-1-168,145-2 95,-149 3-265,0 1 0,0 1 0,-1 1 0,1 0 0,-1 1 0,0 1 0,0 1 1,0 1-1,-1 0 0,0 1 0,0 1 0,-1 1 0,0 0 0,-1 1 1,2 2-39,-13-6 5,0 1-1,0 0 1,-1 0 0,1 0 0,-2 1 0,1-1 0,-1 1 0,-1 0 0,0-1-1,0 1 1,-1 0 0,1 0 0,-2 0 0,0-1 0,0 1 0,0 0-1,-1-1 1,0 1 0,-1-1 0,0 1 0,0-1 0,-1 0 0,0 0 0,0-1-1,-1 1 1,0-1 0,0 0 0,-1 0 0,-2 2-5,-32 47-261,-2-2 1,-3-1-1,-2-3 0,-10 6 261,-5-9-2080,47-43-902</inkml:trace>
  <inkml:trace contextRef="#ctx0" brushRef="#br0" timeOffset="857.406">2109 11 28878,'0'0'1586,"0"0"-1115,0 0-226,-21 3 190,-68 13-83,77-13-315,1 1 1,0 0-1,0 0 0,0 1 1,1 1-1,-1 0 0,1 0 1,1 1-1,-1 0 1,-6 7-38,-2 0 55,1-1-38,1 0 0,0 2 0,0 0 0,1 0 0,1 1-1,1 1 1,0 1 0,2 0 0,-1 0 0,2 1 0,1 0-1,0 1 1,2 0 0,0 1 0,1-1 0,1 1 0,1 0 0,1 0-1,1 1 1,0-1 0,2 1 0,1-1-17,0-14 0,0 0 0,0-1 0,1 1 0,0-1 0,1 0 0,-1 1 1,1-1-1,0 0 0,1 0 0,-1-1 0,1 1 0,0-1 0,1 0 0,-1 0 0,1 0 0,0-1 0,0 1 0,1-1 0,-1-1 1,1 1-1,0-1 0,0 0 0,0 0 0,0 0 0,0-1 0,2 0 0,182 28-90,-109-29-452,0-3 0,0-4 0,-1-4 0,0-3 0,3-4 542,32-13-4308</inkml:trace>
  <inkml:trace contextRef="#ctx0" brushRef="#br0" timeOffset="1184.191">2732 342 30046,'0'0'1289,"0"0"-1153,0 0 0,131-6 240,-59-8-200,5-3-120,-2-1-40,-5 2 0,-11 6-16,-9 2-160,-12 4-360,-16 0-1073,-9 1-4048</inkml:trace>
  <inkml:trace contextRef="#ctx0" brushRef="#br0" timeOffset="1465.568">3159 1 28038,'0'0'2553,"0"0"-2257,-35 110 96,17-49 200,1 10-224,-1 8-232,1 8-128,4 0-8,8 10-448,5-28-784,0-26-3778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5:13.13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6848 8155 26398,'0'0'1169,"0"0"648,0 0-1032,0 0-318,0 0-48,-1-19-59,-34-271 439,35 282-797,-1-1 0,0 1 1,0 0-1,-1 0 1,0 0-1,0 0 0,-1 0 1,0 0-1,-1 0 0,1 1 1,-1 0-1,-1 0 1,0 0-1,1 0 0,-2 1 1,1-1-1,-1 1 1,0 1-1,0-1 0,-1 1 1,0 0-1,0 1 1,0-1-1,0 1 0,-1 1 1,1 0-1,-1 0 1,0 0-1,0 1 0,0 0 1,0 0-1,-1 1 1,1 0-1,-2 1-2,-1 3-2,-1 2 1,1-1-1,0 1 1,1 1 0,-1 0-1,1 1 1,0 0-1,1 0 1,0 1-1,0 0 1,1 1-1,0 0 1,0 0-1,1 1 1,0-1-1,0 2 1,2-1-1,-1 1 1,-1 4 1,-27 49-2,3 2 0,2 1 0,4 2 0,2 0 0,4 1 0,-4 33 2,11-45-1,1 1 1,3 1-1,3-1 1,3 1-1,3 33 1,-1-85-1,1 0-1,1-1 1,-1 1 0,1-1-1,0 0 1,1 1-1,0-1 1,0 0 0,0 0-1,1-1 1,0 1-1,0-1 1,1 0 0,0 0-1,0 0 1,0 0-1,1-1 1,0 0 0,0 0-1,0-1 1,0 0 0,1 0-1,0 0 1,-1-1-1,2 0 1,-1 0 0,0-1-1,0 0 1,2 0 1,6 2-1,0-1 1,0-1 0,1-1 0,-1 0-1,1 0 1,-1-2 0,0 0 0,1-1-1,-1 0 1,0-2 0,0 1 0,0-2-1,-1 0 1,1-1 0,19-11 3,-2-1 0,0-1 0,-1-2 0,-1-2 0,-1 0-1,-1-2 1,-1-1 0,-2-1 0,0-1 0,-2-1 0,8-15-3,9-19-4,-2-2 1,-3-1 0,-4-2-1,-2-1 1,2-17 3,-23 62-374,1 2-1,1-1 1,1 1 0,1 1-1,0 0 1,14-16 374,3 1-3659</inkml:trace>
  <inkml:trace contextRef="#ctx0" brushRef="#br0" timeOffset="575.614">10556 8207 27134,'0'0'1057,"0"0"-272,-12-22-137,-72-126 624,54 89-670,19 30-496,-2 1-1,-1 1 1,-1 0-1,-1 1 0,-1 1 1,-1 0-1,-2 2 0,0 0 1,-2 1-1,0 1 1,-1 1-1,-22-14-105,38 30 0,0 0-1,-1 0 1,1 1 0,-1 0-1,0 0 1,0 1 0,0 0-1,0 0 1,-1 1 0,1 0-1,0 0 1,-1 1 0,1 0-1,0 1 1,-1 0 0,1 0-1,0 1 1,0 0-1,0 0 1,0 1 0,0 0-1,0 0 1,1 1 0,-1 0-1,1 0 1,0 1 0,0 0-1,1 0 1,0 1 0,-1-1-1,0 4 1,-23 24-3,2 1-1,1 1 0,2 2 1,2 0-1,1 2 0,2 0 0,1 2 1,3 0-1,0 4 4,4-7-1,2 0-1,1 1 1,2 0 0,2 0-1,2 1 1,1 9 1,0-37 0,1 0-1,1-1 1,-1 1-1,2 0 1,0 0-1,0 0 1,1-1-1,0 1 1,1-1-1,1 1 1,0-1-1,0 0 1,1 0-1,0-1 1,1 1 0,0-1-1,1-1 1,0 1-1,1-1 1,-1 0-1,2-1 1,-1 1-1,6 2 1,-1-3-1,0-1-1,1-1 0,0 0 0,0 0 1,0-2-1,1 0 0,-1 0 1,1-1-1,0-1 0,0-1 0,0 0 1,0-1-1,0 0 0,0-1 1,0-1-1,0-1 0,-1 0 0,1-1 1,-1 0-1,0-1 0,0 0 1,0-2-1,-1 1 0,0-2 0,0 0 1,0 0-1,-1-1 0,6-7 2,6-5 3,-2-1 1,0-1-1,-2-1 0,0-1 0,-2-1 0,-1 0 0,-1-1 0,-1-1 0,-1 0 0,-2-1 1,-1-1-1,-1 0 0,-2 0 0,-1-1 0,-1 0 0,-2 0 0,-1 0 0,-1-11-3,-1 37-79,0 0 0,-1 1 1,0-1-1,0 0 0,0 0 0,-1 1 0,1-1 0,-1 0 0,0 0 0,-1 1 0,1-1 0,-1 1 0,0 0 0,0-1 0,0 1 0,0 0 0,-1 0 0,0 0 0,0 0 1,0 1-1,0-1 0,-1 1 0,1 0 0,-1 0 0,0 0 0,-1 0 79,-27-6-3538</inkml:trace>
  <inkml:trace contextRef="#ctx0" brushRef="#br0" timeOffset="11872.064">17555 7822 29286,'0'0'1319,"0"0"-713,0 0-276,0-21 108,0 1-326,-15-151 437,13 163-543,1 0 1,-2 0-1,1 0 0,-1 0 1,0 0-1,0 0 0,-1 1 1,0 0-1,-1 0 0,1 0 1,-1 0-1,-1 1 1,1-1-1,-1 1 0,0 1 1,0-1-1,-1 1 0,0 0 1,0 0-1,-7-2-6,5 3 0,-1 1 0,0 0 0,0 1 0,0 0 0,-1 0 0,1 1 0,0 1 0,-1 0 0,1 0 0,0 1 0,0 0 0,-1 1 0,1 0 0,0 0 0,0 1 0,1 1 0,-1 0 0,1 0 0,0 1 0,0 0 0,0 0 0,0 1 0,1 0 0,0 1 0,0 0 0,0 1 0,-17 17 0,0 1 0,2 1 0,1 2 0,1 0 0,2 1 0,-13 28 0,11-18 0,3 1 0,1 0 0,2 2 0,2 0 0,1 0 0,3 1 0,2 0 0,1 1 0,3-1 0,1 20 0,1-56 0,1 0 0,1 0 0,-1 0 0,1 0 0,0 0 0,1-1 0,0 1 0,0 0 0,1-1 0,0 1 0,0-1 0,1 0 0,0 0 0,0 0 0,0-1 0,1 1 0,0-1 0,0 0 0,1-1 0,0 1 0,0-1 0,0 0 0,0 0 0,1-1 0,2 1 0,0 0 0,1-1 0,-1 0 0,1-1 0,0 0 0,0-1 0,0 0 0,1 0 0,-1-1 0,0 0 0,1-1 0,-1 0 0,0-1 0,1 0 0,-1-1 0,0 0 0,0 0 0,0-1 0,0-1 0,0 1 0,-1-2 0,0 1 0,0-1 0,7-5 0,4-3 0,1-1 0,-2-1 0,0-1 0,-1-1 0,-1 0 0,0-1 0,-1-1 0,-2-1 0,8-12 0,-14 19 0,0 0 0,-1 0 0,-1-1 0,0 0 0,-1 0 0,-1 0 0,0-1 0,-1 0 0,0 1 0,-1-1 0,-1 0 0,0-6 0,-3 14-70,1-1 0,-1 0 1,-1 1-1,1-1 0,-1 1 0,0 0 0,-1 0 1,0 0-1,0 1 0,-1-1 0,1 1 1,-1 0-1,-1 0 0,1 0 0,-1 1 0,0 0 1,0 0-1,0 0 0,-1 1 0,0 0 0,0 0 1,0 1-1,0 0 0,0 0 0,-1 1 70,6 1-37,-67-32-2502</inkml:trace>
  <inkml:trace contextRef="#ctx0" brushRef="#br0" timeOffset="11166.752">15302 7956 27014,'0'0'2688,"0"0"-2080,0 0-327,0 0-169,0 0 0,0 0 192,90 12-72,-18-10-104,14-2-40,3 0-8,1 0-32,-4-2-24,-9-2-16,-7 4-8,-11 0-56,-4 2-336,-16 12-873,-17-4-1319</inkml:trace>
  <inkml:trace contextRef="#ctx0" brushRef="#br0" timeOffset="11421.095">15887 7550 29102,'0'0'856,"0"0"-279,-37 156-113,30-91-80,5 0-128,2 0-160,0 0-64,11 6-32,4 2 0,7 35-272,-4-19-608,-5-14-1713</inkml:trace>
  <inkml:trace contextRef="#ctx0" brushRef="#br0" timeOffset="41290.202">6422 9473 24525,'0'0'3748,"0"0"-2544,0 0-812,0 0 88,0 0-17,26 18-96,84 54-75,-101-67-259,0 0-1,0 0 1,1-1 0,0 0 0,0 0 0,0-1 0,0-1 0,0 0-1,0 0 1,1-1 0,-1 0 0,8-1-33,11 1 58,237 5 160,0-13 0,57-16-218,104-5 37,1072-19 209,-167 60-189,-985-7-53,-343-6-45,1 0-1,-1 0 1,1-1 0,-1 1 0,0-1-1,1 0 1,-1 0 0,0-1 0,0 1-1,0-1 1,0 0 0,0 0-1,0-1 1,-1 1 0,1-1 0,-1 1-1,1-1 1,-1 0 0,0 0-1,0-1 42,5-25-2079</inkml:trace>
  <inkml:trace contextRef="#ctx0" brushRef="#br0" timeOffset="72623.246">15273 9294 26910,'0'0'3625,"0"0"-3153,0 0-336,0 0-40,0 0 280,128 25 8,-8-25-64,53-31-112,29-19-88,4-1-72,-11 4 24,-22 17-72,-4 14 0,-9 8 0,-42 6-304,-32-1-1232</inkml:trace>
  <inkml:trace contextRef="#ctx0" brushRef="#br0" timeOffset="80287.836">19528 8165 25429,'0'0'4657,"0"0"-3984,0 0-305,0 0-208,0 0 88,0 0 136,-40 128-144,40-84-96,-2 5-32,-13 4-24,-16 7-16,-10 3-32,-12 2-40,-6 2-24,-20 8-344,18-18-304,8-19-1097</inkml:trace>
  <inkml:trace contextRef="#ctx0" brushRef="#br0" timeOffset="82296.001">25639 7475 28670,'0'0'2825,"0"0"-2521,0 0-224,0 0 0,0 0 392,0 0-232,110 116-144,-86-70-96,-2 29 0,-7-12-368,-13-4-1416</inkml:trace>
  <inkml:trace contextRef="#ctx0" brushRef="#br0" timeOffset="82550.666">25834 8627 11674,'0'0'19885,"0"0"-19109,0 0-344,0 0-432,0 0 0,0 0 0,-138 87 0,96-56 0,-45 30 0,10-5-960,-6-7-5610</inkml:trace>
  <inkml:trace contextRef="#ctx0" brushRef="#br0" timeOffset="80770.708">20782 7489 29958,'0'0'1490,"0"0"-915,0 0-319,0 0-27,0 0-39,-2 6-128,4-3-61,-1 1-1,1 0 0,0-1 0,0 1 0,0-1 1,1 0-1,-1 1 0,1-1 0,0-1 0,0 1 1,0 0-1,0 0 0,0-1 0,0 0 0,1 0 0,-1 0 1,1 0-1,0 0 0,0-1 0,-1 1 0,1-1 1,0 0-1,0-1 0,0 1 0,0 0 0,0-1 1,0 0-1,0 0 0,0 0 0,0-1 0,3 0 0,26 7 1,574 124-1,-563-120 0,0 2 0,-1 3 0,0 0 0,-2 3 0,0 2 0,0 1 0,0 4 0,-37-23 0,0 0 0,-1 0 0,1 0 0,-1 1 0,0-1 0,0 1 0,0 0 0,0 0 0,0 0 0,-1 1 0,1-1 0,-1 1 0,0-1 0,0 1 0,0 0 0,0-1 0,-1 1 0,0 0 0,1 0 0,-1 0 0,-1 1 0,1-1 0,-1 0 0,1 0 0,-1 0 0,-1 0 0,1 1 0,0-1 0,-1 0 0,0 0 0,0 0 0,-1 1 0,-93 75 0,-39-9 0,-3-5 0,-3-7 0,-84 21 0,220-78 0,-13 4 0,-93 34 0,-2-5 0,-61 9 0,84-37-303,75-51-1879,13 10-742</inkml:trace>
  <inkml:trace contextRef="#ctx0" brushRef="#br0" timeOffset="81144.962">22338 7491 30775,'0'0'718,"0"0"-383,0 0-47,0 0 90,27 4-145,402 48-193,-399-47-40,0 0 0,-1 2 0,1 2 0,-1 0 0,-1 2 0,0 1 0,-1 1 0,0 1 0,-1 2 0,0 0 0,-1 2 0,-2 1 0,10 10 0,-28-24 0,-1 0 0,0 0 0,0 1 0,0 0 0,-1 0 0,1 0 0,-1 0 0,-1 0 0,1 1 0,-1-1 0,-1 1 0,1 0 0,-1-1 0,0 1 0,0 0 0,-1 0 0,0 0 0,0 0 0,-1-1 0,0 1 0,0 0 0,0 0 0,-1-1 0,0 1 0,-1-1 0,1 1 0,-4 4 0,-9 9 0,-1-2 0,0 0 0,-2 0 0,0-2 0,-1 0 0,0-1 0,-1-1 0,-1-1 0,-17 8 0,-403 197 0,417-207-73,-8 5-106,-1-2-1,0-1 1,-1-2-1,-1-1 1,1-2-1,-19 2 180,34-9-2707</inkml:trace>
  <inkml:trace contextRef="#ctx0" brushRef="#br0" timeOffset="81582.76">23756 7416 28286,'0'0'2969,"0"0"-2180,30 2-679,0 0-88,165 29 234,-154-20-214,-2 3 0,1 1 0,-2 2 0,0 1-1,-1 3 1,-1 0 0,-1 3 0,28 23-42,-58-42 0,-1-1 0,1 1 0,-1 0 0,0 0 0,0 0 0,0 1 0,-1-1 0,0 1 0,0 0 0,0 0 0,-1 0 0,0 0 0,0 1 0,0-1 0,-1 0 0,0 1 0,0 0 0,-1-1 0,0 1 0,0-1 0,0 1 0,-1-1 0,0 1 0,0-1 0,-1 1 0,0-1 0,0 0 0,0 0 0,-1 0 0,0 0 0,0 0 0,-2 2 0,-15 16 0,-1-2 0,-1 0 0,-1-1 0,0-2 0,-2 0 0,0-1 0,-1-2 0,-17 8 0,6-2 0,-257 146 0,-68 17 0,295-140 0,108-30 0,64-15 0,0-6 0,-1-4 0,0-4 0,28-11 0,3 1 0,1 6 0,56 2 0,-65 12-471,-82 4-1242</inkml:trace>
  <inkml:trace contextRef="#ctx0" brushRef="#br1" timeOffset="156079.067">18351 4599 29470,'0'0'1441,"0"0"-1065,0 0-232,0 0 80,0 0 184,120-32-216,-43 28-136,63-2-56,-19 2-176,-9-2-1240</inkml:trace>
  <inkml:trace contextRef="#ctx0" brushRef="#br0" timeOffset="-42267.926">25356 2364 29262,'0'0'1745,"0"0"-1409,0 0-136,0 0-200,-127 110-56,114-108-1361</inkml:trace>
  <inkml:trace contextRef="#ctx0" brushRef="#br0" timeOffset="-41580.005">27811 1764 1104,'0'0'22326,"0"0"-18664,0 0-2405,0 0-1023,26-4 83,183-17 777,-199 20-1064,0 0-1,-1 0 0,1 1 1,0 1-1,0 0 0,0 0 0,-1 1 1,1 0-1,-1 1 0,1 0 1,-1 0-1,0 1 0,0 0 0,0 1 1,-1-1-1,0 2 0,1-1 1,-2 1-1,1 1 0,-1-1 0,0 1 1,0 1-1,-1-1 0,0 1 1,-1 0-1,1 0 0,1 5-29,60 231 55,-66-241-53,0 0 0,1 0 0,0-1 0,0 1 0,-1 0 0,1-1 0,1 1 0,-1-1 0,0 0 0,1 1 0,-1-1 0,1 0 0,-1-1 0,1 1 1,0 0-1,0-1 0,0 0 0,0 1 0,0-1 0,0 0 0,0-1 0,1 1 0,-1 0 0,0-1 0,0 0 0,0 0 0,1 0 0,-1 0 0,0 0 0,0-1 0,1 1 0,-1-1 0,0 0 0,0 0 0,0 0 0,0-1 0,0 1-2,104-73 33,-57 20-138,-2-2 1,-2-2-1,-4-2 1,-1-2-1,-4-2 1,-2-1-1,-3-2 1,18-57 104,-49 119 11,7-12 72,-1-1 0,-1 0 0,-1 0 0,0-1 0,-2 1 0,0-1 0,-1 0 0,-1 0 0,-1 0 0,0-3-83,-1 21 21,0 0 0,0 0 0,0 0 0,0 0 0,0 0 0,0 1 0,0-1 0,0 0 0,0 1 0,0-1 0,0 0 0,-1 1 0,1 0 0,0-1 0,0 1 0,-1 0 0,1-1 0,0 1 0,-1 0 0,1 0 0,0 0 0,0 0 0,-1 0 0,1 1 0,0-1 0,-1 0 0,1 1 0,0-1 0,0 0 0,0 1 0,-1-1 0,1 1 0,0 0 0,0-1 0,0 1 0,0 0 0,0 0 0,0 0 0,0 0 0,0 0 0,1 0 0,-1 0 0,0 0 0,0 0 1,1 0-1,-1 0 0,1 0 0,-1 1-21,-7 12 32,1 0 1,0 0 0,1 1 0,1 0 0,0 0 0,1 1 0,0-1 0,1 1 0,1 0 0,1 0 0,0 0-1,1 0 1,1 0 0,1 9-33,-1-13 18,6 82 65,4-1 0,4 0 0,4-1 0,25 70-83,9 43-5,9 122 5,-13 4 0,-7 107 0,-32-119 0,-10-313 0,0 0 0,0 0 0,-1 0 0,0 1 0,0-1 0,0 0 0,-1 0 0,1 0 0,-2-1 0,1 1 0,-1 0 0,0-1 0,0 1 0,0-1 0,-1 0 0,1 0 0,-1 0 0,-1-1 0,1 0 0,-1 1 0,1-1 0,-1-1 0,0 1 0,-1-1 0,1 0 0,0 0 0,-1 0 0,-2 0 0,0 0 0,0 0 0,0-1 0,0 0 0,-1 0 0,1-1 0,-1 0 0,1 0 0,-1-1 0,1 0 0,-1-1 0,0 0 0,1 0 0,0-1 0,-1 0 0,1 0 0,0-1 0,0 0 0,0 0 0,0-1 0,1 0 0,-1 0 0,1-1 0,0 0 0,0-1 0,1 1 0,0-1 0,0 0 0,0-1 0,1 1 0,-5-8 0,-3-10-17,0-1 1,1-1-1,2 0 1,0 0-1,2-1 1,1 0-1,1 0 1,2-1-1,0 0 1,2 0-1,1 0 1,1 0-1,2 0 0,0 0 1,6-22 16,5-10-290,2 2 1,2 0-1,3 1 1,3 1-1,2 0 1,2 2-1,3 2 1,2 0-1,6-3 290,46-71-2475</inkml:trace>
  <inkml:trace contextRef="#ctx0" brushRef="#br0" timeOffset="-43035.577">22406 2076 28030,'0'0'1406,"0"0"-913,0 0-224,30 3 98,113 4 19,13-46-144,318-129-63,-459 164-178,106-12 1,-117 18-3,1 0 1,-1 0-1,0 1 1,1-1 0,-1 1-1,-1 0 1,1 1-1,0-1 1,-1 0 0,1 1-1,-1 0 1,0 0-1,-1 0 1,1 0-1,0 0 1,-1 1 0,0-1-1,0 1 1,-1-1-1,1 1 1,-1 0 0,0 0-1,0 0 1,0-1-1,-1 1 1,0 0-1,0 0 1,0 0 0,-1 0-1,1 0 1,-1 0-1,-1 3 1,-3 30 3,-1-1 0,-2 1-1,-1-2 1,-2 1 0,-2-2-1,-1 0 1,-1 0 0,-3-1-1,0-1 1,-21 26-3,11-10-3,-2-1-1,-2-2 1,-3-1 0,-1-2-1,-2-1 1,-20 15 3,50-50-134,-1 0 0,0-1 0,0 0 0,0 0 0,-1-1 0,0-1 0,0 0 0,0 0 1,-1-1-1,1 0 0,-1 0 0,1-1 0,-1-1 0,0 0 0,0 0 0,-2-1 134,-31-7-3964</inkml:trace>
  <inkml:trace contextRef="#ctx0" brushRef="#br0" timeOffset="-42788.73">23057 1541 7874,'-59'105'21268,"-11"27"-20476,-11 28-255,6 1-137,20-13-56,18-2-184,17-12-112,18-5-48,2-25-240,9-29-633,4-35-951</inkml:trace>
  <inkml:trace contextRef="#ctx0" brushRef="#br0" timeOffset="-42522.422">23765 1829 17524,'0'0'9655,"0"0"-7176,0 0-2061,0 0-234,0 0-60,23 14-35,72 44-34,-92-56-53,0 0 0,0 0 0,0 0-1,0-1 1,1 1 0,-1-1 0,1 0 0,-1 0 0,1 0 0,-1-1 0,1 1-1,0-1 1,-1 0 0,1 0 0,-1 0 0,1 0 0,0-1 0,-1 0 0,1 1 0,-1-1-1,1-1 1,-1 1 0,1 0 0,-1-1 0,0 0 0,0 1 0,0-1 0,0 0 0,1-2-3,12-5 4,21-8 2,0 1-1,1 3 1,0 1 0,1 2-1,1 1 1,-1 2-1,1 2 1,0 2 0,12 1-5,-44 2 3,-2-1 0,0-1 0,0 1 0,0 1-1,1-1 1,-1 1 0,0 0 0,1 0 0,-1 1 0,0 0-1,0 0 1,0 1 0,1-1 0,-1 1 0,-1 1 0,1-1 0,0 1-1,-1 0 1,1 0 0,-1 0 0,0 1 0,0 0 0,0 0-1,0 0 1,-1 1 0,0 0 0,2 2-3,-3 1 21,-1-1 0,0 1 0,-1-1 0,0 1 0,0 0 0,-1 0 0,0-1 0,0 1 0,0 0 0,-1 0 0,-1 0 0,1-1 1,-1 1-1,0-1 0,-1 1 0,0-1 0,0 0 0,0 0 0,-1 0 0,0-1 0,-3 4-21,-111 129 270,104-126-255,-229 232-315,215-217-913</inkml:trace>
  <inkml:trace contextRef="#ctx0" brushRef="#br0" timeOffset="-43784.923">19846 1736 28430,'0'0'822,"21"-6"-302,328-93 963,-321 93-1424,-1 1 0,1 2 0,0 1 0,0 1 0,0 1 0,0 1 0,25 5-59,-45-2 7,0 0 1,-1 1-1,1 0 0,-1 0 1,0 0-1,0 1 0,0 0 1,-1 0-1,0 1 0,0 0 1,0 0-1,-1 1 0,0-1 1,-1 1-1,0 0 0,0 0 1,-1 0-1,0 1 0,0-1 1,-1 1-1,0 0 0,0 0 1,-1 0-1,0 0 0,-1 0 1,0 0-1,0 0 0,-1 0 1,0 0-1,-1-1 1,0 1-1,0 0 0,-1-1 1,-1 5-9,-14 37 13,-1-1 0,-2 0 0,-3-2 1,-1-1-1,-3-1 0,-1-1 0,-2-1 0,-4 0-12,-1 5-36,-1-1 0,-3-2 0,-1-2 0,-2-1 0,-2-3 1,-2-1-1,-32 17 36,80-55-15,0-1-1,-1 0 1,1 0 0,-1 0 0,1 0-1,-1 0 1,1 0 0,-1 1 0,0-1-1,1 0 1,-1 0 0,0 0 0,0-1 0,0 1-1,0 0 1,0 0 0,0 0 0,0 0-1,0 0 1,0 0 0,0 0 0,0 0-1,-1 0 1,1 0 0,0 0 0,-1 0 0,1 0-1,-1 1 1,1-1 0,-1 0 0,0 0-1,1 0 1,-1 0 0,0 1 0,1-1-1,-1 0 1,0 1 0,0-1 0,0 0 0,0 1-1,0-1 1,1 1 0,-1 0 0,0-1-1,0 1 1,0 0 0,0-1 0,0 1-1,0 0 1,0 0 0,0 0 0,-1 0-1,1 0 1,0 0 0,0 0 0,0 0 0,0 0-1,0 1 1,0-1 0,0 0 0,0 1-1,0-1 1,1 1 0,-2-1 15,32-71-1779,14-22-1713</inkml:trace>
  <inkml:trace contextRef="#ctx0" brushRef="#br0" timeOffset="-43534.528">20990 1452 2168,'0'0'21037,"0"0"-16256,0 0-4037,0 0 3,0 0-154,0 0 42,-5 17-149,-29 68-180,-128 149 109,137-195-368,1 1 0,2 1 0,1 1-1,3 1 1,1 1 0,2 0 0,3 1 0,1 0-1,2 1 1,2 0 0,2 8-47,5-47 5,0 1 0,1-1 0,0 0 0,1 0 0,-1 0 0,1-1 1,0 1-1,1 0 0,0-1 0,0 1 0,0-1 0,1 0 0,0 0 0,0 0 0,1-1 0,-1 1 0,1-1 0,1 0 1,-1 0-1,0-1 0,1 0 0,0 0 0,0 0 0,0 0 0,1-1-5,11 5-4,1 0 1,1-1-1,-1 0 0,1-2 0,0-1 1,0 0-1,1-1 0,4-1 4,30-1-391,0-3 0,-1-2 1,1-2-1,-1-3 0,-1-2 0,1-2 0,-2-3 0,45-19 391,64-30-6816</inkml:trace>
  <inkml:trace contextRef="#ctx0" brushRef="#br1" timeOffset="156733.194">19791 4178 26934,'0'0'1391,"0"0"-290,0 0-335,0 0-251,0 0-207,0 0-104,12 0 85,33 1-232,0 1 1,-1 2-1,0 3 0,0 1 0,0 2 0,-1 2 1,0 2-1,-1 2 0,-1 2 0,-1 1 1,0 2-1,-2 2 0,0 1 0,-2 3 0,-1 0 1,-1 2-1,-1 2 0,-2 1 0,-1 1 1,-2 2-1,-1 1 0,6 12-57,81 207-365,-106-245-1245,-7-10-240</inkml:trace>
  <inkml:trace contextRef="#ctx0" brushRef="#br1" timeOffset="156984.373">20832 3989 29406,'0'0'1041,"0"0"-489,0 0 16,-164 130-24,87-57-272,-24 22-184,-15 25-64,11-11-24,17-13-32,25-19-184,21-8-184,9-9-280,7-11-1849</inkml:trace>
  <inkml:trace contextRef="#ctx0" brushRef="#br1" timeOffset="157330.215">21290 4401 28302,'0'0'864,"0"0"-488,0 0 224,112 14-55,-46-14-177,11-4-120,1-14-104,-1 1-72,-7-3-56,-11 4-16,1-3-32,-21 3-616,-13 2-2057</inkml:trace>
  <inkml:trace contextRef="#ctx0" brushRef="#br1" timeOffset="157511.686">21746 4127 29110,'0'0'808,"0"0"-223,-37 128-81,22-57-88,1 6-136,3 8-168,5 2-112,6 14-32,2-23-456,11-22-1577</inkml:trace>
  <inkml:trace contextRef="#ctx0" brushRef="#br1" timeOffset="157856.968">22393 4092 21293,'0'0'7851,"0"0"-5943,0 0-1685,0 0 33,-12 21 33,-39 75-141,45-83-141,1 0 0,0 0 0,1 0 0,0 1 0,1 0 0,0 0 0,2 0 0,-1 0 0,2 0 0,0 9-7,0-2 1,-1-14 0,0 0 0,1 0 1,0 0-1,0 0 0,1 0 1,0 1-1,0-1 0,1 0 0,0-1 1,0 1-1,1 0 0,-1 0 0,1-1 1,1 0-1,-1 1 0,1-1 1,0-1-1,1 1 0,-1 0 0,1-1 1,0 0-1,1 0 0,-1-1 1,1 0-1,1 1-1,15 8 1,0-1 0,1-1 1,0-1-1,1-1 0,-1-1 0,2-1 1,-1-1-1,1-1 0,0-2 0,0 0 1,0-2-1,1 0 0,-1-2 0,0-1 1,4-1-2,-15-2-178,-1 1 1,1-2-1,-1 1 1,0-2 0,0 0-1,-1-1 1,0 0 0,0 0-1,-1-1 1,0-1-1,0 0 1,-1-1 0,-1 0 177,27-31-3146</inkml:trace>
  <inkml:trace contextRef="#ctx0" brushRef="#br1" timeOffset="158103.862">22774 4048 29382,'0'0'840,"0"0"-559,0 0 159,-57 144 40,33-53-128,-7 25-176,5-3-96,2-11-72,4-13-8,11-26-80,3 0-200,6-3-360,0-25-649,6-23-3208</inkml:trace>
  <inkml:trace contextRef="#ctx0" brushRef="#br1" timeOffset="158325.218">23237 4155 29942,'0'0'1185,"0"0"-1065,0 0-64,85 150 152,-45-91 168,6 2-48,4-2-192,3-2-96,-3-7-8,-4-7-32,-9-9 0,-4-7-136,-9-5-328,-6-8-656,-7-12-2633</inkml:trace>
  <inkml:trace contextRef="#ctx0" brushRef="#br1" timeOffset="158592.249">23710 4003 27846,'0'0'2737,"0"0"-2401,0 0-24,-109 166 88,56-68 16,-19 34-232,-27 32-184,-26 4-24,22-40-600,9-41-2457</inkml:trace>
  <inkml:trace contextRef="#ctx0" brushRef="#br1" timeOffset="159898.938">24302 3510 27814,'0'0'984,"0"0"-306,0 0-148,0 0-37,0 0-97,0 0-95,14 20-60,-3-3-187,-3-4-8,0 0 0,2-1 0,0 1 0,0-2 0,1 1 0,0-2-1,1 1 1,0-2 0,10 7-46,12 7 51,-1 2 0,-1 1-1,-2 1 1,-1 2 0,-1 1 0,-1 1-1,-2 1 1,-1 2 0,-1 0 0,-2 2-1,-2 0 1,-1 1 0,-2 1 0,-2 0 0,-1 1-1,-2 1 1,4 30-51,-7-27 0,-1 0 0,-3 0 0,-1 1 0,-3-1 0,-1 1 0,-2-1 0,-2 0 0,-2 0 0,-2 0 0,-2-1 0,-12 32 0,-88 147-561,9-100-2760,68-97-1111</inkml:trace>
  <inkml:trace contextRef="#ctx0" brushRef="#br1" timeOffset="160319.392">25464 3839 30310,'0'0'690,"0"0"-285,0 0-55,0 0 50,0 0-121,0 0-153,12 3-56,69 17 8,-48-15-73,0 2 0,0 1-1,-1 1 1,0 2 0,-1 1 0,0 1 0,0 2 0,-2 1 0,0 2 0,-1 0 0,-1 2 0,11 11-5,-32-24 0,0 1 0,0 0 0,-1 0 0,0 0 0,-1 1 0,0-1 0,0 1 0,-1 0 0,0 0 0,0 1 0,-1-1 0,0 1 0,-1-1 0,0 1 0,-1 0 0,1-1 0,-2 1 0,0-1 0,0 1 0,0 0 0,-2-1 0,1 0 0,-1 1 0,0-1 0,-1 0 0,0-1 0,0 1 0,-6 7 0,-28 30-77,-2-2-1,-3-2 1,-1-2 0,-1-2-1,-2-2 1,-38 21 77,22-26-1195,53-31-657,9-7-2103</inkml:trace>
  <inkml:trace contextRef="#ctx0" brushRef="#br1" timeOffset="160739.805">26439 3819 28334,'0'0'1447,"0"0"-816,0 0-255,0 0-75,0 0-107,0 0-61,7 7 16,142 77 345,-134-78-443,1-2-37,-1 1 1,1 0-1,-1 1 1,-1 1-1,1 1 1,-1 0-1,0 0 1,-1 1-1,0 1 1,0 1-1,-1 0 0,0 0 1,-1 1-1,-1 0 1,2 4-15,-10-11 0,0-1 1,0 1-1,-1 0 0,1 0 1,-1 0-1,0 0 0,-1 1 1,1-1-1,-1 0 0,0 0 1,-1 0-1,1 0 1,-1 0-1,0 1 0,0-1 1,0 0-1,-1-1 0,0 1 1,0 0-1,0 0 0,-1-1 1,1 1-1,-1-1 0,0 0 1,0 0-1,-1 0 0,-104 93-6,96-88 4,-291 202-2034,278-193-562</inkml:trace>
  <inkml:trace contextRef="#ctx0" brushRef="#br1" timeOffset="161232.201">27263 3624 27374,'0'0'2348,"0"0"-1708,0 0-534,0 0 22,0 0 225,0 0-25,24 16-93,2-1-175,-11-7-29,-1 1 0,0 0 0,-1 1-1,0 1 1,0 0 0,-1 0 0,0 1 0,-1 1-1,5 7-30,-15-17 7,18 18 38,-2 1 1,0 1 0,-1 1-1,-2 0 1,0 1 0,-2 1-1,-1 0 1,-1 0-1,-1 1 1,-1 0 0,1 14-46,-7-27 3,-1 0-1,-1 0 1,0 1 0,-1-1 0,0 0 0,-1 0 0,0 0 0,-2 0 0,1 0 0,-2-1 0,0 1 0,0-1 0,-2 0 0,-3 6-3,-16 17-34,-1 0 1,-2-2 0,-1-2-1,-2 0 1,-1-2-1,-1-2 1,-2-1-1,-1-1 1,0-2-1,-2-2 1,-20 7 33,60-29 1,-1 0 0,0 0 0,0 0 0,1 1 1,-1-1-1,0 0 0,0 0 0,1 0 0,-1 0 0,0 0 1,0 0-1,1 1 0,-1-1 0,0 0 0,0 0 0,0 0 1,1 1-1,-1-1 0,0 0 0,0 0 0,0 0 0,0 1 1,1-1-1,-1 0 0,0 0 0,0 1 0,0-1 0,0 0 1,0 1-1,0-1 0,0 0 0,0 0 0,0 1 0,0-1 1,0 0-1,0 0 0,0 1 0,0-1 0,0 0 0,0 1 1,0-1-1,0 0-1,34-2 74,237-65 472,113 18-902,-307 42-605</inkml:trace>
  <inkml:trace contextRef="#ctx0" brushRef="#br0" timeOffset="-46850.17">15644 3147 28846,'0'0'3337,"0"0"-3241,123 37-96,-80-19-1432,-16-10-937</inkml:trace>
  <inkml:trace contextRef="#ctx0" brushRef="#br0" timeOffset="-51384.453">7339 626 28278,'0'0'1176,"0"0"-848,0 0 208,122 57-39,-45-39-153,11-7-112,4-5-48,0-4-80,-9 4-104,-19 24-88,-20-1-632,-31 3-2249</inkml:trace>
  <inkml:trace contextRef="#ctx0" brushRef="#br0" timeOffset="-51106.982">6690 1843 28830,'0'173'856,"0"38"-376,0-13 9,0-1-137,0-12-96,9-19-152,2-42-64,-3-41-40,1-37 0,-4-27 0,3-11-128,5-8-224,7-41 80,9-76-561,-5 3-711,-4-4-1025</inkml:trace>
  <inkml:trace contextRef="#ctx0" brushRef="#br0" timeOffset="-50827.124">7203 1845 26958,'173'-71'832,"3"8"1,3 8 0,2 7 0,2 9-1,141-11-832,-214 35 168,0 5 0,0 5 0,0 5 0,59 9-168,-126-3 51,1 1-1,-1 3 0,0 2 1,-1 1-1,-1 2 0,0 2 1,-1 2-1,-1 1 0,0 2 1,-2 2-1,17 14-50,-49-32 8,1-1 0,-1 1 0,0 0 0,0 0 0,0 0 0,-1 1 0,0 0 0,0 0 0,-1 0 0,0 0 0,0 0 0,0 1 0,-1-1 0,-1 1 0,1 0 0,-1 0 0,0-1 1,-1 1-1,0 0 0,0 0 0,-1 0 0,0 0 0,0-1 0,-1 4-8,-4 15 0,-2-1 1,0 0 0,-2 0 0,0-1 0,-2 0-1,-10 14 0,-10 14 3,-3-2 0,-2-1 0,-2-2 0,-2-2 0,-2-2 0,-2-2 0,-2-1 0,-1-3 0,-48 28-3,-2-6-23,-3-5 0,-2-3 0,-2-6 0,-97 28 23,131-50-68,-1-2 1,-1-4-1,-1-2 1,0-4-1,-1-4 1,-40-1 67,102-5-59,1 0 1,-1-1-1,0 0 1,1-1 0,-1 0-1,1-1 1,-1-1-1,1 0 1,0 0 0,0-1-1,0-1 1,0 0 0,1-1-1,0 0 1,0 0-1,1-1 1,-1-1 0,2 0-1,-1 0 1,1-1-1,0 0 1,1 0 0,0-1-1,1-1 1,-1 1 0,2-1-1,0 0 59,-100-280-4889,64 136-5012</inkml:trace>
  <inkml:trace contextRef="#ctx0" brushRef="#br0" timeOffset="-50560.468">7961 754 22829,'0'0'5345,"31"197"-4801,-31 2 56,-26 36-48,-20 4-112,-3-20-135,10-40-153,10-17-112,12-42-40,6-45-144,11-45-425,0-30-831,0-10-3521</inkml:trace>
  <inkml:trace contextRef="#ctx0" brushRef="#br0" timeOffset="-50374.291">8266 1533 26254,'0'0'3424,"-11"130"-2832,-2-49-183,0 8-217,6-20-80,7-2-32,0-20-80,31-17-64,50-38-585,-4-27-1351,-3-23-3161</inkml:trace>
  <inkml:trace contextRef="#ctx0" brushRef="#br0" timeOffset="-50219.235">9200 1018 8378,'0'0'17389,"-17"30"-13118,-189 345-3188,175-317-1100,2 0 0,2 3 0,4 0 0,2 1 0,2 1 0,1 14 17,17 25-962,2-100 936,0 1-1,1-1 0,-1 0 1,0 0-1,1 0 1,0 0-1,-1 0 0,1 0 1,0 0-1,0-1 1,0 1-1,0-1 1,0 1-1,1-1 0,-1 0 1,0 0-1,1 0 1,-1 0-1,0 0 1,1-1-1,-1 1 0,1-1 1,-1 1-1,1-1 1,0 0-1,-1 0 1,1 0-1,-1 0 0,1-1 1,1 1 26,80-13 0,102-50-70,-136 40-810</inkml:trace>
  <inkml:trace contextRef="#ctx0" brushRef="#br0" timeOffset="-55019.424">645 679 26014,'0'0'2808,"0"0"-2280,0 0-320,0 0-136,0 0 136,0 0 96,225-18-136,-71-7-80,8-3-7,-24 2-17,-37 7 56,-38 7-48,-12 2-56,-1-4-16,1 0-8,-10-5-441,-17 5-887,-17 0-2273</inkml:trace>
  <inkml:trace contextRef="#ctx0" brushRef="#br0" timeOffset="-54740.732">1394 527 25669,'0'0'1041,"-105"164"-281,9 5 40,-25 52 48,-11 32-248,5 7-168,5-3-47,8-3-129,8-9-56,12-18-72,17-38-72,25-53-40,23-49-16,18-48-80,11-31-200,20-51-385,11-18-415,2-24-3801</inkml:trace>
  <inkml:trace contextRef="#ctx0" brushRef="#br0" timeOffset="-54477.459">1508 866 27702,'0'0'1088,"-50"123"-520,4-13-152,-16 38-48,3 8-47,4-8-153,16-34-104,13-39-40,8-25-24,5-21-104,4-11-281,9-18-63,9-43-24,22-23-472,6-11-1600</inkml:trace>
  <inkml:trace contextRef="#ctx0" brushRef="#br0" timeOffset="-54049.745">1475 1204 26270,'0'18'1392,"-25"315"1028,24-307-2336,-4 47 52,3 0 0,4 0-1,2 0 1,4 0-1,3-1 1,4 2-136,-16-71 1,2 1 1,-1-1-1,0 0 1,1 1-1,-1-1 0,1 1 1,0-1-1,0 0 1,1 0-1,-1 0 0,0 1 1,1-1-1,0 0 1,0-1-1,0 1 0,0 0 1,0-1-1,1 1 1,-1-1-1,1 1 0,-1-1 1,1 0-1,0 0 1,0-1-1,0 1 0,0 0 1,0-1-1,0 0 1,1 0-1,-1 0 0,0 0 1,1 0-1,-1-1 1,1 1-1,-1-1 1,0 0-1,1 0 0,0 0-1,57-82 32,451-701-369,-408 663 105,-104 119 233,1 1 0,-1-1-1,0 1 1,1-1 0,-1 1 0,0-1 0,1 1-1,-1-1 1,1 1 0,-1 0 0,1-1 0,-1 1 0,1 0-1,-1 0 1,1-1 0,-1 1 0,1 0 0,-1 0 0,1 0-1,0 0 1,-1-1 0,1 1 0,-1 0 0,1 0 0,-1 0-1,1 0 1,0 0 0,-1 1 0,1-1 0,-1 0-1,1 0 1,-1 0 0,1 0 0,-1 1 0,1-1 0,-1 0-1,1 0 1,-1 1 0,1-1 0,-1 0 0,1 1 0,-1-1-1,1 1 1,-1-1 0,0 1 0,1-1 0,-1 0 0,0 1-1,1-1 1,-1 1 0,0 0 0,0-1 0,1 1-1,-1-1 1,0 1 0,0-1 0,0 1 0,0-1 0,0 1-1,0 0 1,0-1 0,0 1 0,0-1 0,0 1 0,0 0-1,-8 46 111,-84 200 316,60-173-346,4 2 1,3 1-1,3 1 1,4 1-1,3 1 1,4 0-1,3 1 1,4 0-1,3 0 1,7 49-82,0-102 8,1 0 0,1-1-1,2 0 1,0 0 0,2-1 0,1 0 0,1-1 0,1-1 0,1 0 0,1-1 0,13 12-8,-25-30-1,0 0 1,0 0 0,-1 0 0,0 1-1,0-1 1,0 1 0,0 0 0,-1 1-1,0-1 1,0 0 0,-1 1 0,0 0-1,0-1 1,-1 1 0,1 0 0,-2 0-1,1 0 1,-1 0 0,0 0 0,0 0-1,-1 0 1,1 0 0,-2 0 0,1 0-1,-1-1 1,0 1 0,-1 2 0,-12 12 0,0-1 0,-1-1 0,-1-1 1,-1 0-1,-1-1 0,0-1 0,-6 3 0,-53 41 3,-2-3-1,-3-3 1,-2-4-1,-2-4 0,-2-4 1,-5-3-3,-60 1 1,152-41 0,-1 0-1,0 0 1,1 0-1,-1 0 0,1-1 1,0 1-1,-1-1 1,1 1-1,0-1 1,0 0-1,0 0 1,0 0-1,0 0 1,0 0-1,1-1 0,-1 1 1,1-1-1,-1 1 1,1-1-1,0 1 1,0-1-1,0 1 1,1-1-1,-1 0 1,0 0-1,1 1 0,0-1 1,0 0-1,0 0 1,0 0-1,0 1 1,0-1-1,1 0 1,-1 0-1,1 1 0,0-1 1,0 0-1,0 1 1,0-1-1,0 1 1,1-1-1,-1 1 1,1 0-1,-1-1 1,1 1-1,0 0 0,2-2 1,73-115-7,78-61 8,7 7 1,8 8-1,111-80-2,301-228-938,-456 368-1341</inkml:trace>
  <inkml:trace contextRef="#ctx0" brushRef="#br0" timeOffset="-53524.026">3663 785 29062,'0'0'904,"0"0"-680,0 0-144,0 0 48,0 0 113,145-78-49,-91 46-104,-3-2-56,-7 7-24,-7 5-8,-13 10 0,-7 8-48,-14 4-408,-3 6-1033,0 6-2656</inkml:trace>
  <inkml:trace contextRef="#ctx0" brushRef="#br0" timeOffset="-53036.853">3069 1091 27502,'0'0'1248,"166"-59"-304,-6-24-167,29-19-185,-5-7-200,-17 7-112,-49 27-152,-24 17-48,-28 21-64,-11 9-16,0 7-24,-3 7-128,-1 6-240,-27 14-681,-13 17-735,-11 3-4105</inkml:trace>
  <inkml:trace contextRef="#ctx0" brushRef="#br0" timeOffset="-52785.083">3968 805 26414,'0'0'1488,"-136"186"-376,15-11-328,-26 38-71,-8 12-241,3-4-256,16-22-144,18-11-56,26-23-16,33-42-240,35-44-328,15-40-977,9-39-3360</inkml:trace>
  <inkml:trace contextRef="#ctx0" brushRef="#br0" timeOffset="-52501.961">3854 1636 29302,'-304'618'2397,"270"-497"-2285,35-120-122,-1 0 0,1 0 1,-1 0-1,1 0 0,-1-1 1,1 1-1,-1 0 0,1 0 1,0-1-1,-1 1 0,1 0 1,0-1-1,0 1 0,-1-1 1,1 1-1,0-1 0,0 0 1,0 1-1,0-1 0,0 0 1,-1 1-1,1-1 0,0 0 1,0 0-1,0 0 0,0 0 1,0 0-1,0 0 0,0 0 1,0 0-1,0 0 0,0 0 1,0-1-1,0 1 0,0 0 1,-1-1-1,1 1 0,0 0 1,0-1-1,0 1 0,0-1 1,-1 1-1,1-1 0,0 0 1,-1 1-1,1-1 0,0 0 1,-1 0-1,1 1 0,-1-1 1,1 0-1,-1 0 0,1 0 1,-1 0-1,0 1 0,1-1 1,-1 0-1,0 0 0,0 0 1,0-1 9,22-23-223,-1-1 1,-2-1-1,-1-1 1,-1-1-1,-1 0 1,-2-1-1,-1-1 1,1-6 222,-1 7-177,101-270-1111,-112 295 1347,0-1 0,0 1 0,1 0 0,-1 0 0,1 0 0,0 0 0,0 0 0,1 0 0,0 1 1,-1-1-1,2 1 0,-1 0 0,0 1 0,1-1 0,-1 1 0,1-1 0,0 1 0,0 1 0,1-1 0,-1 1 0,0 0 0,1 0 0,0 1 0,-1-1 0,2 1-59,-1 3 65,0 0-1,0 1 1,0 0-1,-1 0 1,1 0 0,-1 0-1,0 1 1,0 0-1,0 0 1,-1 0-1,1 1 1,-1 0-1,0 0 1,0 0-1,-1 0 1,0 0-1,0 1 1,0-1 0,0 1-1,-1 0 1,0 0-1,0 0 1,-1 0-1,1 0 1,-1 0-1,-1 1 1,1-1-1,-1 5-64,5 16 55,-2 1-1,0-1 0,-2 1 0,-1-1 1,-1 0-1,-1 1 0,-2-1 0,0 0 1,-2 0-1,-1 0 0,-2-1 1,0 0-1,-7 11-54,14-32-10,0-1-13,0 1 0,0-1 0,0 0 0,-1 1 0,1-1 0,-1 0 0,0 0 0,0-1 0,0 1 0,-1-1 0,1 1 0,-1-1 0,0 0 1,0-1-1,0 1 0,0-1 0,0 1 23,-5-15-579,9-65-923,7 14-2988,9-25-11888</inkml:trace>
  <inkml:trace contextRef="#ctx0" brushRef="#br0" timeOffset="-52277.39">5322 261 28022,'0'0'1072,"147"-16"-416,-116 18 49,-7 33-177,-4 15 8,-16 33-136,-6 35-144,-47 40-80,-21 17-72,-15 3-72,-5-18-32,7-28-8,15-30-184,17-31-248,21-33-184,6-38-585,6-16-567,5-23-5490</inkml:trace>
  <inkml:trace contextRef="#ctx0" brushRef="#br0" timeOffset="-51901.232">5022 809 27838,'-43'144'1088,"15"-64"-811,4 1 0,3 1 0,4 1 0,3 0 0,4 2 0,4-1 0,3 24-277,4-101 2,0 0 0,1 0-1,-1 0 1,1 0 0,1 0-1,-1 0 1,1 0 0,0 0-1,1-1 1,-1 0 0,1 0-1,1 0 1,-1 0 0,1 0-1,0-1 1,0 0 0,1 0-1,-1-1 1,1 1 0,0-1-1,1 0 1,-1-1 0,0 1-1,1-1 1,0-1 0,3 1-2,13 5 1,0-1-1,1-1 1,0-1 0,1-2 0,-1 0 0,1-2 0,4 0-1,242-1 182,-261 0-174,0-1 1,0 1-1,0 1 0,-1 0 0,1 0 0,0 1 1,-1 0-1,1 0 0,-1 1 0,1 1 0,-1-1 1,0 1-1,-1 1 0,1 0 0,-1 0 0,0 1 0,0 0 1,-1 0-1,1 1 0,-1 0 0,-1 0 0,2 2-8,-2 4 1,0 0 0,0 1 0,-1 0 0,-1 0 0,0 0 0,-1 1 0,-1-1 0,0 1 0,-1-1 0,-1 1 0,0 0-1,-1-1 1,-1 8-1,-3 17 1,-1 0 0,-2 0 0,-2 0-1,-1-1 1,-2-1 0,-2 0 0,-1-1-1,-2 0 1,-1-2 0,-2 0-1,-1-1 1,-2-1 0,-1-1 0,-1-2-1,-2 0 1,-1-2 0,-1-1 0,-23 14-1,-35 25-11,-4-4-1,-2-4 1,-51 21 11,-47-11-194,189-67 190,0 0 1,1 1 0,-1-1 0,0 0-1,1 0 1,-1 0 0,0 0 0,0-1-1,1 1 1,-1-1 0,0 0 0,1 0-1,-1 0 1,1 0 0,-1 0 0,1 0-1,0-1 1,-1 1 0,1-1-1,0 0 1,0 1 0,0-1 0,0 0-1,0 0 1,0 0 0,1-1 0,-1 1-1,1 0 1,0-1 0,-1 1 0,1-1-1,0 1 1,0-1 0,1 1 0,-1-1-1,0 0 1,1 1 0,0-1 0,-1 0-1,1 0 1,0 1 0,1-1 0,-1 0-1,0 1 1,1-1 0,0 0 0,-1 1-1,1-1 1,0 0 0,0 1-1,0-1 1,1 0 3,5-28-43,1 1 0,2 0 0,1 0 0,1 1-1,1 1 1,2 0 0,0 1 0,2 0 0,1 1 0,1 2-1,2-1 1,20-18 43,-37 39-6,248-271-1093,-154 174-521</inkml:trace>
  <inkml:trace contextRef="#ctx0" brushRef="#br0" timeOffset="-48596.492">11861 616 28662,'0'0'779,"1"20"-136,1 6-489,0 0 0,-2-1 0,-1 1 0,-1 0 0,-1-1 0,-2 1 0,0-1 0,-3 6-154,-24 32 22,-2-1 1,-2-1-1,-4-2 1,-2-2-1,-2-2 0,-3-2 1,-2-2-1,-19 13-22,23-17-42,75-57-304,65-38 55,-48 23 237,0 2 0,2 1 0,0 3 0,51-12 54,-46 25 5,-53 6-4,1 1-1,0-1 0,-1 1 1,1-1-1,0 1 1,-1 0-1,1-1 0,0 1 1,-1 0-1,1 0 0,-1 0 1,0 0-1,1 0 1,-1 1-1,0-1 0,0 0 1,0 0-1,0 1 1,0-1-1,0 1 0,0-1 1,0 1-1,0 0 1,-1-1-1,1 1 0,-1 0 1,1-1-1,-1 1 0,1 0 1,-1-1-1,0 1 1,0 0-1,0 0 0,0 0 1,0-1-1,-1 1 1,1 0-1,0-1 0,-1 1 1,1 0-1,-1-1 1,0 1-1,0 0 0,1-1 1,-1 1-1,0-1 0,0 1 1,-1 0-1,-9 31 7,-1-1 1,-2 0 0,-1-1-1,-1 0 1,-2-1-1,-4 3-7,-59 91 19,-82 149 132,157-263-136,0 0 0,1 0 1,1 1-1,0 0 0,0 0 1,1 0-1,1 0 1,0 0-1,0 1 0,1-1 1,0 0-1,1 1 1,1-1-1,-1 1 0,2 1-15,0-10 2,1 0-1,-1 0 0,1 0 0,0-1 0,0 1 1,0-1-1,0 1 0,0-1 0,0 0 0,0-1 1,1 1-1,-1 0 0,1-1 0,-1 0 0,1 0 1,0 0-1,0 0 0,-1-1 0,1 1 0,0-1 1,2 0-2,-3 1 0,49 5-17,-44-7 11,0 0-1,0 0 1,1 1 0,-1 0 0,0 1-1,0 0 1,0 0 0,0 1 0,0 0-1,0 0 1,0 1 0,-1 0 0,1 0-1,-1 1 1,0 0 0,0 0 0,0 1-1,0-1 1,-1 2 0,0-1 0,0 1 0,0 0-1,-1 0 1,0 0 0,0 1 0,0 0-1,-1 0 1,0 0 0,-1 0 0,2 5 6,-4 11 26,-2 1 0,-1-1 1,0 0-1,-2 0 0,-1 0 1,0-1-1,-2 0 0,0 0 1,-2 0-1,0-1 0,-2 0 1,0 0-1,-1-2 0,-1 1 1,-1-2-1,-2 1-26,-6 6 224,14-28 171,15-44-126,136-214-171,374-549-3639,-418 643-323</inkml:trace>
  <inkml:trace contextRef="#ctx0" brushRef="#br0" timeOffset="-48347.286">13719 0 11899,'0'0'16763,"0"0"-15739,0 0-768,0 0-56,121 134-88,-119-94-72,-2 7-40,-52 30-400,-8-10-1088,-10-9-5153</inkml:trace>
  <inkml:trace contextRef="#ctx0" brushRef="#br0" timeOffset="-48160.053">12297 1476 19660,'131'-10'8842,"53"-33"-8154,38-19-512,6-14-120,-31-1-32,-2 0 472,-6 0 33,-12 8-313,-12 8-136,-38 11-80,-31-5-353,-34 16-423,-38 3-6473</inkml:trace>
  <inkml:trace contextRef="#ctx0" brushRef="#br0" timeOffset="-47972.153">13877 691 9922,'0'0'18644,"-2"189"-17236,2 1-976,11 40-95,4 17 87,-2 1-168,-2-25-96,-2-10-88,-9-23 40,0-56-80,0-45-32,0-44-24,0-33-168,-9-10-40,-28-28 88,0-17-1177,-7-16-2359</inkml:trace>
  <inkml:trace contextRef="#ctx0" brushRef="#br0" timeOffset="-47363.595">13200 1239 19588,'0'0'8518,"0"0"-6506,29-6-1846,187-31-37,-87 38 134,-126 0-262,0 0 0,0 0 0,0 0-1,0 0 1,0 0 0,0 1 0,0-1 0,0 1 0,-1 0 0,1 0 0,-1 0-1,1 0 1,-1 0 0,0 0 0,0 1 0,0-1 0,0 1 0,0 0 0,-1-1-1,1 1 1,-1 0 0,0 0 0,1 0 0,-1 0 0,-1 0 0,1 0 0,0 0-1,-1 1 1,1-1 0,-1 0 0,0 0 0,0 0 0,-1 1 0,1-1 0,-1 0-1,0 23-4,-1 0 0,-2 0 0,-1 0 1,-1 0-1,-1-1 0,-1 0 1,-1 0-1,-1-1 0,-8 13 4,-69 144-9,-8-3 0,-26 25 9,30-75 113,114-136-18,131-120-47,777-687-1074,-715 621 859,-218 186 395,-25 22-180,1 2 0,1 0 0,1 2 0,0 1 0,1 0 0,1 2-1,1 1 1,0 3-48,8-12 19,-40 42 1,3 2-1,3 2 1,2 2 0,3 2 0,-33 68-20,35-6 13,39-122-11,1 0 1,0-1-1,0 1 1,0 0-1,0-1 0,0 1 1,1-1-1,-1 1 1,1-1-1,0 1 1,-1-1-1,1 1 1,0-1-1,1 1 0,-1-1 1,0 0-1,1 0 1,-1 0-1,1 0 1,0 0-1,-1 0 0,1 0 1,0 0-1,0-1 1,1 1-1,-1-1 1,0 1-1,0-1 1,1 0-1,-1 0 0,0 0 1,1 0-1,-1 0 1,1-1-1,0 1 1,0-1-3,103 2 85,-106-2-85,55-11 6,-1-1 1,0-3-1,-1-3 0,-1-2 1,0-2-1,-2-2 0,26-18-6,-49 28 3,98-57 108,-137 74 26,-194 95-5,-286 205-123,15 21-1,-179 175-8,577-438-2,-34 27-2,3 5 0,-39 48 4,97-65-1043,51-73-1447</inkml:trace>
  <inkml:trace contextRef="#ctx0" brushRef="#br0" timeOffset="-47113.205">14489 2066 26062,'0'0'5441,"0"0"-5025,72 130-224,-24-69-128,7-2 208,6-3-152,34 18-120,-16-12-136,-14-13-1576</inkml:trace>
  <inkml:trace contextRef="#ctx0" brushRef="#br0" timeOffset="-49266.44">10962 918 27238,'0'0'1552,"0"0"-744,0 0-336,-151 142 73,39 12-41,-20 25-160,-1 1-152,25-40-112,43-52-56,23-32-24,20-21 0,13-7-40,9-14-216,44-30-496,17-28-89,7-17-1311</inkml:trace>
  <inkml:trace contextRef="#ctx0" brushRef="#br0" timeOffset="-49017.592">10942 1598 15571,'-20'121'12315,"-32"21"-11195,-5 13-320,9-32-376,19-40-175,14-22-169,10-14-80,5 0-209,3-11-727,10-18-2024</inkml:trace>
  <inkml:trace contextRef="#ctx0" brushRef="#br1" timeOffset="-16312.288">1725 3383 27206,'0'0'1878,"0"0"-1266,0 0-472,0 0-35,0 0 196,0 0 93,32-1-134,262-36 89,499-107-212,5 35 0,312 16-137,1072-15 36,-193 72 175,-875 23-46,416-24-353,-1491 37-892</inkml:trace>
  <inkml:trace contextRef="#ctx0" brushRef="#br1" timeOffset="-14969.954">195 1756 30286,'0'0'769,"0"0"-585,0 0-112,0 0-8,114 6 56,-70-18-56,2-2-64,7 2 0,-14 3-472,-10 3-1321</inkml:trace>
  <inkml:trace contextRef="#ctx0" brushRef="#br1" timeOffset="-14698.01">0 2417 29430,'0'0'1505,"0"0"-1345,0 0-48,186-51 200,-56 3-120,39-1-136,13 4-56,-42 15-8,-37 16-1264</inkml:trace>
  <inkml:trace contextRef="#ctx0" brushRef="#br0" timeOffset="-6552.961">5004 4614 26310,'0'0'2758,"0"0"-1893,0 0-673,0 0 27,0 0 108,8 7-29,-5-3-245,-1-2-40,-1 0 1,1 0 0,0 0 0,-1 0 0,1-1-1,0 1 1,0 0 0,0-1 0,0 1 0,1-1-1,-1 0 1,0 0 0,1 0 0,-1 0 0,0 0-1,1 0 1,-1-1 0,1 1 0,-1-1 0,1 0-1,-1 0 1,1 0 0,0 0 0,-1 0 0,1 0-14,11-8 55,-1 0 1,0-1-1,-1-1 0,0 0 1,-1 0-1,0-1 1,-1-1-1,0 1 1,0-2-1,-1 0-55,3-2 30,161-217 82,-173 230-112,1 1 0,-1 0 0,0-1 0,1 1 0,0 0 0,-1 0-1,1-1 1,0 1 0,0 0 0,0 0 0,-1 0 0,1 0 0,0 0 0,1 0 0,-1 0 0,0 0 0,0 1 0,0-1 0,0 0 0,1 1 0,-1-1 0,0 1 0,0-1-1,1 1 1,-1 0 0,1-1 0,-1 1 0,0 0 0,1 0 0,-1 0 0,0 0 0,1 0 0,-1 0 0,1 0 0,-1 1 0,0-1 0,1 0 0,-1 1 0,0-1 0,1 1-1,-1 0 1,0-1 0,0 1 0,0 0 0,0 0 0,1 0 0,3 108-13,-4 268 13,-2-369 0,0 0 0,1-1 1,-1 1-1,2 0 0,-1 0 0,1 0 1,1 0-1,-1 0 0,1-1 0,0 1 0,1-1 1,0 1-1,0-1 0,1 0 0,0 0 1,0 0-1,0-1 0,1 1 0,0-1 1,1 0-1,-1-1 0,1 1 0,0-1 1,0 0-1,1-1 0,-1 1 0,1-1 1,2 0-1,-2-5 0,-1 0 0,1-1 0,-1 0 0,1 0 0,-1-1 0,0 0 0,0 0 0,0 0 0,0-1 0,-1 0 0,1 0 0,-1 0 0,0-1 0,0 1 0,-1-1 0,1-1 0,-1 1 1,0 0-1,0-1 0,-1 0 0,0 0 0,0 0 0,0 0 0,0-4 0,-1 6 0,52-98-33,-5-2-1,-5-2 1,-4-2-1,17-83 34,-32 52 27,-25 991 72,0-756-94,-5-1 1,-4 1-1,-3-1 0,-5-1 1,-12 30-6,19-93 0,0-1 1,-3-1 0,0 0 0,-2 0-1,-1-1 1,-1-1 0,-3 2-1,19-26-1,-1 0 1,0 0-1,1-1 1,-1 1-1,0 0 1,0-1-1,-1 1 1,1-1-1,0 0 1,-1 0-1,0 0 1,1 0-1,-1 0 1,0-1-1,0 1 1,0-1-1,0 0 1,0 1-1,0-1 1,0-1-1,0 1 1,-1 0-1,1-1 1,0 0-1,0 0 1,-1 0-1,1 0 1,0 0-1,0-1 1,-1 1-1,1-1 1,0 0-1,0 0 1,-1 0 0,-2-7-10,0-1 0,0 0 1,1 0-1,0 0 0,1 0 1,-1-1-1,2 1 1,0-1-1,0 0 0,1 0 1,0-1-1,0 1 0,1 0 1,1-2 9,-5-21-6,1 1 1,2 0 0,1-1-1,2 1 1,1-1 0,1 1-1,2 0 1,2 0 0,0 0-1,2 1 1,2 0 0,11-23 5,1 10-54,1 2 0,3 0-1,1 2 1,2 2 0,2 0 0,1 2 0,16-11 54,30-21-699,-9 12-904</inkml:trace>
  <inkml:trace contextRef="#ctx0" brushRef="#br0" timeOffset="-5930.144">6558 4928 27854,'0'0'973,"0"0"-487,0 0-70,0 0 140,0 24-126,0 156-48,-1 61-219,71-414-304,40-35-502,-110 207 645,0 0 0,0 0 0,0 1 0,0-1 0,0 0 0,0 0 1,0 0-1,1 0 0,-1 1 0,0-1 0,0 0 0,1 0 0,-1 1 0,1-1 0,-1 0 0,0 0 1,1 1-1,-1-1 0,1 1 0,0-1 0,-1 0 0,1 1 0,0-1 0,-1 1 0,1-1 0,0 1 1,-1 0-1,1-1 0,0 1 0,0 0 0,-1-1 0,1 1 0,0 0 0,0 0 0,0 0 0,0 0 1,-1-1-1,1 1 0,0 1 0,0-1 0,0 0 0,0 0 0,-1 0 0,1 0 0,0 0 0,0 1 1,-1-1-1,1 0 0,0 1 0,0-1 0,-1 1 0,1-1 0,0 1 0,-1-1 0,1 1 0,0-1 1,-1 1-1,1-1 0,-1 1 0,1 0-2,9 51 383,10 122 92,-19-171-498,1 1-1,-1-1 1,0 1-1,1-1 1,0 0-1,0 0 1,0 0-1,0 0 1,0 0-1,1 0 1,-1-1-1,1 1 1,0-1-1,-1 1 1,1-1 0,0 0-1,1 0 1,-1 0-1,0-1 1,0 1-1,1-1 1,-1 0-1,1 0 1,-1 0-1,1 0 24,21 0-1747</inkml:trace>
  <inkml:trace contextRef="#ctx0" brushRef="#br0" timeOffset="-5020.04">8093 4670 28230,'0'0'642,"0"0"-298,19-20 116,228-245 468,58-92-839,-264 316-86,-33 68 86,-17 531 869,8-550-954,1 1-1,-1-1 1,1 0 0,1 0 0,-1 0-1,1 0 1,1 0 0,0 0 0,0 0-1,0 0 1,1 0 0,0-1 0,1 1-1,-1-1 1,1 0 0,1 0 0,0 0 0,0-1-1,0 0 1,0 0 0,1 0 0,0 0-1,0-1 1,1 0 0,0-1 0,-1 1-1,2-1 1,0 0-4,-3-2 2,0-1 1,0 0-1,0-1 0,1 1 0,-1-1 0,0 0 1,0-1-1,1 1 0,-1-1 0,0 0 1,0 0-1,0 0 0,0-1 0,0 0 0,0 0 1,-1 0-1,1-1 0,-1 1 0,1-1 0,-1 0 1,0 0-1,0-1 0,0 1 0,0-1 1,-1 0-1,0 0 0,1 0 0,-1-1-2,77-138 9,-72 125-9,34-82-16,-4-2 0,-5-1 0,-4-2 0,6-55 16,-24 107 66,-6 59 107,15 363 361,3-1-465,-2-76-34,-15 184-35,-5-458 1,-1 1-1,0-1 1,-2 1-1,0-1 1,-1 1-1,-1-1 0,-1 0 1,0 0-1,-1-1 1,-1 0-1,-1 0 1,0 0-1,-1-1 1,-1 0-1,-1-1 0,0 0 1,-1-1-1,0 0 1,-1 0-1,-1-2 1,0 1-1,11-11 0,0 1 0,-1-1 0,1 0 0,-1 0 0,0 0 0,1-1 0,-1 1 0,0-1 0,0 0 0,0 0 1,0 0-1,0-1 0,0 1 0,0-1 0,0 0 0,0 0 0,0 0 0,-1-1 0,1 1 0,0-1 0,0 0 0,0 0 1,1-1-1,-1 1 0,0-1 0,0 0 0,1 0 0,-1 0 0,1 0 0,0 0 0,-1-1 0,1 0 0,0 0 0,-4-10-9,0 0 0,1-1 0,1 0-1,0-1 1,1 1 0,0-1 0,1 0 0,1 0-1,0 0 1,1 0 0,1-3 9,-4-24-64,1 0-1,3 0 1,2 0-1,1 0 1,2 0-1,2 1 1,2 0-1,1 0 1,3 1-1,1 0 1,1 1-1,3 1 1,1 0 0,2 1-1,1 2 1,2 0-1,1 1 1,29-28 64,126-102-1409,-96 98-363</inkml:trace>
  <inkml:trace contextRef="#ctx0" brushRef="#br0" timeOffset="-4612.822">9960 4879 30222,'0'0'589,"0"0"-303,-9 23-34,-27 75 99,10 24 148,40-164-557,2 1-1,1 1 1,3 0 0,0 1 0,17-20 58,-31 49-28,4-8-4,45-52 5,-53 71 33,-1-1-1,1 1 0,-1 0 1,0-1-1,0 1 0,1 0 1,-1 0-1,0 0 0,0 0 0,0 0 1,0 0-1,0 0 0,0 0 1,0 1-1,-1-1 0,1 0 1,0 0-1,-1 1 0,1-1 0,0 1 1,-1-1-1,0 0 0,1 1 1,-1-1-1,0 1 0,0-1 1,0 1-1,0-1 0,0 1 0,0-1 1,0 1-1,0-1 0,-1 0 1,1 1-1,0-1 0,-1 2-5,1 4 51,3 183 469,29-153-1522,-21-36-733</inkml:trace>
  <inkml:trace contextRef="#ctx0" brushRef="#br0" timeOffset="-4080.068">10285 4983 26598,'0'0'1280,"0"0"-384,0 0-112,0 0-80,0 0-143,0 0-185,131 8-152,-89-2-56,-1 2-88,1 0-64,2 0-8,0-2-8,15 0-288,-11-2-953,-8-4-439</inkml:trace>
  <inkml:trace contextRef="#ctx0" brushRef="#br0" timeOffset="-3853.968">10464 4940 29798,'0'0'753,"0"0"-537,0 0-128,0 0 176,-26 120-72,26-78-120,13 5-72,9-2-32,11 5-472,-7-13-1137,-4-13-5272</inkml:trace>
  <inkml:trace contextRef="#ctx0" brushRef="#br0" timeOffset="-3592.043">11258 4731 30390,'0'0'865,"0"0"-393,-16 112-56,1-53-16,6 10-240,1 48-160,3-18-208,5-17-1985</inkml:trace>
  <inkml:trace contextRef="#ctx0" brushRef="#br1" timeOffset="155784.688">17255 3942 26494,'0'0'566,"0"0"1394,-6-17-1118,-78-137 396,77 145-1189,-1 0 0,1 0 0,-1 1 1,-1 1-1,0-1 0,0 1 0,0 1 0,-1-1 0,0 2 0,0-1 1,0 2-1,-1-1 0,1 1 0,-1 1 0,0 0 0,0 0 0,-1 1 1,1 1-1,0 0 0,-1 0 0,1 1 0,-1 1 0,1 0 1,-1 0-1,1 1 0,0 1 0,-9 2-49,-3 8 5,1 1-1,0 1 1,1 0-1,1 2 1,0 0 0,2 2-1,0 0 1,-1 3-5,4-6 2,-48 51 0,3 3 0,3 3 0,3 2 0,4 2 0,-32 67-2,63-107 1,2 0 0,2 2-1,1 0 1,2 0 0,2 1-1,2 0 1,1 1 0,3 0-1,1 0 1,1 0 0,3 1-1,1-1 1,2 0 0,3 4-1,-4-25 1,0-1-1,2 0 1,0 0 0,1-1 0,1 1 0,0-1 0,2-1 0,0 0 0,1 0 0,0 0 0,1-1-1,1-1 1,1 0 0,0-1 0,1 0 0,1-1 0,0-1 0,0 0 0,1-1 0,1-1 0,0 0 0,0-1-1,1-1 1,0-1 0,0 0 0,1-1 0,0-1 0,3-1-1,26-3 0,0-3 0,-1-2 0,0-2 1,0-2-1,0-3 0,-1-1 0,0-2 0,-1-2 1,-1-2-1,-1-2 0,-1-2 0,0-2 0,-2-1 0,-1-2 1,11-12-1,-23 20 1,-1-1-1,0-2 1,-2 0 0,0-2 0,-2 0 0,-1-2 0,-1 0 0,-1-2 0,-1 0 0,-1-1 0,-2 0 0,-1-2 0,-2 1-1,0-2 1,-2 1 0,2-21-1,-2-1 4,-3 0 0,-2 0 0,-3-1-1,-2 0 1,-2 1 0,-5-21-4,3 54 1,0 0 1,-2 1-1,0 0 0,-1 0 1,-1 0-1,-1 1 1,0 0-1,-1 0 0,-1 2 1,-1-1-1,-1 1 1,0 1-1,0 0 0,-2 1 1,0 0-1,0 1 0,-2 1 1,1 1-1,-1 0 1,-1 1-1,0 1 0,0 1 1,-1 0-1,0 1 0,-1 1 1,1 1-1,-1 1 1,-18-2-2,33 5-34,1-1 0,-1 1-1,0 0 1,0 0 0,0 0 0,0 1 0,0-1 0,0 1 0,0 0 0,0 1 0,0-1 0,0 1 0,0 0 0,0 0 0,1 1 0,-1 0 0,0-1 0,1 1 0,-1 1 0,1-1 0,0 1 0,0 0 0,0 0 0,0 0 0,0 0-1,0 1 1,1-1 0,0 1 0,0 0 0,0 0 0,0 0 0,0 1 0,1-1 0,0 1 0,0-1 0,0 2 34,0 20-1918</inkml:trace>
  <inkml:trace contextRef="#ctx0" brushRef="#br1" timeOffset="159245.053">15707 3172 25277,'0'0'2401,"0"0"-1689,-118 144-48,39-15 88,-17 54 1,-3 24-201,14 10-160,23-6-72,27-17-104,24-7-104,11-7-32,48-15-48,40-11-16,39-12-16,40-22-40,37-35-432,-38-35-656,-12-33-2505</inkml:trace>
  <inkml:trace contextRef="#ctx0" brushRef="#br1" timeOffset="162517.697">19002 5837 26558,'0'0'1988,"0"0"-1101,0 0-290,0 0-87,0 0-31,-22 2-129,-70 10-112,16 32 46,61-30-232,-66 56 100,3 3 1,3 4-1,-50 67-152,121-138 1,0-1-1,0 2 0,1-1 1,0 0-1,0 1 0,1-1 0,0 1 1,0 0-1,0 0 0,1 0 1,0 0-1,1 0 0,-1 0 1,1 0-1,1 0 0,-1 0 1,1 0-1,0 0 0,1-1 1,0 1-1,0 0 0,0 0 0,3 5 0,93 139 0,-85-134 1,6 8 1,-7-7-1,1 1 0,1-2-1,0 0 1,1 0 0,1-2 0,1 0 0,0 0-1,1-2 1,0 0 0,1-1 0,14 6-1,-27-17-70,0 1 0,-1-1 0,1-1 0,0 1 0,0-1 0,0 0 0,0 0 0,0-1 0,0 0 0,0 0 0,0 0 0,0-1 0,0 0 0,-1 0 0,1 0 0,-1-1 0,0 0 1,1 0-1,-1 0 0,-1 0 0,1-1 0,0 0 0,-1 0 0,0 0 0,0-1 0,0 1 0,0-1 0,0-2 70,28-30-1990</inkml:trace>
  <inkml:trace contextRef="#ctx0" brushRef="#br1" timeOffset="162766.707">19320 6027 29718,'0'0'761,"0"0"-561,0 0 160,127 2 56,-70-2-104,4-4-184,3-2-88,-5 2-32,-6 4-8,-12 0-104,-12 0-360,-25 20-392,-4-1-1241,-4-1-11298</inkml:trace>
  <inkml:trace contextRef="#ctx0" brushRef="#br1" timeOffset="162956.995">19177 6337 28310,'0'0'912,"0"0"-656,0 0 272,0 0-15,127 19-145,-72-17-168,4 0-104,5-2-56,-3 0-40,20 0-16,-15-4-544,-11-6-1881</inkml:trace>
  <inkml:trace contextRef="#ctx0" brushRef="#br1" timeOffset="163285.83">20026 5776 29414,'0'0'866,"0"0"-501,0 0-173,0 0 160,24 10 8,156 66-54,-136-55-240,-2 1 1,0 2 0,-2 1 0,0 3-1,-2 1 1,32 33-67,-64-57 9,0 1 1,-1 0-1,0 1 1,0 0-1,-1-1 1,0 1-1,0 1 1,-1-1-1,1 1 1,-2-1-1,1 1 1,-1 0-1,0 0 1,-1 0-1,0 0 1,0 0-1,0 0 1,-1 0-1,-1 0 1,1 1-1,-1-1 1,-1 0-1,0 0 1,-2 6-10,-6 1 9,0-1 0,-2 0 1,1 0-1,-2-1 0,0-1 1,0 0-1,-1 0 0,-1-2 0,0 0 1,-7 3-10,-2 4-1,-310 197-1154,231-154-1171</inkml:trace>
  <inkml:trace contextRef="#ctx0" brushRef="#br1" timeOffset="164955.699">22640 5571 26542,'0'0'1376,"0"0"-326,0 0-248,0 0-145,0 0-165,0 0-167,-5-2-73,-16-8-4,-1 31 263,-6 41-426,3 1 1,4 1-1,1 0 0,4 2 1,3 0-1,-5 61-85,-5 182 0,24-290 0,1 1 0,1-1 0,1 0 0,0 0-1,2 0 1,0 0 0,1-1 0,0 0 0,2-1 0,0 0 0,1 0 0,1 0 0,2 0 0,-1-4-75,0-1 0,0 0 0,2-1 0,-1 0 0,1-1 0,1 0 0,0-2 0,0 1 0,1-2 0,0 0 0,0-1-1,0-1 1,1 0 0,0-1 0,0-1 0,5 0 75,76 15-1255</inkml:trace>
  <inkml:trace contextRef="#ctx0" brushRef="#br1" timeOffset="165508.693">24212 5997 23213,'0'0'5470,"0"0"-4088,0 0-1046,-10-20 94,-65-147 442,70 156-849,0 0 1,-1 1 0,0-1-1,-1 1 1,0 1 0,0-1-1,-1 1 1,0 1 0,-1-1-1,1 1 1,-2 1 0,1 0-1,-1 0 1,0 1 0,-1 0-1,1 0 1,-1 2 0,0-1-1,-1 1 1,1 1 0,-1 0-1,1 0 1,-1 2-1,0-1 1,0 1 0,0 1-1,0 0 1,0 1 0,1 0-1,-1 1 1,0 0 0,0 1-1,1 0 1,0 1 0,-1 0-1,1 1 1,1 0 0,-7 4-24,-8 13 2,1 0 0,1 2 0,1 1 1,1 0-1,2 2 0,0 0 1,2 1-1,1 1 0,1 1 0,2 0 1,1 1-1,1 0 0,1 0 0,2 1 1,2 1-1,1-1 0,1 1 0,1 0 1,3 0-1,1 23-2,-2-49 0,0 1 1,1 0-1,0 0 0,0 0 0,0 0 1,1-1-1,0 1 0,1 0 1,0-1-1,0 1 0,1-1 0,-1 1 1,2-1-1,-1 0 0,1 0 1,0-1-1,0 1 0,1-1 0,0 0 1,0 0-1,1 0 0,-1-1 0,1 1 1,0-2-1,1 1 0,-1-1 1,1 0-1,0 0 0,0 0 0,0-1 1,1 0-1,-1-1 0,5 1 0,7 0 4,0-2-1,0-1 0,-1 0 0,1-1 1,0-1-1,0-1 0,0-1 0,-1 0 1,0-2-1,0 0 0,0 0 0,-1-2 1,0 0-1,0-1 0,-1-1 0,0-1 1,-1 0-1,0-1 0,0 0 0,-2-1 1,1-1-1,-2 0 0,0-1 0,-1 0 1,0-1-1,-1 0 0,-1-1 0,-1 0 1,0 0-1,-1-1 0,-1 0 0,-1 0 1,0 0-1,0-9-3,-1 5-6,-1 0 0,-2 0 1,0 0-1,-1 0 0,-1 0 0,-1 0 0,-1 0 1,-1 0-1,-1 0 0,0 1 0,-2 0 0,-1 0 0,0 1 1,-4-4 5,5 17-676,1 6-1160</inkml:trace>
  <inkml:trace contextRef="#ctx0" brushRef="#br1" timeOffset="167882.808">28162 5747 27430,'0'0'1902,"0"0"-1030,0 0-264,0 0-131,0 0-131,0 0 2,19 4-68,315 57 224,-75 19-504,-258-78 0,0-1 0,1 1 0,-1-1 0,-1 1 0,1-1 0,0 1 0,0 0 0,-1 0 0,1-1 0,0 1 0,-1 0 0,0 0 0,1 0 0,-1-1 0,0 1 0,0 0 0,0 0 0,0 0 0,-1 0 0,1-1 0,0 1 0,-1 0 0,1 0 0,-1-1 0,0 1 0,1 0 0,-1-1 0,0 1 0,0 0 0,0-1 0,0 1 0,-1-1 0,1 0 0,0 1 0,0-1 0,-1 0 0,1 0 0,-1 0 0,1 0 0,-1 0 0,1 0 0,-1 0 0,0-1 0,0 1 0,1 0 0,-1-1 0,0 1 0,0-1 0,1 0 0,-1 0 0,1 1 0,-336 223-689,288-200-1199,43-23-664</inkml:trace>
  <inkml:trace contextRef="#ctx0" brushRef="#br1" timeOffset="168226.476">29050 5549 18396,'0'0'10131,"0"0"-7742,0 0-2176,0 0 10,0 0 125,0 0-65,16 9-124,110 49-23,-116-56-118,1 2 1,-1 0-1,0 0 1,-1 1-1,1 0 1,-1 0 0,0 1-1,0 1 1,-1-1-1,1 1 1,-2 1-1,1-1 1,-1 2 0,0-1-1,-1 1 1,0-1-1,0 2 1,-1-1-1,0 1 1,0 0-1,-1 0 1,-1 0 0,0 0-1,0 1 1,-1-1-1,1 10-18,-6-1-4,0-1-1,-2 1 0,0 0 1,0-1-1,-2 0 0,-1-1 0,0 1 1,-1-1-1,0-1 0,-2 0 1,0 0-1,-1-1 0,0 0 1,-1-1-1,-1-1 0,-2 2 5,-21 26-165,-30 37-1120,46-56-384</inkml:trace>
  <inkml:trace contextRef="#ctx0" brushRef="#br1" timeOffset="165961.558">24598 6226 28598,'0'0'1080,"0"0"-287,0 0-201,0 0-248,0 0-96,0 0 16,123-28-64,-64 19-40,7-5 8,6-2-24,7-4-56,2-3-48,2 3-32,-2 0-8,20-2-224,-22 7-464,-15 1-1577</inkml:trace>
  <inkml:trace contextRef="#ctx0" brushRef="#br1" timeOffset="166403.355">25573 5763 28678,'0'0'1334,"0"0"-865,0 0-271,0 0 91,0 0 62,21-1-123,143-2-8,-143 2-199,-1 0 0,0 2 0,1 1 0,-1 0 0,0 2 1,0 0-1,-1 1 0,1 1 0,-1 1 0,0 1 0,-1 0 0,0 2 1,11 7-22,-23-12 13,-1 0 1,0 1-1,0 0 1,0 0-1,-1 0 1,0 0-1,0 1 1,-1-1-1,0 1 1,0 0-1,0 0 1,-1 0-1,0 1 1,0-1-1,-1 0 1,0 1-1,0-1 1,-1 1-1,0-1 1,0 1-1,-1-1 1,-1 5-14,-51 159 37,27-122-194,-2-1 0,-3 0 0,-1-3 0,-17 18 157,-94 74-5062,112-116-5557</inkml:trace>
  <inkml:trace contextRef="#ctx0" brushRef="#br1" timeOffset="166748.126">26461 5656 26718,'0'0'1516,"0"0"-805,-19 9-143,-62 29 71,71-32-569,0 0 1,0 0-1,1 1 1,0 0-1,1 1 1,0-1-1,0 2 1,0-1-1,1 1 1,1 0-1,-1 1 1,2-1-1,-1 1 1,1 1-1,1-1 1,-1 1-1,2-1 1,-3 12-71,-7 190 266,13-200-260,0 0 0,0 0 0,2 0 0,-1 0 1,2 0-1,-1 0 0,2 0 0,-1-1 0,2 1 0,-1-1 0,2 0 1,-1-1-1,1 1 0,1-1 0,0 0 0,1-1 0,0 1 1,0-2-1,0 1 0,1-1 0,1 0 0,0-1 0,0 0 1,0-1-1,0 0 0,9 3-6,8-2-149,1-2 0,-1-1 0,1-1 0,0-1 1,0-2-1,0 0 0,0-2 0,0-1 0,-1-2 0,28-7 149,50-17-3336</inkml:trace>
  <inkml:trace contextRef="#ctx0" brushRef="#br1" timeOffset="167167.613">27022 5561 29646,'0'0'1153,"0"0"-844,0 0-256,0 0-9,0 0 87,0 0 14,15 10-53,237 163 805,-239-162-887,-2 0 1,1 1-1,-1 0 1,-1 1 0,0 0-1,-1 0 1,0 1 0,-1 1-1,-1-1 1,0 1-1,-1 0 1,-1 1 0,0 0-1,-1-1 1,-1 2 0,0-1-1,-2 0 1,1 0-1,-2 1 1,0-1 0,-1 0-1,-1 1 1,0-1 0,-1 0-1,-1 0 1,-1 0-1,0-1 1,-2 3-11,-21 32-302,-1-2 0,-3-1 0,-2-2-1,-2-1 1,-2-2 0,-2-1 0,-18 13 302,3-9-4550</inkml:trace>
  <inkml:trace contextRef="#ctx0" brushRef="#br1" timeOffset="182126.717">15865 5678 25709,'0'0'2794,"0"0"-1879,0 0-547,0 0 75,21-1-33,139-18 63,193-58-117,3 16-1,3 15 1,231 5-356,609 4 25,-636 68 51,-247-46 335,-230 4-386,-1-4 1,0-3-1,18-9-25,-76 24-483,-25 3-810</inkml:trace>
  <inkml:trace contextRef="#ctx0" brushRef="#br1" timeOffset="183019.86">23256 7556 28006,'0'0'918,"0"0"-385,0 0-233,0 0 195,20-1 16,156-21 43,368-82 469,394-17-1023,278 46 53,-199 18 34,226-80 200,-1158 125-287,40-7 0,0 6 0,1 5 0,101 7 0,-198 6 0,-23-25-28,-4-2-416,-2-3-1244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20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59 27998,'0'0'940,"-15"20"-584,-227 274 757,-32 13-624,331-305-174,334-74 182,-9 43 167,-378 29-655,-1 0 1,1-1-1,0 0 0,0 1 0,-1-1 0,1-1 1,0 1-1,-1-1 0,1 1 0,-1-1 0,0 0 0,0 0 1,1 0-1,-1-1 0,0 1 0,-1-1 0,1 0 0,0 0 1,-1 0-1,0 0 0,0 0 0,0 0 0,0-1 1,0 1-1,0-1 0,-1 1 0,0-1 0,0 1 0,0-1 1,0 0-1,0 0 0,-1 0 0,0 1 0,0-1 1,0 0-1,0 0 0,0 0 0,-1 0 0,0 1 0,1-1 1,-2 0-1,1 1 0,-1-2-9,-4-10 0,-1 0 0,0 1 0,-1 0 0,-1 0 0,0 1 0,-1 0 0,0 1 0,-1 0 0,-1 0 0,-5-3 0,-12-16 0,-13-15-252,-2 1 1,-2 3-1,-1 1 1,-2 3-1,-7-2 252,9 13-2575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02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32 920 15187,'0'0'11608,"0"0"-8798,0 0-2434,0 0 180,0 0-33,19 8-102,153 75 489,-165-76-894,0-1 1,0 1-1,-1 0 0,0 1 0,0-1 1,-1 1-1,0 0 0,0 1 1,-1-1-1,0 1 0,-1 0 1,0 0-1,0 0 0,-1 0 0,0 0 1,-1 1-1,0-1 0,0 1 1,-1-1-1,0 1 0,-1-1 0,0 1 1,0-1-1,-1 0 0,0 0 1,-3 8-17,-8 23-78,-1 0 1,-2-1 0,-2 0 0,-1-1-1,-9 10 78,-147 201-228,170-223 393,42-25-86,163-62 104,-154 42-160,172-83-985,-162 70-1384</inkml:trace>
  <inkml:trace contextRef="#ctx0" brushRef="#br0" timeOffset="773.245">1491 1329 27118,'0'0'1504,"0"0"-904,119-18 200,-45-4-103,14-6-217,2 3-216,-5 1-120,-10 6-88,-16 9-16,-11 3-40,-6 6-8,2-2-128,-11-2-480,-9-2-1449</inkml:trace>
  <inkml:trace contextRef="#ctx0" brushRef="#br0" timeOffset="1039.562">1868 920 16388,'0'0'12914,"0"0"-12426,0 0-344,0 0 328,-65 128 129,56-66-265,2 13-136,3 23-56,2-5-56,2 4-48,0-1-16,0-19-24,2 8-48,13-24-344,-2-23-1457</inkml:trace>
  <inkml:trace contextRef="#ctx0" brushRef="#br0" timeOffset="1611">2500 873 25709,'0'0'3364,"0"0"-2373,0 0-717,0 0 148,0 0-38,0 0-149,25-7-78,85-20-8,-103 25-130,1 2 1,0-1-1,-1 1 0,1 0 0,0 1 0,-1-1 0,1 2 0,-1-1 0,1 1 0,-1 0 0,0 1 0,1-1 0,-1 1 0,1 1-19,8 4 47,6 0-13,-2 2 0,0 0 0,0 2 1,-1 0-1,0 1 0,-1 1 0,0 0 0,-2 1 1,13 15-35,-23-23 3,-1-1 0,1 1 0,-2 0 1,1 1-1,-1-1 0,0 1 1,0 0-1,-1 0 0,0 1 0,-1-1 1,0 0-1,0 1 0,0-1 0,-1 1 1,-1 0-1,1-1 0,-2 1 1,1 0-1,-1 0 0,0-1 0,-1 1 1,0-1-1,0 1 0,-1-1 0,0 0 1,-1 0-1,0 2-3,-15 20-27,-2-1-1,0-1 1,-2 0 0,-1-2-1,-1-1 1,-1-1-1,-7 3 28,23-17-45,-150 109-2035,129-103 96</inkml:trace>
  <inkml:trace contextRef="#ctx0" brushRef="#br0" timeOffset="1941.119">3486 754 27374,'0'0'1751,"0"0"-1191,0 0-137,-19 7 164,-125 61 25,119-51-537,0 1 1,2 1 0,0 1 0,1 1-1,1 0 1,1 2 0,1 0 0,2 2-1,0 0 1,1 1 0,2 0 0,0 1-1,2 1 1,1 0 0,1 0-1,2 1 1,1 1 0,1-1 0,0 12-76,5-36 0,1 1 1,-1-1 0,1 0 0,1 1-1,-1-1 1,1 0 0,0 0-1,0 1 1,1-1 0,-1 0-1,1 0 1,0 0 0,0-1 0,1 1-1,0 0 1,0-1 0,0 0-1,0 1 1,0-1 0,1-1 0,0 1-1,0 0 1,0-1 0,0 0-1,0 0 1,1 0 0,0 0 0,-1-1-1,1 0 1,5 2-1,12 2 0,1-1 0,-1 0 0,1-2 0,0-1 0,1 0 0,-1-2 0,6-1 0,-18 1 0,254-25-1370,-162-3-1381</inkml:trace>
  <inkml:trace contextRef="#ctx0" brushRef="#br0" timeOffset="17254.842">1553 2443 28102,'0'0'2026,"0"0"-1237,0 0-369,0 0 112,0 0-7,-4 0-208,53-3-261,489-83-56,-184 21 0,549-79 0,-741 138-99,-203 7-665,-11 2-1182</inkml:trace>
  <inkml:trace contextRef="#ctx0" brushRef="#br0" timeOffset="19604.227">1005 468 22557,'0'0'3012,"1"22"-1569,35 310 931,78 859-275,-103-1074-3043,-11-156-1615,0-13-5627</inkml:trace>
  <inkml:trace contextRef="#ctx0" brushRef="#br0" timeOffset="20197.272">1437 123 29110,'0'0'562,"24"-6"-309,343-72 891,-67 52-881,1 13 0,157 19-263,-398-5 18,368 5-156,-423-6 106,1 1 1,-1-1 0,1 1 0,-1 0 0,1 1-1,-1-1 1,0 1 0,1 0 0,-1 0-1,0 0 1,0 1 0,0 0 0,-1 0-1,1 0 1,-1 1 0,0-1 0,0 1-1,0 0 1,0 0 0,0 1 0,-1-1 0,0 1-1,0 0 1,0-1 0,-1 1 0,2 4 31,8 10 100,0 1 1,-2 0 0,0 0-1,-1 1 1,-1 0 0,-1 1-1,-1-1 1,1 11-101,7 84 419,-9-65-256,2 1 0,2-1 0,2 0 0,3-1 0,2 0-163,34 64 32,5-3 1,50 72-33,11 24 0,-94-167-14,-9-19-1,-1 0-1,-1 0 0,-1 2 1,0-1-1,-2 1 0,-1 0 1,-1 1-1,-1 0 0,2 17 16,-7-12-1485,0-14-3004</inkml:trace>
  <inkml:trace contextRef="#ctx0" brushRef="#br0" timeOffset="20742.296">676 1127 23189,'0'0'5817,"0"0"-5209,0 0-296,0 0-64,0 0-40,0 0-119,0 0-65,-4 95-24,4-38-817,-5-4-13706</inkml:trace>
  <inkml:trace contextRef="#ctx0" brushRef="#br0" timeOffset="21008.901">810 1792 24853,'0'0'5409,"0"0"-4872,0 0-265,-152 126-168,69-35-104,13-10-272,4-4-2217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24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32015,'0'0'96,"0"0"-96,0 0-672,0 0-721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24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27814,'0'0'888,"35"172"-120,-11-34-208,7 24-7,-5-2-57,-2-10-152,-4-16-136,-5-26-120,-6-23-32,0-26-32,-2-11-24,1-1-24,14-14-360,-2-11-1225,-2-22-20635</inkml:trace>
  <inkml:trace contextRef="#ctx0" brushRef="#br0" timeOffset="297.654">1 1231 27822,'0'0'1435,"8"27"-1016,54 188-157,-52-182-161,-5-9-41,1-1 0,1 1 0,1-1-1,1-1 1,1 0 0,1 0 0,1-1-1,1 0 1,15 17-60,-25-35 20,1 0 0,-1 0-1,1 0 1,0 0 0,0-1 0,0 0-1,0 0 1,0 0 0,0 0-1,0-1 1,1 0 0,-1 0 0,1 0-1,-1 0 1,1 0 0,-1-1 0,1 0-1,-1 0 1,1 0 0,-1-1-1,1 0 1,-1 1 0,1-2 0,-1 1-1,1 0 1,-1-1 0,0 0-1,0 0 1,0 0 0,0 0 0,0-1-1,-1 1 1,1-1 0,-1 0 0,1 0-1,-1-1 1,0 1 0,1-3-20,18-27 89,-2-1 0,-2 0 0,-1-2 0,-1 0 0,-3-1 0,0 0 0,-3-1 0,-1 0 0,0-15-89,18-57-77,-10 47-618,-5 13-1183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3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964 233 27422,'0'0'1344,"0"0"223,0 0-920,0 0-298,0 0-5,-11-20-31,-60-111 112,68 125-408,-2 0-1,1 0 1,-1 1 0,0-1 0,0 1-1,0 0 1,-1 0 0,0 1 0,0 0 0,0 0-1,0 0 1,-1 1 0,1-1 0,-1 2-1,0-1 1,0 1 0,0 0 0,0 0-1,0 1 1,0 0 0,-1 0 0,1 1-1,-4 0-16,-7 0-3,-1 0-1,0 2 0,0 0 1,0 1-1,1 1 0,-1 1 1,1 0-1,-11 6 4,-9 9 0,1 1 0,1 2 0,1 2 0,1 1 0,1 1 0,2 2 0,0 1 0,2 2 0,2 1 0,1 1 0,2 1 0,1 1 0,1 1 0,3 1 0,0 1 0,3 0 0,-11 40 0,16-42 0,1-1 0,1 2 0,3-1 0,1 1 0,1 0 0,2 0 0,2 0 0,5 36 0,-4-62 0,1 0 0,0 1 0,0-1 0,2 0 0,-1 0 0,2 0 0,-1-1 0,2 0 0,-1 1 0,2-2 0,-1 1 0,2-1 0,-1 0 0,1 0 0,1-1 0,-1 0 0,2-1 0,-1 0 0,1 0 0,0-1 0,1-1 0,0 1 0,0-2 0,0 1 0,0-1 0,5 0 0,17 3 0,1-2 0,0-1 0,0-2 0,0-1 0,0-2 0,0-1 0,0-2 0,0-1 0,-1-2 0,1-1 0,-1-2 0,-1-1 0,0-1 0,0-2 0,17-10 0,-13 4-100,0-2 0,-1-2 0,-1-1 0,-1-1 0,-2-2 0,0-1 0,-2-1 0,-1-2 0,-2-1 0,13-20 100,-5 2-2057</inkml:trace>
  <inkml:trace contextRef="#ctx0" brushRef="#br0" timeOffset="2595.566">1464 892 29910,'0'0'866,"0"0"-286,0 0-216,0 0-74,-3-20 35,-21-158 102,24 174-427,0 0 0,0 0 0,0 0 0,-1 0 0,1 1 0,-1-1 1,0 0-1,0 1 0,-1-1 0,1 0 0,-1 1 0,1-1 0,-1 1 0,0 0 0,-1 0 1,1 0-1,0 0 0,-1 0 0,0 0 0,0 0 0,0 1 0,0-1 0,0 1 1,0 0-1,0 0 0,-1 0 0,1 1 0,-1-1 0,1 1 0,-1 0 0,0 0 0,1 0 1,-1 0-1,0 1 0,0-1 0,0 1 0,0 0 0,0 0 0,1 1 0,-1-1 1,0 1-1,0-1 0,1 1 0,-1 1 0,-3 0 0,-6 8 0,0 1 0,0 0 0,2 1 0,-1 0 0,2 1 0,-1 0 0,2 1 0,0 0 0,0 1 0,2-1 0,-6 14 0,0-5 0,2 1 0,0 0 0,1 0 0,2 1 0,0 0 0,2 0 0,1 1 0,1 0 0,1 0 0,1 0 0,1 0 0,2 0 0,1 10 0,-1-33 0,0 1 0,0-1 0,0 1 0,1-1 0,0 1 0,-1-1 0,1 0 0,0 1 0,1-1 0,-1 0 0,1-1 0,-1 1 0,1 0 0,0-1 0,0 1 0,0-1 0,0 0 0,0 0 0,0 0 0,1-1 0,-1 1 0,1-1 0,-1 1 0,1-1 0,0 0 0,-1-1 0,1 1 0,0-1 0,0 1 0,-1-1 0,1 0 0,0-1 0,0 1 0,-1-1 0,1 1 0,0-1 0,-1 0 0,1-1 0,-1 1 0,1 0 0,-1-1 0,1 0 0,-1 0 0,0 0 0,0 0 0,1-1 0,22-21 0,-1-2-1,-1 0 1,-1-1 0,-2-2-1,0 0 1,-2-1 0,7-18 0,-3 10-5,49-75-197,-70 113 200,-1 0 0,0-1 1,0 1-1,0 0 0,0 0 1,0 0-1,0 0 0,0 0 1,0 0-1,0 0 0,1 0 1,-1 0-1,0 1 0,0-1 1,0 0-1,0 1 1,0-1-1,0 1 0,0-1 1,0 1-1,0 0 0,-1-1 1,1 1-1,0 0 0,0-1 1,0 1-1,-1 0 0,1 0 1,0 0-1,-1 0 0,1 0 1,-1 0-1,1 0 0,-1 0 1,1 0-1,-1 0 0,0 0 1,1 0-1,-1 0 1,0 0-1,0 0 0,0 0 1,0 0-1,0 0 0,0 0 1,0 1-1,0-1 0,0 0 1,-1 0-1,1 0 0,0 0 1,-1 0-1,1 0 0,-1 0 1,1 0-1,-1 0 0,0 0 2,2 6-1,1 11 18,-3-12-14,1 0 0,0 0 0,0 0 0,0 0 0,0 0 0,1 0 0,0 0 0,1-1 0,-1 1 0,1 0 0,0 0 0,0-1 0,1 1 0,0-1 0,0 0 0,0 0 0,1 0 0,-1 0 0,1-1 0,0 1 0,1-1 0,-1 0 0,1 0 0,-1 0 0,1-1 0,1 0 0,3 2-3,2-6-251,-1-1-1,1 0 0,-1-1 1,1 0-1,-1 0 1,0-1-1,-1-1 0,1 0 1,-1 0-1,1-1 0,-2 0 1,1 0-1,-1-1 1,0 0-1,0-1 0,-1 0 1,0 0-1,0 0 0,-1-1 1,0 0-1,-1-1 1,0 1-1,0-1 0,3-10 252,3 2-1276,26-45-8022</inkml:trace>
  <inkml:trace contextRef="#ctx0" brushRef="#br0" timeOffset="2878.572">1927 679 24245,'0'0'3553,"0"0"-1779,0 0-976,0 0-96,0 0-118,9 21-112,29 71-129,-5 114-47,-31-195-296,-1-6 0,0-37 0,0 15-9,1 1 0,1 0 0,0-1 0,2 1 0,-1 1 0,2-1 0,0 1 0,1 0 0,0 0 0,2 1 0,-1 0 0,2 0 0,0 1 0,0 0 0,1 1 0,1 0 0,0 1 0,0 0 0,1 1 0,1 0 0,0 2-1,0-1 1,0 1 0,1 1 0,1 1 0,-1 0 0,1 1 0,0 1 0,0 0 0,8 0 9,83 6-1870,-32 1-4556,-42-3 1446</inkml:trace>
  <inkml:trace contextRef="#ctx0" brushRef="#br0" timeOffset="3228.979">2626 583 20788,'0'0'5363,"0"0"-2977,0 0-1010,0 0-586,0 0-345,0 0-122,0 12 78,0 272 494,1-284-895,-1-1 0,1 1 0,-1 0 0,1-1 0,-1 1 0,1 0 0,-1 0 0,1 0 0,-1 0 0,1 0 0,0 0 0,-1-1 0,1 1 0,-1 1 0,1-1 0,0 0 0,-1 0 0,1 0 0,-1 0 0,1 0 0,-1 0 0,1 1 0,-1-1 0,1 0 0,-1 0 0,1 1 0,-1-1 0,1 0 0,-1 1 0,1-1 0,-1 0 0,1 1 0,-1-1 0,0 1 0,1-1 0,-1 1 0,0-1 0,1 1 0,-1-1 0,0 1 0,0-1 0,0 1 0,1 0 0,-1-1 0,0 1 0,0-1 0,0 1 0,0-1 0,0 1 0,0 0 0,0-1 0,0 1 0,0-1 0,0 1 0,0-1 0,-1 1 0,1 0 0,0-1 0,0 1 0,-1-1 0,1 1 0,0-1 0,-1 1 0,26-44 0,-23 40 0,4-10 0,8-20-1,1 2 0,1 0 0,2 1 0,1 0 0,1 2 0,2 0 0,0 1 0,2 2 0,8-7 1,-28 30-27,0-1 1,1 0 0,-1 1 0,1 0 0,-1 0-1,1 0 1,0 1 0,-1 0 0,1-1 0,0 2-1,0-1 1,0 1 0,0-1 0,0 1 0,0 0-1,0 1 1,0-1 0,-1 1 0,1 0-1,0 1 1,0-1 0,-1 1 0,1 0 0,0 0-1,-1 0 1,0 0 0,0 1 0,1 1 26,26 9-337,89 0-4235,-83-13-3251</inkml:trace>
  <inkml:trace contextRef="#ctx0" brushRef="#br0" timeOffset="3815.227">3386 608 28206,'0'0'1584,"0"0"-877,-5 18-152,-29 151 863,33-165-1411,0 0 0,0 0 1,1 0-1,-1 0 1,1 0-1,0 0 1,0 0-1,1 0 1,-1 0-1,1 0 0,-1 0 1,1 0-1,1 0 1,-1 0-1,0-1 1,1 1-1,0 0 0,0-1 1,0 1-1,0-1 1,1 0-1,-1 0 1,1 0-1,0 0 0,0 0 1,0 0-1,0-1 1,0 1-1,1-1 1,-1 0-1,1 0 1,-1 0-1,1-1 0,0 1 1,0-1-1,-1 0 1,1 0-1,0 0 1,0-1-1,1 1-7,8-1-13,0 0-1,0-1 1,0 0-1,0-1 1,0-1-1,-1 0 1,1-1-1,-1 0 1,1 0-1,-1-2 1,-1 1-1,1-2 1,-1 1-1,0-2 1,0 1-1,-1-1 1,0-1-1,-1 0 1,0 0-1,3-5 14,4-4-74,0-1-1,-2-1 0,0 0 1,-1-1-1,-1-1 0,-1 0 1,-1 0-1,-1-1 0,-1 0 1,2-14 74,0-132 467,-18 166 103,1 27-591,-5 496 21,10-369 0,-26 583 0,25-684 0,-3 0 0,-1-1 0,-3 0 0,-2 0 0,-2-1 0,-2-1 0,-2 0 0,-11 16 0,28-59 0,-2 1 0,1-1 0,0 0 0,-1 1 0,0-1 0,0-1 0,0 1 0,0 0 0,-1-1 0,0 0 0,1 1 0,-1-2 0,0 1 0,-1 0 0,1-1 0,0 1 0,-1-1 0,1-1 0,-1 1 0,0-1 0,1 1 0,-1-1 0,0-1 0,0 1 0,-4 0 0,-38-18 0,38 9 0,1 0 0,0 0 0,0-1 0,1 0 0,0-1 0,0 0 0,1 0 0,1 0 0,0 0 0,0-1 0,1 0 0,0 0 0,-1-10 0,1 2 0,2-1 0,0 1 0,1-1 0,1 0 0,1 1 0,1-1 0,0 1 0,2-1 0,0 1 0,1 0 0,1 0 0,0 1 0,2 0 0,0 0 0,1 1 0,10-15 0,37-45-18,3 3-1,3 2 1,3 3 0,9-2 18,-56 53-31,82-80-775,-15 13-1245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3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1 595 26254,'0'0'826,"0"0"1180,0 0-1223,0 0-444,0 0 66,0 0-59,21 7-86,-7-2-212,-9-2-32,1 0 0,-1-1 0,1 0 0,0 0 0,0 0 0,0-1 0,0 0 0,0 0 0,0 0 0,0-1 0,0 0 0,0 0 0,0-1 0,0 1 0,0-1 0,0-1 0,0 1 0,0-1 0,0 0 0,0 0 0,-1-1 0,1 0 0,-1 0 0,1-1-16,40-35 57,-1-3 0,-3-2 1,-1-1-1,-2-3 0,26-42-57,73-86 70,-73 127-75,-45 59-18,-9 125 6,-12-90 15,-25 380 10,22-308-1,4-115-7,0-1 0,0 1 0,0 0 0,0 0 0,0-1 0,1 1 0,-1 0 0,0-1 0,1 1 0,-1 0 0,1-1 0,0 1 0,0-1 0,-1 1 0,1-1 0,0 1 0,0-1 0,0 0 0,1 1 0,-1-1 0,0 0 0,0 0 1,1 0-1,-1 0 0,1 0 0,-1 0 0,1 0 0,-1-1 0,1 1 0,-1 0 0,1-1 0,0 1 0,-1-1 0,1 0 0,0 1 0,-1-1 0,1 0 0,0 0 0,0 0 0,-1 0 0,73-34 15,-47 2-12,-2 0 1,-1-2-1,-1 0 1,-2-2-1,11-25-3,8-11 0,-4-2 0,-3-2 0,-3 0-1,-4-2 1,-3-1 0,-1-11 0,-20 69 18,1 7 34,0 37 3,26 341 52,7 86 253,-19 55-360,-16-456-1,-2 1-1,-2-1 1,-2 1 0,-3-2-1,-1 1 1,-3-1 0,-2 0-1,-2-1 1,-1-1 0,-11 16 1,22-52 2,-1 0 1,0-1 0,0 0-1,-1 0 1,0 0 0,-1-1-1,1 0 1,-2-1 0,1 0-1,-1-1 1,0 0 0,0 0-1,-1-1 1,1 0 0,-1-1-1,-1 0 1,1-1 0,0 0-1,-1-1 1,1 0 0,-1-1-1,0 0 1,0-1 0,1 0-1,-1-1 1,-10-2-3,14 2 1,0-1-1,0-1 1,0 1 0,0-1 0,1-1-1,-1 0 1,1 0 0,0 0-1,0-1 1,1 0 0,-1 0-1,1 0 1,0-1 0,1 0 0,-1-1-1,1 1 1,0-1 0,1 0-1,-1 0 1,1 0 0,1-1-1,0 1 1,0-1 0,-1-2-1,-5-19-3,1 0-1,1-1 1,1 0 0,2 0 0,1 0-1,1-3 4,1 3-8,0 0-1,2 0 0,1 0 1,2 0-1,1 0 0,1 1 1,1 0-1,2 0 0,0 1 1,3 0-1,0 0 0,13-20 9,1 9-150,2 1 1,2 1-1,1 1 0,2 2 0,1 1 0,13-7 150,39-31-1401,-2 8-1457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3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29 22133,'-4'20'6736,"-50"250"-4220,18 61-1735,38-392-744,2-1-1,3 1 1,3 0 0,2 0 0,3 2 0,2-1 0,10-16-37,-24 66-2,0 0-1,0 0 1,1 1 0,0-1-1,1 1 1,0 0-1,1 0 1,0 1-1,0-1 1,0 1 0,1 0-1,1 1 1,-1 0-1,1 0 1,0 1-1,1 0 1,0 0 2,-4 6 3,0 1 0,-1 0 0,0 0 0,1 1 0,-1-1 0,0 1 0,1 0 1,-1 0-1,0 1 0,0-1 0,-1 1 0,1 0 0,0 0 0,-1 0 0,0 0 0,0 1 0,0-1 0,0 1 0,0 0 0,-1 0 0,0 0 1,1 0-1,-2 0 0,1 0 0,0 1 0,-1-1 0,0 0 0,0 1 0,0 0 0,0-1 0,-1 1 0,0-1 0,0 5-3,49 344 283,-31-299-235,-17-53-80,0-1 1,0 1-1,-1-1 0,1 1 1,0 0-1,0-1 1,-1 1-1,1-1 0,0 0 1,0 1-1,0-1 0,0 0 1,0 1-1,0-1 1,0 0-1,0 0 0,0 0 1,0 0-1,0 0 0,0 0 1,0 0-1,0 0 1,-1 0-1,1 0 0,0-1 1,0 1-1,0 0 0,0-1 1,0 1-1,0-1 0,0 1 1,-1-1-1,1 1 1,0-1-1,0 1 0,-1-1 1,1 0-1,0 1 0,-1-1 1,1 0-1,0 0 1,-1 0-1,1 1 0,-1-1 1,0 0-1,1 0 0,-1 0 1,0 0-1,1 0 1,-1 0-1,0 0 0,0 0 1,0 0 31,18-34-3997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3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0 605 30238,'0'0'689,"0"0"-367,0 0-124,23-2 66,83-15 76,-87 7-282,0 0-1,0-1 1,-1-1 0,-1-1-1,0-1 1,-1 0 0,0-1-1,8-10-57,3-2 40,331-368 63,-314 355-107,-35 75-15,-9 418 74,-1-445-55,0 0 0,0 0-1,1 0 1,-1 0 0,2 0 0,-1 1-1,1-1 1,1 0 0,-1 0 0,2 0-1,-1-1 1,1 1 0,0 0 0,0-1 0,1 0-1,0 1 1,0-2 0,1 1 0,0 0-1,0-1 1,0 0 0,1 0 0,0 0-1,0-1 1,1 0 0,0 0 0,-1-1 0,1 0-1,5 2 1,-5-6 1,-1-1 0,1 0-1,-1 0 1,0 0 0,0-1 0,0 0-1,0-1 1,0 1 0,0-1 0,-1 0-1,1 0 1,-1-1 0,0 0-1,0 0 1,0 0 0,0 0 0,-1-1-1,0 0 1,0 0 0,0 0-1,0 0 1,-1-1 0,0 1 0,0-1-1,0 0 1,-1 0-1,30-44 2,-2-2 1,-2-1-1,-2-2 1,-3 0-1,-3-1 1,-2-1-1,-2-1 1,-3-1-3,-8 38 13,-6 51 11,0 6-13,7 1192-11,-7-1145 0,-3 0 0,-4 0 0,-13 50 0,21-128 0,0 1 0,-1-1 0,1 0 0,-1 1 0,0-1 0,-1 1 0,1-1 0,-1 0 0,0 0 0,0 0 0,-1 0 0,1 0 0,-1-1 0,0 1 0,-1-1 0,1 1 0,-1-1 0,0 0 0,1-1 0,-2 1 0,1-1 0,0 1 0,-1-1 0,0-1 0,1 1 0,-1-1 0,0 1 0,-1-2 0,1 1 0,0 0 0,0-1 0,-1 0 0,1 0 0,-1-1 0,1 1 0,-1-1 0,1 0 0,-3-1 0,-2-4 0,1 0 0,0-1 0,0 0 0,1-1 0,0 0 0,0 0 0,0 0 0,1-1 0,0 0 0,1-1 0,0 1 0,0-1 0,1-1 0,0 1 0,0-1 0,1 0 0,1 0 0,0 0 0,0 0 0,1 0 0,0-1 0,0 1 0,1-9 0,-3-8-24,0 0 0,2 0 0,1 0-1,1 0 1,2 0 0,0 0 0,2 0 0,1 0 0,1 1 0,1 0 0,2 0-1,0 0 1,2 1 0,1 1 0,0 0 0,2 1 0,1 0 0,1 1-1,0 0 1,2 2 0,1-1 24,153-142-2754,-98 101-1411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39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31 297 30014,'0'0'678,"-1"24"-290,-11 167 376,-5 40-161,21-265-623,1 0 0,2 0 0,1 1 0,2 0-1,2 0 1,7-15 20,-7 17-55,-3 4-4,1 0 1,1 1-1,1 0 0,2 1 0,0 0 1,2 1-1,11-13 59,-26 36 1,0-1 0,0 1 0,0-1 0,0 1-1,0 0 1,0 0 0,0-1 0,1 1 0,-1 0 0,0 0 0,1 0-1,-1 1 1,1-1 0,0 0 0,-1 0 0,1 1 0,-1-1 0,1 1-1,0-1 1,-1 1 0,1 0 0,0 0 0,0 0 0,-1 0 0,1 0-1,0 0 1,0 0 0,-1 0 0,1 1 0,0-1 0,-1 1 0,1-1-1,-1 1 1,1 0 0,0 0 0,-1-1 0,1 1 0,-1 0 0,0 0-1,1 1 1,-1-1 0,0 0 0,0 0 0,0 1 0,0-1-1,0 0 1,0 1 0,0-1 0,0 1 0,0-1 0,-1 1 0,1 0-1,0 0 0,48 243 287,-49-243-363,1 0 0,-1 0 0,1 0 0,0 0 0,0 0 0,0 0 0,0 0 0,0 0-1,0 0 1,1 0 0,-1 0 0,0 0 0,1-1 0,0 1 0,-1-1 0,1 1 0,0-1 0,0 0 0,0 0-1,0 0 1,0 0 0,0 0 0,0 0 0,0 0 0,0-1 0,0 1 0,0-1 0,1 1 0,-1-1 0,0 0 0,0 0-1,1 0 1,-1 0 0,0 0 0,0 0 0,0-1 0,1 0 76,18-3-5796</inkml:trace>
  <inkml:trace contextRef="#ctx0" brushRef="#br0" timeOffset="283.722">547 419 29734,'0'0'1433,"0"0"-1265,0 0-24,0 0 248,0 0 64,146-16-200,-93 3-168,0 1-88,1 4-16,12 4-240,-11 4-432,-18 0-793</inkml:trace>
  <inkml:trace contextRef="#ctx0" brushRef="#br0" timeOffset="555.172">755 94 29998,'0'0'793,"0"0"-561,0 0-48,-2 110 112,2-51 0,0 6-176,2 4-120,22 6-128,-2-15-448,0-21-1633</inkml:trace>
  <inkml:trace contextRef="#ctx0" brushRef="#br0" timeOffset="830.944">1351 1 29086,'0'0'1729,"0"0"-857,35 181-136,-24-82-392,-2 17-344,0 23 0,2 16 0,-1-11 0,-1-25-736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552 275 23997,'0'0'4209,"0"0"-2622,0 0-816,0 0-242,-10-17-109,-31-55-112,-16-91 310,54 161-612,-1-1 1,1 1-1,-1 0 1,1 0-1,-1 0 0,1 0 1,-1 1-1,0-1 1,0 1-1,0 0 0,0 0 1,0 1-1,0-1 1,0 1-1,0 0 0,0 0 1,0 0-1,0 0 1,0 1-1,0 0 0,0 0 1,0 0-1,0 0 1,0 0-1,0 1 0,0 0 1,1 0-1,-1 0 1,1 0-1,0 0 0,-1 1 1,1-1-1,0 1 1,0 0-1,-1 2-6,-30 32 0,2 1 0,1 2 0,2 1 0,2 1 0,2 1 0,2 2 0,2 0 0,1 1 0,-2 15 0,-23 115-3,45-170 1,-1 1 0,1 0 0,1-1 0,-1 1 0,1 0 1,0-1-1,1 1 0,-1-1 0,1 1 0,1-1 0,-1 0 0,1 0 0,0 0 0,0 0 0,1 0 0,0-1 0,0 1 0,0-1 0,1 0 0,-1-1 0,1 1 0,0-1 0,1 0 0,-1 0 0,1 0 0,0-1 0,0 0 0,0 0 0,0 0 0,0-1 0,1 0 1,1 0 0,7 2-5,0 0 0,0-1 0,0-1 0,0-1 0,0 0 0,0-1-1,0 0 1,0-2 0,0 0 0,0 0 0,0-1 0,0-1 0,10-4 6,349-223-2973,-340 220 738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645 543 27326,'0'0'2691,"0"0"-1904,-5-22-563,-23-154 387,-11-37 198,36 206-800,0-1 1,0 1-1,0-1 1,-1 1 0,0 0-1,0 0 1,-1 1-1,0-1 1,0 1-1,0 0 1,-1 0 0,0 1-1,0 0 1,0 0-1,-1 0 1,0 1-1,0 0 1,0 0 0,0 1-1,0 0 1,-1 0-1,0 0 1,0 1-1,1 0 1,-5 1-10,1 1 1,1 1 1,-1 1-1,0 0 0,1 0 1,-1 1-1,1 1 0,0 0 1,0 0-1,0 1 0,1 0 1,0 0-1,0 1 0,0 1 1,0-1-1,1 2 0,0-1 1,1 1-1,0 0 0,0 0 1,0 1-1,1 0 0,1 0 1,-1 1-1,-1 6-1,-22 29-21,3 2 1,1 1-1,3 1 0,2 1 1,2 0-1,2 2 0,3 0 1,2 1-1,2 0 0,2 0 1,3 1-1,2 36 21,2-86-6,-1 0 0,1 1 0,0-1 0,1 0 0,-1 1 0,1-1 0,-1 0 0,1 0 1,1 1-1,-1-1 0,0 0 0,1 0 0,0 0 0,0 0 0,0-1 0,1 1 0,-1-1 0,1 1 0,0-1 0,0 0 0,0 0 0,0 0 0,0 0 0,1 0 1,-1-1-1,1 0 0,0 1 0,0-1 0,0-1 0,0 1 0,4 1 6,2 0-1,1-1-1,0 0 1,0-1-1,-1 0 1,1 0 0,0-1-1,0-1 1,0 0-1,0 0 1,0-1 0,-1 0-1,1-1 1,-1 0-1,0-1 1,1 0 0,-2-1-1,1 0 1,6-4 1,152-129 17,-114 84-25,-4-3-1,-1-1 1,-4-3-1,-2-2 1,3-11 8,38-102-2616,-71 135-1544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574 450 30823,'0'0'622,"0"0"-202,-5-26-69,-37-173 167,41 188-517,0 0 0,-1 0 1,0 1-1,-1-1 0,0 1 0,-1-1 1,0 1-1,-1 0 0,0 0 0,0 1 1,-1-1-1,0 1 0,-1 1 1,0-1-1,0 1 0,-1 0 0,0 1 1,-1 0-1,1 0 0,-1 1 1,0 0-1,-1 0 0,0 1 0,1 0 1,-2 1-1,-4-1-1,6 6 0,-1 1 0,0 0 0,0 1 0,1 0 0,0 1 0,-1-1 0,1 2 0,1 0 0,-1 0 0,1 0 0,0 1 0,0 0 0,0 1 0,1 0 0,0 0 0,0 0 0,1 1 0,0 0 0,0 0 0,1 1 0,0-1 0,1 1 0,0 0 0,0 1 0,-1 4 0,-21 35-12,2 1 0,2 1-1,3 1 1,2 1 0,2 1 0,3 0-1,2 0 1,2 1 0,3 0 0,2 1-1,3 18 13,0-69-2,0 0-1,0 0 1,1 0-1,-1 0 1,2 0 0,-1-1-1,0 1 1,1 0-1,0 0 1,0-1-1,0 1 1,1-1-1,-1 0 1,1 1-1,0-1 1,0 0-1,1-1 1,-1 1-1,1-1 1,0 1 0,0-1-1,0 0 1,0-1-1,0 1 1,1-1-1,-1 1 1,1-1-1,0-1 1,-1 1-1,1-1 1,0 0-1,0 0 1,2 0 2,3 0-2,1 0 0,-1-1 0,0 0 0,0-1 0,0 0 0,0-1 0,0 0-1,0 0 1,0-1 0,0-1 0,-1 1 0,1-1 0,-1-1 0,0 0 0,-1 0 0,1-1 0,-1 0 0,0-1 0,5-5 2,124-157-130,33-118-2032,-127 206-684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28894,'0'0'992,"0"0"-135,0 0-337,0 0 112,0 0-16,0 0-360,0 0-256,-51 8 0,43 35 0,-1 12 0,0 2 0,7 3 0,2-1 0,0 2 0,17 4 0,21 30-232,-3-14-1352,-2-6-3369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6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31375,'0'0'680,"-9"102"-496,9-30-128,0 26 16,13 34-64,33 34-8,-4-22-520,-5-22-2217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0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915 288 26030,'0'0'1351,"0"0"-114,0 0 18,0 0-555,0 0-189,-8 3 333,-34-68-318,36 60-518,0 0 1,-1 1-1,1 0 0,-1 1 1,0-1-1,0 1 1,0 0-1,0 1 1,-1 0-1,1 0 1,-1 0-1,1 1 1,-1 0-1,0 1 1,1 0-1,-1 0 1,0 1-1,1-1 1,-1 2-1,1-1 0,-1 1 1,1 0-1,0 1 1,-1-1-1,1 2 1,1-1-1,-1 1 1,0 0-1,1 0 1,0 1-1,0-1 1,0 1-1,0 1 1,1-1-1,0 1 1,0 0-1,-3 7-8,-12 9 0,1 2 0,2 0 0,0 2 0,2 0 0,0 0 0,2 1 0,1 1 0,2 0 0,0 1 0,2 0 0,1 0 0,2 1 0,0-1 0,1 20 0,3-45 0,0 0 0,0 0 0,1 0 0,-1 0 0,1 0 0,0 0 0,0 0 0,0 0 0,1 0 0,-1 0 0,1 0 0,0-1 0,0 1 0,1 0 0,-1 0 0,1-1 0,0 1 0,-1 0 0,2-1 0,-1 0 0,0 1 0,1-1 0,-1 0 0,1 0 0,0-1 0,0 1 0,0-1 0,1 1 0,-1-1 0,0 0 0,1 0 0,-1 0 0,1-1 0,0 1 0,0-1 0,1 0 0,5 0 0,1 0 0,-1-1 0,1 0 0,0-1 0,-1 0 0,1-1 0,-1 0 0,0-1 0,0 0 0,0 0 0,0-1 0,0 0 0,-1-1 0,1 0 0,-1-1 0,-1 0 0,1 0 0,6-7 0,131-146 0,-126 134 3,9-14-251,2 1-1,1 1 1,2 2-1,19-15 249,3 9-1456,-8 10-1010</inkml:trace>
  <inkml:trace contextRef="#ctx0" brushRef="#br0" timeOffset="265.592">1449 132 29246,'0'0'858,"0"0"-334,-6 19-141,-29 173 435,30 52-573,10 1-1,11 0 0,13 19-244,-26-245-51,-3-161-1451,-10-110-2281,-1 133-1510</inkml:trace>
  <inkml:trace contextRef="#ctx0" brushRef="#br0" timeOffset="533.51">1341 82 16187,'0'0'9025,"0"0"-6288,0 0-1766,0 0-222,25-14-169,84-43-166,-104 55-396,0 0 0,0 0 0,1 1 0,-1 0 0,0 0 0,1 0 0,-1 1 0,1 0 0,-1 0 0,0 0 0,1 0 0,-1 1 0,1 0 0,-1 0 0,0 1 0,0-1 0,0 1 0,0 0 0,0 1 0,0-1 0,0 1 0,2 1-18,1 1 17,4 0 5,-1 1-1,0 1 1,0 0-1,0 0 1,-1 1-1,0 0 1,-1 0-1,0 1 1,0 1-1,-1 0 1,0 0-1,0 0 1,-1 1 0,-1 0-1,0 0 1,-1 1-1,0 0 1,0 0-1,-1 0 1,1 7-22,-4-9 23,0 0 1,-1 0 0,0 0 0,0 0-1,-1 0 1,-1 0 0,1-1 0,-2 1-1,1 0 1,-1-1 0,-1 0-1,1 0 1,-2 0 0,1 0 0,-1 0-1,-1-1 1,1 0 0,-1 0 0,-1 0-1,0-1 1,0 0 0,0 0-1,-1-1 1,0 0-24,-120 84-1491,66-55-1624</inkml:trace>
  <inkml:trace contextRef="#ctx0" brushRef="#br0" timeOffset="799.425">0 1096 27814,'0'0'2475,"0"0"-1716,31-1-504,301-28 657,203-35-360,419 9-552,-841 53 0,-48-1 0,0 3 0,0 3 0,-1 3 0,47 10 0,-64-2 0,-98-9-2667,-2-5-7501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4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898 286 29982,'0'0'810,"0"0"-246,0 0-276,-11-19-44,-83-147 204,92 160-445,0 0 0,-1 0 0,0 1 0,1-1 0,-2 1 0,1 0-1,-1 0 1,1 0 0,-1 0 0,-1 1 0,1 0 0,-1-1 0,1 2 0,-1-1 0,0 0-1,-1 1 1,1 0 0,-1 0 0,1 1 0,-1-1 0,0 1 0,0 1 0,0-1-1,0 1 1,0 0 0,0 0 0,0 1 0,0-1 0,0 2 0,0-1 0,-1 0 0,1 1-1,0 1 1,0-1 0,0 1 0,0 0 0,1 0 0,-1 0 0,0 1 0,1 0 0,0 0-1,0 0 1,-1 1-3,-12 20-1,0 0 0,1 2 0,2 0 0,0 1 0,2 0 0,1 1 0,1 0 0,2 1-1,1 0 1,1 1 0,-1 14 1,-5 10-1,3 1-1,2 0 1,2 1-1,3 0 0,3 0 1,2 12 1,-1-62-1,0 0 0,0-1 0,0 1 0,0-1 0,1 1 1,0-1-1,0 0 0,1 0 0,-1 0 0,1 0 0,0 0 0,1 0 0,-1-1 0,1 0 0,0 1 0,0-1 1,0-1-1,1 1 0,-1-1 0,1 1 0,0-1 0,0 0 0,0-1 0,0 0 0,0 1 0,0-2 1,1 1-1,-1 0 0,1-1 0,0 0 0,-1-1 0,6 1 1,4 0 3,0 0 0,0-1-1,1-1 1,-1 0 0,0-1 0,0-1-1,0 0 1,-1-1 0,1 0 0,-1-2-1,10-4-2,6-9 1,0-1 0,-2-2-1,0 0 1,-1-2-1,-2-1 1,0-2 0,-2 0-1,-1-1 1,-1-1-1,-2-1 1,-1-1 0,-1-1-1,-1 0 1,-2-1 0,9-34-1,-21 72-1963,-2 20-1006</inkml:trace>
  <inkml:trace contextRef="#ctx0" brushRef="#br0" timeOffset="25747.221">1 1200 29790,'0'0'913,"0"0"-433,0 0-64,0 0 224,147-33-168,-68 4-416,13-4-56,28-6 0,29-3 0,36 3 0,4 10 0,-49 10 0,-39 9-1680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0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0 752 28430,'0'0'2449,"0"0"-2137,0 0-224,0 0-32,160-41 232,-61-4 136,43-15-64,51-13-152,31-6-120,15-3-48,-7-5-40,-17 2 0,-9-2-168,-59 22-552,-40 18-1569</inkml:trace>
  <inkml:trace contextRef="#ctx0" brushRef="#br0" timeOffset="23931.394">98 414 25277,'0'0'2506,"0"0"-1184,0 0-366,0 0-237,0 0-200,0 0-95,0 0-75,3 0-83,151-42 140,-106 24-383,88-28-23,2 6 0,2 6 0,1 6 0,1 7 0,72 0 0,47 4 0,-253 13 0,13 2-231,-14 2-922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27270,'0'0'1168,"0"0"-136,0 0-272,0 0-207,0 0-97,131 85-56,-30-106 0,40-24-56,41-7-168,18 0-80,-9 15-48,-18 16-48,-21 15 0,-16 6-424,-35 0-800,-34 0-2209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3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28766,'0'0'1921,"0"0"-1697,119 4-40,-38-6-72,30-25 40,25-11-16,20-1-24,-11 8-64,-27 16-48,-3 15-200,-46 15-1009,-14 4-3736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6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760 1 32135,'0'0'632,"0"0"-632,-50 114 0,28 1 0,2 46 0,3 21 0,12-5 0,5-17 0,0-55-1200,0-28-2625</inkml:trace>
  <inkml:trace contextRef="#ctx0" brushRef="#br0" timeOffset="8166.941">381 1467 26190,'0'0'1315,"0"0"-537,0 0-266,0 0-41,0 0 9,-6 6-22,-19 18-67,19-18-105,25-20 60,121-87-647,4 7 0,4 5 0,4 8 1,4 6-1,2 7 0,60-12 301,-120 43-4217</inkml:trace>
  <inkml:trace contextRef="#ctx0" brushRef="#br0" timeOffset="36689.909">1 1457 29446,'0'0'1243,"0"0"-771,0 0-264,0 0-96,0 0 8,0 0 108,13-2 103,99-29-234,-2-5 0,-1-5 1,-2-5-1,-2-4 0,-3-4 0,39-31-97,302-185 24,-273 197-275,-154 74-294,-33 10-406,-10-4-1375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5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1 30054,'0'0'801,"0"0"-337,0 0-104,0 0 88,0 0-136,-44 142-160,33-83-80,2 8-64,0 10-8,1 6-120,8 47-384,0-19-856,0-11-5354</inkml:trace>
  <inkml:trace contextRef="#ctx0" brushRef="#br0" timeOffset="36537.215">1 1137 30134,'0'0'1177,"0"0"-993,0 0-128,0 0 216,157-45 144,-33-11-112,37-9-184,12 3-72,-9 16-48,-15 22-16,-31 15-576,-31 7-896,-27 2-2697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8:4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2167 383 20364,'0'0'2294,"0"0"-922,0 0-539,0 0-129,0 0-1,-4 5-85,-16 45 2491,19-50-3041,0 1 0,0-1-1,0 0 1,0 0 0,0 0 0,1 0 0,-1 0-1,0 0 1,0 0 0,0 0 0,0-1-1,0 1 1,0 0 0,0 0 0,0-1 0,0 1-1,0-1 1,0 1 0,1-1 0,-1 1-1,0-1 1,0 1 0,0-1 0,1 0 0,-1 1-1,0-1 1,1 0 0,-1 0 0,1 0 0,-1 1-1,1-1 1,-1 0 0,1 0 0,0 0-1,-1 0 1,1 0 0,0 0 0,0 0 0,0 0-1,-1-1-67,-12-26 31,-67-104 1,76 128-32,1-1-1,-1 1 1,0 1 0,0-1 0,0 1 0,0-1 0,-1 1 0,1 0-1,-1 1 1,0-1 0,0 1 0,0 0 0,0 0 0,0 1 0,0-1-1,0 1 1,-1 0 0,1 0 0,0 1 0,-1 0 0,1 0 0,-1 0-1,1 1 1,0-1 0,-1 1 0,-1 1 0,-2 3 0,1 0 0,1 1 0,-1 0 0,1 0 0,0 0 0,0 1 0,1 0 0,0 1 0,0-1 0,0 1 0,1 0 0,1 0 0,-1 1 0,1 0 0,1-1 0,0 1 0,0 1 0,0-1 0,1 0 0,1 2 0,-14 40 0,3 1 0,3 1 0,1 0 0,3 0 0,2 1 0,3-1 0,2 3 0,-3-49-2,2 0 1,-1 1-1,1-1 1,0 0-1,0-1 1,1 1-1,0 0 1,0 0-1,0-1 0,1 1 1,0-1-1,0 0 1,1 0-1,0 0 1,0 0-1,0 0 1,1-1-1,0 0 0,0 0 1,0 0-1,1-1 1,-1 0-1,1 0 1,0 0-1,0-1 1,1 1-1,-1-2 0,1 1 1,-1-1-1,1 0 1,0 0-1,0 0 1,0-1-1,0 0 1,0-1-1,0 0 0,0 0 1,0 0-1,0-1 1,0 0-1,0 0 1,2-2 1,4-5 5,0-2 0,0 0 1,-1 0-1,-1-1 1,1 0-1,-2-1 1,0-1-1,0 0 0,-1 0 1,-1 0-1,7-15-5,-13 25 1,62-121 4,-51 94-28,0 1 0,3 0 0,0 1 0,2 1 1,1 1-1,0 0 0,20-17 23,143-90-2190,-92 85-917</inkml:trace>
  <inkml:trace contextRef="#ctx0" brushRef="#br0" timeOffset="465.294">5582 501 30206,'0'0'826,"0"0"-237,0 0-218,-12-18 36,-103-139-39,108 151-368,1-1 0,-1 1 0,0 0 0,-1 1 0,1 0 0,-1 0 0,0 0 0,-1 1 0,1 0 0,-1 1 0,1 0 0,-1 0 0,0 1 0,0 0 0,0 1 0,0 0 0,-1 0 0,1 1 0,0 0 0,0 1 0,0 0 0,0 0 0,0 1 0,0 0 0,0 0 0,0 1 0,0 1 0,1-1 0,0 1 0,0 1 0,0-1 0,0 1 0,0 1 0,1 0 0,0 0 0,-14 15 0,1 1 0,1 1-1,1 0 1,1 1 0,1 1 0,1 1-1,2 0 1,0 1 0,2 1 0,1-1-1,1 2 1,1-1 0,2 1 0,1 0-1,1 1 1,2-1 0,0 1 0,3-24-1,-1 0 0,0 0-1,1 0 1,0-1 0,1 1 0,-1 0 0,1-1 0,0 1-1,0-1 1,1 1 0,0-1 0,0 0 0,0 0-1,0 0 1,1-1 0,0 1 0,0-1 0,0 0 0,0 0-1,1 0 1,0-1 0,-1 1 0,1-1 0,1 0-1,-1-1 1,0 1 0,1-1 0,-1 0 0,1 0-1,-1-1 1,6 1 1,1 0-1,0 0 0,0-1 0,1-1 0,-1 0 0,0 0 0,0-1 0,1-1 0,-1 0 0,0-1 0,0 0 0,-1-1 0,1 0 0,-1-1 0,8-4 1,2-4-11,0 0-1,-1-2 1,0 0-1,-1-2 1,-1 0-1,-1-1 1,0 0-1,-2-1 1,0-1-1,-1-1 1,-1 0-1,0-1 1,-2 0-1,-1-1 1,-1 0-1,-1 0 1,0-1-1,-2 0 0,-1-1 1,-1 1-1,-1-1 1,-1-18 11,-22-17-1983,-3 48-791</inkml:trace>
  <inkml:trace contextRef="#ctx0" brushRef="#br0" timeOffset="4750.421">5758 8250 29798,'0'0'1058,"0"0"-582,0 0-184,0 0-5,-3-23-24,-24-143-11,26 160-244,1 0 1,-2-1-1,1 1 1,-1 0-1,0 0 1,0 0-1,-1 0 1,0 0-1,0 1 1,0-1-1,-1 1 1,1 0-1,-1 0 1,-1 0-1,1 0 1,-1 1-1,0-1 1,0 1-1,0 1 1,0-1-1,-1 1 1,1 0-1,-1 0 1,0 0-1,0 1 1,0 0-1,0 0 1,0 0-1,0 1 1,-1 0-1,1 0 1,-1 1-1,1 0 1,-1 0-9,-5 5 1,0 0-1,1 1 1,0 0-1,0 0 1,0 2 0,1-1-1,0 1 1,0 1-1,1 0 1,0 0 0,1 1-1,0 0 1,0 0-1,1 1 1,1 0 0,0 0-1,0 0 1,1 1-1,1 0 1,-2 7-1,-18 36-4,2 0 0,3 2-1,3 1 1,2 0 0,3 1 0,2 0 0,3 1 0,1 53 4,4-107-4,1 0 1,-1 1-1,1-1 1,0 0 0,1 1-1,0-1 1,0 0-1,0 1 1,1-1 0,0 0-1,0 0 1,0 0-1,1 0 1,0-1-1,0 1 1,1-1 0,-1 0-1,1 1 1,0-2-1,1 1 1,-1 0 0,1-1-1,0 0 1,0 0-1,1 0 4,3 2-3,1 0-1,-1-1 0,1-1 0,0 0 1,1 0-1,-1-1 0,1 0 0,-1-1 1,1 0-1,0-1 0,0 0 0,0 0 1,0-1-1,0-1 0,0 0 0,-1 0 1,1-1-1,0-1 0,-1 0 0,1 0 1,-1-1-1,0 0 0,0-1 0,0 0 4,13-7-21,-1-2-1,-1 0 0,0-1 1,-1-1-1,-1-1 0,0 0 0,-1-2 1,-1 0-1,12-18 22,-19 21-121,1 0 0,-2-1 1,0 0-1,-1 0 0,-1-1 0,-1 0 1,0-1-1,-1 1 0,-1-1 0,-1 0 1,0-5 120,-1-34-1645</inkml:trace>
  <inkml:trace contextRef="#ctx0" brushRef="#br0" timeOffset="5782.49">6071 9834 28734,'0'0'2097,"0"0"-1913,0 0-128,-26 109 72,26-56 160,0 8-80,0 10-136,24 38-72,0-19-152,0-5-1089</inkml:trace>
  <inkml:trace contextRef="#ctx0" brushRef="#br0" timeOffset="6771.468">5663 12288 31007,'0'0'612,"0"0"-384,-10-19-147,-58-121 138,63 123-183,-33-72 77,37 87-118,0 0 0,0 1 0,0-1-1,0 1 1,0-1 0,-1 1 0,1-1-1,0 1 1,-1 0 0,1-1-1,-1 1 1,0 0 0,1 0 0,-1 0-1,0 0 1,0 1 0,1-1-1,-1 0 1,0 1 0,0-1 0,0 1-1,0 0 1,0-1 0,0 1 0,0 0-1,0 0 1,0 0 0,0 1-1,0-1 1,1 0 0,-1 1 0,0-1-1,0 1 1,0 0 0,0 0-1,1-1 1,-1 1 0,0 0 0,1 1-1,-1-1 1,1 0 0,-1 0-1,1 1 1,-1-1 5,-6 9-30,1-1-1,0 1 0,0 0 0,1 0 1,0 1-1,1 0 0,0 0 1,1 0-1,0 1 0,-1 7 31,-9 25-13,2 1-1,2 0 0,2 0 0,2 1 0,2 0 0,2 0 1,3 0-1,1 3 14,1-39-1,0 1 0,1-1 0,0 0-1,0 0 1,1 0 0,1-1 0,0 0 0,0 0 0,0 0 0,1-1 0,1 0 0,0 0 0,0-1 0,0 0 0,1 0 0,0-1 0,0 0-1,0 0 1,1-1 0,0-1 0,0 1 0,0-2 0,0 1 0,1-1 0,0-1 0,-1 0 0,1-1 0,0 0 0,0 0 0,0-1-1,0-1 1,0 0 0,0 0 0,-1-1 0,1 0 0,-1-1 0,1 0 0,-1-1 0,0 0 0,0-1 0,4-2 1,7-3-43,0-1 1,-2-1 0,1-1-1,-1 0 1,-1-2-1,-1 0 1,0-1-1,-1 0 1,0-2 0,-2 0-1,0 0 1,-1-1-1,-1-1 1,0 0 0,-2-1-1,-1 0 1,0-1-1,-1 0 1,-2 0 0,2-8 42,-6-14-1797</inkml:trace>
  <inkml:trace contextRef="#ctx0" brushRef="#br0" timeOffset="7508.711">5688 13902 30847,'28'120'1816,"3"34"-1712,-3 18-104,-12-42-8,-8-47 8,1-40-160,-4-33-1280,-5-10-2489</inkml:trace>
  <inkml:trace contextRef="#ctx0" brushRef="#br0" timeOffset="1014.334">2433 2460 26974,'0'0'1493,"0"0"-532,0 0-209,-20-8-191,-62-29-214,-50-78 186,123 110-531,-1 1 0,1 0 1,-1 1-1,1 0 0,-1 1 0,0 0 0,0 0 0,0 1 0,-1 0 0,1 1 0,0 0 0,0 0 0,0 2 0,0-1 0,0 1 0,0 0 0,0 1 0,0 0 0,1 1 0,-1 0 0,1 0 0,0 1 0,1 0 0,-1 1 0,1 0 0,0 0 0,-7 8-2,-2 2-2,0 2 0,2 0 0,0 1-1,1 0 1,1 2 0,1-1 0,0 1 0,2 1-1,0 0 1,2 0 0,0 1 0,2 0 0,1 1-1,0-1 1,2 1 0,0 0 0,2 17 2,0-35-1,1 0 1,0 0 0,0 0 0,1 0-1,0 0 1,0 0 0,0 0 0,1-1-1,0 1 1,0-1 0,0 1-1,1-1 1,0 0 0,0 0 0,0 0-1,1 0 1,-1 0 0,1-1 0,0 1-1,1-1 1,-1 0 0,1 0-1,-1-1 1,1 0 0,0 0 0,1 0-1,-1 0 1,0-1 0,3 2 0,5-1 4,0 0 0,0-1 0,0 0 0,0-1 0,0 0 0,0-1 0,0 0 0,0-1 0,0-1 0,0 0 0,0-1 0,0 0 0,-1-1 0,1-1 0,-1 1 0,0-2 0,4-3-4,185-132 153,34-77 14,-113 100-4849,-69 70-10676</inkml:trace>
  <inkml:trace contextRef="#ctx0" brushRef="#br0" timeOffset="1531.208">5370 2147 29702,'0'0'977,"0"0"-385,0 0-176,0 0-72,0 0-120,-24 128-24,24-39-80,6 31-80,10-4-40,3 21-112,-6-41-688,-10-39-3017</inkml:trace>
  <inkml:trace contextRef="#ctx0" brushRef="#br0" timeOffset="31654.201">1694 3084 16388,'0'0'10190,"0"0"-7391,0 0-2170,0 0-207,0 0-69,0 0-123,7 3-106,11 0-78,0 1 1,0-2 0,0-1 0,0 0 0,1-1-1,-1-1 1,0-1 0,1 0 0,-1-2 0,-1 0-1,3-1-46,24-4 80,830-96 373,24-79-228,183 88-126,-823 80-62,381 9 6,-425 24 91,-218-35-87,-102-81-1463,71 72-2113</inkml:trace>
  <inkml:trace contextRef="#ctx0" brushRef="#br0" timeOffset="2016.75">2132 4167 28438,'0'0'936,"0"0"-448,0 0-8,-33 156-7,25-89-249,-1 8-160,7 5-40,2 5-24,2 0-296,37 12-345,-1-20-919,1-22-5993</inkml:trace>
  <inkml:trace contextRef="#ctx0" brushRef="#br0" timeOffset="2456.941">5582 4317 30455,'0'0'558,"-9"-21"-287,-61-138-48,62 142-172,-3-10 78,-1 1 1,-1 0-1,-2 1 0,0 0 0,-2 2 1,-6-7-130,22 28 1,0 0 0,-1 0 0,1 0 1,-1 0-1,0 0 0,0 0 0,0 1 1,0-1-1,0 1 0,0-1 0,0 1 1,0 0-1,-1-1 0,1 1 0,0 1 1,-1-1-1,1 0 0,-1 0 1,1 1-1,-1 0 0,1-1 0,-1 1 1,1 0-1,-1 0 0,1 0 0,-1 1 1,0-1-1,1 0 0,0 1 0,-1 0 1,1 0-1,-1 0 0,1 0 0,0 0 1,-1 0-1,-1 1-1,-5 12-9,1 0 1,0 1-1,0-1 1,2 2-1,0-1 0,0 0 1,2 1-1,0 0 1,-1 7 8,-10 45-21,3 1 1,2 0 0,4 1 0,3-1-1,3 1 1,4 18 20,-3-79 0,0 0 0,1 1 0,0-1-1,1-1 1,-1 1 0,2 0 0,0-1 0,0 1 0,0-1-1,1 0 1,0 0 0,0-1 0,1 1 0,0-1 0,1-1-1,-1 1 1,1-1 0,0 0 0,1-1 0,-1 0-1,1 0 1,1 0 0,-1-1 0,0 0 0,1-1 0,0 0-1,0 0 1,0-1 0,0 0 0,1 0 0,0-5 5,-1 0 0,1 0 0,-1-1 0,0 0 0,0-1 0,0 0 0,-1 0 0,0-1 0,0 0 0,0 0 1,0-1-1,-1 0 0,0 0 0,-1-1 0,0 0 0,0 0 0,-1-1 0,0 1 0,0-1 0,-1 0 0,0-1 0,0 1 0,-1-2-5,0 6 0,15-33-221,-1-2-1,-2 0 1,-1 0-1,-3-1 1,2-16 221,-4-9-1650</inkml:trace>
  <inkml:trace contextRef="#ctx0" brushRef="#br0" timeOffset="36364.149">2053 5358 18732,'0'0'2903,"0"0"-1709,0 0-849,0 0-227,0 0-48,0 0 40,0-6 448,0-25 2128,0 31-1487,0 0-265,0 0-290,8 4 168,17 3-577,0-1 1,1-2-1,0-1 0,0 0 1,0-2-1,0-1 0,10-2-235,18 1 200,-3-2-73,1-3 0,-1-2 0,0-2 0,33-12-127,46-9 91,633-119-75,-572 112-16,2 8 0,1 9 0,174 4 0,301 23 0,-546-14 0,-1-4 0,-1-7 0,33-11 0,16-3 0,195-28 0,-389 42 0,3 12 0,30-6-867,0 4-2155</inkml:trace>
  <inkml:trace contextRef="#ctx0" brushRef="#br0" timeOffset="2877.504">2538 5916 28590,'0'0'856,"0"0"-400,-26 101-104,17-36 153,7 26-145,2 25-168,0 20-136,0-11-56,17-13-24,3-41-472,-5-29-1089</inkml:trace>
  <inkml:trace contextRef="#ctx0" brushRef="#br0" timeOffset="3160.812">5541 5903 31495,'0'0'680,"0"0"-504,0 112-120,-2-53-24,2 4-8,0 6-24,6 42-152,16-16-632,-2-15-3825</inkml:trace>
  <inkml:trace contextRef="#ctx0" brushRef="#br0" timeOffset="40221.032">2364 7367 28022,'0'0'960,"0"0"-329,0 0-208,0 0 69,0 0-31,7-2-145,188-85 439,-68 48-605,2 6-1,0 5 1,2 6-1,89-1-149,64-13 68,184-47-24,237-29-47,249 37 3,-647 62 0,-307 13-2,1 0 1,-1 0-1,1 0 0,-1 0 1,1 0-1,-1 0 0,1-1 1,-1 1-1,1 0 0,-1 0 1,0 0-1,1-1 0,-1 1 1,1 0-1,-1 0 1,0-1-1,1 1 0,-1 0 1,0-1-1,1 1 0,-1 0 1,0-1-1,1 1 0,-1-1 1,0 1-1,0-1 0,0 1 1,1 0-1,-1-1 0,0 1 1,0-1-1,0 1 0,0-1 1,0 1-1,0-1 0,0 1 1,0-1-1,0 1 0,0-1 1,0 1-1,0-1 1,0 1-1,0-1 0,-1 1 1,1 0-1,0-1 0,0 1 1,0-1-1,-1 1 0,1-1 1,0 1-1,-1 0 0,1-1 1,0 1-1,-1 0 0,1-1 1,0 1-1,-1 0 0,1 0 1,-1-1-1,1 1 0,0 0 1,-1 0-1,1 0 0,-1-1 1,1 1-1,-1 0 1,1 0-1,-1 0 2,-30-27-1521,-3 1-2461</inkml:trace>
  <inkml:trace contextRef="#ctx0" brushRef="#br0" timeOffset="4092.932">2121 8004 26846,'0'0'2072,"0"0"-1362,0 0-481,0 0 192,0 0 168,0 0-159,0-3-134,1 0-280,-1-1-1,0 0 0,0 1 0,-1-1 0,1 0 0,-1 1 1,1-1-1,-1 1 0,0-1 0,-1 1 0,1-1 0,-1 1 1,1 0-1,-1 0 0,0 0 0,0-1 0,0 2 1,-1-1-1,1 0 0,-1 0 0,1 1 0,-1 0 0,0-1 1,0 1-1,0 0 0,0 0 0,-1 1 0,1-1 0,0 1 1,-1 0-1,1-1 0,-1 1 0,1 1 0,-1-1 0,0 1 1,1-1-1,-1 1 0,0 0 0,1 0 0,-1 0 1,1 1-1,-1 0 0,0-1 0,1 1 0,-1 0-15,-6 5 0,0-1 0,1 1 0,0 0-1,0 1 1,0 0 0,1 0 0,0 1-1,0 0 1,1 1 0,0 0 0,1 0 0,0 0-1,0 1 1,1 0 0,0 0 0,1 0-1,0 0 1,0 3 0,-14 35-4,3 0 0,1 2 0,3-1 0,2 2 0,2-1 0,3 1 0,1 45 4,3-89-1,-3 16-10,2 0 1,0 1-1,1-1 0,2 0 1,0 1-1,1-1 0,2 0 1,0 0-1,2-1 0,0 0 1,1 0-1,1 0 0,11 16 11,-15-34-11,1 1 1,0-1-1,1 0 0,-1-1 0,1 0 0,-1 0 0,1 0 0,0 0 1,0-1-1,0-1 0,1 1 0,-1-1 0,0 0 0,0-1 0,1 1 1,-1-2-1,0 1 0,1-1 0,-1 0 0,0 0 0,0-1 1,0 0-1,0 0 0,0-1 0,0 0 0,0 0 0,-1-1 0,0 0 1,0 0-1,3-2 11,12-5 14,0-2-1,-1 0 1,-1 0 0,0-2 0,-1-1-1,-1 0 1,0-1 0,-1 0 0,-1-2-1,-1 0 1,-1 0 0,0-2 0,-1 1-1,-2-1 1,0-1 0,-1 0 0,-1-1-1,-1 1 1,-1-1 0,-1-1 0,-2 1 0,1-5-14,-4-3 2,-2-1 0,-1 1 0,-1 0 1,-1 0-1,-2 0 0,-1 1 1,-4-7-3,11 36-32,-17-116-612,41 74-4190,5 22-11432</inkml:trace>
  <inkml:trace contextRef="#ctx0" brushRef="#br0" timeOffset="5418.84">2595 10446 28070,'0'0'1027,"0"0"-439,-16-20-85,-55-63 93,67 77-567,-1-1 0,0 0 0,-1 1-1,0 0 1,0 0 0,0 1 0,0-1 0,-1 2 0,0-1 0,0 1 0,0 0 0,-1 0-1,1 0 1,-1 1 0,0 1 0,0-1 0,0 1 0,0 1 0,0-1 0,0 1 0,-1 1-1,1 0 1,0 0 0,-1 0 0,1 1 0,0 0 0,0 1 0,0 0 0,0 0-1,0 1 1,0 0 0,0 0 0,1 1 0,0 0 0,-1 0 0,2 1 0,-1-1 0,0 2-1,1-1 1,0 1 0,0 0 0,1 0 0,-1 0 0,-2 7-29,-11 21 0,2 1 1,2 1 0,1 0-1,1 1 1,3 0-1,0 1 1,3 1 0,1-1-1,2 1 1,2 0 0,2 33-1,0-59-1,1 0 0,0 1 0,1-1 0,0 0 0,1 1 0,1-2 1,0 1-1,1 0 0,0-1 0,1 0 0,1 2 1,-4-10 1,-1 1 0,1-1 0,0 0 0,1 0 0,-1 0 0,1 0 0,-1-1 0,1 1 0,0-1 0,1 0 0,-1 0 0,0-1 0,1 1 0,-1-1 0,1 0 0,0 0 0,0-1 0,0 1 0,0-1 0,0 0 0,0 0 0,0-1 0,0 0 0,1 1 0,-1-2 0,0 1 0,0-1 0,0 1 1,2-2-2,11-6 30,-2-1 1,1 0 0,-2-1 0,1-1-1,-1 0 1,-1-1 0,0 0 0,0-2-1,-2 1 1,1-2 0,-2 0 0,0 0-1,-1-1 1,2-5-31,-8 16 3,60-93 30,84-103-143,35 50-1296,-95 88-1156</inkml:trace>
  <inkml:trace contextRef="#ctx0" brushRef="#br0" timeOffset="6315.645">2755 12263 28894,'0'0'1008,"0"0"-367,0 0-161,0 0-168,0 0-64,-22 148-32,22-58-88,0-1-56,0 6-64,6 3-8,36 7-240,-5-10-536,3-30-2553</inkml:trace>
  <inkml:trace contextRef="#ctx0" brushRef="#br0" timeOffset="7202.542">2792 13951 30046,'0'0'681,"0"0"-489,-11 111-88,11-29 168,0 29-80,18 31-112,12 10-48,1-32-32,11-23-72,-14-46-512,-2-25-1473</inkml:trace>
  <inkml:trace contextRef="#ctx0" brushRef="#br0" timeOffset="47682.543">1228 8103 28702,'0'0'451,"0"0"-227,0 0-103,0 0 63,0 0 254,-9-14 58,4 6-417,5 6-68,-1-1-1,1 1 1,-1 0-1,0 0 1,0 0-1,0 0 1,0 0-1,0 0 1,0 0-1,0 0 1,0 1 0,-1-1-1,1 0 1,-1 1-1,0-1 1,1 1-1,-1-1 1,0 1-1,0 0 1,0 0-1,0 0 1,0 0-1,0 0 1,0 0-1,0 1 1,0-1-1,0 0 1,0 1-1,0 0 1,-1 0-1,1-1 1,0 1-1,0 1 1,0-1-1,-1 0 1,1 0-1,0 1 1,0-1-1,0 1 1,0 0-1,0 0 1,0-1-1,0 2 1,0-1-1,0 0 1,0 0-1,0 0 1,0 1-11,-35 40 88,1 1 0,2 2 1,2 1-1,2 1 0,3 2 0,-1 7-88,-2-6 30,3 2 0,1 1-1,4 1 1,1 1 0,3 0-1,3 2 1,2 0 0,2 0 0,3 1-1,3 1 1,2-1 0,3 15-30,3-37 14,1-1 0,2 0 1,2 0-1,1 0 1,1-1-1,2 0 1,2-1-1,1 0 1,1-1-1,2-1 0,1-1 1,13 15-15,269 278 33,-273-289-31,-1 2 1,-2 0-1,-2 2 0,-2 1 0,-1 0 1,-1 2-1,-3 0 0,-2 0 0,-1 2 1,-2 0-1,1 14-2,3 41-1,-4 0 1,-4 1-1,-5 0 1,-6 46 0,-4-42-8,-6-2-1,-3 0 1,-5 0 0,-4-2 0,-5-1 0,-20 39 8,-16 36 3,-9-2 0,-95 158-3,99-228-42,77-115-615,3 0 617,1 0-1,1 1 0,0 0 1,1 1-1,0 0 0,1 1 0,0 0 1,0 1-1,2 0 0,-1 1 0,1 0 1,0 1-1,5-1 41,-14 8 0,-1 1 0,1-1 1,0 1-1,0 0 0,0 0 0,0 1 1,0 0-1,0 0 0,0 0 0,0 0 1,0 1-1,-1-1 0,1 1 0,-1 1 1,1-1-1,-1 1 0,0-1 0,0 1 1,0 0-1,0 1 0,-1-1 0,1 1 1,-1-1-1,0 1 0,0 0 0,0 0 1,0 1-1,-1-1 0,0 0 0,0 1 1,0 0-1,0-1 0,-1 1 0,1 0 1,-1 0-1,-1 0 0,1 0 0,-1 1 0,26 74 37,-4 0-1,-4 2 0,-3 0 1,3 80-37,11 257 502,-22 302-502,-8-434 144,8 138 51,-8-424-207,1 0 0,-1 1 0,1-1 0,-1 0 1,1 0-1,-1 0 0,1 1 0,0-1 0,0 0 0,0 0 0,0 1 0,0-1 0,0 0 0,0 1 0,0-1 0,0 0 0,0 0 0,1 1 1,-1-1-1,0 0 0,1 0 0,0 0 0,-1 1 0,1-1 0,-1 0 0,1 0 0,0 0 0,0 0 0,0 0 0,0 0 0,-1 0 0,1-1 1,0 1-1,1 0 0,-1 0 0,0-1 0,0 1 0,0 0 0,0-1 0,0 0 0,1 1 0,-1-1 0,0 0 0,0 1 0,1-1 0,-1 0 1,0 0-1,1 0 0,-1 0 0,0 0 0,0 0 0,1 0 0,-1-1 0,1 1 12,50-99-2131,-33 29-968</inkml:trace>
  <inkml:trace contextRef="#ctx0" brushRef="#br0" timeOffset="61574.092">961 5 28062,'0'0'675,"-19"-1"-196,6 0-393,1 0-5,1 0-1,-1 1 0,0 0 0,0 0 0,1 2 0,-1-1 0,1 2 0,-1-1 0,1 2 1,0-1-1,0 2 0,-3 0-80,-10 10 140,1 1 0,0 1 0,1 1 0,1 1 0,1 1 0,0 1 0,-2 5-140,-52 63 169,4 3 0,4 3 1,4 3-1,5 2 0,4 3 0,5 3 0,-16 54-169,42-102 28,2 0 1,2 2-1,4 0 0,2 1 0,2 0 1,3 1-1,3 0 0,3-1 0,3 1 1,2 0-1,2 0 0,9 25-28,-3-54 0,3-1 0,0 0-1,2-1 1,2-1 0,0-1 0,2 0-1,1-2 1,2 0 0,0-2 0,2 0 0,0-2-1,2-1 1,0-1 0,31 16 0,86 77-45,-133-104 33,0 1 0,0 0 0,-1 0 0,0 1 0,-1 0 0,-1 1 0,0 0 0,0 1 0,-2 0 0,0 0 0,0 0 0,-1 1 0,-1 0 0,0 0 0,-2 1 0,1-1 0,-1 7 12,-3 68-2,-5 0 0,-3-1 0,-4 0 0,-4 0 0,-4-2 0,-4 0 0,-3-1 0,-39 80 2,53-129 0,-34 92 5,6-25 1,5 2-1,4 1 1,5 1 0,-9 90-6,26-71-3,5 1-1,12 111 4,12-106 0,6-1 0,5-1-1,7-1 1,4-3 0,49 99 0,-13-22-1,78 299 9,-23 6 1,-21 6-1,29 409-8,49 1015-9,-165-1513-83,77 1073-114,-84-1320-359,8-1-1,19 57 566,-24-167-1243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5612 407 29214,'0'0'2253,"0"0"-1456,0 0-495,-16-24-132,-55-75-139,34 43-31,34 47 0,-1 1 0,0 0 0,0 0 0,-1 0 0,0 0 0,-1 1 0,1 0 0,-1 0 0,-1 0 0,1 1 0,-1 0 0,0 0 0,-1 1 0,1 0 0,-1 0 0,0 1 0,0 0 0,-1 0 0,1 1 0,-1 0 0,0 1 0,0-1 0,-8 0 0,11 4 0,0-1 0,0 1 0,-1 0 0,1 0 0,0 0 0,0 1 0,0 0 0,1 0 0,-1 1 0,0 0 0,1 0 0,0 0 0,0 0 0,0 1 0,0 0 0,0 0 0,1 0 0,-1 1 0,1-1 0,0 1 0,1 0 0,-1 0 0,1 1 0,0-1 0,0 1 0,-60 153 0,48-102 0,3 1 0,2 1 0,3-1 0,2 2 0,4-1 0,2 11 0,-2-63 0,1 0 0,1-1 0,0 1 0,0 0 0,0-1 0,0 1 0,1-1 0,0 1 0,1-1 0,-1 0 0,1 0 0,1 0 0,-1 0 0,1 0 0,0-1 0,0 1 0,0-1 0,1 0 0,0-1 0,0 1 0,0-1 0,0 0 0,1 0 0,0-1 0,0 1 0,0-1 0,2 1 0,5 1 0,0 1 0,1-2 0,-1 0 0,1 0 0,0-1 0,0-1 0,0 0 0,0-1 0,1-1 0,-1 0 0,0-1 0,0 0 0,0-1 0,0-1 0,0 0 0,0-1 0,-1 0 0,0-1 0,0-1 0,0 0 0,0-1 0,-1 0 0,0-1 0,-1 0 0,0-1 0,0 0 0,7-8 0,-5 4 0,0 0 0,-1-1 0,-1-1 0,0 0 0,-1 0 0,0-1 0,-1 0 0,-1-1 0,-1 0 0,0 0 0,-1 0 0,-1-1 0,-1 0 0,0 0 0,-2 0 0,0-1 0,0 1 0,-2 0 0,-1-1 0,0 1 0,-1-1 0,-3-12 0,3 24-90,1 1 0,-1-1 0,0 1 0,0-1 0,-1 1 0,1 0 0,-2 0 0,1 0 0,0 1 0,-1-1 0,0 1 0,-1 0 0,1 0 0,-1 0 0,0 0 0,0 1 0,0 0 0,-1 0 0,0 0 0,1 1 0,-1 0 0,0 0 0,-4-1 90,-19 2-5052</inkml:trace>
  <inkml:trace contextRef="#ctx0" brushRef="#br0" timeOffset="-628.32">3385 531 27382,'0'0'2819,"0"0"-1864,0 0-554,0 0-106,0 0-63,19 2 98,169-8 23,-44-6-353,1 6 0,-1 6 0,118 17 0,-57-15-551,-164-14-3355,-17-6-9961</inkml:trace>
  <inkml:trace contextRef="#ctx0" brushRef="#br0" timeOffset="-373.335">4083 160 30022,'0'0'793,"-7"110"-329,2-34-56,5 16 56,0 17-192,0-7-168,5-2-104,16-7-48,20-21-496,-4-11-664,-3-28-2273</inkml:trace>
  <inkml:trace contextRef="#ctx0" brushRef="#br0" timeOffset="4886.118">5053 2173 30110,'0'0'749,"0"0"-261,0 0-147,0 0-65,0 0-73,19-2-2,-9 0-178,10-1 5,0 1-1,1 0 1,-1 1 0,0 2 0,1 0 0,-1 1 0,0 0 0,0 2 0,12 4-28,-18-4 5,-2 1 1,1 0 0,0 1-1,-1 0 1,0 1 0,-1 1 0,1 0-1,-2 0 1,1 1 0,-1 0-1,0 1 1,-1 0 0,0 0-1,-1 1 1,0 1 0,0-1 0,-2 1-1,1 0 1,-1 1 0,-1-1-1,-1 1 1,3 9-6,-5-10 0,-1 0 0,0 0 0,-1 0 0,0 0 0,-1 0 0,0 0 0,-1 0 0,-1 0 0,0 0 0,0-1 0,-1 1 0,0-1 0,-1 0 0,-1 0 0,-5 9 0,-18 19-61,-2 0 0,-1-3 0,-1 0 0,-3-3 0,0 0 0,-3-3 0,0-1 0,-37 20 61,76-49-62,0-1 1,1 0-1,-1 0 1,0 0-1,0 1 1,1-1-1,-1 0 1,0 0-1,0 0 1,0 0-1,0 0 0,0 1 1,0-1-1,0 0 1,0 0-1,0 0 1,-1 0-1,1 0 1,0 1-1,-1-1 1,1 0-1,0 0 1,-1 0-1,1 1 1,-1-1-1,1 0 0,-1 1 1,1-1-1,-1 0 1,0 1-1,1-1 1,-1 1-1,0-1 1,0 1-1,1-1 1,-1 1-1,0-1 1,0 1-1,1 0 1,-1-1-1,0 1 0,0 0 1,0 0-1,0 0 1,0 0-1,1 0 1,-1 0-1,0 0 1,0 0-1,0 0 1,0 0-1,0 0 1,0 0-1,1 1 1,-1-1-1,0 0 0,0 1 62,20-41-6142</inkml:trace>
  <inkml:trace contextRef="#ctx0" brushRef="#br0" timeOffset="5219.977">5972 2125 27078,'0'0'1069,"0"0"-134,0 0 107,0 0-25,0 0-337,0 0-181,-21-9-180,7 2-281,9 3-34,1 1 0,-1 0-1,0 1 1,0-1 0,-1 1 0,1 0-1,0 0 1,-1 1 0,1 0 0,-1 0-1,1 0 1,-1 0 0,0 1 0,1 0-1,-1 0 1,0 1 0,1-1 0,-1 1-1,0 0 1,1 1 0,0-1 0,-1 1-1,1 0 1,-5 3-4,-27 21 0,1 2 0,1 0 0,1 3 0,2 1 0,1 1 0,2 2 0,1 0 0,2 2 0,-10 20 0,27-44 0,1 0 0,1 0 0,0 1 0,1 0 0,0 0 0,1 1 0,1-1 0,0 1 0,1 0 0,0 0 0,2 0 0,0 1 0,0-1 0,1 0 0,1 1 0,1-1 0,0 0 0,1 0 0,1 0 0,0 0 0,5 12 0,1-13 0,1 0 0,0 0 0,0-1 0,1 0 0,1-1 0,0-1 0,1 0 0,0-1 0,1 0 0,0-1 0,0-1 0,1 0 0,0-1 0,1-1 0,10 3 0,11 2 0,0-3 0,0 0 0,0-3 0,1-1 0,0-2 0,22-2 0,-35-1-101,-1-2 0,0 0 1,0-2-1,0-1 0,0-1 0,-1-1 1,0 0-1,-1-2 0,2-2 101,24-16-2678</inkml:trace>
  <inkml:trace contextRef="#ctx0" brushRef="#br0" timeOffset="4288.644">3684 2592 22581,'0'0'5589,"0"0"-3639,0 0-1109,0 0-266,0 0-138,-4 0-139,96 0 198,370-76-496,-165 46-436,-258 15-940,-17-1-1301</inkml:trace>
  <inkml:trace contextRef="#ctx0" brushRef="#br0" timeOffset="4541.686">4097 2067 26750,'0'0'2872,"0"0"-2192,0 0-135,-53 189-73,39-69-8,2 27-128,3-10-120,7-25-120,2-35-88,0-21-8,0 2-40,25 0-432,3-10-744,-1-28-1505</inkml:trace>
  <inkml:trace contextRef="#ctx0" brushRef="#br0" timeOffset="9197.655">3610 4622 30062,'0'0'809,"0"0"-369,0 0-280,0 0-8,0 0 280,169-19-128,-80-10-136,8-6-80,0-5-48,-9 3-16,-10 2-8,-11 6-8,-12 6-8,-11 4-224,-7-8-512,-14 6-1009,-12-3-19835</inkml:trace>
  <inkml:trace contextRef="#ctx0" brushRef="#br0" timeOffset="9461.529">4163 3995 28366,'0'0'1728,"0"0"-1119,-53 125-113,33-59 40,-1 7-48,7 6-208,3 1-152,6 3-104,5 2-24,0-4-96,21 6-392,6-22-552,1-22-1497</inkml:trace>
  <inkml:trace contextRef="#ctx0" brushRef="#br0" timeOffset="9774.916">4822 4136 26710,'0'0'3578,"0"0"-2630,22 1-825,151 8 201,4 35 225,-170-41-546,0 0 0,0 0 0,0 0 0,-1 1 1,1 0-1,-1 1 0,0-1 0,0 1 0,-1 1 0,1-1 1,-1 1-1,0-1 0,-1 2 0,1-1 0,-1 0 1,-1 1-1,1 0 0,-1-1 0,0 2 0,-1-1 0,1 0 1,0 6-4,-2 3-2,0 0 0,-1 0 0,0 0 0,-2 0 0,0 0 0,0 0 0,-2 0 0,0-1 0,0 1 0,-2-1 0,0 0 0,0-1 0,-2 0 0,-7 12 2,-143 177-52,131-172 54,-54 61 45,98-91-38,163-105 27,401-276-411,-496 326-467,-19 8-883</inkml:trace>
  <inkml:trace contextRef="#ctx0" brushRef="#br0" timeOffset="10138.988">5935 3942 29950,'0'0'994,"0"0"-554,0 0-160,0 0 122,0 0 11,20 21-168,141 133-202,-120-124-43,-1 1 0,-2 2 0,-1 1 0,-2 2 0,-2 2 0,-1 1 0,-2 1 0,-1 2 0,-3 0 0,-1 2 0,-2 1 0,-3 1 0,-1 1 0,-1 5 0,-17-33-354,-13-48-1173,6 15 639,-12-29-2760</inkml:trace>
  <inkml:trace contextRef="#ctx0" brushRef="#br0" timeOffset="10468.817">6658 3865 29622,'0'0'945,"0"0"-345,0 0-160,0 0 136,0 0-96,-193 203-376,52-35-104,-31 39 0,-17 17 0,-10-12 0,61-67-320,16-44-3433</inkml:trace>
  <inkml:trace contextRef="#ctx0" brushRef="#br0" timeOffset="13567.36">3442 6544 29934,'0'0'1177,"0"0"-929,0 0-96,0 0 216,143 14 64,-62-20-120,13-21-168,10-6-144,0 0 0,-1 1 0,-4 10 0,-9 5 0,-7 3-424,-25 7-1128,-28-3-6306</inkml:trace>
  <inkml:trace contextRef="#ctx0" brushRef="#br0" timeOffset="13832.123">4046 6125 22005,'0'0'8177,"-32"116"-7592,16-6-225,4 33-104,10 6 0,2-25-128,2-32-128,28-18-24,-5-28-520,1-13-1753</inkml:trace>
  <inkml:trace contextRef="#ctx0" brushRef="#br0" timeOffset="14211.83">4942 5855 28934,'0'0'1160,"0"0"-637,22 3-61,70 13-69,-87-14-360,0 1 0,0-1 0,-1 1 0,1 1 0,-1-1 0,0 0 0,0 1 0,0 0 0,0 0 0,0 0-1,-1 1 1,0-1 0,0 1 0,0 0 0,-1-1 0,1 1 0,-1 0 0,-1 1 0,1-1 0,0 0 0,-1 0 0,0 1 0,-1-1 0,1 1 0,-1-1 0,0 1 0,0-1 0,-1 1-1,1-1 1,-1 1 0,0-1 0,-1 0 0,0 0 0,1 1 0,-2-1 0,1 0 0,-3 4-33,-14 35 12,-2 0 1,-1-2-1,-3-1 1,-1 0-1,-2-2 1,-15 14-13,35-43 1,-194 208-1,220-213 0,233-67 0,-236 58 0,12-4 0,0 1 0,0 0 0,0 2 0,1 2 0,0 0 0,0 2 0,0 0 0,8 3 0,-34-1 0,1-1 0,-1 1 0,1 0 0,-1 0 0,1 0 0,-1 0 0,0 1 0,0-1 0,1 1 0,-1-1 0,0 1 0,0 0 0,-1-1 0,1 1 0,0 0 0,-1 0 0,1 1 0,-1-1 0,1 0 0,-1 0 0,0 1 0,0-1 0,0 1 0,0-1 0,-1 1 0,1-1 0,-1 1 0,1-1 0,-1 1 0,0 0 0,0-1 0,0 1 0,-1 1 0,-20 88 0,-5-46 0,-3-2 0,-1 0 0,-3-2 0,-1-2 0,-31 28 0,47-47 0,-5 3-1,-8 12 0,-1-2-1,-1-2 1,-2-1-1,-1-1 1,-19 10 1,55-40-19,0-1 0,0 1 0,0 0 1,0-1-1,0 1 0,1-1 0,-1 1 0,0-1 0,0 1 0,0-1 1,0 1-1,0 0 0,0-1 0,0 1 0,-1-1 0,1 1 0,0-1 1,0 1-1,0 0 0,0-1 0,0 1 0,-1-1 0,1 1 0,0 0 1,0-1-1,-1 1 0,1 0 0,0-1 0,-1 1 0,1 0 0,0-1 1,-1 1-1,1 0 0,0 0 0,-1 0 0,1-1 0,-1 1 0,1 0 1,0 0-1,-1 0 0,1 0 0,-1 0 0,1-1 0,-1 1 0,1 0 1,0 0-1,-1 0 0,1 0 0,-1 0 0,1 1 0,-1-1 0,1 0 0,0 0 1,-1 0-1,1 0 0,-1 0 0,1 1 0,0-1 0,-1 0 0,1 0 1,-1 0-1,1 1 0,0-1 0,-1 0 19,5-35-2570</inkml:trace>
  <inkml:trace contextRef="#ctx0" brushRef="#br0" timeOffset="14650.701">5645 6233 26022,'0'0'3832,"0"0"-2637,0 0-968,0 0-104,0 0 163,24 0-8,152 0-41,-171-2-232,0 2 0,0-1 0,0 1-1,0-1 1,0 1 0,0 1 0,0-1-1,0 1 1,0 0 0,0 0 0,0 0 0,-1 1-1,1 0 1,0-1 0,-1 2 0,1-1 0,-1 1-1,0-1 1,1 1 0,-1 0 0,-1 1-1,1-1 1,0 1 0,-1-1 0,0 1 0,0 0-1,0 0 1,0 1 0,-1-1 0,1 1 0,-1-1-1,0 1 1,-1 0 0,1 0-5,-2 18 5,-1 1 1,0 0-1,-2-1 0,-1 0 1,-1 0-1,-1 0 0,-1 0 1,-1-1-1,0 0 0,-2 0 1,-1-1-1,0-1 0,-2 0 1,0 0-1,-15 16-5,-12 26-51,-52 93-1097,88-149 262,8-10-2254,13-19-6418</inkml:trace>
  <inkml:trace contextRef="#ctx0" brushRef="#br0" timeOffset="14911.06">6557 6077 27070,'0'0'2362,"0"0"-1177,0 0-530,0 0-90,-25 3-42,-79 12-184,96-13-336,0 0 1,0 0-1,0 1 1,0 0-1,1 1 1,0 0-1,0 0 1,0 1-1,0-1 1,0 1-1,1 1 1,0-1-1,0 1 1,1 1-1,0-1 1,0 1-1,0-1 1,0 3-4,-6 6 5,-28 41-5,3 2 0,2 2 0,4 1 0,1 2 0,4 0 0,2 2 0,3 3 0,13-47 0,1 0 0,0 1 0,2 0 0,1 0 0,0 0 0,2 0 0,1 1 0,1 14 0,0-33 0,0 0 0,0 0 0,0 0 0,1 0 0,0 0 0,-1 0 0,2 0 0,-1 0 0,0-1 0,1 1 0,-1-1 0,1 0 0,0 0 0,0 0 0,0 0 0,0 0 0,1-1 0,-1 1 0,1-1 0,0 0 0,0 0 0,-1 0 0,1-1 0,0 1 0,1-1 0,-1 0 0,0 0 0,0-1 0,1 1 0,137 2 0,125-62-407,-151 18-1210</inkml:trace>
  <inkml:trace contextRef="#ctx0" brushRef="#br0" timeOffset="26927.198">4769 12000 29982,'0'0'637,"0"0"-232,0 0-133,0 0 25,19 18 13,55 58-162,-71-73-145,-1-1 0,0 1-1,1 0 1,-1 0 0,-1 0 0,1 0 0,0 1 0,-1-1-1,1 0 1,-1 1 0,0-1 0,0 0 0,0 1 0,-1 0-1,1-1 1,-1 1 0,0-1 0,0 1 0,0 0 0,-1-1-1,1 2-2,-2 11 1,-1 6-12,-1 1 1,-1-1 0,-1 0-1,-1-1 1,-1 0-1,-1 0 1,0 0-1,-2-1 1,0-1 0,-2 0-1,0 0 1,-1-1 10,-3 8-14,-79 110-14,228-249-393,-124 108 414,0-1-1,0 2 1,1-1 0,-1 1 0,1 0 0,0 1 0,0 0 0,0 0-1,1 1 1,-1 0 0,1 1 0,-1 0 0,1 0 0,2 1 7,-10 2 11,1 0 0,-1 0 0,1 1 0,-1-1 0,0 0 0,0 1 0,0 0 0,0-1 0,0 1 0,-1 0 0,1 0 0,-1 0 0,0 0 0,0 0 0,0 0 0,0 0 0,0 0 0,-1 1 0,0-1 0,1 0 0,-1 0 0,0 1 0,0-1 0,-1 0 0,1 0 0,-1 1 0,0-1 0,0 0 0,0 2-11,0 5 21,-3 10-20,-2 0 1,0-1-1,0 0 0,-2-1 1,-1 1-1,0-1 1,-1-1-1,-1 0 0,0 0 1,-1-1-1,-11 10-1,14-14-14,-2 3-70,8-10 7,0 0-1,0 0 0,0 0 0,-1-1 0,1 1 0,-1-1 1,0 0-1,-1 0 0,1-1 0,-1 1 0,1-1 1,-1 0-1,0 0 0,0-1 0,-5 3 78,-2-6-3441,6-4-8348</inkml:trace>
  <inkml:trace contextRef="#ctx0" brushRef="#br0" timeOffset="28627.997">4977 14026 26710,'0'0'3452,"0"0"-2398,0 0-681,-12 26-91,-68 171 331,65-153-576,3 1-1,1 0 1,3 0-1,1 1 1,3 0-1,1 28-36,3-69-1,0-1 0,1 1 1,0 0-1,0 0 0,0-1 0,1 1 0,-1-1 1,1 1-1,0-1 0,0 0 0,1 1 1,0-1-1,-1 0 0,1-1 0,0 1 0,1 0 1,-1-1-1,1 0 0,-1 0 0,1 0 1,0 0-1,0-1 0,0 1 0,1-1 0,-1 0 1,1 0-1,-1-1 0,1 1 0,-1-1 0,1 0 1,0 0-1,0-1 0,-1 1 0,5-1 1,17 3-89,0 0 0,0-2-1,0-1 1,0-1 0,0-1-1,0-1 1,0-2-1,-1 0 1,1-2 0,-1-1-1,-1-1 1,0-1 0,0-1-1,-1-1 1,0-1 0,-1-1-1,0-1 1,-1-1 0,-1 0-1,-1-2 1,16-18 89,18-25-5357,-13 4-14205</inkml:trace>
  <inkml:trace contextRef="#ctx0" brushRef="#br0" timeOffset="28815.043">5276 14080 29614,'0'0'849,"-32"110"-537,11-17-80,-2 34 120,5 24-72,6-10-184,8-31-96,4-38-224,0-30-496,2-11-697,7-10-1151</inkml:trace>
  <inkml:trace contextRef="#ctx0" brushRef="#br0" timeOffset="29269.075">5801 14101 29310,'0'0'800,"0"0"-421,0 0-107,25 1 75,81 4 20,-100-5-341,-1 0 1,1 0 0,-1 0-1,0 1 1,1 0 0,-1 0-1,0 1 1,0-1 0,0 1-1,1 0 1,-2 0 0,1 1-1,0-1 1,0 1 0,-1 0-1,0 1 1,0-1 0,1 1-1,-2 0 1,1 0 0,0 0-1,-1 0 1,0 1 0,0-1-1,0 1 1,0 0-27,10 124 267,-13-127-264,-7 33-1,-1-1 0,-1-1 0,-2 0 0,-1 0 0,-2-1 0,-1 0 0,-1-2 1,-2 0-1,-1 0 0,-1-2 0,-2-1 0,-6 6-2,-9 18-12,-95 152-27,124-155-1124,16-46-800</inkml:trace>
  <inkml:trace contextRef="#ctx0" brushRef="#br0" timeOffset="29566.035">6442 13981 29726,'0'0'1199,"0"0"-716,0 0-190,0 0 54,0 0-9,-23 2-141,-74 15-128,91-15-66,1 1 0,0 0 0,0 0 0,1 0-1,-1 0 1,1 1 0,0 0 0,-1 0 0,2 0 0,-1 0 0,0 1-1,1-1 1,0 1 0,0 0 0,0 0 0,1 0 0,0 0-1,0 1 1,-1 2-3,-5 10 10,-14 31-3,2 1-1,3 1 0,2 1 1,2 0-1,2 1 0,3 0 1,2 0-1,1 25-6,5-70 0,0 0 0,0 1 0,1-1 0,0 0 0,1 0 0,0 1 0,0-1 0,1 0 0,0-1 0,0 1 0,1 0 0,0-1 0,0 0 0,1 0 0,0 0 0,0-1 0,0 1 0,1-1 0,0 0 0,0-1 0,1 0 0,0 0 0,-1 0 0,2 0 0,-1-1 0,0-1 0,1 1 0,0-1 0,0 0 0,7 1 0,10 2-30,0-2-1,1 0 1,-1-2 0,1-1-1,0 0 1,0-2 0,-1-1-1,1-1 1,-1-2 0,0 0-1,0-2 1,21-8 30,93-44-4429,-47 4-11190</inkml:trace>
  <inkml:trace contextRef="#ctx0" brushRef="#br0" timeOffset="28070.761">3341 14955 29374,'0'0'1233,"0"0"-1073,184-33 56,-85-7-88,14-14 112,0-8-24,-16 4-120,9-4-48,-9 6-48,4-2 0,-27 12-400,-21 15-1713</inkml:trace>
  <inkml:trace contextRef="#ctx0" brushRef="#br0" timeOffset="28319.62">4179 14466 30118,'0'0'761,"-9"114"-473,2-42-192,0 9-48,3 0-48,2-2 0,2 6-256,0-19-657,9-16-1607</inkml:trace>
  <inkml:trace contextRef="#ctx0" brushRef="#br0" timeOffset="27365.527">5336 12090 28686,'0'0'1655,"0"0"-1116,0 0-336,0 0 105,0 0 73,21 1-81,132 9-41,-148-11-250,0 1 0,0 0 0,0 0 0,0 0 0,0 1 1,0-1-1,0 1 0,-1 0 0,1 1 0,0-1 0,-1 1 0,1 0 0,-1 0 0,1 0 1,-1 1-1,0 0 0,0-1 0,0 1 0,0 1 0,-1-1 0,1 1 0,-1-1 1,0 1-1,0 0 0,0 0 0,0 0 0,-1 0 0,0 1 0,0-1 0,0 1 0,0 0 1,-1-1-1,1 1 0,-1 0 0,-1 0 0,1 3-9,-2 14 5,-2 1 0,0-1 1,-2 0-1,0 0 0,-2-1 0,0 1 0,-1-1 1,-1-1-1,-1 0 0,-1 0 0,-1-1 0,-6 7-5,3 1-1,-27 38-91,29-49-199,2 2 0,0-1 0,0 2 0,2-1 0,0 1 0,1 0 0,-4 21 291,11-38-2145</inkml:trace>
  <inkml:trace contextRef="#ctx0" brushRef="#br0" timeOffset="27661.574">5951 11986 28446,'0'0'1610,"0"0"-709,0 0-342,0 0-100,-22 16-96,2-3-295,6-4-34,0 1 0,0 0 0,1 1 0,0 0 0,1 1 0,0 1 0,1 0 0,1 0 0,-8 13-34,-2 4 5,0 1-1,2 1 1,2 1 0,0 0-1,3 1 1,0 0-1,3 1 1,1 1-1,1-1 1,2 2-1,2-1 1,-1 30-5,6-61 0,0-1 0,0 1 0,0 0 1,0-1-1,1 1 0,0-1 0,0 0 0,0 1 0,0-1 0,1 0 0,-1 0 1,1-1-1,0 1 0,1 0 0,-1-1 0,0 0 0,1 0 0,0 0 0,0 0 1,0 0-1,0-1 0,0 0 0,0 0 0,1 0 0,-1 0 0,1-1 0,-1 0 1,1 1-1,4-1 0,146 4-45,-8-41-1384,-90 13-646</inkml:trace>
  <inkml:trace contextRef="#ctx0" brushRef="#br0" timeOffset="26282.878">3373 12950 29286,'0'0'1265,"0"0"-1017,0 0 128,0 0 96,168-17 16,-85-22-152,9-13-144,3-4-96,-8-2-88,-4 6-8,-14 9 0,-11 10-48,-7 2-616,-19 10-848,-11 2-2481</inkml:trace>
  <inkml:trace contextRef="#ctx0" brushRef="#br0" timeOffset="26535.731">3951 12322 25517,'0'0'4881,"0"0"-4224,-11 110-161,9-50-88,2 4-96,0 9-184,0 3-64,2 5-64,12-2-240,9 2-280,-2-23-825,-5-23-2871</inkml:trace>
  <inkml:trace contextRef="#ctx0" brushRef="#br0" timeOffset="24926.672">4435 10485 30759,'0'0'605,"0"0"-345,0 0-103,26 10 137,148 53 177,-168-62-463,-1 0 0,1 0 0,-1 1 1,1 0-1,-1 0 0,1 0 0,-1 0 1,0 1-1,0 0 0,0 0 0,-1 1 1,1-1-1,-1 1 0,0 0 0,0 0 1,0 1-1,0-1 0,-1 1 1,0 0-1,0-1 0,0 2 0,0-1 1,-1 0-1,0 0 0,0 1 0,1 3-8,-3 13 0,-1 0 0,-1 0 0,-1 0 0,0-1 0,-2 1 1,0-1-1,-2 0 0,0 0 0,-2-1 0,0 0 0,-1 0 0,-1-1 0,-11 15 0,-36 79-49,46-58 40,48-49 22,-28-9-13,0 1-1,1-1 0,-2-1 1,1 0-1,0 0 1,-1 0-1,1-1 0,-1 0 1,0 0-1,-1-1 1,1 0-1,1-3 1,11-8-25,181-167-1927,-141 125-454</inkml:trace>
  <inkml:trace contextRef="#ctx0" brushRef="#br0" timeOffset="25590.305">4995 10443 29702,'0'0'782,"0"0"-238,0 0-199,0 0-87,0 0-93,0 0-97,-3 4-45,3-4-21,1-1 0,-1 1 0,1-1 0,0 1 0,-1-1 0,1 1 0,-1 0 0,1-1 0,0 1 0,-1 0 0,1 0 0,0-1 0,-1 1 0,1 0 0,0 0 0,0 0 0,-1 0 0,1 0 0,0 0 1,-1 0-1,1 0 0,0 0 0,-1 0 0,1 0 0,0 1 0,-1-1 0,1 0 0,0 0 0,-1 1 0,1-1 0,0 0 0,-1 1 0,1-1 0,-1 1 0,1-1 0,-1 1 0,1-1 0,-1 1 0,1-1 0,-1 1 0,1-1 0,-1 1 0,0 0 0,1-1 0,-1 1 0,0 0 0,0-1 1,1 1-1,-1 0 0,0-1 0,0 1 0,0 0 0,0-1 0,0 1 0,0 0 0,0 0 0,0-1 0,0 1 0,0 0 0,0-1 0,0 1 0,-1 0 0,1-1 0,0 1 0,-1 0 0,1-1-2,15 0 51,191 1 384,-200-2-433,1 1-1,-1 0 1,0 1 0,0 0-1,0 0 1,0 0 0,0 1-1,0-1 1,0 1 0,0 1 0,0-1-1,-1 1 1,1 0 0,-1 1-1,0-1 1,0 1 0,0 0-1,-1 0 1,1 0 0,-1 1-1,0 0 1,0-1 0,0 2-1,-1-1 1,0 0 0,0 1 0,0-1-1,-1 1 1,0 0 0,0 0-1,0 0 1,-1 0 0,0 0-1,1 3-1,-3 24-48,-1-1 0,-2 1 0,-1-1 0,-1 0 0,-2 0 0,-1 0 0,-1-1 0,-2-1 0,-1 0 0,-1 0 0,-2-2 0,-1 0 0,-1 0 0,-2-2 0,-8 10 48,20-25-108,-37 26-739,33-41-2055,6-17-7089</inkml:trace>
  <inkml:trace contextRef="#ctx0" brushRef="#br0" timeOffset="25879.632">5691 10267 28750,'0'0'1454,"0"0"-785,0 0-222,0 0-24,0 0-7,-21 27-145,-70 90-137,72-91-105,1 1 0,2 0 0,0 2 0,2 0 0,1 0 0,1 1 0,1 4-29,4-13 0,1 0 0,0 1 0,2-1 0,0 1 0,2 0 0,0 0 0,2 0 0,1 11 0,-1-26 0,1-1 0,1 0 0,-1 1 0,1-1 0,0 0 0,0 0 0,1 0 0,0 0 1,0 0-1,0 0 0,1-1 0,0 0 0,0 0 0,0 0 0,1 0 0,-1 0 0,1-1 0,0 0 0,0 0 0,1 0 0,-1-1 0,1 0 0,0 0 0,0 0 0,0-1 1,1 0-1,9 4-3,1-1 1,0-1 0,0-1 0,0-1 0,0 0 0,1-1 0,-1-1 0,0 0 0,8-2 2,-5-2-289,-1-1 0,1 0 1,-1-2-1,0 0 0,-1-1 1,0 0-1,0-2 0,-1 0 1,0-1-1,-1-1 0,14-13 289,26-23-7417</inkml:trace>
  <inkml:trace contextRef="#ctx0" brushRef="#br0" timeOffset="24318.796">3290 11254 27558,'0'0'1784,"0"0"-1528,0 0 256,136-37 9,-69 6-65,7-5-144,2-1-96,0 4-56,-9 4-64,-12 8-40,-11 5-40,-10 7-16,-11-9-320,-11 1-961,-12-2-13050</inkml:trace>
  <inkml:trace contextRef="#ctx0" brushRef="#br0" timeOffset="24569.061">3728 10667 10562,'0'0'20021,"0"0"-19341,-25 141-184,20-72-96,3 3-120,2 1-168,0-1-96,7-3-16,11-7-320,7-16-328,-4-15-1105,-5-23-17171</inkml:trace>
  <inkml:trace contextRef="#ctx0" brushRef="#br0" timeOffset="23587.004">4481 8443 28198,'0'0'1123,"0"0"-331,0 0-189,0 0-146,0 0-93,0 0-13,22 8-36,-3 0-245,-6-2-31,0-1 0,1 0 0,-1-1 0,1 0 0,0-1 0,0 0 0,0-2 0,1 1 0,7-2-39,17-2 87,-32 0-86,0 0 1,0 1 0,0-1 0,0 1 0,1 1-1,-1-1 1,0 1 0,1 1 0,-1-1 0,0 1 0,0 1-1,0-1 1,1 1 0,-1 0 0,-1 1 0,1-1-1,0 2 1,-1-1 0,1 1 0,-1-1 0,0 2 0,0-1-1,-1 1 1,1 0 0,-1 0 0,0 0 0,-1 1 0,1 0-1,-1 0 1,0 0 0,2 5-2,-4 9 0,0 0 0,-2 0 0,0 0 0,-1 0 0,-1 0 0,-1 0 0,-1-1 0,-1 1 0,0-1 0,-2 0 0,0 0 0,-1-1 0,-1 0 0,-1 0 0,0-1 0,-1 0 0,-1-1 0,0 0 0,-9 7 0,-2 9-29,-2 0-1,-1-1 1,-2-2 0,0-1-1,-2-1 1,-31 21 29,52-50-1458,9-21-757</inkml:trace>
  <inkml:trace contextRef="#ctx0" brushRef="#br0" timeOffset="23898.176">5389 8285 29038,'0'0'1034,"0"0"-238,0 0-249,0 0-65,-24 16-76,-80 57-127,86-59-254,0 1 1,1 0 0,1 2 0,1 0 0,0 0 0,1 2-1,-11 19-25,8-12 5,1-3-5,0 1 0,2 1 0,1 0 0,1 1 0,1 0 0,1 1 0,1 0 0,2 1 0,0 0 0,2 0 0,2 0 0,-1 29 0,4-50 0,0 0 0,0 0 0,1 0 0,0 0 0,1 0 0,-1 0 0,1-1 0,0 1 0,1 0 0,0-1 0,0 0 0,0 1 0,1-1 0,0-1 0,0 1 0,0 0 0,1-1 0,0 0 0,0 0 0,0-1 0,1 1 0,-1-1 0,1 0 0,0-1 0,0 1 0,1-1 0,-1 0 0,1-1 0,-1 1 0,1-1 0,5 0 0,14 2-51,0 0 0,0-3-1,1 0 1,-1-1 0,1-2 0,-1 0-1,0-2 1,0-1 0,0-1 0,-1-1-1,0-1 1,5-4 51,67-26-1736,-15-1-666</inkml:trace>
  <inkml:trace contextRef="#ctx0" brushRef="#br0" timeOffset="22832.985">3184 9222 28070,'0'0'2104,"0"0"-1583,0 0-145,0 0-64,0 0 144,120 11-80,-44-49-128,16-9-96,10-5-80,-3 4-8,-7 9-48,-16 8-16,-16 10 0,-19 8 0,-11 5-176,-11-15-432,-8 5-800,-6-7-4634</inkml:trace>
  <inkml:trace contextRef="#ctx0" brushRef="#br0" timeOffset="23100.056">3744 8505 29166,'0'0'1281,"0"0"-825,0 0 48,-30 147 8,21-87-80,0 7-128,-3 3-192,1 5-112,1 3 0,4 3 0,6 23-48,0-21-704,9-23-1113</inkml:trace>
  <inkml:trace contextRef="#ctx0" brushRef="#br0" timeOffset="34770.044">0 6641 26574,'0'0'2888,"0"0"-2152,0 0-87,0 0-297,0 0-24,130 87-32,-38-87-32,9-10-80,5-11-48,-7 0-56,-9 7-56,-7 5-24,18 1-48,-18 2-552,-16-7-1257</inkml:trace>
  <inkml:trace contextRef="#ctx0" brushRef="#br0" timeOffset="35019.109">841 6291 23733,'0'0'5672,"0"0"-4217,0 0-1220,0 0 62,29 16 91,3 2-267,141 100 386,-159-106-494,-1 1 0,0 1-1,-1-1 1,-1 2 0,0 0 0,-1 0-1,0 1 1,-1 0 0,-1 0-1,-1 1 1,0 0 0,-2 1 0,0-1-1,0 1 1,-2 0 0,0 0-1,-1 1 1,-1-1 0,-1 0 0,0 1-1,-1-1 1,-1 0 0,-1 0-1,-1 0 1,0 0 0,-2 0 0,0-1-1,-7 16-12,0-12-179,0-1 0,-2-1 0,0 0 0,-1-1 0,0-1-1,-2 0 1,0-2 0,-1 0 0,0-1 0,-1 0 0,-1-2 0,0-1-1,-1 0 1,0-2 0,-1 1 179,-53 12-2839</inkml:trace>
  <inkml:trace contextRef="#ctx0" brushRef="#br0" timeOffset="36023.064">2182 0 29062,'0'0'632,"-24"16"-184,-28 19-229,2 2 0,1 2 0,2 3 0,2 1 0,-3 7-219,-2 21 87,2 1 0,4 3 0,3 2 0,4 1 0,3 1 0,3 3 0,4 0 0,4 1 0,3 2 0,4 0 0,-1 44-87,5-46 25,4-1 1,4 2-1,3-1 0,4 0 1,4 0-1,3-1 1,3 0-1,5 0 1,16 44-26,16-8 3,4-2-1,6-3 1,67 95-3,98 188 0,-178-281 1,-5 3 0,-5 1 1,-5 1-1,-6 2 0,-5 1 0,-5 0 0,-6 2 1,-5-1-1,-5 1 0,-10 48-1,-9 14-66,-9-1 0,-7-2 1,-23 50 65,-74 217-354,-80 152 354,141-408-33,61-167 26,-14 29 5,3 0-1,2 1 0,3 2 1,2-1-1,3 2 0,3-1 0,2 2 1,3 50 2,7-94 0,0-1 1,1 0 0,1-1-1,1 1 1,1-1 0,0-1-1,0 1 1,2-1-1,0-1 1,1 0 0,0 0-1,12 10 0,9 15 1,26 41-8,-3 2-1,-3 2 1,-4 3 0,-4 1 0,21 65 7,31 131-21,-11 3 0,-14 4 0,19 192 21,9 304 201,-35 4 1,-31 293-202,-32-1043 5,104 1546 278,9-98-274,-99-1222-177,-8-235-126,-5-97-502,-2 46 362,1-75-2132</inkml:trace>
  <inkml:trace contextRef="#ctx0" brushRef="#br0" timeOffset="36664.556">521 4856 27134,'0'0'1031,"0"0"-158,0 0-129,0 0-43,0 0-117,-14 20-179,-43 71-109,54-84-272,1 0 1,-1 0-1,1-1 1,1 1-1,-1 0 0,1 1 1,1-1-1,-1 0 0,1 0 1,0 0-1,1 0 1,0 1-1,0-1 0,0 0 1,1 0-1,2 6-24,-1-2 34,120 431 529,-122-436-562,19 91 3,-4 1-1,-5 1 1,-3 31-4,-7-124 0,-1-1 0,0 0 0,0 1 0,0-1 0,0 0 0,-1 1 0,0-1 0,0 0 0,-1 0 0,1 0 0,-1 0 0,0 0 0,0 0 0,-1 0 0,0-1 0,0 1 0,0-1 0,0 0 0,0 1 0,-1-2 0,0 1 0,-3 3 0,-14 10-83,-1-1-1,0 0 1,-1-2-1,-1-1 1,0-1-1,-1 0 1,0-2-1,0-1 1,-1-1-1,-20 3 84,22-8-347,-1-1-1,1-1 1,-1-1 0,1-1-1,-1-1 1,-19-4 347,-30-24-2938</inkml:trace>
  <inkml:trace contextRef="#ctx0" brushRef="#br0" timeOffset="36978.329">390 4879 29302,'0'0'800,"150"-52"-127,-38 8-257,38-14-144,23-10-144,-30 12-128,-37 6-680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55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882 336 23397,'0'0'5049,"0"0"-3490,0 0-1113,0 0-30,-2 24 77,-28 359 579,16 254-841,19-608-781,7-41 28,13-50-933,-5-2-1419</inkml:trace>
  <inkml:trace contextRef="#ctx0" brushRef="#br0" timeOffset="250.732">1256 0 27414,'0'0'1920,"0"0"-1400,85 131 137,-46-19-89,0 27 8,-11 12-120,-17-8-216,-8-29-144,-3-35-48,0-21-32,-10-17-16,-6-1-136,-11-11-312,1-8-576,-1-19-1425</inkml:trace>
  <inkml:trace contextRef="#ctx0" brushRef="#br0" timeOffset="530.09">1051 475 28870,'0'0'976,"0"0"-605,19 1-255,65 5 7,-81-6-126,1-1 0,-1 1 0,1 1 0,-1-1 0,1 0 1,-1 1-1,1 0 0,-1 0 0,1 0 0,-1 0 0,0 0 0,1 1 0,-1 0 1,0-1-1,0 1 0,0 0 0,-1 0 0,1 1 0,0-1 0,-1 1 0,1-1 1,-1 1-1,0 0 0,0 0 0,0 0 0,0 0 0,-1 0 0,1 0 0,-1 0 1,1 1-1,-1-1 0,-1 1 0,2 2 3,-3 1-237,1 0 0,-1-1 0,0 1 1,-1-1-1,0 1 0,0-1 0,0 1 0,-1-1 0,1 0 1,-2 0-1,1 0 0,-1-1 0,1 1 0,-2-1 0,-2 4 237,-72 72-4286,29-32 4235,5 2 3698,45-51-3593,-1 0 1,0 1 0,0-1 0,1 1-1,-1-1 1,0 1 0,1-1-1,-1 1 1,0-1 0,1 1 0,-1 0-1,1-1 1,-1 1 0,1 0 0,-1 0-1,1-1 1,-1 1 0,1 0 0,0 0-1,-1 0 1,1-1 0,0 1-1,0 0 1,0 0 0,0 0 0,0 0-1,0 0 1,0-1 0,0 1 0,0 0-1,0 0 1,0 0 0,0 0-1,1 0 1,-1-1 0,0 1 0,1 0-1,-1 0 1,1 0 0,-1-1 0,0 1-1,1 0 1,0-1 0,-1 1 0,1 0-1,-1-1 1,1 1 0,0-1-1,-1 1 1,1-1 0,0 1 0,0-1-1,-1 0 1,1 1 0,0-1-55,53-2 937,76-49-229,-113 42-663,0 1 1,1 0 0,0 1 0,0 1-1,0 0 1,1 2 0,0 0 0,5 0-46,-24 5-9,1-1 0,0 0 0,0 0 0,-1 0 1,1 0-1,0 1 0,-1-1 0,1 0 0,0 1 1,-1-1-1,1 0 0,0 1 0,-1-1 0,1 1 0,-1-1 1,1 1-1,-1-1 0,1 1 0,-1 0 0,1-1 1,-1 1-1,1-1 0,-1 1 0,0 0 0,1 0 1,-1-1-1,0 1 0,0 0 0,0-1 0,1 1 1,-1 0-1,0 0 0,0-1 0,0 1 0,0 0 0,0 0 1,0-1-1,-1 1 0,1 0 0,0 0 0,0-1 1,0 1-1,-1 0 0,1-1 0,0 1 0,-1 0 1,1-1-1,-1 1 0,1 0 0,-1-1 0,1 1 1,-1-1-1,1 1 0,-1-1 0,1 1 0,-1-1 9,-27 43-1704,-10-2-2472</inkml:trace>
  <inkml:trace contextRef="#ctx0" brushRef="#br0" timeOffset="765.046">203 1468 26998,'-21'11'756,"-130"75"376,121-56-430,33-12 12,53-11-164,15-11-401,0-3 1,0-3-1,-1-3 1,0-3-1,-2-4 1,13-7-150,-22 10 88,226-74 320,-68 20-147,3 10 0,5 8-261,-178 45-182,0 2 1,1 2-1,-1 1 0,1 3 1,9 3 181,-31 3-1519,-18 4-887</inkml:trace>
  <inkml:trace contextRef="#ctx0" brushRef="#br0" timeOffset="1016.813">984 1530 27326,'-145'112'1248,"-28"21"-528,12-9-344,13-8-176,33-26-56,41-28-112,33-12-32,29-23-448,12-17-1936</inkml:trace>
  <inkml:trace contextRef="#ctx0" brushRef="#br0" timeOffset="1264.778">1193 1505 28054,'0'0'2425,"0"0"-1985,143 75 80,-71-27-136,1 6-64,1 4-176,2 0-88,2-4-56,19-19-320,-19-18-1657,-18-17-3272</inkml:trace>
  <inkml:trace contextRef="#ctx0" brushRef="#br0" timeOffset="1539.055">2896 564 29686,'0'0'1833,"0"0"-1641,-152 139-136,73-62-32,-4 6-8,-2-2-16,-37 24-88,23-20-488,14-20-1433</inkml:trace>
  <inkml:trace contextRef="#ctx0" brushRef="#br0" timeOffset="1540.055">2647 902 29326,'0'0'808,"18"118"-215,-15-33-265,-3 13-88,0 18-16,-5-15-136,3 7-88,2-25-552,0-50-2345</inkml:trace>
  <inkml:trace contextRef="#ctx0" brushRef="#br0" timeOffset="1823.88">3334 558 29526,'0'0'720,"170"-4"-535,-69 4-57,-20 0-88,11 0 0,10 8 24,-13-4-48,-15-2-16,-26-2-232,-22 0-729,-24 0-1431</inkml:trace>
  <inkml:trace contextRef="#ctx0" brushRef="#br0" timeOffset="2085.878">3875 183 24373,'0'0'5689,"-44"176"-5096,12-4-33,-5 42-40,9 12-8,12-3-184,9-15-184,3-5-96,-1-18-48,1-40 0,-1-46 0,5-43 0,-2-31-40,-1-10-352,-4-34 176,0-18-456,-2-24-2057</inkml:trace>
  <inkml:trace contextRef="#ctx0" brushRef="#br0" timeOffset="2086.878">3361 1095 29750,'0'0'697,"-108"141"-417,46-56-208,-3 29-72,17-25-569,22-33-3495</inkml:trace>
  <inkml:trace contextRef="#ctx0" brushRef="#br0" timeOffset="2352.739">3969 871 18316,'0'0'11186,"0"0"-10354,164 48-183,-102-15-393,-9 4-80,-9 3-112,-12 11-64,-9-9-248,-16-11-1777</inkml:trace>
  <inkml:trace contextRef="#ctx0" brushRef="#br0" timeOffset="2353.739">3451 1335 29406,'0'0'1457,"0"0"-1289,0 0 224,170-14-64,-47-1-224,-20 5-104,-18 4-840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0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0 29630,'0'0'2361,"0"0"-2001,0 0-112,0 0-80,-104 137-168,69-96 0,-11 15-144,5-10-936,9-11-4593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1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30286,'0'0'1273,"0"0"-726,0 0-169,14 12-138,-10-8-228,6 6-9,0-1 1,1-1-1,0 0 1,0-1-1,0 0 1,1 0-1,0-1 1,1-1-1,7 3-3,70 15 0,-57-16 0,-2 1 0,1 1 0,-1 2 0,0 1 0,-1 2 0,0 0 0,10 9 0,-36-20 0,1 0 0,-1 0 0,0 1 0,1-1 0,-1 1 0,-1 0 0,1 0 0,-1 0 0,1 0 0,-1 1 0,-1 0 0,1-1 0,0 1 0,-1 0 0,0 0 0,-1 0 0,1 1 0,-1-1 0,0 0 0,0 1 0,0-1 0,-1 1 0,0-1 0,0 0 0,0 1 0,-1-1 0,1 1 0,-1-1 0,-1 0 0,1 1 0,-1-1 0,0 0 0,-1 2 0,-10 6 0,-1-1 0,0 0 0,-1-1 0,0-1 0,0 0 0,-1-1 0,-1-1 0,1 0 0,-1-1 0,-1-1 0,1-1 0,-6 1 0,20-5 0,-27 9-409,0-1 1,-1-2-1,0-1 1,0-2-1,0 0 1,-11-2 408,22-2-4206</inkml:trace>
  <inkml:trace contextRef="#ctx0" brushRef="#br0" timeOffset="326.079">905 32 30527,'0'0'1212,"0"0"-663,20 10-154,126 73-311,-24 14-84,-119-93 0,1 1 0,-1-1 0,0 1 0,0-1 0,0 1 0,-1 0 0,0 0 0,0 0 0,0 0 0,0 0 0,-1 1 0,0-1 0,0 0 0,-1 1 0,1-1 0,-1 1 0,0-1 0,-1 0 0,1 1 0,-1-1 0,0 1 0,0-1 0,-1 0 0,0 0 0,1 0 0,-2 0 0,-1 5 0,-10 8 0,0-1 0,-1 0 0,-1 0 0,-1-2 0,0 0 0,0-1 0,-2-1 0,0 0 0,0-2 0,-1 0 0,-3 0 0,-153 58-281,168-66-1126</inkml:trace>
  <inkml:trace contextRef="#ctx0" brushRef="#br0" timeOffset="855.14">1673 1 29942,'0'0'1342,"0"0"-918,0 0-248,0 0 90,0 0 52,0 0-112,21 14-125,68 46-69,-81-54-12,-1 0 0,0 0 0,-1 1 0,1 0 0,-1 0 0,-1 0 0,1 1 0,-1 0 0,0 0 0,-1 1 0,0-1 0,-1 1 0,1 0 0,-1-1 0,-1 2 0,0-1 0,0 0 0,-1 0 0,0 1 0,-1-1 0,0 0 0,0 1 0,-1-1 0,0 0 0,-1 1 0,-1 2 0,-2 10-32,-1 0 1,-1-1-1,-1 0 0,-1 0 1,-1 0-1,-1-1 0,-1-1 1,0 0-1,-1 0 0,-1-1 1,-1-1-1,-1-1 0,0 0 1,-1-1-1,-1 0 0,-14 8 32,22-15-51,-1-1 1,0 0-1,-1-1 0,0 0 0,0 0 1,0-1-1,-1-1 0,1 0 0,-1-1 0,0 0 1,0-1-1,-1-1 0,-1 0 51,15-1 95,26 0-14,303-36 582,-87 2-335,-93 27-1016,-128 6-1313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59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1 557 26526,'0'0'4401,"0"0"-3937,0 0-320,127 34 136,-31-28 16,40-6-48,-4 0-88,-13 0-96,-20-6-40,-29-1-24,-4 3 0,-1-2-136,-24 0-328,-18 0-272,-18-3-1129</inkml:trace>
  <inkml:trace contextRef="#ctx0" brushRef="#br0" timeOffset="261.399">466 195 29918,'0'0'809,"-9"122"-209,7-39-72,-1 12-40,3 3-216,0 1-136,0 1-120,14-7-16,21 6-232,-1-22-464,1-27-1081</inkml:trace>
  <inkml:trace contextRef="#ctx0" brushRef="#br0" timeOffset="592.763">1895 402 30230,'0'0'1181,"0"0"-596,-6-25-171,-19-81-114,20 90-296,0 0 0,-1 1 0,0 0 0,-2 0 0,0 0 0,0 1 0,-1 1 0,-1-1 1,0 1-1,-1 1 0,0 0 0,-1 0 0,-1 1 0,-8-5-4,13 9 0,-1 0 0,0 1 0,0 0 0,-1 1 0,0 0 0,1 0 0,-2 1 0,1 0 0,0 1 0,-1 0 0,1 1 0,-1 0 0,0 1 0,0 0 0,0 0 0,0 1 0,0 1 0,0 0 0,1 1 0,-1-1 0,0 2 0,1 0 0,-1 0 0,0 1 0,-5 7 0,1 0 0,0 1 0,0 1 0,1 0 0,1 1 0,0 0 0,1 1 0,1 0 0,0 1 0,1 1 0,1-1 0,-2 6 0,-13 24 0,2 0 0,1 2 0,3 1 0,2 0 0,2 1 0,3 0 0,1 1 0,3 0 0,2 1 0,2 0 0,3 11 0,2-55 0,0-1 0,0 1 0,1-1 0,0 1 0,1-1 0,0 0 0,0 0 0,0-1 0,1 1 0,0-1 0,0 0 0,0 0 0,1 0 0,0-1 0,0 0 0,1 0 0,-1-1 0,1 1 0,0-2 0,0 1 0,1-1 0,-1 0 0,1 0 0,-1-1 0,1 0 0,0 0 0,0-1 0,0 0 0,0 0 0,0-1 0,0 0 0,0-1 0,0 0 0,7-1 0,-1 1 0,0 1 0,0-2 0,-1 0 0,1-1 0,-1 0 0,0-1 0,1-1 0,-2 0 0,1 0 0,-1-1 0,0-1 0,0 0 0,0-1 0,-1 0 0,0-1 0,-1 0 0,0 0 0,-1-1 0,0-1 0,0 1 0,0-2 0,13-20 0,-2 0 0,0-1 0,-3 0 0,0-2 0,-3 0 0,0-1 0,-1-7 0,27-68-636,-26 74-1008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4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24589,'0'0'3161,"0"0"-280,0 0-2521,0 0-128,0 0 216,0 0-136,11 68-104,-4-47-128,3 4-72,-4 16-8,-1-1-496,-3-9-1369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4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1 29286,'0'0'1481,"0"0"-1073,0 0 168,0 0-80,-115 106-280,69-67-216,-39 25-200,9-8-1000,-2-4-7706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7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0 25758,'0'0'4624,"0"0"-4095,0 0-313,0 0 240,0 0 120,0 0-192,-2 112-208,-1-73-128,-3 7-48,-6 2 0,-18 14-288,5-12-968,-3-13-11499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8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14 144 29286,'0'0'1455,"0"0"-1012,0 0-255,0 0 205,24 9 57,156 57 70,-172-64-519,0 0 0,0 0 0,0 0 0,0 1 0,-1 1 0,1-1 0,-1 1 0,0 0-1,0 1 1,0 0 0,0 0 0,-1 0 0,0 1 0,0 0 0,-1 0 0,1 1 0,-1-1 0,-1 1 0,1 0 0,-1 0 0,-1 1 0,1-1 0,-1 1 0,0 0 0,-1 0-1,0 0 1,0 0 0,-1 0 0,0 0 0,0 1 0,-1-1 0,0 0 0,-1 1 0,0 6-1,-6 1-18,0 1-1,0-1 1,-2 0 0,0 0 0,-1-1-1,0 0 1,-1-1 0,-1 0 0,0-1-1,-1 0 1,0-1 0,-1 0 0,-11 6 18,-190 121-427,223-131 394,221-47 253,-106 12-174,245-16-890,-261 38-1074</inkml:trace>
  <inkml:trace contextRef="#ctx0" brushRef="#br0" timeOffset="446.504">1274 1 26726,'0'0'4017,"0"0"-3609,0 0-256,0 0 312,0 0 48,0 0-256,0 0-176,83 112-80,-62-40-144,-5-10-896,-9-3-3553</inkml:trace>
  <inkml:trace contextRef="#ctx0" brushRef="#br0" timeOffset="697.853">1502 739 30719,'0'0'1072,"0"0"-952,0 0 320,-154 141-24,80-81-416,-53 44 0,19-15-312,-3-8-1712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29382,'0'0'1081,"0"0"-543,0 0-119,0 0 22,0 0-20,0 0-115,26 17-152,-2-1-140,-5-2-12,1-1-1,0 0 1,1-2-1,0-1 1,1 0-1,0-2 1,15 4-2,34 6 0,-43-13 0,0 1 0,-1 2 0,1 1 0,-2 1 0,1 1 0,-2 1 0,1 1 0,-2 1 0,5 5 0,-25-15 0,0 0 0,0 0 0,0 0 0,-1 1 0,0-1 0,0 1 0,0 0 0,-1 0 0,0 0 0,1 0 0,-2 0 0,1 1 0,-1-1 0,0 1 0,0-1 0,0 1 0,-1-1 0,1 1 0,-1-1 0,-1 1 0,1-1 0,-1 1 0,0-1 0,0 1 0,-1-1 0,0 0 0,1 0 0,-2 0 0,1 0 0,-1 0 0,0 0 0,0 0 0,0-1 0,0 1 0,-1-1 0,0 0 0,0 0 0,0 0 0,-2 1 0,-12 12-128,-1-1 0,0-1 1,-1-1-1,0-1 0,-1 0 0,-1-2 1,0 0-1,0-2 0,-1 0 0,0-1 1,-1-2-1,0 0 0,0-2 0,0 0 1,-20-1 127,2-2-1997</inkml:trace>
  <inkml:trace contextRef="#ctx0" brushRef="#br0" timeOffset="314.385">659 52 26174,'0'0'4323,"0"0"-3165,0 0-933,0 0 18,0 0 82,12 11-58,92 71-215,-86-72-52,127 84 0,-141-90 0,1 0 0,0 1 0,-1-1 0,0 1 0,0 0 0,0 0 0,0 1 0,-1-1 0,0 1 0,0 0 0,-1-1 0,1 1 0,-1 0 0,-1 1 0,1-1 0,-1 0 0,0 0 0,0 1 0,-1-1 0,0 1 0,0-1 0,0 0 0,-1 1 0,0-1 0,-1 2 0,-5 4-6,0-1 0,-1 1 0,-1-1 0,0 0 0,-1-1 0,0 0 0,0-1 0,-1 0 0,0 0 0,0-1-1,-1-1 1,0 0 0,-1 0 0,0-2 0,-9 4 6,-146 61-2175,97-49-1024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6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30975,'0'0'685,"0"0"-489,0 0-111,22 2 64,150 23 405,-160-23-549,1 1-1,-1 0 0,1 1 1,-1 0-1,0 1 1,-1 0-1,1 1 0,-1 1 1,0 0-1,-1 0 1,0 1-1,0 0 0,0 1 1,-1 0-1,0 0 0,-1 1 1,0 0-1,-1 1 1,0 0-1,-1 0 0,0 0 1,0 1-1,-1 0 0,-1 0 1,0 0-1,-1 0 1,0 1-1,0 2-4,-3 0 1,-1 0 1,-1 1-1,0-1 1,-1 0-1,0 0 0,-2 0 1,1 0-1,-2-1 0,0 0 1,-1 0-1,0 0 1,-1-1-1,0 0 0,-1-1 1,-1 1-1,-5 3-1,-15 17-56,-2-1-1,-1-2 1,-2-1-1,0-1 1,-4-2 56,28-17-275,-1-2-1,0 1 1,0-2 0,0 0 0,-1 0-1,0-1 1,0 0 0,-1-1 0,1-1-1,-10 1 276,2-3-2636</inkml:trace>
  <inkml:trace contextRef="#ctx0" brushRef="#br0" timeOffset="249.195">781 85 29286,'0'0'1662,"0"0"-982,0 0-194,-24 5-113,-78 17-137,93-19-233,-1 0-1,1 1 1,-1 1 0,1-1 0,0 1-1,1 1 1,-1 0 0,1 0-1,1 0 1,-1 1 0,1 0 0,0 1-1,0 0 1,1 0 0,-3 5-3,1-2 3,-5 7-3,0 0 0,2 1 0,0 0 0,1 1 0,2 0 0,0 1 0,1 0 0,0 0 0,2 0 0,1 1 0,1 0 0,0 0 0,2 0 0,0 0 0,3 19 0,-1-30 0,0-1 0,0 0 0,1 0 0,1 0 0,0 0 0,0 0 0,1 0 0,0-1 0,1 0 0,0 0 0,0 0 0,1 0 0,0-1 0,0 0 0,1 0 0,0-1 0,1 0 0,-1 0 0,1-1 0,1 1 0,5 2 0,200 71-344,-109-59-1120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06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1 537 28102,'0'0'2517,"0"0"-1768,0 0-469,31-5 207,220-46 130,-146 24-649,1 4 0,1 5 0,1 5 0,95 1 32,-191 3-3151,-11-5-2093</inkml:trace>
  <inkml:trace contextRef="#ctx0" brushRef="#br0" timeOffset="265.409">547 0 26958,'0'0'3112,"0"0"-2824,0 0 129,-23 118 135,13-51 112,-1 24-200,2-4-216,2 11-184,2-1-64,5-18 0,0 2-232,37-9-488,2-22-985,0-25-9441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15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27150,'0'0'4417,"0"0"-4081,0 0-256,0 0 152,0 0 96,0 0-176,0 0-104,58 121-48,-30-69-176,-5-7-656,-7-5-2969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15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0 8458,'0'0'22181,"0"0"-21461,0 0-56,-164 116-192,54-72-472,15-9-32,-1-10-1480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14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 29294,'0'0'1749,"0"0"-1148,0 0-205,0 0 3,0 0-138,18 8-198,123 55-59,-139-62-4,19 6 0,-1 1 0,0 1 0,0 1 0,-1 0 0,0 2 0,-1 0 0,0 1 0,-1 1 0,-15-10 0,-1-1 0,0 1 0,0-1 0,0 1 0,0 0 0,-1-1 0,1 1 0,-1 0 0,0-1 0,0 1 0,-1 0 0,1-1 0,-1 1 0,1 0 0,-1-1 0,0 1 0,-1-1 0,1 1 0,-1-1 0,1 0 0,-1 1 0,0-1 0,0 0 0,0 0 0,-1 0 0,1-1 0,-1 1 0,1 0 0,-1-1 0,0 0 0,0 0 0,0 0 0,0 0 0,-1 0 0,1 0 0,0-1 0,-1 0 0,1 1 0,-1-1 0,-3 0 0,-6 8 0,-193 117-1350,174-114-349</inkml:trace>
  <inkml:trace contextRef="#ctx0" brushRef="#br0" timeOffset="300.235">602 15 29150,'0'0'1587,"0"0"-1120,0 0-300,0 0 85,25 20 62,83 61-88,-60-48-119,-42-32-99,0 1 0,-1 1 0,1-1-1,-1 1 1,0 0 0,0 0 0,0 1-1,0-1 1,-1 1 0,1 0-1,-1 0 1,0 1 0,0-1 0,0 1-1,-1 0 1,0 0 0,0 0 0,0 0-1,-1 1 1,1-1 0,-1 1 0,0-1-1,-1 1 1,1 0 0,-1 0-1,-1 0 1,1 0 0,-1 0 0,0 0-1,0 0 1,-1 0 0,1-1 0,-2 3-8,-5 6 7,-1-2 0,0 1 0,0-1 0,-2 0 1,0 0-1,0-1 0,-1-1 0,0 0 1,0 0-1,-1-1 0,-1-1 0,0 0 0,0-1 1,-8 4-8,12-6-4,-96 49-550,58-40-2141,23-12-5106</inkml:trace>
  <inkml:trace contextRef="#ctx0" brushRef="#br0" timeOffset="732.439">1136 1 30607,'0'0'734,"0"0"-440,0 0-125,0 0 207,30 7-45,184 53-92,-205-57-239,1 0 1,0 1 0,-1 0 0,0 1 0,0 0 0,0 0-1,-1 1 1,0 0 0,0 1 0,0 0 0,-1 0 0,0 0-1,0 1 1,-1 0 0,0 0 0,0 1 0,-1 0 0,0 0-1,-1 0 1,0 0 0,0 2-1,-2-2 0,-1 0 0,0 0 0,-1 0 0,0 0 0,-1 0 0,1 0 0,-2 0 0,1 0 0,-1-1 0,-1 1 0,0 0 0,0-1 0,0 0 0,-1 0 0,-1 0 0,1 0 0,-1 0 0,0-1 0,-6 6 0,-134 111 0,-40-20-313,180-93 216,29-11-30,-17 0 112,572-25-1464,-498 17-1355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12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1 361 28734,'0'0'1003,"0"0"-144,0 0-172,0 0-194,0 0-157,4 3-136,104 3 237,-63-10-422,279 2-12,50 17-3,-329-24-2146,-44-10-509</inkml:trace>
  <inkml:trace contextRef="#ctx0" brushRef="#br0" timeOffset="248.466">478 17 29230,'0'0'968,"0"0"-471,-12 127-25,10-65 0,2 2-24,0 3-128,0-1-152,0 4-80,-5 1-48,-6 1-40,4-5-64,2-5-432,3-16-904,2-26-5778</inkml:trace>
  <inkml:trace contextRef="#ctx0" brushRef="#br0" timeOffset="654.614">1273 1 28598,'0'0'2586,"0"0"-1849,0 0-586,0 0-44,0 0 154,0 0-19,23 12-165,78 43-69,-93-52-8,0 1 0,0-1 0,-1 1 0,1 1 0,-1-1 0,0 1 0,-1 1 0,1-1 0,-1 1 0,0 0 0,0 0 0,-1 1 0,0 0 0,0 0 0,0 0 0,-1 0 0,0 1 0,-1 0 0,0 0 0,0 0 0,0 0 0,-1 0 0,-1 0 0,1 1 0,-1-1 0,0 1 0,-1-1 0,0 1 0,-1-1 0,0 1 0,0-1 0,0 1 0,-1-1 0,-1 0 0,1 0 0,-1 0 0,-1 0 0,-2 5 0,-20 23-33,-2-1 0,-1 0-1,-2-3 1,-1 0 0,-1-2 0,-2-2 0,-1-1-1,-1-1 1,-36 18 33,-33 26 2,118-64-81,74-12 97,-1-3 1,0-4-1,70-21-18,31-4-486,-107 24-777,-14 0-1148</inkml:trace>
  <inkml:trace contextRef="#ctx0" brushRef="#br0" timeOffset="950.505">2051 9 29590,'0'0'1058,"0"0"-665,0 0-29,26 9 66,85 32-6,-101-37-388,0 0-1,0 1 1,-1 0-1,1 0 1,-1 1 0,-1 1-1,1-1 1,-1 1 0,0 1-1,-1 0 1,1 0-1,-2 0 1,1 1 0,1 3-36,-5-7 0,1 0 0,-1 1 1,0-1-1,0 1 0,0 0 0,-1 0 1,0 0-1,0 0 0,0 1 1,-1-1-1,0 0 0,-1 1 1,1-1-1,-1 1 0,0-1 0,-1 1 1,1-1-1,-1 0 0,-1 1 1,1-1-1,-1 0 0,0 0 1,-1 0-1,1 0 0,-1 0 0,0 0 1,0-1-1,-1 0 0,0 1 1,0-1-1,-3 2 0,-11 13-204,-1-2-1,0 0 1,-2-1 0,0-1-1,-1-1 1,0 0 0,-1-2-1,-1-1 1,-23 8 204,22-15-2218,11-4-2999</inkml:trace>
  <inkml:trace contextRef="#ctx0" brushRef="#br0" timeOffset="1227.192">2662 11 17660,'0'0'9962,"0"0"-7270,0 0-1862,0 0-154,0 0-174,0 0-205,-24 5-169,-79 24-108,97-26-20,0 0 0,0 1 0,1 0 0,-1 0 0,1 0 0,0 1 0,0-1 0,1 1 0,-1 1 0,1-1 0,0 0 0,1 1 0,-1 0 0,1 0 0,0 0 0,-1 6 0,-4 4 0,-3 3 0,1 1 0,2 0 0,0 0 0,1 1 0,0 0 0,2 0 0,1 1 0,1-1 0,0 1 0,2 0 0,0 0 0,2 0 0,1 8 0,0-23 0,0 0 1,0 0-1,1 0 1,0 0-1,1 0 1,0-1-1,0 1 0,0-1 1,0 0-1,1 0 1,0-1-1,0 1 1,1-1-1,0 0 0,0-1 1,0 1-1,0-1 1,1 0-1,-1-1 1,1 0-1,4 2 0,166 37-112,-29-38-652,-43-8-2682,8-10-8797</inkml:trace>
  <inkml:trace contextRef="#ctx0" brushRef="#br0" timeOffset="1495.383">3537 417 30382,'0'0'857,"0"0"-393,0 0 128,0 0-120,5 112-472,-5-85 0,-16 4 0,-14 5 0,-28 13 0,7-7-152,1-11-1968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17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1 452 29230,'0'0'907,"0"0"-252,0 0-210,0 0-39,0 0-11,3-4 123,7-1-498,1 1-1,0 1 1,0 0-1,0 0 0,0 1 1,1 1-1,-1 0 1,1 0-1,-1 1 0,4 1-19,11-2 17,384-13-17,-359 29 162,-16-2-3298,-20-12-3908</inkml:trace>
  <inkml:trace contextRef="#ctx0" brushRef="#br0" timeOffset="402.515">918 62 29342,'0'0'822,"0"0"-143,0 0-173,0 0-58,0 0-105,0 0-141,7 1 16,16 2-199,1 1 0,-1 2 0,-1 0-1,1 1 1,-1 2 0,0 0 0,-1 1 0,0 1-1,-1 1 1,0 1 0,14 13-19,-27-20 0,0 0 0,-1 0 0,1 0 0,-2 1 0,1 0 0,-1 0 0,0 1 0,0-1 0,-1 1 0,0 0 0,0 0 0,-1 1 0,0-1 0,-1 1 0,0-1 0,0 1 0,-1 0 0,0 0 0,0 0 0,-1 0 0,0-1 0,-1 1 0,0 0 0,0 0 0,-1 0 0,0-1 0,-1 1 0,-3 7 0,-10 14 0,-3 0 0,0-2 0,-2 0 0,-1-2 0,0 0 0,-3-1 0,0-2 0,-1 0 0,-12 6 0,38-28-4,-11 9-122,0-1-1,0 0 1,0 0 0,-1-1-1,0 0 1,-1-1-1,0-1 1,0 0 0,0-1-1,-1 0 1,0-1 0,-5 1 126,4-4-1633</inkml:trace>
  <inkml:trace contextRef="#ctx0" brushRef="#br0" timeOffset="727.809">1756 0 27454,'0'0'2844,"0"0"-1893,0 0-459,0 0-83,0 0-35,-21 4-166,-69 14-173,12 33-35,64-37 0,-20 16 0,2 2 0,0 1 0,3 1 0,1 2 0,1 1 0,3 1 0,0 1 0,3 1 0,1 0 0,2 2 0,0 8 0,15-43 0,0 0 0,0 0 0,1 0 0,0 0 0,1 0 0,0 0 0,0 0 0,0 1 0,1-1 0,0 0 0,0 1 0,1-1 0,0 0 0,0 0 0,1 0 0,0 0 0,0 0 0,1 0 0,-1 0 0,2 0 0,-1-1 0,1 0 0,0 1 0,0-2 0,0 1 0,1 0 0,0-1 0,0 0 0,6 4 0,0-4 0,1 0 0,1-1 0,-1 0 0,0-1 0,1-1 0,0 0 0,-1-1 0,1 0 0,0 0 0,10-2 0,226-37-553,-137 2-2215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0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1 30431,'0'0'824,"0"0"-528,0 0 80,0 0 144,0 0-200,0 0-320,0 0 0,-2 104 0,-3-71 0,-13 6 0,-5 5 0,-21 14-48,3-13-1040,1-9-2537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2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1 28382,'0'0'1900,"0"0"-1333,0 0-212,0 0 101,21 7-41,70 24-111,-81-29-293,1 1 1,-1 1-1,0 0 1,-1 0-1,1 1 0,-1 0 1,0 1-1,0 0 1,0 0-1,-1 1 0,0 0 1,0 0-1,-1 1 1,0 0-1,0 0 1,-1 1-1,0 0 0,-1 0 1,1 0-1,-2 1 1,1-1-1,-2 1 0,1 0 1,-1 1-1,-1-1 1,0 1-1,0-1 1,-1 1-1,0-1 0,-1 1 1,0 0-1,-1-1 1,0 1-1,-3 8-11,-3-1-54,-1 0 0,-1 0 1,-1-1-1,0-1 0,-1 0 0,-1 0 1,-1-1-1,0 0 0,0-1 0,-2-1 1,0 0-1,0-1 0,-3 0 54,-4 4-60,-1-1 0,0-1 0,-1-2 0,-1 0 0,0-2 0,0 0 0,-1-2 0,-14 3 60,343-36 846,-100 16-2016,-146 3-1568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3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21837,'0'0'8081,"0"0"-7665,0 0-199,0 0 255,0 0 80,0 0-184,0 0-192,72 130-104,-63-94-72,0 13-352,0-11-1032,-4-5-8931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3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1 29302,'0'0'960,"0"0"-487,0 0 103,0 0 8,-117 120-248,68-87-240,-38 25-96,11-6-616,0-6-1785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1.7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1 177 29110,'0'0'1242,"0"0"-703,0 0-71,0 0 22,0 0-65,0 0-203,3 2-95,185 61 10,-116-44-130,-13-3-7,-19-7 0,-1 2 0,0 1 0,0 2 0,-2 2 0,0 2 0,23 15 0,-30-6 0,-50-18 0,-80 26 0,1 4 0,2 4 0,2 5 0,-29 21 0,72-32-1583,49-35-1531</inkml:trace>
  <inkml:trace contextRef="#ctx0" brushRef="#br0" timeOffset="440.658">962 1 27502,'0'0'2998,"0"0"-2129,0 0-514,0 0 131,0 0-78,14 14-274,-3-1-126,-6-7-7,0 0-1,1 0 1,-1-1-1,1 1 1,0-1-1,1-1 0,-1 1 1,1-1-1,0 0 1,0-1-1,0 1 1,0-1-1,1-1 1,-1 1-1,6-1 0,0-1 0,1 0 0,0 1 0,0 1 0,-1 0 0,1 1 0,-1 0 0,0 1 0,0 0 0,-1 1 0,0 0 0,0 1 0,0 1 0,-1 0 0,0 1 0,0 0 0,-1 0 0,0 1 0,-1 0 0,0 1 0,0 0 0,-2 0 0,1 1 0,0 3 0,-7-9 0,0 0 0,0 0 0,-1 0 0,0 0 0,0 0 0,-1 0 0,0 0 0,0 0 0,0 0 0,0 0 0,-1 0 0,0 0 0,-1-1 0,1 1 0,-1-1 0,0 1 0,0-1 0,-1 0 0,1 0 0,-1-1 0,0 1 0,0-1 0,-1 0 0,0 0 0,1 0 0,-1 0 0,-1-1 0,1 0 0,0 0 0,-1-1 0,-2 2 0,-4 4 0,-285 204-2203,237-170-763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6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31103,'0'0'1488,"0"0"-1376,0 0-64,-18 143-32,18-54-16,0 42 0,2 31 0,5-21-416,-5-29-3305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25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 70 25477,'0'0'2574,"0"0"-1581,0 0-413,0 0-55,0 0-145,0 0-185,-21-11-83,-66-35-23,85 44-83,-1 1 1,0-1-1,0 1 0,0-1 0,0 1 0,0 0 1,0 0-1,0 1 0,0-1 0,0 1 0,-1-1 0,1 1 1,0 0-1,0 0 0,0 0 0,-1 1 0,1-1 0,0 1 1,0 0-1,0 0 0,0 0 0,0 0 0,0 0 1,0 1-1,0-1 0,1 1 0,-1 0 0,0 0 0,1 0 1,0 0-1,-1 0 0,0 2-6,-5 3 12,-21 20 41,2 2 1,0 1 0,2 1 0,2 1 0,0 1 0,3 1 0,0 1-1,-11 32-53,21-43 45,1 2-1,1-1 0,1 1 1,1 0-1,2 1 0,1-1 1,0 1-1,2 12-44,1-29 8,1 0 0,0 0-1,0 0 1,1 0 0,0-1-1,1 1 1,0-1 0,0 1-1,1-1 1,1 0 0,-1 0-1,1-1 1,1 1 0,-1-1-1,2 0 1,-1-1 0,1 1-1,0-1 1,0-1 0,1 1-1,0-1 1,0-1 0,1 1 0,-1-1-1,5 1-7,8 2-97,0-1 0,0 0 0,0-2-1,1 0 1,0-2 0,0 0 0,0-2-1,0 0 1,0-2 0,0 0 0,0-1 0,0-2-1,0 0 1,0-1 0,-1-1 0,0-1-1,0-1 1,-1-1 0,0 0 0,18-13 97,40-21-3874</inkml:trace>
  <inkml:trace contextRef="#ctx0" brushRef="#br0" timeOffset="1047.105">853 281 29254,'0'0'912,"0"0"-599,0 0 135,0 0-32,0 0-184,0 0-136,0 0-72,131 0-24,-108 0 0,5 5-192,-5 5-520,-9 0-1761</inkml:trace>
  <inkml:trace contextRef="#ctx0" brushRef="#br0" timeOffset="1298.143">807 561 28566,'0'0'1792,"0"0"-1671,0 0 167,0 0 64,0 0-80,0 0-168,136 23-88,-60-17-16,-10-1-376,-8-3-1705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38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28806,'0'0'1536,"0"0"-1351,0 0 207,0 0 120,0 0-24,0 0-184,0 0-112,55 108-104,-52-67-56,-3 7-32,0 4 0,-5 18-264,-4-10-352,2-18-1473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39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0 29854,'0'0'802,"0"0"-481,0 0-119,0 0 83,22 6 28,69 18-122,-85-22-180,0 0-1,0 0 0,0 1 1,0-1-1,-1 2 1,1-1-1,-1 1 1,0-1-1,0 1 0,0 1 1,0-1-1,-1 1 1,0 0-1,0 0 0,0 0 1,3 5-11,-5-6-7,1 0 1,-1 0 0,0 0-1,0 0 1,-1 0-1,1 1 1,-1-1 0,0 1-1,0-1 1,0 1-1,-1-1 1,0 1-1,1-1 1,-2 1 0,1-1-1,0 1 1,-1-1-1,0 1 1,0-1 0,0 1-1,-1-1 1,0 0-1,1 1 1,-1-1-1,-1 0 1,1 0 0,-2 1 6,-86 91-654,86-92 625,-44 36-332,30-27 317,0 1 0,1 1-1,1 0 1,1 1 0,0 1-1,1 0 1,-9 15 44,22-31 4,0 0-1,1 0 1,-1 0 0,0 0 0,0 0 0,1 0-1,-1 0 1,1 0 0,-1 0 0,1 0 0,-1 1-1,1-1 1,0 0 0,-1 0 0,1 0-1,0 1 1,0-1 0,0 0 0,0 0 0,0 1-1,0-1 1,0 0 0,0 0 0,1 1 0,-1-1-1,1 0 1,-1 0 0,0 0 0,1 0-1,0 0 1,-1 1 0,1-1 0,0 0 0,-1 0-1,1-1 1,0 1 0,0 0 0,0 0-1,0 0 1,0 0 0,0-1 0,0 1 0,0 0-1,0-1 1,1 1-4,61 4 281,-48-5-249,258-25-46,-159 6-3573,-60 9-4315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39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29574,'0'0'1681,"0"0"-1505,0 0-80,0 0 400,0 0-88,0 0-264,0 0-144,97 149-176,-77-108-840,-6-5-3009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0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0 30254,'0'0'881,"0"0"-353,0 0 224,0 0-400,-133 135-352,96-94 0,-37 21 0,9-10-760,-6-6-4441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38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28846,'0'0'1255,"0"0"-767,0 0-241,0 0 148,0 0-6,0 0-101,22 14-102,0 2-144,123 58 178,-114-65-145,-18-7-59,0 1-1,0 0 1,0 1 0,0 0 0,-1 1-1,0 1 1,0 0 0,0 1-1,-1 0 1,0 0 0,0 2 0,-1-1-1,0 1 1,4 5-16,-11-9 2,-1 0-1,0 0 1,-1 0 0,1 0-1,-1 0 1,0 1 0,0-1-1,-1 0 1,0 1 0,0-1-1,0 0 1,0 1 0,-1-1-1,0 0 1,0 0 0,0 1-1,-1-1 1,0 0-1,0 0 1,0-1 0,0 1-1,-1 0 1,0-1 0,0 1-1,0-1 1,-1 0 0,0 1-2,-107 98-337,54-73-330,29-27-2089,15-3-4471</inkml:trace>
  <inkml:trace contextRef="#ctx0" brushRef="#br0" timeOffset="296.141">655 79 30302,'0'0'722,"0"0"-394,0 0-5,0 0 108,25 4-90,148 15-90,-44 3-207,-124-21-44,0 1 0,0-1 1,0 1-1,-1 0 0,1 1 1,0-1-1,-1 1 0,0 0 1,1 0-1,-1 0 0,0 1 1,-1 0-1,1-1 1,0 1-1,-1 0 0,0 1 1,0-1-1,-1 1 0,1-1 1,-1 1-1,0 0 0,0 0 1,0 1-1,0 2-23,-1 0 0,-1 1 1,1-1-1,-1 1 0,-1 0 1,0-1-1,0 1 0,0-1 1,-1 0-1,0 0 0,-1 1 1,0-1-1,0-1 1,-1 1-1,0 0 0,0-1 1,-1 0-1,0 0 0,0 0 1,-1-1-1,1 1 0,-6 3 23,-153 111-2375,116-94 153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37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34 496 26030,'0'0'2996,"0"0"-1937,0 0-485,0 0-2,0 0-90,-9 1-164,-16 1-204,30-1 3,315-31 308,120 17-925,-385 8-2098,-44-4-777</inkml:trace>
  <inkml:trace contextRef="#ctx0" brushRef="#br0" timeOffset="269.434">502 69 29382,'0'0'744,"0"0"-135,-30 127-121,23-67-80,5 0-144,2 4-80,0 1-112,0 3-72,0 0 0,2-1-256,10-1-320,-1-14-1297,-4-23-6456</inkml:trace>
  <inkml:trace contextRef="#ctx0" brushRef="#br0" timeOffset="523.231">914 38 30046,'0'0'698,"0"0"-403,0 0-53,29 5 69,190 28 69,-19 6-203,-191-36-171,-1 0 1,0 1-1,0 0 1,0 0-1,0 0 1,-1 1-1,0 0 1,0 1-1,0-1 1,-1 1-1,1 1 1,-1-1-1,-1 1 1,1 0-1,-1 1 1,-1-1-1,1 1 1,-1 0 0,-1 0-1,1 0 1,1 8-7,-2 0 14,0 0-1,-2 1 1,0-1 0,0 0 0,-2 1 0,0-1 0,-1 0 0,0 1 0,-1-1 0,-1 0 0,-1-1 0,0 1 0,-1-1 0,-1 0 0,0 0 0,-1-1 0,-1 0 0,-4 6-14,-95 101-1108,-22-34-3538,71-63-8702</inkml:trace>
  <inkml:trace contextRef="#ctx0" brushRef="#br0" timeOffset="815.844">1907 1 29558,'0'0'838,"0"0"-219,0 0-127,-24 16-96,-151 104-39,148-104-321,0 2 0,2 0 0,0 2 0,1 1 0,1 1 0,1 1-1,1 0 1,1 2 0,1 0 0,2 2 0,-3 5-36,17-24 2,-1-1 0,2 0 0,-1 1 0,1 0 0,0-1-1,1 1 1,0 0 0,0 0 0,1 0 0,0 0 0,0 0 0,1 0 0,0 0 0,0 0 0,1 0 0,0-1-1,0 1 1,1-1 0,0 1 0,0-1 0,1 0 0,0 0 0,0 0 0,1-1 0,0 1 0,0-1 0,0 0 0,1-1-1,-1 1 1,7 3-2,15 7-117,1-1 0,1-1 0,0-2 0,0-1 0,1-1-1,1-2 1,0-1 0,0-1 0,0-2 0,1-1 0,-1-1 0,2-2 117,-27 1-56,154 7-2670,-19-6-442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2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30134,'0'0'1297,"0"0"-1145,0 0 296,0 0 56,0 0-272,0 0-232,9 114 0,-9-70 0,-2 18 0,-7-8-912,0-13-2321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29942,'0'0'787,"0"0"-475,0 0-105,0 0 145,0 0 75,20 17-119,143 117-21,-159-131-292,0 0 0,-1 0 0,1 1 1,-1-1-1,0 1 0,0 0 0,0 0 1,-1 0-1,1 0 0,-1 0 0,0 0 1,0 1-1,0-1 0,-1 1 0,0 0 1,0-1-1,0 1 0,0 0 0,-1-1 1,0 1-1,0 0 0,0 0 0,0 0 1,-1-1-1,0 1 0,0 0 0,0-1 1,0 1-1,-1-1 0,0 1 0,0-1 1,0 1-1,0-1 0,-1 0 0,0 0 1,0-1-1,0 1 0,0 0 0,0-1 1,-1 0-1,-2 3 5,-131 79-1522,103-73-129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3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0 30615,'0'0'730,"0"0"-151,0 0-84,24 16-199,75 49-244,-56-41-52,-40-23 0,1 0 0,-1-1 0,0 1 0,1 1 0,-1-1 0,0 0 0,0 1 0,0-1 0,0 1 0,0 0 0,-1 0 0,1 0 0,0 0 0,-1 1 0,1-1 0,-1 1 0,0-1 0,0 1 0,0 0 0,0 0 0,-1 0 0,1 0 0,-1 0 0,0 0 0,0 1 0,0-1 0,0 0 0,0 1 0,-1-1 0,1 0 0,-1 1 0,0-1 0,0 1 0,0-1 0,-1 0 0,1 1 0,-1-1 0,0 0 0,0 1 0,0 0 0,-8 12 0,0-1 0,0-1 0,-2 0 0,0 0 0,0-1 0,-1 0 0,-1-1 0,0-1 0,-12 9 0,-17 17 0,-33 39-725,54-56-1015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3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21221,'0'0'7860,"0"0"-5889,0 0-1627,22-9 3,-3 0-232,-8 3-47,1 1 0,-1 1 0,1 0 0,-1 0 0,1 1 0,1 0 0,-1 1 0,0 1 0,0 0 0,11 1-68,-14-1 7,-1 1 0,0 0 0,1 1 0,-1 0 0,1 0 1,-1 1-1,0 0 0,0 1 0,0-1 0,0 2 0,0-1 1,-1 1-1,0 0 0,1 1 0,-1-1 0,-1 1 0,1 1 1,-1-1-1,0 1 0,0 0 0,-1 1 0,1 0 0,-1-1 1,-1 2-1,1-1 0,-2 0 0,1 1 0,-1 0 0,0 0 1,0 0-1,-1 0 0,0 1-7,-2 3 0,0 0 0,-1 0 0,-1-1 0,0 1 0,0 0 0,-1 0 0,-1-1 0,0 0 0,0 1 0,-1-2 0,-1 1 0,0 0 0,0-1 0,-1 0 0,0-1 0,-1 0 0,0 0 0,0 0 0,-1-1 0,0 0 0,-1-1 0,0 0 0,-137 81-459,227-83 393,129-14-675,-139 1-994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3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30639,'0'0'840,"0"0"-584,0 0 224,0 0-16,0 0-376,0 0-88,0 0 0,32 60 0,-4-25 0,-3-6-880,-4-4-1625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4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1 29326,'0'0'1825,"0"0"-1601,-30 105 160,3-57 264,-6-4-312,-1-3-312,4-6-24,-16 5-232,9-9-1144,-2-6-14108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2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28934,'0'0'1387,"0"0"-955,0 0-206,0 0 191,26 11-13,89 38-122,-100-44-256,-1 1 0,1 0 1,-1 1-1,-1 1 0,1 1 1,-1-1-1,0 2 1,-1 0-1,0 0 0,-1 1 1,0 1-1,-1 0 1,0 0-1,-1 1-26,-4 0-2,-1-1-1,-1 1 1,0 0 0,-1 0 0,0 0-1,-1 0 1,-1 0 0,0 0 0,0 0-1,-2 0 1,1 0 0,-2 0 0,0 0-1,0-1 1,-1 1 0,-1-1 0,0 0-1,0 0 1,-1 0 0,-1-1 0,0 0-1,0 0 1,-1-1 0,-1 0-1,0 0 1,-10 8 2,-4 7-393,-1-1 0,-1-1 1,-2 0-1,0-3 0,-29 18 393,12-14-1814</inkml:trace>
  <inkml:trace contextRef="#ctx0" brushRef="#br0" timeOffset="263.712">620 15 25365,'0'0'4041,"0"0"-2600,0 0-839,0 0-190,-19 12-70,0-3-273,10-5-49,0 1-1,0 0 1,0 1 0,0-1-1,1 2 1,0-1 0,1 1 0,-1 0-1,1 1 1,1-1 0,-1 1 0,1 1-1,-1 2-19,-7 13 12,2 0 0,0 1 1,2 0-1,1 1 0,0 0 0,2 1 0,2-1 0,0 1 0,1 1 0,2-1 0,1 0 1,1 1-1,2 6-12,0-25-23,1-1 0,0 0 1,1 1-1,-1-1 1,2-1-1,-1 1 1,1-1-1,0 1 0,1-1 1,-1-1-1,1 1 1,1-1-1,-1 0 0,1 0 1,0-1-1,0 0 1,1 0-1,0-1 1,-1 0-1,2 0 0,-1-1 1,0 0-1,1 0 1,-1-1-1,1 0 0,-1-1 1,1 0-1,0 0 1,0-1-1,1 0 23,87 13-719,-4-7-892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1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0 210 28286,'0'0'1112,"0"0"-328,0 0 1,175 31-257,-96-27-32,8-4-176,3 0-120,0-4-88,-5-5-88,-9 3-24,-14 2 0,-9 4-304,-7-4-352,-16-2-1305,-16-1-19099</inkml:trace>
  <inkml:trace contextRef="#ctx0" brushRef="#br0" timeOffset="264.76">514 48 29350,'0'0'784,"0"0"-255,0 0-33,-2 149-80,2-91-160,0 9-160,2 3-64,5 7-32,11 8-240,-2-19-456,3-20-1657</inkml:trace>
  <inkml:trace contextRef="#ctx0" brushRef="#br0" timeOffset="580.373">1095 0 29934,'0'0'810,"0"0"-93,0 0-147,22 11-90,71 37-257,-86-44-222,-1 0 1,0 1 0,0-1-1,0 1 1,-1 1 0,1-1-1,-1 1 1,-1 0 0,1 0-1,-1 0 1,0 0 0,0 1-1,-1 0 1,0 0 0,0 0-1,-1 0 1,1 0 0,-2 0-1,1 1 1,-1-1-2,3 14-20,0-1 0,-2 1 0,0-1 0,-1 1 0,-2 0 0,0 0 0,-1-1 0,-1 1 0,0-1 0,-2 0 1,-1 0-1,0 0 0,-1-1 0,-2 1 0,1-2 0,-2 1 0,-1-2 0,0 1 0,-1-1 0,-1-1 0,0 0 0,-2-1 0,1-1 0,-2 0 0,0-1 0,0 0 0,-18 9 20,28-19-12,1 1 0,-1-2 0,0 1 0,0-1 0,-1 1 0,1-2 0,0 1 0,-1-1 0,1 0 0,-1 0 0,1-1 0,-1 1 0,1-2 0,-5 1 12,14-14 7,11 8 8,0 0 0,0 1 0,0 1 0,1 0 0,0 1 0,-1 1 0,1 0 0,0 1 0,14 1-15,-24 0 1,290-24-1147,-222 12-1153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7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0 28998,'0'0'1657,"0"0"-1433,0 0 104,0 0 72,0 0-48,0 0-200,0 0 88,-7 42-104,7-26-56,0 3-16,0 6-24,0 6-40,-5 6 0,-13 5-120,-3 16-232,3-8-344,4-13-1617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8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4409,'0'0'21662,"0"0"-18146,0 0-2352,0 0-935,0 0-4,20 8 117,137 69 189,-154-75-537,0 0 1,0 1 0,0-1-1,0 1 1,0-1 0,-1 1-1,1 0 1,-1 0 0,1 0 0,-1 1-1,0-1 1,-1 0 0,1 1-1,-1-1 1,1 1 0,-1 0 0,0-1-1,0 1 1,-1 0 0,1 0-1,-1-1 1,0 1 0,0 0-1,0 0 1,0 0 0,-1 0 0,1-1-1,-1 1 1,0 0 0,0 0-1,-1-1 1,1 1 0,-1-1 0,0 2 4,-12 11-129,0 0-1,-2-1 0,0-1 0,0 0 0,-1-1 0,-1 0 0,-10 3 131,-18 16-264,1 4 238,53-35 274,167-49 146,4-12-2445,-97 33-2802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8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30270,'0'0'697,"0"0"-449,0 0 136,0 0 80,0 0-224,0 0-240,76 108-16,-58-77-552,-2-4-1329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9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 29486,'0'0'1001,"0"0"-521,0 0 184,-103 134-120,66-88-360,-9 14-184,11-12-496,7-15-1633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50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25309,'0'0'5522,"0"0"-4818,0 0 56,0 0-288,0 0-472,0 0 0,0 122 0,3-58 0,1 13 0,1 29 0,2 31 0,2 20 0,-2-22 0,-5-35-1456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0 29054,'0'0'727,"0"0"-230,-21 6-182,6-2-259,3-2-27,0 1 0,0 0 0,0 1 0,1 0 1,0 1-1,0 1 0,0-1 0,0 2 0,1-1 0,0 2 0,-6 5-29,-3 8 60,0 0-1,2 2 0,0 0 0,2 1 1,0 0-1,2 1 0,1 1 0,1 0 1,1 1-1,1 0 0,1 0 1,2 1-1,1 0 0,1 0 0,1 0 1,1 1-1,2-1 0,2 21-59,0-40-15,0 0 0,0 0-1,1 0 1,0 0 0,0-1 0,1 1-1,0-1 1,1 0 0,0 0 0,0 0-1,1-1 1,-1 1 0,2-1-1,-1-1 1,1 1 0,0-1 0,0 0-1,1-1 1,0 0 0,0 0 0,0-1-1,0 0 1,1 0 0,-1-1 0,1 0-1,0 0 1,0-1 0,1 0-1,-1-1 1,0 0 0,0 0 0,1-1-1,-1-1 1,0 1 0,0-1 0,1-1-1,-1 0 1,7-2 15,-1-1-306,-1 0 1,0-2-1,0 1 0,0-2 0,-1 0 1,0 0-1,0-1 0,-1-1 0,0 0 1,-1-1-1,0 0 0,2-4 306,-3 5-1083,38-40-10730</inkml:trace>
  <inkml:trace contextRef="#ctx0" brushRef="#br0" timeOffset="261.923">768 228 30382,'0'0'1537,"0"0"-1377,0 0 64,0 0 64,0 0-136,0 0-152,0 0-80,99 38-616,-78-38-1241,-8 0-16875</inkml:trace>
  <inkml:trace contextRef="#ctx0" brushRef="#br0" timeOffset="510.719">687 544 30398,'0'0'785,"0"0"-545,0 0 32,0 0-8,0 0-160,148-23-104,-93 10-184,-9 3-336,-9 0-1569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7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28534,'0'0'1356,"0"0"-900,0 0-119,0 0 219,0 0-90,25 2-133,157 12 43,-151-13-303,-15-2-48,-1 1 0,0 1 1,0 1-1,1 0 0,-1 0 1,-1 2-1,1 0 1,0 0-1,2 3-25,-14-5 1,0 1 0,0 0 0,-1-1-1,1 1 1,-1 0 0,0 1 0,0-1 0,0 0 0,0 1 0,-1-1-1,1 1 1,-1-1 0,0 1 0,0 0 0,0-1 0,0 1 0,-1 0-1,1 0 1,-1 0 0,0 0 0,0-1 0,-1 1 0,1 0 0,-1 0-1,0 0 1,0-1 0,0 1 0,0-1 0,-1 1 0,1-1 0,-1 1-1,0-1 1,0 0 0,-1 1 0,1-1 0,0 0 0,-1-1-1,0 1 1,-1 1-1,-9 11-300,0 0-1,-1-1 1,-1-1-1,0 0 0,-1-1 1,0 0-1,0-1 1,-2-1-1,1-1 0,-7 2 301,7-9-3576</inkml:trace>
  <inkml:trace contextRef="#ctx0" brushRef="#br0" timeOffset="261.488">678 0 30134,'0'0'689,"0"0"-409,0 0-16,0 0 96,131 54-96,-99-37-160,-4-1-72,-10 3-16,-11 4 24,-7 6 8,-7 8 16,-25 7-48,-7 5-16,-7 11-256,9-12-264,12-13-1249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51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26822,'0'0'1128,"0"0"-312,7 147-208,5-54-24,4 27-192,7 23-175,-2-10-121,-3-29-72,-4-38-24,7-24-128,-5-13-457,0-9-1079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0:45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1047 28830,'0'0'1218,"0"0"-569,0 0-151,0 0-100,0 0-111,0 0-49,12-3-28,87-11-100,0 4 0,0 4-1,0 5 1,17 4-110,117 23-1679,-170-19-1203</inkml:trace>
  <inkml:trace contextRef="#ctx0" brushRef="#br0" timeOffset="476.05">1177 717 28534,'0'0'1344,"0"0"-690,0 0-147,0 0-86,0 0-42,0 0-59,25 0-109,150-1 78,-165 0-286,1 1 1,-1 0-1,0 0 0,0 1 0,0 1 1,0 0-1,-1 0 0,1 1 0,0 0 1,-1 0-1,0 1 0,0 1 1,0-1-1,0 1 0,-1 1 0,1 0 1,-1 0-1,-1 1 0,1-1 0,-1 2 1,-1-1-1,1 1 0,-1 0 1,-1 0-1,1 1 0,-1 0 0,-1 0 1,0 0-1,0 0 0,0 1 0,-2-1 1,1 1-1,0 4-3,-3 3-9,0 0 0,-1 1 0,0-1 0,-2 0 0,0 0 0,-1 0 0,-1 0 0,0-1 0,-1 0 0,-1 0 0,0 0 0,-2-1 0,1 0 0,-2 0 0,0-1 0,-1-1 0,-7 8 9,9-8-226,-1-1 1,-1 0 0,0-1 0,0 0-1,-1-1 1,0 0 0,-1-1-1,0 0 1,-1-1 0,0 0 0,0-1-1,-5 1 226,-2-6-2472</inkml:trace>
  <inkml:trace contextRef="#ctx0" brushRef="#br0" timeOffset="850.935">2004 607 27934,'0'0'1159,"0"0"-359,0 0-16,0 0-180,0 0-233,0 0-100,-10-5-67,2 1-162,6 2-30,-1 0 0,0 0-1,0 0 1,0 1 0,0-1 0,0 1-1,-1 0 1,1 0 0,0 0-1,-1 0 1,1 1 0,0-1 0,-1 1-1,1 0 1,-1 0 0,1 0-1,-1 0 1,1 1 0,-1-1 0,1 1-1,0 0 1,-1 0-12,-16 12 34,0 1 0,1 1 0,0 1 0,1 1 0,1 0 0,1 1 0,0 1 0,2 0 0,0 1 0,-7 14-34,10-18 0,1 1 0,1 0 0,1 1 0,0 0 0,1 0 0,1 1 0,0 0 0,2 0 0,0 0 0,1 0 0,2 1 0,-1-1 0,2 1 0,1 0 0,1 9 0,2-19 0,-1 1 0,2-1 0,0 1 0,0-1 0,0-1 0,2 1 0,-1-1 0,1 0 0,0 0 0,1-1 0,0 0 0,0 0 0,1-1 0,0 0 0,0-1 0,1 0 0,-1 0 0,1-1 0,1 0 0,-1-1 0,1 0 0,-1 0 0,1-1 0,0-1 0,8 1 0,167 4-648,-104-7-1024</inkml:trace>
  <inkml:trace contextRef="#ctx0" brushRef="#br0" timeOffset="6005.378">0 74 23669,'0'0'1491,"28"-4"67,199-33-262,26 15-669,0 12 1,1 11-1,52 14-627,175 1-1342,-118-3-1424,-266-7 87</inkml:trace>
  <inkml:trace contextRef="#ctx0" brushRef="#br0" timeOffset="6362.58">2682 68 26758,'0'0'1304,"0"0"-385,0 0-128,0 0-153,-1 18-220,1-2-336,17 100 352,9-36-296,-4 2 0,-4 0-1,-2 2 1,-5-1 0,1 86-138,-10-139 14,36 523-145,-37-545-76,0 0 1,1 0-1,0 0 0,0 0 1,1-1-1,0 1 0,1-1 0,-1 1 1,1-1-1,1 0 0,-1-1 1,5 6 206,6 4-2470</inkml:trace>
  <inkml:trace contextRef="#ctx0" brushRef="#br0" timeOffset="6827.046">125 1513 28246,'0'0'1000,"0"0"-400,214-43-23,-67 20-57,47 4-80,22 3-176,3 5-96,-7 5 48,-23 6 80,-7 0-120,-14 0-104,-11 8-56,-14 1-16,-12-5-136,-37-2-456,-27-2-1129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07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555 256 27382,'0'0'1253,"0"0"-515,0 0-197,0 0 49,0 0-162,-5-20-197,-18-64-118,20 75-102,-1 0 1,-1 0-1,1 0 0,-1 0 0,-1 1 1,0 0-1,0 0 0,-1 1 1,1 0-1,-2 0 0,1 0 1,-1 1-1,0 0 0,0 0 0,-1 1 1,1 0-1,-1 1 0,0 0 1,-1 0-1,1 1 0,-1 0 0,1 0 1,-1 1-1,0 1 0,0 0 1,0 0-1,0 1 0,0 0 0,0 1 1,-3 0-12,3 0 4,-1 1 0,0 0 1,1 0-1,-1 1 1,1 1-1,0-1 0,0 2 1,0-1-1,1 2 0,-1-1 1,1 1-1,0 1 0,1-1 1,0 1-1,0 1 0,0 0 1,1 0-1,0 0 1,1 1-1,0 0 0,-3 6-4,-3 4 6,1 0 0,1 1 0,1 0 0,1 1 0,1 0 0,1 0 0,0 1 0,2 0 0,1-1-1,0 7-5,1-13 4,1 0-1,0 0 0,2 0 0,-1 0 0,2 0 0,0-1 0,1 1 0,0 0 0,1-1 1,1 0-1,0 0 0,1 0 0,1 0 0,0-1 0,1 0 0,0-1 0,1 0 0,0 0 1,1-1-1,0 0 0,7 5-3,-11-11 7,0-1 1,1 0 0,-1 0-1,1-1 1,0 0-1,0 0 1,0 0 0,0-1-1,1 0 1,-1-1 0,1 0-1,-1 0 1,1 0-1,-1-1 1,1 0 0,0 0-1,-1-1 1,1 0-1,-1-1 1,0 0 0,1 0-1,-1 0 1,0-1 0,0 0-1,3-2-7,10-5 24,-1-2 0,0 0-1,0-1 1,-2-1 0,1 0-1,-2-1 1,0-1 0,-1-1-24,-2 5-2,-1 0 0,0-1 0,-1 0 0,-1-1 0,0 0 0,0-1 0,-2 0 0,0 0 0,0-1 0,-2 0 0,0 0 0,-1-1 0,0 0 0,-1 1 0,-1-2 0,-1 1 0,-1 0 0,0 0 0,-1-1 0,-1-3 2,-40-50-834,11 48-601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0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1 342 6825,'0'0'17436,"0"0"-13191,0 0-2910,0 0-636,0 0-250,0-5-179,0 2-256,1 1-1,0-1 1,0 1 0,1-1 0,-1 1 0,0 0 0,1 0-1,-1 0 1,1 0 0,0 0 0,0 0 0,0 0 0,0 0 0,0 1-1,0-1 1,0 1 0,0 0 0,1-1 0,-1 1 0,0 0 0,1 0-1,-1 1 1,1-1 0,-1 0 0,1 1 0,0-1 0,-1 1 0,1 0-1,-1 0 1,1 0 0,0 0 0,-1 1 0,1-1 0,-1 1-1,1-1 1,-1 1 0,3 1-14,20-4 78,236-26 405,170-7-408,-417 36-276,-1 0-1,1 1 1,-1 1-1,0 0 1,0 1 0,0 0-1,0 1 1,-1 0 0,1 1-1,-1 0 1,-1 1-1,12 9 202,12 8-2816</inkml:trace>
  <inkml:trace contextRef="#ctx0" brushRef="#br0" timeOffset="262.974">527 0 27526,'0'0'1080,"0"0"-648,0 0 256,-9 166-24,9-89-159,0 6-169,2 6-168,7 2-64,-2 5-56,4-5-40,3-2-8,25 10-112,-2-22-504,-2-25-1321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0 29566,'0'0'897,"0"0"-649,0 0-112,0 0 296,0 0-96,0 0-192,-65 143-96,51-95-16,0 8-32,1 29-144,3-19-432,3-16-1577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0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28406,'0'0'922,"0"0"-188,0 0-199,0 0-185,0 0-106,0 0 12,14 6-11,163 50 179,-177-56-422,22 4 19,-1 1 0,0 0 0,0 2 0,0 0 1,-1 1-1,0 1 0,-1 1 0,0 1 0,0 1 1,2 2-22,-18-10 6,0-1 0,0 1 0,0 0 0,0 0 0,-1 0 0,0 0 0,0 0 0,0 0 0,0 1 1,0-1-1,-1 1 0,0-1 0,0 1 0,0 0 0,0-1 0,-1 1 0,0 0 0,0 0 0,0-1 0,-1 1 1,1 0-1,-1-1 0,0 1 0,-1-1 0,1 1 0,-1-1 0,0 1 0,0-1 0,0 0 0,-1 0 1,1 0-1,-1 0 0,0 0 0,0-1 0,-1 2-6,-30 25-237,0-2 0,-2-1 0,-1-1-1,0-3 1,-26 12 237,52-30-1591,9-5-1721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0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29574,'0'0'763,"0"0"-393,0 0 66,0 0 22,20 8-111,130 50-55,-112-49-268,-27-7-19,0 0 0,1 0 0,-1 1 0,-1 1-1,1 0 1,0 0 0,-1 1 0,0 0 0,0 1-1,0 0 1,-1 0 0,0 1 0,7 8-5,-14-9 0,-1 1 1,1-1 0,-2 1-1,1 0 1,-1 0-1,0 0 1,0-1-1,0 1 1,-1 0 0,0 0-1,-1-1 1,0 1-1,0-1 1,0 1-1,0-1 1,-1 0 0,0 0-1,-1 0 1,1 0-1,-1 0 1,0-1-1,-1 0 1,1 0 0,-1 0-1,0 0 1,0-1-1,-1 0 1,1 0 0,-1 0-1,-1 0 0,-2 5-8,-71 61-219,-60 70-2868,133-126-458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0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18572,'0'0'9699,"0"0"-7469,0 0-2063,21 11-46,69 36 166,-78-41-269,0 1 1,-1 0 0,0 0-1,-1 2 1,0-1-1,0 1 1,0 0-1,-1 1 1,-1 0-1,0 1 1,0-1-1,-1 2 1,0-1-1,-1 1 1,0 0-1,-1 0 1,-1 0-1,0 1 1,0 0-1,-1 0 1,-1 0-1,0 0 1,-1 0 0,0 0-1,-1 1 1,-1-1-1,0 2-18,-3-1-76,-1 0 0,0 0 0,-1-1 1,0 0-1,-1 0 0,-1-1 0,0 0 0,-1 0 0,0-1 0,0 0 0,-1 0 1,-1-1-1,0-1 0,0 0 0,-6 3 76,-2 5-160,33-16 317,8-4-144,0 0 1,0-1-1,0-1 1,-1-1-1,0-1 1,0-1 0,0-1-1,-1 0 1,1-3-14,17-5-114,174-84-1385,-120 55-719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0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15315,'0'0'14723,"0"0"-14226,0 0-313,0 0 112,0 0 72,0 0-152,0 0-216,138 103-112,-112-61-1113,-8-7-7120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1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1 30094,'0'0'1489,"0"0"-1441,0 0 0,0 0 320,0 0 32,-53 107-400,37-57-128,2-8-712,2-5-2193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11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83 26046,'0'0'2453,"0"0"-1707,0 0-405,0 0 158,0 0 141,0 0-262,-12-14-150,-41-41-79,51 53-145,0 1 0,0-1-1,0 1 1,0 0 0,-1 0 0,1 0 0,-1 0-1,1 0 1,0 0 0,-1 1 0,0-1 0,1 1 0,-1 0-1,1-1 1,-1 1 0,1 0 0,-1 1 0,0-1-1,1 0 1,-1 1 0,1-1 0,-1 1 0,1 0-1,0 0 1,-1 0 0,1 0 0,0 0 0,-1 1-1,1-1 1,-1 2-4,2-2 2,-18 12 2,2 1-1,0 1 0,1 1 1,1 0-1,0 2 1,1-1-1,1 1 1,0 1-1,2 1 1,0 0-1,1 0 0,1 1-3,-2 5 1,1 0-1,1 1 0,1 0 0,1 0 0,2 1 0,0 0 0,2 0 0,1 0 1,2 0-1,1 0 0,2 14 0,-3-33-21,1 0 0,1-1 0,0 1 0,0 0 0,0-1 0,1 0 0,0 0 0,1 1 0,0-2 0,0 1 0,1 0 0,0-1 0,0 0 0,0 0 0,1-1 0,0 1 0,1-1 0,-1 0 0,1-1 0,0 0 0,1 0 0,-1 0 0,1-1 0,0 0 0,0-1 0,0 0 0,1 0 0,-1-1 0,1 1 0,3-1 21,4-2-241,1 0 0,-1-1-1,0-1 1,0-1-1,-1 0 1,1-1 0,0-1-1,-1 0 1,0-1-1,3-2 242,58-35-3030</inkml:trace>
  <inkml:trace contextRef="#ctx0" brushRef="#br0" timeOffset="187.925">624 222 30382,'0'0'713,"0"0"-561,0 0-104,0 0-16,0 0-32,145 10 0,-115 7-656,-9-1-1305</inkml:trace>
  <inkml:trace contextRef="#ctx0" brushRef="#br0" timeOffset="437.104">561 518 29974,'0'0'1201,"0"0"-1161,0 0-8,0 0 80,0 0 32,0 0-120,143-6-24,-71-12-248,-12 1-1329,-12-2-4152</inkml:trace>
  <inkml:trace contextRef="#ctx0" brushRef="#br0" timeOffset="720.344">1137 116 30711,'0'0'1104,"0"0"-1008,0 0 192,0 0 280,0 181-568,7-61 0,19 37 0,-1-18 0,-13-25-920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6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28790,'0'0'1633,"0"0"-1433,0 0-184,0 0-16,0 0 32,0 0-32,0 0 0,69 48 0,-57-25-297,-3-1-631,-9 1-4697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6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0 251 27286,'0'0'1212,"0"0"-716,0 0-264,0 0 36,0 0-5,0 0 122,18-7-55,119-63-67,-122 60-263,23-18-40,2 1 0,0 2 0,2 2 0,1 2 0,32-11 40,-25 25-509,-37 42 173,-16 3 334,-2-1 0,-1 0-1,-2-1 1,-2 0-1,-1 0 1,-1-1 0,-3 0-1,-11 19 3,20-39 1,-231 479-552,218-458-1683,7-17-2312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7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25982,'0'0'3696,"18"119"-3080,-2-39-271,5 12-57,5-7-96,-1-13-120,9-12-72,-6-18-24,2-19-432,-5-23-409,-13-23-1079,-3-14-1761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7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1 28430,'0'0'1066,"0"0"-592,-13 21-200,-80 145 295,76-134-525,1 1 0,2 0-1,0 1 1,3 1 0,1 0 0,1 0-1,2 1 1,2 0 0,1 0 0,2 17-44,4-46 0,1-1 1,-1 0 0,2-1 0,-1 1 0,1 0-1,0-1 1,0 0 0,0 0 0,1 0 0,-1 0-1,1-1 1,1 0 0,-1 0 0,0 0 0,1-1-1,0 0 1,0 0 0,0 0 0,0-1-1,0 1 1,1-1 0,-1-1 0,0 0 0,1 0-1,0 0 1,-1 0 0,1-1 0,-1 0 0,1-1-1,0 1 1,-1-1 0,4-2-1,3 2-101,-1-1 0,-1-1 0,1 0 0,0-1 0,-1 0 0,1 0 0,-1-2 0,0 1 0,-1-1 0,0-1 0,0 0 0,0 0 1,-1-1-1,0 0 0,0-1 0,-1 0 0,1-1 101,37-40-2522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7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29782,'0'0'1265,"16"168"-993,30-4-8,12 31 240,9 10-136,-1-10-224,-6-27-104,-4-13-40,-15-34-168,-13-36-224,-12-36 0,-14-26-72,-2-10-777,0-13-831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7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28798,'0'0'1761,"0"0"-1217,124 73-272,-64-44-64,2 0-72,-2-2-136,12 4-88,-15-4-696,-20-4-1961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8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1056 3037 29630,'0'0'862,"0"0"-569,0 0-167,20 3 92,225 24 500,-172-32-635,1-4 1,-1-3 0,-1-3-1,-1-3 1,0-4 0,-1-2-1,-2-4 1,-1-2 0,-1-3-1,-1-3 1,55-42-84,-84 58 0,0-2 0,-2-1 0,0-2 0,-2-1 0,-1-2 0,-1-1 0,-1-1 0,-2-2 0,-1 0 0,-1-2 0,-2-1 0,1-4 0,3-27 0,-2 0 0,-4-2 0,-2 0 0,-4-1 0,-2-1 0,-3-1 0,-4 1 0,-3-1 0,-2 0 0,-4 0 0,-3 0 0,-3 1 0,-3 0 0,-3 1 0,-3 0 0,-3 1 0,-3 1 0,-3 2 0,-3 0 0,-15-21 0,8 15-20,-3 3-1,-4 1 1,-2 2-1,-2 2 1,-4 2 0,-2 3-1,-2 2 1,-3 2 0,-2 3-1,-3 3 1,-1 3-1,-2 2 1,-3 4 0,-69-30 20,104 56-6,1 1-1,-2 2 1,0 2 0,0 1 0,0 1 0,-1 2 0,1 2 0,-1 1 0,0 2 0,1 2 0,-1 1 0,1 2 0,0 1 0,0 2 0,1 1 0,0 2-1,1 2 1,0 1 0,1 1 0,-15 11 6,-7 11-12,2 1 0,1 3-1,2 3 1,2 1 0,2 3 0,3 1-1,1 3 1,3 1 0,2 1 0,-13 32 12,-3 14-17,5 2 0,4 3 0,5 0 0,5 3 1,-16 90 16,22-67 0,6 1 0,5 1 0,6 1 1,6 0-1,12 124 0,-4-213 3,3-1-1,1 0 1,2-1 0,2 1 0,2-2-1,1 0 1,3 0 0,1-2-1,3 0 1,1-1 0,1-2 0,3 0-1,1-1 1,1-2 0,3-1 0,0-1-1,2-2 1,1-1 0,2-1 0,4 0-3,18 0-48,2-2 0,0-3 0,2-2 0,1-3 0,0-3 1,1-2-1,0-4 0,1-2 0,0-3 0,1-3 0,-1-3 1,0-2-1,0-4 0,0-2 0,17-7 48,66-21-1008,-36-5-1046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48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83 31991,'0'0'440,"0"0"-440,0 0-88,0 0 88,0 0 40,0 0-24,0 0-16,-30-73-48,30 65-64,0 6 8,0 2 40,0 0 24,0 2-96,0 19-272,5-3-1065,-5-3-7953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7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22341,'0'0'1408,"0"0"-496,0 0-520,0 0-248,0 0-144,0 0-120,39 41-2920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7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50 23645,'44'-40'2550,"-35"31"3478,-44 112-5496,-133 285-519,62-152-14,-46 164 1,145-382 0,1 0 0,1 0 0,0 0 0,2 1 0,0 0 0,1 0 0,1 0 0,0 0 0,2 9 0,63-18 0,-40-12 0,0-1 0,0-2 0,0 0 0,0-2 0,-1-1 0,0 0 0,6-5 0,40-12 0,503-162 0,-570 186 0,5 0 0,1-1 0,-1 0 0,0-1 0,1 1 0,-1-1 0,0-1 0,-1 1 0,1-1 0,-1-1 0,1 1 0,-1-1 0,-1 0 0,1 0 0,-1-1 0,1 1 0,-2-1 0,1-1 0,-1 1 0,0 0 0,0-1 0,0 0 0,-1 0 0,0 0 0,-1 0 0,0-1 0,1-5 0,-5-2 0,-2 1 0,0 0 0,0 0 0,-2 1 0,1 0 0,-2 0 0,0 0 0,0 0 0,-1 1 0,-1 0 0,0 1 0,0 0 0,-1 0 0,-1 1 0,0 1 0,0 0 0,-1 0 0,-1 0 0,-7-9 0,-42-35-119,-1 3-1,-3 3 1,-1 2 0,-3 4-1,-1 2 1,-62-22 119,70 41-1885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8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1 186 30398,'0'0'926,"0"0"-654,0 0-161,19-7 47,273-133 148,-280 134-306,-1 0 0,1 1 1,0 0-1,0 1 0,0 1 1,0 0-1,1 1 0,-1 0 1,1 0-1,-1 2 0,1 0 1,0 0-1,1 1 0,-11 2 6,0 0 0,-1 0 0,1 0 1,-1 0-1,0 1 0,0-1 0,0 1 1,0 0-1,0-1 0,-1 1 0,0 0 0,0 0 1,0 0-1,0 0 0,-1 0 0,1 0 0,-1 0 1,0 0-1,0 0 0,-1 0 0,1 0 0,-1 0 1,-1 4-7,2 8 40,-5 34-110,-1 0 1,-3-1-1,-2 0 1,-2-1-1,-2 0 1,-2-1-1,-3 0 1,-1-2-1,-2-1 1,-8 10 69,16-32-1369,5-19-1031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8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 30791,'0'0'693,"0"0"-430,0 0-118,21-11 6,147-77-7,-168 88-144,17-11 1,0 0 1,1 1 0,0 1-1,0 1 1,1 0-1,0 2 1,0 0-1,1 1 1,-1 1-1,1 1 1,0 0-1,0 2 1,5 0-2,-20 5 1,0-1 0,-1 1 0,1 0 0,-1 0 0,0 1-1,0-1 1,-1 1 0,1 0 0,-1 0 0,0 0 0,-1 0 0,1 0 0,-1 1 0,0-1 0,0 1 0,-1 0 0,1-1 0,-1 1 0,-1 0-1,1 0 1,-1 0 0,0 0 0,0 0 0,-1-1 0,1 1 0,-1 0 0,-1 0 0,1-1 0,-1 2-1,1 5 4,-7 67-33,-4-1 1,-3 0-1,-4-1 1,-3-1 27,-12 53-562,21-79-737,1-20-1170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9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30398,'0'0'702,"0"0"-382,20 0-45,156 0 341,-169 1-616,-1-1 1,1 1-1,0 1 0,-1-1 1,1 1-1,-1 0 1,1 1-1,-1-1 0,0 1 1,0 0-1,0 1 1,0 0-1,-1 0 0,1 0 1,-1 0-1,0 1 1,0 0-1,-1 0 0,0 0 1,1 1-1,-2-1 1,1 1-1,-1 0 0,0 0 1,0 0-1,0 1 1,-1-1-1,0 1 0,0 2 0,19 202-266,-21-203 269,-24 192 224,13-131 142,37-70-284,66-118-58,-41 39-490,-4-3 0,-3-1-1,24-72 464,-36 77-2547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1:59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0 921 30350,'0'0'769,"0"0"-585,0 0 152,217-139 256,-86 27-144,37-29-360,3-2-88,-22 25 0,-40 37 0,-38 35 0,5-10-312,-14 11-816,-9 5-1753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29:45.41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5861 8613 28294,'0'0'635,"20"-23"-208,-19 22-423,21-22 86,-2-2 0,0 0 0,-2-1 0,-1-1 0,-1 0 0,-1-1 0,9-28-90,-9 15 105,-2-1-1,-2 0 0,-2 0 1,-2-1-1,-2 0 1,-1-1-1,-3 1 0,-1-1 1,-2 1-1,-2 0 0,-2-1 1,-11-37-105,8 61 55,-1 0 1,-1 0 0,-1 1-1,-1 1 1,0 0 0,-1 0-1,-1 2 1,-1-1 0,0 2-1,-1 0 1,-1 2 0,0-1-1,-1 2 1,0 1 0,-1 0-1,0 1 1,-1 1 0,0 2-1,0-1 1,-1 2 0,0 1-1,0 1 1,0 1 0,0 1-1,-1 0 1,1 2 0,-10 1-56,18-1 1,-1 1 0,0 0 0,0 0 0,1 2 0,-1 0 0,1 0 0,0 1 0,0 1 0,0 1 0,1 0 0,0 0 0,0 1 0,0 1 0,1 0 0,0 1 0,1 1 0,0-1 0,0 2 0,1-1 0,0 1 0,1 1-1,-9 13 0,2 1 0,1 1 0,0 1 0,2 0 0,2 0 0,0 1 0,2 1 0,1-1 0,1 1 0,2 1 0,1-1 0,2 1 0,0 0 0,4 29 0,-2-35 0,1 0 0,1 0 0,2 0 0,0-1 0,2 1 0,0-1 0,2 0 0,0 0 0,2-1 0,1-1 0,0 1 0,2-2 0,1 2 0,32 34 0,2-2 0,3-2 0,1-2 0,3-3 0,2-2 0,42 25 0,-58-41 0,114 85 0,14 8 0,-5 7 0,116 122 0,-246-218 0,-2 2 0,-1 1 0,-2 1 0,-2 2 0,-1 0 0,-2 2 0,-2 1 0,-2 0 0,-1 2 0,-3 0 0,-2 1 0,2 17 0,-7-17 0,-1 1 0,-3 0 0,-2 0 0,-2 1 0,-3-1 0,-1 0 0,-2 1 0,-2-2 0,-3 1 0,-1-1 0,-16 39 0,8-35 0,-2-1 0,-2-1 0,-2-1 0,-3-2 0,-1 0 0,-2-2 0,-2-1 0,-2-2 0,-2-1 0,-1-2 0,-2-2 0,-1-1 0,-2-3 0,-26 15 0,50-36 0,0-1 0,-1 0 0,0-2 0,0 0 0,-1-2 0,0 0 0,0-1 0,-1-1 0,1-1 0,-1-1 0,1 0 0,-20-4 0,29 2 0,0-1 0,0 0 0,1-1 0,-1 0 0,1-1 0,0 0 0,0-1 0,0 0 0,1 0 0,-1-2 0,1 1 0,1-1 0,-1 0 0,1-1 0,1 0 0,-1-1 0,2 0 0,-1 0 0,1-1 0,0 1 0,1-2 0,0 1 0,1-1 0,0 0 0,-1-4 0,-5-16 0,2-2 0,1 1 0,1-2 0,2 1 0,1 0 0,2-1 0,1 1 0,3-24 0,2-1 0,3-1 0,3 1 0,2 0 0,2 1 0,3 1 0,3 1 0,17-36 0,109-206 0,175-263 0,293-417-452,-541 848-924,-28 40-1837</inkml:trace>
  <inkml:trace contextRef="#ctx0" brushRef="#br1" timeOffset="96004.453">643 542 29566,'0'0'1138,"0"0"-682,0 0-205,0 0 53,0 0-59,10 2-115,59 6 61,1-3 0,0-4 0,40-4-191,-45 2 21,57-1-2,-120 3-18,-1 1 0,1-1-1,-1 1 1,1 0 0,-1 0 0,0 0 0,0-1-1,0 1 1,0 0 0,0 0 0,0 0-1,0 1 1,0-1 0,-1 0 0,1 0 0,-1 0-1,0 0 1,0 1 0,0-1 0,0 0 0,0 0-1,0 0 1,0 1 0,-1-1 0,1 0-1,-1 0 1,0 0 0,1 0 0,-1 0 0,0 0-1,0 0 1,0 0 0,-1 0 0,1 0 0,0 0-1,-1-1 1,1 1 0,-1-1 0,0 2-1,-208 300-351,177-260 166,-25 30-273,74-72-283,177-92 845,-192 91-119,0 0 1,0 0 0,-1 1-1,1-1 1,0 0-1,0 1 1,0-1 0,0 1-1,-1-1 1,1 1 0,0-1-1,0 1 1,-1 0-1,1-1 1,0 1 0,-1 0-1,1 0 1,-1-1 0,1 1-1,-1 0 1,1 0-1,-1 0 1,0 0 0,1 0-1,-1 0 1,0-1 0,0 1-1,1 0 1,-1 0 0,0 0-1,0 0 1,0 0-1,0 0 1,0 0 0,-1 0-1,1 0 1,0 0 0,0 0-1,-1 0 1,1 0-1,0-1 1,-1 1 0,1 0-1,-1 0 1,1 0 0,-1-1-1,1 1 1,-1 0-1,0 0 1,1-1 0,-1 1-1,0-1 1,0 1 0,1 0-1,-1-1 1,0 0 0,0 1-1,0-1 1,0 1-1,0-1 1,0 0 0,1 0-1,-1 1 1,0-1 0,-1 0 14,1 2-29,-257 277-1046,191-213 1180,-300 320 1373,341-349-1209,27-37-265,-1 0 0,1-1 0,-1 1 0,0 0 0,1 0 0,-1 0 0,1 0 0,-1 0 0,0 0 0,1 0-1,-1 0 1,1 0 0,-1 0 0,1 0 0,-1 0 0,1 0 0,-1 0 0,0 0 0,1 0 0,-1 0 0,1 0 0,-1 1 0,0-1 0,1 0 0,-1 0-1,1 1 1,-1-1 0,0 0 0,1 0 0,-1 1 0,0-1 0,0 0 0,1 1 0,-1-1 0,0 0 0,0 1 0,1-1 0,-1 1 0,0-1-1,0 0 1,0 1 0,0-1 0,0 1 0,1-1 0,-1 1 0,0-1 0,0 0 0,0 1 0,0-1 0,0 1 0,0-1 0,0 1 0,-1-1-1,1 0 1,0 1 0,0 0-4,150-92 208,-88 46-127,112-79 146,6 7 0,163-78-227,-328 187 5,1-1 0,0 2 0,1 0 0,0 1 0,0 1-1,0 0 1,1 2 0,-1 0 0,1 0 0,0 2 0,-1 0 0,14 2-5,-29 0 1,-1-1 1,0 1-1,0 0 1,0 0-1,0 0 0,0 0 1,0 0-1,0 0 1,0 0-1,0 0 1,-1 0-1,1 0 0,0 0 1,-1 1-1,1-1 1,-1 0-1,1 0 1,-1 1-1,1-1 0,-1 0 1,0 1-1,0-1 1,0 0-1,0 1 1,0-1-1,0 1 1,0-1-1,0 0 0,0 1 1,-1-1-1,1 0 1,-1 1-1,0 0-1,1 3 10,-3 11 0,-1-1 0,-1 1 0,0-1 0,-1 0 0,-1-1 0,0 0 0,-1 0 0,0 0 0,-1-1 0,-2 2-10,-5 9-6,-178 220-1381,133-186-886</inkml:trace>
  <inkml:trace contextRef="#ctx0" brushRef="#br1" timeOffset="96272.254">1097 1601 26934,'0'120'2880,"0"15"-2271,0 14-57,2-35-48,5-35-112,2-19-240,3-12-152,-1-5-32,3-9-296,2-34-232,-7-31-1049,-4-25-975</inkml:trace>
  <inkml:trace contextRef="#ctx0" brushRef="#br1" timeOffset="96551.489">1680 423 28350,'20'-9'880,"22"-10"-393,1 1 0,2 2 0,-1 2-1,2 1 1,41-4-487,-85 17 17,2-2-4,0 1-1,0 0 1,0 0-1,0 0 1,0 0-1,0 1 1,0-1-1,0 1 1,0 0-1,0 0 1,0 1-1,0-1 1,0 1-1,0 0 1,-1 0-1,1 0 0,0 1 1,0-1-1,-1 1 1,1 0-1,-1 0 1,1 0-1,-1 0 1,0 1-1,0-1 1,0 1-1,0 0 1,0 0-1,-1 0 1,1 0-1,-1 1 1,0-1-1,0 1 0,0-1 1,0 1-1,-1 0 1,1 0-13,-2 7 18,-1 0 0,0 1 0,-1-1 0,0 0 0,0 0 0,-1-1 0,-1 1 0,0-1 0,0 1 0,-1-1 0,-1 0 0,1-1 0,-1 1 0,-1-1 0,0 0 0,0-1 0,-1 0 0,0 0 0,-5 4-18,2-1 5,-71 82-163,-5-5 1,-61 46 157,140-127-47,1 0-34,0 0-1,0-1 1,0 0-1,-1 0 1,0-1-1,0 0 1,-1 0 0,0-1-1,1 0 1,-1-1-1,0 0 1,-1 0-1,-7 1 82,14-6-115,1 0-1,-1 0 0,1 0 1,0-1-1,0 1 1,-1 0-1,1-1 0,1 0 1,-1 1-1,0-1 1,1 0-1,-1 0 0,1 0 1,0 0-1,0 0 1,0 0-1,0-1 0,1 1 1,-1 0-1,1 0 0,0-1 1,0 1-1,0 0 1,1 0-1,-1-1 0,1 1 1,-1 0 115,0-5-654,-1-65-6012</inkml:trace>
  <inkml:trace contextRef="#ctx0" brushRef="#br1" timeOffset="96830.279">1767 716 27134,'0'0'2192,"14"168"-1272,-14-27-231,0 16-161,0-5-152,-2-36-216,2-40-160,0-26-8,0-21-392,0-12-360,7-19-641,2-21-503,-2-19-2169</inkml:trace>
  <inkml:trace contextRef="#ctx0" brushRef="#br1" timeOffset="96831.279">1843 1205 21589,'10'-19'3655,"7"-13"-2989,1 0-1,1 2 0,2 0 1,1 1-1,2 2 1,14-14-666,-21 27 155,-1 2 0,2 0 0,-1 1-1,1 1 1,1 1 0,0 0 0,0 1 0,1 1 0,0 1 0,0 1-1,1 1 1,-1 1 0,1 0 0,0 2 0,0 0 0,6 1-155,-21 0 26,1 0 0,-1 0 0,0 0-1,1 1 1,-1 0 0,0 0 0,1 1 0,-1-1 0,0 2 0,0-1 0,0 0 0,0 1 0,-1 0 0,1 1 0,-1-1 0,0 1 0,0 0-1,0 0 1,0 1 0,-1-1 0,1 1 0,-1 0 0,0 0 0,-1 0 0,0 1 0,1 0 0,-2-1 0,1 1 0,-1 0 0,0 0 0,0 0-1,0 1 1,-1-1 0,1 7-26,-1-2-14,0-6-15,0-1 0,0 1 0,0 0 1,0 0-1,-1-1 0,0 1 0,0 0 0,0 0 1,0 0-1,-1-1 0,0 1 0,0 0 0,0-1 0,0 1 1,-1-1-1,0 1 0,0-1 0,0 0 0,-1 1 1,1-1-1,-1 0 0,0-1 0,0 1 0,0 0 0,-3 1 29,3-5-233,-1-1-1,0 1 0,0-1 0,1 0 1,-1 0-1,1 0 0,-1 0 0,1 0 1,-1-1-1,1 0 0,0 0 0,0 0 1,0 0-1,0 0 0,0 0 0,0-1 1,0 1-1,1-1 0,-1 0 0,1 0 1,0 0-1,0 0 0,0 0 0,0-1 0,0 0 234,2 3-107,-26-38-8463</inkml:trace>
  <inkml:trace contextRef="#ctx0" brushRef="#br1" timeOffset="97114.117">2302 921 8498,'0'0'17011,"0"0"-14330,0 0-1985,0 0 208,-37 139-151,16-62-265,-7 26-216,-15 30-96,-8 27-112,3 1-32,13-30-32,12-44-248,16-48-889,5-34-2807</inkml:trace>
  <inkml:trace contextRef="#ctx0" brushRef="#br1" timeOffset="97115.117">2318 1319 29934,'0'0'873,"0"0"-105,0 0-120,159 110-104,-99-62-544,2-1 0,-2-7 0,20-11 0,-13-13 0,-18-5-2112</inkml:trace>
  <inkml:trace contextRef="#ctx0" brushRef="#br1" timeOffset="97734.92">1170 3500 17420,'0'0'10443,"0"0"-7793,0 0-2271,0 0-79,0 0 79,22-9 34,156-55 47,-157 57-446,0 2 0,0 1 0,0 0 0,1 1 0,0 2 0,0 0 0,-1 1 1,1 2-1,0 0 0,-1 1 0,1 1 0,-1 1 0,0 1 0,-1 1 0,1 0 0,-1 2 0,-1 1 0,1 0 0,-2 1 0,0 1 0,0 1 0,-1 0 0,15 16-14,-18-13-67,-1 0-1,-2 1 1,1 0 0,-2 1-1,0 0 1,-1 1 0,-1 0 0,-1 0-1,-1 1 1,0 0 0,-2 0-1,0 0 1,-1 0 0,-1 1-1,-1 9 68,-3-23-990,-8-6-1099</inkml:trace>
  <inkml:trace contextRef="#ctx0" brushRef="#br1" timeOffset="97987.663">1926 3108 28886,'0'0'1456,"0"0"-1039,0 0 71,-71 177-104,29-74-232,-18 55-152,14-21-120,-4-9-1681</inkml:trace>
  <inkml:trace contextRef="#ctx0" brushRef="#br1" timeOffset="99211.404">830 4885 30046,'0'0'770,"0"0"-433,0 0-167,0 0 84,0 0 113,24-11-56,149-73-46,-58 49-203,-112 36-63,1 0 0,-1 0 1,0 1-1,0 0 0,0-1 0,0 1 1,0 1-1,0-1 0,-1 0 1,1 1-1,-1-1 0,1 1 0,-1-1 1,0 1-1,0 0 0,0 0 1,-1 0-1,1 1 0,-1-1 1,1 0-1,-1 0 0,0 1 0,0-1 1,-1 1-1,1-1 0,-1 1 1,0-1-1,0 1 0,0-1 0,0 1 1,0-1-1,-1 1 0,0 0 1,2 4 1,5 526-613,-7-532 610,1-1 1,0 1-1,-1-1 1,1 1-1,0-1 1,0 1-1,0-1 0,0 1 1,1 0-1,-1-1 1,0 1-1,1-1 1,-1 1-1,1-1 1,-1 1-1,1-1 0,0 0 1,-1 1-1,1-1 1,0 0-1,0 1 1,0-1-1,0 0 1,0 0-1,0 0 1,1 0-1,-1 0 0,0 0 1,0 0-1,1 0 1,-1-1-1,0 1 1,1 0-1,-1-1 1,1 1-1,-1-1 0,1 0 1,-1 1-1,1-1 1,0 0-1,-1 0 1,1 0-1,-1 0 1,1 0-1,-1 0 0,1-1 1,-1 1-1,1 0 1,0-1 1,10-4-2,-1 0 1,0-1 0,-1 0-1,1 0 1,-1-1 0,-1-1-1,1 0 1,-1 0 0,0-1-1,-1 0 1,0 0-1,-1-1 1,0 0 0,0 0-1,-1-1 1,0 0 0,-1 0-1,3-9 2,-6 17-1,106-257-541,-62 78-3038,-28 81-3947</inkml:trace>
  <inkml:trace contextRef="#ctx0" brushRef="#br1" timeOffset="99459.237">1557 4454 28166,'0'0'1080,"0"0"-384,0 0-47,143 0-113,-80 4-112,3 6-152,1 9-96,5 8-96,-10 6-56,-7 9 0,-11-1-24,-12 1-8,-11-5-152,-7-10-152,-10-11-240,-4-9-1305</inkml:trace>
  <inkml:trace contextRef="#ctx0" brushRef="#br1" timeOffset="99696.427">2205 4274 28910,'0'0'2073,"0"0"-1673,0 0 32,0 0 8,0 0-168,0 0-160,-125 159-96,79-70 0,-11 32-16,8-7 0,-4 16-144,17-34-624,15-40-2457</inkml:trace>
  <inkml:trace contextRef="#ctx0" brushRef="#br1" timeOffset="100366.628">1219 6276 29374,'0'0'1641,"0"0"-1449,0 0-112,0 0 328,0 0-48,122-29-104,-69-4-112,7-10-64,2-5-48,5-2-32,-3 0-96,19-14-416,-18 12-856,-17 11-2537</inkml:trace>
  <inkml:trace contextRef="#ctx0" brushRef="#br1" timeOffset="100644.811">1945 5565 30639,'0'0'664,"0"0"-496,0 0-48,0 0 208,0 0-64,117 125-112,-94-86-56,-7 5-48,-4 3-16,-10 5-16,-2 6-16,-2 4-128,-21 0-224,-19 15-152,5-15-665,-2-16-1223</inkml:trace>
  <inkml:trace contextRef="#ctx0" brushRef="#br1" timeOffset="100960.021">2382 5339 29710,'0'0'883,"0"0"-279,0 0-72,0 0-27,0 0-172,-20 22-162,-64 74-142,26 17-29,52-94 0,-2 4 0,1 1 0,2-1 0,0 1 0,1 0 0,2 0 0,0 1 0,1-1 0,2 0 0,1 0 0,0 0 0,2 0 0,1 0 0,0 0 0,5 9 0,-3-21 0,1-1 0,0 0 0,0-1 0,1 0 0,0 0 0,1-1 0,0 0 0,0 0 0,1-1 0,0-1 0,0 0 0,1 0 0,0-1 0,0-1 0,1 0 0,0 0 0,-1-1 0,1-1 0,1 0 0,-1-1 0,0-1 0,1 0 0,-1 0 0,9-2 0,-10 1-92,0-1 0,0 0 0,0 0 1,0-2-1,0 1 0,0-1 0,-1-1 0,0 0 0,0-1 0,0 0 1,0-1-1,-1 0 0,0 0 0,0-1 0,0 0 0,-1-1 0,5-6 92,29-31-1823</inkml:trace>
  <inkml:trace contextRef="#ctx0" brushRef="#br1" timeOffset="101808.735">60 3297 24933,'0'0'1225,"0"0"-480,0 0-239,0 0-97,0 0-200,0 0-129,-4-2-62,-22-23-378,26 25 423,-1 0 1,0 0 0,0-1 0,0 1-1,0 0 1,0 0 0,0 0-1,0 0 1,0 0 0,0 0 0,0 0-1,0 1 1,0-1 0,0 0-1,0 0 1,0 1 0,1-1 0,-1 1-1,0-1 1,0 1 0,0-1 0,1 1-1,-1-1 1,0 1 0,0 0-1,1-1 1,-1 1 0,0 0 0,1 0-1,-1-1 1,1 1 0,-1 0 0,1 0-1,0 0 1,-1 0 0,1 0-1,0 0 1,-1 0 0,1 0 0,0-1-1,0 1 1,0 0 0,0 0 0,0 0-1,0 0 1,0 0 0,0 0-1,1 0 1,-1 0 0,0 0 0,0 0-1,1 0 1,-1 0 0,1 0 0,-1-1-1,1 1 1,-1 0 0,1 0-1,-1 0 1,1-1-64,-1 3-128,21 363 448,16-2 0,16-1 0,92 326-320,-100-482 90,31 164 15,2 143-105,-33-156-201,-45-357 153,0 0 0,0 0 1,0 1-1,0-1 1,0 0-1,0 0 1,0 1-1,0-1 0,1 0 1,-1 0-1,1 0 1,-1 1-1,1-1 0,-1 0 1,1 0-1,-1 0 1,1 0-1,0 0 0,0 0 1,-1 0-1,1 0 1,0 0-1,0-1 1,0 1-1,0 0 0,0 0 1,0-1-1,0 1 1,1-1-1,-1 1 0,0-1 1,0 1-1,0-1 1,1 0-1,-1 0 1,0 1-1,0-1 0,1 0 1,-1 0-1,0 0 1,0 0-1,0-1 0,1 1 1,-1 0-1,0 0 1,0-1-1,1 1 48,10-16-2699</inkml:trace>
  <inkml:trace contextRef="#ctx0" brushRef="#br1" timeOffset="102340.833">498 2783 26510,'0'0'1319,"0"0"-375,24-14-193,273-163 704,-199 120-1372,2 5 0,3 5 1,1 4-1,3 5 0,1 4 1,1 5-1,1 5 0,43-2-83,98 0-113,152-22 275,-141-11-3037,-211 42-3571</inkml:trace>
  <inkml:trace contextRef="#ctx0" brushRef="#br1" timeOffset="102669.186">2698 2302 27206,'0'0'1412,"-4"20"-768,-6 52-83,4 1-1,2-1 1,5 48-561,22 73 210,9-1-1,8-2 1,8-2-1,55 133-209,-16-39 106,-9 11 117,-12 4 0,25 285-223,-26-18 176,-63-444-539,-47-109-2334,8-10-2988</inkml:trace>
  <inkml:trace contextRef="#ctx0" brushRef="#br1" timeOffset="103041.751">924 6898 29894,'0'0'835,"0"0"-471,0 0-100,28 11 102,-8-2-302,0-1 0,0-2 1,1 0-1,0-1 1,1-1-1,-1-1 0,1-1 1,-1 0-1,1-2 0,0-1 1,-1 0-1,15-4-64,97-29 68,-3-5 0,-1-6 0,-3-6 0,10-10-68,1039-530 0,-871 467 0,-221 108-40,-68 17-413,-13 6-1054</inkml:trace>
  <inkml:trace contextRef="#ctx0" brushRef="#br1" timeOffset="120372.811">1449 6598 25085,'0'0'1379,"0"0"-616,0 0-472,2-6 137,6-18 846,-6 18-445,-2 6-473,0 0-98,0 0 50,0 0-18,0 0-88,0 0-89,-1 35 18,-62 258-111,35-5-71,30-286 46,1 1 0,0-1 0,0 1 0,0-1 0,0 0 0,0 0 0,0 0 0,1-1 0,-1 1 0,1-1-1,-1 0 1,1 0 0,-1 0 0,1 0 0,0 0 0,0-1 0,-1 0 0,1 0 0,0 0 0,-1 0 0,1 0 0,0-1 0,0 0 0,-1 0 0,1 0 0,0 0 5,14 0-10,213 0 10,-227 1 0,0 0 0,1 0 0,-1 0 0,0-1 0,0 1 0,0-1 0,0 0 0,0 0 0,0-1 0,0 1 1,0-1-1,-1 0 0,1 0 0,-1 0 0,1-1 0,-1 1 0,0-1 0,1 0 0,-2 0 0,1 0 0,0 0 0,0 0 0,-1-1 0,0 1 1,0-1-1,0 1 0,0-1 0,0 0 0,-1 0 0,0 0 0,0 0 0,0 0 0,0 0 0,0 0 0,-1 0 0,0-1 0,0 0 0,0-5 4,0-1-1,-1 0 0,0 0 0,0 1 0,-1-1 0,-1 1 0,0-1 0,-1 1 0,1 0 1,-2 0-1,0 1 0,-4-9-3,-235-262 10,237 263-1406,7 16-2171</inkml:trace>
  <inkml:trace contextRef="#ctx0" brushRef="#br0" timeOffset="141940.518">2790 1172 25149,'0'0'4059,"0"0"-2703,0 0-889,0 0-169,0 0-76,19-2 87,314 1 233,-314 3-530,0 0 0,0 2 0,0 0 1,-1 1-1,1 1 0,-1 1 0,-1 0 1,1 1-1,-1 1 0,-1 1 1,1 0-1,-2 2 0,1-1 0,-2 2 1,0 0-1,0 1 0,-1 0 0,-1 1 1,0 0-1,-1 1 0,-1 0 1,-1 1-1,0 0 0,-1 1 0,5 16-12,-3 14 4,-2 1-1,-2 0 1,-3 1-1,-2 0 0,-2-1 1,-2 1-1,-8 43-3,-98 296 27,107-385-28,0 0 1,0 0-1,0 0 1,1 0-1,-1 0 0,1 1 1,0-1-1,0 0 1,1 1-1,-1-1 0,1 1 1,0-1-1,0 1 1,1-1-1,-1 0 0,1 1 1,0-1-1,0 1 0,0-1 1,1 0-1,-1 0 1,1 0-1,0 0 0,0 0 1,1 0-1,-1-1 1,1 1-1,0-1 0,0 1 1,0-1-1,0 0 1,0 0-1,1 0 0,0-1 1,-1 1-1,1-1 1,0 0-1,0 0 0,0 0 1,0-1-1,1 1 1,-1-1-1,0 0 0,1 0 1,8 0-6,-1-1-1,1 0 1,-1 0-1,1-1 1,-1-1 0,0 0-1,0-1 1,0 0-1,0-1 1,0 0-1,-1-1 1,1 0-1,-1-1 1,0 0-1,-1-1 1,0 0 0,0-1-1,0 0 1,3-5 6,-38 45 25,0 0 1,2 1-1,2 1 1,1 1-1,2 1 1,-5 15-26,10-25 0,2 1 1,1 0-1,1 1 1,1 0-1,1 1 1,2-1-1,1 1 1,0 7-1,8 38 0,2-1 0,4 1 0,2-2 0,4 0 0,3 0 0,4-2 0,2 0 0,11 15 0,-29-66 0,58 154 0,52 141 0,39 186 0,-109-305 0,-8 3 0,-9 1 0,-9 1 0,-9 1 0,-9 0 0,-9 33 0,-3-141 0,-3-1 0,-4 0 0,-5-1 0,-3-1 0,-32 76 0,55-160-31,0 0 1,-1 0-1,0 0 1,0-1-1,0 1 0,-1 0 1,0-1-1,0 0 0,0 1 1,-1-1-1,0-1 1,1 1-1,-2 0 0,1-1 1,-1 0-1,1 0 0,-1 0 1,0-1-1,0 1 1,-1-1-1,1 0 0,-1-1 1,1 0-1,-1 1 0,0-2 1,0 1-1,-5 0 31,-29-1-1437</inkml:trace>
  <inkml:trace contextRef="#ctx0" brushRef="#br0" timeOffset="142335.442">4919 1184 29246,'0'0'1585,"0"0"-1385,0 0-96,0 0 136,124-2 24,-76-16-96,3-1-128,-2 4-40,3 15-256,-12 0-816,-15 13-1377</inkml:trace>
  <inkml:trace contextRef="#ctx0" brushRef="#br0" timeOffset="142581.219">4932 1750 30118,'0'0'817,"0"0"-561,0 0-64,0 0 368,0 0-8,155-97-280,-93 49-272,3 5 0,-6 9 0,-10 16 0,-8 18-344,-15 4-912,-15 17-1497</inkml:trace>
  <inkml:trace contextRef="#ctx0" brushRef="#br0" timeOffset="142766.177">4737 2356 30294,'0'0'1121,"0"0"-993,0 0 16,0 0 272,166-108-8,-86 52-152,12-6-256,10-3 0,4 1 0,32-15 0,-28 15-736,-20 8-2497</inkml:trace>
  <inkml:trace contextRef="#ctx0" brushRef="#br0" timeOffset="142981.703">6402 542 30703,'0'0'784,"0"0"-408,0 0 80,-179 132-16,86-12-432,-19 46-8,-4 13 0,31-24 0,25-30-224,33-55-776,10-35-1649</inkml:trace>
  <inkml:trace contextRef="#ctx0" brushRef="#br0" timeOffset="143144.45">6430 865 29998,'0'0'953,"0"0"-313,0 0-184,0 0-16,145 33-224,-115-18-152,-2 1-64,-10 1-328,1-3-784,-15-9-1817</inkml:trace>
  <inkml:trace contextRef="#ctx0" brushRef="#br0" timeOffset="143413.205">6476 1052 30519,'0'0'840,"0"0"-248,0 188-256,21-65-144,6 22-192,-4-21-576,-2-26-3049</inkml:trace>
  <inkml:trace contextRef="#ctx0" brushRef="#br0" timeOffset="144066.055">5043 2679 30158,'0'0'781,"0"0"-509,23-6-167,325-117 470,633-219 293,-942 330-864,43-15-3,-2-3 1,0-4-1,19-14-1,-70 28 0,-2-1 0,0-1 0,-2-1 0,0-2 0,-1 0 0,-2-2 0,-1 0 0,-1-2 0,-1 0 0,-2-1 0,-1-1 0,-1 0 0,-1-1 0,-2-1 0,6-28 0,-5 21 0,-1-1 0,-2 0 0,-2-1 0,-2 0 0,-1 0 0,-2-1 0,-3 1 0,-1-1 0,-2 1 0,-1-1 0,-3 1 0,-8-28 0,-4 19 0,-1 0 1,-3 2-1,-2 1 1,-2 0-1,-1 2 0,-3 2 1,-2 0-1,-2 2 1,-1 2-1,-2 2 1,-23-17-1,-2 2-10,-2 3 0,-3 3 1,-1 4-1,-3 2 1,-1 3-1,-1 4 0,-25-6 10,27 14-45,-1 4 0,0 2 0,-2 4 0,0 3 0,-1 4 0,0 3 0,0 3 0,0 3 0,-18 5 45,54 1-5,0 2 0,0 1 0,1 2-1,0 1 1,1 3 0,0 1 0,1 1 0,1 3 0,1 0 0,1 3 0,1 0 0,1 3-1,1 0 1,1 2 0,1 1 0,2 2 0,1 0 0,-7 13 5,-9 20 4,2 1 0,3 1 1,3 3-1,3 1 0,3 1 0,3 1 0,4 1 1,2 1-1,4 1 0,3 0 0,4 1 1,1 46-5,5-52 18,3-1 0,3 1 1,3-1-1,2 0 0,4 0 1,3-1-1,3-1 1,3-1-1,2-1 0,4-1 1,2-1-1,3-2 1,3-1-1,33 42-18,-45-68-3,2-2 1,1-1-1,1-1 1,1-1 0,2-2-1,1-1 1,1-1-1,1-2 1,2-2-1,0-1 1,0-1-1,2-2 1,0-2-1,1-2 1,5 0 2,3-3-58,1-2-1,-1-3 1,1-2 0,0-1 0,0-3 0,-1-2 0,1-2 0,-1-2 0,25-7 58,131-54-3372,-103 16-5055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2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888 441 29574,'0'0'811,"0"0"-501,0 0-248,0 0 2,0 27 168,-14 218 274,-21-42-351,12-80 1,5 1 0,0 78-156,19-199 0,0 0 1,1 0-1,-1 0 1,1 0 0,-1 0-1,1-1 1,0 1 0,0 0-1,0-1 1,0 1 0,1-1-1,-1 0 1,1 0-1,-1 0 1,1 0 0,0 0-1,0-1 1,0 1 0,0-1-1,0 0 1,0 1 0,0-1-1,0-1 1,0 1-1,1 0 1,-1-1 0,0 0-1,0 0 1,1 0 0,-1 0-1,0 0 1,0-1 0,1 1-1,-1-1 1,0 0-1,0 0 1,0 0 0,0 0-1,0-1 1,0 1 0,0-1-1,0 0 1,-1 0 0,1 0-1,-1 0 1,1 0-1,16-13 8,-1 1 0,0-2 0,-1 0 0,-1-2 0,-1 1 0,0-2 0,-1 0 0,-1-1 0,4-10-8,15-21 0,-2-1 1,-3-1 0,-3-2-1,-1 0 1,-3-2 0,-3 0-1,-2-1 1,-2 0-1,-4-1 1,-1-1 0,-4 1-1,-2-1 1,-2-10-1,0 51-13,-1 0 1,0 1 0,-1-1-1,-1 1 1,-1 0-1,0 0 1,-1 0 0,-1 0-1,-1 1 1,-1 0-1,0 0 1,-1 1 0,-1 0-1,0 0 1,-1 1-1,-1 1 1,0 0 0,-1 0-1,-1 2 1,0-1-1,0 2 1,-1 0-1,-15-8 13,4 12 1,-1 2 0,1 1 0,-1 1-1,0 1 1,0 1 0,0 1-1,0 2 1,0 1 0,0 1-1,0 1 1,1 1 0,0 2 0,0 0-1,1 2 1,0 1 0,1 1-1,0 1 1,1 1 0,0 1-1,1 1 1,-16 15-1,-9 10 13,2 2 1,2 3-1,2 1 0,2 1 0,2 3 0,2 1 1,3 1-1,2 2 0,2 1 0,3 2 1,2 0-1,-9 43-13,20-55 17,2 0 1,2 1-1,2 0 0,3 0 1,1 23-18,0-58 1,2 0 0,-1 1 1,2-1-1,0 1 0,0-1 1,1 0-1,0 0 0,1 0 1,1 0-1,0 0 0,1 0 1,0-1-1,0 0 0,1 0 1,1 0-1,0-1 0,0 0 1,1 0-1,0-1 0,1 0 1,0 0-1,0-1 0,1-1 1,0 1-1,2 0-1,10 2-2,1-1 1,0-1-1,0-1 1,1 0 0,0-2-1,0-1 1,1-1-1,-1-1 1,1-1-1,3-2 2,14-1-43,0-2 0,-1-2 0,0-2 0,0-1 0,-1-2 0,0-2 0,-1-2 0,0-2 0,-2-1 0,24-15 43,-29 17-193,86-44-1290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2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30831,'0'0'1016,"0"0"-856,0 0-88,0 0-32,0 0-40,-7 118-1080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2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30607,'0'0'640,"0"0"-480,-26 214-96,10-53 272,2 26 40,3 8-128,2-11-144,2-26-72,2-40-32,3-41 0,2-42-152,0-29-160,9-35-272,9-20-777,5-22-1287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2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41 21341,'20'-5'6636,"263"-25"-3908,-234 26-2634,0 3-1,0 2 0,-1 1 1,1 3-1,-1 2 0,1 3 1,-2 1-1,0 2 0,0 3 1,-2 1-1,20 11-93,-52-18 30,1-1 0,-1 2 0,-1 0-1,0 0 1,0 1 0,-1 1 0,-1-1 0,0 2-1,-1 0 1,0 0 0,-1 0 0,-1 1 0,0 0-1,-1 1 1,0 0 0,2 15-30,4 27 96,-2 1-1,-2 0 1,-3 1-1,-3 3-95,0-24 16,10 301 144,-20 163-160,-16-255 0,-2-153 0,23-93-53,-1 1 1,1-1-1,0 0 0,-1 1 0,0-1 1,1-1-1,-1 1 0,0-1 0,0 1 1,0-1-1,0 0 0,0-1 1,0 1-1,0-1 0,0 1 0,0-1 1,0 0-1,0-1 0,0 1 1,0-1-1,0 0 0,0 0 0,0 0 1,0 0-1,0-1 0,1 1 0,-1-1 1,0 0 52,-46-27-2597</inkml:trace>
  <inkml:trace contextRef="#ctx0" brushRef="#br0" timeOffset="315.01">1 897 30527,'0'0'621,"27"-10"-360,205-64 145,-199 67-338,1 1 0,1 1 0,-1 3 0,0 0 0,1 2 0,27 4-68,-56-3-25,-1 0 1,1 0-1,-1 1 1,1-1-1,-1 1 1,0 1-1,0-1 1,0 1-1,0-1 1,0 1-1,-1 1 1,1-1-1,-1 1 1,0 0-1,0 0 1,0 0-1,0 0 1,-1 1-1,0-1 1,0 1-1,0 0 1,0 0-1,-1 0 1,0 0-1,0 1 1,0-1-1,-1 0 1,0 1-1,0-1 0,0 1 1,0 2 24,-1 6-192,1 0 0,-2-1 0,0 1 0,-1 0 0,0-1 0,-1 1 0,0-1 0,-1 0 0,-1 1 0,0-2 1,0 1-1,-5 5 192,-30 45-494,-3-3 0,-3-1 1,-2-3-1,-15 11 494,-64 76 1879,119-134-1607,5-6-180,0 0 0,0 0 0,1 0 0,-1 0-1,1 1 1,-1-1 0,1 1 0,0-1 0,0 1 0,1 0 0,-1 0 0,1 0 0,0 0 0,0 0 0,0 0 0,0 0 0,1 0 0,0 0-92,15 5 290,4-10-229,0-2-1,-1 0 1,0-1-1,1 0 0,-2-2 1,1 0-1,-1-1 1,0-1-1,0 0 0,-1-2 1,0 0-1,6-5-60,-6 6 30,32-18-67,0-3 0,-2-1 0,-2-3 0,-1-1 0,18-21 37,79-117-2509,-101 101-915</inkml:trace>
  <inkml:trace contextRef="#ctx0" brushRef="#br0" timeOffset="487.805">517 520 28894,'0'0'896,"-14"139"-159,5 22-49,-1 38-104,3 19-184,7 0-224,5-29-176,18-26-144,-2-51-952,-3-45-5930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3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526 816 29334,'0'0'783,"20"2"-131,-9-1-586,-1-2-42,-1 2-1,0-1 0,1 1 0,-1 0 0,0 1 0,1 0 0,-1 1 0,0-1 0,-1 2 1,1-1-1,0 1 0,-1 1 0,0 0 0,0 0 0,0 0 0,-1 1 0,0 0 1,0 1-1,0-1 0,-1 1 0,0 0 0,2 5-23,-5-5-127,0 1-1,-1-1 1,0 1-1,0-1 1,-1 1-1,0 0 1,0 0 0,-1 0-1,0 0 1,0 0-1,-1-1 1,0 1-1,-1 0 1,1 0-1,-2-1 1,1 1 0,-1-1-1,0 1 1,0-1-1,-1 0 1,0-1-1,0 1 1,-5 5 127,-134 128-1645,-254 149 5484,397-288-3831,-1-1 6,0 0 0,0 0 0,0 0-1,-1 0 1,1 0 0,0 0-1,0 1 1,0-1 0,0 0 0,0 1-1,0-1 1,0 1 0,0-1-1,0 1 1,0-1 0,0 1 0,0 0-1,1-1 1,-1 1 0,0 0-1,0 0 1,1 0 0,-1 0-1,0 0 1,1-1 0,-1 1 0,1 0-1,-1 0 1,1 0 0,0 1-1,-1-1 1,1 0 0,0 0 0,0 0-1,-1 0 1,1 0 0,0 0-1,0 0 1,0 0 0,1 0 0,-1 1-1,0-1 1,0 0 0,1 0-1,-1 0 1,0 0 0,1 0 0,-1 0-1,1 0 1,-1 0 0,1 0-1,0 0 1,-1 0 0,1-1 0,0 1-1,0 0 1,-1 0 0,1-1-1,0 1 1,0 0 0,0-1 0,0 1-1,0-1 1,0 1 0,1-1-14,31-2 86,0-1 0,0-2 0,-1-1 1,1-2-1,-1-1 0,-1-2 0,25-12-86,-22 9-50,1 2 0,0 1 1,0 1-1,1 2 0,0 2 0,28-1 50,-62 7-47,1 0 0,0 0 0,0 0 0,0 0 0,0 1 0,-1 0 0,1-1 0,0 1 0,0 0 0,-1 0 0,1 1 1,-1-1-1,1 0 0,-1 1 0,1-1 0,-1 1 0,0 0 0,0 0 0,0 0 0,0 0 0,0 0 0,0 1 0,-1-1 0,1 0 0,-1 1 0,0-1 0,1 1 1,-1 0-1,0-1 0,0 1 0,-1 0 0,1 0 0,-1-1 0,1 1 0,-1 0 0,0 0 0,0 0 0,0 1 47,-19 122-1364,-9-53 1065,-3-2-1,-3-1 1,-3-1-1,-10 8 300,16-23 108,-71 127 1860,99-179-1906,1 1 0,0-1 0,0 1 0,1-1-1,-1 1 1,0-1 0,1 1 0,-1 0 0,1 0 0,0 0 0,0 0 0,0 0 0,1 0 0,-1 0-1,1 0 1,-1 0 0,1 0 0,0 0 0,0 1 0,1-1 0,-1 0 0,1 0 0,-1 0-1,1 0 1,0 0 0,0 0 0,0 0 0,1 0 0,-1-1 0,1 1 0,-1 0 0,1-1 0,0 1-1,0-1 1,0 1 0,0-1 0,1 0 0,-1 0 0,2 1-62,5-3 37,1 0 1,0-1-1,0 0 0,-1-1 1,1 0-1,0 0 0,-1-1 1,0 0-1,0 0 0,0-1 1,0-1-1,0 1 0,-1-2 1,3-1-38,89-59 88,-3-5 1,-3-4 0,24-29-89,22-16-225,-29 28-442,-5 1-835</inkml:trace>
  <inkml:trace contextRef="#ctx0" brushRef="#br0" timeOffset="597.015">2896 105 17708,'0'0'9246,"-4"21"-6776,-55 338-562,57-342-1863,-1-8-34,1 0 0,0-1 0,1 1 0,0 0 0,0 0 0,1 0 0,0 0 0,0 0 0,1 0 0,0 0 0,1 0 0,0 0 0,0 0 0,1-1 0,0 1 0,1-1 0,0 0 0,0 0 0,1 0 0,0-1 0,0 1 0,0-1 0,1 0 0,4 3-11,5-4 4,-1-1 0,1-1 0,0 0 0,0-1 0,0-1 0,1 0 0,-1-1 0,0-1 0,1 0 0,-1-1 0,0-1 0,1-1 0,-1 0 0,0 0 0,2-2-4,43-15 9,0-2-1,-1-3 1,-1-2-1,-2-3 0,-1-2 1,-1-2-1,14-15-8,240-206-339,-275 224 263,-31 29 52,-6 6-12,-11 10 50,0 0 0,1 1-1,1 1 1,0 1 0,1 0-1,1 0 1,0 1 0,2 0-1,0 1 1,1 0-1,1 1 1,0 0 0,-1 11-14,8-28 8,0 0 1,0 0-1,0 0 1,0-1-1,0 1 1,1 0-1,-1 0 1,1 0 0,0-1-1,0 1 1,0 0-1,0-1 1,0 1-1,1-1 1,-1 0-1,1 1 1,-1-1-1,1 0 1,0 0-1,0 0 1,0 0 0,0 0-1,0 0 1,1 0-1,-1-1 1,0 1-1,1-1 1,-1 0-1,1 0 1,0 0-1,-1 0 1,2 0-9,96 12 199,-39-14-170,-1-3 0,0-2 0,0-3 0,24-9-29,49 1-547,-132 18 509,-1 1 1,1-1-1,0 0 0,0 0 0,-1 1 1,1-1-1,0 0 0,-1 0 0,1 1 1,-1-1-1,0 1 0,1-1 0,-1 1 1,0-1-1,0 0 0,0 1 0,0-1 1,0 1-1,0-1 0,-1 1 1,1-1-1,0 0 0,-1 1 0,1-1 1,-1 0-1,1 1 0,-1-1 0,0 0 1,1 1-1,-1-1 0,0 0 0,0 0 1,0 0-1,0 0 0,0 0 0,0 0 1,0 0-1,0 0 0,-1 0 0,1 0 38,-79 56-4487,38-35-4456</inkml:trace>
  <inkml:trace contextRef="#ctx0" brushRef="#br0" timeOffset="810.965">3654 888 26478,'-150'104'1392,"-25"24"-824,12 3-160,8-4-72,33-22-160,39-28-104,33-27-72,34-25-544,11-19-1728</inkml:trace>
  <inkml:trace contextRef="#ctx0" brushRef="#br0" timeOffset="970.784">3272 1500 30318,'-81'130'1097,"-9"34"-737,12-6-192,11-1-72,26-26-32,22-36-64,19-39-16,3-25-440,38-31-1513,-4-8-567,2-25-4290</inkml:trace>
  <inkml:trace contextRef="#ctx0" brushRef="#br0" timeOffset="1190.599">3788 1431 26094,'131'-62'4296,"-2"10"-3815,-34 23-81,-24 15-152,-11 8-88,4 2-96,3 1-64,9-1-192,-23 2-552,-21-2-1977</inkml:trace>
  <inkml:trace contextRef="#ctx0" brushRef="#br0" timeOffset="1465.259">4361 1073 28142,'0'0'1664,"-18"161"-967,11-7-193,-2 30-72,2 18-120,-2 1-120,-3-13-40,-6-1-88,-3-19 120,0-48-144,5-43-40,7-46-160,-5-33-184,-2-6 88,-21-87-352,5 2-1145,0-13-2368</inkml:trace>
  <inkml:trace contextRef="#ctx0" brushRef="#br0" timeOffset="1466.259">3974 1637 26758,'0'0'2688,"0"0"-2152,0 0-104,189 161-432,-113-103-280,-9-16-5721</inkml:trace>
  <inkml:trace contextRef="#ctx0" brushRef="#br0" timeOffset="2412.979">5817 1 29590,'0'0'726,"-5"23"-374,-21 153 85,24-134-292,0-23-144,1 1 1,0-1-1,2 1 0,0-1 0,1 0 1,1 0-1,1 0 0,1 0 0,0 0 1,3 3-2,-8-21-60,1 1 1,0-1-1,-1 1 1,1-1-1,0 0 1,0 1-1,0-1 1,0 0-1,0 0 1,0 0-1,0 0 1,0 0-1,0 0 1,1 0-1,-1 0 1,0 0-1,1-1 1,-1 1-1,1 0 1,-1-1-1,0 1 1,1-1-1,-1 0 1,1 1-1,0-1 1,-1 0-1,1 0 1,-1 0-1,1 0 1,-1 0-1,1 0 1,-1-1-1,1 1 1,-1 0-1,1-1 1,-1 1-1,1-1 1,-1 1-1,0-1 1,1 0-1,-1 0 1,0 0-1,1 0 1,-1 0-1,0 0 60,49-54-2836,-18 7 927,58-78 1346,-82 116 913,0 0 0,1 0 1,1 0-1,0 1 0,0 0 1,0 1-1,1 0 0,1 1 1,-1 0-1,1 1 0,0 1 0,0-1 1,1 2-1,0 0 0,11-3-350,-20 6 59,0 1-1,0-1 1,0 1 0,-1-1-1,1 1 1,0 0-1,0 0 1,0 1-1,0-1 1,0 1-1,0 0 1,0 0-1,0 0 1,-1 1-1,1-1 1,-1 1-1,1 0 1,-1 0-1,1 0 1,-1 0-1,0 1 1,0-1-1,0 1 1,0 0-1,-1 0 1,1 0-1,-1 0 1,0 0-1,0 1 1,0-1 0,0 1-1,0-1 1,-1 1-1,1 0 1,-1 0-1,0-1 1,-1 1-1,1 0 1,0 0-1,-1 0 1,0 0-1,0 2-58,0 11 43,0 0-1,-1 0 1,0 0-1,-1 0 1,-2-1-1,1 1 1,-2-1-1,0 0 1,-1 0-1,-1 0 1,0-1-1,-1 0 1,0 0-1,-9 9-42,-12 16 18,-3-2 0,0-1-1,-3-2 1,-19 16-18,-54 38 15,-4-5 0,-103 58-15,195-129 2,12-2-5,32-12-2,-15 0 5,325-53 52,-332 53-48,0 1 0,0 0 0,0 0 0,0 0 1,0 0-1,0 1 0,0-1 0,0 0 0,0 1 0,0 0 1,0-1-1,0 1 0,-1 0 0,1 0 0,0 0 1,0 0-1,-1 0 0,1 0 0,-1 0 0,1 1 0,-1-1 1,1 1-1,-1-1 0,0 1 0,0-1 0,1 1 0,-1 0 1,-1 0-1,1-1 0,0 1 0,0 0 0,-1 0 0,1 0 1,-1 0-1,1 0 0,-1 0 0,0 0 0,0 0 0,0 0 1,0 0-1,0 0 0,0 0 0,-1 0 0,1 0 0,-1 0 1,1 0-1,-1 0 0,0 0 0,1-1 0,-1 1 0,0 0 1,0 0-1,-1-1 0,1 1 0,0-1-4,-12 25 50,-2-1 1,0-1-1,-2 0 0,-1-2 0,0 0 1,-2 0-1,-18 15-50,5-4 26,-415 398 59,403-376-96,76-48-55,0-12 79,1-2 0,-1-1 0,0-1 0,-1-2 0,0-1 1,-1-1-1,19-12-13,-3 3 22,14-6 23,-28 10-33,0 2 1,1 1 0,0 1-1,1 2 1,1 2 0,0 0-1,0 3 1,1 1-1,0 1 1,28 1-13,-60 4-1,-1 0-1,1 0 1,-1 1 0,1-1 0,-1 1-1,1 0 1,-1-1 0,1 1-1,-1 0 1,0 1 0,0-1 0,0 0-1,1 1 1,-1-1 0,0 1-1,-1-1 1,1 1 0,0 0-1,0 0 1,-1 0 0,1 0 0,-1 0-1,0 0 1,1 1 0,-1-1-1,0 0 1,0 1 0,-1-1 0,1 0-1,0 1 1,-1-1 0,0 1-1,1 1 2,-9 98-61,2-47 46,66 74 14,-57-118 9,0-1 1,-1 1-1,0 0 1,-1-1-1,0 1 1,-1 0-1,0 0 1,0 0-1,-1 0 1,-1-1-1,0 1 1,0 0-1,-1-1 1,0 1-1,-1-1 1,0 0-1,-1-1 1,0 1-1,-4 4-8,-136 157 95,111-137-106,-3-1 0,0-2-1,-2-2 1,-1-1 0,-15 6 11,49-31-174,0 0-1,0-1 1,0 1-1,0-1 1,-1 0-1,1-1 1,-1 1 0,1-1-1,-1-1 1,0 1-1,1-1 1,-1 0 0,1-1-1,-3 0 175,-11-11-5784</inkml:trace>
  <inkml:trace contextRef="#ctx0" brushRef="#br0" timeOffset="2709.557">7635 617 30679,'0'0'688,"0"0"-368,0 0-16,0 0-40,0 0 72,0 0-160,-159 145-176,74-50 0,-3 1 0,-6 5 0,-3-3 0,23-26-256,5-1-288,25-26-112,44-43-577,12-2-727,27-18-3321</inkml:trace>
  <inkml:trace contextRef="#ctx0" brushRef="#br0" timeOffset="2988.743">7255 1315 26726,'0'0'2416,"0"0"-1063,11 195-729,-27-66-80,-25 24-224,-3-14-168,12-39-152,16-44-40,16-42-368,7-30-192,18-22-857,10-18-1535</inkml:trace>
  <inkml:trace contextRef="#ctx0" brushRef="#br0" timeOffset="3410.497">8232 333 29102,'0'0'782,"0"0"-254,0 0 51,19 26-181,60 89-48,-76-109-328,-1-1 0,1 1 0,-1 0 1,0 0-1,-1 0 0,1 1 0,-1-1 1,-1 0-1,1 0 0,-1 1 0,0-1 0,0 0 1,-1 1-1,0-1 0,0 0 0,0 0 1,-1 1-1,0-1 0,0 0 0,0-1 1,-1 1-1,0 0 0,0-1 0,-2 3-22,0 1 12,-26 44 3,-3-1-1,-1-2 0,-3-1 1,-2-3-1,-2 0 0,-2-3 1,-2-2-1,-25 17-14,-30 10-29,387-225-94,-283 155 123,10-5 0,1 0-1,-1 1 1,1 1 0,0 0 0,0 1-1,1 0 1,-1 1 0,1 1 0,0 0-1,0 1 1,2 1 0,-14 2-1,0 0-1,0 1 1,0-1 0,0 1-1,-1 0 1,1-1 0,-1 1-1,1 1 1,-1-1-1,0 0 1,0 0 0,-1 1-1,1-1 1,-1 1 0,1-1-1,-1 1 1,0 0-1,-1 0 1,1-1 0,0 1-1,-1 0 1,0 0 0,0 0-1,0 0 1,-1-1-1,1 1 1,-1 0 0,0 0-1,0-1 1,0 1 0,-1 0-1,1-1 1,-1 2 1,-11 39 4,-2 0 1,-1-1-1,-3-1 0,-1 0 1,-2-1-1,-2-2 0,-12 14-4,34-48 1,-191 250 45,175-232-30,34-16-14,124-67-69,-123 50 47,-1 0 0,2 1-1,-1 1 1,1 1-1,1 1 1,-1 0 0,1 1-1,7 0 21,-24 5 0,0 1-1,0-1 1,0 1 0,0-1-1,0 1 1,0 0-1,0 0 1,0 0 0,0 0-1,0 0 1,0 0-1,-1 1 1,1-1-1,0 0 1,-1 1 0,1 0-1,-1-1 1,1 1-1,-1 0 1,0-1 0,0 1-1,0 0 1,0 0-1,0 0 1,0 0 0,-1 0-1,1 0 1,-1 0-1,1 1 1,-1-1 0,0 0-1,0 0 1,0 0-1,0 0 1,0 1-1,0-1 1,-1 0 0,1 0-1,-1 0 1,1 0-1,-1 0 1,0 0 0,0 0 0,1 9 0,-68 324 473,69-333-467,0 1 0,0-1 0,1 1 0,-1-1 0,1 1 0,0-1-1,-1 0 1,1 0 0,0 0 0,0 0 0,1 0 0,-1 0 0,0-1 0,1 1-1,-1-1 1,1 0 0,-1 1 0,1-1 0,-1 0 0,1 0 0,0-1 0,0 1-1,0-1 1,-1 1 0,1-1 0,0 0 0,0 0 0,0 0 0,0 0 0,-1-1-1,1 1 1,0-1 0,0 1 0,-1-1 0,1 0 0,0 0 0,-1-1 0,1 1-1,-1 0 1,1-1 0,-1 1 0,2-3-6,34-13 0,-1-3 0,0 0 0,-2-3 0,-1-1 0,0-1 0,8-11 0,-31 27 0,30-24-55,-1-1 0,-2-2 0,-1-1-1,9-17 56,17-46-5302,-43 46-12380</inkml:trace>
  <inkml:trace contextRef="#ctx0" brushRef="#br0" timeOffset="3985.964">0 2452 28374,'0'0'1834,"3"23"-1158,14 79-332,-15-95-308,1 0 0,-1 0-1,1 0 1,0-1 0,1 1 0,-1-1 0,1 0-1,1 0 1,-1 0 0,1-1 0,0 0 0,0 1-1,0-2 1,1 1 0,0-1 0,0 0-1,0 0 1,0 0 0,1-1 0,-1 0 0,1 0-1,0-1 1,0 0 0,0 0 0,0 0 0,0-1-1,1 0 1,-1-1 0,0 0 0,0 0 0,4 0-36,364 7 400,679-60-371,106 70-29,1516 86 0,-167-72 0,-2000-32 0,-318 1 0,0 9 0,88 18 0,-254-24-29,0 1 0,0 1 0,-1 2 0,0 0-1,0 2 1,16 8 29,-3 6-1640,-24-5-3242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3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32455,'0'0'312,"0"0"-312,0 0 0,0 0 0,0 0 0,0 0 0,-14 114 0,14-105-1424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3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28574,'0'0'900,"0"0"-481,29-13-54,219-75 450,-183 73-665,2 3 0,0 4 0,0 2 0,1 3 0,15 3-150,-69 0 13,0-1-1,0 2 1,0 0 0,0 0 0,0 2-1,0 0 1,0 0 0,0 1 0,-1 1 0,0 0-1,0 1 1,0 0 0,-1 1 0,0 0-1,0 1 1,-1 1 0,0 0 0,0 0 0,-1 1-1,0 0 1,-1 1 0,0 0 0,-1 0-1,0 1 1,-1 0 0,0 1 0,-1-1 0,0 1-1,-1 1 1,-1-1 0,2 10-13,-4-7 24,-1 0 0,-1-1 0,-1 1 0,0-1 0,-1 1 0,-1-1 0,0 1 0,-1-1 1,-1 0-1,0 0 0,-1-1 0,0 0 0,-1 0 0,-1 0 0,0-1 0,-1 0 0,-1-1 0,0 0 0,0 0 0,-9 6-24,-36 37 11,-4-4 1,-1-1-1,-2-4 0,-3-2 0,-1-3 0,-27 10-11,-56 12-69,147-62 0,0 0-1,0 0 1,0 0 0,0 0 0,0-1 0,0 1 0,0-1 0,0 1 0,0-1 0,0 0-1,0 0 1,0 0 0,0 0 0,0 0 0,0 0 0,-1 0 0,1-1 0,0 1 0,0-1-1,0 0 1,0 1 0,1-1 0,-1 0 0,0 0 0,0 0 0,0 0 0,1-1 0,-1 1-1,0 0 1,1-1 0,0 1 0,-1-1 0,1 0 0,0 1 0,-1-1 0,1 0 0,0 0 0,0 0-1,1 1 1,-1-1 0,0 0 0,1 0 0,-1 0 0,1 0 0,-1-1 0,1 1 0,0 0-1,0 0 1,0 0 0,0 0 0,0 0 0,1 0 0,-1 0 0,1 0 0,-1 0 0,2-2 68,2-54-9166</inkml:trace>
  <inkml:trace contextRef="#ctx0" brushRef="#br0" timeOffset="277.025">1468 0 29718,'0'0'1257,"0"0"-795,-30 12-183,0 0-201,5-2 8,1 0-1,0 1 1,1 2 0,0 0 0,1 1-1,-18 15-85,8-5 29,2 2 0,0 0-1,1 2 1,2 1 0,1 2-1,1 0 1,2 1 0,1 2-1,2 0 1,1 1 0,2 1-1,1 1 1,2 0 0,2 1-1,1 0 1,-4 34-29,14-61 0,1 1 0,0 0 0,1-1 0,0 1 0,1 0 0,0-1 0,1 0 0,0 0 0,1 0 0,0 0 0,1 0 0,0-1 0,1 1 0,0-1 0,0-1 0,1 1 0,0-1 0,1 0 0,0-1 0,1 0 0,-1 0 0,1-1 0,1 0 0,6 3 0,4 2-162,2-1-1,-1-2 1,1 0-1,1-1 1,-1-1-1,1-1 1,1-1-1,-1-1 1,1-1-1,0-1 1,-1-1-1,1-1 1,0-2-1,0 0 1,-1-1 0,1-2-1,19-6 163,43-16-4263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461 716 26158,'0'0'2990,"0"0"-1850,0 0-541,0 0-129,0 0-112,0 0-122,5-16-123,-3 8-106,0 0 0,1 0-1,0 0 1,1 0 0,0 0 0,0 1-1,0 0 1,1-1 0,0 2 0,0-1-1,1 1 1,0-1 0,0 1 0,1 1-1,-1 0 1,1 0 0,3-1-7,7-5 4,1 1 1,0 1-1,1 1 1,-1 0-1,2 1 0,-1 2 1,1 0-1,0 1 1,0 0-1,0 2 0,1 1 1,-1 0-1,3 2-4,-19-1 0,0 1-1,0 0 0,0 0 1,1 0-1,-2 1 0,1-1 1,0 1-1,0 0 0,0 0 1,-1 0-1,1 1 0,-1-1 1,0 1-1,0 0 0,0 0 1,0 0-1,0 0 0,0 0 0,-1 1 1,0-1-1,0 1 0,0 0 1,0 0-1,0-1 0,-1 1 1,1 0-1,-1 1 0,0-1 1,-1 0-1,1 0 0,0 3 1,-10 145 7,-11-85-15,-3-1 1,-3-1 0,-2-2 0,-4-1 0,-27 41 7,-117 174-51,130-178 51,46-98-1,-1 0 0,1 0 0,-1 0 1,1 0-1,-1 0 0,1 0 0,0 0 0,-1 0 0,1 0 1,0 0-1,0 0 0,0 0 0,0 0 0,0 1 1,0-1-1,0 0 0,0 0 0,1 0 0,-1 0 0,0 0 1,1 0-1,-1 0 0,0 0 0,1 0 0,0 0 0,-1 0 1,1 0-1,-1 0 0,1-1 0,0 1 0,0 0 0,-1 0 1,1 0-1,0-1 0,0 1 0,0-1 0,0 1 1,0-1-1,0 1 0,0-1 0,0 1 0,0-1 0,0 0 1,0 1-1,0-1 0,0 0 0,0 0 0,0 0 0,1 0 1,-1 0-1,0 0 0,0 0 0,0 0 0,0-1 1,1 1 0,14-2-3,1 0 0,0-1 0,0-1 0,-1-1 0,0 0 0,0-1 0,0-1 0,-1 0 1,0-1-1,-1-1 0,1 0 0,1-3 3,38-22 0,-2-3 1,-1-2-1,-2-2 1,-1-2-1,-3-2 1,-1-2-1,-3-2 1,-2-2-1,-2-1 1,-3-2 0,-2-2-1,-2 0 1,-2-4-1,-15 26 5,-2 0 0,-2 0 0,-1-1 0,-1-1 1,-3 1-1,0-1 0,-2 0 0,-2 0 1,-2 1-1,0-1 0,-3 0 0,-1 1 1,-2 0-1,-2-3-5,4 20 2,0 1 0,-2 0 0,0 1 0,-1-1-1,-1 1 1,0 1 0,-1 0 0,-1 1 0,0 0 0,-1 0 0,0 2 0,-1-1 0,-1 2 0,0 0 0,0 1 0,-13-6-2,4 4-1,-1 2 0,0 0 1,-1 2-1,0 0 0,0 2 1,-1 1-1,0 2 0,0 0 1,0 1-1,0 2 1,0 1-1,0 1 0,0 2 1,0 0-1,1 2 0,0 0 1,0 2-1,0 1 0,1 1 1,1 2-1,-1 0 0,2 1 1,-18 14 0,-4 14 0,3 1-1,1 3 1,3 1 0,1 2 0,2 2 0,3 1-1,2 1 1,2 2 0,3 0 0,2 2 0,3 1-1,2 1 1,-10 55 0,12-53-2,3 0 0,2 1 1,3 0-1,3 0 0,2 1 0,3 0 0,3 0 0,2-1 0,4 0 1,1 0-1,4-1 0,2 0 0,2-1 0,4-1 0,25 50 2,-41-94-2,1 0 0,0 0-1,1-1 1,1 0 0,0 0-1,1-1 1,0 0 0,1 0 0,0-1-1,1-1 1,0 0 0,0-1-1,1 0 1,1-1 0,-1 0-1,1-1 1,1-1 0,3 1 2,6-2-2,0-1-1,1-1 1,-1-2 0,0 0-1,1-2 1,-1 0 0,1-2-1,-1 0 1,0-2-1,-1-1 1,1-1 0,-1-1-1,0 0 1,6-5 2,17-9-2,-1-2 0,-1-2 1,-2-2-1,0-2 0,-2-1 0,13-16 2,33-37-1168,-4-4 1,57-82 1167,-77 89-4039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29606,'0'0'2441,"0"0"-2185,0 0-256,0 0-24,0 0-232,0 0-1056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1069 25189,'0'0'1661,"0"0"766,0 0-1335,0 0-516,0 0-142,0 6-42,0 0-296,0-7-84,0 1-1,1-1 1,-1 1-1,0-1 1,1 1-1,-1-1 0,1 1 1,-1 0-1,0-1 1,1 1-1,-1 0 1,1-1-1,-1 1 1,1 0-1,-1 0 0,1-1 1,-1 1-1,1 0 1,-1 0-1,1 0 1,-1 0-1,1 0 1,0-1-1,-1 1 0,1 0 1,-1 0-1,1 0 1,-1 1-1,1-1 1,-1 0-1,1 0 1,0 0-1,-1 0 0,1 0 1,-1 1-1,1-1 1,-1 0-1,1 0 1,-1 1-1,0-1 1,1 1-1,-1-1 0,1 0 1,-1 1-1,0-1 1,1 1-1,-1-1 1,0 0-1,1 1 1,-1-1-1,0 1-11,105-109 79,-6-6 0,-4-3 0,-6-4 0,33-65-79,-84 125 0,-3-2 0,-3-1 0,-2-1 0,11-43 0,-56 185 0,-28 78 0,8 1 0,6 1 0,7 2 0,7 0 0,5 122 0,9-274 0,0-1 0,0 1 0,1-1 0,0 0 0,0 1 0,0-1 0,1 1 0,0-1 0,0 1 0,0-1 0,1 0 0,0 0 0,0 0 0,1 0 0,0 0 0,0 0 0,0 0 0,0-1 0,1 0 0,0 0 0,0 0 0,1 0 0,-1 0 0,1-1 0,0 0 0,0 0 0,1 0 0,-1-1 0,1 0 0,4 2 0,-2-4 0,-1 0 0,1 0 0,0-1 0,0 0 0,-1 0 0,1-1 0,0 0 0,0 0 0,-1-1 0,1 0 0,-1-1 0,0 1 0,1-1 0,1-2 0,15-12 0,-2-2 0,0-1 0,-1 0 0,0-1 0,-2-2 0,-1 0 0,-1-1 0,6-11 0,40-58 0,-4-3 0,-5-2 0,-4-3 0,-4-1 0,-5-3 0,-5-1 0,-4-1 0,12-81 0,-31 34 0,-12 136 0,5 37 0,-3 205 0,-2 771 0,-6-784 0,-8 0 0,-10-1 0,-9-2 0,-46 155 0,59-288 0,-2-1 0,-4-2 0,-3 0 0,-3-2 0,-3-1 0,-3-1 0,-3-3 0,-3-1 0,-3-2 0,-10 8 0,50-63 0,0 0 0,0 0 0,-1-1 0,0 1 0,0-1 0,-1-1 0,1 1 0,-1-1 0,0-1 0,-1 1 0,1-2 0,-1 1 0,0-1 0,0 0 0,0-1 0,0 0 0,0 0 0,0-1 0,-1 0 0,1-1 0,0 0 0,-1 0 0,1-1 0,0-1 0,0 1 0,0-1 0,0-1 0,0 0 0,0 0 0,0 0 0,1-1 0,0-1 0,0 0 0,0 0 0,0 0 0,1-1 0,-1 0 0,-2-13 0,0-1 0,1 0 0,1 0 0,1-1 0,1 0 0,1 0 0,1-1 0,0 1 0,2-1 0,0 0 0,2 0 0,0 1 0,4-20 0,1-27 0,4 1 0,2 0 0,4 0 0,2 2 0,3 0 0,3 1 0,3 1 0,3 1 0,2 1 0,2 2 0,4 2 0,2 1 0,12-11 0,99-123-405,9 7-1,7 7 1,173-140 405,-267 251-2001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31311,'0'0'1456,"0"0"-1456,0 0 0,-25 116 0,14-93-704,-3-13-896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1122 0 27502,'0'0'2464,"0"0"-1287,0 0-785,0 0-224,0 0 64,0 0 96,0 0-144,93 81-128,-63-37-32,-12 3-24,-9 9-128,-9 5-296,-44 30-312,-9-12-777,-6-15-1639</inkml:trace>
  <inkml:trace contextRef="#ctx0" brushRef="#br0" timeOffset="279.235">480 867 24045,'0'0'4126,"-23"15"-2471,-69 50-910,91-65-733,-1 1 1,0-1 0,0 1 0,1 0 0,-1-1 0,0 1 0,1 0-1,-1 0 1,1 0 0,-1 0 0,1 0 0,-1 1 0,1-1 0,0 0-1,0 1 1,0-1 0,-1 1 0,2-1 0,-1 1 0,0-1 0,0 1-1,0 0 1,1-1 0,-1 1 0,1 0 0,-1 0 0,1 0 0,0-1-1,-1 1 1,1 0 0,0 0 0,0 0 0,1 0 0,-1-1 0,0 1-1,0 0 1,1 0 0,-1-1 0,1 1 0,0 0 0,0 0 0,0 1-13,12 0 34,0 0 0,0-1 1,0 0-1,0-1 0,1 0 1,-1-1-1,0-1 0,0 0 0,0-1 1,1 0-1,8-3-34,71-19 120,0-3 0,-2-5 0,52-27-120,7-1 43,-133 52-41,1 0-1,-1 2 1,1 0 0,1 2-1,-1 0 1,1 0 0,-1 2-1,1 0 1,0 2 0,0 0-1,8 1-1,-25 0 1,1 0-1,-1 0 0,0 1 0,0-1 0,0 0 0,0 1 0,-1-1 0,1 1 0,0 0 0,-1 0 0,1-1 0,-1 1 0,1 0 0,-1 0 0,0 1 0,0-1 0,0 0 0,0 0 0,0 1 0,-1-1 0,1 0 0,-1 1 0,1-1 0,-1 0 0,0 1 0,0-1 0,0 1 0,0-1 0,0 0 0,-1 1 1,1-1-1,-1 0 0,1 1 0,-1-1 0,0 0 0,0 0 0,0 1 0,0-1 0,0 0 0,-1 0 0,0 1 0,-15 33 11,-2-1 1,-1 0-1,-2-2 0,-1 0 1,-2-2-1,-8 7-11,15-16 4,-617 674 156,227-264-88,395-419-118,1 0 0,0 1 0,1 1 1,1-1-1,0 2 0,1-1 0,0 1 0,-5 17 46,13-32-76,1 0 0,-1 0 0,1 0 0,0 0 0,-1 0 0,1 0 0,0 0 0,0 0 0,0 0 0,0 0 0,0 0 0,0 1 0,0-1-1,0 0 1,0 0 0,1 0 0,-1 0 0,0 0 0,1 0 0,-1 0 0,1 0 0,-1 0 0,1 0 0,-1 0 0,1-1 0,0 1 0,-1 0 0,1 0 0,0 0 0,0-1 0,-1 1 0,1 0 0,0-1-1,0 1 1,0-1 0,0 1 0,0-1 0,0 1 0,0-1 0,0 0 0,0 1 0,0-1 76,29 2-4337</inkml:trace>
  <inkml:trace contextRef="#ctx0" brushRef="#br0" timeOffset="529.318">777 1844 28030,'0'0'1152,"0"0"-568,154-5-232,-115 70 81,-27 51 95,-14 52-24,-40 18-8,-8-3-216,8-40-128,17-54-88,9-35-64,9-23 24,4-12-24,3-11-248,5-33-368,18-25-937,2-20-2335</inkml:trace>
  <inkml:trace contextRef="#ctx0" brushRef="#br0" timeOffset="715.88">1777 1271 30455,'0'0'577,"0"0"-336,-25 14-169,6-3-60,-7 3 22,2 1-1,0 1 1,0 0 0,2 2-1,0 1 1,-6 8-34,-6 8 75,1 3 1,1 1-1,3 1 1,1 1 0,2 2-1,2 0 1,1 2-1,3 0 1,-4 19-76,20-56 16,0 1 1,1 0-1,0 0 1,1 0-1,0 1 1,0-1-1,1 0 1,0 1-1,1-1 1,0 1-1,0-1 1,1 1-1,0-1 1,1 0-1,0 1 1,1-1-1,-1 0 1,2 0-1,-1 0 1,1-1-1,1 1 1,0-1-1,0 0 1,0 0-1,3 2-16,11 1-1,1 0 0,0-1 0,0-1-1,0-1 1,1-1 0,1 0 0,-1-2 0,1-1 0,0 0 0,0-2 0,0 0-1,0-2 1,9-1 1,76 4-438,-11-3-793</inkml:trace>
  <inkml:trace contextRef="#ctx0" brushRef="#br0" timeOffset="1010.966">2959 720 30791,'0'0'672,"0"0"-392,0 0-216,0 0 240,-173 195 72,65-65-168,-26 38-136,-2 6-72,28-28 0,32-43-248,39-47-384,23-31-512,12-19-833</inkml:trace>
  <inkml:trace contextRef="#ctx0" brushRef="#br0" timeOffset="1265.146">2862 1433 30254,'-42'199'857,"-4"33"-217,9-20-376,5-11-80,14-50-88,11-49-80,7-46-16,4-33-232,19-15-224,10-8-328,13-52-545,-7-10-327,-7-5-1609</inkml:trace>
  <inkml:trace contextRef="#ctx0" brushRef="#br0" timeOffset="1812.86">2694 71 25950,'0'0'1527,"0"0"-309,0 0-275,0 0-172,0 0-167,5 21-141,20 148 295,-78 1095-225,17 77-533,32-1166 0,3-167 0,-3-24 0,-3-54-37,4 0 0,2 0 0,4 0-1,2 1 1,11-43 37,19-85-2736,-8 68-4328</inkml:trace>
  <inkml:trace contextRef="#ctx0" brushRef="#br0" timeOffset="2027.542">3120 933 31719,'0'0'984,"0"0"-920,76 183-64,-30-90 0,9 5 0,7 1 0,3-4 0,-1-5 0,-1-14 0,-10-14 0,-14-18 0,-14-15 0,-11-17 0,-14-14 0,0-20 0,0 22-2889</inkml:trace>
  <inkml:trace contextRef="#ctx0" brushRef="#br0" timeOffset="2608.118">441 3003 30158,'0'0'1031,"0"0"-605,0 0-208,23 19 120,99 64 19,-103-76-328,0-1 1,0 0-1,1-1 0,0-1 0,-1-1 0,1-1 0,19 0-29,215-3 12,-1-10 0,0-12 0,39-16-12,402-35-1,259 66 1,-949 7-15,0 1 1,0 0-1,0 0 1,0 0-1,0 1 0,0-1 1,-1 1-1,1 0 1,0 0-1,0 0 0,0 1 1,-1-1-1,1 1 1,-1 0-1,1 0 0,-1 0 1,0 0-1,1 2 15,0 8-1313</inkml:trace>
  <inkml:trace contextRef="#ctx0" brushRef="#br0" timeOffset="3238.644">5262 469 29302,'0'0'2049,"0"0"-1457,0 0-224,-172 120-72,49-8-136,-38 37-160,-12 17 0,10-6 0,36-34 0,42-41 0,25-29 0,21-16 0,11-9-192,28-31-784,9-6-713,26-32-1711</inkml:trace>
  <inkml:trace contextRef="#ctx0" brushRef="#br0" timeOffset="3501.61">4714 1246 28462,'0'0'1208,"18"245"73,-18-71-769,-20 7-40,-10-16 8,11-5-176,12-31-256,7-42-48,14-42-472,14-34-808,0-11-1657</inkml:trace>
  <inkml:trace contextRef="#ctx0" brushRef="#br0" timeOffset="3975.414">5668 560 29046,'0'0'782,"0"0"-133,22 6-133,69 23-30,-86-26-460,-1-1 0,0 1 0,1 0 0,-1 1 0,-1-1 0,1 0 0,0 1 0,-1 0 0,0 0 0,0 0 0,0 0 0,-1 1 0,1-1 0,-1 1 0,0-1 0,0 1 0,0 0 0,-1 0 0,0 0 0,0 0 0,0 0 0,0 0 0,-1 0 0,0 0 0,0 0 0,-1 0 0,1 0 0,-1 0 0,0 0 0,0 0 0,-1 0 1,1 0-1,-1 0 0,0-1 0,-3 5-26,-9 24-3,-1 0 1,-2-1 0,-1-1 0,-2 0-1,-11 11 3,4-2-22,-311 417-135,294-383 153,44-73 2,1 0 0,-1 1 1,1-1-1,0 0 0,0 0 1,0 1-1,-1-1 0,1 0 0,0 0 1,0 0-1,0 0 0,1 0 0,-1-1 1,0 1-1,0 0 0,0 0 0,1-1 1,-1 1-1,0-1 0,1 1 1,-1-1-1,0 1 0,1-1 0,-1 0 1,1 0-1,-1 0 0,0 1 0,1-1 1,-1-1-1,1 1 0,-1 0 1,0 0-1,1-1 0,-1 1 0,1 0 1,-1-1-1,0 1 0,1-1 0,-1 0 1,0 1-1,0-1 0,0 0 1,0 0-1,2-1 2,329-166 64,-331 168-65,0-1 1,0 0-1,1 1 0,-1-1 1,0 1-1,1-1 1,-1 1-1,0 0 0,1 0 1,-1 0-1,1 0 1,-1-1-1,0 2 0,1-1 1,-1 0-1,1 0 1,-1 0-1,0 1 0,1-1 1,-1 1-1,0-1 1,0 1-1,1-1 0,-1 1 1,0 0-1,0 0 1,0-1-1,0 1 0,0 0 1,0 0-1,0 0 1,0 0-1,0 0 0,0 1 1,0-1-1,-1 0 1,1 0-1,0 1 1,-7 58-5,-125 189 29,-141 173 224,272-422-246,-1 1 1,-1-1 0,1 1-1,0 0 1,0-1 0,-1 1 0,1 0-1,0 0 1,0 0 0,0 0-1,0 0 1,0 0 0,0 0 0,0 0-1,1 0 1,-1 0 0,0 1-1,0-1 1,1 0 0,-1 0 0,1 1-1,-1-1 1,1 0 0,0 1-1,0-1 1,-1 1 0,1-1 0,0 0-1,0 1 1,0-1 0,0 1 0,1-1-1,-1 0 1,0 1 0,0-1-1,1 0 1,-1 1 0,1-1 0,0 0-1,-1 1 1,1-1 0,0 0-1,-1 0 1,1 0 0,0 0 0,0 0-1,0 0 1,0 0 0,0 0-1,0 0 1,1 0 0,-1 0 0,0-1-1,0 1 1,0-1 0,1 1-1,-1-1 1,0 1 0,1-1 0,-1 1-1,1-1-2,11-2 1,0 0-1,1 0 1,-1-2-1,-1 1 1,1-2-1,0 1 1,-1-2-1,0 0 1,0 0-1,-1-1 1,4-3-1,-14 9 0,443-265-316,-443 265 305,1-1 0,0 0 0,0 0 0,0 1 0,0-1 0,0 1 0,0 0 0,0 0 0,1 0 0,-1 0 0,0 0 0,1 0 0,-1 0 0,1 1 0,-1-1 0,0 1 0,1 0 0,-1-1 0,1 1 0,-1 1 0,1-1 0,-1 0 0,1 0 0,-1 1 0,1 0 0,-1-1 0,1 1 0,-1 0 0,0 0 0,0 0 0,1 0 0,-1 1 0,0-1 0,0 1 0,0-1 0,0 1 0,-1 0 0,1 0 0,0-1 0,-1 1 0,1 0 0,-1 1-1,0-1 1,1 2 11,-1 11-15,-2-1-1,0 1 1,0 0-1,-2-1 0,0 1 1,0-1-1,-1 0 0,-1 0 1,-1 0-1,0-1 0,-7 12 16,-236 470 192,245-487-205,2-7 36,0 1-1,1-1 1,-1 1-1,1 0 1,-1 0-1,1-1 1,0 1-1,-1 0 1,1 0-1,0 0 1,0 0-1,0 0 1,1 1-1,-1-1 1,0 0-1,1 0 1,0 0-1,-1 1 1,1-1-1,0 0 1,0 0-1,0 1 1,1-1-1,-1 0 1,0 0-1,1 1 1,-1-1-1,1 0 1,0 0-1,0 0 1,0 0-1,0 0 1,0 0-1,0 0 1,1 0-1,-1 0 1,1-1-1,-1 1 1,1 0-1,1 0-22,4-1 1,0 0-1,-1-1 1,1 0 0,0 0-1,0-1 1,0 0-1,0 0 1,-1-1-1,1 1 1,0-1 0,-1-1-1,0 1 1,1-1-1,0-1 0,206-141-2023,-109 63-3077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172 629 25533,'0'0'1673,"0"0"587,-20 10-1273,-68 33-475,84-41-429,0-1 0,0 1 0,0 0 0,0 0-1,0 1 1,0-1 0,1 1 0,-1 0 0,1 0 0,0 0-1,0 0 1,0 0 0,0 1 0,0 0 0,1-1 0,-1 1-1,1 0 1,-2 4-83,34-7 299,-3-10-297,-1 0-1,-1-2 1,0-1-1,0-1 1,-1-2-1,-1 0 1,20-17-2,-16 13 1,340-276-1,-259 214 0,-107 81 0,0-1 0,0 0 0,-1 1 0,1-1 0,0 0 0,0 1 0,0-1 0,0 1 0,0 0 0,0-1 0,0 1 0,0 0 0,0-1 0,0 1 0,0 0 0,0 0 0,0 0 0,1 0 0,-1 0 0,0 0 0,0 0 0,0 0 0,0 1 0,0-1 0,0 0 0,0 1 0,0-1 0,0 0 0,0 1 0,0-1 0,0 1 0,-1 0 0,1-1 0,0 1 0,0 0 0,0-1 0,-1 1 0,1 0 0,0 0 0,-1 0 0,1 0 0,-1 0 0,1 0 0,-1 0 0,1 0 0,-1 0 0,1 0 0,-1 0 0,0 0 0,0 0 0,0 0 0,0 0 0,2 41 0,-2-1 0,-2 1 0,-2 0 0,-1-1 0,-3 0 0,-1 0 0,-3 4 0,-2 9 0,3 1 0,2 1 0,3 0 0,1 9 0,5-63 0,-1 0 0,1 0 0,-1 1 0,1-1 0,0 0 0,0 0 0,0 0 0,0 0 0,1 1 0,-1-1 0,1 0 0,-1 0 0,1 0 0,0 0 0,-1 0 0,1 0 0,0 0 0,0 0 0,1 0 0,-1 0 0,0-1 0,1 1 0,-1 0 0,1-1 0,-1 1 0,1-1 0,0 0 0,0 1 0,-1-1 0,1 0 0,0 0 0,0 0 0,0 0 0,0-1 0,0 1 0,0 0 0,1-1 0,-1 0 0,0 1 0,0-1 0,0 0 0,0 0 0,1 0 0,-1 0 0,0-1 0,0 1 0,2-1 0,2 0 0,1-1 0,-1 1 0,1-1 0,-1-1 0,0 1 0,0-1 0,0 0 0,0-1 0,0 0 0,-1 1 0,1-2 0,-1 1 0,0-1 0,0 1 0,-1-1 0,2-3 0,62-74 0,-4-3 0,-3-3 0,-4-2 0,38-86 0,79-174-112,-173 351 113,-1-1 0,0 1 0,0-1 1,0 1-1,1-1 0,-1 0 0,0 1 0,0-1 0,1 1 0,-1-1 0,0 0 1,1 1-1,-1-1 0,0 0 0,1 1 0,-1-1 0,1 0 0,-1 0 1,1 1-1,-1-1 0,1 0 0,-1 0 0,0 0 0,1 0 0,-1 0 1,1 1-1,-1-1 0,1 0 0,-1 0 0,1 0 0,-1 0 0,1-1 0,-1 1 1,1 0-2,-43 368 73,25-68-73,15 129 0,8-224 0,-10 0 0,-8 0 0,-10-1 0,-13 27 0,34-221 0,0 1 0,-1 0 0,-1-1 0,1 0 0,-2 0 0,1 1 0,-2-2 0,1 1 0,-1 0 0,0-1 0,-1 0 0,0-1 0,-1 1 0,0-1 0,0 0 0,-1 0 0,1-1 0,-2 0 0,1-1 0,-1 0 0,0 0 0,0-1 0,-1 0 0,1 0 0,-1-1 0,0-1 0,-1 0 0,1 0 0,0-1 0,-1 0 0,-1 0 0,3-2 0,0 0 0,0-1 0,0 0 0,0 0 0,0-1 0,1 0 0,-1-1 0,1 0 0,-1 0 0,1-1 0,0 0 0,0 0 0,1-1 0,-1 0 0,1 0 0,0-1 0,0 0 0,1 0 0,0-1 0,0 1 0,1-1 0,-1-1 0,1 1 0,1-1 0,0 0 0,0 0 0,0 0 0,1 0 0,0-1 0,1 1 0,-1-4 0,-2-13 1,0 0 0,2 0 0,1 0 0,1-1 0,1 1 0,1-1-1,1 1 1,1 0 0,2 0 0,0 0 0,2 0 0,1 1 0,0 0 0,2 0 0,1 1 0,1 1 0,7-11-1,21-29-44,3 1 0,2 3 0,3 2 0,2 1 0,32-24 44,177-158-2078,-152 138-905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30823,'0'0'1856,"0"0"-1768,-30 118-88,2-70 0,-13-15 0,6-15-416,1-18-1713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30463,'0'0'760,"0"0"-384,0 0-240,0 0-72,0 0 128,0 0-24,0 0-8,9 66-104,-9-24-56,-18 28-424,-19-10-632,-9-8-1897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30086,'0'0'825,"0"0"-385,0 0-224,0 0-40,171-97-32,-81 76-88,55-4-56,-21 6-360,-15 1-2081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230 182 30070,'0'0'997,"0"0"-603,0 0-306,42-1-41,375-46 169,196-68-85,-434 100-125,-177 15-6,1-1 0,-1 1 0,0-1 0,1 1-1,-1 0 1,0 0 0,1 0 0,-1 0-1,0 0 1,1 1 0,-1-1 0,0 1-1,0 0 1,1-1 0,-1 1 0,0 0-1,0 0 1,0 0 0,0 1 0,0-1-1,0 0 1,0 1 0,0-1 0,-1 1-1,1 0 1,-1 0 0,1-1 0,-1 1-1,0 0 1,1 0 0,-1 0 0,0 1-1,0-1 1,0 0 0,-1 0 0,1 0-1,-1 1 1,1-1 0,-1 0 0,0 1-1,1-1 1,-1 0 0,-1 1 0,1-1 0,0 0-1,0 1 1,-1-1 0,1 0 0,-2 2-1,-1 9 3,-1 0-1,0 0 0,-1 0 1,-1-1-1,0 1 0,-1-1 1,0-1-1,0 0 0,-1 0 1,-1 0-1,0-1 1,-1 0-1,0-1 0,0 0 1,-2 1-2,-135 119 14,-6-7 1,-84 47-15,43-31 17,-114 94-46,-26 43 29,277-223-160,57-51 137,0-1-1,0 1 1,1-1 0,-1 1 0,0-1 0,0 1 0,0 0 0,0-1-1,0 1 1,1-1 0,-1 1 0,0-1 0,0 1 0,1-1-1,-1 0 1,0 1 0,1-1 0,-1 1 0,1-1 0,-1 0-1,0 1 1,1-1 0,-1 0 0,1 1 0,-1-1 0,1 0-1,-1 0 1,1 1 0,-1-1 0,1 0 0,-1 0 0,1 0-1,0 0 1,-1 0 0,1 0 0,-1 0 0,1 0 0,-1 0 0,1 0-1,-1 0 1,1 0 0,-1 0 0,1 0 0,0 0 0,-1-1-1,1 1 1,-1 0 0,1 0 0,-1-1 0,0 1 0,1 0-1,-1-1 1,1 1 0,-1 0 0,1-1 0,-1 1 0,0-1-1,1 1 1,-1-1 0,0 1 23,47-21-2411</inkml:trace>
  <inkml:trace contextRef="#ctx0" brushRef="#br0" timeOffset="251.439">1226 782 28798,'0'116'784,"-37"33"24,-21 27-215,-13 0-217,4-16 80,9-2-104,19-24-192,21-36-160,11-38-64,7-35-344,7-19-136,46-49-208,-3-20-537,6-26-3128</inkml:trace>
  <inkml:trace contextRef="#ctx0" brushRef="#br0" timeOffset="422.795">1967 657 27038,'0'0'2134,"0"0"-1385,0 0-386,-21 4-191,12-2-156,-13 1 49,0 1-1,1 1 0,0 2 1,0 0-1,1 1 0,0 1 1,-4 2-65,-12 10 57,2 2 1,0 1 0,1 1 0,2 2 0,0 1 0,2 1 0,2 2 0,0 1 0,2 1-1,-11 21-57,31-46 9,1-1-1,-1 1 0,2 0 1,-1 0-1,1 0 0,0 0 1,1 1-1,0-1 0,0 1 1,1 0-1,0-1 0,0 1 1,1 0-1,0 0 0,1 0 1,0-1-1,0 1 0,1 0 1,0-1-1,3 7-8,2-7 0,1 0 1,0-1-1,0 0 0,1-1 0,0 0 0,0 0 1,0-1-1,1 0 0,0-1 0,0 0 1,0 0-1,0-1 0,0-1 0,1 0 0,-1 0 1,1-1-1,0 0 0,10-1 0,6 3-11,1-1 1,0-1-1,0-1 0,0-2 1,-1-1-1,1-1 0,-1-1 1,0-1-1,0-2 0,4-3 11,203-126-2416,-145 65-2104</inkml:trace>
  <inkml:trace contextRef="#ctx0" brushRef="#br0" timeOffset="659.578">2589 0 24253,'0'0'6586,"0"0"-5986,-73 156-272,20 18 224,-7 41-104,2 22-448,10-7 0,9-19 0,2-8 0,0-14 0,12-13 0,6-39 0,12-41 0,7-43 0,0-40-488,26-44-520,4-21 111,0-19-1639</inkml:trace>
  <inkml:trace contextRef="#ctx0" brushRef="#br0" timeOffset="933.449">2599 821 29894,'0'0'1233,"0"0"-945,0 0 144,117 44-208,-68-17-64,13-1-120,71 4-40,-13-10-672,0-5-1225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4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194 639 31135,'0'0'640,"0"0"-512,0 0-88,0 0-32,147 0 16,-59-13-24,34-16 24,0-10-24,-7-3-128,26-32-112,-49 18-520,-7 0-1929</inkml:trace>
  <inkml:trace contextRef="#ctx0" brushRef="#br0" timeOffset="200.369">1212 0 29974,'0'0'1313,"0"0"-889,-148 112-88,38 4 24,-28 54 0,-12 36-360,16 5 0,31-16 0,43-56 0,34-48-592,24-45-992,2-38-1497</inkml:trace>
  <inkml:trace contextRef="#ctx0" brushRef="#br0" timeOffset="357.062">1177 610 29510,'0'0'712,"0"0"-295,0 0-33,0 0-160,0 0-128,109 120-64,-109-47-32,-23-7-288,-10-8-1865</inkml:trace>
  <inkml:trace contextRef="#ctx0" brushRef="#br0" timeOffset="749.526">0 1516 31967,'0'0'556,"32"1"-449,0 0-116,0-1 0,0-2 1,0-1-1,0-1 0,-1-2 1,0-1-1,0-2 0,28-11 9,390-199 20,-223 101-12,-226 119-13,0 0 0,0 0 0,0-1 0,0 1 0,0 0 0,0 0 0,0-1 0,0 1 0,0 0 0,1-1 0,-1 1 0,0 0 0,0-1 0,1 1 0,-1 0 0,0-1 0,1 1-1,-1-1 1,1 1 0,-1-1 0,1 1 0,-1-1 0,1 1 0,0-1 0,-1 1 0,1-1 0,-1 1 0,1-1 0,0 0 0,-1 0 0,1 1 0,0-1 0,-1 0 0,1 0 0,0 0 0,0 0 0,-1 0 5,-157 173-30,-349 389 17,495-549 14,0-1 1,1 1-1,0 1 0,1-1 1,0 2-1,1-1 0,1 1 1,1 1-1,-1 2-1,8-17-9,0 0 0,0 0-1,0 0 1,0 0 0,0 0 0,1 0 0,-1 0 0,0 0 0,0-1-1,1 1 1,-1-1 0,1 1 0,-1-1 0,0 1 0,1-1-1,-1 0 1,1 0 0,-1 0 0,1 0 0,-1 0 0,1 0 0,-1 0-1,1 0 1,-1 0 0,1-1 0,-1 1 0,1-1 0,-1 1-1,0-1 1,1 1 0,-1-1 0,0 0 0,0 0 0,1 0 0,-1 0-1,0 0 1,0 0 0,0 0 0,0 0 0,0 0 0,0 0-1,0 0 1,-1-1 0,2 0 9,211-183-1367,-177 153 1181,-14 10 162,1 1 1,1 1 0,0 0-1,2 2 1,0 1-1,2 2 1,-1 0 0,16-5 23,-41 19 15,-1 0 0,1 0 1,0 0-1,0 0 0,0 0 1,0 0-1,0 0 0,0 0 1,0 1-1,0-1 0,0 1 1,0 0-1,0-1 1,0 1-1,0 0 0,0 0 1,0 0-1,0 0 0,0 1 1,0-1-1,0 1 0,0-1 1,0 1-1,0 0 0,0 0 1,0-1-1,0 1 0,0 1 1,-1-1-1,1 0 0,0 0 1,-1 1-1,1-1 0,-1 1 1,1-1-1,-1 1 0,0-1 1,0 1-1,0 0 0,0 0 1,0 0-1,0 0 0,0 0 1,0 0-1,-1 0 0,1 0 1,-1 0-1,0 0-15,2 20 58,-2 1-1,-1 0 1,-1 0-1,-1-1 1,-1 1 0,-1-1-1,-1 0 1,0 0-1,-2-1 1,-6 11-58,13-13-978,24-54-781,-18 27 1403,22-37-3110</inkml:trace>
  <inkml:trace contextRef="#ctx0" brushRef="#br0" timeOffset="1020.071">1537 1178 17292,'0'0'12090,"0"0"-10753,0 151-777,0-47 160,-23 37-120,-14 50-432,-16 35-168,-7-5 0,0-17 0,-2-41 0,11-47 0,7-26 0,8-30 0,3-13 0,-4 3-88,10-15-680,4-14-1169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1012 28990,'0'0'708,"0"0"-314,0 0 11,27-26 45,364-371 263,-279 283-662,4 5 1,106-75-52,-212 175-1,1 0 1,0 1 0,0 0-1,0 1 1,1 0 0,0 1-1,0 0 1,1 1 0,-1 0-1,1 1 1,0 0 0,1 1-1,-1 1 1,1 0 0,-1 1-1,11 0 1,-18 2-5,0 1-1,0-1 1,0 1-1,0 1 1,0-1-1,-1 1 1,1-1-1,-1 2 1,0-1-1,0 1 1,0-1-1,0 1 1,-1 1-1,0-1 1,1 0-1,-1 1 1,-1 0-1,1 0 1,-1 0-1,0 1 1,0-1-1,-1 1 1,1 1 5,16 38-6,-2 2-1,-2 0 1,-2 1 0,-3 0 0,-1 1-1,-3-1 1,-1 2 0,-3-1 0,-2 2 6,2 305 60,-2-354-56,-1 1 0,1-1 0,0 1 0,0-1 0,0 1 1,0 0-1,0-1 0,1 1 0,-1-1 0,1 1 0,0-1 0,-1 0 1,1 1-1,0-1 0,1 0 0,-1 1 0,0-1 0,1 0 0,-1 0 1,1 0-1,-1 0 0,1 0 0,0-1 0,0 1 0,0 0 0,0-1 1,0 0-1,0 1 0,1-1 0,-1 0 0,0 0 0,1 0 0,-1 0 0,1-1 1,-1 1-1,1 0 0,-1-1 0,1 0 0,0 0-4,6 0 4,-1-1 0,0 0 1,1-1-1,-1 1 0,0-2 0,0 1 0,0-1 0,0 0 0,-1-1 1,1 0-1,-1 0 0,0-1 0,0 0 0,0 0 0,-1 0 0,1-1 1,-2 0-1,4-3-4,-5 5 1,92-88 22,-5-5 0,-3-4 0,50-77-23,216-332-4,-322 467 3,-29 79 105,-62 410 272,46 280-59,-1 32-283,7-670-34,-4 0 0,-4-1 0,-16 49 0,23-105 0,-2 1 0,-2-2 0,0 0 0,-2 0 0,-1-1 0,-2-1 0,-1-1 0,0 0 0,-2-1 0,-2-1 0,-8 7 0,19-20 0,-2-1 0,0-1 0,0 0 0,-1 0 0,0-1 0,0-1 0,-1-1 0,0 0 0,-1 0 0,0-2 0,0 0 0,0-1 0,0 0 0,-1-2 0,1 0 0,-1 0 0,-12-2 0,22-1 0,0 0 0,0-1 0,1 0 0,-1-1 0,1 1 0,0-1 0,-1 0 0,1-1 0,1 1 0,-1-1 0,0-1 0,1 1 0,0-1 0,0 0 0,0 0 0,1 0 0,0 0 0,0-1 0,0 0 0,0 0 0,1 0 0,0 0 0,1-1 0,-1 1 0,1-1 0,0 1 0,1-1 0,-1-3 0,-9-38 0,2-1 0,2-1 0,2 1 0,2-1 0,3 0 0,2 0 0,2 0 0,2 1 0,2 0 0,2 0 0,3 1 0,64-157 0,49-1-45,-20 67-459,7 5 1,54-47 503,-43 60-1783,-21 20-1911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1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25253,'0'0'7282,"0"0"-7050,0 0-232,0 0 0,0 0 0,0 0 0,16 106 0,-5-102-240,-4-2-2521</inkml:trace>
  <inkml:trace contextRef="#ctx0" brushRef="#br0" timeOffset="250.595">44 262 32503,'0'0'264,"0"0"-264,0 0 0,0 0-448,0 0-136,0 0-1545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1288 15 29294,'0'0'920,"0"0"-319,0 0-401,-136 79-56,40-1 88,-42 34-24,-40 38-24,-13 15-120,9-1-64,30-17-80,51-45-328,31-29-368,34-34-841,29-37-1904</inkml:trace>
  <inkml:trace contextRef="#ctx0" brushRef="#br0" timeOffset="265.663">830 1027 29782,'-14'165'801,"-25"37"-321,-2-14-64,-3-5-80,9-15-40,14-42-184,17-45-112,4-42-120,0-30-272,14-9-232,32-90-161,-2-3-887,-3-21-5177</inkml:trace>
  <inkml:trace contextRef="#ctx0" brushRef="#br0" timeOffset="783.284">1694 0 23861,'-47'220'6747,"-62"92"-6566,83-244 293,-73 192-161,98-259-325,2-1 8,-1 0 0,1 0 0,-1 0 0,1 0 0,-1 0 0,1 0 0,-1 0 0,1 0-1,-1 0 1,1 0 0,-1 0 0,1 1 0,-1-1 0,1 0 0,-1 0 0,0 0 0,1 1 0,-1-1 0,1 0 0,-1 1 0,0-1 0,1 0 0,-1 1 0,0-1 0,1 0-1,-1 1 1,0-1 0,1 1 0,-1-1 0,0 0 0,0 1 0,0-1 0,0 1 0,1-1 0,-1 1 0,0-1 0,0 1 0,0-1 0,0 1 0,0-1 0,0 1-1,0-1 1,0 1 0,0-1 0,0 1 0,0-1 0,-1 1 0,1-1 0,0 1 0,0-1 0,0 0 0,-1 1 0,1-1 0,0 1 0,0-1 0,-1 0 0,1 1 0,0-1-1,-1 0 1,1 1 0,-1-1 0,1 0 0,0 1 0,-1-1 0,1 0 0,-1 0 4,102-120-1044,-49 53-138,252-297-837,-271 332 2284,1 1-1,2 2 0,0 1 1,2 2-1,1 2 1,1 1-1,1 2 0,1 2 1,1 2-1,0 2 1,41-9-265,42 10 356,-123 14-345,-1 1-1,1-1 1,-1 1 0,1 0-1,-1 0 1,0 0 0,1 0-1,-1 0 1,0 1 0,0-1-1,0 1 1,0 0 0,0-1 0,0 1-1,0 0 1,0 0 0,-1 0-1,1 0 1,-1 1 0,0-1-1,1 0 1,-1 0 0,0 1 0,0-1-1,-1 1 1,1-1 0,0 1-1,-1-1 1,0 1 0,1 0-1,-1-1 1,0 1 0,0 0 0,-1-1-1,1 1 1,0-1 0,-1 1-1,0-1 1,1 1 0,-1-1-1,0 1 1,0-1 0,0 0-1,-1 1 1,1-1 0,-1 0 0,1 0-11,-12 33 78,-2-2 1,-1 0-1,-1 0 1,-1-2-1,-8 8-78,12-16 20,-92 138 28,-6-4 1,-23 13-49,-27-7-48,152-154 48,0-1 0,-1 0 0,0-1-1,0 0 1,-1-1 0,0 0 0,0-1 0,0 0 0,-1-1 0,-2 0 0,-3-13-98,15-29-519,22-7-554,137-228-484,-145 256 1721,0 0 0,1 0 0,1 1 0,0 1 0,1 0-1,1 1 1,0 0 0,1 1 0,1 1 0,0 1 0,0 0 0,1 1 0,1 1 0,11-4-66,-27 13 54,1-1 0,-1 1 0,1 0 0,0 0 0,-1 0 0,1 0 0,0 0 0,-1 1 0,1 0 0,-1 0 0,1 0 0,-1 0 0,1 0 0,-1 1 0,0 0 0,0-1-1,0 1 1,0 0 0,0 1 0,0-1 0,0 0 0,-1 1 0,1 0 0,-1-1 0,1 1 0,-1 0 0,0 0 0,0 0 0,-1 1 0,1-1 0,-1 0 0,0 1 0,1-1 0,-1 1 0,-1-1 0,1 1 0,0-1 0,-1 1 0,0 0 0,0-1 0,0 1 0,0 0 0,-1-1 0,1 1 0,-1-1 0,-1 3-54,2 72 233,-4 0-1,-4 0 1,-2-1-1,-4 0 1,-4-1-1,-12 29-232,-46 240-325,66-279-208,9-65 521,0 0 0,0 0 0,0-1 0,0 1 0,1 0 0,-1-1 0,0 1 0,0-1 0,0 1-1,0-1 1,0 0 0,-1 1 0,1-1 0,0 0 0,0 0 0,0 1 0,0-1 0,0 0 0,0 0-1,0 0 1,0-1 0,0 1 0,0 0 0,-1 0 0,1-1 0,0 1 0,0 0 0,0-1 0,0 1 0,0-1-1,0 1 1,0-1 0,1 0 0,-1 1 0,0-1 0,0 0 0,0 0 0,1 1 0,-1-1 0,0 0-1,1 0 1,-1 0 12,-110-131-1876,79 86 709,-21-28-1526</inkml:trace>
  <inkml:trace contextRef="#ctx0" brushRef="#br0" timeOffset="1158.434">1404 1053 28894,'-22'164'1092,"7"0"-1,8 0 0,10 88-1091,-4-247-4,1 1-1,0-1 1,0 1 0,0-1-1,1 0 1,0 1-1,0-1 1,0 0-1,0 0 1,1 0 0,0 0-1,0 0 1,1 0-1,-1 0 1,1-1-1,0 1 1,0-1 0,1 0-1,2 3 5,-4-7-12,0 0-1,0 0 0,0 0 0,0 0 1,0-1-1,0 1 0,0-1 1,0 1-1,0-1 0,-1 0 1,1 1-1,0-1 0,0 0 1,-1 0-1,1-1 0,-1 1 0,1 0 1,-1 0-1,1-1 0,-1 1 1,0-1-1,0 1 0,0-1 1,0 0-1,0 1 0,0-1 1,0 0-1,0-1 13,4-3-26,63-89-229,-34 43 188,2 1 0,1 2 0,3 1 0,2 2 0,2 2-1,2 2 1,2 2 0,1 3 0,35-20 67,-18 21 89,1 3 0,1 2 0,2 4 0,1 3 0,1 3 0,1 3 1,1 3-1,0 3 0,0 4 0,70 1-89,-135 7 20,-1 0 1,1 0-1,-1 1 0,1 0 1,-1 0-1,1 1 1,-1 0-1,0 0 1,0 1-1,0 0 0,0 1 1,0 0-1,-1 0 1,1 1-1,-1-1 0,0 2 1,-1-1-1,1 1 1,-1 0-1,0 0 1,-1 0-1,0 1 0,0 0 1,0 0-1,0 1 1,0 1-21,-2 2 18,-1-1 1,0 0 0,-1 1 0,0-1 0,0 1 0,-1 0 0,0-1 0,-1 1-1,-1-1 1,1 1 0,-2-1 0,1 0 0,-1 1 0,-1-1 0,0-1 0,0 1 0,-1 0-1,0-1 1,-2 1-19,-133 162 72,133-165-70,-508 465-96,437-398-1135,64-62-772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697 975 26926,'0'0'1788,"0"0"-772,0 0-305,0-21-197,-1-129 90,2 142-585,0 0-1,-1-1 1,0 1 0,0 0 0,-1 0-1,0 0 1,0 0 0,-1 0 0,0 0 0,-1 0-1,0 0 1,0 1 0,0-1 0,-1 1 0,0 0-1,-1 0 1,1 0 0,-1 1 0,-1 0 0,1 0-1,-1 0 1,0 0 0,0 1 0,-1 0 0,0 0-1,0 1 1,0 0 0,0 0 0,0 1 0,-1 0-1,0 0 1,0 0 0,0 1-19,-7 4-1,0 0 0,0 0 1,0 2-1,1-1 0,0 2 0,0 0 1,0 1-1,0 0 0,1 1 0,0 1 1,0 0-1,1 1 0,0 0 0,0 1 1,1 0-1,1 0 0,0 2 0,0-1 1,1 1-1,0 0 0,1 1 0,1 0 1,0 0-1,1 1 0,-2 5 1,-14 25 1,1 1-1,3 1 1,1 0-1,3 1 1,1 1-1,3 0 1,2 1-1,2 0 1,2 0 0,2 46-1,2-89 0,0 1 0,0-1 0,1 1 1,0-1-1,0 1 0,0-1 0,1 0 1,0 0-1,1 1 0,-1-2 0,1 1 1,0 0-1,0 0 0,1-1 1,0 0-1,0 1 0,0-2 0,0 1 1,1 0-1,0-1 0,0 0 0,0 0 1,0 0-1,1-1 0,1 1 0,6 4 16,-1-2 0,1 0 0,0 0 0,0-1 0,1-1 0,-1 0 0,1-1 0,0-1 0,0 0 0,0-1 0,0 0 0,0-1 0,0-1 0,1 0 0,-1-1 0,-1 0 0,1-1 0,0-1 0,3-1-16,8-4 10,0-1 0,-1-2 0,0 0 0,-1-2 0,-1 0 1,0-1-1,-1-2 0,0 0 0,13-16-10,-10 8-254,-1-1 0,-2 0 0,0-2 0,-2-1 1,-1-1-1,-1 0 0,-2-1 0,11-31 254,-6 1-2138</inkml:trace>
  <inkml:trace contextRef="#ctx0" brushRef="#br0" timeOffset="915.79">625 458 25589,'0'0'3108,"0"0"-2084,20-4-575,64-11-32,-80 16-390,0-1 1,0 1 0,0 0-1,0 1 1,0-1 0,0 1-1,0-1 1,-1 1 0,1 0-1,-1 0 1,1 1 0,-1-1-1,0 1 1,0 0 0,0 0-1,0 0 1,-1 0 0,1 0-1,-1 1 1,0-1 0,0 1-1,0-1 1,0 1 0,0 0-1,-1 0 1,0 0 0,0 0-28,2 3 39,8 24 53,-1 2-1,-1 0 1,-2 0-1,-2 0 1,-1 1-1,-1-1 0,-2 1 1,-2 0-1,-2 19-91,4-26 10,-1-1 0,-1 0 0,-2 0 0,0 0 0,-2 0 0,0 0 1,-2-1-1,-1 0 0,-1 0 0,-1-1 0,-1 0 0,-1-1 0,-1 0 0,-1-1 0,-2-1 0,0 0 0,-7 6-10,8-13 0,-1 0 0,0-2 0,-1 0 0,0-1 0,-1 0 0,0-2 0,-1 0 0,0-1 0,0-1 0,-1 0 0,0-2 0,0 0 0,0-1 0,0-2 0,-1 0 0,1-1 0,-4-1 0,18 1 0,0-1-1,1 0 1,-1 0 0,0 0-1,0-1 1,1 1 0,-1-2-1,0 1 1,1-1 0,-1 1-1,1-1 1,0-1 0,0 1-1,0-1 1,0 0 0,0 0-1,0-1 1,1 1 0,-1-1-1,1 0 1,0 0 0,1 0 0,-1-1-1,1 0 1,-1 1 0,1-1-1,1 0 1,-1 0 0,0-2 0,-13-140-161,16 139 148,3-19-98,0 0-1,2 0 1,1 0-1,2 1 0,0 0 1,1 0-1,2 1 1,1 1-1,1 0 1,0 0-1,2 1 1,1 1-1,1 0 0,1 2 1,0 0-1,2 0 1,0 2-1,1 1 1,1 0-1,13-7 112,37-19-1512,-12 10-2340</inkml:trace>
  <inkml:trace contextRef="#ctx0" brushRef="#br0" timeOffset="1165.296">1035 0 29462,'0'0'1497,"0"0"-1217,0 0-112,-161 170 120,37-43 32,-40 37-88,-13 14-152,11-8-80,41-35-96,52-52-352,33-34-320,36-32-473,4-11-335,0-6-4449</inkml:trace>
  <inkml:trace contextRef="#ctx0" brushRef="#br0" timeOffset="1353.271">554 875 26822,'0'0'2752,"16"191"-2080,-18-15-119,-33 25-289,-6-8-64,13-48-96,23-54-104,5-37-128,35-25-560,4-10-985,0-15-4016</inkml:trace>
  <inkml:trace contextRef="#ctx0" brushRef="#br0" timeOffset="2030.835">1157 58 22829,'0'0'6244,"0"0"-4656,0 0-1256,8 20-4,31 128 362,-40-145-680,1 1-1,-1 0 1,1 0 0,0 0 0,0 0 0,0-1-1,1 1 1,-1 0 0,1 0 0,0-1-1,0 1 1,1 0 0,-1-1 0,1 1 0,-1-1-1,1 1 1,0-1 0,1 0 0,-1 0-1,0 0 1,1 0 0,0 0 0,-1-1 0,1 1-1,0-1 1,0 1 0,1-1 0,-1 0-1,0-1 1,1 1 0,-1 0 0,1-1 0,0 0-1,-1 0 1,1 0 0,1 0-10,16-2-8,-1-1-1,1 0 1,-1-2-1,0 0 1,0-2-1,-1 0 1,1-1 0,-1-1-1,16-9 9,32-11-28,-33 15 25,1 1 1,0 1-1,0 3 1,1 1-1,0 1 1,1 2-1,-1 1 1,13 3 2,-43-1 4,0 2-1,-1-1 1,1 0 0,0 1-1,-1 0 1,1 1 0,-1-1-1,1 1 1,-1 0-1,0 0 1,1 1 0,-1 0-1,-1 0 1,1 0 0,0 0-1,-1 1 1,1-1 0,-1 1-1,0 0 1,0 1 0,-1-1-1,1 1 1,-1-1 0,0 1-1,0 0 1,-1 0 0,1 1-1,-1-1 1,0 0 0,-1 1-1,1-1 1,-1 1 0,0 0-1,-1-1 1,1 1 0,-1 0-1,0-1 1,-1 1 0,1 0-1,-1 0 1,0-1 0,0 1-1,-1 0-3,-7 12 7,-2 1-1,1-2 0,-2 1 1,-1-2-1,0 0 1,-1 0-1,0-1 0,-1-1 1,-1 0-1,0-1 0,-1-1 1,-1 0-1,1-2 1,-18 8-7,1 5-72,0-1 1,-2-3 0,-1 0-1,0-2 1,-1-2 0,-1-2-1,0-1 1,-24 3 71,61-15 4,1 1-23,0-1 1,0 1-1,0 0 0,0-1 1,0 1-1,-1-1 1,1 0-1,0 1 1,0-1-1,0 0 1,-1 0-1,1 1 0,0-1 1,0 0-1,0 0 1,-1 0-1,1-1 1,0 1-1,0 0 1,-1 0-1,1-1 0,0 1 1,0-1-1,0 1 1,0-1-1,0 1 1,0-1-1,0 0 1,0 1-1,0-1 1,0 0-1,0 0 0,0 0 1,0 0-1,1 0 1,-1 0-1,0 0 1,0 0-1,1 0 1,-1 0-1,1 0 0,-1 0 1,1 0-1,0-1 1,-1 1-1,1 0 1,0-2 18,0 3-3,1-1 0,-1 0 0,0 1 0,1-1-1,-1 0 1,1 1 0,-1-1 0,1 1 0,-1-1 0,1 1 0,-1-1 0,1 1 0,0-1 0,-1 1 0,1 0 0,0-1 0,-1 1 0,1 0 0,0-1 0,0 1 0,-1 0 0,1 0 0,0 0 0,0 0 0,-1-1 0,1 1 0,0 0 0,0 1 0,0-1 0,-1 0 0,1 0 0,0 0 0,0 0 0,-1 0 0,1 1 0,0-1-1,-1 0 1,1 1 0,0-1 0,-1 1 0,1-1 0,0 0 0,-1 1 0,1 0 3,13 64 36,-17-24 9,-3 0 0,-1 0-1,-2-1 1,-2 0-1,-2-1 1,-1 0 0,-2-1-1,-2 0 1,-17 26-45,27-48-8,7-13 7,-65 102-543,63-103 508,1 1-1,-1 0 1,0-1-1,0 1 1,0-1 0,0 0-1,0 0 1,0 0-1,0 0 1,-1-1-1,1 1 1,-1-1-1,1 0 1,-1 0-1,0 0 1,1-1-1,-1 1 1,0-1-1,0 0 1,1 0-1,-1 0 1,0 0-1,0-1 1,1 1 0,-1-1-1,0 0 1,1 0-1,-1-1 1,1 1-1,-1-1 1,-1 0 36,-59-43-433,57 39 487,0-1 0,0 1 0,-1 0 0,0 1 0,0-1 0,0 2 0,-1-1 0,1 1-1,-1 1 1,0-1 0,-1 1 0,1 1 0,0 0 0,-1 0 0,1 1 0,-1 0 0,-4 1-54,10 2 31,1 0 1,-1 0-1,1 1 0,0-1 1,0 1-1,0 0 1,1 0-1,-1 0 0,0 0 1,1 1-1,0-1 1,0 0-1,0 1 1,0 0-1,1-1 0,-1 1 1,1 0-1,0 0 1,0 0-1,1 0 0,-1 0 1,1 0-1,-1 0 1,1 0-1,1 0 0,-1 0 1,1 0-1,-1 0 1,2 2-32,0-2-1,0 0 0,0-1 1,0 1-1,1-1 0,0 1 1,0-1-1,0 0 0,0 0 1,0 0-1,0-1 1,1 1-1,-1-1 0,1 0 1,0 0-1,0 0 0,0 0 1,0-1-1,0 0 0,0 1 1,0-2-1,0 1 0,1 0 1,-1-1-1,0 0 0,0 0 1,1 0-1,-1 0 0,0-1 1,0 1-1,1-1 1,-1 0-1,0-1 0,0 1 1,0-1-1,0 1 1,162-63-349,-95 30 225,-50 24 171,1-1 1,0 2-1,0 1 1,1 1-1,0 1 1,0 1-1,0 1 1,1 1 0,0 1-1,0 0 1,-1 3-1,10 0-47,-26 3 20,1 0 1,-1 1-1,1-1 0,-1 1 0,-1 1 0,1-1 1,-1 1-1,0 1 0,0-1 0,-1 1 0,1 0 0,-2 0 1,1 0-1,-1 1 0,0 0 0,0-1 0,-1 1 1,0 1-1,-1-1 0,0 0 0,0 1 0,-1-1 0,0 1 1,0 0-1,-1-1 0,0 1 0,-1 0 0,1-1 0,-2 1 1,1-1-1,-4 8-20,2-4-85,-2-1 1,1 0-1,-2 0 0,1-1 1,-1 1-1,-1-1 0,0-1 1,0 1-1,-1-1 1,0 0-1,-3 1 85,-49 36-1818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36 19636,'0'0'10698,"0"0"-10041,0 0-193,0 0-240,0 0-128,0 0-40,0 0-56,-14-35-16,67 58-240,-7-1-864,-6 3-1697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3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31047,'0'0'1104,"0"0"-760,0 0-80,0 0-256,0 0-8,0 0 0,0 0 0,90 66-624,-42-41-1193,-13-8-15498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23493,'0'0'6593,"0"0"-6120,0 0-361,0 138-112,0-86-224,0-14-273,0-13-1519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497 332 29302,'0'0'1494,"0"0"-1053,2-23-314,5-137 402,-6 155-508,0-1 0,0 0-1,-1 1 1,0-1-1,0 1 1,-1-1-1,0 1 1,0-1-1,0 1 1,0-1-1,-1 1 1,0 0-1,0-1 1,0 1-1,-1 0 1,1 1-1,-1-1 1,-1 0-1,1 1 1,-1 0-1,1-1 1,-1 1-1,0 1 1,-1-1 0,1 1-1,-1-1 1,1 1-1,-1 1 1,0-1-1,0 1 1,-2-1-21,-1 1 4,-1 1 1,1 0 0,0 1-1,0 0 1,0 0 0,0 1-1,-1 0 1,1 1 0,0-1-1,0 2 1,1-1 0,-1 1-1,0 0 1,1 0 0,0 1 0,0 0-1,0 1 1,0-1 0,1 1-1,-1 1 1,-2 2-5,-107 143 98,95-113-95,1 0 1,2 1-1,2 1 0,2 0 1,1 2-1,2-1 1,2 1-1,2 1 1,2 0-1,1 0 1,3 0-1,3 39-3,1-70 0,1-1 0,0 0 0,1 0 0,1-1 0,-1 1 0,2-1 0,-1 0 0,1-1 0,1 0 0,0 0 0,0 0 0,0-1 0,1-1 0,1 1 0,-1-1 0,1-1 0,0 0 0,1 0 0,-1-1 0,1 0 0,0-1 0,1 0 0,-1-1 0,0 0 0,1-1 0,0 0 0,0-1 0,-1 0 0,1-1 0,0 0 0,0-1 0,0-1 0,-1 0 0,1 0 0,-1-1 0,1 0 0,-1-1 0,7-3 0,-3 0 1,0-1 0,0 0 0,0-1 0,-1-1 0,-1 0 0,0-1 0,0 0 0,-1-1 0,-1 0 0,1-1 0,-2-1 0,0 0 0,-1 0 0,0 0 0,-1-1 0,-1-1 0,1-3-1,4-13-27,-2 0 1,-1 0 0,-2-1 0,-1 0-1,-1 0 1,-2-1 0,-1 1 0,-3-11 26,-1 12-292,-1 0 0,-2 0 0,-2 1 1,-1-1-1,-1 2 0,-1-1 0,-2 1 0,-1 1 1,-2-2 291,-25-50-2590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4:53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1460 28910,'0'0'776,"0"0"-128,0 0-183,0 0-129,0 0 8,0 0-72,0 0-128,106-64-88,-49 82-56,8 18-72,13 51-288,-18-7-400,-18 8-1185</inkml:trace>
  <inkml:trace contextRef="#ctx0" brushRef="#br0" timeOffset="246.446">488 3015 30535,'0'0'800,"0"0"-584,0 0-216,67-170-80,32 37 72,46-43 8,-16 23-304,-21 20-1137</inkml:trace>
  <inkml:trace contextRef="#ctx0" brushRef="#br0" timeOffset="419.284">1732 1054 28638,'0'0'2241,"0"0"-1905,0 0-144,0 0-80,0 0-48,0 0 16,0 0-32,111 0-48,-70 0-232,-4 16-592,-12 9-1001,-15 2-2520</inkml:trace>
  <inkml:trace contextRef="#ctx0" brushRef="#br0" timeOffset="602.21">1410 1638 27110,'0'0'2352,"0"0"-1728,0 0-55,0 0-385,0 0-112,0 0-16,131-6 0,-32-29-24,0 2-32,-5 8-40,-15 8-232,-15 13-89,-18 4 297,-20 21-168,-26 49-616,-28-3-960,-18 1-4978</inkml:trace>
  <inkml:trace contextRef="#ctx0" brushRef="#br0" timeOffset="856.423">1958 562 24093,'0'0'5057,"0"0"-4537,0 0-64,-62 232 329,-37-22-265,-35 51-72,-25 25-16,-9 4-168,7-14-128,-3-6-80,12-24-56,21-28 0,32-35 0,36-57-304,31-47-224,25-58-304,7-21-329,0-34-1999</inkml:trace>
  <inkml:trace contextRef="#ctx0" brushRef="#br0" timeOffset="1106.322">1801 1935 29390,'0'0'896,"134"-2"-687,-54 2-49,6 16 136,-10 11-208,-7 6-40,-12 7-24,-6 3-24,-21 17-368,-14-10-809,-16-13-4048</inkml:trace>
  <inkml:trace contextRef="#ctx0" brushRef="#br0" timeOffset="1529.322">725 2239 27550,'0'0'2072,"0"0"-1536,0 0-191,0 0-209,136-74 152,25 30 64,72-10-88,25 3-168,-9 11-64,-35 17-32,-50 15-64,-28 8-368,-44 0-1105,-32 0-9633</inkml:trace>
  <inkml:trace contextRef="#ctx0" brushRef="#br0" timeOffset="2322.042">1506 2208 30214,'0'0'1137,"0"0"-1033,0 0-48,0 0 16,0 0-32,0 0 8,145 44-32,-115-25-16,-9 16-176,-7-2-704,-14-4-1465</inkml:trace>
  <inkml:trace contextRef="#ctx0" brushRef="#br0" timeOffset="2585.683">910 2861 29990,'0'0'665,"0"0"-665,0 0-16,193-20 16,-75-16 32,22-11-32,-11-3 0,23-12 0,-46 14-825,-39 15-1391</inkml:trace>
  <inkml:trace contextRef="#ctx0" brushRef="#br0" timeOffset="2840.352">1543 2824 28390,'-113'118'952,"-11"19"-448,-7 12-328,36-30-176,31-32-16,24-31-864,20-29-3417</inkml:trace>
  <inkml:trace contextRef="#ctx0" brushRef="#br0" timeOffset="2841.352">1843 2953 23581,'0'0'6665,"0"0"-6056,106 120-161,-60-58-288,0 0-88,2-6-40,44-2-32,-11-14-208,-5-20-1257</inkml:trace>
  <inkml:trace contextRef="#ctx0" brushRef="#br0" timeOffset="15140.203">394 143 24525,'0'0'3508,"0"0"-2397,0 0-630,0 0-32,0 0-20,0 0-31,-13-15-119,-68-83 12,78 95-285,0 0 1,0 1 0,-1-1-1,1 1 1,-1-1 0,1 1-1,-1 0 1,0 1-1,0-1 1,0 1 0,0-1-1,0 1 1,0 0 0,0 1-1,-1-1 1,1 1 0,0 0-1,0 0 1,0 0 0,-1 0-1,1 1 1,0 0-1,0 0 1,0 0 0,0 0-1,0 1 1,0-1 0,0 1-1,0 0 1,1 0 0,-1 1-1,1-1 1,-1 1 0,1-1-1,0 1 1,0 0-1,0 0 1,1 1 0,-1-1-1,1 1 1,-1-1 0,1 1-1,0 0 1,1-1 0,-1 1-1,1 0 1,-1 3-7,-20 35 11,2 2 0,1 0 1,3 1-1,2 1 0,2 0 0,1 1 1,3 1-1,2-1 0,0 34-11,5-74 4,0 1-1,0 0 1,1-1 0,0 1-1,0 0 1,1 0 0,0-1-1,1 1 1,-1 0 0,1-1-1,1 1 1,-1-1 0,1 0-1,1 0 1,-1 0 0,1 0 0,0-1-1,1 1 1,-1-1 0,2 0-1,-1 0 1,0-1 0,1 0-1,0 0 1,0 0 0,1-1-1,-1 1 1,7 2-4,4-1-3,-1 0 1,1-2 0,0 1-1,1-2 1,-1 0 0,1-2-1,-1 0 1,1 0 0,-1-2-1,1 0 1,0-1 0,-1-1-1,0 0 1,0-2 0,0 0-1,0 0 1,-1-2 0,0 0-1,0-1 1,-1 0 0,1-2-1,-2 0 1,0 0 0,0-1-1,-1-1 1,0 0 0,-1-1-1,0 0 1,-2-1 0,1 0-1,-1-1 1,-1 0-1,-1-1 1,0 1 0,-1-2-1,-1 1 1,4-14 2,-7 15-83,-1 0 0,0 1 0,-1-1 0,0 0 0,-1 0 0,-1 0 0,-1 0 0,0 0 0,0 1 0,-2-1 0,-4-13 83,-51-85-3581,13 54-5045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0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578 132 29726,'0'0'1507,"0"0"-1096,0 0-347,24 0-13,8 0 24,0-2 1,0-1-1,0-1 1,0-2-1,28-9-75,23-13 92,-36 10-51,1 3 0,1 2-1,0 1 1,47-3-41,-91 14-1,59 4-81,-63-2 79,1-1 0,-1 1 0,1 0 0,-1 0 0,0 0 0,0 0 0,1 0 0,-1 0 0,0 0 0,0 0 0,0 1 0,0-1 0,0 0 0,-1 1 0,1-1 0,0 0 0,-1 1 0,1-1 0,0 1 0,-1-1 0,0 1 0,1-1 0,-1 1 0,0 0 0,0-1 0,0 1 0,0-1 0,0 1 0,0-1 0,-1 1 0,1 0 0,0-1 0,-1 1 0,1-1 0,-1 1 0,1-1 0,-1 0 0,0 1 0,0 0 3,-9 19-7,-1 0 0,-1-1 0,0 0-1,-2-1 1,0-1 0,-1 0 0,-1-1 0,-15 14 7,17-18-2,-489 467-6,-53 55-89,550-528 38,0-3-27,1 1 1,0 0-1,0 0 1,0 0-1,0 1 1,1-1-1,0 1 1,1 0-1,-1 0 1,1 1 0,0-1-1,0 1 1,1 0-1,0-1 1,0 1-1,1 0 1,0 0-1,0 0 1,0 1 85,3 0-2754</inkml:trace>
  <inkml:trace contextRef="#ctx0" brushRef="#br0" timeOffset="247.055">829 980 29822,'-36'151'761,"-20"32"-145,3-11-136,3 2 56,17-4-160,15-19-240,11-37-136,7-39-40,0-44-432,2-29-96,26-41-232,-3-19-945,1-17-14810</inkml:trace>
  <inkml:trace contextRef="#ctx0" brushRef="#br0" timeOffset="495.034">1371 594 29646,'0'0'1143,"-21"18"-752,-230 228 524,227-223-879,0 1-1,2 1 1,1 0 0,0 2-1,2 1 1,2 0 0,0 1-1,2 1 1,1 0 0,1 1 0,2 1-1,1 0 1,-2 18-36,11-43 2,1 0 0,1 0 0,-1-1 0,1 1 0,1 0 0,-1-1 0,1 1 0,0-1 0,0 1 0,1-1 0,0 0 0,0 0 0,1 0 0,-1-1 0,1 1 0,0-1 0,1 0 0,0 0 0,-1 0 0,1 0 0,1-1 0,-1 0 0,1 0 0,-1-1 0,1 1 0,5 1-2,10 5 4,0-1 0,1-2 0,0 0 0,0-1 0,0-1 0,1-1 0,10 1-4,16 0-153,0-3 0,0-1 0,0-2 0,0-3 0,-1-1 0,1-3 0,-1-2 0,29-11 153,21-13-2017</inkml:trace>
  <inkml:trace contextRef="#ctx0" brushRef="#br0" timeOffset="683.654">1979 316 31423,'-14'191'792,"3"45"-536,-1-6-112,-4 9 8,2-3-152,5-12 0,0-16 0,2-22 0,0-43 0,2-43 0,3-48-480,2-40 32,0-12-288,0-48 264,2-82-1225,10-1-1832,-8-8-14963</inkml:trace>
  <inkml:trace contextRef="#ctx0" brushRef="#br0" timeOffset="932.795">1995 967 28910,'0'0'1561,"0"0"-1057,0 0-64,145-31-176,-90 31-96,5 2-104,46 9-64,-13-3-424,-4-8-2009</inkml:trace>
  <inkml:trace contextRef="#ctx0" brushRef="#br0" timeOffset="1184.351">3585 134 28406,'0'0'3553,"0"0"-3553,0 0-592,0 0 256,0 0 336,156-33 368,-98 37-32,2 4-224,-3 2-112,-8 1-24,-10 3-176,-16-1-456,-16-3-2009</inkml:trace>
  <inkml:trace contextRef="#ctx0" brushRef="#br0" timeOffset="1478.823">2917 1264 31495,'-20'172'574,"9"1"0,7 35-574,4-181 24,-2-18-32,1 0 0,0 0 0,0 0 0,1 0 0,1 0 0,-1-1 0,1 1 0,1 0 0,0 0 0,0-1 0,0 1 0,1-1 0,1 1 0,-1-1 0,1 0 0,1-1 0,-1 1 0,2-1 0,-1 1 0,1-2 0,-1 1 0,3 0 8,-6-6-36,1 0 1,0-1-1,-1 0 1,1 0-1,0 1 0,-1-1 1,1-1-1,0 1 1,-1 0-1,1-1 0,0 1 1,-1-1-1,1 0 1,-1 0-1,1 0 0,-1 0 1,1 0-1,-1-1 0,0 1 1,0-1-1,0 1 1,0-1-1,0 0 0,0 0 1,0 0-1,0 0 1,-1 0-1,1 0 0,-1-1 1,1 1-1,-1 0 1,0-1-1,0 1 0,0-1 1,0 0-1,-1 1 1,1-1-1,-1 1 0,1-1 1,-1 0-1,0 0 1,0 1-1,0-1 0,0 0 1,-1-1 35,8-18-224,11-34 72,1 1-1,4 1 1,1 1 0,3 1-1,2 2 1,2 0-1,3 2 1,1 2-1,3 1 1,1 1 0,2 3-1,2 1 1,2 2-1,42-26 153,-18 25 271,1 3 0,3 4-1,0 2 1,2 4-1,0 3 1,2 3 0,0 4-1,1 3 1,1 3-1,0 4 1,51 4-271,-114 2 21,0 1-1,0 0 1,0 1 0,-1 1-1,1 1 1,-1 0 0,1 1-1,-1 0 1,0 2 0,-1-1-1,0 2 1,11 7-21,-18-11 6,-1 2 1,1-1 0,-1 1-1,0-1 1,0 2 0,-1-1-1,0 1 1,0 0-1,0 0 1,-1 0 0,0 0-1,-1 1 1,1 0 0,-1 0-1,-1 0 1,0 0-1,0 0 1,0 0 0,-1 0-1,0 1 1,-1-1 0,0 1-1,0-1 1,-1 4-7,-5 9 13,0 0 0,-1 0 1,-2 0-1,0-1 1,0-1-1,-2 1 0,-1-2 1,0 0-1,-1 0 0,-1-1 1,-1 0-1,0-2 0,-1 0 1,-11 8-14,10-6-52,-1 0 1,0-1 0,-1-1 0,-1-1 0,0-1 0,-1-1 0,-1-1 0,0 0 0,0-2 0,-12 4 51,-138-4-2607,101-21-547</inkml:trace>
  <inkml:trace contextRef="#ctx0" brushRef="#br0" timeOffset="1731.028">4013 339 28510,'0'0'1977,"2"158"-1569,-18-24-8,-25 16-192,-3-24-8,5-33-32,14-26-112,4-7-56,-9 31-432,2-14-1017,5-13-1143</inkml:trace>
  <inkml:trace contextRef="#ctx0" brushRef="#br0" timeOffset="1981.172">3905 1148 29478,'0'0'1361,"0"0"-1081,0 0 80,150 4-176,-116 4-72,-4-4-80,0-4-32,14-18-328,-5-16-977,-4-5-2879</inkml:trace>
  <inkml:trace contextRef="#ctx0" brushRef="#br0" timeOffset="1982.172">4414 685 5401,'0'0'24149,"0"0"-23581,-51 114-416,28-47 33,5 7 447,6-1-104,12-3-152,0-9-184,16-12-120,19-9-72,6-15-200,33-19-240,-12-6-977,-4 0-4896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1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30431,'0'0'1048,"0"0"-944,0 0-64,163 0-40,-66 12-24,-17 1-704,-1-3-4033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22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26766,'0'0'1368,"0"0"-528,0 0-24,0 0-79,0 0-313,0 0-200,0 0 32,46-2-32,-11 2-80,4 0-40,0 0-48,3 0-40,-5 0-16,-1 0-16,4 17-248,-10-3-552,-10-1-2137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2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29398,'0'0'992,"0"0"-671,0 0 103,0 0-136,147 0-184,-52 2-104,-15 7-824,-13-1-4554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2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17 20420,'0'0'1475,"0"0"-688,0 0-144,0 0-23,0 0-229,0 0 40,-7 9 385,-24 30 136,30-37-881,0-1 1,0 0-1,-1 0 1,1 1-1,-1-1 0,1 0 1,-1 0-1,1-1 1,-1 1-1,0 0 0,1 0 1,-1-1-1,0 1 1,1-1-1,-1 0 0,0 1 1,0-1-1,0 0 1,1 0-1,-1 0 0,0 0 1,0 0-1,0-1 1,1 1-1,-1 0 0,0-1 1,0 1-1,1-1 1,-1 0-1,1 0 0,-1 0 1,0 1-1,1-1 1,-1-1-1,1 1 0,0 0 1,-1 0-1,1 0 1,0-1-1,0 1 0,0-1-71,1 0 19,0 0 0,0 0-1,0-1 1,1 1 0,-1 0 0,1 0-1,-1 0 1,1 0 0,0 0-1,0 0 1,0 0 0,0 0-1,0 0 1,0 0 0,1 0 0,-1 1-1,1-1 1,-1 1 0,1-1-1,0 1 1,-1-1 0,1 1-1,0 0 1,0 0 0,0 0 0,0 0-1,0 0 1,0 0 0,0 0-1,0 1 1,0-1 0,1 1-1,-1 0 1,0 0 0,0-1 0,0 1-1,1 1 1,-1-1 0,0 0-1,0 0 1,0 1 0,1-1-1,-1 1 1,1 1-19,-8 18 740,4-19-734,0 0-1,0 0 0,0 0 0,0 0 1,0-1-1,-1 1 0,1 0 1,0-1-1,0 1 0,-1-1 0,1 1 1,0-1-1,-1 1 0,1-1 1,0 0-1,-1 0 0,1 0 0,0 0 1,-1 0-1,1 0 0,-1 0 1,1 0-1,0-1 0,-1 1 0,1 0 1,0-1-1,0 1 0,-1-1 1,1 1-1,0-1 0,0 0 0,0 0 1,-1 0-1,1 1 0,0-1 1,0 0-1,0 0 0,1 0 0,-1 0 1,0-1-1,0 1 0,0 0 1,1 0-1,-1 0 0,1-1 0,-1 1 1,1 0-1,-1 0 0,1-1 1,0 1-1,0-1 0,0 1 1,-1 0-1,1-1 0,1 1 0,-1 0 1,0-1-6,24 6 2,-21 24 42,-3-27-14,-1-1-29,0 0 0,0 0 0,0 0 0,0 0 1,0 0-1,0-1 0,0 1 0,0 0 0,0 0 0,0-1 1,0 1-1,0 0 0,0-1 0,1 1 0,-1-1 0,0 1 1,0-1-1,0 0 0,0 1 0,1-1 0,-1 0 0,0 1 1,0-1-1,1 0 0,-1 0 0,1 0 0,-1 0 0,1 0 1,-1 1-1,1-1 0,0 0 0,-1 0 0,1 0 0,0 0 1,0 0-1,-1 0 0,1 0 0,0-1 0,0 1 0,0 0 1,1 0-1,-1 0 0,0 0 0,0 0 0,0 0 0,1 0 1,-1 0-1,0 0-1,50-5-28,-49 6 27,1 0 1,-1-1-1,0 1 0,0 0 1,0 0-1,0 0 1,0 0-1,0 0 0,0 0 1,1 0-1,-1 0 1,0 1-1,0-1 1,0 0-1,0 1 0,0-1 1,0 1-1,0-1 1,0 1-1,0-1 0,0 1 1,0 0-1,-1-1 1,1 1-1,0 0 1,0 0-1,0 0 0,-1 0 1,1 0-1,-1-1 1,1 1-1,-1 0 0,1 0 1,-1 0-1,1 1 1,-1-1-1,0 0 1,1 0-1,-1 0 0,0 0 1,0 0-1,0 0 1,0 0-1,0 0 0,0 1 1,0-1-1,-1 0 1,1 0 0,-2 1 5,-1 1 0,0-1 1,1-1-1,-1 1 0,0 0 0,0-1 1,0 1-1,0-1 0,0 0 0,0 0 1,0 0-1,-1 0 0,1-1 1,0 1-1,0-1 0,-1 0 0,1 0 1,0 0-1,-1 0 0,1-1 0,0 1 1,-3-1-6,1-29-1487,5 14-2643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3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421 330 29054,'0'0'666,"0"0"-254,0-20 57,0-156 451,0 154-860,1 18-54,0 1-1,0-1 0,0 1 1,0-1-1,-1 0 0,1 1 1,-1-1-1,0 0 1,-1 1-1,1-1 0,0 1 1,-1-1-1,0 0 0,0 1 1,0-1-1,0 1 1,-1 0-1,1-1 0,-1 1 1,0 0-1,0 0 0,0 0 1,0 0-1,0 0 1,-1 1-1,1-1 0,-1 1 1,0-1-1,0 1 0,0 0 1,0 0-1,0 0 1,0 1-1,-1-1 0,1 1 1,-1-1-1,-1 1-5,-7 3 0,0 1 1,0 0-1,0 0 0,0 1 0,1 1 0,-1 0 1,1 1-1,1 0 0,-1 0 0,1 1 0,0 1 1,0 0-1,1 0 0,0 1 0,1 0 0,0 0 1,0 1-1,1 0 0,0 1 0,1-1 0,-4 10 0,1-7 1,-8 9 21,2 0 0,0 1 0,1 1 0,2 1 0,0-1 0,2 2-1,1 0 1,1 0 0,1 0 0,1 1 0,1 0 0,2 0 0,0 20-22,2-23 19,1 0 0,1 0 1,1 1-1,1-1 0,2 0 1,4 16-20,-7-34 8,0 0 0,0 0 0,1 0 0,0 0 0,0-1 0,0 1 0,1-1 0,-1 0 0,1 0 1,1 0-1,-1-1 0,1 1 0,0-1 0,0 0 0,0 0 0,0-1 0,0 0 0,1 0 0,0 0 1,0 0-1,-1-1 0,2 0 0,-1 0 0,0-1 0,0 1 0,0-1 0,1-1 0,-1 1-8,9 0 10,-1-1 0,1 0 0,-1-1 0,1 0 0,-1-2 0,1 1 0,-1-2 0,0 0 0,0 0 0,-1-1 0,1-1 0,-1 0 0,-1-1 0,1-1 0,-1 0 0,0 0 0,-1-1 0,0-1 0,0 0 0,-1 0 0,0-1 0,0-2-10,6-9 9,0 0-1,-2-2 0,-1 0 0,0 0 1,-2-1-1,-1 0 0,-1-1 0,-1 0 1,-2-1-1,0 1 0,-2-1 0,-1 0 1,-1-1-1,-1 1 0,-1 0 0,-3-12-8,3 31-42,-1 0 0,0 0 0,-1 0-1,1 0 1,-2 0 0,1 0 0,-1 1 0,0 0-1,0-1 1,-1 1 0,0 0 0,-1 1 0,1-1-1,-1 1 1,-4-4 42,-36-29-4382,-6 12-12925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37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611 309 22085,'0'0'1983,"0"0"-471,0 0 861,0 0-1246,0 0-511,-4-19-127,-34-146 319,37 158-790,-1 1 0,0-1-1,-1 1 1,0-1 0,0 1 0,0 0-1,0 0 1,-1 1 0,0-1-1,0 1 1,-1-1 0,0 1 0,1 1-1,-2-1 1,1 1 0,0 0 0,-1 0-1,0 0 1,0 1 0,0 0-1,0 0 1,-1 0 0,1 1 0,-1 0-1,1 0 1,-1 1 0,0 0-1,-3 0-17,-4 1 3,0 1 0,1 1-1,-1 0 1,1 1-1,-1 0 1,1 1-1,0 1 1,0 0-1,1 1 1,-1 0 0,1 1-1,1 0 1,-1 1-1,1 0 1,0 1-1,1 0 1,0 1-1,1 0 1,0 0 0,0 1-1,1 0 1,1 1-1,-1 1-2,-14 24 15,2 1 0,2 0 0,1 2 0,2 0 0,2 1-1,-7 39-14,12-48 56,1 1 0,1 0 0,2 0 0,2 0 0,1 0 0,1 0 1,5 32-57,-3-58 13,0 1 1,1-1 0,0 1 0,0-1 0,1 0 0,-1 0 0,2-1 0,-1 1 0,1-1 0,0 0-1,0 0 1,1 0 0,-1-1 0,1 0 0,1 0 0,-1 0 0,1-1 0,-1 0 0,1 0 0,1-1 0,-1 1-1,0-2 1,1 1 0,-1-1 0,1 0 0,7 0-14,-3 0 12,0 0 0,0 0 0,1-2 0,-1 1 0,0-2 0,1 0 0,-1 0 0,0-1 0,0 0 0,0-1 0,0-1 0,0 0 0,-1-1 0,0 0 0,0 0 0,0-1 0,0-1-12,15-16 6,-1-2 0,-2 0-1,0-2 1,-2 0 0,-1-1 0,-1-2 0,-2 0-1,-1 0 1,-1-2 0,-1 0 0,-2 0 0,-2-1-1,-1-1 1,-1 0 0,-2 0 0,-1 0 0,-2-1-1,-1 1 1,-2-1 0,-2-5-6,2 41-25,1-1 1,-1 1-1,1-1 0,-1 1 0,1-1 1,-1 1-1,1-1 0,-1 0 0,1 1 1,-1-1-1,1 0 0,-1 1 0,1-1 1,0 0-1,-1 1 0,1-1 0,0 0 1,-1 0-1,1 0 0,0 0 0,-1 0 1,1 0-1,0 0 0,-1 0 0,1 0 1,0 0-1,-1 0 0,1 0 0,-1 0 1,1 0-1,0-1 0,-1 1 0,1 0 1,0-1-1,-1 1 0,1 0 0,-1-1 1,1 1-1,-1 0 0,1-1 1,-1 1-1,1-1 0,-1 1 0,0-1 1,1 1-1,-1-1 0,1 0 0,-1 1 1,0-1-1,0 1 0,1-1 0,-1 0 1,0 1-1,0-1 0,0 0 0,0 1 1,0-1-1,0 0 0,0 1 0,0-1 1,0 0-1,0 1 0,0-1 0,0 0 1,0 1 24,25 17-2749,-2 0-4801</inkml:trace>
  <inkml:trace contextRef="#ctx0" brushRef="#br0" timeOffset="549.8">1398 371 29622,'0'0'771,"0"0"-381,0 0-101,2-18 68,14-110 14,-15 125-367,4-10 27,-1 0-1,-1-1 0,0 0 1,-1 1-1,-1-1 1,0 0-1,0 0 0,-2 0 1,0 0-1,-1-6-30,-1 16 5,-1-1 0,0 1 0,0-1 0,0 1 0,-1 0 0,1 1 0,-1-1 0,0 1 0,0 0 0,0 0 0,0 1 1,0-1-1,-1 1 0,1 0 0,-1 1 0,1-1 0,-1 1 0,0 0 0,0 1 0,0-1 0,1 1 0,-1 0 0,0 1 0,0-1 0,0 1 0,-2 1-5,-6 3-1,0 1 0,0 0 0,0 1 0,1 1 0,0 0 1,1 0-1,-1 2 0,2-1 0,-1 1 0,2 1 0,-1 0 0,1 1 0,1 0 0,0 1 1,1-1-1,0 1 0,1 1 0,-4 10 1,-6 11 1,0 0 0,3 2 0,1-1 0,1 2 0,2 0 1,2 0-1,2 1 0,1 0 0,2 0 0,2 0 0,1 0 0,3 10-1,-4-42 0,1 0 0,0 0 0,1 0 0,0 0 0,0 0 0,0 0 0,1 0 0,0 0 0,0-1 0,0 1 0,1-1 0,0 0 0,1 1 0,-1-1 0,1-1 0,0 1 0,1 0-1,0-1 1,-1 0 0,1 0 0,1-1 0,-1 1 0,1-1 0,0 0 0,0-1 0,0 1 0,0-1 0,1 0 0,-1-1 0,1 1 0,0-1 0,5 0 0,2-1 8,1-1 0,-1-1 0,0 0 0,1-1 0,-1-1 0,0 0 0,0-1 0,0 0 1,0-1-1,-1-1 0,0 0 0,0-1 0,-1 0 0,1-1 0,-2-1 0,1 1 0,-1-2 0,8-8-8,7-6 5,-1 0 0,-1-2 0,-2-1-1,0-1 1,-2-1 0,-1 0 0,-1-2-1,-2 0 1,-1-1 0,-1 0 0,-2-1-1,-1-1 1,-2 0 0,1-11-5,13-61-76,-22 104 9,-1 0 0,1 1 1,0-1-1,0 0 0,0 1 0,0-1 1,0 1-1,0-1 0,0 1 0,1 0 1,-1-1-1,0 1 0,1 0 0,-1 0 0,1 0 1,-1 0-1,1 0 0,-1 0 0,1 1 1,0-1-1,0 0 0,-1 1 0,1-1 1,0 1-1,0 0 0,0-1 0,-1 1 1,1 0-1,0 0 0,0 0 0,0 1 0,0-1 67,14 0-2652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57 28166,'0'0'1460,"0"0"-1022,0 0-274,0 0 148,0 0 48,0 0-167,19-11-79,64-30-18,-79 40-91,0 0 0,1 0 0,-1 0 0,1 1-1,-1-1 1,1 1 0,-1 1 0,1-1 0,-1 0 0,1 1 0,-1 0 0,1 0 0,-1 0 0,0 1 0,0-1 0,1 1 0,-1 0 0,0 0 0,0 1-5,10 4 12,-6-5-16,0 0 0,0 0-1,0 1 1,0 0 0,0 1-1,-1 0 1,1 0-1,-1 0 1,0 1 0,0 0-1,-1 1 1,0 0 0,1-1-1,-2 2 1,1-1 0,-1 1-1,0 0 1,-1 0-1,1 0 1,-1 1 0,-1-1-1,1 1 1,-1 0 0,-1 0-1,0 0 1,0 1 0,0-1-1,-1 0 1,0 1-1,-1-1 1,0 1 0,0-1-1,-1 2 5,-6 7-83,0 0-1,-2-1 0,0 0 1,0 0-1,-2-1 0,0 0 1,0-1-1,-2 0 0,0-1 1,0 0-1,-1-1 0,-11 7 84,-204 148 352,229-167-342,1 0 0,-1 0 0,0-1-1,1 1 1,-1 0 0,0 0 0,1 0 0,-1 0-1,0 0 1,1 0 0,-1 0 0,0 0 0,1 0-1,-1 0 1,1 0 0,-1 0 0,0 0 0,1 0-1,-1 0 1,0 0 0,1 0 0,-1 0 0,0 0-1,1 1 1,-1-1 0,0 0 0,1 0 0,-1 0-1,0 1 1,0-1 0,1 0 0,-1 0-1,0 1 1,0-1 0,1 0 0,-1 1 0,0-1-1,0 0 1,0 0 0,0 1 0,1-1 0,-1 0-1,0 1 1,0-1 0,0 1 0,0-1 0,0 0-1,0 1-9,42-11 106,304-114 126,-113 69-1201,-142 36-1285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29350,'0'0'700,"0"0"-397,0 0-49,-5 26 138,-27 181 69,-87 763-2,108-840-1005,20-129-186,13-19-401,4-17-873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30150,'0'0'1129,"0"0"-1009,0 0-96,-28 106 184,28-39 224,0 28-152,0 25-104,0-6-80,0-12-16,0-13-32,0-19-32,0 7-16,0 4-16,0 8-344,0-23-776,0-18-2217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7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30607,'0'0'864,"0"0"-624,0 0 40,0 0 216,0 0-264,0 0-184,143-6-48,-102 4-72,10 2-440,-12 0-1088,-13 0-4066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30479,'0'0'704,"0"0"-256,0 0 168,0 0-280,155-79-272,-72 35-64,-14 9-536,-14 8-1585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93 28694,'0'0'1019,"0"0"-463,0 0-84,0 0-10,24-4-197,155-39-122,-168 40-142,19-7-9,0 1 1,0 2-1,1 1 1,0 1-1,0 2 0,0 1 1,21 2 7,-49 2 1,-1 0 1,1 0 0,-1 1 0,0-1-1,0 1 1,0 0 0,0-1 0,0 1-1,-1 0 1,1 0 0,-1 0 0,0 0-1,1 1 1,-2-1 0,1 0 0,0 0-1,-1 1 1,1-1 0,-1 0-1,0 1 1,0-1 0,0 0 0,-1 1-1,1-1 1,-1 0 0,0 0 0,0 1-1,0-1-1,0 10 48,-40 208 500,-9 357-94,39-397-599,6-99-1740,5-61-944</inkml:trace>
  <inkml:trace contextRef="#ctx0" brushRef="#br0" timeOffset="280.385">0 1248 30238,'0'0'729,"0"0"-441,0 0 136,0 0 72,129-6-272,-53-21-160,53-23-64,-16 7-616,-14 1-1545</inkml:trace>
  <inkml:trace contextRef="#ctx0" brushRef="#br0" timeOffset="739.651">1327 288 28478,'0'0'952,"0"0"-624,0 0 280,0 0 1,0 0-297,0 0-160,0 0-64,95 69-48,-84-44-40,-2 4-24,-9 18-360,-2-5-1113,-19-5-5856</inkml:trace>
  <inkml:trace contextRef="#ctx0" brushRef="#br0" timeOffset="1017.295">825 829 28110,'0'0'1174,"0"0"-473,0 0-161,20-5-30,111-38-135,-21 6-245,1 4-1,76-9-129,-122 37-1,-64 6 0,0 0 1,0 0-1,0 1 0,0-1 0,0 0 1,0 1-1,0-1 0,0 1 0,-1-1 1,1 1-1,-1-1 0,1 1 0,-1 0 1,1-1-1,-1 1 0,0 0 1,0-1-1,0 1 0,0 0 0,0-1 1,0 1-1,-1 0 0,1-1 0,0 1 1,-1-1-1,1 1 0,-1 0 0,0-1 1,1 1-1,-1-1 0,0 0 0,0 1 1,0-1-1,0 0 0,0 1 0,-1-1 1,-16 25 8,-1-1-1,-2-1 1,-1-1-1,0-1 1,-25 19-8,-10 11-20,-205 211-858,147-146-2334,53-56-5209</inkml:trace>
  <inkml:trace contextRef="#ctx0" brushRef="#br0" timeOffset="1284.365">1295 1039 25685,'0'0'3561,"0"0"-3305,0 0-152,-69 155 328,48-92-23,0 5-233,3 7-120,2 1-40,2-1 0,2-3-16,1-5 8,4-13-8,5-11-144,2-16-273,2-27-335,19 0-424,2-14-10074</inkml:trace>
  <inkml:trace contextRef="#ctx0" brushRef="#br0" timeOffset="1566.602">1740 954 3089,'0'0'21178,"0"0"-16263,0 0-4288,0 0-158,0 0-232,-22 11-183,-125 81-313,27 30-77,119-121 336,0 0 1,0 0-1,0 0 0,1 0 0,-1 0 0,0 0 0,1 1 0,-1-1 0,0 0 0,1 0 0,-1 0 0,1 1 0,0-1 0,-1 0 0,1 1 0,0-1 0,0 0 0,0 1 1,0-1-1,0 0 0,0 1 0,0-1 0,0 0 0,1 1 0,-1-1 0,0 0 0,1 1 0,-1-1 0,1 0 0,0 0 0,-1 0 0,1 1 0,0-1 0,0 0 0,-1 0 1,1 0-1,0 0 0,0 0 0,0-1 0,0 1 0,1 0 0,-1 0 0,0-1 0,0 1 0,0 0 0,1-1 0,-1 1 0,0-1 0,0 0 0,1 1 0,73 6-117,-62-7 51,45 0-547,-4 0-610</inkml:trace>
  <inkml:trace contextRef="#ctx0" brushRef="#br0" timeOffset="1895.361">2122 477 29262,'0'0'704,"0"0"-422,0 0-62,-1 28 233,-5 395 458,2-226-791,-8-1 0,-10-1-1,-7-1 1,-27 75-120,34-138-570,26-136 268,45-100-1423,-19 35-7</inkml:trace>
  <inkml:trace contextRef="#ctx0" brushRef="#br0" timeOffset="2150.42">2025 1151 30070,'0'0'729,"0"0"-537,0 0-48,0 0 104,132 76-104,-79-65-144,29-3-56,-12-2-648,-13-4-1561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27966,'0'0'1168,"0"0"-832,0 0 144,0 0 89,133 141-145,-100-81-208,1 2-120,-2 0-56,-2-4-24,-4-6-16,-1-4 0,-2-9-192,-2-5-296,-3-12-457,-9-13-3120</inkml:trace>
  <inkml:trace contextRef="#ctx0" brushRef="#br0" timeOffset="173.057">471 1 28374,'0'0'1680,"0"0"-1504,-90 108-104,46-52 273,-2 4-41,0 6-216,2 3-88,7-3-168,5 9-369,11-22-919,10-17-5865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4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28382,'0'0'1024,"0"0"-760,0 0 184,0 0 265,0 0-289,141-15-232,-84 7-96,1-1-40,2 3-24,-5 4-16,1 0-16,-6 2 0,10 0-112,-18 6-408,-10 7-1417</inkml:trace>
  <inkml:trace contextRef="#ctx0" brushRef="#br0" timeOffset="391.113">164 191 27118,'0'0'1265,"0"0"-698,0 0-201,-3 17 320,-36 223 629,-1-5-840,9 1 0,3 173-475,27-378 3,2-1 0,0 1 0,2 0 0,2-1 0,0 0 1,2 0-1,1 0 0,2-1 0,4 9-3,-11-33 8,0-1 1,0 0 0,0 0-1,0 1 1,1-2-1,-1 1 1,1 0-1,0-1 1,0 0-1,0 0 1,1 0 0,-1 0-1,1 0 1,0-1-1,0 0 1,-1 0-1,1-1 1,0 1-1,1-1 1,-1 0 0,0 0-1,0-1 1,0 0-1,1 0 1,-1 0-1,0 0 1,0-1-1,4 0-8,143-48 221,113-86-512,-200 111-442,-6 3-784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15 24197,'0'0'1607,"0"0"-705,0 0-518,0 0 233,0 0 1021,-17-14 1548,-25 389-2950,2-3-236,17 2 0,16 2 0,32-445-541,-14 21-2167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504 617 15539,'0'0'10619,"0"0"-7900,0 0-2175,0 0-4,0 0-45,-4-22-182,-20-131 9,22 124-252,-1-1-1,-1 1 1,-1 0 0,-2 0 0,-1 1 0,-1 0 0,-2 0 0,0 1 0,-2 1 0,-1-1 0,-1 2 0,-1 0 0,-2 1 0,-4-4-70,19 25 2,1 1 1,-1-1 0,0 1 0,0-1 0,0 1 0,0 0 0,-1 0 0,1 0 0,0 1 0,-1-1 0,1 1 0,-1 0 0,0 0-1,1 0 1,-1 1 0,0-1 0,0 1 0,1 0 0,-1 0 0,0 0 0,0 0 0,1 1 0,-1-1 0,0 1 0,0 0 0,1 0 0,-1 0-1,1 1 1,-1 0 0,1-1 0,0 1 0,0 0 0,0 0 0,0 1 0,0-1 0,0 1-3,-18 21 1,1 2 0,2 0 0,0 1 0,2 0 0,1 2 0,2 0 0,0 0 0,2 1 0,-1 8-1,3-12 1,2 1-1,1-1 1,1 1-1,1 0 1,1 0 0,2 0-1,1 20 0,0-41 2,1 0-1,0 0 0,0 0 1,0 0-1,1 0 1,0-1-1,0 1 0,1 0 1,-1-1-1,1 1 1,0-1-1,0 0 0,1 0 1,0 0-1,0-1 1,0 1-1,0-1 0,1 0 1,0 0-1,-1-1 0,1 1 1,1-1-1,-1 0 1,0 0-1,1-1 0,1 1-1,7 2 28,1-1 0,-1 0 0,1-1-1,-1-1 1,1 0 0,0-1-1,0-1 1,0 0 0,0-1 0,5-1-28,-8-1 12,0-1 0,0 0 1,0 0-1,-1-1 0,1-1 1,-1 0-1,-1 0 0,1-1 1,-1-1-1,0 0 0,-1 0 1,0-1-1,0 0 0,-1 0 1,0-1-1,0 0 0,4-10-12,93-88-408,4 43-2061,-60 40-1736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295 443 29566,'0'0'855,"0"0"-329,-3-21-201,-27-277 490,-10 205-748,39 91-67,0 0 1,-1 0 0,1 0-1,0 0 1,-1 0 0,1 0-1,-1 1 1,0-1 0,1 1-1,-1-1 1,0 1 0,0 0-1,0 0 1,0 0-1,0 0 1,0 0 0,0 0-1,0 0 1,-1 1 0,1-1-1,0 1 1,0-1 0,-1 1-1,1 0 1,0 0 0,-1 0-1,1 0 1,0 1 0,0-1-1,-1 0 1,1 1-1,0 0 1,0-1 0,0 1-1,-1 0 1,1 0 0,0 0-1,0 1 1,1-1 0,-1 0-1,0 1 1,0-1 0,0 2-1,-10 11 0,2 0 0,0 0 0,0 1 1,1 1-1,1 0 0,1 0 0,0 0 1,1 1-1,1 0 0,0 3 0,-6 13-3,1 1-1,2 0 1,2 1-1,1-1 0,1 1 1,2 0-1,2 0 1,1 0-1,1 3 4,0-33-1,0-1 0,-1 1 1,1 0-1,1-1 0,-1 1 0,1-1 0,0 0 0,0 0 0,0 0 0,0 0 1,1 0-1,-1-1 0,1 1 0,0-1 0,0 0 0,0 0 0,1-1 1,-1 1-1,1-1 0,-1 0 0,1 0 0,0-1 0,0 1 0,0-1 0,0 0 1,0 0-1,0-1 0,0 0 0,0 1 0,0-2 0,0 1 0,0-1 0,0 1 1,0-1-1,0-1 0,0 1 0,0-1 0,-1 1 0,1-1 0,0-1 0,-1 1 1,0-1-1,0 0 0,1 0 0,-1 0 0,-1 0 0,1-1 0,-1 1 1,3-3 0,36-34-306,0 0 1,-3-3-1,-2-2 1,12-19 305,-5 3-1994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6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24509,'0'0'3701,"0"0"-2522,0 0-898,0 0 18,-4 24 217,-50 367 443,31-156-976,7 147 17,28-383-1097,6-20-723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29238,'0'0'1309,"0"0"-932,0 0-306,0 0 11,0 0 165,-2 28-43,-8 186 12,-8-29-237,-8-1-1,-19 54 22,19-64-1368,28-158-984,8-14-2752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1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29910,'0'0'825,"0"0"-601,0 0 192,0 0 144,0 148-40,-6-53-208,-20 44-312,-8 35 0,-3 13 0,2-11 0,14-48 0,10-45 0,9-31 0,2-21 0,11-8-448,5-15-1953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7:1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1498 284 23413,'0'0'1347,"0"0"-312,0 0 524,0 0-372,0 0-656,-6 13 2419,0 16-2850,-51 252 545,39-29-645,12 212 0,7-291 0,4-137-59,-4-95-2455,7 25-2475</inkml:trace>
  <inkml:trace contextRef="#ctx0" brushRef="#br0" timeOffset="1376.879">3334 211 19108,'0'0'6994,"0"0"-4941,0 0-1259,0 0 26,0 0-114,0 0-229,-1-3-184,-2 140 1134,-29 676-1332,1-468-95,5-234-82,-1-72-4106,2-25-11722</inkml:trace>
  <inkml:trace contextRef="#ctx0" brushRef="#br0" timeOffset="3132.93">4035 41 27734,'0'0'1136,"0"0"-606,0 0-9,0 0 58,26-2-220,168-22-159,-8 10-202,-184 14-1,1 1-1,-1 0 0,0 0 1,1 0-1,-1 0 0,0 0 1,0 1-1,0-1 0,0 1 1,0-1-1,0 1 0,0 0 1,-1-1-1,1 1 0,0 0 1,-1 0-1,0 1 0,1-1 1,-1 0-1,0 0 0,0 1 1,0-1-1,0 0 0,-1 1 1,1-1-1,-1 1 0,1-1 1,-1 1-1,0-1 0,0 1 1,0-1-1,0 1 0,-1 2 4,-10 90 97,-56 206 575,-26 429-261,56-585-1758,26-122-616</inkml:trace>
  <inkml:trace contextRef="#ctx0" brushRef="#br0" timeOffset="3402.678">3744 1478 29710,'0'0'1217,"0"0"-1001,0 0 136,120-21 80,-44-5-224,32-16-208,40-16-184,-19 8-1096,-16 5-12795</inkml:trace>
  <inkml:trace contextRef="#ctx0" brushRef="#br0" timeOffset="3648.745">5488 576 28486,'0'0'2937,"0"0"-2641,0 0-208,0 0-64,0 0 16,0 0-32,0 0-8,-27 110-392,10-54-1009,-8-6-4192</inkml:trace>
  <inkml:trace contextRef="#ctx0" brushRef="#br0" timeOffset="3838.773">4896 1242 29550,'0'0'746,"0"0"-395,28-12-41,201-86 113,-192 81-396,8-5-20,0 3 0,1 1 1,1 3-1,1 2 0,11-1-7,-55 14 3,-3-1-7,0 0 0,0 0 0,1 0 0,-1 0 0,0 1 0,1-1 0,-1 0 0,1 1 0,-1-1 0,1 1 0,-1 0 0,1-1 0,-1 1 0,1 0 0,-1 0 0,1 0 0,-1 0 0,1 0 0,-1 0 0,1 1 0,-1-1 0,1 0 0,-1 1 0,1-1 0,-1 1 0,0 0 0,1-1 0,-1 1 0,0 0 0,1 0 0,-1 0 1,0 0-1,0 0 0,0 0 0,0 0 0,0 0 0,0 1 0,0-1 0,0 0 0,0 0 0,-1 1 0,1-1 0,0 1 0,-1-1 0,1 1 0,-1-1 0,0 1 0,1-1 0,-1 1 0,0-1 0,0 1 0,0-1 0,0 1 0,0 0 4,-4 10-3,0-1 0,-1 1 0,0-1 0,0-1 1,-1 1-1,-1-1 0,0 0 0,0 0 0,-1-1 1,0 0-1,-1 0 0,0-1 0,-9 7 3,-6 8-1,-620 570-1,528-458-1788,110-119-1405</inkml:trace>
  <inkml:trace contextRef="#ctx0" brushRef="#br0" timeOffset="4086.508">5348 1586 28174,'0'0'1552,"0"0"-1016,-37 145 113,11-72-177,1 1-208,2 1-152,5-7-72,4-10-40,7-12 0,5-13 0,2-14-152,0-13-72,23-12-112,7-19-345,2-8-1263</inkml:trace>
  <inkml:trace contextRef="#ctx0" brushRef="#br0" timeOffset="4369.999">5714 1416 28486,'0'0'1039,"0"0"-422,0 0-236,-22 12-103,-74 42-112,79-43-153,1 0 0,-1 1 1,2 0-1,0 1 0,1 1 1,0 1-1,1 0 0,0 0 1,-6 12-14,17-25 8,-1 1 0,1-1 0,0 1 1,0 0-1,0-1 0,0 1 1,1 0-1,-1 0 0,1 0 0,-1 1 1,1-1-1,0 0 0,0 0 1,1 1-1,-1-1 0,1 0 0,0 1 1,-1-1-1,1 0 0,1 1 1,-1-1-1,0 0 0,1 1 0,0-1 1,0 0-1,0 0 0,0 1 1,0-1-1,1 0 0,-1 0 0,1 0 1,0 0-1,0-1 0,0 1 1,0 0-1,0-1 0,1 0 0,1 2-8,13 3 8,-1-1 0,1-1 0,0 0 0,1-2 0,-1 0 0,1 0 0,-1-2 1,1 0-1,-1-1 0,11-2-8,-4 2-3,46-2-412,-1-3 0,0-2 0,57-15 415,-24 0-2420</inkml:trace>
  <inkml:trace contextRef="#ctx0" brushRef="#br0" timeOffset="4641.938">6085 840 30238,'0'0'602,"0"0"-354,1 27-65,38 409 850,-28-282-879,-8-1 0,-6 1 0,-14 80-154,-58 250 1,67-472-1,6-38-19,38-225-1854,-30 224 1558,17-75-1911</inkml:trace>
  <inkml:trace contextRef="#ctx0" brushRef="#br0" timeOffset="4894.431">6212 1457 29478,'0'0'953,"0"0"-193,0 0-80,126 38-136,-89-22-240,0-1-256,-2-3-48,-3 3 0,-5 6-240,-6-3-888,-14-3-4073</inkml:trace>
  <inkml:trace contextRef="#ctx0" brushRef="#br0" timeOffset="2075.401">1 458 24453,'0'0'3865,"0"0"-3305,0 0 152,0 0-56,163-29-111,-94 4-177,5-4-168,4 2-96,-6 2-40,-8 9-32,-11 3-32,-7 11 0,-4 2-192,-15 7-600,-10 5-1233</inkml:trace>
  <inkml:trace contextRef="#ctx0" brushRef="#br0" timeOffset="2428.965">325 377 28486,'0'0'902,"0"0"-232,0 0-72,-6 25-155,-39 167-50,-7 134-214,2 145-179,48-283-142,2-186 138,0 1 0,0-1 0,1 1 0,-1-1 0,1 0 0,-1 0 0,1 1 0,0-1 0,0 0 0,0 0 0,0 0 0,0 0 0,1 0-1,-1 0 1,0 0 0,1 0 0,0-1 0,-1 1 0,1 0 0,0-1 0,0 0 0,0 1 0,0-1 0,0 0 0,0 0 0,0 0 0,0 0 0,1 0-1,-1-1 1,0 1 0,0 0 0,1-1 0,-1 0 0,0 0 0,1 0 0,-1 0 0,1 0 0,-1 0 0,0 0 0,1-1 0,-1 1 0,0-1 4,100-34 31,-97 33-36,366-145-1187,-280 114-1163</inkml:trace>
  <inkml:trace contextRef="#ctx0" brushRef="#br0" timeOffset="512.878">1784 641 24557,'0'0'3950,"0"0"-2597,0 0-849,0 0 9,20-4-73,204-21 247,-206 25-653,133 10 100,-146-9-132,1 0 1,-1 1 0,0-1-1,0 1 1,1 0 0,-1 1-1,0 0 1,-1-1 0,1 1 0,0 1-1,-1-1 1,0 1 0,0 0-1,0 0 1,0 0 0,0 0-1,-1 1 1,0-1 0,0 1-1,0 0 1,-1 0 0,1 0 0,-1 0-1,0 0 1,-1 1-3,1 5 11,0 0 0,-1 1 0,-1-1 0,0 0 0,0 0 0,-1 1 0,0-1-1,-1 0 1,-1 0 0,0 0 0,0-1 0,-1 1 0,0-1 0,-1 1 0,0-1 0,-1-1 0,0 1 0,0-1 0,-1 0 0,-7 7-11,-12 13 5,-1-1 1,-2-1 0,-1-2-1,-1-1 1,-13 7-6,-114 79-1993,156-109 154</inkml:trace>
  <inkml:trace contextRef="#ctx0" brushRef="#br0" timeOffset="888.274">2867 479 27382,'0'0'1275,"0"0"-442,0 0-146,0 0-127,0 0-192,-24 6-124,-76 24-28,78-22-139,0 0 0,0 2-1,1 1 1,0 1-1,1 0 1,0 1-1,1 2 1,1 0-1,0 1 1,-8 10-77,8-9 24,0 0 0,2 1 1,0 1-1,1 1 0,1 0 0,1 1 1,1 0-1,1 1 0,0 0 0,2 1 0,1 0 1,0 1-1,2 0 0,1 0 0,1 0 1,1 0-1,1 1 0,1 11-24,1-33 0,1 1 0,-1-1 0,1 0 0,0 1 0,1-1 0,-1 0 0,0 0 0,1 0 0,0 0 0,0 0 0,0 0 0,0 0 1,0 0-1,0-1 0,1 1 0,-1-1 0,1 0 0,0 0 0,0 0 0,0 0 0,0 0 0,0 0 0,0-1 0,0 1 0,0-1 0,1 0 0,-1 0 0,0-1 0,1 1 0,105 11-14,-107-12 14,53 0-632,0-2 0,0-2 0,0-3 0,34-9 632,-22 0-2612</inkml:trace>
  <inkml:trace contextRef="#ctx0" brushRef="#br0" timeOffset="82515.22">692 2098 23709,'0'0'2091,"0"0"-1055,0 0-561,0 0 81,0 0 789,2 7-513,12 38-111,48-31-47,337-25-514,-245 57-80,-65-11 25,-29-22-57,-1-3-1,2-2 1,-1-4 0,1-1-1,-1-4 1,9-2-48,47 1 10,477-10 8,279 13 186,-698 11-95,0 9 0,22 10-109,31 5 27,746 111-50,-775-119-1753,-142-27-2958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4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30735,'0'0'680,"0"0"-512,0 0 216,-21 114 128,17-56-224,-1 12-288,0 7 0,-1 4 0,-1 2 0,-3-7 0,-1-5 0,-1-9 0,1-12 0,-1-9 0,1-8 0,4-4 0,5-8-344,-1-10-1120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43 28662,'0'0'1239,"0"0"-612,0 0-160,0 0-86,0 0-180,0 0-95,5-1-37,24-6-5,-21 68 243,-9-53-271,3-6 41,10-3-50,-11 1-25,0 0-1,0 0 1,0 0 0,0 0-1,-1 1 1,1-1 0,0 0-1,0 0 1,-1 1 0,1-1-1,0 0 1,0 1 0,-1-1-1,1 1 1,0-1-1,-1 1 1,1-1 0,-1 1-1,1-1 1,0 1 0,-1 0-1,1-1 1,-1 1 0,0 0-1,1-1 1,-1 1 0,0 0-1,1 0 1,-1-1 0,0 1-1,0 0 1,1 0 0,-1-1-1,0 1 1,0 0 0,0 0-1,0 0 1,0 0 0,0-1-1,0 1 1,-1 0 0,1 0-1,0 0 1,0-1 0,-1 1-1,1 0 1,0 0 0,-1-1-1,1 1 1,-1 0 0,1-1-1,-1 1 1,1 0 0,-1-1-1,1 1 1,-1-1 0,0 1-1,1-1 1,-1 1 0,0-1-1,1 0 1,-1 1 0,0-1-1,0 0 1,1 1 0,-1-1-1,0 0 1,0 0 0,0 0-2,-1 1 1,0-1 1,0 1 0,-1-1 0,1 0 0,0 0 0,0 0-1,0 0 1,0 0 0,0-1 0,0 1 0,0 0 0,0-1-1,0 0 1,0 1 0,0-1 0,0 0 0,0 0 0,0 0-1,1 0 1,-1-1 0,0 1 0,1 0 0,-1-1 0,1 1-1,-1-1 1,1 1 0,0-1 0,0 0 0,-1 0 0,1 1 0,0-1-1,1 0 1,-1 0 0,0 0 0,1 0 0,-1 0 0,1 0-1,-1 0 1,1 0 0,0-1 0,0 1 0,0 0 0,0 0-1,0 0 1,0 0 0,1 0 0,-1 0 0,1 0 0,0 0-1,-1 0 1,1 0 0,0-1-2,-1-2-3,33 5-20,-34 0 24,0 0 0,0 0-1,0 0 1,0 0 0,0 0 0,0 0 0,0 0 0,0 0-1,0 1 1,0-1 0,0 0 0,0 1 0,0-1 0,0 0 0,0 1-1,1 0 1,-1-1 0,0 1 0,0-1 0,0 1 0,1 0-1,-1-1 1,0 1 0,1 0 0,-1 0 0,1 0 0,-1 0-1,1-1 1,-1 1 0,1 0 0,0 0 0,-1 0 0,1 0-1,0 0 1,0 0 0,0 0 0,0 0 0,-1 0 0,1 0-1,1 0 1,-1 0 0,0 0 0,0 0 0,0 0 0,0 0-1,1 0 1,-1 0 0,0 0 0,1 0 0,-1 0 0,1 0 0,-1-1-1,1 1 1,0 0 0,-1 0 0,1-1 0,0 1 0,-1 0-1,1-1 1,0 1 0,0 0 0,0-1 0,0 1 0,-1-1-1,1 1 1,0-1 0,0 0 0,0 1 0,0-1 0,0 0-1,-76 15 70,74-16-69,-1-1-1,1 1 0,-1 0 0,1-1 0,0 1 1,0-1-1,-1 1 0,1-1 0,0 0 1,1 1-1,-1-1 0,0 0 0,0 0 0,1 0 1,-1 1-1,1-1 0,-1 0 0,1 0 1,0 0-1,0 0 0,0 0 0,0 0 1,0 0-1,0 0 0,1 0 0,-1 0 0,1 1 1,-1-1-1,1 0 0,0 0 0,0 0 1,-1 1-1,1-1 0,0 0 0,1 1 1,-1-1-1,0 1 0,0-1 0,1 1 0,-1 0 1,2-2-1,102-10-6,-104 14 7,-1-1 0,1 1-1,-1 0 1,1-1 0,-1 1-1,1 0 1,-1 0 0,0 0-1,1 0 1,-1-1 0,0 1 0,1 0-1,-1 0 1,0 0 0,0 0-1,0 0 1,0 0 0,0 0-1,0 0 1,0 0 0,0-1-1,-1 1 1,1 0 0,0 0-1,0 0 1,-1 0 0,1 0-1,0-1 1,-1 1 0,1 0-1,-1 0 1,1 0 0,-1-1 0,0 1-1,1 0 1,-1-1 0,0 1-1,1-1 1,-1 1 0,0-1-1,0 1 0,-1 0 2,1 0-1,-1 0 1,0 0-1,0 0 1,0 0 0,0 0-1,1-1 1,-1 1-1,0-1 1,0 1-1,0-1 1,0 0-1,0 0 1,0 0 0,-1 0-1,1 0 1,0 0-1,0-1 1,0 1-1,0-1 1,1 1-1,-1-1 1,0 0 0,0 0-1,0 1 1,0-1-1,1-1 1,-1 1-1,0 0 1,1 0-1,-1-1 1,1 1-1,-1 0 1,1-1 0,0 0-1,0 1 1,0-1-1,0 0 1,0 0-1,0 1 1,0-1-1,0 0 1,0-1-2,1 1-1,1-1-1,-1 1 1,0 0 0,1 0-1,-1 0 1,1 0 0,0 0-1,-1 0 1,1 0 0,0 0-1,0 0 1,0 0 0,1 0-1,-1 0 1,0 0 0,1 1-1,-1-1 1,1 1 0,0-1-1,-1 1 1,1 0 0,0-1-1,0 1 1,0 0 0,0 0-1,0 0 1,0 1 0,0-1-1,0 0 1,0 1 0,0-1-1,1 1 1,-1 0 0,0 0-1,0 0 1,0 0 0,1 0-1,-1 0 1,2 1 1,-3-1 2,0 0-1,1 1 1,-1-1-1,0 0 1,0 1-1,0-1 1,0 1 0,1-1-1,-1 1 1,0 0-1,0 0 1,0-1 0,0 1-1,0 0 1,-1 0-1,1 0 1,0 0-1,0 0 1,-1 0 0,1 0-1,0 0 1,-1 0-1,1 1 1,-1-1 0,1 0-1,-1 0 1,0 0-1,1 1 1,-1-1-1,0 0 1,0 0 0,0 1-1,0-1 1,0 0-1,0 0 1,-1 1 0,1-1-1,0 0 1,0 0-1,-1 1 1,1-1 0,-1 0-1,1 0 1,-1 0-1,0 0 1,1 0-1,-1 0 1,0 0 0,0 0-1,0 0 1,0 0-1,0 0 1,0 0 0,0-1-1,0 1 1,0 0-1,0-1 1,0 1-1,0-1 1,0 1 0,0-1-1,-1 1 1,1-1-1,0 0-1,-2 3-1,-1-1 0,1 1 0,0-1 0,-1 0 0,1 0 0,-1-1 0,0 1 0,1-1 0,-1 0 0,0 1 0,0-2 0,0 1 0,0 0 0,0-1 0,0 0 0,0 0 0,0 0 0,0 0 0,0-1 0,-3 0 1,6-2-473,1-6-703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2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29326,'0'0'1305,"0"0"-555,0 0-180,0 0-89,0 0-226,-16 21-183,14-18-71,-19 26 0,2 1 1,0 0-1,2 2 1,2 0-1,-6 18-1,-146 450 0,143-374 0,24-125-5,-1 0 0,1 1 0,0-1 0,-1 1 1,1-1-1,0 1 0,0-1 0,0 1 0,0-1 0,1 1 0,-1-1 0,0 1 1,0-1-1,1 0 0,-1 1 0,1-1 0,0 1 0,-1-1 0,1 0 0,0 0 0,0 1 1,-1-1-1,1 0 0,0 0 0,0 0 0,0 0 0,1 0 0,-1 0 0,0 0 0,0 0 1,0-1-1,1 1 0,-1 0 0,1-1 0,-1 1 0,0-1 0,1 1 0,0-1 5,61-15-1737,-6-21-2013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29718,'0'0'921,"0"0"-345,0 0 104,-12 155-40,-4-92-408,-7 7-232,-9 9 0,-7 8 0,-3 2 0,3 0 0,5-8 0,8-12 0,26-28-72,0-20-976,16-21-1273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2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30687,'0'0'1136,"0"0"-952,0 0 272,-65 135-152,49-79-304,2 4 0,-2 9 0,2 5 0,-2 1 0,3 0 0,-6 24-656,3-20-624,4-17-4466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684 242 28230,'0'0'771,"0"0"-187,0 0-77,0 0-76,-3-21-134,-18-109 88,20 125-354,-1 0-1,0 0 1,0 0-1,0 0 1,-1 1 0,0-1-1,0 1 1,0 0-1,0 0 1,0 0-1,-1 0 1,0 1-1,0-1 1,0 1-1,0 0 1,0 0 0,-1 0-1,1 1 1,-1-1-1,0 1 1,0 0-1,0 1 1,0-1-1,0 1 1,0 0-1,0 0 1,0 1-1,-1 0-30,-7-2 32,1 2-1,0 0 0,-1 0 0,1 1 1,0 1-1,-1 0 0,1 1 0,0 0 1,0 1-1,1 0 0,-7 3-31,-11 11 30,0 2 0,2 0 0,0 2 0,2 0 0,0 2 0,1 1 0,2 1-1,1 1 1,1 0 0,1 2 0,1 0 0,-13 32-30,18-34 0,0 1 1,2 1-1,1 0 0,2 0 1,0 1-1,2-1 1,2 2-1,0-1 0,2 1 1,1-1-1,2 6 0,0-28 0,-1-1 0,1 1 0,1-1 0,-1 0 0,1 1 0,0-1 0,1 0 0,0 0 0,0 0 0,0-1 0,1 1 0,0-1 0,1 0 0,-1 0 0,1 0 0,0-1 0,0 1 0,1-1 0,0-1 0,-1 1 0,2-1 0,-1 0 0,0 0 0,1-1 0,0 1 0,0-2 0,0 1 0,0-1 0,0 0 0,0 0 0,2-1 0,8 1 0,0-2 0,-1 0 0,1-1 0,0 0 0,-1-1 0,1-1 0,-1-1 0,0 0 1,0-2-1,0 1 0,-1-2 0,0 0 0,0-1 0,-1 0 0,0-1 0,0-1 0,-1 0 0,3-3 0,18-18-2,-1-1 0,-2-1 0,-1-2-1,-2-1 1,-1-1 0,2-7 2,-11 17-134,0-1-1,-3-1 1,0 0-1,-2-1 1,-1-1-1,-1 0 1,-2 0 0,-1-1-1,-1 0 1,0-20 134,-5-28-2724,-4 15-6279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51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522 326 27038,'0'0'2687,"0"0"-1633,0 0-621,0 0-22,-2-18-89,-2-59-175,30-58 143,-25 132-281,-1-1 1,1 1 0,-1 0 0,0-1 0,0 1 0,0 0 0,-1-1 0,1 1 0,-1 0-1,0-1 1,0 1 0,0 0 0,0 0 0,0 0 0,-1 0 0,1 0 0,-1 0-1,0 0 1,0 0 0,0 1 0,0-1 0,-1 1 0,1-1 0,-1 1 0,1 0 0,-1 0-1,0 0 1,0 0 0,0 1 0,0-1 0,0 1 0,0-1 0,0 1 0,0 0-1,-1 1 1,1-1 0,0 0 0,-1 1 0,-2 0-10,-4-1 0,0 0 0,1 1 0,-1 0 0,0 1 0,0 0 0,0 1 0,0 0 0,1 0 0,-1 1 0,1 1 0,0-1 0,0 1 0,0 1 0,0 0 0,1 0 0,-1 0 0,1 1 0,1 1 0,-1-1 0,1 1 0,0 0 0,0 3 0,-23 25 0,2 2 0,2 1 0,1 1 0,2 1 0,2 1 0,2 1 0,1 0 0,2 2 0,3 0 0,1 0 0,2 1 0,-3 41 0,11-79 0,0 1 0,0-1 0,1 1 0,0 0 0,1-1 0,0 1 0,0 0 0,0-1 0,1 1 0,0 0 0,1-1-1,-1 1 1,2-1 0,-1 1 0,1-1 0,0 0 0,0 0 0,1 0 0,0-1 0,0 1 0,1-1 0,0 0 0,0 0 0,0-1 0,1 1 0,0-1 0,0 0 0,0-1 0,0 1 0,1-1 0,3 1 0,0-2 0,0 0 0,1-1 0,-1 0 0,0-1 0,1 0 0,-1-1 0,0 0-1,1 0 1,-1-1 0,1-1 0,-1 0 0,0 0 0,0-1 0,0 0 0,0 0 0,-1-2 0,1 1 0,-1-1 0,0 0 0,0-1 0,-1 0 0,6-5 0,12-11 1,-1 0-1,-1-2 0,-1 0 0,-1-2 1,-2 0-1,10-16 0,157-281 0,-170 293-249,2 1-1,1 1 1,1 1-1,2 1 1,0 1 0,16-13 249,13-7-1905</inkml:trace>
  <inkml:trace contextRef="#ctx0" brushRef="#br0" timeOffset="372.412">1611 463 29230,'0'0'884,"0"0"6,0 0-73,5-19-204,-2 10-543,2-5-51,-1 0-1,0 0 1,-1-1 0,-1 1 0,0 0 0,-1-1-1,-1 1 1,0-1 0,-1 0 0,0 1 0,-1 0-1,-1-1 1,0 1 0,-2-1-19,1 7 0,-1 0 0,0 0 0,-1 1 0,0 0 0,0 0 0,0 0 0,-1 1 0,0 0 0,0 0 0,-1 0 0,1 1 0,-1 1 0,-1-1 0,1 1 0,0 1 0,-1-1 0,0 1 0,0 1 0,0 0 0,0 0 0,0 1 0,0 0 0,0 0 0,-1 1 0,1 0 0,0 1 0,0 0 0,0 1 0,-1-1 0,2 2 0,-1-1 0,0 1 0,0 1 0,-7 4 0,-7 8 0,1 0 0,0 2 0,1 1 0,1 1 0,1 0 0,1 1 0,1 1 0,1 1 0,1 1 0,1 0 0,-8 18 0,6-17 0,1 1 0,2 1 0,0 0 0,2 1 0,0 1 0,2-1 0,2 1 0,0 1 0,2-1 0,1 1 0,2 0 0,1 15 0,1-38 0,0 0 0,1 0 0,0 0 0,1-1 0,0 1 0,0 0 0,0-1 0,1 1 0,0-1 0,0 0 0,0 0 0,1 0 0,0 0 0,0-1 0,1 0 0,-1 1 0,1-2 0,0 1 0,0 0 0,1-1 0,0 0 0,-1 0 0,1-1 0,0 0 0,1 0 0,-1 0 0,1-1 0,-1 0 0,1 0 0,0 0 0,-1-1 0,1 0 0,0-1 0,0 1 0,0-1 0,0 0 0,0-1 0,0 0 0,-1 0 0,7-2 0,7-5 0,0-2 0,0 0 0,-1-1 0,0 0 0,-1-2 0,-1 0 0,0-1 0,-1-1 0,0 0 0,-1-1 0,-1-1 0,0 0 0,-2-1 0,3-6 0,46-65-350,-5-2-1,-4-3 1,8-28 350,-16 27-2246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4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630 443 28638,'0'0'1288,"0"0"-877,0 0-221,-5-20 164,-23-167 184,28 177-495,1 0 0,-1 0 0,-1 0 0,0 1 0,0-1 0,-1 0 0,0 0 1,-1 1-1,0-1 0,0 1 0,-1 0 0,-1 0 0,1 0 0,-1 0 0,-1 1 0,0 0 0,0 0 1,0 1-1,-1-1 0,0 1 0,0 1 0,-1-1 0,0 1 0,0 1 0,-1 0 0,1 0 1,-1 0-1,-4 0-43,3 3 1,0 2 1,-1-1-1,1 1 1,-1 1 0,1 0-1,0 1 1,0 0-1,-1 0 1,1 1-1,1 0 1,-1 1 0,0 0-1,1 1 1,0 0-1,0 0 1,0 1-1,1 0 1,0 0 0,0 1-1,0 0 1,1 1-1,-6 7-1,-13 16 2,2 0 1,1 1-1,2 2 0,1 0 0,-5 13-2,9-12 1,0 1 1,2 0-1,2 1 1,2 0-1,1 1 1,1 0-1,3 1 1,1 0-1,2-1 1,1 1-1,2 2-1,-1-30 2,0 0 1,0 0-1,1 0 1,1 0-1,0 0 1,0-1-1,1 1 1,0-1-1,1 1 1,0-1-1,0 0 1,1-1-1,1 1 1,0-1-1,0 0 1,1 0-1,0-1 1,0 0-1,1 0 1,0-1-1,0 0 1,1 0-1,0-1 1,0 0-1,0 0 1,1-1-1,0-1 1,0 1-1,0-2 1,1 1-1,-1-2 1,8 2-3,-8-3 0,0 0 0,1-1 0,-1 0 0,0-1 0,1 0 0,-1-1 0,0 0 0,0 0 0,0-1 0,0-1 0,0 0 0,-1 0 0,0 0 0,0-1 0,0-1 0,0 0 0,-1 0 0,0 0 0,0-1 0,-1 0 0,0-1 0,0 0 0,1-2 0,20-28 0,-2-2 0,-1 0 0,-2-2 0,-2-1 0,-2-1 0,6-23 0,-17 48 0,-2 4-157,1-1 1,1 1-1,1 0 1,0 1-1,0 0 1,2 0-1,-1 1 1,7-5 156,17-12-2101</inkml:trace>
  <inkml:trace contextRef="#ctx0" brushRef="#br0" timeOffset="453.727">1477 607 29502,'0'0'1105,"0"0"-563,0 0 28,3-25-39,10-149-97,-12 148-399,-13-137 19,11 158-54,0 0-1,-1 1 1,0-1 0,0 0 0,0 1 0,-1-1-1,1 1 1,-1 0 0,0 0 0,0 0 0,-1 0-1,1 0 1,-1 1 0,0-1 0,0 1 0,0 0-1,0 1 1,-1-1 0,1 0 0,-1 1 0,1 0 0,-1 0-1,0 1 1,0-1 0,0 1 0,0 0 0,0 1-1,0-1 1,0 1 0,0 0 0,-7 2 0,0 1 0,1 0 0,-1 1 0,1 0 0,0 1 0,0 0 0,1 1 0,-1 0 0,1 1 0,1 0 0,-1 0 0,1 1 0,0 1 0,1-1 0,0 1 0,0 1 0,1-1 0,0 1 0,1 0 0,-3 7 0,-14 17 0,1 2 0,2 0 0,1 2 0,2 0 0,2 0 0,1 2 0,2 0 0,2 0 0,2 1 0,1 0 0,2 0 0,2 22 0,2-51 0,0-5 0,-1 0 0,1 0 0,0 0 0,1 0 0,0 1 0,0-1 0,0 0 0,1 0 0,0 0 0,0 0 0,1 0 0,0 0 0,0 0 0,1 0 0,0-1 0,0 1 0,0-1 0,1 0 0,0 0 0,0 0 0,1 0 0,-1-1 0,1 0 0,0 0 0,1 0 0,-1-1 0,1 1 0,0-1 0,3 1 0,0-2 0,0-1 0,0 0 0,1 0 0,-1-1 0,0 0 0,1-1 0,-1 0 0,0 0 0,1-1 0,-1 0 0,0-1 0,0 0 0,0 0 0,0-1 0,0 0 0,0-1 0,-1 0 0,0 0 0,0-1 0,1-1 0,141-124 0,14-138-783,-147 240-923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0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28566,'0'0'707,"0"0"-111,0 0 80,0 0-164,0 0-270,0 0-104,-8 31 109,-83 426 572,67-289-687,7 2 0,5 100-132,15 75 0,9-324-555,3-57-276,1-18-1296,-2-7-1866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0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29694,'0'0'913,"0"0"-353,-28 191-96,12-58 128,-2 33-232,-1 8-216,6-13-104,3-15-40,8-22 0,-5-4-360,5-31-984,-5-26-2945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0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28070,'0'0'882,"0"0"-228,27-2 28,-4 0-523,157-36 690,90-73-485,-269 110-363,1 0 0,-1 1 1,0-1-1,1 1 0,-1 0 0,1-1 0,-1 1 1,0 0-1,1 0 0,-1 0 0,1 0 0,-1 0 0,1 0 1,-1 0-1,0 1 0,1-1 0,-1 0 0,1 1 0,-1-1 1,0 1-1,0-1 0,1 1 0,-1 0 0,0 0 0,0-1 1,0 1-1,1 0 0,-1 0 0,0 0 0,0 0 1,0 0-1,-1 1 0,1-1 0,0 0 0,0 0 0,-1 0 1,1 1-1,-1-1 0,1 0 0,-1 1 0,1-1 0,-1 1 1,0-1-1,0 0 0,1 1 0,-1-1 0,0 1 1,-1-1-1,1 1 0,0-1 0,0 0 0,0 1 0,-1-1 1,1 1-1,-1-1 0,1 0 0,-1 1 0,0-1 0,0 0-1,-35 489 671,24-204-574,6-94-977,-8 0 0,-10 8 880,15-155-2659</inkml:trace>
  <inkml:trace contextRef="#ctx0" brushRef="#br0" timeOffset="250.197">12 1595 29950,'0'0'849,"0"0"-665,0 0 56,0 0 192,0 0-72,141-47-216,-58 13-144,60-30-360,-19 8-1033,-11 0-3864</inkml:trace>
  <inkml:trace contextRef="#ctx0" brushRef="#br0" timeOffset="421.989">1443 617 31111,'0'0'704,"0"0"-616,0 0 0,0 0 40,0 0-128,0 0-400,0 0-192,0 76-785,0-40-2551</inkml:trace>
  <inkml:trace contextRef="#ctx0" brushRef="#br0" timeOffset="672.406">874 1291 29390,'0'0'588,"0"0"-83,0 0 327,0 0-386,28-27-306,190-165-82,-199 178-76,0 0 0,1 1 0,1 1 0,0 1 0,0 1 0,1 1 0,0 0 0,1 2 0,0 1 0,10-2 18,-31 8-7,-1 0 0,1 0 0,-1 0 0,1 0 0,-1 1 0,1-1 0,-1 0 0,0 1 0,1-1 0,-1 1 0,1-1 0,-1 1 0,0-1 0,1 1 0,-1 0 0,0 0 0,0 0 0,0 0 0,0 0 0,0 0 0,0 0 0,0 0 0,0 0 0,0 0 0,0 1 0,0-1 0,-1 0 0,1 1 0,0-1 0,-1 0 0,1 1 0,-1-1 0,0 1 0,1-1 0,-1 0 0,0 1 0,0-1 0,0 1 0,0-1 1,0 1-1,0-1 0,-1 1 0,1-1 0,0 1 0,-1 0 7,-22 75-49,-138 180 1,130-214 41,-68 94-59,-109 116 66,178-221 2,-77 106-526,100-119-1044,6-16-1527</inkml:trace>
  <inkml:trace contextRef="#ctx0" brushRef="#br0" timeOffset="861.8">1254 1577 28262,'0'0'984,"0"0"-416,-9 128 32,-3-68-23,3 0-361,2 1-144,5-5-72,2-13-80,0-12-264,4-16-345,19-15 65,-2-21-248,-7-8-5241</inkml:trace>
  <inkml:trace contextRef="#ctx0" brushRef="#br0" timeOffset="1121.928">1666 1264 27358,'0'0'1093,"0"0"-587,-26 23-133,-86 78 39,-33 68 62,140-164-419,0 0-1,1 1 1,-1 0 0,1 0 0,1 0 0,-1 1 0,1-1 0,0 1-1,1 0 1,-1 0 0,2 0 0,-1 0 0,1 0 0,0 0-1,0 0 1,0 6-55,5-9 25,-1 0-1,1-1 0,-1 1 0,1-1 0,0 0 1,1 0-1,-1-1 0,0 1 0,1-1 1,-1 0-1,1 0 0,0-1 0,-1 1 0,1-1 1,0 0-1,0 0 0,0-1 0,0 1 0,0-1 1,0 0-1,0 0-24,1 0 13,20 3-81,0-1 0,0-2 1,0 0-1,0-2 0,0-1 1,21-5 67,79-34-3903,-55 8-6983</inkml:trace>
  <inkml:trace contextRef="#ctx0" brushRef="#br0" timeOffset="1356.1">2046 857 28558,'0'0'2081,"0"0"-1841,-36 195 48,13-58 424,4 35-224,-2 6-312,5-10-128,2-39-48,5-44 0,9-27-96,0-10-408,9-15-200,5-17-1953</inkml:trace>
  <inkml:trace contextRef="#ctx0" brushRef="#br0" timeOffset="1607.551">2139 1400 31031,'0'0'1544,"0"0"-1376,0 0-144,0 0-24,142 79 0,-65-52 0,-15-6 0,-12-11-1344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0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1016 1122 27422,'0'0'968,"0"0"160,0 0-600,0 0 145,0 0-177,0 0-192,97-12-24,-21-13-48,16-4-56,12-2-48,7 1-48,-5 8-56,-7 7-24,13 9-272,-24 6-1112,-23 0-13388</inkml:trace>
  <inkml:trace contextRef="#ctx0" brushRef="#br0" timeOffset="1764.875">0 214 28598,'0'0'800,"0"0"-280,0 0 185,159-15-169,-80-10-256,4-6-160,0-4-64,-3 2-56,15 0 0,-22 8-408,-22 8-1257</inkml:trace>
  <inkml:trace contextRef="#ctx0" brushRef="#br0" timeOffset="2067.105">565 123 27582,'0'0'1718,"-12"29"-964,-165 446 573,124-306-1210,7 1-1,7 3 0,9 1 0,6 1 1,9 1-1,6 109-116,8-277 15,0 1 0,0-1 0,1 0 0,0 1 0,1-1 0,0 1 0,0-1 0,0 0 0,1 1 0,1-1 0,-1 0 0,1 0 0,1-1 0,-1 1 0,1-1 0,1 1 0,-1-1 0,1 0 0,0-1 0,1 1 0,0-1 0,0 0 0,0-1 0,1 1 0,0-1 0,0-1 0,0 1 0,0-1 1,1 0-1,-1-1 0,1 0 0,0 0 0,0-1 0,2 1-15,33-2 14,1-2 1,-1-1 0,0-3 0,0-1 0,0-2-1,-1-2 1,0-2 0,-1-2 0,0-1-1,-1-2 1,-1-2 0,10-8-15,-23 15 0,122-58-967,-3-7 0,41-34 967,-87 45-4779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0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21341,'0'0'9073,"0"0"-8656,0 0-217,0 0 248,0 0 56,152 132-192,-115-73-152,0 9-88,0 2-64,-7-3 8,2-7-16,-7-10-40,-2-15-224,10-16-216,-8-11-312,-4-8-1321</inkml:trace>
  <inkml:trace contextRef="#ctx0" brushRef="#br0" timeOffset="254.997">486 0 29878,'0'0'681,"0"0"-409,0 0 128,-152 154-96,104-88-200,-3 11-80,5 8-24,2 2-176,12-4-152,7 0-433,11-23-847,7-23-1392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2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20708,'0'0'176,"0"0"265,0 0 5144,0 0-4721,0 0-152,0 0-288,-5 0-256,5 0-96,0 0-40,-2 7 160,2 7 64,-2 7-136,-1 6-72,-6 25-48,2-5-712,-2-3-5145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2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27254,'0'0'880,"0"0"-744,0 0-136,0 0-240,0 0-920,0 0-12555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2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25958,'0'0'1008,"0"0"-664,0 0-344,0 0-1008,0 0-22205</inkml:trace>
  <inkml:trace contextRef="#ctx0" brushRef="#br0" timeOffset="1">0 510 21381,'0'0'3920,"0"0"-3920,0 0-448,0 0-2816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2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15027,'0'0'6138,"0"0"-5322,0 0-816</inkml:trace>
  <inkml:trace contextRef="#ctx0" brushRef="#br0" timeOffset="1">0 407 25261,'0'0'1745,"0"0"-1745,0 0-520,0 0-5850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8:3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24533,'0'0'1886,"0"0"-654,0 0-553,0 0-211,0 0-170,0 0-85,12 1 114,375 15 1114,-27 7-965,178-17-476,-377-6 6,902 0-46,-963 2 38,-1 5 1,0 4 0,14 7 1,100 8-22,1-9 0,1-9 0,0-10 0,80-16 22,1267-1 425,-971 23-382,-378-5-6,726 20 115,-172 25-84,-618-22-1463,-117-17-1764</inkml:trace>
  <inkml:trace contextRef="#ctx0" brushRef="#br0" timeOffset="39562.454">192 86 24277,'0'0'1610,"0"0"-578,0 0 582,0 0-629,0 0-385,-8 9-105,-25 29-29,33-38-442,-1 0 0,1 0 0,-1 0 0,1 0 0,-1 0 0,1 0 0,-1-1 0,1 1 0,-1 0 0,1 0 1,-1 0-1,1 0 0,0 0 0,-1-1 0,1 1 0,-1 0 0,1 0 0,0-1 0,-1 1 0,1 0 0,0-1 0,-1 1 1,1 0-1,0-1 0,-1 1 0,1-1 0,0 1 0,0-1 0,-1 1 0,1 0 0,0-1 0,0 1 0,0-1 0,0 1 0,0-1 1,0 1-1,0-1 0,-1 1 0,1-1 0,1 1 0,-1-1 0,0 1 0,0-1 0,0 1 0,0 0 0,0-1 0,0 1 1,0-1-1,1 1 0,-1-1 0,0 1 0,0-1 0,1 1 0,-1 0 0,0-1 0,1 1 0,-1 0 0,0-1 0,1 1 1,-1 0-1,0-1 0,1 1 0,-1 0 0,1 0 0,-1 0 0,1-1 0,-1 1 0,0 0 0,1 0 0,0 0-24,118-40 3,-90 34-3,90-13 0,1 4 0,1 6 0,-1 6 0,10 5 0,204-10 0,-94-5 0,197 17 0,245 74 0,-216-12 0,-12-33 0,-148-18 0,587 37 0,63-63 0,5-1 0,56 6 0,-389 5 0,-275 49 0,-344-45-31,-19-7-798,-8-7-2608</inkml:trace>
  <inkml:trace contextRef="#ctx0" brushRef="#br0" timeOffset="47011.901">8439 148 27046,'0'0'0,"0"0"-8106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2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26974,'0'0'3449,"0"0"-2753,0 0-320,0 0 120,0 0-80,0 0-248,0 0-48,39-16-80,5 1-16,0 5-24,2 4-32,5 6-392,-10 2-600,-16 12-1273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15123,'0'0'15300,"0"0"-14700,0 0-368,0 0 216,0 0-120,0 0-232,179-42-96,-98 36-376,-12 4-1489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27254,'0'0'1075,"0"0"-360,0 0-162,0 0-48,0 0-96,-8 22-40,-49 153 208,-70 438 166,99-388-792,27-224 14,1 0 1,0 0 0,0 0-1,0 0 1,0 0-1,0 0 1,0 0-1,0 0 1,0 0 0,0 0-1,0 0 1,0 0-1,1 0 1,-1 0-1,0 0 1,1 0 0,-1 0-1,1 0 1,-1 0-1,1 0 1,0-1-1,-1 1 1,1 0 0,0 0-1,-1-1 1,1 1-1,0 0 1,0-1-1,0 1 1,0-1 0,0 1-1,-1-1 1,1 1-1,0-1 1,0 0-1,0 1 1,0-1 0,0 0-1,0 0 1,0 0-1,0 0 1,0 0-1,0 0 1,0 0 0,1 0-1,-1 0 1,0 0-1,0-1 1,0 1-1,-1 0 1,1-1 0,0 1-1,0 0 1,0-1-1,0 1 1,0-1-1,0 0 1,0 1 0,-1-1-1,1 0 35,31-18-1815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29766,'0'0'737,"0"0"-363,0 0-4,-9 18-10,-52 117-28,-76 293 244,136-425-585,-4 13-76,0 0 0,1 0 0,1 0 0,1 0-1,0 1 1,1-1 0,0 1 0,2 0 0,0 6 85,10-4-1698,4-12-2346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29598,'0'0'1441,"0"0"-1297,0 0 128,0 0 224,-40 155-224,27-95-144,-1 9-16,2 3-24,-2 5-32,3 2-40,-5-6 8,2-5-24,0-8-8,3-6-32,6-4-416,0-13-816,5-16-3962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67 31271,'0'0'492,"0"0"-347,0 0-98,0 0 80,-4 17-66,-16 55-60,19-66-2,-1 0 0,0-1-1,0 1 1,-1-1 0,0 1-1,0-1 1,0 0 0,0 0-1,-1 0 1,0-1 0,0 1-1,0-1 1,-1 0 0,1 0-1,-1 0 1,0-1 0,0 0-1,0 0 1,0 0 0,-1 0-1,1-1 1,-1 0 0,0 0-1,0-1 1,1 1 0,-1-1-1,0 0 1,0-1 0,-4 0 1,8-2-5,-1-1 0,1-1 1,0 1-1,0 0 0,0 0 1,0-1-1,1 1 0,-1-1 1,1 0-1,0 1 0,0-1 1,0 0-1,1 0 1,-1 1-1,1-1 0,0 0 1,0 0-1,0 0 0,0 0 1,1 1-1,0-1 0,0 0 1,0 0-1,0 1 1,1-3 4,3-7-3,0 1 0,1 0 0,1 0 0,0 1 0,0 0 0,1 0 0,0 1 0,1 0 0,0 0 0,1 1 0,0 0 0,0 1 0,1 0 0,0 0 3,-10 7 0,0 0 0,0 0 0,0 1 0,0-1 0,0 0 0,0 0 0,0 0 0,0 1 0,0-1-1,0 1 1,0-1 0,1 1 0,-1-1 0,0 1 0,0 0 0,1-1 0,-1 1 0,0 0 0,0 0 0,1 0 0,-1 0 0,0 0-1,1 0 1,-1 0 0,0 1 0,0-1 0,1 0 0,-1 1 0,0-1 0,0 1 0,0-1 0,0 1 0,1 0 0,-1-1 0,0 1 0,0 0-1,0 0 1,0 0 0,-1 0 0,1 0 0,0 0 0,0 0 0,0 0 0,-1 0 0,1 0 0,-1 0 0,1 0 0,-1 1 0,1-1 0,-1 0-1,0 0 1,1 1 0,-1-1 0,0 0 0,0 1 0,0 0 0,1 2 4,0 0-1,-1 0 1,1 1-1,-1-1 1,0 0-1,0 1 1,0-1-1,-1 0 1,0 1-1,0-1 1,0 0-1,0 0 1,0 0 0,-1 1-1,0-2 1,0 1-1,0 0 1,0 0-1,-1-1 1,1 1-1,-1-1 1,0 0-1,0 1 1,0-2-1,-1 1 1,1 0-1,-1-1 1,1 1-1,-1-1 1,0 0-1,0 0 1,0 0-1,0-1 1,0 0 0,0 1-1,0-1 1,-1-1-1,1 1 1,0-1-1,-1 1 1,1-1-1,-2-1-3,3-57-90,4 58 90,0 0 0,0 0 1,0 0-1,0 0 0,0 0 1,0 1-1,-1-1 0,1 0 1,0 1-1,0-1 0,0 1 1,0-1-1,0 1 0,-1-1 1,1 1-1,0-1 0,-1 1 1,1 0-1,0 0 0,-1-1 1,1 1-1,-1 0 0,1 0 1,-1 0-1,1-1 0,-1 1 1,1 0-1,-1 0 1,0 0-1,0 0 0,1 0 1,-1 0-1,0 0 0,0 0 1,0 0-1,0 0 0,0 0 1,0 0-1,0 0 0,-1 0 1,1-1-1,0 1 0,0 0 1,-1 0-1,1 0 0,-1 0 1,1 0-1,-1 0 0,1-1 1,-1 1-1,1 0 0,-1 0 1,0-1-1,1 1 1,-1 0-1,0-1 0,0 1 1,0-1-1,-50 54 46,61-59-771,3-10-1172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516 310 20036,'0'0'7002,"0"0"-4947,0 0-1199,0 0-94,0 0-216,0 0-187,-5-17-40,-34-134 352,39 145-668,0 0 1,0 0 0,-1 0 0,0 0-1,-1 0 1,1 0 0,-1 1 0,0-1-1,0 0 1,-1 1 0,0-1 0,0 1-1,0 0 1,-1 0 0,1 0 0,-1 1-1,0-1 1,-1 1 0,1 0 0,-1 0-1,0 0 1,1 1 0,-2-1 0,1 1-1,0 0 1,-1 1 0,1-1 0,-1 1-1,0 1 1,0-1 0,0 1 0,0 0-1,0 0 1,0 0 0,0 1 0,0 0-1,0 0 1,0 1 0,0 0 0,0 0-1,0 0 1,0 1 0,-3 0-4,-5 8 0,0-1 0,1 2 0,0 0 0,1 0 0,0 1 0,1 1 0,0 0 0,1 1 0,0 0 0,1 0 0,-6 14 0,-7 11 0,2 0 0,2 2 0,1 1 0,3 0 0,1 0 0,2 2 0,2-1 0,2 1 0,2 1 0,1-1 0,3 1 0,2 10 0,-1-48 0,0-1 0,1 1 0,-1-1 0,1 1 0,0-1 0,1 1 0,0-1 0,0 0 0,0 0 0,1 0 0,0 0 0,0 0 0,0-1 0,1 1 0,0-1 0,0 0 0,0 0 0,0 0 0,1 0 0,0-1 0,0 0 0,0 0 0,1 0 0,-1-1 0,1 0 0,0 0 0,0 0 0,0-1 0,3 1 0,2-2 0,1 0 0,-1-1 0,1 0 0,-1-1 0,1 0 0,-1 0 0,0-2 0,0 1 0,1-2 0,-1 1 0,-1-1 0,1-1 0,-1 0 0,0-1 0,0 0 0,0 0 0,6-6 0,138-144 0,-136 134 0,-2-1 0,0-1 0,-1-1 0,-2 0 0,0 0 0,-2-1 0,0-1 0,-2 0 0,-1 0 0,-2-1 0,0 0 0,-2 0 0,-1 0 0,-1-18 0,-2 33-213,0-28 551,1 33-2940,1 25-1138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29622,'0'0'1141,"0"0"-791,0 0-179,0 0 121,-13 21-75,2-4-182,-61 135 144,-88 373 434,149-484-612,2 1-1,1 0 0,3 0 0,1 1 1,2 0-1,1-42-44,1 1 0,0-1 0,0 0 0,0 0 1,0 1-1,0-1 0,0 0 0,0 1 0,0-1 0,0 0 1,1 0-1,-1 1 0,0-1 0,1 0 0,-1 0 0,1 0 1,-1 1-1,1-1 0,0 0 0,0 0 0,-1 0 0,1 0 1,0 0-1,0 0 0,0 0 0,0-1 0,0 1 1,0 0-1,0 0 0,0-1 0,0 1 0,1-1 0,-1 1 1,0-1-1,0 1 0,0-1 0,1 0 0,-1 1 0,0-1 1,1 0-1,-1 0 0,0 0 0,1 0 0,-1 0 1,0 0-1,0-1 0,1 1 0,-1 0 0,0-1 0,0 1 1,1-1-1,-1 1 0,0-1 0,0 1 0,0-1 0,0 0 1,0 0-1,1 0 44,29-18-2922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29366,'0'0'1801,"0"0"-1617,0 0-16,-11 141 456,-1-75-208,-2 11-240,-4 8-144,-5 8-32,-5 2 0,-2-1 0,0-7 0,5-13 0,9-15 0,13-30 0,3-19-1328,0-10-12659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29606,'0'0'1213,"0"0"-541,0 0-96,0 0-152,-6 18-189,-42 175-194,-123 826-41,156-941 0,9-100 0,5-125-515,-1 63-2059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3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442 334 23965,'0'0'4233,"0"0"-2710,0 0-776,0 0-131,0 0-168,4-21-101,28-149 78,-32 169-423,2-3 3,0 0 0,-1 0-1,1 0 1,-1-1 0,0 1-1,-1 0 1,1-1 0,-1 1-1,0 0 1,0-1 0,0 1-1,0-1 1,-1 1-1,0 0 1,0 0 0,0-1-1,0 1 1,-1 0 0,1 0-1,-1 0 1,0 0 0,-1 0-1,1 1 1,0-1 0,-1 1-1,0-1 1,0 1 0,0 0-1,0 0 1,-1 0-1,1 1 1,-1-1 0,0 1-1,1 0 1,-1 0 0,0 0-1,0 0 1,-5 0-5,0 1-2,-1 1 1,0 0-1,1 1 1,-1 0-1,1 0 1,-1 1-1,1 1 1,0-1-1,0 1 0,0 1 1,0 0-1,0 0 1,1 1-1,0 0 1,0 0-1,0 1 1,0 0-1,1 0 0,-4 6 2,-114 148-23,109-132 19,1 0 0,1 2 0,2-1 0,0 2 0,3-1 0,0 1 0,2 1 0,1 0 0,2-1 0,1 2 0,1-1 0,2 4 4,0-32-2,-1-1 1,1 1 0,0 0 0,0 0 0,0 0 0,1 0 0,-1 0 0,1 0 0,0 0 0,0 0 0,0 0-1,1-1 1,-1 1 0,1-1 0,0 1 0,0-1 0,0 1 0,0-1 0,1 0 0,-1 0 0,1 0 0,0 0-1,0-1 1,0 1 0,0-1 0,1 0 0,-1 0 0,1 0 0,-1 0 0,1 0 0,-1-1 0,1 0 0,0 1 1,7-1 2,1 1 1,-1-2 0,0 1 0,0-1-1,1-1 1,-1 0 0,0-1 0,0 0 0,0-1-1,0 0 1,-1 0 0,1-1 0,-1-1 0,0 0-1,0 0 1,7-5-3,145-119 37,-143 113-34,324-291-2093,-263 239-1036</inkml:trace>
  <inkml:trace contextRef="#ctx0" brushRef="#br0" timeOffset="434.48">1377 319 29150,'0'0'1487,"0"0"-965,0 0-248,0 0-38,2-21-90,15-143-29,-17 161-115,1 0 0,-1 0 0,1 0 0,-1 1 0,0-1 0,0 0 0,0 0 0,-1 0 0,1 1 0,-1-1 0,1 0 0,-1 0 0,0 1 0,0-1 0,0 0 0,0 1 0,-1-1 0,1 1 0,-1 0 0,1-1 0,-1 1 0,0 0 0,0 0 0,0 0 0,0 0 0,0 0 0,0 1 0,-1-1 0,1 1 0,-1-1 0,1 1 0,-1 0 0,1 0 0,-1 0 0,0 0 0,1 0 0,-2 1-2,-6-3 0,1 2 0,-1-1 1,0 1-1,0 1 1,0 0-1,1 0 1,-1 1-1,0 0 1,0 0-1,1 1 1,-1 1-1,1-1 1,-1 2-1,1-1 1,0 1-1,1 1 1,-1 0-1,1 0 1,0 0-1,-7 7 0,-5 4-3,2 2 0,0 0 0,1 0 0,1 2 0,1 0 0,0 1-1,-7 16 5,8-11 6,1 1 0,1 0 0,1 1 0,2 1 0,1 0 0,1 0 0,1 0 0,2 1 0,1-1 0,1 1 0,1 0 0,3 5-7,-3-30 3,1 0 0,0 0 1,0-1-1,1 1 1,-1 0-1,1 0 1,0 0-1,1 0 1,-1 0-1,1-1 1,0 1-1,0-1 1,0 1-1,1-1 1,0 0-1,0 0 1,0 0-1,0 0 1,0 0-1,1-1 1,-1 0-1,1 1 1,0-1-1,0-1 1,1 1-1,-1-1 1,0 1-1,1-1 1,-1 0-1,1-1 0,0 1 1,0-1-1,0 0 1,-1 0-1,1 0 1,5-1-4,7-3 25,-1-1 1,1 0 0,-1-1-1,0-1 1,0-1 0,-1 0-1,0-1 1,0 0-1,-1-1 1,0-1 0,0-1-1,-1 0 1,0 0-1,-1-1 1,-1-1 0,0 0-1,-1 0 1,0-1-1,-1-1 1,0 0-26,11-11-51,-1-1 1,-2 0-1,0-2 0,-2 0 1,-1 0-1,-2-2 0,-1 0 1,-1 0-1,-1-1 0,-2 0 1,-2 0-1,0 0 0,-1-23 51,-4 18-1408,0 10-1634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4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27870,'0'0'1062,"0"0"-541,0 0-46,-5 28 128,-69 383 689,50-225-827,7 0-1,8 107-464,44-124 15,-11-91-15,-23-175-3446,-1 44-1798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5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1 450 29622,'0'0'1221,"0"0"-704,0 0-130,0 0-80,19-20-110,132-131-62,35-32-126,-186 183-11,0 0 0,0 1 0,0-1 1,0 0-1,1 1 0,-1-1 0,0 0 0,0 1 0,1-1 1,-1 0-1,0 1 0,0-1 0,1 0 0,-1 0 0,0 1 1,1-1-1,-1 0 0,0 0 0,1 0 0,-1 0 0,0 1 1,1-1-1,-1 0 0,1 0 0,-1 0 0,0 0 0,1 0 1,-1 0-1,1 0 0,-1 0 0,0 0 0,1 0 0,-1 0 1,0 0-1,1 0 0,-1 0 0,1-1 0,-1 1 0,0 0 0,1 0 1,-1 0-1,0 0 0,1-1 0,-1 1 0,0 0 0,1 0 1,-1-1-1,0 1 0,0 0 0,1-1 0,-1 1 0,0 0 1,0-1-1,0 1 0,1 0 0,-1-1 2,-7 39-37,-26 69 45,-22 130 28,54-222-31,-1-10-4,0-1 1,1 1-1,0-1 1,0 1-1,0-1 1,1 1-1,-1 0 0,1-1 1,0 1-1,1 0 1,-1 0-1,1-1 0,0 1 1,0-1-1,0 1 1,1-1-1,-1 1 1,1-1-1,0 0 0,0 1 1,1-1-1,0-1 1,-1 1-1,1 0 0,0 0 1,1-1-1,-1 0 1,0 0-1,1 0 1,0 0-1,0 0 0,0-1 1,0 0-1,1 1-1,7-4 3,-1 0-1,1-1 1,0-1-1,-1 0 1,0 0-1,0-1 0,0 0 1,0-1-1,0 0 1,-1-1-1,0 0 1,0-1-1,-1 0 1,0-1-1,0 1 1,-1-2-1,1 1 0,-2-1 1,7-9-3,21-18-5,-1-1-1,-2-1 1,-1-2 0,-3-2-1,-1 0 1,-2-2 0,-1 0-1,-3-2 1,-2 0 0,-2-1-1,0-7 6,-16 138 360,-2 667-293,-6-605-67,-6-2 0,-7 1 0,-6-2 0,-6-2 0,-30 75 0,57-199 0,-3 12 0,0 1 0,-3-1 0,0-1 0,-2 0 0,-1-1 0,-1 0 0,-1-1 0,-4 3 0,18-26 0,0 0 0,0-1 0,-1 1 0,1-1 0,0 0 0,-1 0 0,0 0 0,0 0 0,1 0 0,-1 0 0,0-1 0,0 0 0,0 1 0,-1-1 0,1 0 0,0-1 0,0 1 0,-1 0 0,1-1 0,0 0 0,-1 0 0,1 0 0,0 0 0,0 0 0,-1-1 0,1 1 0,0-1 0,-1 0 0,1 0 0,0 0 0,0-1 0,0 1 0,0-1 0,0 1 0,1-1 0,-1 0 0,0 0 0,1 0 0,-1-1 0,1 1 0,-2-3 0,-4-9 0,1 0 0,0-1 0,1 0 0,1 0 0,0 0 0,1-1 0,0 0 0,2 1 0,0-1 0,0 0 0,2 0 0,0-1 0,2-12 0,-3 3 0,2-27 0,2-1 0,2 2 0,2-1 0,3 1 0,2 0 0,3 0 0,1 2 0,3 0 0,2 1 0,2 1 0,2 1 0,22-30 0,-13 33-240,1 2 0,3 1-1,1 2 1,2 2 0,32-21 240,-10 5-1059,41-35-2338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4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22581,'0'0'2567,"0"0"-1023,0 0-671,0 0-153,0 0 768,-6 4-609,-17 16-483,46-15 41,578-17-193,-540 16-1126,-19 6-1023</inkml:trace>
  <inkml:trace contextRef="#ctx0" brushRef="#br0" timeOffset="388.454">293 185 28414,'0'0'766,"0"0"-396,-8 26-95,-47 187 214,-114 692-154,150-818-219,7-37-48,2-1 1,1 1 0,4 1-1,1-1 1,3 7-69,3-53 7,0 0 0,0 0 0,1-1 0,0 1 0,0-1 0,0 1 0,0-1 0,1 0 0,-1 0 0,1-1 0,0 1-1,-1-1 1,1 1 0,0-1 0,1 0 0,-1-1 0,0 1 0,0-1 0,1 0 0,-1 0 0,1 0 0,-1-1 0,1 1 0,-1-1 0,1 0 0,0 0 0,-1-1 0,1 1 0,-1-1 0,0 0 0,1 0 0,0-1-7,20-2-7,1-2 0,-1 0 0,-1-1 1,1-2-1,-1-1 0,-1 0 0,0-2 0,0 0 1,6-7 6,-3 4-59,81-48-798,-12 3-1507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9:5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148 420 28758,'0'0'1136,"0"0"-359,-48 183-153,27-63-56,5 27-152,4 6-160,8-24-120,4-36-64,0-41-48,0-15-24,0-5 0,0-8 0,0-3-104,-7-13-176,-7-8-256,0-16-1153,3-11-17475</inkml:trace>
  <inkml:trace contextRef="#ctx0" brushRef="#br0" timeOffset="466.902">567 5 25798,'0'0'4147,"0"0"-3044,0 0-927,26-1 3,4-2-113,132 8 238,151 65-206,-325-43 91,0-13-113,-1 10-8,2 1 0,1 0 0,1 1 0,1 0 0,1 0 0,1 1 0,2 0 0,0 2-68,-3 10 43,-28 207-21,10 0 0,7 243-22,21-303 223,-1-15-2904,-2-167-2319</inkml:trace>
  <inkml:trace contextRef="#ctx0" brushRef="#br0" timeOffset="782.382">130 1859 31031,'0'0'704,"0"0"-272,145-14 136,-55-11-536,16-9-32,2-1 0,-11 8 0,29-6 0,-29 8-328,-23 7-3201</inkml:trace>
  <inkml:trace contextRef="#ctx0" brushRef="#br0" timeOffset="3047.865">2115 1140 25926,'0'0'1607,"0"0"-361,0 0-371,0 0-231,0 0-194,-4-8-133,-2-4-276,5 9-12,0 0 0,0-1 0,-1 1 0,0 0 0,0-1 0,0 1 0,0 0 0,0 1 0,0-1 0,-1 0 0,1 1 0,-1-1 0,0 1 0,0 0 1,0-1-1,0 1 0,0 1 0,0-1 0,0 0 0,-1 1 0,1 0 0,-1 0 0,1 0 0,-1 0 0,-1 0-29,-25 4 5,1 2 1,-1 1-1,2 1 0,-1 2 1,1 0-1,0 2 0,1 1 0,0 1 1,1 2-1,1 0 0,0 2 0,1 1 1,-17 16-6,34-29 2,-34 21-2,2 2 1,2 2-1,0 1 1,2 2-1,1 1 1,2 1 0,2 2-1,1 2 1,2 0-1,1 2 1,3 1-1,1 0 1,2 2-1,2 1 1,-6 24-1,5 56 14,5 0-1,6 1 1,7 99-14,1-197 6,-3-5 4,2 0 1,1 1-1,1-1 0,1 0 1,0 0-1,2 0 0,1 0 1,1-1-1,1 0 0,1 0 1,0 0-1,2-1 1,1 0-1,3 5-10,11 0 20,1-1 1,0-1 0,2-1-1,1-2 1,0 0 0,2-2-1,0-2 1,1 0 0,0-3-1,2 0 1,17 3-21,30 17 13,-4 0 46,-2 2-40,1-3 0,2-3 0,1-4-1,2-3 1,0-4 0,54 5-19,-93-19 14,-1-1-1,1-2 1,0-3-1,-1 0 1,1-3 0,-1-2-1,0-1 1,0-2 0,24-10-14,-11-4 9,-2-3 0,-1-1 0,-2-3 0,0-2 0,-2-2 0,-2-2 0,-1-2 0,-2-2 0,-2-1 0,-1-3 0,6-12-9,7-15-9,-3-3-1,-4-2 1,-2-2-1,-5-1 1,-2-2-1,-4-2 1,-2-8 9,-8 24-10,-2-1 0,-3-1 0,-4 0 0,-2-1 0,-3-1-1,-4 1 1,-3-38 10,-5 86 4,-1 0 0,-1 0 0,-1 1 0,-1 0 0,-1 0 0,-1 1 0,-1 0-1,0 1 1,-1 0 0,-2 1 0,1 0 0,-9-7-4,-7-7 6,-1 2-1,-1 1 1,-1 1 0,-2 1 0,-1 3 0,-1 0-1,0 2 1,-2 2 0,-1 2 0,0 1-1,-1 2 1,0 2 0,-2 1 0,1 2-1,-1 2 1,-1 2 0,1 2 0,-1 2-1,-6 2-5,-59 0 2,0 6 1,1 4-1,0 5 0,1 4 0,-56 20-2,77-11-64,2 4 1,1 4-1,2 3 0,2 3 0,-71 52 64,-24 18-2695,16-5-7246</inkml:trace>
  <inkml:trace contextRef="#ctx0" brushRef="#br0" timeOffset="11261.865">1793 1828 28518,'0'0'944,"0"0"-600,0 0 88,0 0 161,180-79-177,-104 44-176,9 0-56,2-1-48,3 1-16,-2 2-32,-5 4-64,-7 6-24,-12 4 0,-8 7-152,-3 8-192,-14 4-528,-16 0-1705</inkml:trace>
  <inkml:trace contextRef="#ctx0" brushRef="#br0" timeOffset="11547.732">2348 1583 27510,'0'0'793,"-15"21"-119,-109 176 603,29 19-616,10 3 0,-6 53-661,64-184-209,5 1-1,3 2 1,-5 66 209,24-159-2606,0-21-2195</inkml:trace>
  <inkml:trace contextRef="#ctx0" brushRef="#br0" timeOffset="12591.89">2714 1525 26014,'0'0'2984,"0"0"-2034,0 0-552,0 0 67,-19 17-123,-116 106-140,-32 73-2272,166-194 966,-1-12-2422,3-13 2669,0 14 555,-10-95 6243,6 163-4574,-24 393-795,27-450-617,4-55-827,5 28-146,1-1 0,1 1 0,1 1 1,1 0-1,1 1 0,1 0 0,1 1 1,17-17 1017,42-46-1027,-59 66 1646,0 0 1,2 2 0,0 0-1,1 1 1,0 0-1,1 2 1,1 0-1,0 1 1,1 2-1,1 0 1,-1 1 0,2 2-1,-1 0 1,20-3-620,-41 10 14,0 1 0,-1 0 1,1-1-1,0 1 1,-1 0-1,1 0 0,0 0 1,0 1-1,-1-1 1,1 0-1,0 1 0,-1-1 1,1 1-1,-1-1 0,1 1 1,-1 0-1,1 0 1,-1 0-1,1-1 0,-1 2 1,1-1-1,-1 0 0,0 0 1,0 0-1,0 0 1,0 1-1,0-1 0,0 1 1,0-1-1,0 1 0,0-1 1,-1 1-1,1-1 1,0 1-1,-1 0 0,0-1 1,1 1-1,-1 0 0,0-1 1,0 1-1,0 0 1,0-1-1,0 1 0,0 0 1,0-1-1,-1 1 0,1 0 1,-1-1-1,1 1 1,-1 1-15,-3 15 11,0 0 1,-1 0 0,0-1-1,-2 0 1,0 0 0,-1-1-1,0 1 1,-1-2 0,-1 1-1,-1-1 1,0-1 0,-1 0-1,-4 3-11,-6 12 5,-251 258 19,214-213-26,59-73-2,0 0 0,0 0 0,1 0 0,-1-1 0,0 1 1,1 0-1,-1-1 0,1 1 0,-1 0 0,0 0 0,1-1 0,0 1 0,-1-1 0,1 1 0,-1-1 0,1 1 0,0-1 0,-1 1 0,1-1 0,0 1 0,0-1 0,-1 0 0,1 1 0,0-1 0,0 0 0,-1 0 0,1 0 0,0 1 1,0-1-1,0 0 0,-1 0 0,1 0 0,0 0 0,0 0 0,0-1 0,0 1 0,-1 0 0,1 0 0,0 0 0,0-1 0,-1 1 0,1 0 0,0-1 0,0 1 0,-1-1 0,1 1 0,0-1 4,2 0 6,184-97-222,-182 128 466,-37 212-36,28-121-170,4-61 43,-3 0 0,-2 0-1,-4 0 1,-7 27-87,16-84 14,0 1 0,-1 0-1,1-1 1,-1 1 0,0 0 0,0-1-1,0 1 1,0-1 0,0 0 0,-1 1 0,0-1-1,1 0 1,-1 0 0,-1 0 0,1 0 0,0 0-1,-1 0 1,1-1 0,-1 1 0,0-1-1,0 0 1,0 1 0,0-2 0,0 1 0,0 0-1,-1 0 1,1-1 0,-1 0 0,1 0-1,-1 0 1,1 0 0,-1 0 0,1-1 0,-1 0-1,0 1 1,1-1 0,-1-1 0,0 1-1,-1-1-13,-3-5-5,0 0 0,1-1-1,-1 0 1,1-1-1,1 1 1,0-1 0,0 0-1,0-1 1,1 0-1,0 0 1,1 0-1,0 0 1,0-1 0,1 1-1,0-1 1,0-9 5,-85-304-2059,87 318 2054,-1 1 1,1 0 0,-1 0-1,-1 0 1,1 1 0,0-1 0,-1 0-1,0 1 1,0 0 0,0-1-1,0 1 1,0 0 0,-1 1-1,1-1 1,-1 0 0,0 1-1,0 0 1,0 0 0,0 0 0,0 1-1,0-1 1,0 1 0,0 0-1,-1 0 1,1 0 0,-1 1-1,1 0 1,0 0 0,-1 0-1,1 0 1,-1 0 0,1 1 0,0 0-1,-1 0 1,-2 1 4,-6 6 109,1 1 0,1 0 1,-1 1-1,1 0 0,1 0 1,0 1-1,1 1 0,0-1 0,0 2 1,1-1-1,1 1 0,0 0 0,-3 12-109,7-23-1,1 1 0,0 0 0,1 0 0,-1-1 0,0 1 0,1 0-1,0 1 1,0-1 0,0 0 0,0 0 0,0 0 0,0 1 0,1-1 0,0 0 0,-1 1-1,1-1 1,1 0 0,-1 1 0,0-1 0,1 0 0,0 0 0,-1 1 0,1-1-1,1 0 1,-1 0 0,0 0 0,1 0 0,-1 0 0,1 0 0,0 0 0,0-1 0,0 1-1,1-1 1,-1 1 0,0-1 0,1 0 0,1 1 1,123-5-1787,-62-15-1496</inkml:trace>
  <inkml:trace contextRef="#ctx0" brushRef="#br0" timeOffset="12838.63">3051 2475 28470,'0'0'1144,"0"0"-207,0 0-417,0 0-184,0 0-168,131 89-112,-129-43-56,-2-5-264,0-2-1281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06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27822,'0'0'1144,"0"0"-400,0 0-272,0 0 41,0 0-145,0 0-128,154-87-104,-105 72-48,4 1 8,4-1-8,1 1-48,2-1-16,-5 7-24,-4 2 0,-7 6-136,-7 2-368,-14 15-1065,-12 1-3104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06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29214,'0'0'976,"0"0"-695,0 0-57,0 0 240,0 0-104,0 0-168,145 0-112,-85 0-48,30 0-32,-17 2-240,-10 9-1305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2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7025 2124 29430,'0'0'2385,"0"0"-2153,0 0-232,0 0-200,0 0-1961</inkml:trace>
  <inkml:trace contextRef="#ctx0" brushRef="#br0" timeOffset="-16075.823">641 442 28382,'0'0'766,"0"0"-173,0 0-158,0 0-24,0 0-119,2-20-102,12-130 233,-13 147-399,1-1 0,-1 0 0,0 0 0,0 0 0,-1-1 0,1 1 0,-1 0 0,0 0 0,0 0 0,-1 0 0,1 0 0,-1 0 0,0-1 0,0 1 0,0 0 0,0 1 0,-1-1 0,1 0 0,-1 0-1,0 1 1,-1-1 0,1 1 0,0-1 0,-1 1 0,0 0 0,0 0 0,0 0 0,0 0 0,0 1 0,0 0 0,-1-1 0,0 1 0,1 0 0,-1 0 0,0 1 0,0-1 0,0 1 0,0 0 0,0 0 0,0 0 0,0 1-24,-12 1-1,0 2 0,1 0 0,-1 1 0,1 1-1,0 0 1,0 1 0,0 1 0,1 0 0,0 1 0,0 1 0,1 0 0,0 0 0,0 2 0,2-1-1,-1 2 1,1-1 0,-5 8 1,-19 21 1,2 1 0,2 1 1,1 2-1,2 0 0,3 2 0,1 2 0,3 0 0,2 1 0,1 0 0,3 2 0,3 0 0,1 0 0,3 1 0,2 1 1,2-1-1,3 52-1,0-97 5,-1-1 1,1 1-1,1 0 1,-1-1 0,1 1-1,0 0 1,1-1-1,0 1 1,0-1 0,0 1-1,0-1 1,1 1-1,0-1 1,1 0 0,0 0-1,-1 0 1,2 0-1,-1 0 1,1-1-1,0 1 1,0-1 0,0 0-1,1 0 1,0-1-1,0 1 1,0-1 0,0 0-1,1 0 1,0-1-1,-1 0 1,1 0 0,1 0-1,-1-1 1,0 0-1,0 0 1,5 1-6,13-5 5,0-1-1,-1-1 1,0-1-1,0-1 1,0-1 0,-1-1-1,0-1 1,0-1-1,-1 0 1,0-2 0,-1-1-1,-1 0 1,0-1-1,-1-2 1,0 0 0,-1 0-1,-1-2 1,0 0-1,-2 0 1,10-18-5,12-13 0,-3-3 0,-2-1 0,-3-1 0,-2-1 0,-2-2 0,-3 0 0,-2-1 0,1-17 0,-14 57 0,-1-2 0,-1 1 0,0 0 0,-1-1 0,-1 0 0,-1 0 0,-1 0 0,-1 1 0,0-1 0,-2 0 0,0 0 0,-1 1 0,-1 0 0,-1 0 0,-1 0 0,-1-1 0,4 15-44,0 0 0,0 1 0,-1-1-1,1 1 1,-1 0 0,0 0 0,0 1 0,0 0 0,-1 0 0,1 0-1,-1 0 1,1 1 0,-1 0 0,0 0 0,0 0 0,0 1 0,0 0-1,0 0 1,0 1 0,-1 0 0,1 0 0,0 0 0,0 1 0,0-1 0,0 2-1,0-1 1,0 1 0,0 0 0,0 0 0,0 0 0,1 1 0,-1 0-1,1 0 1,0 0 0,0 1 0,0-1 0,0 2 0,1-1 0,-1 0-1,1 1 1,-3 3 44,-33 37-2071</inkml:trace>
  <inkml:trace contextRef="#ctx0" brushRef="#br0" timeOffset="-14666.203">1139 1033 28438,'0'0'1176,"0"0"-337,0 0-291,0 0-166,0 0-172,0 0-126,-2 0-61,-4 0-19,3 32 84,1-25-69,-1-1 0,0 0 0,0 0 0,0 0 0,-1 0 0,0-1 0,0 1 0,0-1 0,-1 0 0,0 0-1,0-1 1,0 1 0,-1-1 0,1 0 0,-1 0 0,0-1 0,0 0 0,0 0 0,-1-1 0,1 1 0,-1-1 0,1 0 0,-1-1 0,0 0 0,-2 0-19,8-2 3,-1-1 0,1 0 1,0 0-1,0 0 0,0 0 1,1 0-1,-1 0 0,0 0 1,1 0-1,-1 0 0,1 0 1,-1 0-1,1 0 0,0 0 1,0 0-1,0-1 0,0 1 1,1 0-1,-1 0 0,0 0 1,1 0-1,0 0 0,-1 0 1,1 0-1,0 0 0,0 0 1,0 0-1,0 0-3,7-5-1,0 1 1,1 0 0,-1 0-1,1 1 1,0 0-1,1 1 1,-1 0-1,1 0 1,0 1-1,-1 0 1,2 1 0,-1 0-1,0 1 1,0 0-1,0 0 1,1 1-1,-1 0 1,10 2 0,-20-2 0,-1 1 0,1-1 0,0 0 0,0 0 0,-1 1 1,1-1-1,0 0 0,0 1 0,0-1 0,0 0 0,-1 0 0,1 1 0,0-1 0,0 0 0,0 1 1,0-1-1,0 1 0,0-1 0,0 0 0,0 1 0,0-1 0,0 0 0,0 1 0,0-1 0,0 0 1,0 1-1,0-1 0,0 0 0,1 1 0,-1-1 0,0 0 0,0 1 0,0-1 0,1 0 0,-1 0 1,0 1-1,0-1 0,0 0 0,1 0 0,-1 1 0,0-1 0,1 0 0,-1 0 0,0 0 0,0 1 1,1-1-1,-1 0 0,0 0 0,1 0 0,-1 0 0,0 0 0,1 0 0,-1 0 0,-69 1 27,89-4-58,-18 2 32,0 0 0,0 0 0,0 0 0,0 0 0,0 1-1,0-1 1,0 1 0,0-1 0,1 1 0,-1 0 0,0 0 0,0 0 0,1 0 0,-1 0 0,0 0 0,0 1-1,1-1 1,-1 1 0,0-1 0,0 1 0,0 0 0,0 0 0,0 0 0,0 0 0,0 0 0,0 0-1,0 1 1,-1-1 0,1 1 0,0-1 0,-1 1 0,1 0 0,-1-1 0,0 1 0,1 0 0,-1 0 0,0 0-1,0 0 1,0 0 0,0 0-1,-36 1 152,6-3-157,28 0-220,1 0-1078,0 0-2634</inkml:trace>
  <inkml:trace contextRef="#ctx0" brushRef="#br0" timeOffset="-3186.717">2238 42 25133,'0'0'2854,"0"0"-1616,0 0-654,0 0-55,0 0-115,-7 10-98,-35 88 167,2 139 111,-78 352-423,108-533-324,30-68-725,9-13-433,0-7-873</inkml:trace>
  <inkml:trace contextRef="#ctx0" brushRef="#br0" timeOffset="-2908.317">2973 1 28174,'0'0'1080,"0"0"-816,0 0 344,0 0 89,-5 162-185,-16-73-128,-9 31-160,0-4-64,0-6-64,7-17-64,7-24-8,0 3-16,0 1-8,4-13 0,10-12 0,2-15-280,21-15-264,2-15-1529</inkml:trace>
  <inkml:trace contextRef="#ctx0" brushRef="#br0" timeOffset="-2360.983">4154 436 27310,'0'0'1792,"0"0"-1045,0 0-206,0 0 36,0 0-177,0 0-182,-7-21-79,-37-111 145,42 127-278,0 1 1,0 0-1,0 0 0,0 0 0,-1 0 1,0 0-1,1 0 0,-2 1 1,1-1-1,0 1 0,-1 0 0,1 0 1,-1 0-1,0 0 0,0 1 0,0-1 1,0 1-1,-1 0 0,1 1 0,0-1 1,-1 1-1,1 0 0,-1 0 0,0 0 1,1 0-1,-1 1 0,0 0 0,0 0 1,1 0-1,-2 1-6,-6 0-2,0 0 0,-1 1 0,1 0 0,0 2 0,1-1 0,-1 1 1,1 1-1,-1 0 0,1 0 0,1 1 0,-4 3 2,-11 10-1,1 2 0,1 1 0,0 0 1,2 2-1,1 0 0,1 1 0,1 1 0,1 1 0,2 1 0,0 0 1,2 1-1,1 0 0,2 1 0,0 0 0,2 1 0,2 0 1,1 0-1,1 1 0,0 28 1,3-55-1,0 1 1,1-1-1,0 0 1,0 1-1,0-1 0,0 1 1,1-1-1,0 1 1,0-1-1,0 0 0,1 1 1,0-1-1,0 0 1,0 0-1,0 0 0,1-1 1,0 1-1,0-1 1,0 1-1,1-1 0,0 0 1,-1 0-1,1 0 1,1-1-1,-1 1 0,0-1 1,1 0-1,0 0 1,-1-1-1,1 0 0,0 1 1,0-1-1,1-1 1,-1 1-1,0-1 1,1 0 0,10 0 1,-1 0 0,0-2 1,1 0-1,-1 0 1,0-1-1,0-1 1,0-1-1,-1 0 0,1-1 1,-1 0-1,0-1 1,0-1-1,0 0 1,-1-1-1,-1-1 1,1 0-1,-1 0 0,3-4-1,21-20 4,-1-1 0,-2-2 0,-1-1 0,-2-1 0,2-8-4,12-20-2,-30 42-126,1 1-1,1 1 0,1 0 1,1 1-1,1 1 1,0 0-1,13-7 129,11-1-1608,-5 6-2051</inkml:trace>
  <inkml:trace contextRef="#ctx0" brushRef="#br0" timeOffset="-1952.969">5076 695 30310,'0'0'789,"0"0"-215,-3-24-115,-18-153-97,22 167-361,-1-1 1,0 1 0,-1 0 0,0-1 0,-1 1 0,0 0 0,0 0 0,-1 0-1,0 0 1,-1 0 0,-1 1 0,1-1 0,-1 1 0,-1 0 0,0 0-1,0 1 1,0 0 0,-1 0 0,0 1 0,-1-1 0,0 2 0,0-1 0,0 1-1,-1 0 1,-8-3-2,10 7-1,0 1-1,0 0 0,0 0 1,0 1-1,0 0 1,-1 0-1,1 1 1,0 0-1,0 0 0,0 1 1,0 0-1,0 0 1,1 0-1,-1 1 0,0 0 1,1 1-1,0-1 1,0 1-1,0 0 0,0 1 1,1-1-1,-1 1 1,0 2 1,-98 140-33,82-110 32,1 1 0,2 1 1,2 1-1,2 0 0,2 1 0,1 1 0,2 0 1,2 0-1,2 1 0,1 14 1,4-53 1,0 0 0,0 0 0,1-1-1,0 1 1,0 0 0,0 0 0,0 0 0,0 0 0,1 0 0,0 0-1,0 0 1,0-1 0,0 1 0,0 0 0,1-1 0,0 1 0,-1-1 0,2 1-1,-1-1 1,0 0 0,0 0 0,1 0 0,0 0 0,0 0 0,-1-1-1,2 1 1,-1-1 0,0 0 0,0 1 0,1-2 0,-1 1 0,1 0-1,0-1 1,-1 0 0,1 1 0,0-1 0,1 0-1,13 0 5,0-1-1,-1 0 1,1-2-1,0 0 1,-1 0 0,0-2-1,0 0 1,0-1 0,0-1-1,0 0 1,-1-1 0,0-1-1,-1-1 1,0 0-1,0-1 1,-1-1-5,16-11-9,-2-1 0,-1-2 0,0-1 0,-2-1 0,-1-1 0,-2-1 0,4-8 9,73-161-1942,-79 145-784</inkml:trace>
  <inkml:trace contextRef="#ctx0" brushRef="#br0" timeOffset="-1610.686">5815 270 29838,'0'0'793,"0"0"-489,0 0 40,0 0-40,0 0-56,-25 148-112,9-51 0,-12 34 40,1-7 0,-1-12-96,0-17-48,5-24-24,5 6-8,2-1-176,16-9-72,0-22-792,11-22-409</inkml:trace>
  <inkml:trace contextRef="#ctx0" brushRef="#br0" timeOffset="-514.225">1162 1919 26694,'0'0'985,"21"-3"-335,250-45 810,30-21-1164,3 14-1,2 13 1,270 0-296,-312 43 275,151 25-275,20 16 233,128-16-233,-253-28 29,191-30-29,254-48-189,-442 68-1842,-287 16 708</inkml:trace>
  <inkml:trace contextRef="#ctx0" brushRef="#br0" timeOffset="-265.985">6935 1885 32711,'0'0'56,"0"0"-56,0 0 0,0 0 0,0 0-416,0 0-2177</inkml:trace>
  <inkml:trace contextRef="#ctx0" brushRef="#br0" timeOffset="39585.1">1692 1537 25814,'0'0'4091,"0"0"-2959,0 0-964,0 0-49,0 0 181,7 17 63,41 114 137,-31-71-332,-5-11-152,2-1 0,2 0 0,2-1 0,3-1 0,1-1 0,2-1 0,17 21-16,-31-55 0,0 0 0,1-1 0,0-1 0,0 0 0,1 0 0,0-1 0,1-1 0,-1 0 0,1 0 0,1-2 0,-1 1 0,0-2 0,1 0 0,0 0 0,0-2 0,0 1 0,0-2 0,0 0 0,0 0 0,0-2 0,0 1 0,-1-2 0,1 0 0,0-1 0,-1 0 0,0-1 0,0 0 0,6-4 0,424-129 0,-415 131 0,80-20 0,1 4 0,1 5 0,1 5 0,70 2 0,-167 12 0,0 1 0,0 0 0,0 1 0,-1 1 0,1 0 0,-1 1 0,0 0 0,0 1 0,0 0 0,-1 1 0,0 1 0,0 0 0,-1 1 0,0 0 0,-1 0 0,0 1 0,0 1 0,-1 0 0,0 0 0,4 8 0,13 21 0,-1 1 0,-3 1 0,-1 0 0,-3 2 0,8 25 0,51 252 0,-77-321 0,0 1 0,-1 0 0,1 0 0,-1 0 0,1 0 0,0 0 0,0 0 0,-1 0 0,1 0 0,0 0 0,0 0 0,0 0 0,0 0 0,0 0 0,0 0 0,0 0 0,0-1 0,1 1 0,-1 0 0,0 0 0,1 0 0,-1 0 0,0 0 0,1 0 0,-1 0 0,1 0 0,-1-1 0,1 1 0,0 0 0,-1 0 0,1-1 0,0 1 0,-1 0 0,1-1 0,0 1 0,0-1 0,0 1 0,0-1 0,-1 1 0,1-1 0,0 0 0,0 1 0,0-1 0,0 0 0,0 0 0,0 0 0,0 0 0,0 0 0,0 0 0,0 0 0,0 0 0,0 0 0,0 0 0,0 0 0,0-1 0,0 1 0,0 0 0,0-1 0,-1 1 0,1 0 0,0-1 0,0 0 0,0 1 0,0-1 0,109-141 0,-81 102 0,9-16 0,1 1 0,3 1 0,2 3 0,2 2 0,3 1 0,1 3 0,2 2 0,3 2 0,50-28 0,-46 40 0,0 2 0,2 3 0,1 3 0,0 2 0,2 3 0,0 3 0,0 3 0,1 2 0,49 2 0,-91 8 0,0 1 0,0 0 0,-1 2 0,1 1 0,-1 0 0,0 2 0,-1 1 0,0 0 0,0 1 0,-1 2 0,0 0 0,15 13 0,-2-2 0,1-2 0,1-1 0,1-1 0,0-2 0,1-2 0,1-1 0,0-3 0,1 0 0,0-3 0,1-1 0,-1-2 0,10-1 0,4-2 0,-1-3 0,1-1 0,-1-4 0,1-1 0,-2-3 0,1-2 0,-2-2 0,0-2 0,0-3 0,32-17 0,-70 30 0,0 0 0,0-1 0,-1-1 0,0 1 0,0-2 0,-1 1 0,0-2 0,0 1 0,-1-1 0,-1-1 0,0 1 0,0-1 0,-1-1 0,0 0 0,-1 0 0,0 0 0,-1 0 0,-1-1 0,0 0 0,0 0 0,0-8 0,-2-44-128,-4 7-512</inkml:trace>
  <inkml:trace contextRef="#ctx0" brushRef="#br0" timeOffset="91311.212">6640 449 26046,'0'0'969,"0"0"-337,0 0 411,0 0-27,0 0-388,5-18-229,13-54-104,-17 68-273,0 0 0,0 0 1,-1 0-1,1-1 0,-1 1 0,0 0 0,0 0 0,-1 0 1,1-1-1,-1 1 0,0 0 0,0 0 0,0 0 1,-1 0-1,0 0 0,1 0 0,-1 1 0,0-1 0,-1 0 1,1 1-1,-1 0 0,1-1 0,-1 1 0,0 0 1,0 1-1,-1-1 0,1 0 0,-1 1 0,1 0 1,-1 0-1,-2-2-22,-116-24 167,100 32-166,1 0 0,0 1 0,0 1 0,1 1 1,0 1-1,0 1 0,0 1 0,1 0 0,1 1 0,0 2 1,0-1-1,2 2 0,-1 0 0,2 1 0,0 1 0,0 0 1,2 1-1,0 1 0,1 0 0,1 0 0,1 1 1,0 1-1,1 0 0,1 2-1,-3 7-2,2-1 0,1 1 0,1 1 1,1-1-1,2 1 0,1 0 0,2 0 1,0 0-1,2 2 2,0-27 6,0 0 1,0 0-1,0 1 1,0-1-1,1 0 1,0 0-1,0-1 1,0 1-1,0 0 1,1-1-1,0 1 1,0-1-1,0 0 1,1 0-1,-1 0 1,1 0-1,0-1 0,0 1 1,0-1-1,0 0 1,1 0-1,-1-1 1,1 1-1,0-1 1,0 0-1,0 0 1,0-1-1,0 1 1,4-1-7,159 15 309,-162-16-305,22-4 3,-2-1-1,1-1 0,0-2 1,-1 0-1,-1-2 1,0-1-1,0-1 0,-1-1 1,0-1-1,-1-1 0,-1-1 1,0-1-1,-2-1 1,0 0-1,-1-2 0,0-1 1,-2 0-1,-1-1 0,0 0 1,-2-2-1,0 0 1,-2 0-1,7-19-6,-14 33 9,1-1 1,-1 0-1,0 0 0,-1-1 1,-1 1-1,0-1 0,0 0 1,-1 1-1,-1-1 0,0-1 1,0 1-1,-2 0 0,1 0 1,-1 0-1,-1 0 0,0 0 1,-1 1-1,0-1 0,-1 1 1,0-1-1,-1 1 0,0 0 1,-1 1-1,-6-10-9,-6 4 0,0 0 0,-2 1 0,0 1 0,0 0 0,-2 2 0,1 1 0,-2 0 0,1 2 0,-1 0 0,-1 2 0,-18-4 0,37 10-85,-1 1 0,0-1 1,0 1-1,0 0 0,0 0 0,1 1 0,-1-1 0,0 1 1,0 1-1,1-1 0,-1 1 0,1 0 0,-1 0 1,1 1-1,0 0 0,0 0 0,0 0 0,0 0 0,0 1 1,-2 2 84,-23 17-4609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5:29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5347 1778 26662,'0'0'1815,"0"0"-1096,0 0-418,0 0-36,0 0 185,0 0-19,25 0-143,299-7 52,8-27-164,-5 0 41,159 9-217,-177 37 197,110 25-197,-358-30 2,217 19-358,-259-13-1451,-19-8 161</inkml:trace>
  <inkml:trace contextRef="#ctx0" brushRef="#br0" timeOffset="456.128">6282 2089 29942,'0'0'710,"0"0"-349,-14 21-131,-149 269 455,95-140-629,8 4-1,1 14-55,13 64 56,45-227-54,0-1-1,1 1 1,-1 0 0,1 0 0,0-1-1,1 1 1,-1 0 0,1 0-1,0-1 1,0 1 0,1-1 0,-1 1-1,1-1 1,0 1 0,0-1 0,1 0-1,-1 0 1,1 0 0,0 0-1,0 0 1,0-1 0,1 1 0,-1-1-1,1 0 1,-1 0 0,1 0 0,0-1-1,0 1 1,1-1 0,-1 0 0,0 0-1,1 0 1,-1-1 0,1 0-1,0 0 1,-1 0 0,4 0-2,7 1-4,0-2 0,1 1-1,-1-2 1,0 0 0,0-1 0,0 0 0,0-2 0,0 1-1,0-2 1,-1 0 0,0-1 0,0 0 0,0-1 0,-1 0-1,0-2 1,0 1 0,-1-1 0,0-1 0,-1 0 0,0-1-1,0 0 1,-1-1 0,-1 0 0,8-13 4,-1 5-14,0-1 1,-2-1-1,0 0 0,-1-1 1,-2 0-1,0-1 0,-2 0 1,0-1-1,-2 0 1,-1 0-1,-1-1 0,-1 1 1,-1-1-1,-1-6 14,-1 29 0,-1 0-1,1 0 1,-1 0 0,0 0-1,0 0 1,0 0-1,-1 0 1,1 0 0,-1 0-1,0 0 1,1 0 0,-1 0-1,-1 0 1,1 0-1,0 0 1,-1 1 0,1-1-1,-1 1 1,0-1-1,0 1 1,0-1 0,0 1-1,0 0 1,0 0-1,-1 0 1,1 0 0,-1 1-1,0-1 1,1 1 0,-1-1-1,0 1 1,0 0-1,0 0 1,0 0 0,0 0-1,0 1 1,0-1-1,0 1 1,-12 0-1,0 1-1,0 0 0,0 1 1,0 0-1,0 2 0,1 0 0,-1 0 1,1 1-1,0 1 0,0 0 1,1 1-1,0 1 0,0 0 0,1 1 1,0 0-1,0 0 0,1 2 1,0-1-1,1 1 0,1 1 0,-7 10 2,14-21-31,0 0-1,1 0 0,-1 1 0,1-1 0,-1 1 0,1-1 0,-1 1 0,1 0 0,0 0 0,0-1 0,0 1 1,0 0-1,0 0 0,1 0 0,-1 0 0,0 0 0,1 0 0,0 0 0,-1 0 0,1 0 0,0 0 0,0 1 1,0-1-1,0 0 0,1 0 0,-1 0 0,0 0 0,1 0 0,0 0 0,-1 0 0,1 0 0,0 0 0,0 0 0,0-1 1,0 1-1,0 0 0,1 0 0,-1-1 0,0 1 0,1-1 0,-1 1 0,1-1 32,24 7-1743</inkml:trace>
  <inkml:trace contextRef="#ctx0" brushRef="#br0" timeOffset="765.249">6904 2195 30182,'0'0'689,"0"0"-308,-14 26-129,-45 89 33,52-101-251,1 0 0,1 0-1,1 1 1,0-1 0,1 1-1,0 0 1,1 0 0,1 0-1,0 0 1,1 0 0,1 5-34,-1 8 15,0-18-13,0-1-1,1 1 1,0 0 0,0-1 0,1 1-1,0 0 1,1-1 0,0 0 0,0 0-1,1 0 1,1 0 0,-1 0 0,1-1-1,1 0 1,-1 0 0,1 0-1,1-1 1,0 1 0,0-2 0,0 1-1,1-1 1,-1 0 0,9 4-2,10 2-5,2 0 0,-1-2 0,1-2 0,0 0 0,1-2 0,0 0 0,0-3-1,0 0 1,0-2 0,0-1 0,1-1 0,-1-1 0,0-2 0,7-3 5,-10 2-282,0-2-1,-1 0 1,0-2-1,-1-1 1,1 0-1,-2-2 0,13-9 283,6-8-3144</inkml:trace>
  <inkml:trace contextRef="#ctx0" brushRef="#br0" timeOffset="1047.646">7308 2215 30310,'0'0'793,"0"0"-297,-97 133-104,44-17 80,0 42-168,4 16-304,20 4 0,24-8 0,5-37 0,5-38-608,6-39-2129</inkml:trace>
  <inkml:trace contextRef="#ctx0" brushRef="#br0" timeOffset="-1595.521">1604 1678 21781,'0'0'6338,"0"0"-4384,0 0-1268,0 0-176,0 0-87,-6-10-112,4 9-306,1-1 0,0 1 1,-1-1-1,1 1 0,0-1 0,0 0 0,0 0 1,0 0-1,1 0 0,-1 0 0,0 1 0,1-1 1,-1 0-1,1-1 0,0 1 0,0 0 1,0 0-1,0 0 0,0 0 0,0 0 0,0 0 1,1 0-1,-1 0 0,1 0 0,-1 0 1,1 0-1,0 1 0,0-1 0,0 0 0,0 0 1,0 0-1,0 1 0,0-1 0,1 1 1,-1-1-1,1 1 0,-1-1 0,1 1 0,-1 0 1,1 0-1,0 0 0,0 0 0,-1 0 1,1 0-1,0 0 0,0 0 0,2 0-5,16-9 11,1 0-1,0 1 1,0 1-1,1 1 1,0 1-1,0 1 1,1 1 0,-1 1-1,1 1 1,0 0-1,0 2 1,0 1-1,0 1 1,-1 1-1,1 1 1,-1 1-1,0 0 1,0 2-1,0 1 1,9 5-11,-14-3 2,-1 2-1,-1-1 1,0 2 0,-1 0-1,0 1 1,0 0 0,-2 1-1,0 0 1,-1 1 0,0 1-1,-1 0 1,-1 0 0,-1 0-1,-1 1 1,0 1 0,-1-1-1,-1 1 1,0 0 0,-2 0-1,0 1 1,-2-1 0,0 1 0,-1-1-1,0 1 1,-2-1 0,-1 0-1,0 1 1,-1-1 0,-1-1-1,-1 1 1,-3 5-2,-8 12-10,-2 0 0,-2-2-1,-1 0 1,-2-1 0,-1-2 0,-1 0 0,-2-2-1,-1-1 1,-1-1 0,-2-1 0,0-2 0,-1-2-1,-2-1 1,-8 3 10,-62 11-533,103-37 412,0 0 1,1-1 0,0 1-1,-1 0 1,1-1 0,0 0-1,0 1 1,0-1-1,1 0 1,-1 1 0,1-1-1,-1 0 1,1 0 0,0 1-1,0-1 1,0 0-1,1 0 1,-1 1 0,1-1-1,-1 0 1,1 0 0,1-1 120,-2 3-35,13-52-4784</inkml:trace>
  <inkml:trace contextRef="#ctx0" brushRef="#br0" timeOffset="-1301.188">2887 1386 29086,'0'0'988,"-24"22"-374,-164 166 146,147-136-605,2 3-1,3 1 0,2 1 1,3 2-1,2 2 1,-12 38-155,33-75 35,0 1 1,1-1 0,2 1-1,1 1 1,0-1-1,1 16-35,4-27 2,0 1-1,1-1 1,1 0-1,0 0 1,1 0-1,0 0 1,1-1-1,1 1 0,0-1 1,1 0-1,0-1 1,1 0-1,0 0 1,1 0-1,0-1 1,1-1-1,0 0 1,1 0-1,0-1 0,0 0 1,1-1-1,0 0 1,1-1-1,0 0 1,0-1-1,0-1 1,1 0-1,0 0 1,0-2-1,0 0 1,0 0-1,9-1-1,13-1-206,-1-2 0,0-2 0,1-1 0,-2-1 0,1-2 0,-1-2 0,0-1 0,0-2 0,-1-1 0,2-3 206,80-34-1689</inkml:trace>
  <inkml:trace contextRef="#ctx0" brushRef="#br0" timeOffset="-1048.113">3518 1745 29606,'0'0'1881,"0"0"-1617,0 0-168,0 0 32,0 0 96,131 6-96,-87-2-72,2 4-56,5 9-168,-12 0-1072,-16-1-1097</inkml:trace>
  <inkml:trace contextRef="#ctx0" brushRef="#br0" timeOffset="-879.734">3421 2116 30591,'0'0'760,"0"0"-432,0 0-128,0 0 232,0 0-88,150-8-232,-72-1-112,49 9-104,-21 0-912,-14 0-3809</inkml:trace>
  <inkml:trace contextRef="#ctx0" brushRef="#br0" timeOffset="4185.69">10330 2303 24725,'0'0'5698,"0"0"-5058,0 0-120,0 0-184,-129 126-160,83-78-80,0 1-56,2 3-40,-9 19-112,12-15-560,4-15-1769</inkml:trace>
  <inkml:trace contextRef="#ctx0" brushRef="#br0" timeOffset="5092.103">12122 1848 28070,'0'0'1123,"0"0"-515,0 0-185,0 0-52,0 0-57,0 0-24,28 5-53,-11-2-205,-7-1-22,1 0 0,-1 0 0,1-1 1,-1 0-1,1-1 0,0 0 0,-1-1 1,1 0-1,-1 0 0,1-1 0,-1-1 0,0 0 1,1 0-1,-1-1 0,-1 0 0,1-1 0,2-2-10,230-192 46,-242 200-46,-1-1 1,1 0-1,0 1 1,0-1-1,-1 1 1,1-1-1,0 0 1,0 1 0,0-1-1,-1 1 1,1-1-1,0 1 1,0-1-1,0 0 1,0 1-1,0-1 1,0 1-1,0-1 1,0 1-1,0-1 1,0 1-1,0-1 1,0 1-1,1-1 1,-1 0 0,0 1-1,0-1 1,0 1-1,1-1 1,-1 0-1,0 1 1,0-1-1,1 0 1,-1 1-1,0-1 1,1 0-1,-1 1 1,0-1-1,1 0 1,-1 1-1,0-1 1,1 0 0,-1 0-1,1 0 1,-1 1-1,0-1 1,1 0-1,-1 0 1,1 0-1,-1 0 1,1 0-1,-1 0 1,1 0-1,-1 0 1,1 0-1,-1 0 1,0 0-1,1 0 0,-2 4-1,-51 175 45,46-154-43,0 0-1,2 1 1,1-1 0,2 1-1,0 0 1,1 0 0,2-1-1,0 3 0,0-24-1,0 0 0,0 0-1,0 0 1,0 0-1,1-1 1,-1 1-1,1-1 1,0 1 0,0-1-1,0 0 1,1 0-1,-1 0 1,1 0-1,0-1 1,-1 0 0,1 1-1,0-2 1,0 1-1,1 0 1,-1-1-1,0 1 1,0-1 0,1 0-1,-1-1 1,1 1-1,-1-1 1,0 0-1,1 0 1,-1 0 0,1-1-1,-1 1 1,1-1-1,-1 0 1,0-1-1,0 1 1,1-1-1,-1 1 1,0-1 0,0-1-1,-1 1 1,2-1 1,25-20-55,0-2 0,-2-1 0,-1-2 1,-1 0-1,-1-2 0,18-29 55,-33 46-47,26-34-91,-2-3 1,-2 0 0,-2-2 0,-3-1 0,-2-2 0,-2 0-1,-3-1 1,13-59 137,-25 84 650,6 715-41,-12-437-617,1 218 499,-29 139-491,24-574-1,2-19 3,-1 0 0,0 1 1,0-1-1,-1 0 0,0 0 0,-1 0 0,0 0 0,-1-1 0,-1 1 0,1-1 1,-1 0-3,1-7 0,-1 0 0,1 0 1,0-1-1,-1 0 1,1 1-1,-1-2 1,0 1-1,1-1 1,-1 1-1,0-1 1,0 0-1,0-1 1,0 0-1,0 1 1,0-1-1,0-1 1,0 1-1,0-1 1,0 0-1,1 0 1,-1 0-1,0-1 1,0 0-1,1 0 1,-1 0-1,1 0 1,0-1-1,-1 1 0,1-1 1,0 0-1,1-1 1,-1 1-1,1-1 1,-1 1-1,1-1 1,-2-3-1,-14-16-15,1-1 1,1-2 0,1 1-1,2-2 1,0 0 0,2-1-1,1 0 1,1-1 0,1 0-1,2 0 1,1-1-1,1 0 1,1 0 0,2 0-1,1 0 1,2-1 0,1 1-1,1 0 1,1 0 0,2 0-1,1 1 1,1 0-1,2 0 1,1 0 0,1 2-1,6-9 15,17-27-390,4 3 0,1 1 0,4 2 0,2 1 0,2 3 0,14-9 390,-19 17-808,32-36-2584</inkml:trace>
  <inkml:trace contextRef="#ctx0" brushRef="#br0" timeOffset="5545.822">14134 1674 29310,'0'0'888,"0"0"-471,0 0-161,0 0-48,152-8-88,-79 0-72,8 1-48,30-1-216,-19 4-921,-23 0-3208</inkml:trace>
  <inkml:trace contextRef="#ctx0" brushRef="#br0" timeOffset="5810.536">14127 2149 27486,'0'0'2248,"0"0"-1768,0 0-183,0 0 119,0 0-88,168 0-160,-94 0-168,34 0-32,-16 13-816,-14 1-8530</inkml:trace>
  <inkml:trace contextRef="#ctx0" brushRef="#br0" timeOffset="6298.869">15516 1726 29118,'0'0'1272,"0"0"-551,0 0-257,0 0-144,0 0-48,0 0-56,0 0 8,131-4-136,-64 4-56,7 8-24,6 11-8,31 18-376,-19-2-1008,-16-8-9051</inkml:trace>
  <inkml:trace contextRef="#ctx0" brushRef="#br0" timeOffset="6844.78">17013 1815 28990,'0'0'650,"32"-4"-137,476-55 789,58 22 10,278 29-1312,-759 11 0,-1 3 0,0 3 0,0 5 0,-2 3 0,1 3 0,28 15 0,78 70-1532,-190-104-463,-13-1-2928</inkml:trace>
  <inkml:trace contextRef="#ctx0" brushRef="#br0" timeOffset="7328.965">18066 2332 29430,'0'0'642,"-21"29"-314,13-18-306,-150 251 207,109-148-61,5 2 0,5 2 1,5 1-1,-15 105-168,41-70 148,7-150-146,1-1 1,0 0-1,0 0 0,0 0 0,0 0 1,0 1-1,1-1 0,-1 0 0,1 0 1,0 0-1,0 0 0,0 0 0,0 0 1,0 0-1,1 0 0,-1-1 0,1 1 1,0 0-1,0-1 0,0 1 0,0-1 1,0 0-1,1 0 0,-1 0 0,1 0 1,-1 0-1,1 0 0,0-1 0,0 1 1,0-1-1,-1 0 0,1 0 0,1 0 1,-1 0-1,0 0 0,0-1 0,0 1 1,0-1-1,0 0 0,0 0 0,1 0 1,-1 0-1,0-1 0,0 1 0,0-1 1,0 0-1,0 0 0,3-1-2,11-6-8,-1-2-1,1 1 1,-2-2-1,1 0 1,-2-1-1,0 0 1,0-1-1,-1-1 1,-1 0-1,0-1 1,1-3 7,-9 14-10,12-12-14,-1-1 1,0 0-1,-2-1 1,0 0-1,0-1 1,-2-1-1,-1 0 1,0 0-1,-2-1 0,0 0 1,-1 0-1,-1-1 1,-1 0-1,-1 0 1,-1 0-1,-1-1 1,-1 1-1,-1-6 25,-3 23 4,-1-1 0,1 2-1,-1-1 1,0 0 0,0 1-1,0-1 1,-1 1 0,0 0-1,1 1 1,-1-1 0,-1 1 0,1 0-1,0 0 1,-1 1 0,1-1-1,-1 1 1,0 0 0,0 1-1,0 0 1,0 0 0,0 0-1,0 0 1,0 1 0,0 0-1,0 0 1,0 1 0,0 0 0,0 0-1,0 0 1,0 1 0,0 0-1,0 0 1,1 0 0,-6 3-4,-4 2-10,-1 0 1,1 1 0,0 0 0,0 1-1,1 1 1,0 0 0,1 1 0,0 0 0,1 1-1,0 1 1,1 0 0,0 0 0,0 3 9,-6 57-2074,17-50-1838</inkml:trace>
  <inkml:trace contextRef="#ctx0" brushRef="#br0" timeOffset="7681.56">18764 2414 30438,'0'0'646,"0"0"-223,-13 24-130,-72 159 209,73-143-455,3 1 0,1 0 0,2 0 0,2 1 1,1 41-48,2-76 0,1 0 1,0 0-1,1 0 1,-1 0 0,1 0-1,1 0 1,-1 0 0,1-1-1,1 1 1,-1 0-1,1-1 1,0 0 0,1 1-1,-1-1 1,1-1-1,0 1 1,1 0 0,-1-1-1,1 0 1,0 0-1,0-1 1,1 1 0,0-1-1,4 2 0,15 5 2,0-1 0,1-1 0,1-1 0,-1-2 0,1-1 0,0 0 0,1-3-1,-1 0 1,0-1 0,1-2 0,-1-1 0,23-4-2,-20 2-161,-1-1 0,0-2 0,-1 0 1,0-2-1,0-1 0,-1-2 0,0 0 0,-1-2 0,0-1 1,2-3 160,22-16-1705</inkml:trace>
  <inkml:trace contextRef="#ctx0" brushRef="#br0" timeOffset="7932.834">19057 2584 30447,'0'0'776,"-67"181"-272,30-30-192,2 19 48,17-2-120,13-6-144,5-21-96,0-31-456,3-29-1296</inkml:trace>
  <inkml:trace contextRef="#ctx0" brushRef="#br0" timeOffset="21516.123">19474 333 29478,'0'0'872,"0"0"-351,0 0-377,0 0 312,-12 159 72,5-30-144,5 43-208,2 13-176,0-44-368,0-40-1953</inkml:trace>
  <inkml:trace contextRef="#ctx0" brushRef="#br0" timeOffset="21012.408">18248 184 22157,'0'0'4634,"0"0"-1949,0 0-1630,0 0-525,0 0-160,-3 0-62,-11 0-39,10 0-75,4 0-74,-5 7-4,-6 26-96,0 1 1,3 0-1,0 0 1,3 0 0,0 1-1,3 0 1,1 0-1,1 0 1,2 0-1,1 0 1,2-1 0,1 1-1,2-1 1,2 0-1,0-1 1,15 28-21,127 200 0,-150-257 0,0 0 0,-1 0 0,1-1 0,-1 2 0,0-1 0,0 0 0,0 0 0,-1 0 0,1 0 0,-1 1 0,0-1 0,0 0 0,-1 0 0,1 1 0,-1-1 0,0 0 0,0 0 0,0 0 0,-1 0 0,1 0 0,-1 0 0,0 0 0,0-1 0,0 1 0,-1-1 0,1 1 0,-1-1 0,0 0 0,0 0 0,0 0 0,0 0 0,-1-1 0,1 1 0,-1-1 0,1 0 0,-2 1 0,-148 61 0,105-52-23,0-3 1,-1-1-1,0-3 0,0-2 1,-31-2 22,63 0-187,-1-1 0,1-1 0,-1-1 0,1 0 1,0-2-1,0 0 0,0 0 0,0-2 0,1 0 0,0-1 1,0 0-1,-8-6 187,-24-25-2182</inkml:trace>
  <inkml:trace contextRef="#ctx0" brushRef="#br0" timeOffset="21265.714">17999 457 28726,'0'0'840,"0"0"-312,0 0 17,173 0-113,-95-2-128,15-6-152,10-2-152,38 1-72,-26 3-768,-14 4-2753</inkml:trace>
  <inkml:trace contextRef="#ctx0" brushRef="#br0" timeOffset="72354.52">1267 3922 27134,'0'0'1353,"0"0"-660,0 0-268,0 0-36,0 0-30,0 0-76,25-7-95,156-34 36,-21 22-151,2 6-1,-1 8 1,1 7 0,50 11-73,473 47 138,394 82 56,912-67-82,-1570-76-104,874 15 24,-392 20-28,1010 54 1,585 35 11,-1728-91-9,1608 53 59,-530-53 224,-1392-28-215,1791 48 19,-1717-38-1659,-502-14-2396</inkml:trace>
  <inkml:trace contextRef="#ctx0" brushRef="#br0" timeOffset="73080.205">1021 4732 29118,'0'0'1385,"0"0"-1113,0 0-80,0 0 264,0 0-16,-150 117-176,62-45-144,-34 32-88,-25 22-8,-3 11-24,30-23-120,44-31-248,37-23-392,21-27-1097,8-14-1960</inkml:trace>
  <inkml:trace contextRef="#ctx0" brushRef="#br0" timeOffset="73268.524">908 5139 28910,'0'0'864,"0"0"-408,0 0-15,0 0-41,0 0-120,0 0-80,0 0-112,78 141-56,-112-87 8,-13 8-40,-12 8-256,-47 30-368,16-19-993,2-13-1912</inkml:trace>
  <inkml:trace contextRef="#ctx0" brushRef="#br0" timeOffset="73457.04">168 6047 28166,'-39'116'888,"-2"17"-400,-3 14-136,14-10 88,18-17-143,10 6-209,2-16-56,0-20-32,5-30-224,9-23-265,9-14-367,-3-9-552,-6-14-3153</inkml:trace>
  <inkml:trace contextRef="#ctx0" brushRef="#br0" timeOffset="73713.523">806 5676 27694,'0'0'1096,"0"0"-696,0 0 120,157 89 56,-111-23-71,-4 34-169,-8 32-136,-13 28-120,-14-13-40,-7-31-24,-5-37-16,-18-23-112,-9 2-104,-10 2-16,-11-2-136,-18-20-393,9-15-935,7-19-4009</inkml:trace>
  <inkml:trace contextRef="#ctx0" brushRef="#br0" timeOffset="73970.311">525 6080 27510,'0'0'1487,"0"0"-1052,25-3-349,83-6-28,-101 9-97,0 1 0,0 0 0,0 0 0,0 1 1,-1 0-1,1 0 0,0 1 0,-1-1 0,0 1 1,1 1-1,-1-1 0,0 1 0,-1 0 0,1 1 0,-1-1 1,0 1-1,0 0 0,0 1 0,-1-1 0,0 1 1,0 0-1,0 0 0,-1 0 0,1 0 0,-2 0 1,1 1-1,-1 0 0,0-1 0,0 1 0,-1 0 1,1 0-1,-2 0 0,1 0 0,-1 0 0,0 0 0,-1 0 1,1 0-1,-1 0 0,-1 3 39,0 6-436,0-1 0,-1 1 1,-1-1-1,0 1 0,-1-1 0,-1 0 1,0-1-1,-1 0 0,0 0 0,-1 0 1,-1-1-1,0 0 0,-1 0 0,-1-1 0,1-1 1,-2 0-1,-11 9 436,-143 90 5321,92-90-2813,71-31-1939,6 2-560,0 0-1,1 0 1,1 0 0,-1 0 0,1 0 0,1 1 0,-1 0 0,1 0 0,1 1 0,0 0 0,7-6-9,186-203-1465,-109 112-1031</inkml:trace>
  <inkml:trace contextRef="#ctx0" brushRef="#br0" timeOffset="74166.739">816 5875 25309,'0'0'1761,"0"0"-817,0 0-168,-93 168-176,77-69-168,0 30-136,5 26-112,1 5-63,6-31-73,2-38-48,2-41-73,0-21-439,0-9-344,9-20 32,9-20-720,3-22-10835</inkml:trace>
  <inkml:trace contextRef="#ctx0" brushRef="#br0" timeOffset="74787.669">1698 5083 27206,'0'0'1862,"0"0"-1056,0 0-227,3 22-41,-1-7-439,0-4-49,0 0 0,-1 0 0,0 0 1,-1 0-1,0 0 0,-1 0 0,0 0 1,-1 0-1,0 0 0,-1 0 0,0 0 1,0-1-1,-1 1-50,-198 319 276,202-331-282,1 1-1,0-1 1,-1 1 0,1-1 0,0 1-1,0-1 1,-1 1 0,1 0 0,0-1 0,0 1-1,0 0 1,0 0 0,-1 0 0,1-1-1,0 1 1,0 0 0,0 0 0,0 0-1,0 0 1,0 1 0,-1-1 0,1 0 0,0 0-1,0 0 1,0 1 0,0-1 0,-1 0-1,1 1 1,0-1 0,0 1 0,-1-1-1,1 1 1,0-1 0,-1 1 0,1 0 0,0-1-1,-1 1 1,1 0 0,-1-1 0,1 1-1,-1 0 1,1 0 0,-1-1 0,0 1-1,1 0 1,-1 0 0,0 0 0,0 0 0,0-1-1,1 1 1,-1 0 0,0 0 0,0 0-1,0 0 1,0 0 0,-1 0 0,1-1-1,0 1 1,0 0 0,0 0 0,-1 0 0,1 0-1,0-1 1,-1 1 6,258-54 40,-238 51-36,-15 1-5,0-1 1,0 1 0,0 1-1,0-1 1,0 0 0,0 1-1,0 0 1,1 0-1,-1 0 1,0 1 0,0-1-1,0 1 1,0 0 0,0 0-1,0 1 1,0-1 0,0 1-1,0 0 1,0 0-1,-1 0 1,1 0 0,-1 0-1,0 1 1,0 0 0,1 0-1,-2 0 1,1 0-1,1 1 1,-3 10-7,0 1 0,-1 0 0,0-1 0,-1 1 0,-1-1 0,0 0-1,-1 1 1,-1-1 0,0 0 0,-1 0 0,0-1 0,-1 0-1,-1 0 1,0 0 0,0 0 0,-2-1 0,1-1 0,-2 1 0,1-1-1,-1-1 1,-2 1 7,-10 17 0,-162 189-16,162-202 88,33-24-55,21-18-2,1 1 1,2 2 0,0 2 0,2 1 0,12-5-16,4 14-12,-47 44-182,-16-5 102,-1 0 0,-1-1 0,-1-1 0,-1 0 0,-1 0-1,-1-2 1,-2 0 0,-10 11 92,4-4-141,-67 78-648,-4-4 0,-52 40 789,94-93 51,-16 28 258,70-78-285,-1 1 0,1 0 0,0-1 0,0 0 0,0 1 0,0-1 0,0 1 0,0-1 0,1 0 0,-1 0 0,0 0 0,1 0 0,-1 0 0,1 0 0,-1 0 0,1 0 0,-1 0 0,1-1 0,0 1 0,-1-1 0,1 1 0,0-1 0,-1 1 0,1-1 0,0 0 0,0 0 0,-1 0 0,1 0 0,0 0 0,0-1 0,-1 1 0,1 0 0,0-1 0,-1 1 0,1-1 0,0 0 0,-1 1 1,1-1-1,0-1-24,5 2 50,44-8 123,0-2-1,-1-3 1,-1-1 0,0-3-1,18-10-172,-2 3 101,-54 20-90,77-27-27,-2-4 0,-1-3 0,30-22 16,-22-17-784,-51 10-2987,-30 25-5785</inkml:trace>
  <inkml:trace contextRef="#ctx0" brushRef="#br0" timeOffset="75035.743">1659 6209 26886,'-23'110'1168,"7"26"-152,2 30-400,7 4 8,0-6-87,0 0-225,0-2-192,7-3-72,0-34-48,0-34-32,0-37-480,23-54-753,3-11-959,-6-22-20093</inkml:trace>
  <inkml:trace contextRef="#ctx0" brushRef="#br0" timeOffset="75225.261">2928 6055 30390,'0'0'1497,"0"0"-1353,0 0-144,0 0-16,-25 133-80,6-67-488,6-10-1161,-1-12-3840</inkml:trace>
  <inkml:trace contextRef="#ctx0" brushRef="#br0" timeOffset="75478.629">2838 6661 30863,'0'0'1240,"0"0"-1104,0 0-88,0 0-48,0 0-184,0 0-1464</inkml:trace>
  <inkml:trace contextRef="#ctx0" brushRef="#br0" timeOffset="88881.609">4976 5983 25653,'0'0'1109,"0"0"-281,0 0 281,0 0-319,0 0-309,6 1-133,28 4-194,0-2-1,1-2 0,-1 0 0,0-3 0,0-1 1,0-1-1,0-2 0,-1-2 0,10-3-153,15-2 70,371-57-328,-427 70 150,0 0-1,1 0 1,-1 0-1,0 0 1,1 0-1,-1 0 1,0-1-1,1 1 0,-1-1 1,0 0-1,0 0 1,1 1-1,-1-1 1,0-1-1,0 1 0,0 0 1,0 0-1,-1-1 1,1 1-1,0-1 1,0 1-1,-1-1 1,1 0-1,-1 0 0,0 0 1,1 0-1,-1 0 1,0 0-1,0 0 1,0 0-1,0 0 1,-1-1-1,1 1 0,-1 0 1,1-1 108,-1-13-4777</inkml:trace>
  <inkml:trace contextRef="#ctx0" brushRef="#br0" timeOffset="89646.885">5626 5529 25653,'0'0'1594,"0"0"-916,0 0-46,-4 31 153,-29 418 705,8-40-875,-47 202-615,72-611 0,-39 148-3,37-144-8,1 0 0,-1 0 0,0 0 0,0 0 0,0 0 0,0-1 0,-1 1 0,1-1 0,-1 0 0,0 0 0,0 0 0,-1 0 0,1 0 0,0-1 0,-1 1 0,1-1 0,-1 0 0,0 0 0,0 0 0,0-1 0,0 1 0,0-1 0,0 0 0,0 0 0,-1 0 0,1-1 0,0 1 0,0-1 0,-1 0 0,1-1 0,0 1 0,-4-1 11,-7-6-79,0-1 0,0 0-1,1-1 1,0-1 0,1 0 0,0 0 0,0-2 0,1 1-1,1-2 1,0 1 0,0-2 0,1 1 0,-3-7 79,13 18-6,-37-47-81,3-1 0,3-2 0,1-2 0,3 0 1,2-2-1,-9-35 87,31 86 30,1 0 0,0 1 0,0-1 0,1 0 0,-1 0 0,1 0 1,0 0-1,0 0 0,1 0 0,0 0 0,0 0 0,0-1 0,0 1 1,1 0-1,0 0 0,0 0 0,0 0 0,0 0 0,1 0 0,0 1 1,0-1-1,0 0 0,1 1 0,0 0 0,1-3-30,11-2 74,0 1 0,0 0 0,0 2-1,1 0 1,0 0 0,1 1 0,-1 1-1,1 1 1,-1 1 0,1 0 0,0 1 0,6 1-74,-22 1 10,0 0 0,0 1 0,0-1 0,-1 1 1,1-1-1,0 1 0,-1 0 0,1-1 0,-1 1 0,1-1 1,-1 1-1,0 0 0,0 0 0,0-1 0,0 1 0,0 0 1,0-1-1,0 1 0,0 0 0,-1-1 0,1 1 0,-1 0 1,1-1-1,-1 1 0,0-1 0,0 1 0,1-1 1,-1 1-1,0-1 0,0 1 0,0-1 0,-1 0 0,1 0 1,0 0-1,-1 1-10,-264 299-10,241-246-703,30-50 102,6-6 485,-1-1-1,0 0 0,1-1 1,-1 0-1,0-1 1,-1 0-1,1 0 0,0-1 1,-1 0-1,0-1 1,-1 0-1,8-6 127,10-5-253,87-55-387,50-35 1058,4 8-1,5 7 0,68-22-417,-169 90 1164,-69 24-868,-80 82 484,78-81-779,-12 8 7,0 1-1,1 1 0,0 0 1,1 1-1,0 0 1,1 0-1,0 1 0,1 0 1,1 1-1,0 0 1,1 0-1,0 0 0,1 1 1,1-1-1,0 1 1,1 0-1,1 1 0,0-1 1,1 6-8,2-16 3,0 1 0,1-1 0,0 0 0,0 0 0,0-1 0,1 1 0,-1 0 1,1-1-1,0 0 0,1 1 0,-1-1 0,1 0 0,0-1 0,0 1 0,0-1 0,0 0 0,0 0 1,1 0-1,-1 0 0,1-1 0,0 1 0,0-1 0,0-1 0,0 1 0,1-1-3,134 22-15,-116-22-4,-14 0-29,0 0 1,0 0 0,0-1-1,0-1 1,0 0 0,0 0-1,0-1 1,0 0 0,0 0 0,0-1-1,-1-1 1,1 0 0,3-2 47,60-68-1371,-49 31-355</inkml:trace>
  <inkml:trace contextRef="#ctx0" brushRef="#br0" timeOffset="89900.109">6287 5367 28630,'0'0'1440,"0"0"-1128,0 0 169,0 0-201,69 110-144,-4-67-136,-10-7-584,-7-12-3089</inkml:trace>
  <inkml:trace contextRef="#ctx0" brushRef="#br0" timeOffset="90599.909">7621 5931 25814,'0'0'1543,"0"0"-658,0 0-336,0 0-74,0 0-3,0 0 43,-5 15-131,-31 169 290,21 99-130,14 93-544,3-169-607,-2-207 164,0-1-710,0-8-637</inkml:trace>
  <inkml:trace contextRef="#ctx0" brushRef="#br0" timeOffset="90945.368">7858 6244 27078,'0'0'1852,"0"0"-1176,0 0-408,0 0 107,21-1 21,68-2-121,-73 3-256,-1 1 0,0 1 0,0 0 1,0 1-1,0 0 0,-1 1 0,1 1 0,-1 1 1,0 0-1,0 0 0,-1 2 0,0 0 0,6 4-19,-16-10 2,1 1-1,-1-1 1,0 0-1,0 1 1,0-1-1,-1 1 1,1 0-1,-1 0 0,1 0 1,-1 1-1,0-1 1,0 0-1,-1 1 1,1-1-1,-1 1 1,1 0-1,-1-1 1,0 1-1,0 0 0,-1 0 1,1 0-1,-1-1 1,0 1-1,0 0 1,0 0-1,-1 0 1,1 0-1,-1 0 1,0-1-1,0 1 0,0 0 1,0 0-1,-1-1 1,0 1-1,0 1-1,-88 108 43,-115 53-1638,188-156-162,7-8-2637</inkml:trace>
  <inkml:trace contextRef="#ctx0" brushRef="#br0" timeOffset="91251.483">8469 6196 27310,'0'0'1305,"0"0"-391,0 0-291,0 0-171,0 0-180,0 0-124,-12 2-79,-76 33 3,72-23-64,2 0-1,-1 1 0,2 1 1,-1 0-1,2 1 1,0 0-1,1 1 0,0 0 1,2 1-1,0 0 0,0 0 1,2 1-1,0 0 1,1 1-1,1-1 0,1 1 1,-1 11-8,5-25 0,0-1 0,1 0 0,-1 0 1,1 0-1,0 0 0,1 1 0,-1-1 0,0-1 1,1 1-1,0 0 0,0 0 0,0-1 0,1 1 1,-1-1-1,1 1 0,0-1 0,0 0 0,0 0 1,0-1-1,0 1 0,1 0 0,-1-1 0,1 0 1,-1 0-1,1 0 0,0 0 0,0-1 0,0 0 1,0 1-1,0-1 0,3 0 0,141 8-173,31-43-1157,-105 8-738</inkml:trace>
  <inkml:trace contextRef="#ctx0" brushRef="#br0" timeOffset="91598.541">9091 5893 27046,'0'0'1932,"0"0"-1248,0 0-325,-8 24 153,-41 159 224,-7 503 47,26-436-958,31-257-610,5-11-621</inkml:trace>
  <inkml:trace contextRef="#ctx0" brushRef="#br0" timeOffset="92117.575">9747 6250 28430,'0'0'944,"0"0"-656,0 0 312,0 0-87,0 0-193,76 124-144,-55-80-96,0 0-40,-5 1-40,0-5 0,-2-5-16,4-10-312,10-19-449,-5-6-919,-5 0-8770</inkml:trace>
  <inkml:trace contextRef="#ctx0" brushRef="#br0" timeOffset="92365.659">10054 6258 28158,'0'0'872,"0"0"-488,0 0-256,-155 125-40,93-46-88,11-11-400,12-8-1744</inkml:trace>
  <inkml:trace contextRef="#ctx0" brushRef="#br0" timeOffset="92725.731">10816 5947 27646,'0'0'1278,"0"0"-453,0 0-213,0 0-64,-11 20-85,-75 164 240,47-39-381,7 1 0,1 31-322,18 99-21,12-269-78,1 0 1,0 0-1,0 0 0,0 0 1,1 0-1,0 0 1,0-1-1,0 1 1,1 0-1,1 0 0,-1-1 1,1 1-1,0-1 1,0 0-1,0 0 1,1 0-1,0 0 0,1-1 1,-1 0-1,1 0 1,0 0-1,4 3 99,23 5-2275</inkml:trace>
  <inkml:trace contextRef="#ctx0" brushRef="#br0" timeOffset="93527.289">11180 6412 29094,'0'0'1361,"0"0"-859,0 0-322,0 0-81,0 0-32,27-16-39,86-54-22,19-2 10,-131 71-15,0 0 0,0 1 0,0-1 0,1 1 0,-1-1 0,0 1 0,0-1 0,0 1 0,0 0-1,0 0 1,0-1 0,1 1 0,-1 0 0,0 0 0,0 0 0,0 0 0,1 1 0,-1-1 0,0 0 0,0 0-1,0 1 1,0-1 0,0 1 0,0-1 0,1 1 0,-1-1 0,0 1 0,-1 0 0,1-1 0,0 1 0,0 0-1,0 0 1,0 0 0,0-1 0,-1 1 0,1 0 0,0 0 0,-1 0 0,1 0 0,-1 0 0,1 1 0,-1-1-1,1 0 1,-1 0 0,0 0 0,0 0 0,0 0 0,1 1 0,-1-1 0,0 0 0,0 0 0,-1 0-1,1 1 1,0-1 0,0 0 0,0 0 0,-1 0 0,1 0 0,-1 0 0,1 0 0,-1 0 0,1 0 0,-1 0-1,0 0 1,0 1-1,1 13 23,-57 315 173,56-316-196,0-11 1,0-1-1,0 1 0,1-1 0,-1 1 0,0 0 1,1-1-1,0 1 0,0 0 0,0-1 0,0 1 1,0 0-1,0-1 0,1 1 0,-1 0 0,1-1 1,0 1-1,-1-1 0,1 1 0,1-1 0,-1 1 1,0-1-1,0 0 0,1 0 0,0 1 0,-1-1 1,1 0-1,0 0 0,0-1 0,0 1 0,0 0 1,0-1-1,0 1 0,1-1 0,-1 1 0,0-1 1,1 0-1,-1 0 0,1 0 0,0-1 0,-1 1 1,1 0-1,0-1 0,-1 0 0,2 0 0,8-2-2,1-2 0,-1 1-1,0-2 1,0 0 0,0 0-1,-1-1 1,1 0 0,-2-1 0,1-1-1,-1 0 1,0 0 0,0 0-1,-1-2 1,0 1 0,-1-1 0,0 0-1,6-11 3,-9 15-5,12-11 38,-2-1 0,0-1-1,-1 0 1,-1-1 0,0 0 0,-2-1-1,0-1 1,-2 1 0,0-2 0,-2 1 0,0-1-1,-2 0 1,0 0 0,-1-7-33,-31 305 60,20-167-25,-5 0 0,-4-1 1,-6 0-1,-3-2 0,-6 0 0,-4-3 1,-45 92-36,79-192-5,-33 51-85,33-52 90,1 0-1,-1 0 1,1 0-1,-1-1 1,0 1 0,1 0-1,-1 0 1,0 0 0,0-1-1,0 1 1,0 0-1,0-1 1,0 1 0,0 0-1,0-1 1,0 0 0,0 1-1,0-1 1,0 0-1,0 1 1,0-1 0,0 0-1,0 0 1,0 0 0,0 0-1,0 0 1,-1 0-1,1 0 1,0 0 0,0 0-1,0-1 1,0 1 0,0 0-1,0-1 1,0 1-1,0-1 1,0 1 0,0-1-1,0 1 1,0-1 0,0 0-1,0 0 1,1 1-1,-1-1 1,0 0 0,0 0-1,1 0 1,-1 0 0,1 0-1,-1-1 1,-6-16 4,1-1 1,0 0-1,2 0 0,0-1 0,2 1 1,0-1-1,1 0 0,1 0 0,0 1 1,2-1-1,3-14-4,2 4-20,1 1-1,2 1 1,1 0-1,1 0 1,2 1 0,0 0-1,2 2 1,1 0 0,1 0-1,1 2 1,2-2 20,204-221-2313,-154 171-895</inkml:trace>
  <inkml:trace contextRef="#ctx0" brushRef="#br0" timeOffset="93853.659">12473 5983 27382,'0'0'2472,"0"0"-2056,0 0 145,-14 114-41,7-52-64,5 15-104,-3 8-72,0 2-64,1 2-104,-3-2-112,-2-4 0,-5 29 0,5-21-232,-3-18-1448</inkml:trace>
  <inkml:trace contextRef="#ctx0" brushRef="#br0" timeOffset="96357.643">13383 6963 27470,'0'0'3257,"0"0"-2961,0 0-216,0 0-64,0 0 0,-146 108-16,96-60-240,6-9-1217,5-8-3488</inkml:trace>
  <inkml:trace contextRef="#ctx0" brushRef="#br0" timeOffset="97273.553">14726 5632 29854,'0'0'710,"0"0"-421,0 0-185,0 0 42,-6 22 30,-37 135-31,31-113-136,3 0-1,1 1 1,2 0 0,0 33-9,7-76-3,1 0 0,0 0 1,-1 0-1,1 0 1,0 0-1,0 0 0,0-1 1,1 1-1,-1-1 0,0 1 1,1-1-1,-1 0 1,0 0-1,1 0 0,0 0 1,-1 0-1,1-1 0,-1 1 1,1-1-1,0 0 0,-1 0 1,1 0-1,0 0 1,-1 0-1,1 0 0,0-1 1,-1 1-1,1-1 0,0 0 1,-1 0-1,1 0 1,-1 0-1,0 0 0,1 0 1,-1-1-1,0 1 0,1-2 3,33-13-68,-1-1 1,0-3-1,-2 0 0,0-2 0,4-6 68,-1 1-45,295-227-231,-267 221 480,-54 68 76,-8-32-275,-1 1 0,1 0-1,0-1 1,0 0-1,0 1 1,0-1 0,1 0-1,-1 0 1,1 0 0,0-1-1,-1 1 1,1-1-1,1 1 1,-1-1 0,0 0-1,0 0 1,1 0 0,-1-1-1,1 1 1,0-1-1,-1 0 1,1 0 0,0 0-1,0 0 1,0-1 0,1 0-5,109 1-4,-95-2 1,278-64-1492,-288 71 1028,-29 9 316,-80 44-1743,47-32-2481</inkml:trace>
  <inkml:trace contextRef="#ctx0" brushRef="#br0" timeOffset="97537.643">15170 6088 25725,'0'0'1393,"0"0"-1009,-136 87-216,83-51-168,10-5-48,13-8-960,16-13-2417</inkml:trace>
  <inkml:trace contextRef="#ctx0" brushRef="#br0" timeOffset="97804.511">15062 6204 25053,'0'0'1499,"0"0"-289,-6 26-266,-49 169 307,28-128-1016,4-15-269,2 1 0,3 0 1,2 2-1,-5 35 34,19-60-884,17-41-699,52-84-2867,12-16 3903,49 13 6918,101 17-4727,-141 55-1372,167-64-1118,-194 64-742</inkml:trace>
  <inkml:trace contextRef="#ctx0" brushRef="#br0" timeOffset="98007.249">15725 6090 28286,'0'0'1042,"0"20"-248,-2 299 539,1-276-1308,-1 1 1,-3-1 0,-1 0 0,-2 0-1,-5 12-25,9-41-44,0-1 0,0 0 0,-2-1 1,1 1-1,-2-1 0,1 0 0,-2 0 0,1-1 0,-2 0 0,1 0 0,-2-1 0,1 0 0,-1-1 0,-1 0 0,0 0 0,0-1 0,0-1 0,-9 5 44,16-9-92,0-1 1,-1 1-1,1-1 0,-1 0 1,1 0-1,-1 0 0,0-1 1,0 1-1,0-1 0,1 0 0,-1-1 1,0 1-1,0-1 0,0 0 1,0 0-1,0-1 0,0 1 1,0-1-1,0 0 0,0 0 1,0-1-1,0 0 0,1 0 1,-1 0-1,1 0 0,-1 0 1,1-1-1,0 0 0,0 0 1,0 0-1,-1-2 92,1-6 37,1 1-1,1 0 1,-1-1 0,2 0 0,0 1-1,0-1 1,1 0 0,0 0 0,0 1-1,2-1 1,-1 0 0,1 1 0,1-1-1,0 1 1,0 0 0,1 0 0,0 0-1,1 0 1,0 1 0,4-6-37,1 6 136,1 0 1,0 0-1,1 1 1,0 0 0,0 1-1,0 1 1,1 0-1,0 0 1,0 1-1,0 1 1,1 0-1,0 1 1,0 1 0,0 0-1,1 0-136,7-2-26,52-11-593,-8 1-1487</inkml:trace>
  <inkml:trace contextRef="#ctx0" brushRef="#br0" timeOffset="98254.686">16490 5728 30479,'0'0'648,"0"0"-488,0 0-120,0 0-24,-27 112 0,27-94-16,18-5-112,12-9-392,9-4-81,37-35-263,-9-5-488,-5-1-3457</inkml:trace>
  <inkml:trace contextRef="#ctx0" brushRef="#br0" timeOffset="98752.396">16884 5670 19660,'0'0'4292,"0"0"-1781,0 0-1196,0 0-387,0 0-277,0 0-203,-4 14-121,3-10-312,-1 4 9,0 0-1,-1 0 1,0 0 0,0 0-1,-1 0 1,0 0 0,-1-1-1,1 0 1,-1 0 0,-1 0-1,1 0 1,-1-1 0,-4 3-24,-234 181 80,241-189-82,0 1 1,0-1-1,1 1 1,-1 0 0,0 0-1,1 0 1,-1 0 0,1 0-1,0 0 1,-1 1-1,1-1 1,0 1 0,1 0-1,-1-1 1,0 1 0,1 0-1,-1 0 1,1 0-1,0 0 1,0 0 0,0 1-1,1-1 1,-1 0 0,1 0-1,0 0 1,0 1 0,0-1-1,0 0 1,0 0-1,1 1 1,-1-1 0,1 0-1,0 0 1,0 0 0,0 1 1,47 21 6,-44-24-4,1 0-1,-1 1 1,0-1-1,0 1 1,0 0-1,0 0 1,0 0-1,-1 0 1,1 1-1,-1 0 1,1-1-1,-1 1 1,0 0-1,0 1 1,0-1-1,-1 0 1,1 1-1,-1 0 1,0-1-1,1 1 1,-2 0 0,2 3-2,-4 4 1,-1-1 1,0 1 0,0-1-1,-1 0 1,0 0 0,-1 0 0,0 0-1,-1 0 1,0-1 0,-1 0 0,1 0-1,-2 0 1,1-1 0,-1 0-1,-1 0 1,1 0 0,-1-1 0,0-1-1,-1 1 1,-4 2-2,1 1 0,-82 70 22,112-78 162,188-39-92,-43 29-247,-161 10 159,0 0 1,0-1-1,1 1 1,-1 0-1,-1 0 0,1 0 1,0 0-1,-1 1 1,1-1-1,-1 0 1,1 1-1,-1-1 1,0 1-1,0-1 0,0 1 1,-1 0-1,1-1 1,0 1-1,-1 0 1,0-1-1,0 1 0,0 0 1,0 0-1,0-1 1,0 1-1,-1 0 1,1 0-1,-1-1 0,0 1 1,0-1-1,0 1 1,0 0-1,0-1 1,-1 0-1,1 1 0,-1-1 1,1 0-1,-1 0 1,0 0-1,-1 2-4,-19 21 34,-1-1-1,-1 0 1,0-2 0,-2-1-1,-23 14-33,-23 20 18,-34 37-424,67-59-841</inkml:trace>
  <inkml:trace contextRef="#ctx0" brushRef="#br0" timeOffset="100757.125">17988 6389 27270,'0'0'1952,"0"0"-1600,0 0-88,126 0 224,-47-2-95,11-6-185,6-3-64,-1 3-64,-8 2-56,-11 2-24,-11 2-48,-5-7-480,-19 3-1097,-13-4-4920</inkml:trace>
  <inkml:trace contextRef="#ctx0" brushRef="#br0" timeOffset="101042.222">18614 6061 26846,'0'0'1336,"0"0"-456,-9 139-440,5-66-40,-3 10-168,0 4-184,7 21-48,0-21-760,4-23-2688</inkml:trace>
  <inkml:trace contextRef="#ctx0" brushRef="#br0" timeOffset="101306.552">19273 6312 28246,'0'0'992,"0"0"-448,30 106-296,-14-67-32,5-7-23,7-8-129,2-5-64,13-9-377,-8-5-719,-5-5-2369</inkml:trace>
  <inkml:trace contextRef="#ctx0" brushRef="#br0" timeOffset="101307.552">19559 6256 27822,'0'0'1304,"0"0"-816,-122 112-264,55-37-120,16-13-104,14-10-1056</inkml:trace>
  <inkml:trace contextRef="#ctx0" brushRef="#br0" timeOffset="101562.545">19921 6414 24901,'0'0'5313,"0"0"-4976,0 0-209,0 0 152,170-56-72,-110 48-136,4 3-72,24 5-328,-17 0-1153,-8 3-8633</inkml:trace>
  <inkml:trace contextRef="#ctx0" brushRef="#br0" timeOffset="101823.792">21119 6260 30182,'0'0'1401,"0"0"-1121,0 0-176,0 0 0,0 0 8,145 0-80,-99 15-32,0 2-152,11 3-328,-10-3-929,-15-5-1991</inkml:trace>
  <inkml:trace contextRef="#ctx0" brushRef="#br0" timeOffset="101996.007">21139 6656 30222,'0'0'793,"0"0"-609,0 0-128,0 0-56,180-43-128,-116 24-745,1-1-2359</inkml:trace>
  <inkml:trace contextRef="#ctx0" brushRef="#br0" timeOffset="156164.372">5531 488 25910,'0'0'2495,"0"0"-1692,0 0-513,4-22-34,17-72 10,-18 87-237,0 0 1,1 1-1,0-1 1,0 1-1,1 0 1,-1 0-1,1 0 1,1 1-1,-1-1 1,1 1-1,0 1 1,0-1 0,0 1-1,0 0 1,1 0-1,0 1 1,0 0-1,0 0 1,3 0-30,-2-1 18,7-2 4,0 1 0,1 0 0,0 1 0,0 1 0,0 1 0,0 0 0,0 1 0,13 1-22,-26-1 2,1 1 0,0 0 0,-1 0 0,1 0 0,0 0 0,-1 1 0,1 0 0,-1-1 0,1 1 0,-1 1 0,1-1 0,-1 0 0,0 1 0,1 0 0,-1-1 0,0 1 0,0 1 0,0-1 0,-1 0 0,1 1 0,0-1 0,-1 1 0,0 0 0,0 0 0,1 0 0,-2 0 0,1 0 0,0 0 0,-1 1 0,1-1 0,-1 1 0,0-1 0,0 3-2,2 20 2,-2-1 0,-1 1 1,-1 0-1,-2 0 0,0-1 0,-1 0 0,-2 1 0,-1-1 0,0-1 0,-2 0 1,-1 0-1,-1 0 0,-1-2 0,-1 1 0,-1-2 0,0 1 0,-3-1-2,-52 82-282,-4-2 0,-85 87 282,187-202-836,58-42 715,-26 14 119,2 3 0,1 2 1,3 4-1,3 1 2,7 17 81,-62 46 206,-15-23-218,-3 12-4,0 0 0,-2-1 0,0 1 0,-1-1 0,-1 0 0,-1-1 0,0 1 0,-2-2 0,0 1 0,-6 7-65,-5 12 36,-179 304-45,180-302-1297,19-37-765</inkml:trace>
  <inkml:trace contextRef="#ctx0" brushRef="#br0" timeOffset="156652.125">6780 532 28822,'0'0'812,"0"0"-341,2-24-200,12-147 346,-14 167-602,3-9 5,0 0 0,-1-1 0,0 1-1,-1 0 1,-1-1 0,0 1-1,-1 0 1,0-1 0,-1 1-1,-1 0 1,0 0 0,-1 0 0,0 1-1,-1-1 1,0 1 0,-1 0-1,0 0 1,-1 1 0,0 0 0,-1 0-1,0 0 1,-1 1 0,0 0-1,-9-6-19,13 13 3,0 0 0,-1 1 0,1-1 0,-1 1-1,0 1 1,0-1 0,0 1 0,0 0 0,0 0-1,0 0 1,0 1 0,0 0 0,0 0 0,0 1-1,0 0 1,0 0 0,0 0 0,0 1 0,0 0-1,1 0 1,-1 0 0,0 1 0,1-1 0,0 1-1,0 1 1,0-1 0,0 1 0,0 0 0,1 0-1,0 0 1,-1 2-3,-14 13 2,2 1 0,0 1 0,1 0 0,2 1 0,0 1 0,-5 12-2,11-22 1,0 0 1,1 0-1,0 1 0,1 0 1,1 0-1,0 1 0,1-1 1,1 1-1,0 0 0,1 0 1,1 0-1,0 0 0,1 1 1,1 8-2,2-20-1,0 0 1,0 0 0,1-1-1,-1 0 1,1 1 0,0-1 0,0-1-1,0 1 1,0-1 0,0 1-1,1-1 1,-1 0 0,1-1-1,0 1 1,-1-1 0,1 0-1,0 0 1,0-1 0,0 1-1,-1-1 1,1 0 0,0 0-1,0 0 1,0-1 0,4-1 0,-4 2 0,198 1-31,-197 1 31,0 0 0,1 0-1,-1 1 1,0 0 0,-1 0 0,1 0-1,-1 1 1,1 0 0,-1 0 0,0 0-1,0 1 1,-1-1 0,1 1 0,-1 0-1,0 1 1,-1-1 0,1 1 0,-1-1-1,0 1 1,0 0 0,-1 0 0,0 1 0,0-1-1,0 0 1,-1 1 0,0-1 0,0 1-1,-1-1 1,0 1 0,0 0 0,0-1-1,-1 1 1,-1 5 0,5 96 144,-5 1 1,-5 0-1,-5-1 1,-19 76-145,-3 56-2053,34-229-3227</inkml:trace>
  <inkml:trace contextRef="#ctx0" brushRef="#br0" timeOffset="-35415.649">19531 240 25798,'0'0'920,"0"0"-402,0 0 27,0 0 628,0 0-337,4 13 2130,-77 140-2955,60-127-11,1 1 0,2 1 0,1 0 0,1 0 0,1 1 0,1 0 0,2 0 0,1 0 0,1 6 0,2-24 0,0 0 0,0 1 0,1-1 0,0 1 0,1-1 0,1 0 0,0 0 0,0 0 0,1 0 0,0 0 0,1-1 0,0 0 0,1 0 0,0 0 0,0-1 0,1 0 0,0 0 0,6 5 0,-1-3 0,1-1 0,-1 0 0,1-1 0,1 0 0,0-1 0,0 0 0,1-1 0,0-1 0,0-1 0,0 0 0,0-1 0,1 0 0,0-1 0,0-1 0,0-1 0,0 0 0,14-2 0,-23 1 0,0-1 0,-1-1 0,1 0 0,0 0 0,-1 0 0,0 0 0,1-1 0,-1 0 0,0-1 0,0 1 0,-1-1 0,1 0 0,-1-1 0,0 1 0,0-1 0,0 0 0,0 0 0,-1-1 0,0 1 0,2-5 0,61-127 0,-56 99 0,-2-1 0,-2 0 0,-1 0 0,-2 0 0,-2-1 0,-2 0 0,-1 1 0,-3-8 0,4 39 0,-1 0 0,0-1 0,0 1 0,-1-1 0,0 1 0,0 0 0,-1 0 0,0 0 0,-1 0 0,0 1 0,0-1 0,0 1 0,-1 0 0,0 0 0,0 0 0,-1 1 0,0 0 0,0 0 0,-1 1 0,1-1 0,-1 1 0,0 1 0,0-1 0,-1 1 0,0 0 0,1 1 0,-1 0 0,-1 0 0,-22-1 0,1 1 0,0 1 0,-1 2 0,1 1 0,0 1 0,-1 2 0,1 1 0,-18 6 0,34-8 0,2-1 0,1-1 0,0 1 0,0 1 0,0 0 0,0 1 0,0 0 0,1 0 0,0 1 0,0 0 0,0 1 0,1 0 0,-1 1 0,1 0 0,1 1 0,-1-1 0,2 1 0,-1 1 0,1 0 0,0 0 0,1 0 0,-1 1 0,-2 116-543,9-69-2171</inkml:trace>
  <inkml:trace contextRef="#ctx0" brushRef="#br0" timeOffset="-34007.627">19676 254 27798,'0'0'937,"0"0"-191,0 0-178,0 0-25,0 0-131,0 0-120,-7-4-93,6 4-194,-3-3 52,-1 1 0,1 0 1,0 0-1,-1 0 0,0 1 1,1-1-1,-1 1 0,0 0 0,0 1 1,0-1-1,0 1 0,0 0 0,1 0 1,-1 0-1,0 1 0,-4 0-57,-95 37 351,87-18-351,0 0 0,2 1 0,0 1 0,2 0 0,0 1 0,1 0 0,2 1 0,0 0 0,2 1 0,0 0 0,2 0 0,1 1 0,1-1 0,1 1 0,1 0 0,1 0 0,2 1 0,1 7 0,37 65 0,-18-63 0,-18-32 0,0 0 0,0-1 0,0 1 0,0 0 0,1-1 0,0 0 0,-1 0 0,1 0 0,1 0 0,-1-1 0,0 1 0,1-1 0,-1 0 0,1 0 0,-1-1 0,1 0 0,0 1 0,0-1 0,0-1 0,-1 1 0,1-1 0,0 0 0,3 0 0,50 11 0,90 4 0,-140-19 0,1 1 0,-1-1 0,0 0 0,0-1 0,0 0 0,-1 0 0,0-1 0,0 0 0,0 0 0,-1 0 0,0-1 0,0 0 0,-1 0 0,1-1 0,-2 1 0,1-1 0,1-5 0,10-24 0,-1 0 0,-3-1 0,-1 0 0,-1-1 0,-3-1 0,3-37 0,-5 50 0,-2 0 0,-1 1 0,-2-1 0,0 0 0,-2 0 0,-4-25 0,6 49-39,0 1 1,0-1-1,0 1 1,-1-1-1,1 1 0,-1-1 1,1 1-1,-1 0 1,0-1-1,0 1 0,0-1 1,0 1-1,-1 0 1,1 0-1,0 0 0,-1 0 1,0 0-1,1 0 1,-1 0-1,0 0 0,0 1 1,0-1-1,0 1 1,0-1-1,0 1 0,-1 0 1,1 0-1,0 0 1,-1 0-1,1 0 0,0 1 1,-1-1-1,1 1 1,-1-1-1,1 1 0,-1 0 1,0 0-1,1 0 1,-1 0-1,1 1 0,-1-1 1,1 1-1,-1-1 1,1 1-1,0 0 0,-1 0 1,1 0-1,0 0 1,-1 0-1,1 1 0,0-1 1,0 1-1,0 0 39,-23 19-6900</inkml:trace>
  <inkml:trace contextRef="#ctx0" brushRef="#br0" timeOffset="-33237.498">19637 186 28174,'0'0'1156,"0"0"-200,0 0-290,0 0-203,0 0-145,0 0-99,-19 4-48,-63 19-28,77-21-126,0-1 1,0 1 0,1 1-1,-1-1 1,1 1 0,-1 0 0,1 0-1,0 0 1,0 0 0,1 1 0,-1 0-1,1 0 1,-1 0 0,1 0-1,0 0 1,-1 3-18,-8 10 62,-5 3-51,0 1 0,1 1 0,2 1 1,0 0-1,1 0 0,2 2 0,0-1 0,2 1 0,0 1 0,2 0 1,1 0-1,1 0 0,1 1 0,1 14-11,3 139 0,1-171 0,1 0 0,1 0 0,-1 0 0,1 0 0,1-1 0,0 0 0,0 1 0,1-2 0,0 1 0,0 0 0,1-1 0,-1 0 0,2 0 0,4 4 0,-2-5 0,1-1 0,0 0 0,0-1 0,1 1 0,0-2 0,-1 0 0,1 0 0,0-1 0,0 0 0,0-1 0,1 0 0,-1-1 0,7 0 0,-12-1-32,-1 0-1,0-1 1,0 1-1,0-1 1,0 0 0,0 0-1,0 0 1,0-1-1,-1 0 1,1 0 0,-1 0-1,0-1 1,0 1-1,0-1 1,0 0 0,-1 0-1,1-1 33,22-27-2754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5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169 979 25133,'0'0'1949,"-9"23"-1085,-28 74-443,36-95-401,-1 0 0,1 0 0,0 1 1,0-1-1,0 1 0,0-1 0,1 1 0,-1-1 0,1 1 0,-1 0 0,1-1 0,0 1 0,0-1 0,0 1 0,0 0 0,1-1 0,-1 1 0,1-1 0,-1 1 0,1-1 0,0 1 0,0-1 0,0 1 0,1-1 0,-1 0 0,0 1 0,1-1 0,-1 0 0,1 0 0,0 0 0,0 0 0,0-1 0,0 1 1,0 0-1,1 0-20,82 5 310,-82-8-311,28-5-5,-1-1 0,0-2 0,-1-1 0,0-1 0,-1-2 0,0 0 0,-1-2 0,0-2 0,-2 0 0,0-1 0,-1-2 0,0 0 0,-2-2 0,9-10 6,-18 21 31,0-1 0,-1 0 0,0-1 0,-1 0 0,-1-1 0,0 0 0,-1-1 0,0 0 0,-1 0 0,-1-1 0,0 0 0,-1 0 0,-1-1 0,3-12-31,-9 25 29,0 1 0,0 0 0,0 0 0,-1 1 1,1-1-1,-1 0 0,0 0 0,1 1 0,-1-1 1,0 1-1,-1-1 0,1 1 0,0 0 0,-1 0 1,1 0-1,-1 0 0,0 0 0,1 1 0,-1-1 0,0 1 1,0 0-1,0 0 0,0 0 0,0 0 0,0 0 1,-1 1-1,1-1 0,0 1 0,0 0 0,0 0 1,-1 0-1,1 0 0,0 1 0,0-1 0,0 1 1,0 0-1,-3 1-29,-5-3 40,-41 5 10,1 1 0,0 3 0,0 2 0,0 3 0,2 1 1,-1 3-1,-43 21-50,65-26-221,1 0 1,0 2 0,1 1 0,1 1-1,1 1 1,-6 6 220,-4 5-2599</inkml:trace>
  <inkml:trace contextRef="#ctx0" brushRef="#br0" timeOffset="408.313">858 1 28134,'0'0'768,"0"0"-432,0 0 208,-152 60-88,87-8-63,-22 29-113,-28 37-112,-19 41-104,7 16-48,33 1 8,43-23-24,46-41-176,5-33-649,10-36-1775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3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17 28718,'0'0'1737,"0"0"-1297,0 0-120,-18 106 200,6-35-40,-6 30-112,-3 36-184,-2 23-184,2-13 0,7-31 0,5-37 0,4-27 0,3-1 0,0-7 0,2-7 0,0-37-216,2-12-496,5-23-1409</inkml:trace>
  <inkml:trace contextRef="#ctx0" brushRef="#br0" timeOffset="311.597">221 1 30687,'0'0'553,"0"0"-333,22 0-131,142 10 374,-133-1-423,1 3 0,-1 0-1,-1 2 1,-1 1 0,0 1 0,-1 2-1,0 1 1,-2 1 0,0 1-1,-1 1 1,-2 1 0,0 2 0,-1 0-1,-2 1 1,-1 1 0,-1 1 0,-1 1-1,-1 0 1,-1 2-40,-11-23 0,1 1 0,-1 0 0,-1 0 0,0 0 0,0 0 0,-1 0 0,0 0 0,0 1 0,-1-1 0,-1 1 0,1 0 0,-1-1 0,-1 1 0,0-1 0,0 1 0,-1-1 0,0 0 0,-1 1 0,0-1 0,-1 0 0,1-1 0,-2 1 0,1-1 0,-5 7 0,-15 8 0,0-1 0,-1-1 0,-1-2 0,-1 0 0,-1-2 0,-18 8 0,-127 68-65,-3-7-1,-17-3 66,48-30-653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3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29366,'0'0'824,"0"0"-535,0 0 207,0 0 32,-2 170-48,2-71-128,0 30-104,0 26-64,0-12-184,0-29 0,-3-39 0,3-29 0,0-5 0,0-4 0,0-14-368,0-37-344,5-26-585,0-18-9481</inkml:trace>
  <inkml:trace contextRef="#ctx0" brushRef="#br0" timeOffset="315.967">28 4 26934,'0'0'2951,"0"0"-2029,0 0-626,26-2 93,0 0-267,147 10 516,-130 3-586,-1 2-1,0 2 1,-1 2-1,-1 1 1,-1 2-1,0 2 1,-2 2-1,0 1 1,-2 2-1,16 16-51,-43-35 0,1 0 0,-1 1 0,-1 0 0,1 0 0,-2 1 0,1 0 0,-1 0 0,-1 1 0,0 0 0,0 0 0,-1 0 0,-1 0 0,0 0 0,0 1 0,-1 0 0,-1-1 0,1 1 0,-2 0 0,0 0 0,0-1 0,-1 1 0,-1 0 0,0 0 0,-1-1 0,0 1 0,0-1 0,-1 0 0,-1 0 0,0 0 0,0-1 0,-1 0 0,-1 0 0,-6 8 0,-21 20-1,-1-3 0,-2-1 0,-2-1-1,0-2 1,-2-2 0,-2-2 0,0-2 0,-32 13 1,63-32-194,0 0 1,0-1 0,0-1 0,0 0-1,-1 0 1,1-1 0,-1-1 0,0 0 0,0-1-1,-3 0 194,2-1-2907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3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815 1 26446,'0'0'3463,"0"0"-2357,0 0-793,0 0-113,0 0 81,-8 5 17,-52 54 66,-265 439-68,247-376-296,6 4 0,6 3 0,5 3 0,6 2 0,-16 70 0,53-113-24,91-252-1504,-27 57-585</inkml:trace>
  <inkml:trace contextRef="#ctx0" brushRef="#br0" timeOffset="248.778">693 96 22477,'0'0'6368,"0"0"-4664,11 28-1108,133 405 959,-12 34-1488,-121-414-67,-2 1 0,-3 0 0,-2 1 0,-3 43 0,-1-95-66,0 0 1,0-1-1,0 1 0,0 0 1,0 0-1,-1 0 0,1-1 0,-1 1 1,0 0-1,0 0 0,0-1 1,0 1-1,0-1 0,0 1 1,-1-1-1,1 1 0,-1-1 0,0 0 1,0 0-1,0 0 0,0 0 1,0 0-1,0 0 0,0-1 1,-1 1-1,1-1 0,-1 1 0,1-1 1,-1 0-1,1 0 0,-1 0 1,0 0-1,0 0 0,1-1 1,-1 1-1,0-1 0,0 0 1,0 0-1,1 0 0,-1 0 0,0-1 1,-1 1 65,-34 1-3394</inkml:trace>
  <inkml:trace contextRef="#ctx0" brushRef="#br0" timeOffset="449.972">186 872 29942,'0'0'721,"0"0"-489,0 0-72,0 0 280,141 0-16,-58-3-152,30-11-160,25 1-112,23-3-16,-29 6-624,-29-1-3001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4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1075 27774,'0'0'2100,"0"0"-1058,0 0-461,0 0-107,-4-21-158,3 11-282,-3-7 8,2 0 1,0 0-1,1 0 0,1 0 0,0 0 1,1 0-1,1 0 0,1 0 1,1-2-43,163-459 65,-147 414-65,68-158 0,-87 220 0,0 0 0,0 0 0,0 0 0,0 0 0,0 0 0,0 0 0,0 1 0,0-1 0,1 0 0,-1 1 0,1-1 0,-1 1 0,1-1 0,0 1 0,0 0 0,-1-1 0,1 1 0,0 0 0,0 0 0,0 0 0,0 1 0,0-1 0,0 1 0,1-1 0,-1 1 0,0-1 0,0 1 0,0 0 0,0 0 0,1 0 0,-1 0 0,0 1 0,0-1 0,0 0 0,0 1 0,0 0 0,0-1 0,0 1 0,0 0 0,0 0 0,0 0 0,0 0 0,0 1 0,0-1 0,-1 0 0,1 1 0,-1-1 0,1 1 0,-1 0 0,1-1 0,0 3 0,11 18 0,-1 1 0,-1 1 0,-1 0 0,-2 0 0,0 1 0,-1 0 0,-2 0 0,1 7 0,0-3 0,106 487 0,-108-504 0,-4-6 0,2-1 0,-1 0 0,1 0 0,-1 0 0,2 0 0,-1 0 0,0 0 0,1 0 0,0-1 0,0 1 0,0-1 0,1 0 0,-1 0 0,1 0 0,2 1 0,-3-5 0,-1-1 0,1 1 0,-1-1 0,1 0 0,-1 0 0,1 0 0,-1 0 0,0-1 0,1 1 0,-1-1 0,0 1 0,0-1 0,0 0 0,0 0 0,-1 0 0,1 0 0,0 0 0,-1 0 0,0 0 0,1-1 0,-1 1 0,0 0 0,0-1 0,0 1 0,0-1 0,-1 1 0,1-1 0,-1 0 0,1 0 0,3-7 0,302-743 0,-299 737 0,-4 7 0,1 0 0,-1 0 0,2 0 0,-1 0 0,1 1 0,0 0 0,1 0 0,0 0 0,0 0 0,1 1 0,0 0 0,0 1 0,1 0 0,1-2 0,-7 8 0,0 0 0,-1 0 0,1 0 0,0 0 0,0 0 0,-1 0 0,1 0 0,0 0 0,0 1 0,-1-1 0,1 0 0,0 1 0,-1 0 0,1-1 0,-1 1 0,1 0 0,-1 0 0,1 0 0,-1 0 0,0 0 0,1 0 0,-1 0 0,0 1 0,0-1 0,0 0 0,0 1 0,0-1 0,0 1 0,0-1 0,0 1 0,0-1 0,-1 1 0,1 0 0,-1-1 0,1 1 0,-1 0 0,0-1 0,0 1 0,0 0 0,0 0 0,0-1 0,0 1 0,0 0 0,0 0 0,-1-1 0,1 1 0,-1 0 0,1-2 0,69 720 0,-38-568 0,-30-146 0,-1-6 0,0 1 0,0 0 0,0-1 0,0 1 0,0 0 0,0 0 0,0-1 0,0 1 0,0 0 0,0-1 0,0 1 0,0 0 0,1-1 0,-1 1 0,0 0 0,0-1 0,1 1 0,-1 0 0,1-1 0,-1 1 0,0-1 0,1 1 0,-1-1 0,1 1 0,-1-1 0,1 1 0,-1-1 0,1 0 0,0 1 0,-1-1 0,1 0 0,0 1 0,-1-1 0,1 0 0,0 0 0,-1 1 0,1-1 0,0 0 0,-1 0 0,1 0 0,0 0 0,-1 0 0,1 0 0,0 0 0,0 0 0,-1 0 0,1-1 0,0 1 0,-1 0 0,1 0 0,0-1 0,-1 1 0,1 0 0,-1-1 0,1 1 0,0 0 0,-1-1 0,100-86-660,-43 23-944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4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822 450 30663,'0'0'968,"0"0"-552,0 0-151,0-24 26,-4-154-127,1 11-164,0 161 0,0 1 0,-1-1 0,0 1 0,1 0 0,-2 0 0,1 1 0,0-1 0,-1 1 0,0 0 0,0 0 0,0 1 0,-1-1 0,1 1 0,-1 0 0,1 1 0,-1-1 0,0 1 0,0 0 0,0 1 0,-1-1 0,1 1 0,0 0 0,-1 1 0,1 0 0,0 0 0,-1 0 0,1 1 0,0 0 0,0 0 0,-1 0 0,1 1 0,0 0 0,0 0 0,-3 2 0,-12 4 0,1 1 0,0 0 0,0 2 0,1 0 0,0 2 0,1 0 0,0 0 0,1 2 0,-11 13 0,-15 15 0,3 1 0,2 2 0,1 2 0,3 1 0,2 1 0,3 2 0,1 2 0,3 0 0,2 2 0,3 0 0,2 1 0,3 1 0,2 1 0,-4 51 0,15-100 0,-1 0 0,1 0 0,1 1 0,0-1 0,0 1 0,1-1 0,1 1 0,0-1 0,0 1 0,1-1 0,0 0 0,0 0 0,2 0 0,-1 0 0,1 0 0,0 0 0,1-1 0,0 0 0,1 0 0,0 0 0,0-1 0,1 0 0,0 0 0,0 0 0,1-1 0,4 1 0,0-1 0,0-1 0,1 0 0,-1-1 0,1 0 0,1-1 0,-1 0 0,0-1 0,1 0 0,0-2 0,-1 1 0,1-2 0,0 1 0,0-2 0,0 0 0,-1-1 0,1 0 0,0-1 0,-1 0 0,0-2 0,0 1 0,0-1 0,0-1 0,25-12 0,0-2 0,-1-1 0,0-1 0,-2-3 0,-1-1 0,27-26 0,-35 29-3,0 0 0,-1-2 1,-2-1-1,-1-1 0,0 0 0,-2-2 1,-2-1-1,0 0 0,-2-1 0,-2 0 1,-1-2-1,-1 1 0,-1-2 0,-2 1 1,3-26 2,-12 57-108,1-1 0,-1 1 0,0 0 0,0-1 0,0 1 0,0-1 0,0 1-1,0 0 1,-1-1 0,1 1 0,-1-1 0,1 1 0,-1 0 0,0 0 0,0-1 0,0 1 0,0 0 0,-1 0 0,1 0 0,0 0 0,-1 0 0,0 0 0,1 1 0,-2-2 108,-22-7-5848</inkml:trace>
  <inkml:trace contextRef="#ctx0" brushRef="#br0" timeOffset="283.602">424 755 31151,'0'0'1008,"0"0"-872,0 0 288,0 0-376,115 130-48,-55-90 0,2-1 0,3-2 0,-5 1 0,-10-7 0,-8 0 0,-12-6 0,-10 0 0,-20 6 0,-2-9 0,-26-9-5257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45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875 254 30198,'0'0'747,"0"0"-271,-18-21-140,-114-119 397,126 132-725,-1 0 1,0 1 0,0 0-1,-1 0 1,1 0 0,-1 1-1,-1 1 1,1-1 0,-1 1-1,0 1 1,0 0 0,0 0-1,-1 1 1,1 0 0,-1 0-1,0 1 1,0 1 0,0-1-1,0 2 1,0-1 0,0 1-1,0 1 1,0 0 0,0 0-1,0 1 1,0 0 0,1 1-1,-1 0 1,1 1 0,-1 0-1,1 0 1,-7 5-9,-16 22 0,1 1 0,1 2 0,2 1 0,2 1 0,1 2 0,2 0 0,1 1 0,3 1 0,1 1 0,1 2 0,-10 17 0,3 1 0,2 1 0,3 1 0,2 1 0,4 0 0,2 1 0,3 0 0,3 0 0,3 29 0,2-87 0,1 1 0,0-1 0,0 1 0,1-1 0,0 0 0,0 1 0,0-1 0,1 0 0,0 0 0,1 0 0,-1-1 0,2 1 0,-1-1 0,0 0 0,1 0 0,0-1 0,1 1 0,-1-1 0,1 0 0,0-1 0,0 1 0,0-1 0,1 0 0,0-1 0,0 1 0,0-1 0,0-1 0,0 1 0,0-1 0,7 1 0,28-1-17,-1-1 0,0-2 1,0-2-1,0-2 0,0-2 0,-1-1 0,0-2 1,0-2-1,-1-1 0,-1-2 0,0-2 0,26-17 17,-31 20-77,113-53-872,-34 9-1144</inkml:trace>
  <inkml:trace contextRef="#ctx0" brushRef="#br0" timeOffset="408.074">1336 683 4009,'0'0'22009,"0"0"-18421,0 0-2373,0 0-963,-22-7-30,-69-19 223,80 24-416,0 0 1,0 1-1,0 0 0,-1 1 1,1 1-1,0 0 0,0 0 1,0 1-1,0 1 1,0-1-1,0 2 0,1 0 1,-1 0-1,1 1 0,0 0 1,0 0-1,1 1 0,0 1 1,0-1-1,0 2 0,1-1 1,0 1-1,0 0 0,1 1 1,0 0-1,1 0 0,0 0 1,0 1-1,1 0 0,0 0 1,1 0-1,0 1 0,0 0 1,1 0-1,-1 9-29,-5 7 0,2 0 0,0 1 0,2 0 0,1 1 0,1-1 0,2 0 0,2 28 0,-2-53 0,1-1 0,1 1 0,-1-1 0,0 1 0,1 0 0,-1-1 0,1 1 0,0-1 0,0 0 0,0 1 0,0-1 0,0 0 0,0 1 0,1-1 0,-1 0 0,1 0 0,-1 0 0,1 0 0,0 0 0,0-1 0,0 1 0,0-1 0,0 1 0,0-1 0,1 1 0,-1-1 0,0 0 0,1 0 0,-1 0 0,1-1 0,-1 1 0,1 0 0,-1-1 0,1 0 0,-1 0 0,1 1 0,-1-1 0,1-1 0,-1 1 0,1 0 0,0-1 0,-1 1 0,1-1 0,107-44 0,-54-1-19,-2-2 1,-3-3-1,-2-2 0,-2-1 1,-2-3-1,29-52 19,-65 97-19,-1 62 15,-33 212 139,24-244-146,0-15-11,1 0 1,-1-1-1,0 1 1,1 0-1,-1-1 1,1 1-1,0 0 1,0 0 0,0-1-1,0 1 1,0 0-1,1 0 1,-1 0-1,1-1 1,0 1-1,0 0 1,0-1-1,0 1 1,0-1 0,0 1-1,1-1 1,-1 0-1,1 0 1,0 1-1,0-1 1,0 0-1,0 0 1,0-1-1,0 1 1,0 0 0,0-1-1,1 1 1,-1-1-1,1 0 1,-1 0-1,1 0 1,0 0-1,-1 0 1,1 0-1,2 0 22,117-31-2904,-61-4 341</inkml:trace>
  <inkml:trace contextRef="#ctx0" brushRef="#br0" timeOffset="689.396">1842 728 30070,'0'0'947,"0"0"-615,-6 23-65,-35 154 504,31 62-391,23-245-380,66-147 0,-60 111 0,2 1 0,1 2 0,2 0 0,21-25 0,-43 59-7,2 1 0,-1 0-1,0 0 1,1 0 0,0 0 0,0 1-1,0-1 1,0 1 0,1 0 0,-1 0 0,1 1-1,0-1 1,0 1 0,0 0 0,0 1-1,0-1 1,0 1 0,0 0 0,1 0-1,-1 0 1,0 1 0,0 0 0,1 0 0,-1 0-1,0 1 1,1 0 0,-1 0 0,0 0-1,0 0 1,0 1 0,5 2 7,48 36-2095,-32-22-283</inkml:trace>
  <inkml:trace contextRef="#ctx0" brushRef="#br0" timeOffset="1267.918">2349 805 26966,'0'0'2771,"0"0"-1592,0 0-539,0 0-74,0 0-82,-9 24-336,-30 80-135,32-83-13,0 1 0,2 0 0,0 0 0,1 0 0,2 1 0,0 0 0,1-1 0,2 5 0,32-80 0,-10 9 1,3 1 0,2 1 0,1 2 1,2 1-1,12-10-1,-31 37-4,0 0-1,1 1 1,0 0 0,1 1 0,0 1 0,0 0-1,1 1 1,0 1 0,1 0 0,0 1 0,0 0 0,0 1-1,0 1 1,1 1 0,0 1 0,0 0 0,9 0 4,30 2 33,-56 27-1,-11 35-32,11-58-1579,2-3-2347</inkml:trace>
  <inkml:trace contextRef="#ctx0" brushRef="#br0" timeOffset="1874.145">3047 492 29686,'0'0'1310,"0"0"-927,0 0-238,0 0 266,-4 21 68,-24 146-126,-4 287-353,31-453 0,1 1 0,0 0 0,0 0 0,0 0 0,0 0 0,0-1 0,0 1 0,0 0 0,1 0 0,-1 0 0,1 0 0,-1-1 0,1 1 0,0 0 0,0-1 0,0 1 0,-1 0 0,1-1 0,1 1 0,-1-1 0,0 0 0,0 1 0,1-1 0,-1 0 0,0 0 0,1 0 0,-1 0 0,1 0 0,0 0 0,-1 0 0,1 0 0,0 0 0,-1-1 0,1 1 0,0-1 0,0 0 0,0 1 0,-1-1 0,1 0 0,0 0 0,0 0 0,0 0 0,0 0 0,0-1 0,-1 1 0,1 0 0,0-1 0,0 0 0,-1 1 0,1-1 0,0 0 0,1 0 0,16-11-3,0-1 0,-1-1 0,0 0 0,-1-1 0,-1-1 0,0 0 0,11-15 3,-25 28-3,24-28-103,-1 0 0,-2-2 0,-1-1 0,-2 0 0,-1-2 0,-2 0 0,-1-1 0,-2-1 0,-2 0 0,-1-1 0,0-11 106,-10 50 17,0-1 0,-1 1 0,1-1 0,0 1 0,-1-1 0,1 0 0,0 1 0,-1-1 0,1 0 0,-1 1 0,1-1 0,-1 0 0,1 0 0,-1 0 0,0 1 0,0-1 0,1 0 0,-1 0 0,0 0 0,0 0 0,0 0 0,0 0 0,0 0 0,0 1 0,0-1 0,0 0 0,0 0 0,0 0 0,0 0 0,-1 0 0,1 0 0,0 0 0,-1 1 0,1-1 0,0 0 0,-1 0 0,1 1 0,-1-1 0,1 0 0,-1 0 0,0 1 0,1-1 0,-1 1 0,0-1 0,1 0 0,-1 1 0,0-1 0,0 1 0,0 0 0,1-1 0,-1 1 0,0 0 0,0-1 0,0 1 0,0 0 0,0 0 0,0 0 0,1 0 0,-1 0 0,0 0 0,0 0 0,0 0 0,0 0 0,0 0 0,0 0 0,0 1 0,1-1 0,-1 0 0,0 1 0,-1-1-17,-7 12 0,0 0 0,1 0 0,0 1 0,1 0 0,1 0 0,-1 1 0,2-1 0,0 1 0,1 1 0,0-1 0,2 1 0,-12 56 0,3 1 0,3 0 0,4 0 0,3 33 0,-2 33 0,-16 126 0,-10-1 0,-13 0 0,-33 160 0,74-420 0,1 0 0,-1 0 0,0 0 0,0 0 0,-1-1 0,1 1 0,-1 0 0,1 0 0,-1-1 0,0 1 0,0-1 0,0 0 0,0 1 0,0-1 0,-1 0 0,1 0 0,-1 0 0,1-1 0,-1 1 0,0-1 0,1 1 0,-1-1 0,0 0 0,0 0 0,0 0 0,0 0 0,0-1 0,0 1 0,0-1 0,-1 0 0,1 0 0,0 0 0,0 0 0,0-1 0,0 1 0,0-1 0,0 1 0,0-1 0,0 0 0,0 0 0,0-1 0,0 1 0,1-1 0,-1 1 0,1-1 0,-1 0 0,1 0 0,-1 0 0,1 0 0,0 0 0,0-1 0,0 1 0,0-1 0,0 0 0,-178-200 0,80 71-711,4 0-2843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5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549 496 5705,'0'0'19256,"0"0"-14856,0 0-4032,0 0-48,5-19 99,18-141 582,-26 142-904,0 0 0,-2 1-1,0-1 1,0 1 0,-2 0-1,0 0 1,-1 1-1,0 0 1,-2 1 0,0-1-1,0 2 1,-1-1 0,-10-8-97,18 20 1,0 0 0,0 0 0,-1 0 0,1 0 0,0 0 0,-1 1 0,0 0 1,0 0-1,0 0 0,1 0 0,-2 0 0,1 1 0,0-1 0,0 1 0,0 1 1,-1-1-1,1 0 0,0 1 0,-1 0 0,1 0 0,-1 0 0,1 1 0,0-1 0,-1 1 1,1 0-1,0 0 0,0 1 0,0-1 0,0 1 0,0 0 0,0 0 0,0 0 1,1 1-1,-1-1 0,1 1 0,-1 0 0,0 1-1,-28 31 0,3 1 0,0 1 0,3 1 0,1 2 0,2 0 0,1 2 0,3 0 0,1 1 0,-1 11 0,1 4 0,3 1 0,2 1 0,3 1 0,2-1 0,3 1 0,2 34 0,3-58 0,1 0 0,2 0 0,1 0 0,2-1 1,1 0-1,10 27 0,-13-50-1,1 0 1,0 0-1,1 0 1,0-1 0,1 0-1,0-1 1,1 1-1,0-1 1,1-1-1,0 0 1,1 0-1,0-1 1,0 0 0,1 0-1,1-1 1,-1-1-1,1 0 1,0-1-1,0 0 1,3 0 0,-6-3 0,1 0 1,0-1-1,0-1 0,0 1 0,0-1 1,1-1-1,-1 0 0,0-1 1,0 0-1,0 0 0,0-1 1,0 0-1,0-1 0,-1 0 0,1 0 1,-1-1-1,1-1 0,-1 1 1,-1-2-1,1 1 0,-1-1 1,0 0-1,0-1 0,-1 0 0,0 0 1,0-1-1,5-7 0,43-47 0,-3-3 0,-3-1 0,-3-3 0,-3-2 0,-3-1 0,25-64 0,-48 97 0,-2 1 0,-1-2 0,-2 0 0,-2-1 0,-1 0 0,0-20 0,-7 46 0,-1 0 0,0-1 0,-2 1 0,1-1 0,-2 1 0,0-1 0,-1 1 0,0 0 0,-2 0 0,1 0 0,-2 1 0,0-1 0,-1 1 0,0 1 0,-1-1 0,0 1 0,-1 1 0,-5-5 0,12 14-2,0 0 0,-1 0 0,0 1-1,1-1 1,-1 1 0,0-1 0,0 1 0,0 0 0,0 0 0,-1 0 0,1 1-1,-1-1 1,1 1 0,-1 0 0,1 0 0,-1 0 0,0 1 0,1-1-1,-1 1 1,0 0 2,3 0-36,-1 1 0,1-1 1,0 1-1,-1 0 0,1 0 0,0 0 0,0 0 0,-1 0 0,1 0 0,0 0 0,0 0 0,0 0 0,0 0 0,1 1 0,-1-1 0,0 0 0,0 1 0,1-1 0,-1 0 1,1 1-1,-1-1 0,1 1 0,0-1 0,-1 1 0,1-1 0,0 1 0,0-1 0,0 1 0,0-1 0,0 1 0,1-1 0,-1 1 0,0-1 0,1 1 0,-1-1 0,1 1 1,0 0 35,0 13-731,-1 15-1479</inkml:trace>
  <inkml:trace contextRef="#ctx0" brushRef="#br0" timeOffset="561.578">1609 556 30751,'0'0'580,"0"0"-247,0 0-69,0 0 48,0 0-60,0 0-97,-3-23-64,-7-73-65,8 82-26,-1-1 1,-1 0-1,0 1 0,0 0 0,-2 0 0,0 0 0,0 1 1,-1-1-1,-1 1 0,0 1 0,-1 0 0,0 0 0,-1 1 0,0 0 1,-1 0-1,0 1 0,-1 1 0,-5-3 0,12 7 0,-1 1 0,1 0 0,-1 0 0,0 1 0,-1 0 0,1 0 0,-1 0 0,1 1 0,-1 0 0,0 0 0,1 1 0,-1 0 0,0 0 0,0 0 0,0 1 0,0 0 0,0 0 0,0 1 0,0 0 0,0 0 0,0 1 0,0 0 0,1 0 0,-1 0 0,-3 3 0,-3 7 0,2 1 0,-1 0 0,2 0 0,0 1 0,0 1 0,1-1 0,1 2 0,1-1 0,0 1 0,1 0 0,1 0 0,0 1 0,-1 7 0,-11 50 0,3 0 0,3 1 0,4 0 0,3 0 0,3 1 0,8 65 0,-8-129 0,1-1 0,0 1 0,1 0 0,0-1 0,0 1 0,2-1 0,-1 1 0,2-1 0,-1 0 0,2 0 0,-1 0 0,1-1 0,1 1 0,0-1 0,0 0 0,1-1 0,1 0 0,-1 0 0,1 0 0,1-1 0,-1-1 0,2 1 0,-1-1 0,1-1 0,0 1 0,0-2 0,0 0 0,9 3 0,-9-6 0,1-2 0,-1 1 0,1-1 0,0-1 0,-1 0 0,1 0 0,-1-1 0,1-1 0,-1 1 0,0-2 0,0 1 0,0-1 0,-1-1 0,1 0 0,-1 0 0,0-1 0,0 0 0,-1-1 0,0 0 0,0 0 0,140-165 0,-127 143 0,0-2 0,-2-1 0,-1 0 0,-1-1 0,-2-1 0,-2 0 0,-1-1 0,-1 0 0,-2-1 0,-2 0 0,-1-1 0,-2 1 0,-1-15 0,-2 37 0,-2 1 0,1 0 0,-2-1 0,1 1 0,-2 0 0,0 0 0,-1 0 0,0 0 0,-1 0 0,-2-5 0,-12-22-281,20 40-658,5 0-1170</inkml:trace>
  <inkml:trace contextRef="#ctx0" brushRef="#br0" timeOffset="1158.474">2581 697 30238,'0'0'715,"0"0"-364,7-22-38,48-140 324,-48 145-610,0 0 0,-1 0 0,0-1 0,-2 0 0,0-1 0,-1 1 0,-1 0 0,0-1 0,-2 0 0,0 1 0,-1-1 0,-1 1 0,-1-1 0,0 1 0,-1 0 0,-1 0 0,-1 0 0,-1 1 0,-8-17-27,5 21 0,1 1 0,-2 1 0,1-1 0,-2 2 0,1-1 0,-2 2 0,1 0 0,-1 0 0,-1 1 0,1 0 0,-2 1 0,9 5 0,1-1 0,-1 1 0,0 0 0,1 0 0,-1 0 0,0 1 0,0 0 0,0 0 0,0 1 0,-1-1 0,1 1 0,0 1 0,0-1 0,0 1 0,0 0 0,0 1 0,0-1 0,0 1 0,1 0 0,-1 1 0,0-1 0,1 1 0,0 0 0,0 1 0,0-1 0,0 1 0,0 0 0,1 0 0,-3 2 0,-14 24 0,1 0 0,2 1 0,1 1 0,1 1 0,2 1 0,1 0 0,1 0 0,3 1 0,-4 23 0,-6 22 0,4 1 0,3 1 0,4 1 0,3-1 0,4 1 0,6 30 0,-3-88 0,1-1 0,1 0 0,0 0 0,2-1 0,2 0 0,0 0 0,1 0 0,7 12 0,-13-28 0,0-1 0,1 0 0,0 0 0,0 0 0,0 0 0,1-1 0,0 0 0,0 0 0,0 0 0,1-1 0,-1 1 0,1-1 0,0 0 0,0-1 0,1 0 0,-1 0 0,1 0 0,0-1 0,-1 0 0,1 0 0,0 0 0,0-1 0,0 0 0,0-1 0,1 1 0,-1-1 0,0-1 0,0 1 0,0-1 0,0-1 0,1 1 0,10-8 0,-1 1 0,1-2 0,-1 0 0,-1-1 0,0-1 0,-1-1 0,0 0 0,-1-1 0,0 0 0,-1-1 0,-1-1 0,0 0 0,-1 0 0,-1-1 0,0-3 0,15-17 0,-3-2 0,-1 0 0,-2-1 0,-2-1 0,-1-1 0,-2-1 0,-3 0 0,-1 0 0,-2-1 0,-2 0 0,0-36 0,-23-87 0,16 162 0,-1 0 0,0-1 0,0 1 0,0 0 0,0 0 0,-1 0 0,0 0 0,0 1 0,0-1 0,-1 1 0,0 0 0,1 0 0,-2 0 0,1 0 0,0 0 0,-1 1 0,1 0 0,-1 0 0,0 0 0,0 1 0,0 0 0,0 0 0,-1 0 0,1 0 0,0 1 0,-1 0 0,1 0 0,-2 0 0,4 1-26,0 0 0,0 0 0,0 0 0,0 1 0,0-1 0,0 1 0,1 0 1,-1-1-1,0 1 0,0 0 0,1 1 0,-1-1 0,1 0 0,-1 1 0,1 0 0,-1-1 0,1 1 0,0 0 0,0 0 0,0 0 0,0 0 1,0 1-1,1-1 0,-1 1 0,1-1 0,-1 1 0,0 1 26,-10 21-2093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5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41 29334,'0'0'823,"0"0"-425,0 0-242,0 0-40,0 0-23,0 0-34,-12 6 554,3-5-559,8 0-49,1-1 0,-1 1 0,0-1 0,0 1 0,0-1 0,1 1 0,-1-1-1,0 0 1,0 1 0,0-1 0,0 0 0,0 0 0,0 0 0,0 0 0,0 0 0,0 0 0,1 0-1,-1 0 1,0 0 0,0 0 0,0 0 0,0 0 0,0-1 0,0 1 0,0 0 0,0-1 0,1 1-1,-1-1 1,0 1 0,0-1 0,0 1 0,1-1 0,-1 1 0,0-1 0,1 0 0,-1 1 0,0-1-1,1 0 1,-1 0 0,1 0 0,-1 1 0,1-1 0,0 0 0,-1 0 0,1 0 0,0 0 0,0 0-1,-1 0 1,1 0 0,0 0 0,0 1 0,0-1 0,0 0 0,0-1-5,68-6 6,-67 8 5,0 1-1,0 0 0,0-1 0,0 1 0,0 0 0,1 0 0,-1 0 1,-1 0-1,1 0 0,0 0 0,0 0 0,0 0 0,0 0 0,-1 0 1,1 1-1,-1-1 0,1 0 0,-1 1 0,1-1 0,-1 0 0,0 1 1,1-1-1,-1 0 0,0 1 0,0-1 0,0 0 0,0 1 0,0-1 1,-1 0-1,1 1 0,0-1 0,-1 0 0,1 1 0,-1-1 0,1 0 1,-1 1-1,1-1 0,-1 0 0,0 0 0,0 0 0,0 0 0,1 0 1,-1 0-1,0 0 0,0 0 0,0 0 0,-1 0 0,1 0-10,-1-1 4,0 1 1,0-1-1,0 0 0,1 1 0,-1-1 0,0 0 1,0 0-1,0-1 0,0 1 0,0 0 0,0-1 0,0 1 1,0-1-1,1 1 0,-1-1 0,0 0 0,0 0 1,1 0-1,-1 0 0,0 0 0,1 0 0,-1 0 0,1 0 1,0-1-1,-1 1 0,1-1 0,0 1 0,0-1 1,0 1-1,0-1 0,0 0 0,0 1 0,0-1 0,1 0 1,-1 0-1,1 0 0,-1 0 0,1 0 0,0 1 1,-1-1-1,1 0 0,0 0 0,0 0 0,0 0 1,1 0-1,-1 0 0,0 0 0,1 0 0,-1 1 0,1-1 1,0 0-1,0 0 0,0 0-4,-1-1-2,27 4 16,-25 0-12,0 1 1,0-1-1,-1 1 1,1 0-1,0 0 1,-1 0-1,1-1 1,-1 1-1,0 1 1,0-1-1,0 0 1,0 0-1,0 0 0,0 1 1,0-1-1,-1 0 1,1 1-1,-1-1 1,0 0-1,0 1 1,0-1-1,0 1 1,0-1-1,0 0 1,-1 1-1,1-1 1,-1 0-1,1 1 1,-1-1-1,0 0 1,0 0-1,0 1 1,0-1-1,-1 0 1,1 0-1,0 0 1,-1-1-1,1 1 1,-1 0-1,0 0 1,0-1-1,0 1 1,0-1-1,0 0 1,0 1-1,0-1 1,0 0-1,0 0 1,0 0-1,-1-1 1,1 1-1,-2 0-2,2 0 0,1-1 0,0 1 0,-1 0 0,1-1 0,-1 1 0,1-1 0,-1 1 0,1-1 0,-1 0 0,1 0 0,-1 0 0,1 0 0,-1 0 0,1 0 0,-1 0 0,1 0 0,-1-1 0,1 1 0,-1 0 0,1-1 0,0 0 0,-1 1 0,1-1 0,-1 0 0,1 1 0,0-1 0,0 0 0,0 0 0,-1 0 0,1 0 0,0 0 0,0 0 0,0-1 0,0 1 0,1 0 0,-1 0 0,0-1 0,0 1 0,1-1 0,-1 1 0,1 0 0,-1-1 0,1 1 0,0-1 0,0 1 0,-1-1 0,1 1 0,0-1 0,1-1 0,-2 0 0,2 0 0,-1 0 0,0 0 0,1 0 0,-1-1 0,1 1 0,0 0 0,0 0 0,0 1 0,0-1 0,1 0 0,-1 0 0,1 0 0,-1 1 0,1-1 0,0 1 0,0-1 0,1 1 0,-1 0 0,0 0 0,1 0 0,-1 0 0,1 0 0,-1 1 0,1-1 0,0 1 0,0 0 0,0-1 0,0 1 0,0 1 0,0-1 0,0 0 0,0 1 0,0-1 0,0 1 0,0 0 0,1 0 0,-1 0 0,1 1 0,-3-2 0,1 1 0,0 0 0,-1 0 0,1 0 0,-1 0 0,1 0 0,0 0 0,-1 0 0,1 0 0,0 1 0,-1-1 0,1 0 0,-1 1 0,1 0 0,-1-1 0,1 1 0,-1 0 0,1 0 0,-1-1 0,0 1 0,1 0 0,-1 1 0,0-1 0,0 0 0,0 0 0,0 0 0,0 1 0,0-1 0,0 0 0,0 1 0,-1-1 0,1 1 0,0-1 0,-1 1 0,1 0 0,-1-1 0,0 1 0,1-1 0,-1 1 0,0 0 0,0-1 0,0 1 0,0 0 0,0-1 0,-1 1 0,1-1 0,0 1 0,-1 0 0,0 0 0,2 2 0,-1 0 0,0 0 0,0 0 0,0 0 0,-1 0 0,1 0 0,-1 0 0,0 0 0,0-1 0,0 1 0,-1 0 0,1 0 0,-1-1 0,0 1 0,0-1 0,0 0 0,-1 1 0,1-1 0,-1 0 0,0 0 0,1-1 0,-1 1 0,-1-1 0,1 1 0,0-1 0,-1 0 0,1 0 0,-1 0 0,1-1 0,-1 1 0,0-1 0,0 0 0,1 0 0,-1 0 0,0 0 0,-3-1 0,5-3 0,0 0 0,1 0 0,-1 0 0,1 0 0,-1-1 0,1 1 0,0-1 0,0 1 0,1-1 0,-1 1 0,1-1 0,0 1 0,0-1 0,0 0 0,0 1 0,0-1 0,1 1 0,0-1 0,0 1 0,0-3 0,0 4 0,0-1 0,0 0 0,0 0 0,1 1 0,-1-1 0,0 1 0,1-1 0,0 1 0,-1 0 0,1 0 0,0-1 0,0 1 0,1 0 0,-1 1 0,0-1 0,1 0 0,-1 1 0,1-1 0,-1 1 0,1 0 0,-1 0 0,1 0 0,0 0 0,0 0 0,0 1 0,-1-1 0,1 1 0,0 0 0,0 0 0,0 0 0,2 0 0,-4 1 0,0 1 0,0-1 0,0 1 0,-1-1 0,1 1 0,-1 0 0,1-1 0,-1 1 0,1 0 0,-1-1 0,0 1 0,0 0 0,0-1 0,0 1 0,0 0 0,0-1 0,-1 1 0,1 0 0,0-1 0,-1 1 0,1 0 0,-1-1 0,0 1 0,1-1 0,-1 1 0,0-1 0,0 1 0,0-1 0,0 0 0,0 1 0,-1-1 0,1 0 0,0 0 0,0 0 0,-1 0 0,-2 0 0,0 1 0,0-2 0,0 1 0,0 0 0,0-1 0,0 0 0,0 0 0,0 0 0,0 0 0,0-1 0,0 1 0,0-1 0,0 0 0,0 0 0,0-1 0,0 1 0,1-1 0,-1 0 0,0 0 0,1 0 0,-1 0 0,1-1 0,0 1 0,0-1 0,0 0 0,0 0 0,1 0 0,-1 0 0,1-1 0,-1 0 0,7 2-16,53-2-1127,-27-3-1419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0:59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550 326 25445,'0'0'2012,"0"0"-795,0 0-473,0 0-157,0 0-76,0 0-98,1-22-89,3-70-89,-4 85-216,0-1 0,0 1-1,-1-1 1,0 1 0,-1-1 0,0 1-1,0 0 1,0 0 0,-1 0 0,0 0-1,-1 0 1,1 0 0,-1 1 0,0 0-1,-1 0 1,0 0 0,0 0 0,0 1-1,0 0 1,-1 0 0,0 0 0,0 1-1,0-1 1,-1 1 0,1 1 0,-1 0-1,0 0 1,0 0 0,0 0 0,-1 1-1,1 1 1,0-1 0,-1 1 0,1 0-1,-1 1 1,1 0 0,-1 0 0,1 0-1,-1 1 1,1 0 0,-1 1 0,1 0-1,0 0 1,-1 0 0,1 1 0,1 0-1,-1 1 1,0-1 0,-1 3-19,-17 17 1,1 1 0,1 1 0,1 1 0,2 0 0,0 2 0,2 1 0,2 0 0,0 1 1,2 1-1,1 0 0,1 1 0,2 0 0,2 1 0,0 0 0,0 15-1,-2 3 0,1 1 0,3 0 0,2 1 0,3 41 0,2-83 7,1 0-1,0 0 1,1 0 0,0 0-1,1 0 1,0-1 0,1 0 0,0 0-1,0 0 1,1 0 0,0-1-1,1 0 1,0 0 0,1 0-1,0-1 1,0 0 0,0-1-1,1 0 1,0 0 0,1-1 0,-1 0-1,1-1 1,0 0 0,1-1-1,-1 0 1,1 0 0,0-1-1,0 0 1,0-1 0,0 0 0,0-1-1,1-1 1,-1 1 0,0-2-1,0 1 1,1-2 0,-1 1-1,0-2 1,0 1 0,0-2 0,-1 1-1,1-1 1,-1-1 0,0 0-1,0-1 1,0 1 0,2-4-7,9-14 1,-1-1 1,-1 0 0,-1-1 0,-1-2 0,-1 1 0,-2-2 0,0 0-1,-2-1 1,-1 0 0,-2 0 0,-1-1 0,-1-1 0,-1 1-1,-2-1 1,-1 0 0,-1-25-2,2 36 0,-1-1 0,0 1 0,-1-1 0,-2 0 0,0 1 0,-1-1 0,-1 0 0,-1 1 0,0-1 0,-2 1 0,0 0 0,-2 1 0,0-1 0,-1 1 0,-1 0 0,-1 1 0,0 0 0,-1 1 0,-1 0 0,-4-3 0,16 19-5,0 0-1,-1 0 1,1 0-1,0 0 1,0 0-1,0 1 1,-1-1-1,1 0 1,-1 0-1,1 1 1,0-1-1,-1 0 1,1 0-1,-1 1 1,0-1-1,1 0 1,-1 1-1,0-1 1,1 1-1,-1-1 1,0 1 0,1-1-1,-1 1 1,0 0-1,0-1 1,0 1-1,1 0 1,-1-1-1,0 1 1,0 0-1,0 0 1,0 0-1,0 0 1,1 0-1,-1 0 1,0 0-1,0 0 1,0 0-1,0 0 1,0 1-1,1-1 1,-1 0 0,0 0-1,0 1 1,0-1-1,1 1 1,-1-1-1,0 1 1,0-1-1,1 1 1,-1-1-1,1 1 1,-1 0-1,0-1 1,1 1-1,-1 0 1,1-1-1,-1 1 1,1 0-1,0 0 1,-1-1-1,1 1 1,0 0 0,-1 0-1,1 0 6,14 58-1288,6-18-589</inkml:trace>
  <inkml:trace contextRef="#ctx0" brushRef="#br0" timeOffset="533.654">1439 531 30495,'0'0'617,"0"0"-340,0-25-158,0-157 326,0 172-400,1-4-6,0 1-1,0-1 1,-1 0-1,-1 0 1,0 0-1,-1 1 1,-1-1-1,0 0 0,-1 1 1,0 0-1,-1 0 1,-1 0-1,0 1 1,0-1-1,-1 2 1,-1-1-1,-5-6-38,8 12 4,0 0 0,0 0-1,-1 1 1,0-1 0,0 1 0,0 1-1,-1-1 1,1 1 0,-1 0-1,0 1 1,0 0 0,-1 0-1,1 0 1,-1 1 0,1 0 0,-1 0-1,0 1 1,0 0 0,1 0-1,-1 1 1,0 0 0,0 1-1,0-1 1,0 2 0,1-1-1,-1 1 1,0 0 0,1 0 0,-1 1-1,1 0 1,-2 2-4,-10 12 0,0 0 0,1 2 0,1 1 0,1 0 0,0 1 0,2 0 0,0 1 0,2 1 0,0 0 0,2 1 0,0 0 0,2 0 0,0 1 0,0 9 0,-6 30 0,2 0 0,3 1 0,3-1 0,3 1 0,3 5 0,0-58 0,0 1 0,1-1 0,0 0 0,1 1 0,1-1 0,0 0 0,0 0 0,1 0 0,1-1 0,0 1 0,0-1 0,1-1 0,1 1 0,5 6 0,-7-6 0,2-1 0,-1 0 0,1-1 0,1 1 0,0-1 0,0-1 0,1 0 0,0 0 0,0-1 0,1 0 0,0 0 0,0-1 0,0 0 0,1-1 0,0 0 0,0-1 0,1 0 0,-1-1 0,1 0 0,-1-1 0,1 0 0,0-1 0,0 0 0,0-1 0,0-1 0,0 1 0,-1-2 0,1 0 0,9-2 0,-4-7 0,0 1 0,-1-2 0,0 0 0,-1-1 0,0-1 0,-1 0 0,-1-1 0,0 0 0,-1-1 0,-1-1 0,0 0 0,-2 0 0,0-1 0,0 0 0,-2 0 0,0-1 0,-1 0 0,2-14 0,5-27 0,-2 0 0,-3-1 0,-3 0 0,-2-1 0,-5-53 0,2 103-2,0 0 1,-1 0-1,0 1 1,0-1-1,-1 0 1,-1 1-1,0 0 1,-1-1-1,0 1 1,0 1-1,-1-1 1,-1 1-1,-1-2 2,8 28-1700,9 4-1277</inkml:trace>
  <inkml:trace contextRef="#ctx0" brushRef="#br0" timeOffset="1059.403">2542 527 29606,'0'0'1453,"0"0"-1029,-7-18-318,-35-118 411,42 125-491,-1 0 0,-1 0 1,0 0-1,-1 0 1,0 0-1,0 0 1,-1 1-1,-1-1 1,0 1-1,0 0 1,-1 1-1,0-1 0,-1 1 1,0 0-1,0 1 1,-1 0-1,0 0 1,0 0-1,-1 1 1,0 1-1,0-1 1,-1 1-1,0 1 1,0 0-1,-6-2-26,5 3 0,0 1 0,0 0 0,0 1 0,0 0 0,0 1 0,-1 0 0,1 1 0,0 0 0,-1 1 0,1 0 0,0 1 0,0 0 0,0 1 0,0 0 0,1 1 0,-1 0 0,1 0 0,0 1 0,0 1 0,0 0 0,1 0 0,0 1 0,0 0 0,0 0 0,-2 5 0,-12 15 0,2 2 0,1 0 0,2 1 0,1 1 0,1 1 0,1 0 0,2 1 0,2 1 0,1 0 0,1 0 0,2 1 0,2 0 0,1 0 0,1 5 0,1-23 0,1 1 0,0 0 0,2 0 0,0 0 0,1 0 0,0 0 0,2 0 0,0-1 0,1 1 0,1-1 0,5 10 0,-6-14 0,2 0 0,-1-1 0,2 0 0,0 0 0,0-1 0,1 0 0,1 0 0,-1-1 0,2 0 0,-1-1 0,1 0 0,1-1 0,0 0 0,0 0 0,0-2 0,1 1 0,0-2 0,0 0 0,1 0 0,-1-1 0,1-1 0,0 0 0,0-1 0,0-1 0,0 0 0,0-1 0,1 0 0,-1-1 0,8-2 0,4-4 0,0-2 0,0 0 0,-1-2 0,0-1 0,-1-1 0,0-1 0,-1-1 0,-1-1 0,0-1 0,-2-1 0,0-1 0,-1 0 0,0-2 0,-2 0 0,0-1 0,-2 0 0,1-4 0,2-3 0,-2-1 0,-1-1 0,-2 0 0,0-1 0,-2 0 0,-2 0 0,-1-2 0,-2 1 0,0 0 0,-3-1 0,-1 0 0,-1 0 0,-2 0 0,-4-27 0,3 44 0,-2 0 0,0 0 0,0 1 0,-1 0 0,-1-1 0,-1 2 0,-1-1 0,0 1 0,0 0 0,-12-13 0,21 28-13,-1 1 1,0-1-1,0 1 1,0-1-1,1 1 0,-1 0 1,0-1-1,0 1 0,0-1 1,0 1-1,0-1 1,0 1-1,0 0 0,0-1 1,0 1-1,0-1 1,0 1-1,-1-1 0,1 1 1,0-1-1,0 1 1,0-1-1,-1 1 0,1-1 1,0 1-1,-1-1 0,1 1 1,0-1-1,-1 1 1,1-1-1,-1 0 0,1 1 1,-1-1-1,1 0 1,0 1-1,-1-1 0,1 0 1,-1 1-1,0-1 0,1 0 1,-1 0-1,1 0 1,-1 0-1,1 0 0,-1 1 1,1-1-1,-1 0 1,0 0-1,1 0 0,-1-1 1,1 1-1,-1 0 1,1 0-1,-1 0 0,0 0 1,1 0-1,-1-1 0,1 1 1,-1 0-1,1-1 13,0 5-139,0 30-1622</inkml:trace>
  <inkml:trace contextRef="#ctx0" brushRef="#br0" timeOffset="1567.119">3427 594 30751,'0'0'670,"-3"-19"-310,-19-125 247,22 125-589,-1 0 0,-1 0 0,0 1 0,-2-1 0,0 0 0,-1 1 1,-1 0-1,0 0 0,-1 1 0,-1 0 0,-1 0 0,-1 0 0,0 1 0,-1 1 0,0 0 0,-1 0 0,-1 2 0,-1-1 0,0 1 0,0 1 0,-11-6-18,20 15 0,-1 0 0,0 0 0,0 1 0,0-1 0,0 1 0,0 1 0,0-1 0,0 1 0,-1 0 0,1 1 0,0-1 0,-1 1 0,1 1 0,0-1 0,-1 1 0,1 0 0,0 1 0,0-1 0,-1 1 0,1 0 0,1 1 0,-1-1 0,0 1 0,1 0 0,-1 1 0,1-1 0,0 1 0,0 0 0,-1 2 0,-12 21 0,1 0 0,1 1 0,1 1 0,2 1 0,0 0 0,3 1 0,0 0 0,2 0 0,1 1 0,2 0 0,1 0 0,1 17 0,-5 16 0,4-1 0,2 1 0,3-1 0,3 5 0,-1-54 0,0 0 0,1 0 0,1 0 0,0-1 0,1 0 0,1 0 0,0 0 0,1-1 0,0 0 0,1 0 0,1-1 0,0-1 0,0 1 0,11 7 0,-15-14 0,0 0 0,1 0 0,0-1 0,-1 1 0,2-2 0,-1 1 0,0-1 0,1 0 0,-1 0 0,1-1 0,0 0 0,0-1 0,0 0 0,0 0 0,0 0 0,0-1 0,0 0 0,0-1 0,0 0 0,0 0 0,0-1 0,0 0 0,0 0 0,0-1 0,8-4 0,1 0 0,-1-1 0,0-1 0,-1 0 0,0-1 0,-1-1 0,0 0 0,0-1 0,-1 0 0,3-6 0,11-16 0,-2-1 0,-2-1 0,-1-1 0,-2 0 0,-2-2 0,-1-1 0,-2 0 0,-2 0 0,-2-2 0,-1 1 0,-2-1 0,-2-1 0,-2 0 0,-2 1 0,-2-1 0,-4-34 0,2 51 0,-2 30-1680,4 18-1793</inkml:trace>
  <inkml:trace contextRef="#ctx0" brushRef="#br0" timeOffset="2086.791">4295 542 25485,'0'0'4140,"0"0"-2817,0 0-852,1-19 10,1-149 386,-2 141-867,2 17 0,-1 1 0,1-1 0,-2 0 0,1 1 0,-2-1 0,1 0 0,-1 0 0,-1 1 0,0-1 0,0 1 0,0-1 0,-2 1 0,1 0 0,-1 0 0,0 0 0,-1 0 0,0 1 0,0 0 0,-1 0 0,0 0 0,0 1 0,-1 0 0,0 0 0,0 0 0,-1 1 0,-3-1 0,4 3 0,-1 0 0,0 1 0,0 0 0,0 1 0,0 0 0,-1 0 0,1 1 0,0 0 0,-1 0 0,1 1 0,-1 0 0,1 1 0,-1 0 0,1 0 0,-1 0 0,1 1 0,0 1 0,0-1 0,0 1 0,0 1 0,1 0 0,-1 0 0,1 0 0,0 1 0,0 0 0,0 0 0,1 0 0,0 1 0,0 0 0,-4 5 0,-11 14 0,1 0 0,0 2 0,2 0 0,2 0 0,0 2 0,2 0 0,-5 17 0,-2 5 0,3 1 0,2 1 0,2 0 0,3 1 0,2 1 0,2-1 0,3 1 0,3 54 0,1-98 0,0 0 0,0 0 0,1 0 0,1 0 0,0 0 0,0-1 0,1 1 0,1 0 0,-1-1 0,2 0 0,-1 0 0,2 0 0,-1-1 0,1 0 0,0 0 0,1 0 0,0-1 0,1 0 0,0 0 0,0-1 0,0 0 0,1 0 0,0-1 0,0 0 0,1-1 0,1 1 0,0-4 0,0-1 0,0 1 0,0-2 0,0 0 0,0 0 0,1-1 0,-1 0 0,0-1 0,0 0 0,-1-1 0,1 0 0,0-1 0,-1 0 0,0 0 0,0-1 0,0-1 0,-1 0 0,1 0 0,-1-1 0,-1 0 0,1 0 0,0-3 0,16-15 0,-1-1 0,-1-1 0,-2-1 0,-1-1 0,-1-1 0,7-17 0,147-360 0,-148 369-459,-7 31-3426,-6 6-7998</inkml:trace>
  <inkml:trace contextRef="#ctx0" brushRef="#br0" timeOffset="2603.813">5145 591 29894,'0'0'591,"0"0"-235,9-23-53,29-81 78,-29 79-268,-1 0-1,-2 0 1,0-1-1,-2 0 1,-1 0 0,0-1-1,-2 1 1,-3-23-113,1 41 7,0 0 0,0 1 1,-1-1-1,0 0 1,-1 1-1,0 0 1,0 0-1,0 0 0,-1 0 1,0 0-1,0 1 1,-1-1-1,0 1 0,0 1 1,0-1-1,-1 1 1,0-1-1,0 2 1,0-1-1,-1 1 0,1 0 1,-1 0-1,0 0 1,0 1-1,-1 0 1,1 1-1,-1 0 0,1 0 1,-1 0-1,1 1 1,-1 0-1,0 1 1,0 0-1,0 0 0,1 0 1,-1 1-1,0 0 1,1 1-1,-1 0 0,0 0 1,1 1-1,0-1 1,0 2-1,0-1 1,0 1-1,-4 3-7,-15 15 0,1 2 0,2 1 0,0 2 0,2 0 0,0 0 0,2 2 0,2 1 0,0 0 0,2 1 0,2 1 0,0 0 0,2 1 0,2 0 0,1 0 0,1 1 0,1 12 0,-2-6 0,2-1 0,2 2 0,2-1 0,1 0 0,4 22 0,-2-49 0,0-1 0,1 0 0,0 0 0,1 1 0,0-2 0,1 1 0,0 0 0,1-1 0,0 0 0,1 0 0,1 0 0,-1-1 0,2 0 0,-1 0 0,1 0 0,1-1 0,0-1 0,0 0 0,8 6 0,-6-9 0,-1 0 0,1-1 0,0-1 0,0 0 0,1 0 0,-1-1 0,0-1 0,1 0 0,-1 0 0,1-1 0,0 0 0,-1-1 0,0-1 0,1 0 0,-1 0 0,0-1 0,0-1 0,0 1 0,0-2 0,-1 0 0,1 0 0,-1-1 0,0 0 0,-1 0 0,0-1 0,0-1 0,0 0 0,-1 0 0,0 0 0,-1-1 0,2-3 0,12-16 0,-1 0 0,-2-1 0,-1-1 0,-2-1 0,0 0 0,-3-1 0,0-1 0,-2 0 0,-2 0 0,0-1 0,-3 0 0,-1 0 0,-1 0 0,-2 0 0,-2-23 0,2 45-6,-1-1 0,0 0 1,-1 1-1,-1-1 0,0 1 0,0 0 0,-1-1 0,-1 1 1,0 1-1,0-1 0,-4-4 6,-93-98-1836,47 82-1489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17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24141,'0'0'3574,"0"0"-1079,0 0-1646,0 0-435,0 0-88,-3 3-1,-3 10-267,1-1-1,0 1 0,0 0 1,2 1-1,-1-1 1,2 1-1,0-1 0,0 1 1,1 0-1,1 0 1,1 7-58,-3 17 11,-19 727-11,26-761-109,51-49-2008,-22 3-482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17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30054,'0'0'1089,"0"0"-468,0 0-86,-4 25-142,-29 171-318,7 8-75,9 1 0,9 158 0,21-387-630,-2 2-2904,9-24-13090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1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29862,'0'0'897,"0"0"-251,0 0-176,0 0-115,0 0-66,-1 23-81,-1 161-168,-37 410-40,40-594-2,-1-1-1,0 1 1,0 0-1,1-1 1,-1 1-1,0 0 1,1-1 0,-1 1-1,0 0 1,1 0-1,-1-1 1,1 1 0,-1 0-1,1 0 1,-1 0-1,0-1 1,1 1-1,-1 0 1,1 0 0,-1 0-1,1 0 1,-1 0-1,1 0 1,-1 0 0,0 0-1,1 0 1,-1 0-1,1 0 1,-1 1-1,1-1 1,-1 0 0,1 0-1,-1 0 1,0 0-1,1 1 1,-1-1-1,1 0 1,-1 0 0,0 1-1,1-1 1,-1 0-1,0 1 1,0-1 0,1 0-1,-1 1 1,0-1-1,0 1 1,1-1-1,-1 0 1,0 1 0,0-1-1,0 1 1,0-1-1,1 1 1,-1-1-1,0 0 1,0 1 0,0-1-1,0 1 1,0-1-1,0 1 1,0-1 0,0 1-1,-1-1 1,1 1-1,0-1 1,0 0-1,0 1 3,25-30-1109,0-11-1610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1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457 377 29550,'0'0'634,"0"0"-157,0 0-45,3-20-14,15-155 417,-18 169-817,0 0 0,0 0 1,-1-1-1,1 1 0,-1 0 1,-1 0-1,1 0 0,-1 0 0,0 0 1,0 0-1,-1 0 0,0 1 1,0-1-1,0 1 0,-1 0 1,1 0-1,-1 0 0,-1 0 1,1 1-1,-1-1 0,1 1 1,-1 0-1,-4-2-18,1 0 0,0 1 0,0-1 0,0 1 0,-1 1 0,0 0 0,1 0 0,-1 0 0,-1 2 0,1-1 0,0 1 0,-1 0 0,1 1 0,-1 0 0,0 0 0,1 1 0,-1 0 0,0 1 0,1 0 0,-1 1 0,1 0 0,-1 0 0,1 1 0,0 0 0,-6 4 0,-2 8 0,1 1 0,1 0 0,1 2 0,0-1 0,1 2 0,0 0 0,2 0 0,0 1 0,2 1 0,0 0 0,1 0 0,1 0 0,1 1 0,1 0 0,1 0 0,1 1 0,0 15 0,5 164 0,0-193 0,0 0 0,0 1 0,0-1 0,1 0 0,1 0 0,0-1 0,0 1 0,0-1 0,1 0 0,0 0 0,1 0 0,0-1 0,0 0 0,0 0 0,1 0 0,0-1 0,1 0 0,-1 0 0,1-1 0,2 1 0,-4-3 0,1 0 0,-1 0 0,1-1 1,0 0-1,0 0 0,0-1 0,0 0 0,0 0 0,0-1 0,0 0 0,0 0 1,0 0-1,0-1 0,0 0 0,0 0 0,0-1 0,0 0 0,0 0 1,-1-1-1,1 0 0,-1 0 0,0 0 0,0-1 0,0 0 0,0 0 0,0 0 1,4-6-1,124-152-45,10-58-2361,-101 159-548</inkml:trace>
  <inkml:trace contextRef="#ctx0" brushRef="#br0" timeOffset="406.564">1337 286 31119,'0'0'638,"0"0"-289,0 0-172,0 0 18,0 0-13,-8-22-90,-42-122-77,48 139-15,-1-1 0,1 1 0,-1-1 0,0 1 0,0 0 0,0 0 0,-1 1 0,0-1 0,0 1 0,0-1 0,0 1 0,-1 0 0,0 1 0,0-1 0,0 1 0,0 0 0,0 0 0,0 1 0,-1 0 0,1 0 0,-1 0 0,0 0 0,0 1 0,0 0 0,1 0 0,-1 0 0,0 1 0,0 0 0,0 0 0,0 1 0,0 0 0,0 0 0,0 0 0,0 0 0,1 1 0,-1 0 0,1 0 0,-4 2 0,-3 6 0,0 0 0,0 1 0,1 1 0,0-1 0,1 1 0,0 1 0,1 0 0,1 1 0,0-1 0,1 1 0,0 1 0,-1 6 0,-4 9 0,1 1 0,2 1 0,1-1 0,2 2 0,1-1 0,1 0 0,2 1 0,1 0 0,2 6 0,-1-29-5,0 0 1,0-1-1,1 1 0,0-1 1,1 1-1,0-1 0,0 1 0,1-1 1,0 0-1,1 0 0,0-1 1,0 1-1,1-1 0,0 1 1,0-1-1,1-1 0,0 1 1,1-1-1,-1 0 0,1-1 1,1 0-1,-1 0 0,1 0 0,0-1 1,0 0-1,1 0 0,0-1 1,0-1-1,0 1 0,0-1 1,0-1 4,1-3-3,-1-1 1,1-1-1,-1 1 1,0-2-1,0 1 1,0-1-1,0-1 1,-1 0-1,1 0 1,-1 0-1,-1-1 0,1 0 1,-1-1-1,0 0 1,0 0-1,-1 0 1,0-1-1,0 0 1,-1 0-1,0 0 1,0-1-1,-1 0 1,0 0-1,-1 0 1,2-7 2,-3 12-1,161-333-1784,-134 287-6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2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641 177 27326,'0'0'1285,"0"0"-483,0 0-227,0 0-82,0 0-78,-1-9-86,0 1-251,0 1 0,0 0 0,-1 0 0,0 0 0,0 0 0,-1 0-1,1 1 1,-2-1 0,1 1 0,-1-1 0,0 1 0,0 0 0,0 0 0,-1 1-1,0 0 1,0 0 0,0 0 0,-2-1-78,-6-1 9,0 0 1,0 1-1,-1 1 0,0 0 1,0 0-1,0 1 0,-1 1 1,1 1-1,-1 0 0,1 1 1,-1 0-1,0 1 0,0 1 1,1 0-1,-4 2-9,3 4 0,0 0 0,1 1 0,0 1 0,0 0 0,1 1 0,1 0 0,-1 1 0,1 1 0,1 0 0,0 0 0,1 1 0,-6 10 0,-7 9 0,2 1 0,1 1 0,2 1 0,2 0 0,0 2 0,3-1 0,1 2 0,2 0 0,1 0 0,2 0 0,2 1 0,1 0 0,2 0 0,2 1 0,4 31 0,-3-60 0,1 0 0,0 0 0,0 0 0,1-1 0,0 1 0,1-1 0,0 0 0,1 0 0,0 0 0,0-1 0,1 0 0,0 0 0,1 0 0,0 0 0,0-1 0,1-1 0,0 1 0,1-1 0,-1 0 0,1-1 0,1 0 0,-1-1 0,1 0 0,0 0 0,0-1 0,0 0 0,1-1 0,-1 0 0,1-1 0,0 0 0,-1 0 0,4-1 0,0 1 0,0-1 0,0 0 0,1-1 0,-1 0 0,0-1 0,1-1 0,-1 0 0,0-1 0,0 0 0,0-2 0,-1 1 0,1-2 0,-1 1 0,0-2 0,-1 0 0,0 0 0,0-1 0,7-7 0,0-3 0,0-1 0,-2 0 0,0-2 0,-2 0 0,0-1 0,-1 0 0,-1-1 0,-1 0 0,-2-1 0,0-1 0,-1 0 0,-2 0 0,0 0 0,-2-1 0,-1 0 0,-1 0 0,-1 0 0,-1-1 0,-1-1 0,2 4 0,-1 1 0,-1-1 0,-1 0 0,-2 0 0,0 1 0,-1-1 0,-1 1 0,-1 0 0,-1 0 0,-2 1 0,0 0 0,-1 1 0,-1 0 0,-3-3 0,-16 4 65,31 20-82,-1 0-1,0 1 1,1-1 0,-1 0-1,0 0 1,1 1-1,-1-1 1,0 0 0,1 1-1,-1-1 1,0 0-1,0 1 1,1-1 0,-1 1-1,0-1 1,0 0-1,0 1 1,0-1 0,0 1-1,1-1 1,-1 1-1,0-1 1,0 1 0,0-1-1,0 0 1,0 1-1,0-1 1,0 1 0,-1-1-1,1 1 1,0-1-1,0 0 1,0 1 0,0-1-1,0 1 1,-1-1-1,1 0 1,0 1 0,0-1-1,-1 1 1,1-1-1,0 0 1,-1 0 0,1 1-1,0-1 1,-1 0 0,1 1-1,0-1 1,-1 0-1,1 0 1,-1 0 0,1 1-1,-1-1 1,1 0-1,0 0 1,-1 0 0,1 0-1,-1 0 1,1 0-1,-1 0 1,1 0 0,0 0-1,-1 0 1,1 0-1,-1 0 18,13 16-1631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2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532 330 26350,'0'0'2531,"0"0"-1560,0 0-519,0 0-48,0 0-97,0 0-126,0-21-62,0-67 17,-1 79-84,-1 0 0,0-1 1,0 1-1,-1 0 0,0 0 1,-1 1-1,1-1 0,-2 1 1,1 0-1,-1 0 0,-1 0 1,1 0-1,-1 1 0,-1 0 1,1 0-1,-1 1 0,0 0 1,-1 0-1,1 1 0,-1-1 1,0 2-1,-1-1 0,1 1 1,-1 1-1,-8-4-52,10 3 0,0 0 1,1-1-1,-1 2 0,0-1 0,-1 1 1,1 0-1,-1 1 0,1 0 0,-1 0 1,0 1-1,0 0 0,0 0 1,1 0-1,-1 1 0,0 0 0,0 1 1,0 0-1,0 0 0,0 1 1,1 0-1,-1 0 0,1 1 0,-1 0 1,1 0-1,0 1 0,0 0 0,1 0 1,-1 0-1,-3 4 0,-10 23 0,3 1 0,0 0 0,2 1 0,2 0 0,1 2 0,1-1 0,2 1 0,2 1 0,-1 16 0,-2 10 0,2 0 0,3 0 0,3 1 0,5 46 0,-2-96 0,1-1 0,0 0 0,1 1 0,0-1 0,1 0 0,0-1 0,1 1 0,0-1 0,1 0 0,1 0 0,-1 0 0,2-1 0,-1 0 0,2 0 0,-1-1 0,1 0 0,0-1 0,1 0 0,0 0 0,0-1 0,1-1 0,0 1 0,0-2 0,0 0 0,1 0 0,0-1 0,0 0 0,0-1 0,0 0 0,1-1 0,-1 0 0,8-1 0,-7 0 0,0-1 0,1 0 0,-1 0 0,0-2 0,0 0 0,1 0 0,-1-1 0,-1-1 0,1 0 0,-1 0 0,1-2 0,-1 1 0,0-1 0,-1-1 0,0 0 0,0-1 0,-1 0 0,1-2 0,5-8 0,-1-1 0,-1-1 0,0 0 0,-2-1 0,-1-1 0,0 0 0,-1 0 0,-2-1 0,0 0 0,-2 0 0,0-1 0,-2 0 0,0 0 0,-2 0 0,-1 0 0,0-1 0,-2 1 0,-1 0 0,-5-23 0,4 13 0,-1 0 0,-2 0 0,-2 0 0,0 1 0,-13-27 0,19 52-83,0 0 1,-1 0-1,0 1 1,-1-1-1,0 1 0,0 0 1,-1 0-1,1 0 0,-1 0 1,-1 1-1,1 0 1,-1 0-1,0 1 0,-1 0 1,1 0-1,-1 0 1,0 0-1,0 1 0,-6-2 83,-28 0-2575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36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35 26398,'0'0'1607,"0"0"-979,0 0-381,0 0 77,0 7-26,4 38 342,-52-39 575,46-6-1210,1 0-1,-1 0 1,0 0-1,1 0 1,-1 0 0,0 0-1,1 0 1,-1 0-1,1-1 1,-1 1-1,1-1 1,-1 1-1,0-1 1,1 0-1,0 1 1,-1-1-1,1 0 1,-1 0-1,1 0 1,0 0-1,0 0 1,0 0-1,0-1 1,0 1-1,0 0 1,0-1 0,0 1-1,0 0 1,0-1-1,1 1 1,-1-1-1,0 1 1,1-1-1,0 0 1,-1 1-1,1-1 1,0 1-1,0-1 1,0 0-1,0 1 1,0-1-1,0 1 1,0-1-1,0 0 1,1 1 0,-1-1-1,1 1 1,-1-1-1,1 1 1,0-1-1,-1 1 1,1-1-1,0 1 1,0 0-1,0-1 1,1 1-5,57-18 13,-60 27 62,-1-3-61,0-1 0,0 0 0,0 1 0,-1-1 0,1 0 0,-1 0 0,0 0 0,-1 0 0,1-1 0,0 1 0,-1-1 0,0 0 0,0 0 0,0 0 0,0-1 0,0 1 0,-1-1 0,1 0 0,-1 0 0,-4 1-14,8-34 37,1 28-37,1 0 0,0 0-1,0 0 1,0 0 0,0 0-1,0 0 1,1 1 0,-1-1 0,1 0-1,0 1 1,0-1 0,0 1 0,0 0-1,0 0 1,0 0 0,1 0-1,-1 0 1,1 0 0,-1 0 0,1 1-1,0 0 1,-1-1 0,1 1-1,0 0 1,0 0 0,0 0 0,0 1-1,0-1 1,0 1 0,0 0-1,0 0 1,0 0 0,0 0 0,0 0-1,0 0 1,0 1 0,0 0-1,2 0 2,9 7-20,-6-8-484,-1 0-1175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32 23709,'0'0'2002,"0"0"-403,0 0-690,0 0-259,0 0-157,0 0-54,-7-1-40,-28-10 230,24-8 618,23 18-556,-3 11-691,0 0 0,-1 1 0,0 0 0,-1 1 0,0-1 0,-1 1 0,0 0 0,-1 1 0,-1-1 0,0 1 0,0 0 0,-1 0 0,-1 1 0,0-1 0,-1 0 0,0 1 0,-1-1 0,-2 9 0,0-10-24,-1 1 1,0-1-1,-1-1 0,0 1 1,-1-1-1,0 1 0,-1-1 1,0-1-1,-1 1 0,0-1 1,-1 0-1,0-1 1,0 1-1,-1-2 0,0 1 1,-1-1-1,0-1 0,0 0 1,-6 3 23,-35 25-2248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3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543 129 29102,'0'0'760,"0"0"-201,0 0-97,0 0-80,0 0-114,-8-6-94,-63-49 381,62 50-536,0 2 0,0 0 1,0 0-1,0 0 1,-1 1-1,1 0 1,-1 1-1,0 0 1,0 1-1,1 0 0,-1 1 1,0-1-1,1 2 1,-1 0-1,1 0 1,-1 0-1,1 1 0,0 1 1,0-1-1,0 1 1,1 1-1,-1 0 1,1 0-1,0 1 1,0 0-1,1 0-19,-11 6 0,1 1 0,1 1 0,1 0 0,0 1 0,0 1 0,2 0 0,0 0 0,1 2 0,0 0 0,2 0 0,0 1 0,1 0 0,1 0 0,0 1 0,2 0 0,0 1 0,2-1 0,0 1 0,1 0 0,1 12 0,0-4 0,1-1 0,2 1 0,1-1 0,1 1 0,1-1 0,3 6 0,-5-26 0,0 0 0,1 0 0,1 0 0,-1 0 0,1 0 0,1-1 0,-1 0 0,1 0 0,0 0 0,1 0 0,0-1 0,0 0 0,0 0 0,1 0 0,-1-1 0,1 0 0,1 0 0,-1-1 0,1 0 0,-1 0 0,1-1 0,7 2 0,11 1 0,0 0 0,0-2 0,1-1 0,0-1 0,-1-2 0,1 0 0,0-2 0,11-2 0,-22 2 0,1-2 0,-1 0 0,0 0 0,0-2 0,0 0 0,-1-1 0,0 0 0,0-1 0,-1-1 0,0 0 0,0-1 0,-1-1 0,0 0 0,-1 0 0,-1-1 0,0-1 0,0 0 0,-1-1 0,-1 0 0,0 0 0,-1-1 0,0 0 0,-2 0 0,0-1 0,0 0 0,-1 0 0,-1 0 0,-1-1 0,-1 1 0,0-1 0,0-14 0,1 12 0,-1 0 0,-1 0 0,0 0 0,-1 0 0,-2 1 0,1-1 0,-2 0 0,-1 0 0,0 1 0,-1 0 0,-1 0 0,-1 0 0,0 1 0,-2 0 0,0 0 0,0 1 0,-2 0 0,0 1 0,-1 0 0,0 0 0,-1 2 0,-1-1 0,0 2 0,0 0 0,-11-6 0,7 12-55,0 0 0,0 2 0,-1 0 0,1 1 0,-1 0 0,0 2 0,0 0 0,1 1 0,-1 1 1,0 1-1,0 1 0,1 0 0,-1 2 0,1 0 0,0 0 0,1 2 0,-1 0 0,1 2 0,1-1 0,-2 3 55,-87 40-2838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1:43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47 117 25085,'0'0'1462,"0"0"745,0 0-1225,0 0-532,0 0 13,0 4-72,1-3-356,-1 1 0,1-1 0,0 0 0,-1 1 0,1-1 1,0 0-1,0 0 0,0 1 0,0-1 0,0 0 0,0 0 0,0 0 0,0 0 0,0 0 0,0 0 1,0-1-1,1 1 0,-1 0 0,0 0 0,1-1 0,-1 1 0,1-1 0,-1 0 0,1 1 0,-1-1 0,1 0 1,-1 0-1,0 0 0,1 0 0,-1 0 0,1 0 0,-1 0 0,1 0 0,-1-1 0,1 1 0,-1 0 1,1-1-1,-1 1 0,0-1 0,1 0 0,-1 0-35,142-37 288,-5 19-288,294-22 0,13 55 0,-29-40 0,-335 23 0,-160-13-970,53 5-1541</inkml:trace>
  <inkml:trace contextRef="#ctx0" brushRef="#br0" timeOffset="758.429">98 168 28358,'0'0'1132,"0"0"-226,0 0-279,0 0-187,0 0-95,0 0-151,-4 0-126,-5 11 176,39 5 68,190-7-171,1042-13-141,-1272-11 0,-42-10-1022,22 15-853</inkml:trace>
  <inkml:trace contextRef="#ctx0" brushRef="#br0" timeOffset="1336.187">1 231 27134,'0'0'1794,"0"0"-965,0 0-292,0 0-74,0 0-36,0 0-74,6 0-55,242-56 634,-122 36-932,0 7 0,1 5 0,0 5 0,30 7 0,20-2 0,241-1 0,-104 29 0,-424-28-311,64 7-1242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90 29238,'0'0'780,"0"0"-253,0 0-111,0 0-17,0 0-70,-2-6-81,2 3-218,-1 0-1,1 0 0,-1 0 0,0 0 0,0 0 0,0 1 0,-1-1 0,1 0 0,-1 1 0,1-1 1,-1 1-1,0-1 0,0 1 0,0 0 0,0 0 0,-1 0 0,1 0 0,0 0 0,-1 0 1,1 1-1,-1-1 0,0 1 0,0 0 0,1-1 0,-1 2 0,0-1 0,0 0 0,-1 0-29,-17 0 1,0 2 0,0 0 0,0 1-1,0 1 1,0 1 0,1 1-1,0 0 1,0 2 0,0 0 0,1 2-1,0 0 1,0 1 0,1 0 0,0 2-1,1 0 1,1 1 0,0 1 0,1 0-1,0 1 1,-6 9-1,9-10 0,0 0 0,2 0 0,-1 1 0,2 0 0,0 1 0,1 0 0,0 0 0,2 1 0,-1 0 0,2 0 0,1 0 0,0 1 0,1-1 0,1 1 0,0 0 0,2 0 0,0 0 0,2 11 0,-1-17 0,1-1 0,1 0 0,0 0 0,0-1 0,1 1 0,1-1 0,0 0 0,0 0 0,1 0 0,0 0 0,1-1 0,0 0 0,0-1 0,1 0 0,0 0 0,0 0 0,1-1 0,0 0 0,0-1 0,1 0 0,0 0 0,0-1 0,0-1 0,0 1 0,1-2 0,0 1 0,0-2 0,0 1 0,0-1 0,0-1 0,0 0 0,2-1 0,5 2 0,-1 0 0,1-2 0,-1 0 0,1 0 0,-1-2 0,1-1 0,-1 0 0,0-1 0,0 0 0,0-2 0,0 0 0,-1-1 0,0 0 0,0-1 0,-1-1 0,0-1 0,-1 0 0,0-1 0,8-9 0,-3-3 0,-1-1 0,-1-1 0,-2 0 0,0-2 0,-2 1 0,-1-2 0,-1 0 0,-1 0 0,-2-1 0,0 0 0,-3 0 0,0-1 0,-2 0 0,-1 0 0,-1 0 0,-3-20 0,2 44 0,0-1 0,-1 1 0,0 0 0,0-1 0,0 1 0,-1 0 0,0 0 0,0 0 0,-1 0 0,0 0 0,0 0 0,0 1 0,0-1 0,-1 1 0,0 0 0,0 0 0,-1 1 0,1-1 0,-1 1 0,0 0 0,0 0 0,-1 0 0,1 1 0,-1 0 0,1 0 0,-1 0 0,0 1 0,0 0 0,0 0 0,-1 1 0,1-1 0,0 1 0,-4 0 0,-38-3-11,0 1 1,1 3-1,-1 2 0,0 2 1,1 2-1,0 2 0,0 2 1,-29 11 10,-29 7-427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1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29198,'0'0'1665,"0"0"-1217,0 0-112,0 0 104,0 0 32,0 0-264,-21 141-208,21-95 0,0 4 0,0 6 0,0 8 0,-2 7 0,-12 24 0,-7 31-272,3-20-960,-3-17-2761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1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1 478 24333,'0'0'1238,"0"0"1925,0 0-1661,0 0-759,0 0-166,9-4-99,78-23-356,0 4 0,2 5 0,0 2 1,1 5-1,0 4 0,44 4-122,-44-15-1668,-77 6-377</inkml:trace>
  <inkml:trace contextRef="#ctx0" brushRef="#br0" timeOffset="1070.685">1229 15 26686,'0'0'1213,"0"0"-373,0 0-135,0 0-25,0 0-55,0 0-190,-6-1-160,-10-7-15,62 8 156,-17 1-265,-7-1-51,-18-2-95,0 1-1,0 0 1,-1 0 0,1 1 0,0-1-1,0 1 1,0 0 0,0 0-1,0 0 1,0 0 0,0 1-1,0 0 1,-1-1 0,1 2 0,0-1-1,0 0 1,-1 1 0,1-1-1,-1 1 1,1 0 0,-1 0 0,0 1-1,0-1 1,0 0 0,0 1-1,0 0 1,0 0 0,-1 0 0,1 0-1,-1 0 1,0 1 0,0-1-1,0 1 1,-1-1 0,1 1 0,-1-1-1,0 1 1,0 0 0,1 3-5,-3 14-56,-1-1 1,-1 0-1,-1 0 1,0 0 0,-2-1-1,0 1 1,-1-1-1,-1 0 1,-1-1-1,0 0 1,-1-1 0,-1 0-1,-1 0 1,-7 7 55,6-4-46,-210 305-307,218-319 346,1 1 1,0 0 0,0 0-1,1 0 1,0 1 0,1-1-1,-1 1 1,1-1 0,1 1-1,-1 0 1,2 0 0,-1 5 6,35-5-227,-22-12 228,0 0 0,0-1 0,0 0 1,-1 0-1,0-1 0,0-1 0,0 0 0,-1-1 0,8-7-1,12-7 85,65-47 229,163-103-204,-216 150-1688,-7 2-1865</inkml:trace>
  <inkml:trace contextRef="#ctx0" brushRef="#br0" timeOffset="1335.299">1680 96 28742,'0'0'1648,"0"0"-1375,0 0-73,0 0 320,0 0-112,125 83-88,-75-35-88,3 8-72,-2 8-24,-3 2-72,-4 3-48,-7-1 0,-12-3-16,-2-9-24,-9-9-88,2-24-344,-4-13-160,-5-10-1297</inkml:trace>
  <inkml:trace contextRef="#ctx0" brushRef="#br0" timeOffset="1505.281">2189 80 30014,'0'0'785,"0"0"-457,-156 190-200,82-88-128,3 2-592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30599,'0'0'768,"0"0"-160,0 0-216,0 0-80,0 0-224,0 0-88,-50 112 0,50-44 0,0 11 0,0 23 0,0 24 0,0 21 0,0-12 0,0-19 0,-3-41-848,3-42-1465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60 130 27510,'0'0'1690,"0"0"-956,0 0-111,0 0 15,0 0-196,0 0-159,-16-4 564,4-121-847,29 136 0,6 88 0,-23-95 0,0-1 0,0 0 0,0 0 0,0 0 0,0 0 0,-1 0 0,1 0 0,-1 0 0,0 0 0,0 0 0,0 0 0,0 0 0,-1 0 0,1-1 0,-1 1 0,1-1 0,-1 1 0,0-1 0,0 1 0,0-1 0,0 0 0,-1 0 0,1 0 0,-1 0 0,1 0 0,-1-1 0,0 1 0,1-1 0,-1 0 0,0 1 0,-2-1 0,4-2 0,-1 0 0,1 0 0,-1-1 0,1 1 0,-1-1 0,1 1 0,0-1 0,0 1 0,-1-1 0,1 0 0,0 1 0,1-1 0,-1 0 0,0 0 0,0 0 0,1 0 0,-1 1 0,1-1 0,0 0 0,0 0 0,-1 0 0,1 0 0,0 0 0,1 0 0,-1 0 0,0 0 0,0 0 0,1 0 0,-1 0 0,1 0 0,0 0 0,0 1 0,-1-1 0,2-1 0,0-4 0,1 0 0,0 0 0,0 1 0,1-1 0,0 1 0,0 0 0,0 0 0,1 0 0,-1 0 0,2 1 0,-1 0 0,0 0 0,1 0 0,0 1 0,0 0 0,0 0 0,1 0 0,0 1 0,-1 0 0,1 0 0,0 1 0,0 0 0,0 0 0,1 0 0,-1 1 0,0 0 0,5 1 0,-3 59 0,-10-55 0,0-1 0,0 0 0,0 1 0,0-1 0,-1 0 0,1 0 0,-1 0 0,0 0 0,0 0 0,0-1 0,0 1 0,-1-1 0,1 1 0,-1-1 0,1 0 0,-1 0 0,0 0 0,0 0 0,0 0 0,0-1 0,-3 2 0,1-23 0,5 19 0,0 0 0,0 0 0,-1 0 0,1 0 0,0 0 0,0 0 0,1 0 0,-1 0 0,0 0 0,0 0 0,0 0 0,1 0 0,-1 0 0,1 0 0,-1 0 0,0 0 0,1 0 0,0 0 0,-1 0 0,1 1 0,0-1 0,-1 0 0,1 0 0,0 1 0,0-1 0,-1 0 0,1 1 0,0-1 0,0 1 0,0-1 0,0 1 0,0 0 0,0-1 0,0 1 0,0 0 0,0-1 0,0 1 0,0 0 0,0 0 0,0 0 0,0 0 0,0 0 0,0 0 0,0 0 0,0 1 0,0-1 0,0 0 0,0 0 0,0 1 0,-3 11 0,-3-8 0,0-1 0,-1 1 0,1-1 0,-1-1 0,0 1 0,0-1 0,0 0 0,0 0 0,0-1 0,0 0 0,0 0 0,0 0 0,-1-1 0,-2 0 0,7-1 0,0-1 0,0 1 0,0-1 0,1 0 0,-1 1 0,1-1 0,-1 0 0,1 0 0,0 0 0,0 0 0,0-1 0,0 1 0,0 0 0,0 0 0,1-1 0,-1 1 0,1 0 0,0-1 0,-1 1 0,1 0 0,0-1 0,0 1 0,0 0 0,1-1 0,-1 1 0,1 0 0,-1-1 0,1 1 0,0-1 0,41-3-691,-29 6-746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578 293 19852,'0'0'4194,"0"0"-130,0 0-2522,0 0-905,0 0-169,0-18-130,0-181 334,0 196-662,-1 0 0,1-1 0,0 1 0,-1 0 1,0 0-1,0 0 0,0 0 0,0 0 0,0 0 1,-1 1-1,1-1 0,-1 0 0,1 1 0,-1-1 0,0 1 1,0-1-1,-1 1 0,1 0 0,0 0 0,-1 0 1,1 0-1,-1 0 0,1 1 0,-1-1 0,0 1 0,0 0 1,0 0-1,0 0 0,0 0 0,0 0 0,0 0 0,0 1-10,-106-4 64,88 9-65,0 1-1,1 0 1,-1 2-1,2 0 1,-1 2-1,1 0 1,1 1-1,0 0 1,0 2-1,1 0 1,1 1-1,0 1 1,1 0-1,1 1 1,0 1-1,1 0 1,1 1 0,1 0-1,0 1 1,2 0-1,0 1 1,1 0-1,1 0 1,0 1-1,2 0 1,1 0-1,-1 5 2,0-6-2,1-1 1,1 1-1,0-1 0,1 1 0,2 0 1,0 0-1,1 0 0,0 0 0,2-1 0,1 1 1,0-1-1,1 1 0,1-1 0,1-1 1,1 1-1,0-1 0,2-1 0,0 0 0,0 0 1,2-1-1,2 2 2,-9-14 9,0 0 0,1 0 1,-1 0-1,1-1 0,0 0 1,0 0-1,1 0 0,-1-1 0,1 0 1,-1 0-1,1-1 0,-1 0 1,1 0-1,0 0 0,0-1 0,-1 0 1,1 0-1,0-1 0,0 0 1,-1 0-1,1 0 0,-1-1 0,1 0 1,-1-1-1,1 1 0,-1-1 1,0 0-1,0-1 0,1 0-9,14-10 59,-1 0 0,0-1 0,-1-1 0,-1-1 0,-1-1-1,0 0 1,5-9-59,-1 3 1,-1-1-1,-2-1 1,0-1-1,-2-1 1,-1 0-1,-1-1 1,-1-1-1,-2 0 1,-1 0-1,-1-1 1,-2 0-1,-1-1 1,-1 0-1,-1-23 0,-4-93-571,2 135-610,6 7-1124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496 314 28518,'0'0'1339,"0"0"-628,0 0-147,0 0-16,-11-23-185,-31-80-196,20 20-75,-11 0-63,29 80-29,1 1 0,-1 0 0,0-1 0,-1 1 0,1 1 0,0-1 0,-1 0 0,1 1 0,-1 0 0,1 0 0,-1 1 0,1-1 0,-1 1 0,1 0 1,-1 0-1,0 0 0,1 1 0,-1 0 0,1 0 0,-1 0 0,1 0 0,-1 1 0,1-1 0,0 1 0,0 0 0,0 1 0,0-1 0,0 1 0,0 0 0,1-1 0,-1 2 0,0 0 0,-19 17-12,1 1-1,0 1 0,2 1 1,1 0-1,1 2 1,1 0-1,1 1 0,1 1 1,2 0-1,1 1 1,1 0-1,1 1 0,2 0 1,1 1-1,1-1 1,2 1-1,1 1 0,1-1 1,2 0-1,3 20 13,-3-43-2,1-1 0,0 0 0,0 0 1,0 0-1,1 1 0,0-1 0,1-1 0,0 1 0,0 0 0,0-1 0,1 1 0,0-1 0,0 0 1,0 0-1,1-1 0,0 1 0,0-1 0,0 0 0,1 0 0,0-1 0,0 0 0,0 0 0,0 0 0,1-1 1,-1 0-1,1 0 0,0 0 0,3 0 2,1-2 8,1 0 1,-1-1 0,1 0-1,-1-1 1,0 0 0,1-1-1,-1 0 1,0-1-1,0 0 1,0-1 0,0 0-1,-1-1 1,0 0 0,0 0-1,0-1 1,0-1-1,-1 0 1,0 0 0,-1 0-1,0-1 1,4-5-9,9-10 39,-1-1 0,0-1 0,-3-1 0,0 0-1,-1-1 1,-2-1 0,5-13-39,-7 11-79,-2 0-1,-2 0 0,0 0 1,-2-1-1,-1-1 0,-2 1 0,-1 0 1,-1-24 79,-10 11-2418,1 33-2114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19012,'0'0'10306,"0"0"-9514,0 0-271,0 0 23,0 0-128,-65 118-136,56-72-48,0 8-80,0 8-40,-3 7-32,8 1-48,1 1-24,3-7-8,5-12-160,34-21-344,-2-17-776,-2-14-2985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27414,'0'0'1368,"0"0"-664,0 0 120,0 0-159,-53 130-201,37-78-128,5 4-56,2 4-136,4-2-72,3-2-32,2-6-32,0-7 8,0-1-16,11-3-248,3-12-264,-3-8-1409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29846,'0'0'857,"0"0"-473,0 0-48,0 0 112,0 0-152,-60 126-88,48-68-48,3 9-16,0 9-56,2 5-88,0 6 0,5 2 0,2 32 0,0-26-280,4-12-1272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450 213 24837,'0'0'2844,"0"0"-1577,-6-20-463,-21-68-45,27 83-728,-1 0 1,-1 0 0,1 0 0,-1 0 0,0 0-1,0 0 1,0 1 0,-1-1 0,1 0 0,-1 1 0,0 0-1,-1 0 1,1 0 0,-1 0 0,0 0 0,1 1-1,-2 0 1,1-1 0,0 2 0,-1-1 0,1 0 0,-1 1-1,0 0 1,0 0 0,0 0 0,0 1 0,0-1 0,0 1-1,0 1 1,0-1 0,0 1 0,-1 0 0,1 0-1,0 0 1,0 1 0,-1-1 0,1 1 0,0 1 0,0-1-1,0 1 1,0 0 0,0 0 0,-1 1-32,-12 13 30,0 0 1,1 2 0,1 0 0,1 1-1,0 1 1,1 0 0,1 1-1,2 1 1,0-1 0,1 2-1,0 2-30,-4 9 55,1 1 0,2 0 0,1 0-1,2 1 1,1 1 0,2-1 0,2 1 0,1 0 0,2 0-1,2 7-54,-1-38 0,-1 1 0,1 0 1,1-1-1,-1 1 0,1-1 0,0 0 0,1 0 0,-1 1 0,1-2 0,1 1 0,-1 0 0,1 0 0,0-1 0,0 0 0,0 0 0,1 0 1,0 0-1,0-1 0,0 0 0,0 0 0,1 0 0,0-1 0,-1 0 0,1 0 0,1 0 0,-1-1 0,0 1 0,1-2 0,-1 1 0,1-1 1,-1 0-1,1 0 0,-1-1 0,1 1 0,0-2 0,-1 1 0,1-1 0,5-1 0,6-5 0,-1 0 0,0-1 0,-1-1 0,0-1 0,0 0 0,-1-1 0,-1-1 0,0 0 0,0-1 0,-1-1 0,-1 0 0,0 0 0,-1-1 0,-1-1 0,0 0 0,-1 0 0,-1-1 0,0 0 0,1-6 0,58-182 114,-65 196-179,-1 1 1,0-1-1,0 0 1,-1 0 0,0 0-1,0 0 1,-1 0-1,0 0 1,-1 0 0,0 1-1,0-1 1,-1 0-1,0 1 1,-1 0 0,0 0-1,0 0 1,0 0 0,-1 1-1,0-1 1,-1 1-1,0 0 1,-2-2 64,-37-24-3154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2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334 600 27070,'0'0'727,"0"0"39,0 0 871,0 0-821,0 0-432,6-25-67,41-149 212,-38 130-425,-2 0 0,-2 0 0,-2 0 1,-1 0-1,-3-3-104,1 41 0,0 1 0,-1-1 0,0 0 0,0 0 0,0 1 0,-1-1 0,0 1 0,0-1 0,0 1 0,0 0 0,-1 0 0,0 0 0,0 0 0,-1 0 0,1 1 0,-1-1 0,0 1 0,0 0 0,0 0 0,-1 1 0,0-1 0,1 1 0,-1 0 0,0 0 0,0 0 0,-1 1 0,1 0 0,0 0 0,-1 0 0,0 1 0,1 0 0,-1 0 0,0 0 0,1 1 0,-1-1 0,0 2 0,0-1 0,1 0 0,-1 1 0,0 0 0,1 1 0,-1-1 0,0 1 0,1 0 0,0 0 0,0 1 0,-1 0 0,-10 11 0,1 0 0,0 1 0,1 1 0,1 0 0,1 1 0,0 0 0,1 1 0,1 0 0,0 1 0,2 0 0,0 1 0,-3 13 0,-5 27 0,3-1 0,2 2 0,3 0 0,2 0 0,3 0 0,3 1 0,3 5 0,-5-59 0,1 1 0,0-1 0,1 0 0,0 1 0,0-1 0,1 1 0,0-1 0,0 0 0,1 1 0,0-1 0,1 0 0,0 0 0,0-1 0,0 1 0,1 0 0,0-1 0,1 0 0,-1 0 0,1 0 0,1-1 0,-1 0 0,1 0 0,1 0 0,-1 0 0,1-1 0,-1 0 0,1-1 0,1 0 0,-1 0 0,1 0 0,0-1 0,6 2 0,-2-4 0,-1-1 0,1-1 0,-1 0 0,1-1 0,-1 0 0,0-1 0,1 0 0,-1 0 0,-1-1 0,1-1 0,-1 0 0,1 0 0,-1-1 0,-1-1 0,1 1 0,-1-2 0,3-3 0,131-151 0,-113 113 0,-1-3 0,-3 0 0,-3-1 0,-1-2 0,-2-3 0,-15 43-169,2 0 0,0 0 0,1 1 0,0 1 0,1-1 0,0 1 0,1 0 0,1 1 0,0 1 0,1-1 0,0 2 0,0 0 1,4-2 168,28-20-2885</inkml:trace>
  <inkml:trace contextRef="#ctx0" brushRef="#br0" timeOffset="420.745">1624 473 30214,'0'0'810,"0"0"-315,0 0-87,-14-21-61,-45-71-146,11-23-60,46 105-138,-1 0 0,0 1-1,0 0 1,-1 0 0,0 0 0,0 0-1,-1 0 1,-1 1 0,1 0 0,-1 0 0,0 0-1,-1 1 1,0 0 0,0 0 0,-8-5-3,9 8 0,-1 1 1,1-1-1,-1 1 0,1 1 1,-1-1-1,0 1 1,0 0-1,0 1 1,-1 0-1,1 0 0,0 0 1,0 1-1,0 0 1,-1 1-1,1-1 1,0 1-1,0 1 0,0-1 1,0 1-1,0 1 1,0-1-1,0 1 1,1 0-1,-1 1 0,1-1 1,0 1-1,0 0 1,0 1-1,1 0 1,0 0-1,-1 0 0,2 0 1,-1 1-1,0 0 0,-12 17-18,1 1-1,1 1 0,0 0 1,2 1-1,1 0 0,2 1 1,0 1-1,2-1 0,1 2 1,1-1-1,1 1 0,2-1 1,1 1-1,1 0 0,1 0 1,4 21 18,-4-40-6,1 0 0,1-1 0,0 1 0,0-1 1,0 0-1,2 0 0,-1 0 0,1 0 0,0 0 0,1 0 1,0-1-1,0 0 0,1 0 0,0-1 0,0 1 1,1-1-1,0-1 0,0 1 0,0-1 0,1-1 1,0 1-1,0-1 0,1 0 0,-1-1 0,1 0 1,0-1-1,0 1 0,9 0 6,-4-2 2,0-2 0,0 0 0,-1 0 0,1-2 0,0 1 0,0-2 0,0 0 1,-1-1-1,1 0 0,-1-1 0,0 0 0,-1-1 0,1 0 0,-1-1 0,0-1 0,-1 0 0,0 0 0,0-1 0,-1-1 0,0 0 1,0 0-1,-1-1 0,-1 0 0,0 0 0,0-2-2,73-111 50,41-45-1346,-91 141-427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7 321 10042,'0'0'4940,"0"0"-687,0 0-1726,0 0-888,0 0-80,-1-12-537,-1-5-768,-1-7-47,2 5 3707,11 19-3200,98-6-117,0-4 1,102-24-598,-102 15 30,1 4 0,107-1-30,82 29 17,-23 7 28,268-16-45,-8-2 38,478-1 192,-436 47-224,469-6 99,941-47-105,-1051-7 0,-364-8 0,562-38 0,1032-71 0,-775 115 0,117-19 0,-898 37 0,736-12 0,-1063 4-357,-287 4-1110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527 477 27638,'0'0'1009,"0"0"-214,-3-18-149,-39-267 1170,42 282-1802,-32-117 208,32 117-221,-1 0-1,-1 0 1,1 0-1,0 1 1,-1-1-1,1 0 1,-1 1-1,0 0 1,0-1-1,0 1 1,0 0-1,0 0 1,0 0-1,0 0 1,-1 0-1,1 1 1,-1-1-1,0 1 1,1-1-1,-1 1 1,0 0-1,0 0 1,0 0-1,0 1 1,0-1-1,0 1 1,0-1-1,0 1 1,0 0 0,0 0-1,0 0 1,0 1-1,1-1 1,-1 1-1,0 0 1,0-1-1,0 1 1,0 1-1,-1-1 0,-8 7-1,0 1 1,0 0-1,0 1 0,1 0 0,1 1 0,-1 0 0,2 1 0,0 0 1,0 0-1,1 1 0,-3 7 1,-21 30-1,3 1 0,2 0 1,3 3-1,1 0 0,3 1 0,3 1 0,2 0 1,2 1-1,3 1 0,2 0 0,3 0 1,3 9 0,1-59 2,0-1 0,1 1 0,0 0 0,1 0 0,-1-1 0,2 1 0,-1 0 0,1-1 0,0 1 0,0-1 0,1 0 0,0 0 1,1 0-1,-1 0 0,1 0 0,1-1 0,-1 1 0,1-1 0,0 0 0,0-1 0,1 1 0,0-1 0,0 0 0,0-1 0,0 1 0,1-1 1,0 0-1,0-1 0,0 0 0,0 0 0,0 0 0,1-1 0,-1 0 0,1-1 0,0 0 0,-1 0 0,1 0 0,0-1 0,0 0 1,-1 0-1,1-1 0,0 0 0,-1-1 0,1 0 0,2 0-2,13-10 26,0-1 0,-1-1 0,0-1 0,-1-1 0,-1-1 0,-1 0 0,0-2 0,11-14-26,55-65-299,-5-4-1,26-49 300,-48 68-1550,-18 29-1874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8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521 297 30182,'0'0'838,"0"0"-206,0 0 10,-7-25-240,-26-80-331,32 97-71,-1 0 0,0 0 0,0-1 0,-1 1 0,0 1 0,-1-1 0,1 0 0,-2 1 0,1 0 0,-1 0 0,0 0 0,0 1 0,-1-1 0,0 1 0,0 1 0,0-1 0,-1 1 0,1 0 0,-2 0 0,1 1 0,0 0 0,-1 0 0,1 1 0,-1 0 0,0 0 0,0 1 0,-1 0 0,1 1 0,0-1 0,-1 1 0,1 1 0,0 0 0,-1 0 0,1 1 0,-1 0 0,1 0 0,0 1 0,0 0 0,0 0 0,0 1 0,0 0 0,0 1 0,0 0 0,-10 10 0,1 1 0,1 1 0,1 0 0,0 1 0,1 0 0,1 2 0,1-1 0,0 2 0,2-1 0,0 2 0,1-1 0,1 1 0,1 1 0,1-1 0,1 1 0,0 0 0,2 0 0,1 1 0,0 11 0,12 132 1,-9-160-1,1 0-1,0 0 0,0-1 1,0 1-1,1 0 0,0-1 0,0 1 1,0-1-1,0 0 0,1 0 1,0 0-1,0-1 0,1 1 1,-1-1-1,1 0 0,0-1 1,0 1-1,0-1 0,0 0 0,1 0 1,-1 0-1,1-1 0,0 0 1,0 0-1,5 1 1,1-1 5,1 0 0,0-2 1,1 1-1,-1-1 0,0-1 0,0-1 1,0 0-1,-1 0 0,1-1 0,0-1 1,-1 0-1,0-1 0,0 0 0,0-1 1,-1 0-1,0-1 0,0 0 0,0-1 1,-1 0-1,0 0 0,4-6-5,21-22-312,-1-2 0,-2-1-1,-1-1 1,22-41 312,-31 47-1806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29614,'0'0'1001,"0"0"-337,0 0-336,0 0-80,0 0 56,0 0 80,-14 137-160,9-65-224,-1 11 0,1 9 0,0 5 0,3-2 0,2 15 0,0-27-352,0-25-1721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3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29974,'0'0'735,"0"0"-316,0 0-44,0 0-27,0 0-167,0 0-125,2 5-21,-2-4-34,1 0 0,0 1 0,0-1 0,-1 1 1,1-1-1,-1 1 0,1-1 0,-1 1 0,0 0 0,0-1 0,0 1 1,0-1-1,0 1 0,0 0 0,0-1 0,0 1 0,0-1 0,-1 1 0,1 0 1,-1-1-1,1 1 0,-1-1 0,0 1 0,1-1 0,-1 0 0,0 1 1,0-1-1,0 0 0,0 0 0,0 1 0,0-1 0,-1 0 0,1 0 1,0 0-1,-1 0 0,1 0 0,0-1 0,-1 1 0,1 0 0,-1-1 1,1 1-1,-1-1 0,1 1 0,-1-1 0,0 0 0,1 0 0,-1 1 1,0-1-2,-4 0 6,3 1-4,-1 0-1,1-1 0,0 1 0,0-1 0,0 0 0,-1 0 0,1 0 0,0 0 0,0 0 1,-1-1-1,1 0 0,0 1 0,0-1 0,0 0 0,0-1 0,0 1 0,0 0 0,0-1 1,0 0-1,1 0 0,-1 1 0,1-2 0,-1 1 0,1 0 0,-1-1-1,36 15-70,16-31-117,-50 19 187,0 1 0,0-1 0,1 0 0,-1 1 0,0-1 0,0 1 0,0 0 0,1-1 0,-1 1 0,0-1 0,1 1 1,-1 0-1,0 0 0,1-1 0,-1 1 0,1 0 0,-1 0 0,1 0 0,0 0 0,-1-1 0,1 1 0,0 0 0,0 0 0,-1 0 0,1 0 0,0 0 0,0 0 0,0 0 1,0 0-1,0 0 0,0 0 0,1 0 0,-1 0 0,0 0 0,0 0 0,1-1 0,-1 1 0,0 0 0,1 0 0,-1 0 0,1 0 0,-1-1 0,1 1 0,-1 0 0,1 0 1,0-1-1,-1 1 0,1 0 0,0-1 0,0 1 0,-1-1 0,1 1 0,0-1 0,0 1 0,0-1 0,0 0 0,0 1 0,0-1 0,0 0 0,-1 0 0,1 0 0,0 0 1,0 1-1,0-1 0,0 0 0,0-1 0,0 1 0,0 0 0,1 0 0,-8 4 3,-1-1 0,1 1-1,0-1 1,-1-1 0,0 1 0,0-1 0,0 0 0,0-1-1,0 1 1,0-1 0,0-1 0,0 0 0,-1 0 0,1 0-1,0-1 1,-3 0-3,8 0-1,1-1-1,0 1 1,0 0-1,0-1 0,0 1 1,0-1-1,0 0 1,0 1-1,0-1 1,1 0-1,-1 1 1,1-1-1,-1 0 0,1 0 1,-1 1-1,1-1 1,0 0-1,0 0 1,0 0-1,0 0 1,1 1-1,-1-1 1,0 0-1,1 0 0,-1 0 1,1 1-1,-1-1 1,1 0-1,0 1 1,0-1-1,0 1 1,0-1-1,0 1 0,0-1 1,0 1-1,1 0 1,-1-1 1,4-1-1,0 1-1,-1 0 1,1 0 0,0 0 0,0 0-1,0 1 1,0 0 0,0 0 0,0 0-1,1 1 1,-1 0 0,0 0 0,0 0-1,0 1 1,1-1 0,3 2 1,-7 1 2,-1-1 1,0 0 0,0 1-1,0-1 1,-1 1 0,1-1-1,0 1 1,-1 0 0,0-1 0,0 1-1,0 0 1,0-1 0,0 1-1,0-1 1,0 1 0,-1 0-1,1-1 1,-1 1 0,0-1-1,0 1 1,0-1 0,0 0-1,0 1 1,-1-1 0,1 0-1,-1 0 1,1 0 0,-1 0-1,0 0 1,0 0 0,0 0-1,0 0-2,-2 1 16,0-1-1,1 1 1,-1-1 0,-1 0-1,1 0 1,0 0-1,0 0 1,-1-1 0,1 0-1,-1 0 1,1 0 0,-1 0-1,0-1 1,1 1-1,-1-1 1,0 0 0,-1-1-16,4 0-1,1-1 1,-1 0 0,1 1-1,-1-1 1,1 1 0,0-1 0,0 0-1,0 0 1,0 0 0,0 0 0,0 0-1,0 0 1,1 0 0,-1 0-1,1 0 1,0 0 0,-1 0 0,1 0-1,0 0 1,0-1 0,0 1-1,1 0 1,-1 0 0,0 0 0,1 0-1,0-2 1,-1-6-32,1 9 29,0 0 1,0 0 0,-1 0-1,1 0 1,0 0 0,0 0 0,0 0-1,0 0 1,0 0 0,1 0-1,-1 0 1,0 1 0,0-1-1,0 0 1,1 1 0,-1-1 0,0 1-1,1 0 1,-1-1 0,0 1-1,1 0 1,-1 0 0,1 0 0,-1 0-1,0 0 1,1 0 0,-1 0-1,0 0 1,1 1 0,-1-1 0,1 0-1,-1 1 1,0-1 0,0 1-1,1 0 1,-1-1 0,0 1-1,0 0 1,0 0 0,0-1 0,0 1-1,0 0 1,0 0 0,0 0-1,0 1 1,0-1 2,-1 39-1289,-2-37-1436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29542,'0'0'1265,"0"0"-1001,0 0 0,0 0 208,0 0-192,-67 134-88,49-82-112,2 8-40,-3 7-32,1-1-8,2 0 0,-1-3-208,13 3-264,1-16-376,3-17-1281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1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30022,'0'0'801,"0"0"-537,0 0 112,-81 133 168,61-79-280,1 8-176,3 0-56,5-2-24,4-6-8,2-12-128,5-13-112,0-15-128,0-10-824,9-4-2729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25998,'0'0'5321,"0"0"-4937,0 0-248,0 0 368,0 0-80,-72 119-424,61-78 0,-1 5 0,1 8 0,-1 6 0,-4 29-488,7-17-1200,-3-14-3714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759 330 29014,'0'0'1434,"0"0"-761,0 0-278,0 0 18,-2-23-152,-7-75-149,9 89-104,-1 0 0,1 0 0,-2 0 0,1 1 1,-1-1-1,-1 0 0,1 1 0,-1-1 0,-1 1 0,0 0 1,0 0-1,0 0 0,-1 1 0,0 0 0,-1-1 1,0 2-1,0-1 0,0 1 0,-1 0 0,0 0 1,0 1-1,0 0 0,-1 0 0,1 0 0,-1 1 0,0 1 1,-1-1-1,1 1 0,-1 0 0,1 1 0,-1 0 1,0 1-1,0 0 0,0 0 0,0 1 0,-6 0-8,-6 0 3,0 1 0,0 1 0,0 2 0,1-1-1,-1 2 1,1 1 0,0 0 0,1 2 0,-1 0-1,2 1 1,-1 1 0,1 1 0,1 0 0,0 2-1,0 0 1,1 0 0,1 2 0,0 0 0,1 0-1,0 3-2,-2 0 5,1 1 0,1 0 0,0 2 0,1 0 0,2 0-1,0 1 1,1 0 0,1 1 0,2 0 0,0 0 0,1 1 0,1 0-1,1 0 1,1 14-5,2-31 2,0 0 0,1 0-1,0 0 1,1 0 0,-1 0-1,1 0 1,0 0 0,1 0-1,0 0 1,0-1 0,1 1-1,-1-1 1,1 1 0,1-1-1,-1 0 1,1 0 0,0 0-1,0-1 1,1 0 0,0 1-1,0-1 1,0-1 0,0 1-1,1-1 1,0 0 0,0 0-1,0-1 1,2 1-2,13 4 0,-1-1 0,1-1 0,0-2 0,1 0 0,-1 0 0,1-2 0,0-1 0,-1-1 0,1-1 0,0 0 0,-1-2 0,1 0 0,-1-2 0,0 0 0,0-2 0,-1 0 0,0-1 0,14-8 0,-20 10-9,0 0 0,0-2 0,0 1 0,-1-2 0,0 0 1,-1 0-1,0-2 0,0 1 0,-1-1 0,-1-1 0,0 0 0,0 0 0,-1-1 0,-1 0 0,0-1 0,-1 0 1,0 0-1,-1 0 0,-1-1 0,0 0 0,-1 0 0,-1-1 9,-1-42-1907,-2 8-3904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0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462 321 27038,'0'0'1401,"0"0"-315,0 0 74,0 0-322,0 0-351,2-19-195,17-196 161,-19 212-453,0-1 1,-1 0-1,1 1 0,-1-1 1,1 1-1,-1 0 1,0-1-1,0 1 0,0-1 1,-1 1-1,1 0 0,-1 0 1,0 0-1,0 0 1,0 0-1,0 0 0,-1 1 1,1-1-1,-1 1 0,1-1 1,-1 1-1,0 0 1,0 0-1,0 0 0,0 1 1,0-1-1,0 1 0,-1-1 1,1 1-1,0 0 1,-1 0-1,1 1 0,-1-1 1,1 1-1,-1-1 0,-6 0 0,0 1 0,0 0 0,0 0 0,0 1 0,1 0 0,-1 1-1,0 0 1,1 1 0,-1-1 0,1 2 0,0-1 0,-5 4 0,-7 7 0,0 1 0,1 0 0,1 1 0,1 2 0,0-1 0,1 2 0,1 1 0,1 0 0,1 0 0,1 2 0,0 0 0,2 0 0,0 1 0,2 0 0,0 1 0,2 0 0,1 1 0,0-1 0,2 1 0,1 0 0,1 0 0,1 21 0,1-41 0,0 0 0,0 0 0,0 0 0,1 0 0,0 0 0,-1 0 0,2 0 0,-1 0 0,1-1 0,-1 1 0,1 0 0,1-1 0,-1 1 0,0-1 0,1 0 0,0 0 0,0 0 0,1 0 0,-1 0 0,1-1 0,-1 1 0,1-1 0,0 0 0,0 0 0,1-1 0,-1 1 0,1-1 0,-1 0 0,1 0 0,0-1 0,0 1 0,10 2 2,1-1 0,-1-1 1,1 0-1,0-1 0,0-1 0,-1 0 0,1-1 1,0-1-1,-1 0 0,1-1 0,-1-1 0,0 0 1,0-1-1,0-1 0,0 0 0,4-4-2,211-138-673,-218 139 555,66-50-1592,-9 6-2121</inkml:trace>
  <inkml:trace contextRef="#ctx0" brushRef="#br0" timeOffset="357.068">1349 331 28150,'0'0'1719,"0"0"-791,0 0-272,0 0-89,2-21-173,9-69-160,-9 84-231,-1 0-1,0 0 0,0 0 1,0 0-1,-1 0 1,1 0-1,-2 0 0,1 0 1,-1 0-1,0 0 0,0 0 1,0 0-1,-1 0 1,0 0-1,0 1 0,-1-1 1,1 1-1,-1-1 0,-1 1 1,1 0-1,-1 0 1,1 0-1,-1 1 0,-1-1 1,1 1-1,-1 0 0,1 0 1,-1 1-1,0 0 1,-1-1-1,1 1 0,0 1 1,-1-1-1,0 1 0,1 0 1,-1 1-1,0-1 0,0 1 1,0 0-1,0 0 1,0 1-1,0 0 0,0 0 1,0 0-1,0 1 0,0 0 1,0 0-1,0 1 1,0 0-1,-3 1-2,-5 7 0,1 0 0,0 2 0,1-1 0,0 2 0,0-1 0,2 2 0,0-1 0,0 1 0,1 1 0,1 0 0,-5 12 0,1-2 0,0 1 0,2 0 0,1 1 0,1 0 0,1 0 0,2 1 0,1 0 0,0 0 0,3 0 0,0 9 0,1-33 0,-1 0 0,1 0 0,0 0 0,0 0 0,1 0 0,-1 0 0,1 0 0,0 0 0,0 0 0,0-1 0,0 1 0,1 0 0,0 0 0,0-1 0,0 1 0,0-1 0,0 0 0,1 0 0,-1 1 0,1-1 0,0-1 0,0 1 0,0 0 0,0-1 0,0 0 0,1 1 0,-1-1 0,1-1 0,0 1 0,-1 0 0,1-1 0,4 1 0,1 0 0,0-1 0,1 0 0,-1 0 0,1-1 1,-1 0-1,1-1 0,-1 0 0,1 0 0,-1-1 0,0 0 0,1-1 0,-1 0 0,-1-1 0,1 1 1,0-2-1,-1 1 0,0-1 0,0-1 0,0 1 0,-1-1 0,0-1 0,0 1 0,0-1 0,-1 0 1,1-2-1,15-19-6,-1-1 1,-1-1 0,-2-1-1,-1 0 1,-1-2 0,1-7 5,32-71-1373,-30 66-1458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2:44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65 25149,'0'0'3752,"0"0"-2519,0 0-687,0 0-17,0 0-34,0 0-85,-4 1-117,3-1-287,0 1 0,0-1 1,0 0-1,0 1 0,0-1 0,0 1 0,0-1 1,1 1-1,-1-1 0,0 1 0,0 0 0,1-1 1,-1 1-1,0 0 0,0 0 0,1-1 0,-1 1 1,1 0-1,-1 0 0,1 0 0,-1 0 1,1 0-1,0 0 0,-1 0 0,1 0 0,0 0 1,0 0-1,0 0 0,0 0 0,0 0 0,0 0 1,0 0-1,0 0 0,0 0 0,0 0 0,0 0 1,1 0-1,-1 0 0,0 0 0,1 0 0,-1 0 1,1-1-1,-1 1 0,1 0 0,-1 0 1,1 0-1,0 0 0,-1-1 0,1 1 0,0 0 1,0-1-1,0 1 0,-1-1 0,1 1 0,0 0 1,0-1-1,0 0 0,1 1-6,21 17 0,0-2 0,1 0 0,1-2 0,1 0 0,0-2 0,1-1 0,0-1 0,28 6 0,-47-13 0,402 96 0,-425-84 0,-458 201 0,361-161 0,23-5 0,89-49-41,0 0 0,0-1-1,0 1 1,0-1 0,1 1 0,-1-1-1,0 1 1,0-1 0,1 1-1,-1-1 1,0 1 0,1-1 0,-1 1-1,1-1 1,-1 1 0,1-1 0,-1 0-1,0 1 1,1-1 0,0 0 0,-1 1-1,1-1 1,-1 0 0,1 0 0,-1 1-1,1-1 1,-1 0 0,1 0 0,0 0-1,-1 0 1,1 0 0,-1 0 0,1 0-1,0 0 1,-1 0 0,1 0 0,-1 0-1,1 0 1,0 0 0,-1-1 0,1 1-1,-1 0 1,1 0 0,-1-1 0,1 1-1,-1 0 1,1-1 0,-1 1 0,1 0-1,-1-1 1,0 1 0,1-1 0,-1 1-1,1-1 1,-1 1 0,0-1 0,1 1-1,-1-1 42,29-15-2824</inkml:trace>
  <inkml:trace contextRef="#ctx0" brushRef="#br0" timeOffset="592.978">695 9 27022,'0'0'2690,"0"0"-1739,0 0-486,0 0 16,0 0-47,0 0-162,9-8 180,17 53-452,-21-26 0,5-4 0,1 0 0,1-1 0,0 0 0,0-1 0,1 0 0,1-1 0,0-1 0,1 0 0,0-1 0,1-1 0,0 0 0,0-1 0,1-1 0,0-1 0,0 0 0,1-1 0,8 1 0,4 5 0,326 105 0,-440-88 0,12-10-2,1 3 0,0 4 1,2 2-1,1 3 0,2 3 0,-42 30 2,42-16-477,17-11-1708</inkml:trace>
  <inkml:trace contextRef="#ctx0" brushRef="#br0" timeOffset="1477.365">1875 84 26886,'0'0'2926,"0"0"-1927,0 0-602,0 0-98,0 0-65,0 0-20,15 3-25,134 50 232,-142-50-412,0 0 0,0 1 0,-1 0 0,1 0 1,-1 1-1,0 0 0,0 0 0,-1 0 0,1 1 1,-1 0-1,0 0 0,-1 0 0,1 0 0,-1 1 1,-1 0-1,1 0 0,-1 0 0,0 0 0,-1 1 1,1-1-1,-2 1 0,1 0-9,-1 0 0,0-1 0,0 0 0,-1 0 0,0 0 0,0 0 0,-1 1 0,1-1 0,-2 0 0,1 0 0,-1 0 0,0 0 0,-1 0 0,1-1 0,-1 1 0,-1-1 0,1 0 0,-1 0 0,0 0 0,-1 0 0,1 0 0,-1-1 0,-2 2 0,-40 31 0,0-3 0,-3-1 0,0-3 0,-2-2 0,-25 9 0,50-24 0,-161 73 0,231-85 0,132-9 0,261 4 0,-126 68 0,-287-60 1,-32-11-5,-12-6-78,-9-4-345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0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25421,'0'0'393,"0"0"2607,0 0-2400,0 0-104,0 0-112,124-10-119,-76 3-153,33 3-64,-12 2-48,-4 0-649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360 252 28782,'0'0'947,"0"0"-220,0 0-215,0 0-117,0 0-109,0 0-76,-4-15-34,-15-117 199,19 114-287,1 16-82,0 0-1,0-1 0,0 1 1,0-1-1,-1 1 1,1-1-1,-1 1 0,0-1 1,1 0-1,-1 1 0,0-1 1,-1 1-1,1-1 1,0 0-1,-1 1 0,1-1 1,-1 1-1,0-1 0,0 1 1,0 0-1,0-1 1,0 1-1,-1 0 0,1 0 1,-1-1-1,1 1 0,-1 0 1,0 1-1,0-1 1,0 0-1,0 0 0,0 1 1,0-1-1,0 1 0,-1 0 1,1 0-1,0 0 1,-1 0-1,1 0 0,-1 0 1,1 0-1,-1 1 0,1 0 1,-1-1-1,0 1 1,1 0-1,-1 0 0,1 0 1,-1 1-1,0-1-5,-9 6 0,0 1 0,0 0 0,1 1 0,0 1 0,1-1 0,-1 2 0,2-1 0,-1 1 0,2 1 0,-1 0 0,1 0 0,1 1 0,0 0 0,0 0 0,-2 8 0,7-17 0,-18 40 0,1 1 0,2 0 0,2 2 0,2 0 0,3 0 0,1 1 0,2 0 0,2 1 0,3-1 0,1 1 0,3 0 0,3 14 0,-4-50 0,0 0 0,1 0 0,1 0 0,0 0 0,0 0 0,1-1 0,1 0 0,0 1 0,0-2 0,1 1 0,4 5 0,-7-12 0,0 0 0,0 0 0,1-1 0,-1 1 0,1-1 0,0 0 0,0 0 0,0 0 0,0-1 0,0 1 0,1-1 0,-1 0 0,1 0 0,-1-1 0,1 1 0,0-1 0,0 0 0,-1 0 0,1-1 0,0 0 0,0 1 0,0-1 0,0-1 0,0 1 0,-1-1 0,1 0 0,0 0 0,0 0 0,4-3 0,4-3 0,-1-1 0,1 0 0,-1-1 0,-1 0 0,1-1 0,-2 0 0,1-1 0,-1 0 0,-1-1 0,0 0 0,-1-1 0,6-11 0,8-9 0,0-1 0,-3-1 0,-1-1 0,-1-1 0,-2 0 0,-2-1 0,-2-1 0,-1 0 0,-2 0 0,-1-1 0,-3 0 0,-1 0 0,-2-12 0,0 46 0,-1 1 0,-1-1 0,1 1 0,-1-1 0,0 1 0,0-1 0,-1 1 0,0 0 0,0 0 0,0-1 0,0 1 0,-1 1 0,0-1 0,0 0 0,0 1 0,0-1 0,-2-1 0,-3 18-1066,8 6-421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541 330 30687,'0'0'632,"0"0"-251,0 0-9,0 0 79,-8-19-238,-24-65-182,18-4-31,14 83 0,1 0 0,-1 0 0,0-1 0,-1 1 0,1 0 0,-1 0 0,0 0 0,0-1 0,-1 1 0,1 1 0,-1-1 0,0 0 0,-1 0 0,1 1 0,-1-1 0,0 1 0,0 0 0,0-1 0,-1 2 0,1-1 0,-1 0 0,0 1 0,0-1 0,0 1 0,-4-1 0,1 0 0,-1 1 0,1 0 0,-1 1 0,0-1 0,0 2 0,0-1 0,0 1 0,0 0 0,-1 1 0,1 0 0,0 0 0,0 1 0,0 0 0,0 0 0,0 1 0,0 0 0,0 0 0,0 1 0,1 0 0,-1 1 0,1-1 0,0 1 0,0 1 0,0-1 0,-1 3 0,-12 8 0,0 1 0,2 2 0,0 0 0,0 0 0,2 2 0,0 0 0,-6 12 0,12-16 0,0 1 0,1 0 0,0 0 0,1 1 0,1 0 0,1 1 0,1-1 0,1 1 0,0 0 0,1 1 0,1-1 0,1 0 0,1 1 0,0-1 0,2 1 0,0-1 0,1 1 0,1-10 0,0-1 0,1 1 0,0-1 0,1 0 0,0 0 0,0-1 0,1 0 0,0 0 0,0 0 0,1-1 0,0 0 0,0-1 0,1 1 0,0-2 0,0 1 0,0-1 0,0-1 0,1 0 0,0 0 0,0 0 0,0-2 0,0 1 0,1-1 0,-1-1 0,1 0 0,-1 0 0,1-1 0,-1 0 0,1-1 0,-1 0 0,1-1 0,-1 0 0,0-1 0,0 0 0,0 0 0,0-1 0,0-1 0,-1 1 0,0-1 0,4-4 0,0 1 0,-1 0 0,0-2 0,-1 0 0,0 0 0,0-1 0,-1 0 0,0 0 0,-1-1 0,-1-1 0,0 0 0,0 0 0,-1 0 0,-1-1 0,0 0 0,-1 0 0,-1 0 0,0-1 0,-1 0 0,-1 1 0,0-1 0,0 0 0,-2-1 0,0 1 0,-1-3 0,0 13-33,-1 0 0,1 0 0,-1 1 1,0-1-1,-1 0 0,1 1 0,-1-1 0,0 1 0,0 0 0,0 0 0,-1 0 1,1 0-1,-1 0 0,0 1 0,0 0 0,0-1 0,0 2 0,-1-1 1,1 0-1,-1 1 0,0 0 0,0 0 0,0 0 0,0 1 0,0 0 1,0 0-1,0 0 0,-4 0 33,-30-4-2009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491 213 15251,'0'0'11227,"0"0"-8227,0 0-2280,0 0-33,0 0-136,0 0-118,0-6 256,0-13-602,-11-101 50,10 116-138,0 0 1,0 1-1,-1-1 1,0 0-1,0 1 1,0 0-1,0-1 1,0 1-1,0 0 1,-1 0-1,0 0 1,0 0-1,1 1 1,-2-1-1,1 1 1,0 0-1,0 0 1,-1 0-1,1 0 1,-1 0-1,0 1 1,1-1-1,-1 1 1,0 0-1,0 1 1,0-1-1,1 0 1,-1 1-1,-1 0 1,-10 3 0,-1 0 0,1 1 0,0 1 0,0 0 0,1 1 0,-1 1 0,1 0 0,1 1 0,0 1 0,0 0 0,0 0 0,1 2 0,0-1 0,1 1 0,1 1 0,-1 0 0,2 1 0,0 0 0,0 0 0,1 1 0,1 0 0,-2 6 0,-10 17 0,1 1 0,3 1 0,1 0 0,1 1 0,3 0 0,1 1 0,2 0 0,2 0 0,2 1 0,1-1 0,3 1 0,2 12 0,-4-43 0,0-1 0,1 1 0,0 0 0,1-1 0,0 1 0,0 0 0,2-1 0,-1 1 0,1-1 0,1 0 0,0 0 0,0 0 0,1-1 0,0 1 0,0-1 0,1 0 0,1 0 0,-1-1 0,2 0 0,-1 0 0,1-1 0,0 0 0,0 0 0,1-1 0,0 0 0,0 0 0,0-1 0,1 0 0,1-1 0,2-2 0,-1 0 0,1-1 0,-1-1 0,1-1 0,-1 1 0,1-2 0,-1 0 0,0 0 0,1-1 0,-1-1 0,-1 0 0,1 0 0,0-1 0,-1-1 0,0 0 0,-1-1 0,1 1 0,-1-2 0,0 0 0,-1 0 0,0-1 0,0 0 0,5-7 0,6-9 0,0-1 0,-2-1 0,-1-1 0,-1 0 0,-1-2 0,-2 1 0,-1-2 0,5-20 0,-9 16 0,-1-1 0,-2 0 0,-1 0 0,-2 0 0,-3-33 0,1 63 0,0-5 0,0 0 0,-2 0 0,1 0 0,-1 0 0,-1 0 0,1 0 0,-2 1 0,0 0 0,0-1 0,-1 2 0,0-1 0,-1 0 0,0 1 0,0 0 0,-1 0 0,0 1 0,0 0 0,-4-3 0,10 11-22,0 0 0,1-1 0,-1 1 1,0 0-1,0 0 0,1-1 0,-1 1 0,0 0 0,0 0 0,1 0 1,-1 0-1,0 0 0,0 0 0,1 0 0,-1 0 0,0 0 0,0 0 0,1 1 1,-1-1-1,0 0 0,1 0 0,-1 1 0,0-1 0,1 0 0,-1 1 1,0-1-1,1 1 0,-1-1 0,1 1 0,-1-1 0,1 1 0,-1-1 1,1 1-1,-1 0 0,1-1 0,-1 1 0,1 0 0,0-1 0,-1 1 1,1 0-1,0-1 0,0 1 0,0 0 0,-1 0 0,1-1 0,0 1 0,0 0 1,0 0-1,0 0 0,0-1 0,1 1 0,-1 0 0,0 0 0,0-1 1,0 1-1,1 0 0,-1-1 0,0 1 0,1 0 0,-1-1 0,0 1 1,1 0-1,-1-1 0,1 1 0,-1 0 22,1 3-571,-1 25-3438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83 30366,'0'0'631,"0"0"-353,0 0-44,0 0 86,0 0-145,0 0-89,-1 14 423,-3-13-501,0 0 1,0 0-1,0 0 1,1-1-1,-1 1 0,0-1 1,0 0-1,0 0 1,0-1-1,0 1 0,1-1 1,-1 0-1,0 0 1,0 0-1,1 0 0,-1-1 1,1 1-1,-1-1 1,1 0-1,-3-2-8,2 1 0,1 0 0,0-1 0,0 1 0,0 0 0,0-1 0,1 0 0,-1 0 0,1 0 0,0 0 0,0 0 0,1 0 0,-1 0 0,1-1 0,0 1 0,0 0 0,0-1 0,1 1 0,-1-2 0,44-1 0,-38 6 0,1 1 0,-1 0 0,1 0 0,-1 0 0,1 1 0,-1-1 0,0 1 0,1 0 0,-1 1 0,0 0 0,0-1 0,0 1 0,0 1 0,0-1 0,0 1 0,0 0 0,-1 0 0,0 1 0,1-1 0,-1 1 0,0 0 0,-1 0 0,1 0 0,-1 0 0,0 1 0,0-1 0,0 1 0,-1 0 0,1 0 0,-1 0 0,0 0 0,-1 0 0,1 1 0,-1-1 0,0 0 0,0 6 0,-1-9 0,0-1 0,0 1 0,0 0 0,0 0 0,-1 0 0,1 0 0,0 0 0,-1 0 0,0-1 0,1 1 0,-1 0 0,0 0 0,0-1 0,0 1 0,0-1 0,0 1 0,0-1 0,0 1 0,-1-1 0,1 1 0,-1-1 0,1 0 0,-1 0 0,1 0 0,-1 0 0,0 0 0,1 0 0,-1 0 0,0-1 0,0 1 0,1-1 0,-1 1 0,0-1 0,0 1 0,0-1 0,0 0 0,0 0 0,0 0 0,1 0 0,-1 0 0,0-1 0,0 1 0,0-1 0,0 1 0,0-1 0,1 1 0,-1-1 0,0 0 0,-1-3 0,0-1 0,1 1 0,-1-1 0,1 1 0,0-1 0,0 0 0,1 0 0,0 0 0,-1 1 0,2-1 0,-1-1 0,0 1 0,1 0 0,0 0 0,0 0 0,1 0 0,0 0 0,0-4 0,0-8 0,6-5 0,0 59-2549,-3-35-927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316 327 28534,'0'0'1290,"0"0"-570,0 0-147,8-18-66,55-138 292,-61 152-790,0 0 0,0 0 0,0 0 0,0 0 0,-1 0 0,0-1 0,0 1 0,0 0 0,0-1 0,-1 1 1,0-1-1,1 1 0,-2-1 0,1 1 0,0-1 0,-1 1 0,0 0 0,0-1 0,0 1 0,-1 0 0,0 0 0,1 0 0,-1 0 0,-1 0 0,1 0 0,0 0 0,-1 1 0,0-1 1,0 1-1,0 0 0,0 0 0,-1 0 0,1 0 0,-1 0 0,1 1 0,-1 0 0,0-1 0,-2 1-9,-2 0 0,0 1 0,0 0 0,0 0 0,-1 1 0,1 0 0,0 1 0,0-1 0,0 2 0,0-1 0,0 1 0,0 0 0,1 1 0,-1 0 0,1 0 0,-1 1 0,1-1 0,0 2 0,0-1 0,1 1 0,-1 0 0,1 0 0,0 1 0,1 0 0,-1 0 0,0 1 0,-10 13 0,1 0 0,1 1 0,1 0 0,1 1 0,0 0 0,2 1 0,-5 17 0,4-1 0,2 0 0,1 0 0,2 1 0,2 0 0,1 0 0,3 31 0,-1-61 0,0 0 0,1 0 0,0 0 0,0 0 0,1-1 0,1 1 0,0 0 0,0-1 0,1 1 0,0-1 0,0 0 0,1 0 0,0 0 0,1 0 0,0-1 0,0 1 0,1-1 0,0-1 0,1 1 0,-1-1 0,2 0 0,-1 0 0,0-1 0,1 0 0,1-1 0,-1 0 0,0 0 0,1 0 0,0-1 0,0-1 0,7 2 0,-6-4 0,0 0 0,0-1 0,0-1 0,0 0 0,0 0 0,-1-1 0,1 0 0,0-1 0,-1 0 0,1 0 0,-1-1 0,0-1 0,0 1 0,-1-1 0,1-1 0,-1 0 0,0 0 0,-1 0 0,1-1 0,-1 0 0,-1-1 0,1 1 0,-1-1 0,0 0 0,1-4 0,14-22 0,-1-1 0,-1-1 0,-2-1 0,-2 0 0,-1-1 0,-2-1 0,-2 0 0,-1-1 0,-2 0 0,-2 0 0,-2 0 0,-1 0 0,-4-34 0,3 70 0,0-1 0,0 1 0,-1-1 0,0 1 0,0-1 0,0 1 0,-1-1 0,0 1 0,1-1 0,-1 1 0,-1 0 0,1-1 0,-1 1 0,0 0 0,0 0 0,0 0 0,0 0 0,0 1 0,-1-1 0,0 0 0,0 1 0,0 0 0,0 0 0,-1 0 0,1 0 0,-1 0 0,1 1 0,-1-1 0,0 1 0,0 0 0,-1 0 0,-4 1-16,0 0-1,-1 0 1,1 1-1,-1 1 1,1-1-1,0 2 1,-1-1 0,1 1-1,0 0 1,0 1-1,0 0 1,1 1-1,-1 0 1,1 0 0,-1 1-1,1 0 1,1 0-1,-1 1 1,1 0-1,0 0 1,0 0 0,1 1-1,0 1 1,0-1-1,-3 6 17,-18 17-2054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5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28350,'0'0'910,"0"0"-165,0 0-46,0 0-155,0 0-207,0 0-134,-2 7-50,-54 151 562,24-77-693,3 1 0,4 2-1,4 0 1,3 2-1,-3 63-21,20-147-54,0-1-1,1 1 1,-1 0-1,1-1 0,-1 1 1,1-1-1,0 1 1,0 0-1,-1-1 0,1 1 1,0 0-1,1-1 1,-1 1-1,0 0 0,0-1 1,1 1-1,-1-1 1,1 1-1,-1-1 0,1 1 1,0 0-1,-1-1 1,1 0-1,0 1 0,0-1 1,0 0-1,0 1 1,0-1-1,1 0 1,-1 0-1,0 0 0,1 0 1,-1 0-1,0 0 1,1 0-1,-1-1 0,1 1 1,-1 0-1,1-1 1,-1 1-1,1-1 0,0 0 1,-1 1-1,1-1 1,0 0-1,-1 0 0,1 0 55,22-3-4785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1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378 283 29278,'0'0'1263,"0"0"-671,0 0-136,0 0 3,0 0-147,0 0-161,0-18-67,-1-57-27,2 72-53,-1-1-1,0 0 0,0 0 0,0 0 1,-1 0-1,1 0 0,-1 0 1,0 0-1,0 1 0,0-1 1,-1 0-1,1 1 0,-1-1 0,0 1 1,0-1-1,0 1 0,0 0 1,0 0-1,-1 0 0,0 0 1,0 0-1,1 1 0,-1-1 0,-1 1 1,1 0-1,0 0 0,-1 0 1,1 0-1,-1 0 0,1 1 0,-1 0 1,0 0-1,0 0 0,1 0 1,-1 0-1,-2 1-3,-2 0 0,0 0-1,0 1 1,0 0 0,0 0 0,0 1-1,0 0 1,0 0 0,0 1 0,1 0-1,-1 0 1,1 1 0,0 0 0,0 1-1,0-1 1,-2 4 0,-7 5 0,1 1 0,1 1 0,0 0 0,2 0 0,-1 2 0,2 0 0,0 0 0,1 1 0,1 0 0,1 0 0,0 1 0,1 1 0,1-1 0,1 1 0,1 0 0,1 0 0,1 0 0,0 1 0,1-1 0,3 20 0,-2-35 0,1 0 0,0 0 0,1 0 0,-1-1 1,1 1-1,0 0 0,0-1 0,1 1 0,-1-1 0,1 0 0,0 1 0,0-1 0,1-1 1,-1 1-1,1 0 0,0-1 0,-1 0 0,2 0 0,-1 0 0,0 0 0,0-1 0,1 1 1,0-1-1,-1 0 0,1-1 0,0 1 0,0-1 0,0 0 0,0 0 0,0-1 0,3 1 0,5 0-4,0 0 0,0-1-1,0 0 1,0-1 0,0 0 0,0-1-1,0-1 1,0 0 0,-1-1-1,1 0 1,10-6 4,23-18-226,-1-3 0,-1-1-1,-2-2 1,-2-2 0,-1-2 0,23-30 226,-35 40-345,33-38-1214</inkml:trace>
  <inkml:trace contextRef="#ctx0" brushRef="#br0" timeOffset="405.787">1281 335 29734,'0'0'575,"0"0"-300,1-18 34,9-114 274,-8-15 20,-5 143-595,0 1-1,-1 0 1,1 0 0,-1 0 0,0 0-1,0 1 1,0-1 0,0 1 0,0 0 0,-1 0-1,1 1 1,-1-1 0,1 1 0,-1 0-1,0 0 1,1 0 0,-1 1 0,0 0 0,0 0-1,1 0 1,-1 1 0,0-1 0,1 1-1,-1 0 1,0 0 0,1 1 0,0-1 0,-1 1-1,1 0 1,0 0 0,0 1 0,0-1-1,0 1 1,0 0 0,-3 3-8,-12 10 6,0 1 0,1 1 0,1 1-1,1 1 1,0 0 0,2 1 0,0 0 0,2 1 0,0 1 0,1 0 0,2 0 0,0 1 0,1 1-1,2-1 1,0 1 0,2 0 0,1 0 0,1 0 0,1 1-6,1-21 8,0 0-1,0 0 1,1 0 0,0 0-1,0 0 1,0 0 0,0-1-1,1 1 1,0 0 0,0-1-1,0 1 1,1-1 0,-1 0-1,1 0 1,0 0 0,0 0-1,1 0 1,-1-1 0,1 1-1,0-1 1,0 0 0,0 0 0,0-1-1,0 1 1,1-1 0,-1 0-1,1 0 1,-1 0 0,1 0-1,0-1 1,0 0 0,0 0-1,0 0 1,0-1 0,-1 0-1,1 0 1,3 0-8,11 0 1,1-1 0,-1 0 1,0-2-1,0 0 0,0-1 0,-1-1 0,1 0 0,-1-2 1,-1 0-1,1-1 0,-1-1 0,0 0 0,-1-2 0,0 0 1,-1 0-1,0-1 0,4-6-1,-6 7-70,-1 0-1,0-1 1,-1 0-1,-1-1 1,0 0-1,0-1 1,-1 0-1,-1 0 1,0-1 0,-2 0-1,3-5 71,1-25-1858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2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36 16275,'0'0'8301,"0"0"-5683,0 0-1731,0 0 4,0 0-170,4-6-194,13-17-108,-13 17-23,-4 6-15,0 0-5,-19 7 599,-25 97-975,4 2 0,6 2 0,3 1 0,6 2 0,4 2 0,17-92 0,-31 266 0,55-333-40,-8 23-160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2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29 25349,'0'0'1626,"0"0"-379,0 0-239,0 0-153,0 0-160,0 0-178,-4-5-94,-13-15-45,16 19-366,0 1 0,1-1 0,-1 1 0,1 0 0,-1-1 1,0 1-1,1 0 0,-1 0 0,0 0 0,1-1 0,-1 1 1,0 0-1,1 0 0,-1 0 0,0 0 0,1 0 1,-1 0-1,0 0 0,1 0 0,-1 1 0,0-1 0,1 0 1,-1 0-1,0 0 0,1 1 0,-1-1 0,0 0 0,1 1 1,-1-1-1,1 1 0,-1-1 0,1 1 0,-1-1 0,1 1 1,-1-1-1,1 1 0,0-1 0,-1 1 0,1-1 1,0 1-1,-1 0 0,1-1 0,0 1 0,0-1 0,-1 1 1,1 0-1,0 0 0,0-1 0,0 1 0,0 0 0,0 0-12,-2 2 36,-62 130-32,5 2 0,6 2 0,2 19-4,-11 23 1,32-110-1,28-67 0,5-27-225,7 9-902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4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628 179 27262,'0'0'1104,"0"0"-325,0 0-103,0 0-54,0 0-214,0 0-199,-8-16-78,-25-51-13,27 60-78,0-1 0,0 1 0,-1 0-1,0 0 1,0 1 0,0 0-1,-1 0 1,0 0 0,0 1 0,0 1-1,-1-1 1,0 1 0,0 1 0,0 0-1,0 0 1,0 1 0,-1 0-1,1 0 1,-1 1 0,0 0 0,1 1-1,-1 0 1,1 1 0,-1 0 0,1 0-1,-7 2-39,14-3 6,-11 2 5,0 0 0,0 1 0,0 0 0,1 1 0,-1 0-1,1 1 1,0 0 0,0 1 0,1 0 0,0 1 0,0 1 0,0 0-1,1 0 1,0 1 0,1 0 0,0 0 0,0 1 0,-6 10-11,-1 2 3,1 1 1,0 1-1,2 0 0,1 1 1,1 0-1,1 1 1,1 0-1,-2 15-3,5-18 13,1 1 0,2-1-1,0 1 1,1-1 0,2 1 0,0 0 0,2 0 0,2 14-13,0-28 2,0 0 1,1-1 0,-1 1-1,2-1 1,-1 0 0,1-1-1,1 0 1,0 0 0,0 0-1,0-1 1,1 1 0,0-2-1,0 1 1,1-1 0,0-1-1,0 0 1,0 0 0,0 0-1,1-1 1,0-1 0,0 0-1,0 0 1,0-1 0,1 0-1,-1-1 1,8 1-3,0-2 1,0-1 1,1 0-1,-1-1 1,0-1-1,-1-1 1,1 0-1,-1-1 1,1-1-1,-2-1 1,1 0-1,-1-1 1,0-1-1,0-1 1,-1 0-1,-1-1 1,7-6-2,1 0-2,-1-1 0,-1 0 0,0-2 0,-1 0 0,-2-2 0,0 0-1,-1 0 1,-1-2 0,-1 0 0,-2 0 0,0-1 0,-2-1 0,0 0 0,-2 0 0,-1-1 0,-1 0 0,-1 0 0,0-14 2,-5 38-11,1 0 0,0 0 0,-1 0 0,1 0 1,-1 0-1,0 0 0,0 0 0,0 0 0,-1 0 1,1 0-1,-1 0 0,0 0 0,1 0 0,-1 0 0,0 0 1,-1 1-1,1-1 0,0 0 0,-1 1 0,0-1 1,0 1-1,1-1 0,-1 1 0,-1 0 0,1 0 1,0 0-1,0 0 0,-1 0 0,1 0 0,-1 1 0,0-1 1,1 1-1,-1 0 0,0 0 0,0 0 0,0 0 1,-1 0 10,-137-4-2641,68 5-3419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48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67 16564,'0'0'4260,"0"0"-1510,0 0-795,0 0-542,0 0-492,0-6-291,0-52 1872,0 57-2268,0 1-60,0 0-29,-9 13 318,-212 556 293,207-541-799,36-26-1158,6-2-2580,2 0-8710</inkml:trace>
  <inkml:trace contextRef="#ctx0" brushRef="#br0" timeOffset="2710.347">412 110 17948,'0'0'5362,"0"0"-3311,0 0-1138,0 0-107,0 0-201,0 0-292,-5-9 396,-50 126 901,-129 295-586,124-275-218,77-130-1836,-9-7-1721</inkml:trace>
  <inkml:trace contextRef="#ctx0" brushRef="#br0" timeOffset="3566.999">361 0 25766,'0'0'1345,"0"0"-587,0 0-198,0 0-1,0 0-171,0 0-106,-7 21-31,-39 125 233,-220 515 1011,228-517-1197,35-164 34,34-49-827,-6 32-609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 25974,'0'0'2300,"0"0"-1233,0 0-459,0 0-173,0 0-187,0 0-80,1 5-69,0 5-81,1-8 3,-1 0 0,0 0-1,0 0 1,0 0 0,-1 0 0,1 0-1,0 0 1,-1 0 0,1 0 0,-1 1 0,0-1-1,0 0 1,0 0 0,0 0 0,0 0-1,0 1 1,-1-1 0,1 0 0,-1 0-1,1 0 1,-1 0 0,0 0 0,0 0 0,0 0-1,0 0 1,0 0 0,0 0 0,0-1-1,-1 1 1,1 0 0,-1-1 0,1 1-1,-1-1 1,0 1 0,1-1 0,-1 0 0,0 0-1,0 0 1,0 0 0,0 0 0,0 0-1,0-1 1,0 1 0,0 0 0,-1-1-1,1 0 1,0 1 0,0-1 0,0 0-21,0 0 9,1 0 1,-1-1 0,1 1-1,0 0 1,-1 0 0,1-1-1,0 1 1,0-1 0,-1 1-1,1-1 1,0 0 0,0 1-1,0-1 1,-1 0 0,1 0-1,0 0 1,0 0 0,0 0-1,0 0 1,1 0 0,-1 0-1,0 0 1,0 0 0,1 0-1,-1-1 1,1 1-1,-1 0 1,1 0 0,-1-1-1,1 1 1,0-1 0,-1 1-1,1 0 1,0-1 0,0 1-1,0 0 1,0-1 0,0 1-1,1 0 1,-1-1 0,0 1-1,1 0 1,-1-1 0,1 1-1,-1 0 1,1-2-10,2-1 14,1 1 0,-1-1-1,0 1 1,1-1 0,0 1 0,0 0 0,0 0 0,0 1 0,0-1-1,1 1 1,-1 0 0,1 0 0,-1 0 0,1 1 0,0 0-1,0 0 1,0 0 0,0 0 0,0 1 0,-1 0 0,6 0-14,10-1 61,-21 29-25,-1-25-36,0-1 0,-1 1 0,1 0 0,-1-1 0,0 0 0,0 1 0,0-1 0,0 0 0,0-1 0,0 1 0,0 0 0,-1-1 0,1 0 0,0 0 0,-1 0 0,1 0 0,-1 0 0,0-1 0,1 0 0,-1 1 0,1-1 0,-1-1 0,0 1 0,1 0 0,-1-1 0,1 0 0,-1 0 0,1 0 0,-1 0 0,1 0 0,0-1 0,0 0 0,-1 1 0,1-1 0,0 0 0,1-1 0,-1 1 0,0 0 0,1-1 0,-1 0 0,1 1 0,0-1 0,0 0 0,0 0 0,0 0 0,0-1 0,1 1 0,-1 0 0,1-1 0,0 1 0,0-1 0,0 1 0,33 0 0,-31 3-31,0 1 0,0-1 0,-1 1 0,1-1 0,0 1 0,0-1 0,0 1 0,-1 0 0,1-1 0,0 1 0,-1 0 0,1-1 0,0 1 0,-1 0 0,1 0 0,-1 0 0,1 0-1,-1 0 1,0-1 0,1 1 0,-1 0 0,0 0 0,0 0 0,0 0 0,1 0 0,-1 0 0,0 0 0,0 0 0,0 0 0,-1 0 0,1 0 0,0 0 0,0 0 0,0 0 0,-1 0 0,1 0 0,0 0 0,-1-1 0,1 1 0,-1 0 0,1 0 0,-1 0 0,0 0 0,1-1 0,-1 1 31,-9 14-3133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0 27710,'0'0'1908,"0"0"-955,0 0-269,0 0 4,0 0-219,0 0-238,3 50-107,-3-28-124,1-13 0,-1 0 0,0-1 0,0 1 0,0 0 0,-1-1 0,-1 1 0,0-1 0,0 1 0,0-1 0,-1 0 0,0 0 0,-5 8 0,-16 13-11,-2 0 0,-2-2 0,0-1 0,-1-1 0,-2-2 0,0-1 0,-2-1 0,0-2 0,-1-1 0,-1-1 0,-17 4 11,37-14-30,-57 25-723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29230,'0'0'872,"0"0"-656,0 0 25,0 0 255,-25 143-192,0-81-168,-5 11-24,-5 6 16,-2 3-40,-2 3-32,2-6-40,7-8-16,7-15 0,9-11-16,14-22-216,10-12-456,13-11-1689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30406,'0'0'721,"0"0"-521,-79 120-112,45-60 344,1 7-192,6 5-160,4 3-48,4 1-32,6-1-32,1 16-352,5-18-832,3-21-8811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559 397 29742,'0'0'1153,"0"0"-817,0-25-268,-1-82-31,14-114 50,-17 217-88,1 0 0,-1 0 1,0 1-1,-1-1 0,1 1 0,0 0 1,-1 1-1,0-1 0,0 1 1,0 0-1,0 0 0,0 0 0,0 1 1,0 0-1,0 0 0,-1 0 1,1 0-1,0 1 0,-1 0 0,1 0 1,-1 1-1,1-1 0,0 1 1,0 0-1,-1 1 0,1-1 0,0 1 1,-3 1 0,-12 6 0,0 1 0,0 0 1,1 1-1,1 1 0,0 1 0,0 1 1,2 0-1,-1 1 0,2 1 0,-5 6 0,-3 2 6,1 2-1,1 0 1,1 1-1,1 1 0,2 1 1,1 1-1,1 0 1,2 1-1,0 0 0,3 1 1,0 0-1,2 1 1,2 0-1,1 0 0,1 1 1,2 0-1,1-1 1,2 3-6,0-32-1,-1 0 1,1 1 0,0-1-1,0 0 1,0 1-1,1-1 1,0 0 0,-1 0-1,1 0 1,1-1-1,-1 1 1,1 0 0,-1-1-1,1 1 1,0-1-1,0 0 1,1 0-1,-1 0 1,0-1 0,1 1-1,0-1 1,0 1-1,-1-1 1,1-1 0,1 1-1,-1 0 1,0-1-1,0 0 1,0 0 0,1 0-1,-1-1 1,1 1-1,-1-1 1,0 0 0,1 0-1,-1-1 1,1 1-1,-1-1 1,0 0 0,0 0-1,1-1 1,-1 1-1,3-2 1,18-8-32,0-1-1,-1-2 0,0 0 0,-1-1 1,-1-1-1,-1-1 0,0-1 0,-1-2 33,1 2-83,164-151-1973,-109 97-1935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482 341 29622,'0'0'687,"0"0"-344,0-23-26,0-144 319,1 162-628,0 0 0,0-1-1,-1 1 1,0-1 0,0 1 0,0-1-1,-1 1 1,0-1 0,0 1-1,0 0 1,0-1 0,-1 1-1,0 0 1,0 0 0,-1 0-1,1 0 1,-1 0 0,0 1-1,0-1 1,-1 1 0,1 0 0,-1 0-1,0 0 1,0 0 0,0 1-1,-1 0 1,1 0 0,-1 0-1,0 0 1,0 1 0,0-1-1,0 1 1,0 1 0,-5-2-8,-4 5 2,0 0 0,0 1 1,0 0-1,1 1 0,-1 1 1,1 0-1,0 1 0,0 0 1,0 1-1,1 0 0,0 1 1,1 1-1,0 0 0,0 0 1,1 1-1,0 0 0,1 1 1,0 0-1,0 1 0,1 0 1,1 0-1,0 0 0,0 4-2,-10 10 7,2 1 0,1 0 0,1 1 1,1 1-1,2 0 0,1 0 0,1 1 0,2 0 0,1 1 0,1-1 0,1 1 1,2 10-8,0-38 0,1 1 1,-1-1 0,1 0-1,0 1 1,0-1 0,0 1-1,1-1 1,-1 1 0,1-1-1,-1 0 1,1 1-1,0-1 1,1 0 0,-1 1-1,1-1 1,-1 0 0,1 0-1,0 0 1,0-1 0,0 1-1,0 0 1,1-1 0,-1 1-1,1-1 1,-1 0 0,1 0-1,0 0 1,0 0 0,0 0-1,0-1 1,0 1 0,0-1-1,1 0 1,2 1-1,8-3-3,0 0-1,-1-1 0,1-1 1,-1 0-1,0-1 1,0 0-1,0-1 0,0-1 1,-1 0-1,0 0 0,0-1 1,0-1-1,-1 0 1,0 0-1,-1-1 0,0-1 1,0 0-1,-1 0 1,0-1-1,-1 0 0,-1 0 1,4-6 3,0 4-41,50-64-846,-9 3-1720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564 210 26806,'0'0'2191,"0"0"-1242,0 0-286,0 0-124,0 0-238,0-9-107,1-17-112,1 20-50,-1 0 0,1 0-1,-1 0 1,-1-1-1,1 1 1,-1 0 0,0 0-1,0-1 1,-1 1-1,0 0 1,0 0 0,0 0-1,-1 0 1,0 0-1,0 0 1,-1 0 0,1 1-1,-1-1 1,-1 1 0,1 0-1,-1 0 1,0 0-1,0 0 1,0 1 0,0-1-1,-1 1 1,0 0-1,0 0 1,0 1 0,-3-2-32,-3 3 4,1 1 1,-1 0 0,0 0 0,0 1-1,0 0 1,1 1 0,-1 1 0,0-1-1,1 2 1,-1-1 0,1 2 0,0-1-1,0 1 1,0 1 0,1 0 0,-1 0-1,1 1 1,0 0 0,1 1 0,-1 0-1,-5 7-4,-9 8-2,0 2 0,2 1-1,1 1 1,2 0-1,0 2 1,-9 21 2,8-16-2,2 0 0,1 2 0,2 0 0,1 1 0,2 0 0,2 1 0,1 0 0,1 0-1,3 1 1,1 0 0,1 19 2,4-53 1,0 0 0,0-1-1,0 1 1,0-1-1,1 0 1,0 0 0,-1 0-1,1 0 1,0 0-1,0 0 1,0-1 0,1 1-1,-1-1 1,1 0 0,-1 0-1,1 0 1,0-1-1,0 1 1,-1-1 0,1 0-1,0 0 1,0-1-1,0 1 1,0-1 0,0 1-1,1-1 1,-1-1-1,0 1 1,0 0 0,0-1-1,0 0 1,0 0 0,0 0-1,-1 0 1,1-1-1,0 0 1,0 0-1,18-7 1,1-2 0,-1-1 0,-1-1 0,0 0 0,-1-2 0,-1 0 0,0-2 0,0-1-1,25-21-26,-3-2-1,-1-2 1,-2-2 0,-2-1-1,-2-1 1,-2-2 0,-2-2-1,2-10 27,14-8-2770,-34 62-1979</inkml:trace>
  <inkml:trace contextRef="#ctx0" brushRef="#br0" timeOffset="428.275">1299 407 28414,'0'0'2142,"0"0"-1513,4-18-430,36-234 865,-40 249-1058,0 1 1,0-1-1,0 1 0,-1-1 0,1 1 0,-1-1 0,1 1 0,-1-1 1,0 1-1,0-1 0,0 1 0,0 0 0,0 0 0,-1-1 1,1 1-1,-1 0 0,1 0 0,-1 0 0,0 1 0,0-1 0,0 0 1,0 1-1,0-1 0,0 1 0,0-1 0,0 1 0,-1 0 1,1 0-1,0 0 0,-1 0 0,1 1 0,-1-1 0,1 1 0,-1-1 1,1 1-1,-1 0 0,1 0 0,-1 0 0,1 0 0,-1 1 1,1-1-1,-1 1 0,1-1 0,-2 1-6,-14 3 0,1 1 1,0 1-1,0 0 1,1 1-1,-1 1 1,1 0-1,1 1 1,0 1-1,0 1 0,1 0 1,0 0-1,1 2 1,1-1-1,0 2 1,0 0-1,1 0 1,1 1-1,0 1 0,-8 9-1,1 0 0,1 1-1,1 0 1,1 1 0,1 1 0,2 0-1,1 1 1,1 0 0,2 1 0,0-1-1,2 2 1,2-1 0,0 0 0,2 1-1,3 18 2,-2-46 0,0 0 0,0 0 0,1 0 0,-1 0 0,1 0 0,0 0 0,0-1 0,0 1 0,0 0 0,0 0 0,1-1-1,-1 1 1,1-1 0,0 0 0,-1 1 0,1-1 0,0 0 0,0 0 0,1 0 0,-1 0 0,0 0 0,1-1 0,-1 1 0,1-1-1,-1 1 1,1-1 0,0 0 0,0 0 0,0 0 0,-1-1 0,1 1 0,0-1 0,0 1 0,0-1 0,0 0 0,0 0 0,0 0 0,0 0-1,0-1 1,0 1 0,-1-1 0,3 0 0,114-54 26,-81 19-18,-1-2-1,-1-1 1,-3-1-1,-1-3 1,3-7-8,-10 14-3,67-49-1359,-65 72-836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3:5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687 171 26414,'0'0'1159,"0"0"-479,0 0-87,0 0 11,-6-17-140,-32-90 43,35 103-476,1 1-1,-1-1 1,0 1 0,0 0-1,-1-1 1,1 2-1,-1-1 1,1 0 0,-1 1-1,0-1 1,0 1-1,0 0 1,0 1 0,0-1-1,0 1 1,-1-1-1,1 1 1,0 0 0,-1 1-1,1-1 1,-1 1 0,1 0-1,-1 0 1,1 0-1,-1 1 1,1 0 0,-2 0-31,-118 36 125,96-23-94,1 2-1,0 0 1,2 2-1,0 1 1,1 1-1,0 0 1,2 2-1,1 1 1,0 1-1,2 1 1,1 0-1,1 1 1,1 1-1,1 1 1,2 0-1,0 1 1,2 0-1,2 1 1,0 0-1,2 1 1,2-1-1,0 1 1,2 6-31,2-33 1,0 1 0,0-1 0,1 1 0,-1 0 0,1-1 0,1 1 0,-1 0 0,0-1 0,1 1 0,0-1-1,0 1 1,1-1 0,-1 1 0,1-1 0,0 0 0,0 0 0,0 0 0,1 0 0,-1 0 0,1 0 0,0 0 0,0-1 0,0 0 0,1 0 0,-1 1 0,1-2 0,-1 1 0,1 0 0,0-1 0,0 0 0,1 0 0,-1 0 0,0 0 0,1-1 0,-1 0 0,1 1 0,-1-2 0,1 1 0,-1 0 0,5-1-1,20-1 4,-1-2 1,1-1 0,-1-1-1,0-1 1,0-1 0,-1-2-1,0-1 1,-1-1 0,0-1 0,0-1-1,-1-1 1,-1-2 0,-1 0-1,0-2 1,-1 0 0,-1-2 0,4-5-5,71-94 24,-93 115-55,-1 0 0,0-1 0,0 1 0,-1-1 0,1 1 0,-1-1 1,0 0-1,0 0 0,0 1 0,-1-1 0,0 0 0,0 0 0,0 0 1,0 0-1,-1 1 0,0-1 0,0 0 0,0 0 0,-1 1 0,1-1 1,-1 1-1,0-1 0,-1 1 0,1 0 0,-1 0 0,1 0 0,-1 0 1,0 0-1,-3-2 31,-34-28-1373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0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93 225 26774,'0'0'1308,"0"0"-364,0 0-212,0 0-113,0 0-113,7-4-81,41-12-216,1 1 0,0 3 0,1 2 0,0 2 0,0 2 0,1 2 0,19 3-209,-11-2-4,684-20 4,-655 15 0,-88 8 0,-1 0 0,1 0 0,0 0 0,-1 0 0,1 0 0,-1 0 0,1 1 0,-1-1 0,1 0 0,0 0 0,-1-1 0,1 1 0,-1 0 0,1 0 0,-1 0 0,1 0 0,-1 0 0,1 0 0,0 0 0,-1-1 0,1 1 0,-1 0 0,1 0 0,0-1 0,-1 1 0,1 0 0,0-1 0,-1 1 0,1 0 0,0-1 0,0 1 0,-1 0 0,1-1 0,0 1 0,0-1 0,0 1 0,-1 0 0,1-1 0,0 1 0,0-1 0,0 1 0,0-1 0,0 1 0,0 0 0,0-1 0,0 1 0,0-1 0,0 1 0,0-1 0,0 1 0,0-1 0,0 1 0,1 0 0,-1-1 0,0 1 0,0-1 0,0 1 0,1 0 0,-1-1 0,0 1 0,0 0 0,1-1 0,-1 1 0,-37-8 0,-1 3 0,0 1 0,0 1 0,0 3 0,-24 2 0,-17-1 0,-906 20 0,904-19 0,106 9 0,144 10 0,2-7 0,0-7 0,52-9 0,-81 1 0,306-13 0,-228-11 0,-224 14 0,-171-78-183,143 75-730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0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24117,'0'0'4897,"0"0"-3527,0 0-898,0 0 35,0 0 5,4 2-91,12 1-362,1 0 0,0-1 0,0-1 0,0 0-1,0-2 1,0 0 0,-1 0 0,9-3-59,341-77 0,-204 24-1051,-127 35-1707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0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22917,'0'0'6625,"0"0"-6145,0 0 17,0 0-49,0 0-24,0 0 0,145 72-56,-80-68-64,8-4-56,8 0-216,2 0-32,0 0 0,-3-4 0,-1-2 0,13-2 0,-18 3-112,-19-1-1568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0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0 229 24485,'0'0'6202,"0"0"-5706,0 0-416,0 0 136,0 0 152,148 2-120,-61-10-112,10-3-64,7 3-24,0 2-24,-1 0-24,-6-1-56,16-9-392,-30-1-408,-16-1-2169</inkml:trace>
  <inkml:trace contextRef="#ctx0" brushRef="#br0" timeOffset="286.181">581 1 30198,'0'0'713,"0"0"-505,-14 118-56,14-54 216,0 25-152,0 30-160,12-3-56,2 21-192,-1-36-1113,-8-39-12601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548 250 24533,'0'0'3676,"0"0"-2444,0 0-657,0 0 68,0 0-178,0 0-192,-1-11-78,-3-148 547,3 155-740,-1-1 1,0 1 0,0-1-1,0 1 1,-1 0 0,1 0-1,-1 0 1,0 0 0,0 0-1,-1 0 1,1 1 0,-1 0-1,1 0 1,-1 0 0,0 0-1,0 0 1,-1 1 0,1 0-1,0 0 1,-1 0 0,1 0-1,-1 1 1,0-1 0,0 1-1,1 1 1,-1-1 0,0 1-1,0-1 1,0 1 0,0 1-1,0-1 1,1 1 0,-1 0-1,0 0 1,0 0 0,1 0-1,-1 1 1,1 0 0,-1 0-1,-1 1-2,-17 8-3,-1 1 1,2 1-1,0 1 0,0 1 0,1 1 1,1 1-1,1 1 0,1 0 0,0 1 0,1 1 1,1 1-1,1 1 3,0-3 0,1 0 0,2 1 0,0 0 1,1 1-1,0 0 0,2 1 0,1 0 0,1 1 0,0 0 1,2 0-1,1 0 0,0 0 0,2 1 0,1 0 0,1-1 1,1 12-1,0-28 1,0 0 0,1 0 0,-1 0 0,2 0 0,-1-1 0,1 1 1,-1-1-1,2 1 0,-1-1 0,1 0 0,0 0 0,0 0 1,1-1-1,0 0 0,0 1 0,0-2 0,0 1 0,1-1 0,0 1 1,0-1-1,0-1 0,0 1 0,0-1 0,1-1 0,0 1 1,-1-1-1,1 0 0,2 0-1,4 1 10,-1-2 1,1 1 0,0-1-1,0-1 1,-1 0-1,1-1 1,0-1-1,-1 0 1,1 0-1,-1-1 1,0-1 0,0 0-1,0-1 1,0 0-1,7-5-10,3-1 8,-1-2-1,0 0 1,-1-1 0,-1-1-1,0-1 1,-1-1-1,-1-1 1,0 0 0,-1-1-1,-2 0 1,0-2-1,-1 0 1,0 0-1,-2-1 1,-1 0 0,-1-1-1,0 0 1,-2-1-1,-1 0 1,-1 0-1,-1 0 1,1-19-8,-5-60 0,39 105-2934,-16 13-1422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676 339 30366,'0'0'565,"0"0"-240,0-22 163,-4-134 167,3 148-648,0 1 1,0-1-1,-1 1 1,0-1-1,0 1 1,-1 0-1,0 0 1,-1 0-1,1 0 0,-1 1 1,0-1-1,-1 1 1,1 0-1,-1 0 1,-1 0-1,1 1 1,-1 0-1,0 0 0,0 1 1,0-1-1,-1 1 1,1 0-1,-1 1 1,0 0-1,0 0 1,-1 0-1,1 1 0,0 0 1,-7 0-8,-9 3-1,0 1 1,0 1-1,0 1 0,1 1 1,-1 1-1,1 1 0,1 1 1,-1 1-1,2 0 0,-1 2 1,1 1-1,1 0 0,0 1 1,1 1-1,0 1 0,1 1 1,1 0-1,0 1 0,1 1 1,-4 8 0,7-10-1,0 0 1,1 1 0,1 0-1,1 0 1,0 1 0,2 1-1,0 0 1,0 0 0,2 0-1,1 0 1,0 1 0,1 0 0,2 0-1,0-1 1,0 1 0,2 0-1,1 3 1,-2-15-3,0-1-1,1 0 0,0 0 0,0 0 1,1 0-1,-1 0 0,2-1 1,-1 1-1,1 0 0,0-1 1,0 0-1,0 0 0,1 0 0,0 0 1,1 0-1,-1-1 0,1 1 1,0-1-1,0-1 0,1 1 1,-1-1-1,1 0 0,0 0 0,0 0 1,0-1-1,1 0 0,-1 0 1,1-1-1,0 1 0,0-2 1,0 1-1,0-1 0,0 0 0,0 0 1,0-1-1,0 0 0,0 0 1,0-1-1,0 0 0,4-1 4,11-5-27,-1-2 0,-1 0-1,1-1 1,-2-1 0,1-1-1,-2-1 1,4-3 27,21-14-114,148-97-1316,-113 75-725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469 385 23805,'0'0'3956,"0"0"-2687,0 0-462,0 0 335,0 0-568,9-20-291,1 0-215,-5 10-35,0 0 1,0 0-1,-1-1 0,-1 1 1,0-1-1,0 0 0,-1 0 1,0 0-1,-1 0 1,0-1-1,-1 0-33,2 4 13,-1 1 1,0-1-1,0 0 1,-1 0-1,0 1 1,-1-1-1,1 0 0,-1 1 1,-1-1-1,0 1 1,0-1-1,0 1 1,-1-1-1,0 1 1,0 0-1,-1 0 1,0 1-1,0-1 0,0 1 1,-1 0-1,0 0 1,0 0-1,-1 1 1,0 0-1,0 0 1,0 0-1,0 1 1,-1 0-1,1 0 0,-1 0 1,0 1-1,0 0 1,-1 1-1,1-1 1,-1 1-14,-4 2-10,-1-1 0,1 2 0,0 0 0,0 0 0,0 1 0,0 0 0,0 1 0,1 1 0,-1 0 0,1 0 0,0 1 0,0 1 0,1 0 0,-1 0 0,1 1 0,0 0 0,1 1 0,0 0 0,0 0 0,-1 3 10,-7 8-14,0 0 1,1 2-1,2-1 0,0 2 1,1 0-1,1 1 0,1 0 1,1 0-1,-1 7 14,6-14-2,0 0 0,1 0 1,1 0-1,0 1 0,1-1 1,1 1-1,1 0 0,0 0 0,1-1 1,1 2 1,-1-14 0,0 0-1,1-1 1,-1 1 0,1 0 0,0-1 0,0 1 0,0-1 0,0 0 0,1 0 0,-1 0 0,1 0 0,0 0 0,0 0-1,0-1 1,0 0 0,0 1 0,1-1 0,-1 0 0,1 0 0,-1-1 0,1 1 0,0-1 0,-1 0 0,1 0 0,0 0 0,0 0-1,0-1 1,1 0 0,115-5-8,80-86-690,-153 65 325,46-24-2344,-11 4-5522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0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539 425 9082,'0'0'17982,"0"0"-14010,1-24-3739,2-145 367,-1 160-584,-2 0-1,1 0 1,-1 0-1,0 0 0,-1 0 1,0 0-1,-1 0 0,1 1 1,-2-1-1,1 0 0,-1 1 1,-1 0-1,1-1 1,-2 1-1,1 1 0,-1-1 1,0 1-1,0 0 0,-1 0 1,0 0-1,0 1 0,-1-1 1,0 2-1,0-1 0,0 1 1,-1 0-1,-4-2-15,3 3 8,0 1 0,1 1 0,-2 0-1,1 0 1,0 0 0,0 1 0,0 1 0,-1-1-1,1 1 1,0 1 0,0 0 0,-1 0 0,1 1-1,0 0 1,0 1 0,0 0 0,1 0-1,-1 1 1,1 0 0,0 0 0,0 1 0,0 0-1,0 1 1,1 0 0,0 0 0,-5 6-8,-5 5 6,0 1 0,2 1 1,0 1-1,1 0 0,1 1 0,1 0 0,0 1 1,2 1-1,-5 14-6,1 7 5,2 0-1,2 0 1,2 1-1,1 1 1,3-1-1,2 1 1,3 42-5,-1-80 1,0 1 0,1-1 0,0 1 0,1-1 0,0 0-1,0 0 1,0 0 0,1 0 0,1 0 0,-1 0 0,1-1 0,0 0 0,1 0 0,0 0 0,0 0 0,1-1-1,-1 0 1,1 0 0,1 0 0,-1-1 0,1 1 0,3 0-1,6 4-4,0-1 1,0-1-1,0 0 0,1-1 0,0-1 1,1-1-1,-1 0 0,1-2 1,0 0-1,0 0 0,1-2 1,-1 0-1,0-2 0,0 1 0,0-2 1,0-1-1,0 0 0,0-1 1,-1-1-1,1-1 0,-1 0 1,0-1-1,-1-1 0,0-1 0,0 0 1,-1-1-1,0 0 0,-1-2 1,0 0-1,-1 0 0,5-6 4,55-143-1068,-62 89-778</inkml:trace>
  <inkml:trace contextRef="#ctx0" brushRef="#br0" timeOffset="1152.914">2891 528 29094,'0'0'1119,"0"0"-765,0 0-86,0 0 318,0 0 45,0 0-256,-3-11-178,-13-114-54,17 121-143,-1 1 0,-1-1 0,1 1 0,0-1 0,-1 1 0,0-1 0,0 0 0,0 1 0,0 0 0,-1-1 0,1 1 0,-1 0 0,0 0 0,0 0 0,0 0 0,0 0 0,0 0 0,-1 0 0,0 1 0,1 0 0,-1-1 0,0 1 0,0 0 0,0 0 0,0 0 0,0 1 0,-1-1 0,1 1 0,0 0 0,-1 0 0,1 0 0,-1 0 0,1 0 0,-4 1 0,-3-1 0,0 0 0,0 1 0,0 0 0,0 1 0,0 0 0,1 1 0,-1 0 0,0 0 0,1 1 0,0 0 0,-1 1 0,-6 4 0,0 1 0,1 1 0,0 0 0,1 2 0,0-1 0,0 2 0,2 0 0,-1 0 0,2 1 0,0 1 0,0 0 0,2 0 0,0 1 0,0 0 0,2 1 0,0 0 0,1 0 0,0 0 0,2 1 0,0 0 0,1 0 0,0 0 0,2 0 0,0 0 0,1 3 0,3-11 0,0 1 0,0-1 0,1 0 0,0 0 0,0 0 0,1-1 0,1 1 0,0-1 0,0 0 0,1-1 0,0 0 0,0 0 0,1 0 0,0-1 0,0 0 0,0 0 0,1-1 0,0 0 0,1-1 0,-1 0 0,1 0 0,0-1 0,0-1 0,1 1 0,-1-2 0,1 1 0,-1-1 0,1-1 0,0 0 0,0-1 0,-1 0 0,1 0 0,0-1 0,0-1 0,-1 0 0,1 0 0,0-1 0,4-4 0,-1-1 0,1 0 0,-2-1 0,1 0 0,-1-1 0,-1-1 0,0 0 0,0 0 0,-1-1 0,-1-1 0,0 0 0,-1 0 0,0-1 0,-1 0 0,0-1 0,-1 0 0,-1 0 0,-1 0 0,0-1 0,0 1 0,-2-3 0,5-2 0,-2-2 0,0 1 0,-2-1 0,0 1 0,-1-1 0,-2 0 0,0 0 0,-1-1 0,-1 1 0,-3-16 0,-45-58 0,49 96-4,0 1 0,0-1 0,0 0 0,0 1 0,-1-1 0,1 0 0,0 1 0,0-1 0,0 0 0,0 1 0,0-1 0,-1 0 0,1 1 0,0-1 0,0 0 0,-1 1-1,1-1 1,0 0 0,0 0 0,-1 1 0,1-1 0,0 0 0,-1 0 0,1 0 0,0 1 0,-1-1 0,1 0 0,0 0 0,-1 0 0,1 0 0,-1 0 0,1 0 0,0 0 0,-1 0 0,1 0 0,0 0 0,-1 0 0,1 0 0,-1 0 0,1 0 0,0 0 0,-1 0 0,1 0 0,0-1 0,-1 1 4,11 28-1145,9 4-1130</inkml:trace>
  <inkml:trace contextRef="#ctx0" brushRef="#br0" timeOffset="1627.366">4669 675 31399,'0'0'596,"0"0"-355,0 0-122,-20-22 106,-63-74-66,21-18-128,59 106-31,0-1-1,0 1 1,-1-1 0,-1 1 0,1 1-1,-1-1 1,0 0 0,-1 1 0,0 0 0,0 1-1,-1-1 1,1 1 0,-4-2 0,2 3 0,0 1 0,-1 0 0,0 0 0,0 1 0,1 0 0,-2 1 0,1-1 0,0 2 0,0-1 0,-1 2 0,1-1 0,-1 1 0,1 0 0,0 1 0,-1 0 0,1 1 0,0 0 0,0 0 0,0 1 0,0 0 0,0 1 0,1 0 0,-1 0 0,1 1 0,0 0 0,0 0 0,1 1 0,-1 0 0,1 0 0,1 0 0,-1 1 0,1 1 0,-4 5 0,-8 11 0,0 1 0,2 1 0,1 1 0,1 0 0,1 1 0,2 0 0,0 1 0,2 1 0,1-1 0,2 1 0,1 0 0,1 1 0,2-1 0,0 1 0,4 25 0,-3-48 0,2 0 0,-1-1 0,1 1 0,0-1 0,0 1 0,1-1 0,0 1 0,0-1 0,1 0 0,0 0 0,0 0 0,0 0 0,1-1 0,0 1 0,1-1 0,0 0 0,-1 0 0,2-1 0,-1 1 0,1-1 0,0 0 0,0-1 0,0 1 0,0-1 0,1-1 0,0 1 0,0-1 0,0 0 0,0 0 0,0-1 0,1 0 0,-1-1 0,11 2 0,0-1 0,0-1 0,0-1 0,-1 0 0,1-2 0,0 0 0,0 0 0,-1-2 0,1 0 0,-1-1 0,0-1 0,-1-1 0,0 0 0,0-1 0,0-1 0,-1 0 0,0-1 0,-1-1 0,0 0 0,0-1 0,-2 0 0,1-1 0,-2-1 0,1 0 0,-2 0 0,0-1 0,-1-1 0,2-5 0,26-42-18,58-74-612,-69 115-1331</inkml:trace>
  <inkml:trace contextRef="#ctx0" brushRef="#br0" timeOffset="2009.17">5536 848 30719,'0'0'656,"0"0"-171,0 0 86,0-24-279,0-143-248,1 159-44,-1 0 0,0 0 0,0-1 0,0 1 0,-1 0 0,0 0 0,-1 0 0,0 0 0,0 0 0,-1 0 0,1 1 0,-2-1 0,1 1 0,-1-1 0,0 1 0,-1 0 0,0 1 0,0-1 0,0 1 0,-1 0 0,0 1 0,0-1 0,0 1 0,-1 0 0,0 0 0,0 1 0,0 0 0,0 0 0,-1 1 0,1 0 0,-1 0 0,0 1 0,-3 1 0,0 1 0,0 0 0,0 0 0,0 1 0,1 1 0,-1 0 0,1 0 0,-1 1 0,1 0 0,0 1 0,0 0 0,0 1 0,0 0 0,1 0 0,0 1 0,0 1 0,1-1 0,-1 1 0,1 1 0,1-1 0,-1 1 0,-5 9 0,-2 2 0,0 2 0,1 0 0,2 0 0,0 1 0,1 1 0,1 0 0,1 0 0,1 1 0,-2 13 0,6-18 0,1 0 0,0 0 0,1 0 0,1 1 0,1-1 0,1 1 0,0-1 0,2 1 0,4 16 0,-5-28 0,0 0 0,1 0 0,0-1 0,0 1 0,1-1 0,0 0 0,0 0 0,0 0 0,1 0 0,0-1 0,1 0 0,-1 0 0,1-1 0,0 1 0,1-1 0,-1 0 0,1-1 0,0 0 0,0 0 0,1 0 0,-1-1 0,1 0 0,-1 0 0,7 0 0,-3-1 0,1 0 0,0-1 0,-1-1 0,1 0 0,0-1 0,-1 0 0,1 0 0,0-1 0,-1-1 0,0 0 0,1 0 0,-1-1 0,-1-1 0,1 0 0,0 0 0,-1-1 0,0-1 0,-1 1 0,0-2 0,0 1 0,0-1 0,-1 0 0,0-1 0,0 0 0,-1 0 0,0-1 0,2-4 0,80-124-311,-53 75-1242</inkml:trace>
  <inkml:trace contextRef="#ctx0" brushRef="#br0" timeOffset="2385.281">6687 1063 31359,'0'0'1016,"0"0"-904,0 0 168,0 0-280,0 0 0,0 0 0,0 0 0,134 17 0,-109-11-1592</inkml:trace>
  <inkml:trace contextRef="#ctx0" brushRef="#br0" timeOffset="3475.256">8272 516 27166,'0'0'1251,"0"0"-390,0 0 71,0 0-50,0 0-275,0 0-304,-6-12-121,-41-69 61,41 75-232,-1 1 0,0 0 0,1 0 1,-1 1-1,-1-1 0,1 2 0,-1-1 0,1 1 0,-1 0 1,0 1-1,0 0 0,0 0 0,-1 1 0,1 0 0,0 0 1,-1 1-1,1 0 0,0 0 0,0 1 0,-1 0 0,1 1 1,0 0-1,0 0 0,-1 1-11,-15 4 0,0 0 0,1 2 0,0 1 0,1 1 0,0 1 0,0 1 0,2 1 0,-1 0 0,2 2 0,0 0 0,1 1 0,-8 11 0,20-23-1,0 1 1,0 1-1,1-1 1,0 1-1,0 0 1,0 0-1,1 0 1,0 1-1,1 0 1,0-1-1,0 1 1,0 0-1,1 1 1,1-1-1,-1 0 1,1 1-1,0-1 1,1 1-1,0-1 0,1 0 1,-1 1-1,2-1 1,-1 1-1,1-1 1,0 0-1,1 0 1,0 0-1,0 0 1,1-1-1,0 1 1,0-1-1,1 0 1,2 3 0,10 2 0,0-1 0,0-1 0,1-1 1,1 0-1,0-2 0,0 0 0,0-1 1,1-1-1,0 0 0,0-2 0,0 0 1,0-2-1,0 0 0,0-1 0,1-1 1,5-1-1,-14-2 2,0-1 0,0 0 1,0-1-1,-1 0 0,0 0 1,0-1-1,-1-1 0,0 1 1,0-2-1,-1 0 0,0 0 1,0 0-1,-1-1 0,0 0 1,-1-1-1,0 0 0,-1 0 1,0-2-3,3 1-2,176-228-1443,-127 186-591,-6 11-2512</inkml:trace>
  <inkml:trace contextRef="#ctx0" brushRef="#br0" timeOffset="3841.98">9454 777 29766,'0'0'1205,"0"0"-687,5-21-35,26-145 269,-27 138-725,0 1-25,-1 0 1,-1 0 0,-2-1 0,0 1-1,-2 0 1,-2-9-3,0 28 0,0 0 0,-1 0 0,0 1 0,0 0 0,0-1 0,-1 1 0,0 1 0,-1 0 0,0-1 0,0 2 0,0-1 0,0 1 0,-1 0 0,0 1 0,0 0 0,0 0 0,0 1 0,-1-1 0,1 2 0,-1 0 0,0 0 0,0 0 0,0 1 0,0 0 0,0 1 0,0 0 0,0 0 0,0 1 0,0 0 0,0 1 0,0 0 0,1 0 0,-1 1 0,1 0 0,-7 4 0,-3 1 0,1 2 0,0 0 0,1 1 0,0 0 0,1 2 0,0-1 0,1 2 0,0 0 0,1 1 0,1 0 0,1 1 0,0 0 0,0 1 0,2 0 0,0 1 0,1-1 0,1 2 0,1-1 0,0 1 0,2 0 0,0 0 0,1 1 0,0 8 0,2-23 0,0 0 0,1-1 0,-1 1 0,1 0 0,0 0 0,0 0 0,1 0 0,0-1 0,0 1 0,0 0 0,0-1 0,0 1 0,1-1 0,0 1 0,0-1 0,1 1 0,-1-1 0,1 0 0,0 0 0,0-1 0,0 1 0,0 0 0,0-1 0,1 0 0,0 0 0,0 0 0,0 0 0,0-1 0,0 1 0,0-1 0,1 0 0,-1 0 0,1-1 0,-1 1 0,1-1 0,0 0 0,0-1 0,3 1 0,11 2-25,0-1-1,1-1 1,-1-1 0,0-1-1,0 0 1,0-2 0,0 0-1,0-1 1,0-1 0,-1 0-1,0-2 1,14-6 25,162-91-1479,-111 55-235</inkml:trace>
  <inkml:trace contextRef="#ctx0" brushRef="#br0" timeOffset="5026.436">11998 543 28102,'0'0'1402,"0"0"-912,0 0-27,8-21 127,27-69-206,-31 78-302,-1 0 0,0 1 0,0-1 1,-1 0-1,-1 0 0,0 0 0,-1 0 0,0-1 1,0 1-1,-2 0 0,0-3-82,0 10 6,0 0-1,0 1 1,0 0-1,-1-1 1,0 1 0,0 0-1,0 0 1,0 1-1,0-1 1,-1 0 0,0 1-1,0 0 1,0 0-1,0 0 1,0 1 0,0-1-1,-1 1 1,1 0-1,-1 0 1,0 1 0,0-1-1,1 1 1,-1 0-1,0 0 1,0 1 0,0 0-1,0-1 1,0 1-1,0 1 1,0-1 0,0 1-1,0 0 1,0 0-1,1 1 1,-1-1 0,0 1-1,1 0 1,-1 0-1,1 1 1,-2 0-6,-11 8-2,1 0 0,0 1 1,0 1-1,1 1 0,1 0 0,0 1 0,1 0 1,1 1-1,0 0 0,2 1 0,-1 0 0,2 1 0,0 0 1,2 1-1,0 0 0,0 0 0,1 4 2,2-7 0,1 0 1,1 0-1,0 0 0,1 0 0,0 0 1,2 1-1,0-1 0,0 0 0,2 0 0,0 0 1,1 2-1,-2-11 0,1-1 0,-1 0 0,1 0 0,0 0 0,0 0 1,1 0-1,0-1 0,0 1 0,0-1 0,1 0 0,-1 0 1,1-1-1,1 0 0,-1 0 0,0 0 0,1 0 0,0-1 1,0 0-1,0 0 0,0 0 0,0-1 0,1 0 0,-1 0 0,1-1 1,-1 1-1,1-2 0,6 1 0,0 1-59,1-1 1,-1-1-1,0 0 0,1-1 1,-1 0-1,1-1 0,-1-1 1,0 0-1,0-1 0,0 0 0,-1-1 1,1-1 58,161-86-3088,-96 46-706</inkml:trace>
  <inkml:trace contextRef="#ctx0" brushRef="#br0" timeOffset="5359.543">12838 543 30342,'0'0'578,"0"0"-313,5-22-61,28-126 123,-23 42-226,-12 104-93,1-1-1,-1 1 1,1 0-1,-1 0 0,0 0 1,0 0-1,0 0 1,0 0-1,0 1 0,-1-1 1,1 1-1,0-1 1,-1 1-1,1 0 0,-1 0 1,1 0-1,-1 0 1,1 1-1,-1-1 0,0 0 1,0 1-1,1 0 1,-1 0-1,0 0 0,1 0 1,-1 0-1,0 1 1,0-1-1,1 1 0,-1-1 1,1 1-1,-1 0 1,-1 1-8,-14 4 28,0 2 0,0 0 1,1 0-1,0 2 1,0 0-1,1 1 1,1 1-1,0 0 1,0 1-1,1 1 0,1 0 1,0 1-1,1 0 1,1 1-1,-5 9-28,1-4 19,1 0-1,0 1 1,2 0 0,0 1-1,2 0 1,1 1-1,0 0 1,2 1 0,1 0-1,1 0 1,1 0-1,1 0 1,1 1-1,2-1 1,1 11-19,-1-32 0,1 0 0,0 0 0,0 0 0,0 0 0,1 0 0,-1 0 0,1 0 0,0-1 0,0 1 0,0-1 0,1 1 0,-1-1 0,1 0 0,0 0 0,0 0 0,0 0 0,0 0 0,0-1 0,1 0 0,-1 1 0,1-1 0,-1-1 0,1 1 0,0 0 0,0-1 0,0 0 0,0 0 0,0 0 0,2 0 0,122-9 0,19-76-53,-127 68-6,65-50-924,-13-2-1803</inkml:trace>
  <inkml:trace contextRef="#ctx0" brushRef="#br0" timeOffset="4248.01">10528 609 28406,'0'0'1023,"0"0"-271,8-18-142,41-148 95,-47 159-691,1 0-1,-2 0 1,1-1-1,-1 1 1,0 0 0,0 0-1,-1-1 1,0 1-1,-1 0 1,1-1 0,-2 1-1,1 0 1,-1 0-1,0 0 1,0 0-1,0 0 1,-1 0 0,0 0-1,-1 1 1,0 0-1,0 0 1,0 0 0,0 0-1,-1 0 1,0 1-1,0 0 1,-1 0-1,0 0 1,1 1 0,-2 0-1,1 0 1,-6-2-14,0 2 13,0 2 0,-1 0 0,0 0 1,1 1-1,-1 1 0,0 0 0,1 1 0,-1 0 0,1 1 1,-1 0-1,1 1 0,0 1 0,0 0 0,0 0 1,0 1-1,1 1 0,-1 0 0,2 0 0,-7 5-13,-1 2 0,0 0-1,1 1 0,0 1 1,1 0-1,1 2 0,1-1 1,0 2-1,1 0 1,1 1-1,-8 16 1,15-28 0,0 1 0,1 0 0,0 0 0,0 0 0,1 0 0,0 1 0,1-1 0,0 1 0,0 0 0,1 0 0,0 0 0,0 0 0,1 0 0,0 0 0,1-1 1,0 1-1,0 0 0,1 0 0,0 0 0,1-1 0,-1 1 0,2-1 0,-1 0 0,1 1 0,1-2 0,-1 1 0,1-1 0,1 1 0,-1-1 0,1-1 0,0 1 0,1-1 0,3 3 0,6-3-16,0-1 1,0 0-1,0-1 0,1-1 0,-1 0 1,1-2-1,0 0 0,-1 0 0,1-2 0,0 0 1,0-1-1,7-2 16,44-14-844,-7-6-1269</inkml:trace>
  <inkml:trace contextRef="#ctx0" brushRef="#br0" timeOffset="4602.506">11205 561 29486,'0'0'1077,"0"0"-623,0 0-27,0 0-18,8-22-184,23-72-108,-27 80-77,0 1 1,-1-1-1,-1 1 1,0-1-1,0 0 0,-2 0 1,0 0-1,0 1 1,-2-1-1,0-3-40,0 12 5,-1 0 0,1 1 0,-1 0 0,0-1 0,0 1 0,0 0 0,-1 1 0,1-1-1,-1 1 1,0-1 0,0 1 0,0 0 0,0 0 0,-1 1 0,1-1 0,-1 1 0,0 0 0,0 1 0,0-1 0,1 1 0,-1 0 0,0 0 0,-1 0 0,1 1 0,0-1-1,0 1 1,0 1 0,0-1 0,0 1 0,0 0 0,0 0 0,0 0 0,0 0 0,-4 3-5,-9 3-1,1 2 0,0 0 0,0 0-1,1 2 1,0 0 0,1 1 0,1 0 0,0 1 0,0 1-1,1 0 1,1 1 0,0 0 0,2 1 0,-1 0 0,0 5 1,0-4-2,2 1 1,0 1-1,1-1 1,0 1-1,2 1 0,0-1 1,2 1-1,0 0 1,1 1-1,1-1 1,1 0-1,1 1 1,1 10 1,-1-26 0,1 0 0,0 0 0,1 0 0,-1 0 0,1 0 0,0 0 0,0-1 0,0 1 0,0-1 0,1 1 0,0-1 0,0 0 0,0 0 0,1 0 0,-1 0 0,1-1 0,0 0 0,0 1 0,0-1 0,0-1 0,1 1 0,-1 0 0,1-1 0,0 0 0,-1 0 0,1-1 0,0 1-1,0-1 1,2 0 0,7 2-13,0-1 0,0 0 0,0-1 0,0-1 0,0 0-1,0-1 1,0-1 0,0 0 0,0-1 0,5-2 13,3-3-134,-1-1 0,0-1 0,-1-1 0,0-1 1,0 0-1,-1-2 0,-1 0 0,7-8 134,-12 11-202,42-37-1261</inkml:trace>
  <inkml:trace contextRef="#ctx0" brushRef="#br0" timeOffset="8203.093">43 1650 25293,'0'0'1543,"0"0"-429,0 0-241,0 0 4,0 0-136,-7-1-233,-22-3-172,35 13-44,16-2-270,0-2-1,0 0 0,0-2 0,0 0 0,1-2 0,-1 0 0,1-1 0,11-3-21,24 2 93,129 3-44,343-15 70,-397 0-109,0 6 0,1 6 0,-1 5 0,48 11-10,116 18-3,212-8 3,-270-19 0,231 3 34,101-26-34,504-70 401,-1055 85-400,588-57 22,109 23-23,425 15 32,-1005 17-33,823-50-14,812-91 15,-960 138 16,181 57-24,823-93 16,-1755 39-15,1 1-192,0-3 1,0-2-1,-1-2 0,-1-4 1,6-4 198,-35 2-1937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43 28718,'0'0'935,"0"0"-266,0 0-103,0 0-137,0 0-210,0 0-136,-2-3-46,-7 6 142,-3 24 38,6-24-212,0 1 1,0-1-1,0 0 0,0-1 0,0 1 0,-1-1 0,1 0 1,-1-1-1,1 0 0,-1 0 0,0 0 0,0-1 1,1 0-1,-1 0 0,0 0 0,0-1 0,1 0-5,4 0 1,1 0-1,0 0 0,0 0 1,-1 0-1,1 0 0,0 0 1,0-1-1,0 1 0,0 0 1,1 0-1,-1-1 0,0 1 1,0-1-1,1 1 0,-1 0 1,1-1-1,-1 1 0,1-1 1,0 0-1,0 1 0,-1-1 1,1 1-1,0-1 0,0 1 1,1-1-1,-1 1 0,0-1 1,0 1-1,1-1 0,-1 1 1,1-1-1,-1 1 0,1-1 1,0 1-1,0-1 0,-1 1 1,1 0-1,0 0 0,0-1 1,0 1-1,0 0 0,1 0 1,-1 0-1,0 0 0,0 0 1,1 0-1,-1 1 1,0-1-1,1 0 0,-1 1 1,1-1-1,9-4-1,0 1 0,1 1 1,-1-1-1,1 2 1,0 0-1,0 0 1,0 1-1,0 0 1,0 1-1,0 1 0,0 0 1,1 1 0,-11-1 0,-1 0 0,0 1 0,0-1 0,0 0 0,0 1 0,0-1 0,0 1 1,0 0-1,0-1 0,0 1 0,-1 0 0,1-1 0,-1 1 0,1 0 0,-1 0 0,0 0 0,1-1 0,-1 1 1,0 0-1,0 0 0,-1 0 0,1 0 0,0-1 0,0 1 0,-1 0 0,0 0 0,1-1 0,-1 1 0,0 0 1,1-1-1,-1 1 0,0-1 0,0 1 0,0-1 0,-1 1 0,1-1 0,0 1 0,0-1 0,-1 0 0,1 0 0,-1 0 1,1 0-1,-1 0 0,0 0 0,1 0 0,-2 0 0,-115 20 31,116-21-31,0 0 0,0-1 1,0 1-1,1-1 0,-1 1 1,0-1-1,1 0 0,-1 1 0,0-1 1,1 0-1,-1 0 0,1 0 1,0 0-1,-1 0 0,1-1 1,0 1-1,-1 0 0,1 0 1,0-1-1,0 1 0,0-1 1,0 1-1,0-1 0,1 0 1,-1 1-1,0-1 0,1 0 1,-1 1-1,1-1 0,0 0 1,0 0-1,-1 0 0,1 1 1,0-1-1,0 0 0,1 0 1,-1 0-1,0 1 0,1-1 1,-1 0-1,1-1 0,2-1-1,-1 1 1,1 0-1,0 0 0,0 0 1,0 0-1,0 0 0,0 0 1,1 1-1,-1 0 0,1-1 1,0 1-1,-1 1 0,1-1 1,0 0-1,0 1 0,0 0 1,1 0-1,-1 0 0,0 1 1,0-1-1,0 1 0,1 0 1,-1 0-1,0 0 0,0 1 1,4 1 0,-6-3 0,0 1 0,0 0 0,0 0 0,0 0 0,0 0 0,0 0 0,0 0 0,0 1 0,0-1 0,0 1 0,0-1 0,0 1 0,-1 0 0,1 0 0,0 0 0,0 0 0,-1 0 0,1 0 0,-1 0 0,1 0 0,-1 1 0,1-1 0,-1 1 0,0-1 0,0 1 0,1-1 0,-1 1 0,0 0 0,-1-1 0,1 1 0,0 0 0,0 0 1,-1 0-1,1 0 0,-1 0 0,0 0 0,1-1 0,-1 1 0,0 0 0,0 0 0,0 0 0,-1 0 0,1 0 0,0 0 0,-1 0 0,1 1 0,-2 0-10,0 1 0,0-1 0,0 0 1,0 0-1,-1 0 0,1 0 0,-1 0 0,0 0 0,0-1 0,1 1 1,-2-1-1,1 0 0,0 0 0,0 0 0,-1-1 0,1 1 1,-1-1-1,1 1 0,-1-1 0,0 0 0,0-1 0,1 1 1,-1-1-1,0 1 0,0-1 0,0 0 0,0-1 0,1 1 0,-2-1 10,4-1-781,1-10-1369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474 347 28558,'0'0'1566,"0"0"-1122,0 0-325,4-24 125,26-174 106,-29 195-347,0-1 0,0 0 0,0 0 0,0 0 0,0 0-1,-1 0 1,0 0 0,0 0 0,0 0 0,-1 0 0,1 0-1,-1 0 1,0 0 0,0 0 0,0 1 0,0-1 0,-1 0 0,1 0-1,-1 1 1,0-1 0,0 1 0,-1 0 0,1 0 0,-1 0-1,1 0 1,-1 0 0,0 0 0,0 1 0,0-1 0,-1 1 0,1 0-1,-1 0 1,1 0 0,-1 0 0,1 1 0,-1-1 0,0 1-1,-1 0-2,-9-1 3,1 2 1,0 0-1,-1 0 0,1 1 0,0 1 0,0 0 0,0 1 0,0 0 0,0 1 0,1 1 0,-1 0 0,1 0 0,0 1 0,1 1 0,-1 0 0,1 0 1,1 1-1,0 1 0,-10 9-3,1 1 0,1 0-1,0 1 1,2 1 0,0 1 0,2 0 0,0 1 0,1 0 0,2 1 0,-6 16 0,11-25 0,0 0 1,1 1-1,1 0 1,1 0-1,0 0 1,1 0-1,0 0 1,1 1 0,1-1-1,1 0 1,1 1-1,0-1 1,1 0-1,0 0 1,5 10-1,-3-20 0,0-1 1,0 0-1,1-1 1,0 1-1,0-1 1,0 0-1,1-1 1,-1 0-1,1 0 1,0 0-1,0-1 1,0 1-1,0-2 1,0 1-1,0-1 0,0 0 1,1-1-1,-1 0 1,0 0-1,1 0 1,-1-1-1,0 0 1,0 0-1,1-1 1,-1 0-1,0 0 1,-1-1-1,1 0 1,0 0-1,-1-1 1,0 1-1,0-1 1,4-3-1,13-10-27,0-1 1,-1-1-1,-1-1 1,-1 0-1,0-2 1,-2 0-1,-1-1 1,0-1-1,-2-1 1,-1 0-1,0-1 1,-2 0-1,-2-1 1,3-10 26,-4-8-1895,-7 9-3745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1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624 338 27286,'0'0'1147,"0"0"-396,0 0-175,0 0-15,-3-18-123,-13-153 316,16 165-738,1-1 0,-2 0 0,1 1-1,-1-1 1,0 1 0,0-1 0,-1 1-1,1-1 1,-2 1 0,1 0 0,-1 0-1,1 0 1,-2 0 0,1 0 0,-1 1-1,0 0 1,0-1 0,0 1 0,-1 1-1,0-1 1,1 1 0,-2-1 0,1 2-1,0-1 1,-1 0 0,-1 1-16,-7 3-1,0 0 0,-1 1 0,1 0 0,0 2 0,0 0 1,1 0-1,-1 1 0,0 1 0,1 0 0,0 1 0,0 0 0,1 1 0,0 0 0,0 1 1,1 1-1,0 0 0,0 0 0,1 1 0,0 0 0,1 1 0,0 0 0,-1 3 1,4-8-2,-16 13 1,1 1-1,2 0 0,0 2 1,1 0-1,1 1 0,1 1 0,1 1 1,1 0-1,1 1 0,1 0 0,2 1 1,1 0-1,1 0 0,1 1 1,1 0-1,2 1 0,0 10 2,4-33 1,1-1-1,0 1 0,0-1 1,0 0-1,1 1 1,0-1-1,0 0 1,0 0-1,1 0 1,-1 0-1,1 0 0,0-1 1,1 1-1,-1-1 1,1 0-1,0 0 1,0 0-1,0-1 0,1 1 1,-1-1-1,1 0 1,-1 0-1,1-1 1,0 1-1,0-1 0,1 0 1,-1-1-1,2 1 0,161 15 3,-133-22-5,0-2 0,-1-2 0,0 0-1,0-3 1,-1-1 0,-1-1 0,0-2 0,-1-1 0,0-1 0,-2-2 0,0-1 0,-2-1 0,0-2-1,10-11 3,86-123-2701,-99 116-2874</inkml:trace>
  <inkml:trace contextRef="#ctx0" brushRef="#br0" timeOffset="218.379">1541 77 30374,'0'0'673,"0"0"-497,0 0-48,-72 112 192,56-70-88,2 1-152,3 9-48,2 6-16,-1 6-16,1 5 0,-7 20-280,4-17-776,-1-16-3946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554 243 24525,'0'0'2816,"0"0"-1603,0 0-477,0 0 40,0 0-186,0 0-219,-1-16-126,-6-114 298,7 125-535,0 1 0,-1 0 1,0-1-1,0 1 0,0 0 0,0 0 1,-1 0-1,0 0 0,1 0 0,-2 0 0,1 1 1,0-1-1,-1 1 0,1-1 0,-1 1 1,0 0-1,0 0 0,0 0 0,-1 0 1,1 1-1,-1-1 0,1 1 0,-1 0 1,0 0-1,0 0 0,0 1 0,0-1 1,0 1-1,0 0 0,-1 0 0,1 1 1,0-1-1,-4 1-8,-4-1 16,0 0 0,1 1 0,-1 1 0,0 0 0,0 0 0,1 1 0,-1 1 0,1 0 0,0 0 0,0 1 0,0 1 0,0 0-16,-11 7 0,2 1-1,-1 1 1,2 1-1,0 0 1,0 2 0,2 0-1,0 1 1,1 1 0,1 0-1,1 1 1,0 1 0,2 0-1,0 1 1,2 0-1,0 1 1,1 0 0,2 0-1,0 1 1,2 0 0,0 0-1,2 1 1,-1 19 0,4-40 0,-1-1 1,0 1 0,1 0-1,0 0 1,0 0-1,0 0 1,0 0-1,1-1 1,-1 1-1,1 0 1,0 0-1,0 0 1,1-1 0,-1 1-1,1-1 1,0 1-1,-1-1 1,1 0-1,1 1 1,-1-1-1,1 0 1,-1-1-1,1 1 1,0 0 0,0-1-1,0 1 1,0-1-1,0 0 1,0 0-1,1 0 1,-1-1-1,1 1 1,0-1-1,-1 1 1,1-1 0,0-1-1,0 1 1,-1 0-1,3-1 0,12 0 4,-1-1 0,0 0-1,0-1 1,0-1 0,0-1-1,0-1 1,-1 0 0,0-1 0,0 0-1,0-2 1,-1 0 0,0 0-1,0-2 1,-1 0 0,-1 0 0,1-1-1,-2-1 1,6-6-4,258-227-1452,-224 203-945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29230,'0'0'1409,"0"0"-1113,0 0 80,0 0 104,0 0-216,0 0-120,0 0-40,-35 127-32,21-83 8,-6 5-40,-6 7-16,-4 4-24,0 3-24,-4 15-408,6-15-856,7-18-5738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28742,'0'0'2041,"0"0"-1745,0 0 64,-69 124 184,46-72-256,-3 6-184,1 9-104,-10 28-24,5-16-488,3-13-1561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25950,'0'0'2600,"0"0"-1760,0 0-216,0 0-31,0 0-225,0 0-96,-67 108-128,35-56-16,-3 4-24,1 2-16,-1-2-40,5-2-32,3-2 0,1-3-16,6-1 0,6 6-72,9-11-424,5-16-1809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542 286 27974,'0'0'1372,"0"0"-874,8-17-165,68-139 770,-59 75-803,-20 78-291,-1 0 0,1 0 0,-1 0 0,0 1 0,0-1 0,0 1 0,0 0 0,0 0 0,-1 0 0,1 1 0,0 0 0,-1 0 0,1 0 0,-1 0 0,0 0 0,1 1 0,-1 0 0,0 0 0,1 0 0,-1 1 0,1-1 0,-1 1 0,1 0 0,-1 1 0,1-1 0,-1 1 0,1 0-9,-36 10 0,1 2 0,0 1 0,1 3 1,0 0-1,2 3 0,0 1 0,-3 5 0,24-19 0,0 0 1,0 2-1,1-1 0,1 2 1,-1 0-1,2 0 0,-1 1 1,2 1-1,0 0 0,0 0 1,1 1-1,1 1 0,0 0 1,1 0-1,1 0 0,0 1 1,1 0-1,1 1 0,1-1 1,0 1-1,-1 11 0,5-25 0,1 1 0,-1-1 0,1 0 0,0 0 0,-1 0 0,2 0 0,-1 0 0,0 0 0,0 0 0,1 0 0,0-1 0,-1 1 0,1 0 0,0-1 0,0 1 0,1-1 0,-1 0 0,0 0 0,1 0 0,-1 0 0,1 0 0,0 0 0,-1-1 0,1 1 0,0-1 0,0 0 0,0 0 0,0 0 0,0 0 0,1-1 0,-1 1 0,0-1 0,2 0 0,113 2 6,-96-5-38,-1-2-1,1-1 0,-1-1 1,0-1-1,0 0 0,-1-2 0,0 0 1,0-1-1,-2-1 0,1-1 1,-2-1-1,1 0 0,-2-1 0,0-1 1,8-12 32,-2-3-1133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6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29742,'0'0'709,"0"0"-276,0 0-84,0 0-57,0 0-145,0 0-52,24 2 26,152 25 177,-34 42-11,-137-66-286,-1 1 1,0 0-1,0 0 1,0 0-1,-1 0 0,1 1 1,-1 0-1,0-1 0,-1 1 1,1 0-1,-1 1 0,0-1 1,0 0-1,0 1 0,-1-1 1,0 1-1,0-1 0,0 1 1,-1-1-1,0 1 1,0 0-1,0-1 0,-1 1 1,1 0-1,-1-1 0,-2 6-1,-5 5-24,-1-1-1,-1 0 0,0 0 1,0-1-1,-2 0 0,0-1 1,0 0-1,-1-1 0,-1-1 1,0 0-1,-1-1 0,1 0 1,-2-1-1,-1 0 25,-39 25 14,0-3 1,-3-3-1,0-2 1,-1-3-1,-2-2 1,-5-2-15,155-42 267,8-4-146,2 4-1,99-10-120,23 26-711,-138 7-1250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377 273 27774,'0'0'861,"0"0"-276,0 0 219,0 0-115,0 0-347,0 0-108,4-14 9,-2 5-236,1 0 66,0 0 0,0 0 0,-1 0 0,0-1 0,-1 1 0,0-1 0,0 0 0,-1 1 0,0-1 0,-1 0 0,0 1 0,-1-1 0,0 1 0,0 0 0,-1-1 0,-2-5-73,2 10 2,0-1-1,0 1 1,0 0-1,-1 0 1,1 0 0,-1 0-1,0 1 1,-1 0 0,1-1-1,-1 2 1,0-1-1,0 0 1,0 1 0,0 0-1,0 0 1,-1 1 0,0-1-1,1 1 1,-1 0-1,0 1 1,0 0 0,0 0-1,0 0 1,0 0 0,0 1-1,0 0 1,0 0-1,0 1 1,0 0 0,0 0-1,0 0 1,0 1-1,0-1 1,0 1 0,1 1-1,-1-1 1,-4 4-2,-8 12 0,1 1 0,0 0 0,1 1 0,2 1 0,0 1 0,1 0 0,1 1 0,1 0 0,1 0 0,1 1 0,1 1 0,2-1 0,0 1 0,1 1 0,2-1 0,0 0 0,2 1 0,1 0 0,2 8 0,-3-30 0,1 1 0,0 0 0,1-1 0,-1 1 0,1-1 0,0 1 0,0-1 0,0 1 0,0-1 0,1 0 0,0 0 0,0 0 0,0 0 0,0 0 0,1 0 0,-1 0 0,1 0 0,0-1 0,0 0 0,1 1 0,-1-1 0,1-1 0,-1 1 0,1 0 0,0-1 0,0 0 0,0 0 0,0 0 0,1 0 0,-1-1 0,0 1 0,1-1 0,-1 0 0,1 0 0,0-1 0,8 0 0,-1 0 0,0-1 0,0 0 0,0-1 0,0-1 0,0 1 0,0-2 0,0 0 0,-1 0 0,0-1 0,0-1 0,0 0 0,-1 0 0,1-1 0,-2 0 0,1-1 0,-1 0 0,0-1 0,18-17 0,-1-2 0,-1-1 0,-1 0 0,-2-2 0,5-11 0,68-165 0,-93 203-96,-1-1-1,1 1 1,0 0-1,1 0 1,-1 0-1,1 0 1,0 0-1,0 0 1,0 1-1,0-1 1,1 1-1,-1 0 1,1 0-1,0 0 1,0 1 0,0-1-1,0 1 1,0 0-1,0 0 1,1 0-1,-1 1 1,1-1-1,0 1 1,4 0 96,19-4-3342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474 295 10882,'0'0'15660,"0"0"-12161,0 0-3184,0 0 241,0-19-105,9-136 213,-8 152-649,0-1 0,1 0-1,-2 0 1,1 1 0,0-1 0,-1 0 0,1 0 0,-1 0-1,0 0 1,-1 0 0,1 1 0,-1-1 0,1 0 0,-1 0 0,0 0-1,-1 1 1,1-1 0,-1 1 0,1-1 0,-1 1 0,0-1 0,0 1-1,-1 0 1,1 0 0,-1 0 0,1 0 0,-1 0 0,0 1-1,0-1 1,0 1 0,0 0 0,-1 0 0,1 0 0,-1 0 0,1 1-1,-1-1 1,-1 1-15,-12 0 2,0 0 0,0 2 0,0 0-1,0 1 1,0 1 0,0 0 0,0 2 0,1 0-1,0 0 1,0 1 0,0 2 0,1-1 0,0 2-1,0 0 1,1 0 0,1 1 0,-1 1 0,1 1-1,1 0 1,0 0 0,1 1 0,1 1 0,0-1-1,0 2 1,1-1 0,-1 6-2,3-7-1,1 1 0,0 1 1,1-1-1,0 1 0,1 0 0,1 0 0,0 0 1,1 0-1,1 1 0,0-1 0,1 0 0,1 1 1,0-1-1,1 0 0,1 1 1,-1-8 0,-1 1-1,1-1 1,1 0-1,-1 0 1,1 0-1,1 0 1,0 0-1,0-1 1,0 1 0,1-1-1,0 0 1,0-1-1,1 1 1,0-1-1,0 0 1,0-1-1,1 1 1,0-1 0,0 0-1,0-1 1,1 0-1,0 0 1,-1-1-1,1 1 1,0-2-1,1 1 1,2-1 0,2 0 0,1 0 1,-1-1-1,1-1 1,-1 0-1,1-1 0,-1 0 1,0-1-1,1-1 1,-1 0-1,0-1 0,0 0 1,-1-1-1,1-1 1,-1 0-1,0 0 0,-1-1 1,0-1-1,0 1 1,0-2-1,7-7 0,5-7 1,-2-1 0,-1 0 0,0-1 0,-2-1 0,-1-1 0,-1-1 0,-2 0 0,4-12-1,-10 23-57,59-90-1554,-51 95-874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394 418 29142,'0'0'1230,"0"0"-830,0 0-100,2-25 204,8-147 86,-4 10-192,-6 159-396,-1 0 0,1 1 0,-1-1 0,0 0 0,1 1 0,-1-1 0,0 1-1,-1-1 1,1 1 0,0-1 0,-1 1 0,0 0 0,1 0 0,-1 0 0,0 0 0,0 0 0,0 0-1,0 0 1,0 0 0,-1 1 0,1 0 0,0-1 0,-1 1 0,1 0 0,-1 0 0,0 0 0,1 0-1,-1 1 1,0-1 0,1 1 0,-1-1 0,0 1 0,0 0 0,1 0 0,-1 0 0,0 1 0,0-1-2,-99 30-47,83-17 41,1 0-1,1 1 1,0 0 0,1 1-1,1 1 1,1 1-1,0 0 1,1 1-1,0 1 1,2-1 0,0 2-1,1 0 1,2 0-1,0 1 1,0-1-1,2 2 1,1-1 0,1 1-1,0 0 1,2 0-1,0 0 1,2 1 6,0-19 0,-1 1 0,1 0 0,0-1 1,1 1-1,-1-1 0,1 1 0,0 0 0,0-1 1,1 0-1,-1 1 0,1-1 0,0 0 0,0 0 1,0 0-1,1 0 0,0 0 0,-1 0 0,1-1 0,0 1 1,1-1-1,-1 0 0,1 0 0,-1 0 0,1-1 1,0 1-1,0-1 0,0 0 0,0 0 0,0 0 1,1 0-1,-1-1 0,1 0 0,-1 0 0,1 0 0,-1 0 1,1-1-1,13-2 4,1-1 0,-1 0 0,1-1 0,-1-1 0,-1-1 0,1-1 0,-1 0 0,0-1 0,-1-1 0,0-1 0,0 0 0,-1-1 0,0-1 0,-1 0 0,0-1 0,-1 0 0,-1-1 0,0-1 0,3-5-4,9-6-169,-1-1 0,-2-1 1,-1 0-1,-1-2 1,8-17 168,-12 14-1825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15 28486,'0'0'852,"0"0"-364,0 0 127,0 0-136,0 0-272,0 0-111,0 5 8,0 2-81,1-6-16,-1 1 1,0-1 0,0 1 0,1 0 0,-1-1-1,0 1 1,0-1 0,0 1 0,-1-1 0,1 1-1,0-1 1,0 1 0,-1-1 0,1 1 0,-1-1-1,1 0 1,-1 1 0,0-1 0,0 0 0,1 1-1,-1-1 1,0 0 0,0 0 0,0 0 0,-1 1-1,1-1 1,0 0 0,0-1 0,0 1-1,-1 0 1,1 0 0,0 0 0,-1-1 0,1 1-1,-1-1 1,1 1 0,-1-1 0,1 0 0,-1 1-1,0-1-7,-4 1 35,0 0 0,0 0-1,-1-1 1,1 0-1,0 0 1,-1 0 0,1-1-1,0 0 1,0 0 0,-1-1-1,1 1 1,0-1-1,1-1 1,-1 1 0,0-1-1,1 0 1,-1 0-1,1-1 1,0 0 0,0 0-35,41-6 60,-26 10-62,-6-1 2,-1 0-1,1 0 1,-1 0-1,1 0 1,-1 1-1,1-1 1,0 1-1,-1 0 1,1 0-1,-1 1 1,1-1-1,0 1 1,-1 0-1,1 0 1,-1 0-1,1 0 1,-1 0-1,0 1 1,0-1-1,1 1 1,-1 0-1,0 0 1,-1 1-1,1-1 1,0 0-1,-1 1 1,1 0-1,-1-1 1,1 1-1,-1 0 0,0 0 1,-1 0-1,1 1 1,0-1-1,-1 0 1,0 1-1,0-1 1,0 1-1,0-1 1,0 1-1,-1-1 1,1 2 0,-1-1 1,1-1-1,-1 1 1,0-1 0,0 1-1,0 0 1,0-1 0,0 1-1,-1 0 1,0-1 0,0 1-1,0-1 1,0 1 0,0-1-1,-1 1 1,0-1 0,1 0-1,-1 0 1,0 0 0,-1 0-1,1 0 1,0 0 0,-1-1-1,0 1 1,1-1 0,-1 0-1,0 1 1,0-1 0,-1-1-1,1 1 1,0 0 0,0-1-1,-1 1 1,1-1 0,-1 0-1,1-1 1,-3 2-1,4-2 1,1 1 1,-1 0-1,0-1 0,1 1 1,-1-1-1,1 1 0,-1-1 1,0 0-1,1 1 0,-1-1 1,0 0-1,1 0 0,-1 0 1,0-1-1,1 1 0,-1 0 1,0-1-1,1 1 0,-1-1 1,1 1-1,-1-1 0,1 0 1,-1 1-1,1-1 0,-1 0 1,1 0-1,0 0 0,-1 0 1,1 0-1,0-1 0,0 1 1,0 0-1,0-1 0,0 1 1,0 0-1,0-1 0,1 1 1,-1-1-1,0 1 0,1-1 1,-1 0-1,1 1 0,0-1 1,-1 0-1,1 1 0,0-1 1,0 0-1,0 1-1,-1-3-1,1 1 1,-1 0-1,1 0 1,0-1-1,0 1 1,0 0-1,1 0 0,-1 0 1,1-1-1,0 1 1,-1 0-1,2 0 1,-1 0-1,0 0 0,0 0 1,1 0-1,0 0 1,-1 1-1,1-1 0,0 1 1,0-1-1,1 1 1,-1-1-1,0 1 1,1 0-1,0 0 0,-1 1 1,1-1-1,0 0 1,0 1-1,0-1 1,0 1-1,0 0 0,0 0 1,0 1-1,0-1 1,1 0-1,-1 1 1,0 0-1,0 0 0,1 0 1,0 0 0,48 0-33,-51 0 19,-49 8 44,47-8-30,-1 0 0,1 0 0,-1 0 0,1 0 1,0 0-1,-1-1 0,1 1 0,-1 0 0,1-1 1,0 1-1,-1-1 0,1 0 0,0 1 0,0-1 0,-1 0 1,1 0-1,0 0 0,0 0 0,0 0 0,0 0 1,0 0-1,0 0 0,0 0 0,0 0 0,1-1 1,-1 1-1,0 0 0,1-1 0,-1 1 0,1 0 1,-1-1-1,1 1 0,0 0 0,0-1 0,-1 1 0,1-1 1,0 1-1,0-1 0,0 1 0,1-1 0,-1 1 1,0 0-1,1-1 0,-1 1 0,0-1 0,1 1 1,0 0-1,-1-1 0,1 1 0,25-27-1216,-10 19-1329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2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28414,'0'0'1034,"0"0"-258,0 0-104,0 0-83,0 0-115,-5 3-163,-15 8-102,15-8-33,48 14-64,649 192-112,-621-184 0,-87-8 0,-584 210 0,594-224-62,2-3-15,0 2-1,0-1 0,0 0 0,0 1 0,0 0 1,0-1-1,1 1 0,-1 1 0,1-1 0,-1 1 0,1-1 1,0 1-1,0 0 0,0 0 0,0 0 0,1 1 0,-1-1 1,1 1-1,0-1 0,0 1 0,0 0 0,0 2 78,1 3-2083</inkml:trace>
  <inkml:trace contextRef="#ctx0" brushRef="#br0" timeOffset="438.95">830 21 29414,'0'0'723,"0"0"-371,0 0 43,0 0 30,0 0-110,0 0-90,21 15-31,67 45 3,148 46 315,-198-91-509,1 0-1,0-3 1,1-1-1,0-2 1,0-2-1,16 0-2,-56-7 0,1 0 0,-1 0 0,0 1 0,1-1 0,-1 0 0,1 0 0,-1 1 0,0-1 0,1 0 0,-1 0 0,0 1 0,1-1 0,-1 0 0,0 1 0,1-1 0,-1 1 0,0-1 0,0 0 0,1 1 0,-1-1 0,0 1 0,0-1 0,0 0 0,0 1 0,0-1 0,0 1 0,0-1 0,0 1 0,0-1 0,0 1 0,0-1 0,0 1 0,0-1 0,0 1 0,0-1 0,0 0 0,0 1 0,0-1 0,-1 1 0,1-1 0,0 0 0,0 1 0,-1-1 0,1 1 0,0-1 0,0 0 0,-1 1 0,1-1 0,0 0 0,-1 1 0,1-1 0,-1 0 0,1 0 0,0 1 0,-1-1 0,1 0 0,-1 0 0,1 0 0,0 0 0,-1 0 0,1 1 0,-1-1 0,1 0 0,-1 0 0,1 0 0,-1 0 0,1 0 0,-1 0 0,1-1 0,-1 1 0,-351 198-432,319-169-1846,31-27-1133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3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506 185 28326,'0'0'870,"0"0"-205,0 0-66,0 0-95,0 0-236,0 0-140,-1-11-19,0 4-139,2 2 70,-1-1 0,0 1 0,0-1-1,-1 1 1,0-1 0,0 1 0,0-1-1,0 1 1,-1 0 0,0-1-1,0 1 1,0 0 0,-1 0 0,0 1-1,0-1 1,0 1 0,0-1 0,-1 1-1,0 0 1,0 0 0,0 0 0,0 1-1,-1 0 1,1-1 0,-1 1 0,0 1-1,-2-2-39,-6 4 5,-1 1 0,0 0-1,1 1 1,-1 0 0,1 1-1,0 0 1,0 1 0,0 1-1,0 0 1,1 1 0,0 0-1,0 1 1,0 0 0,1 1-1,0 0 1,0 1 0,1 0-1,1 1 1,-1 0 0,-3 6-5,6-10 2,-7 5-2,0 1 0,1 1-1,0 0 1,1 0-1,0 2 1,1-1 0,1 1-1,0 1 1,1 0 0,1 0-1,0 1 1,1 0-1,1 0 1,1 0 0,0 1-1,1 0 1,1 0 0,1 4 0,1-14-2,1 0 1,0 0 0,0 0-1,1 0 1,0 1 0,1-1-1,0-1 1,0 1 0,0 0-1,1 0 1,0-1 0,1 0-1,0 1 1,0-1 0,0-1-1,1 1 1,0-1 0,0 1-1,1-2 1,0 1 0,0 0-1,0-1 1,0 0 0,1-1-1,0 1 1,0-1 0,0-1-1,1 1 1,0-1 1,7-3 0,0 0 0,0-1-1,0-1 1,0 0 0,-1-1 0,1 0 0,-1-1-1,0-1 1,0-1 0,-1 0 0,1 0 0,-1-1-1,0-1 1,-1 0 0,0-1 0,0-1 0,-1 1-1,-1-2 1,10-11 0,-4 9 0,365-305-3157,-324 274-2080</inkml:trace>
  <inkml:trace contextRef="#ctx0" brushRef="#br0" timeOffset="425.072">1437 382 29822,'0'0'621,"0"0"-299,0 0 53,10-24-66,65-180-43,-68 102 43,-8 99-300,-1 0 0,1 0 0,-1 0 0,0 0-1,1 0 1,-2 0 0,1 0 0,0 1 0,0-1 0,-1 1 0,0 0-1,1 0 1,-1 0 0,0 0 0,0 0 0,0 0 0,0 1 0,0-1-1,0 1 1,-1 0 0,1 0 0,0 0 0,-1 1 0,1-1 0,-1 1 0,1 0-1,0 0 1,-1 0 0,1 0 0,-1 0 0,1 1 0,-1 0 0,1-1-1,0 1 1,0 1 0,-1-1 0,1 0 0,0 1 0,0 0 0,0-1-1,0 1 1,0 1-9,-18 11 0,0 1 1,1 0-1,1 2 0,1 0 0,0 1 1,1 1-1,1 1 0,1 0 0,1 1 0,1 1 1,1 0-1,-1 2 0,4-7-2,1 1 0,0 0 1,2 0-1,-1 0 0,2 1 0,1 0 1,0 0-1,2 0 0,0 0 0,1 1 1,1-1-1,0 1 0,2 0 2,-1-15-4,0 1 1,1 0-1,0-1 0,0 1 0,0-1 1,1 0-1,0 1 0,0-1 0,0-1 0,1 1 1,-1 0-1,1-1 0,0 0 0,1 0 1,-1 0-1,1 0 0,-1-1 0,1 1 0,0-1 1,0-1-1,1 1 0,-1-1 0,0 0 1,1 0-1,0 0 0,-1-1 0,1 0 0,0 0 1,0 0-1,0-1 0,-1 0 0,1 0 1,0 0-1,0-1 0,0 0 0,-1 0 0,1 0 1,0-1-1,-1 0 0,1 0 0,-1 0 1,4-3 3,17-13-40,-2-2 0,0-1 0,-2 0 0,0-2 0,-1 0 0,-2-1 1,9-15 39,-8 13-182,20-25-627,-7 5-997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4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12355,'0'0'8369,"136"0"-8369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4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439 118 23997,'0'0'1699,"0"0"-768,0 0 315,0 0 891,0 0-1271,0 0-494,0-3-35,1-16 84,0 16-402,0 0 1,0-1 0,0 1-1,-1 0 1,1 0 0,-1 0-1,0-1 1,0 1 0,0 0-1,0 0 1,0-1 0,-1 1-1,0 0 1,1 0 0,-1 0-1,0 0 1,-1 0 0,1 0-1,-1 0 1,1 0 0,-1 0 0,0 0-1,0 1 1,0-1 0,0 1-1,0 0 1,-1-1 0,1 1-1,-1 0 1,1 0 0,-1 1-1,0-1 1,-1 0-20,-9 3 2,1 1-1,-1 0 1,1 1-1,0 1 1,0 0-1,0 0 1,0 1 0,1 1-1,-1 0 1,1 1-1,1 0 1,-1 0-1,1 1 1,1 0 0,-1 1-1,2 0 1,-1 1-1,1-1 1,1 2-1,-3 2-1,6-7 1,-14 12 0,2 0-1,0 2 1,1 0-1,1 1 1,1 0 0,1 1-1,1 0 1,0 1 0,2 1-1,1-1 1,1 1-1,1 1 1,1-1 0,1 1-1,0 10 0,4-34 0,-1 7 2,-1-1-1,1 1 1,0-1-1,1 1 1,0 0 0,0-1-1,0 1 1,1-1-1,0 1 1,1-1-1,0 1 1,0-1-1,0 0 1,1 0-1,0 0 1,0 0-1,1 0 1,0-1-1,0 1 1,1-1-1,0 0 1,0 0-1,0-1 1,1 0-1,-1 0 1,1 0-1,0 0 1,4 1-2,2-2 1,1-1 0,0 0 0,-1-1 1,1-1-1,0 0 0,0 0 0,0-1 0,-1-1 1,1 0-1,0-1 0,0-1 0,-1 0 0,1 0 0,-1-1 1,0-1-1,0 0 0,-1 0 0,1-1 0,-1-1 0,0 0 1,-1 0-1,0-1 0,0-1 0,6-6-1,-4 3 0,1-1 0,-2 0 0,0 0 0,0-1 0,-1-1 0,-1 0 0,-1 0 0,0-1 0,-1 0 0,0 0 0,-2 0 0,0-1 0,0 0 0,-2 0 0,0-1 0,-1 1 0,-1-1 0,0-12 0,0 13 0,0 0 0,-1 0 0,-1 0 0,0 0 0,-2 0 0,1 1 0,-2-1 0,-1 1 0,0 0 0,0 0 0,-2 0 0,0 1 0,-1 0 0,0 0 0,-2-1 0,-20 0-308,25 41-5753,7-8-12839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4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28142,'0'0'1172,"0"0"-316,0 0-151,0 0-175,0 0-240,0 0-74,-1 9 124,-13 98 87,-27 347-338,52-281-89,4-219-567,-8 8-1819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4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420 238 22893,'0'0'4672,"0"0"-3277,0 0-739,0 0-60,0 0-147,0 0-125,0-20-12,-1-130 511,1 147-810,0 0 0,0 0 0,-1 0 0,0 0 0,1 0-1,-1 0 1,0 0 0,-1 1 0,1-1 0,0 0 0,-1 1 0,0-1-1,1 1 1,-1-1 0,0 1 0,0 0 0,0-1 0,-1 1 0,1 0-1,0 1 1,-1-1 0,1 0 0,-1 1 0,0-1 0,0 1 0,1 0 0,-1 0-1,0 0 1,0 0 0,0 1 0,0-1 0,0 1 0,0 0 0,0-1-1,0 1 1,-2 1-13,-3-1 1,0 0-1,0 1 1,0 0-1,0 0 1,0 1-1,0 0 1,1 0-1,-1 1 1,0 0-1,1 0 1,0 1-1,0 0 1,-3 2-1,-11 12-1,1 1 1,1 1 0,0 1-1,2 1 1,0 0-1,1 1 1,2 1 0,0 0-1,2 1 1,1 1 0,0 0-1,2 0 1,1 1-1,2 0 1,0 0 0,2 1-1,1-1 1,0 20 0,2-43 0,0-1 0,1 1 0,0 0 1,0-1-1,0 1 0,0 0 0,0-1 0,1 1 1,-1 0-1,1-1 0,0 1 0,0-1 0,0 1 0,1-1 1,0 1-1,-1-1 0,1 0 0,0 0 0,0 0 0,1 0 1,-1 0-1,0 0 0,1-1 0,0 1 0,0-1 1,0 0-1,0 1 0,0-1 0,0-1 0,0 1 0,1 0 1,-1-1-1,1 0 0,-1 0 0,1 0 0,-1 0 0,1 0 1,0-1-1,7 1 10,0-2 0,0 1 0,0-1 0,-1-1 0,1 0 0,-1 0 1,1-1-1,-1-1 0,0 0 0,0 0 0,0-1 0,-1 0 0,1 0 1,-1-1-1,0 0 0,-1-1 0,0 0 0,4-4-10,121-158-5,-70 10-20,-17 92-2314,-26 55-1714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4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380 186 29582,'0'0'578,"0"0"-205,0 0 94,-8-22-108,-29-69-174,35 86-178,0 1 0,-1-1 0,0 1-1,0-1 1,0 1 0,0 0 0,-1 0 0,1 0 0,-1 1-1,0-1 1,0 1 0,0 0 0,-1 0 0,1 1 0,-1-1 0,1 1-1,-1 0 1,0 0 0,0 0 0,0 1 0,0 0 0,0 0-1,0 0 1,-1 1 0,1-1 0,0 1 0,0 0 0,0 1-1,-1-1 1,1 1 0,-2 1-7,-4 1 1,1 1-1,0 0 0,0 1 1,0 0-1,0 1 1,1 0-1,0 0 1,0 1-1,1 0 1,0 1-1,0 0 0,0 0 1,1 0-1,0 1 1,1 0-1,0 1 1,1-1-1,0 1 1,0 0-1,1 0 0,0 1 1,1 0-1,0-1 1,-1 7-1,0 1 6,0 0 0,0 0 0,2 1-1,0-1 1,1 1 0,1-1 0,1 1 0,2 7-6,-3-21 14,0 0 0,1 0 0,0 0 0,0 0 0,1-1 0,-1 1-1,1 0 1,0-1 0,0 1 0,1-1 0,-1 0 0,1 1 0,0-1 0,0 0 0,0-1 0,1 1-1,-1-1 1,1 1 0,0-1 0,0 0 0,0 0 0,0-1 0,1 1 0,-1-1 0,1 0-1,-1 0 1,1-1 0,0 1 0,0-1 0,-1 0 0,1 0 0,5 0-14,6-3 22,1-1 0,-1-1 1,0 0-1,0-1 0,-1 0 1,1-2-1,-1 1 0,-1-2 1,1 0-1,-1-1 0,-1 0 0,0-1 1,0-1-1,-1 0 0,0-1 1,-1 0-1,0 0 0,-1-1 0,0-1 1,-1 0-1,0-1-22,28-74-2451,-36 68-1211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28230,'0'0'976,"0"0"-434,0 0 63,0 0 14,-5 21-184,-29 150 197,12-7-268,8 2 0,6 16-364,9-180-36,-1-1 1,1 1-1,-1 0 1,1-1-1,-1 1 1,1-1-1,0 0 1,0 1-1,0-1 1,0 1-1,0-1 1,0 0-1,0 0 1,0 0-1,0 0 1,1 0-1,-1 0 1,0 0-1,1 0 1,-1 0-1,1 0 1,-1-1-1,1 1 1,-1-1-1,1 1 1,-1-1-1,1 0 1,0 1-1,-1-1 1,1 0-1,0 0 1,-1 0-1,1 0 1,-1 0-1,1-1 0,0 1 1,-1 0-1,1-1 1,-1 1-1,1-1 1,-1 0-1,1 1 1,-1-1-1,1 0 1,-1 0-1,1 0 36,32-13-2471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30607,'0'0'704,"0"0"-288,0 0 264,-13 110-320,6-62-360,0 8 0,-2 4 0,2 0 0,0 0 0,2 0 0,5 17 0,0-17-280,0-10-3553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1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26598,'0'0'2280,"0"0"-1952,0 0-160,0 0 536,0 0-191,0 0-177,-53 141-56,46-83-32,0 10-16,-2 7-64,2 4-80,0 0-48,3-7-32,4-5-8,4-7-168,19-19-560,3-18-1889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526 365 28598,'0'0'1338,"2"-19"-917,8-177 427,-11 190-833,1-1 0,-1 1 1,0 0-1,0 0 0,-1-1 0,0 1 0,0 0 0,0 0 0,-1 1 0,0-1 0,0 0 0,0 1 0,-1 0 0,1 0 0,-1 0 0,-1 0 0,1 1 0,-1-1 0,0 1 1,1 0-1,-2 1 0,1-1 0,0 1 0,-1 0 0,0 0 0,0 1 0,1-1 0,-1 1 0,-1 1 0,1-1 0,-5 0-15,-1 0 14,0 0-1,1 0 1,-1 1 0,0 1-1,0 0 1,0 1-1,0 0 1,0 1-1,0 0 1,1 1 0,-1 0-1,1 0 1,-1 2-1,1-1 1,1 1-1,-9 6-13,2 3 16,-1 0 0,2 2 0,0 0 0,1 1 0,1 0 0,1 1 0,0 1 0,1 0-1,1 0 1,1 1 0,1 1 0,0 0 0,2 0 0,0 1 0,2-1 0,0 1-1,2 1 1,0-1 0,1 0 0,2 1 0,0-1 0,2 12-16,0-25 4,1-1 1,0 1-1,0 0 0,0-1 1,1 0-1,1 0 0,-1 0 1,1 0-1,1-1 0,-1 1 1,1-1-1,1-1 0,-1 1 1,1-1-1,0 0 0,0-1 1,1 0-1,0 0 0,0-1 1,0 1-1,0-2 0,1 1 1,-1-1-1,1-1 0,0 1 1,0-2-1,0 1 0,0-1 1,0 0-1,1-1 0,-1 0 1,0-1-1,0 0 1,0 0-1,0-1 0,0 0 1,0 0-1,-1-1 0,1 0 1,-1-1-1,1 0 0,-1 0 1,0-1-1,-1 0 0,1 0 1,-1-1-1,5-5-4,3-5-69,-1-1 0,-1 0-1,-1-1 1,0 0 0,-2-1 0,0 0 0,-1-1 0,0 0 0,-2 0-1,-1-1 1,0 0 0,-2 0 0,0 0 0,-1-7 69,3-13-1781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28822,'0'0'1344,"0"0"-1144,0 0 169,0 0 87,0 0-240,0 0-80,0 0-32,14 35-32,-7-23-32,0 5-16,0 24-24,0 1-360,-7-3-1409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1 30495,'0'0'1200,"0"0"-928,0 0 360,0 0-464,0 0-168,-78 105 0,41-67 0,-16 9 0,-55 41 0,11-14-576,-4-7-3537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28366,'0'0'992,"0"0"-576,0 0 80,0 0 17,-53 129-137,42-73-152,-1 2-72,1 4-64,-3-2-24,-2-2-40,-1-6-8,4-8-16,3-7 0,6-12-104,4-13-272,0-6-993,2-6-5880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28990,'0'0'1032,"0"0"-615,0 0-25,0 0 56,0 0 8,0 0-112,-39 160-16,20-90 24,3 9-344,-2 2-8,-1 4 0,3 2 0,-2 35 0,4-20 0,0-19-2817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4:5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497 217 23645,'0'0'3101,"0"0"-1933,0 0-477,0 0-51,0 0-97,0 0-125,-1-6-140,1-7-186,-1 0-1,-1 0 1,0 0 0,-1 0-1,0 0 1,-1 1-1,-1-1 1,0 1 0,0 0-1,-1 0 1,-1 1 0,0-1-1,0 2 1,-1-1 0,-1 0-92,5 9 2,0 0 0,-1 0 0,1 0 0,-1 0-1,0 0 1,1 1 0,-1 0 0,0 0 0,0 1 0,0-1 0,0 1 0,1 0 0,-1 0 0,0 0 0,0 1 0,0 0 0,0 0-1,1 0 1,-1 1 0,0-1 0,1 1 0,-1 0 0,1 0 0,0 1 0,0-1 0,0 1 0,-1 1-2,-22 19 0,1 1 0,1 1 0,1 1 0,1 1 0,2 1 0,1 1 0,1 1 0,1 1 0,2 0 0,1 1 0,2 1 0,1 0 0,0 7 0,6-20 1,1 0 0,2 0 0,-1 1 0,2 0 1,1-1-1,1 1 0,1 11-1,-1-28 1,1-1 1,-1 0-1,1 0 1,-1 0-1,1 0 0,0 0 1,0 0-1,1 0 1,-1 0-1,0 0 1,1 0-1,0-1 1,0 1-1,0-1 0,0 1 1,0-1-1,0 0 1,0 1-1,1-1 1,0-1-1,-1 1 1,1 0-1,0 0 0,-1-1 1,1 0-1,0 0 1,0 1-1,0-2 1,0 1-1,1 0 0,-1-1 1,0 1-1,0-1 1,0 0-2,5 1 16,0-1 0,0 0 0,0-1 0,0 1 0,0-2 1,0 1-1,0-1 0,-1 0 0,1 0 0,-1-1 0,1 0 0,-1-1 1,4-2-17,23-21 10,0-2 1,-2-1-1,-1-1 1,-1-2-1,-2-1 1,-2-1 0,-1-1-1,-1-1 1,3-12-11,20-25-82,-45 70-27,1 0-1,0 0 1,1 0-1,-1 0 1,0 1 0,1-1-1,0 1 1,0 0 0,0 0-1,0 0 1,0 1 0,1 0-1,-1-1 1,1 1 0,0 1-1,-1-1 1,1 1-1,0 0 1,0 0 0,5 0 109,18-2-2950</inkml:trace>
  <inkml:trace contextRef="#ctx0" brushRef="#br0" timeOffset="434.328">1298 460 27246,'0'0'2200,"0"0"-1409,0 0-352,7-20-6,20-65-113,-15-55 185,-12 135-488,-1 1-12,0 1 1,1-1-1,-1 1 1,0 0-1,0 0 1,-1-1-1,1 1 1,-1 0-1,0 0 1,1 1-1,-1-1 1,0 0-1,-1 0 1,1 1-1,0 0 1,-1-1-1,0 1 0,1 0 1,-1 0-1,0 0 1,0 0-1,0 1 1,0-1-1,0 1 1,-1 0-1,1 0 1,0 0-1,-1 0 1,1 1-1,0-1 1,-1 1-1,-1 0-5,-112 17 1,95-4 1,1 1-1,1 1 1,0 1 0,1 1-1,0 0 1,2 2 0,0 0 0,1 1-1,1 0 1,1 1 0,1 1-1,0 0 1,2 1 0,-1 4-2,6-13-2,1 0 0,0 0 1,1 1-1,0-1 0,2 1 0,-1 0 0,2-1 1,0 1-1,0 6 2,2-19 1,-1 0 0,0 1 1,1-1-1,-1 0 0,1 1 1,0-1-1,0 0 0,0 0 0,0 0 1,0 1-1,0-1 0,0 0 1,1-1-1,-1 1 0,1 0 1,0 0-1,-1-1 0,1 1 0,0-1 1,0 1-1,0-1 0,0 0 1,0 0-1,0 0 0,0 0 0,1 0 1,-1 0-1,0 0 0,1-1 1,-1 1-1,0-1 0,1 0 0,-1 0 1,0 0-1,1 0 0,-1 0 1,0 0-1,1 0 0,-1-1 1,1 0-2,101-25 61,-16-22-556,-1-5 0,-4-3-1,49-44 496,-112 85-464,14-12-2332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0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446 421 22237,'0'0'5996,"0"0"-4473,0 0-1106,6-22 73,18-69-80,-22 87-401,0 1 0,0-1-1,-1 1 1,0-1 0,0 0-1,0 0 1,0 1 0,-1-1-1,1 0 1,-1 0 0,0 0-1,0 1 1,0-1 0,-1 0 0,1 0-1,-1 0 1,0 0 0,0 1-1,0-1 1,-1 1 0,1-1-1,-1 1 1,0-1 0,0 1-1,0 0 1,0 0 0,-1 0-1,1 0 1,-1 0 0,0 0-1,0 1 1,0-1 0,0 1-1,0 0 1,0 0 0,-1 0 0,1 0-1,-1 1 1,1-1 0,-1 1-1,1 0 1,-1 0 0,0 1-1,0-1 1,0 1 0,0-1-1,1 1 1,-1 0 0,0 1-1,0-1 1,-2 1-9,-12 2 2,-1 1 0,1 0 0,-1 1 0,2 1 0,-1 1 0,1 1 0,0 0-1,0 2 1,1-1 0,0 2 0,1 0 0,0 1 0,1 0 0,0 2 0,1-1 0,0 2 0,2-1 0,-1 2 0,2-1-1,0 2 1,1-1 0,1 1 0,0 1 0,1-1 0,-2 11-2,4-12 12,0 0 0,1 1 0,1-1 0,1 1-1,0 0 1,1-1 0,1 1 0,1 0 0,2 15-12,-2-28 13,0 0 0,1-1 1,-1 1-1,1 0 1,0 0-1,0-1 0,0 1 1,1-1-1,-1 0 0,1 0 1,0 0-1,0 0 0,0 0 1,0 0-1,1-1 0,-1 1 1,0-1-1,1 0 0,0 0 1,0-1-1,-1 1 0,1-1 1,0 1-1,0-1 1,0-1-1,0 1 0,1 0 1,-1-1-1,4 0-13,125-13 232,-109 3-228,-1 0 0,0-1 0,0-2 1,-1 0-1,-1-2 0,0 0 1,-1-1-1,-1-1 0,0-1 0,-1 0 1,-1-2-1,-1 0 0,-1-1 1,8-14-5,-15 19-128,-1 0 0,0-1 0,-1 0 1,0 0-1,-2-1 0,0 0 0,-1 1 1,-1-1-1,0 0 0,-1 0 0,-1 0 1,-1-1-1,-1 1 0,0 1 1,-2-1-1,0 0 0,0 1 0,-2-1 1,0 2-1,-1-1 0,-1 1 0,0 0 1,-4-4 127,-20-36-4511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0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27278,'0'0'1368,"0"0"-637,0 0-154,0 0-18,0 0-47,0 0-105,30 9-87,-1 1-242,-2 0-5,0-1 1,0-2-1,1-1 0,0-1 0,0-1 1,10-1-74,95 1 269,-65-4-223,0 3 1,-1 2 0,0 4 0,15 6-47,-59-9 1,-84-1-37,-639 21-520,447-73 659,258 55 1,10 1-78,1 0 1,0-1 0,0-1 0,1 0 0,-1-1 0,1-1 0,1-1 0,-1 0 0,1-1-1,-1-1 1,1-1 0,0 0 0,-1-2 0,1 0 0,15-2-27,1 2 22,647-69-22,-615 70 0,-77-1-533,2 0-1719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02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81 20420,'0'0'8335,"0"0"-6141,0 0-1598,0 0-42,0 0-165,22-11-163,-16 8-217,11-6-4,0 0 0,0 2 0,1 0 0,0 1-1,0 1 1,0 0 0,1 2 0,-1 0 0,6 0-5,642-7 0,-645 14 0,-49 3 0,-201 15 0,-1-10 0,-102-12 0,145-1 0,268 19 0,266-5 0,-253-13 0,148-4-577,-237 6-2311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0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1 626 27302,'0'0'1248,"0"0"-602,0 0-72,0 0 183,0 0-220,6 1-144,154 0 218,1-8-1,26-9-610,-44 4-110,-95 8-1267,-9-2-1736</inkml:trace>
  <inkml:trace contextRef="#ctx0" brushRef="#br0" timeOffset="422.11">984 170 28686,'0'0'770,"0"0"-469,0 0 72,0 0 169,25 0-166,148 0 72,-166-1-426,1 1 0,0-1-1,-1 2 1,1-1 0,0 1 0,-1 0 0,1 0 0,-1 1-1,1 0 1,-1 0 0,0 1 0,0 0 0,0 0-1,0 1 1,0 0 0,-1 0 0,0 0 0,0 1-1,0 0 1,0 0 0,-1 1 0,0-1 0,0 1 0,0 0-1,-1 1 1,0-1 0,0 1 0,0 0 0,-1 0-1,0 0 1,0 3-22,-2 6 4,0-1 0,-1 1-1,-1 0 1,-1-1 0,0 1 0,-1 0 0,0-1-1,-2 0 1,0 0 0,0 0 0,-1-1-1,-1 0 1,-1 0 0,0 0 0,0-1-1,-1 0 1,-1-1 0,0 0 0,-1 0-1,0-1 1,-1-1 0,-6 4-4,-243 191-1639,259-204 235,2-1-1298</inkml:trace>
  <inkml:trace contextRef="#ctx0" brushRef="#br0" timeOffset="704.171">1844 0 27526,'0'0'2251,"0"0"-1487,-23 8-313,-2 0-293,-117 59 671,117-48-785,1 0-1,0 2 1,2 1 0,1 0 0,1 2 0,1 0-1,0 2 1,2 0 0,1 0 0,2 2-1,0 0 1,2 0 0,1 1 0,1 1 0,2-1-1,1 2 1,1-1 0,-1 22-44,6-45 0,1-1 0,-1 1 0,1 0 0,0-1 0,1 1 0,0-1 0,0 1 0,0-1 0,1 1 0,0-1 0,0 0 0,0 0 0,1 0 0,0 0 0,0 0 0,0 0 0,1-1 0,0 0 0,0 0 0,1 0 0,-1 0 0,1-1 0,0 1 0,0-1 0,0 0 0,1-1 0,0 1 0,5 1 0,12 4-46,0-1 1,1-1-1,0-1 0,0-2 1,1 0-1,-1-2 0,1 0 1,7-2 45,96 3-1662,-9-2-2464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27174,'0'0'785,"0"0"-59,0 0 823,0 0-696,0 0-408,-3 0-100,0 3-320,1 0-1,0 0 1,0 0-1,0 1 1,0-1-1,1 0 1,-1 1-1,1 0 0,0-1 1,0 1-1,0-1 1,0 1-1,1 0 1,-1 0-1,1 0 1,0-1-1,0 1 0,0 0 1,1 0-1,0-1 1,0 2-25,-3 26 152,-52 479 37,54-508-243,0 0 0,1 0 0,0 0 0,-1-1 0,1 1 0,0 0 0,0-1 0,0 1 0,0-1 0,0 1 0,0-1 0,0 1 0,1-1 0,-1 0 0,0 1 0,1-1 0,-1 0 0,1 0 0,-1 0 0,1 0 0,0-1 0,-1 1 0,1 0 0,0-1 0,0 1 0,0-1 0,-1 1 0,1-1 0,0 0 0,0 0 0,0 0 0,0 0 0,-1 0 0,1 0 0,0 0 0,0-1 0,0 1 0,0-1 0,-1 1 0,2-2 54,10 2-1036,27 0-3903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26942,'0'0'2776,"0"0"-2448,0 0 185,0 0 159,0 0-240,-25 133-192,18-90-8,-3 7-56,3 4-72,-2 4-56,0 2-24,2 0-8,3-2-16,4-2-176,0 0-312,18-14-640,3-20-1945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29958,'0'0'841,"0"0"-633,-26 114 248,15-52 216,4 9-248,0 7-216,2 5-208,3 2 0,2 25 0,0-21-184,0-20-1360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33 26974,'0'0'795,"0"0"-199,0 0 432,0 0-145,0 0-391,0 0-229,5 4 333,-6-3-591,0 0 1,-1 0 0,1-1-1,-1 1 1,0 0 0,1-1 0,-1 1-1,1-1 1,-1 0 0,0 0-1,1 0 1,-1 0 0,0 0-1,1 0 1,-1 0 0,0 0-1,1 0 1,-1-1 0,0 1-1,1-1 1,-1 1 0,1-1-1,-1 0 1,1 0 0,-1 1-1,1-1 1,0 0 0,-1 0-1,1 0 1,0-1 0,-1 1-6,4-1-1,-1-1 0,1 1-1,-1 0 1,1 0 0,0 1 0,0-1 0,0 0 0,0 0 0,0 1 0,0-1 0,0 1 0,1 0-1,-1 0 1,0 0 0,1 0 0,-1 0 0,1 0 0,-1 1 0,1-1 0,-1 1 0,1 0 0,0-1-1,-1 1 1,1 0 0,-1 1 0,1-1 0,0 0 0,-1 1 0,1-1 0,-1 1 0,1 0 0,-1 0-1,0 0 1,1 0 0,-1 1 0,0-1 0,0 0 0,1 1 0,-1 0 0,-1-1 0,1 1 0,0 0-1,0 0 1,-1 0 0,1 0 0,-1 0 1,1 2 4,0 0 0,0 0 0,-1 0 0,1-1 0,-1 1 0,0 0 0,0 1 0,-1-1 0,1 0 0,-1 0 0,0 0 0,0 0 0,-1 0 0,1 1 0,-1-1 0,0 0 0,0 0-1,0 0 1,0 0 0,-1 0 0,1-1 0,-1 1 0,0 0 0,0-1 0,-1 1 0,1-1 0,-1 0 0,0 0 0,1 0 0,-2 0 0,1 0 0,0-1 0,0 1 0,-1-1 0,1 0 0,-4 2-4,4-2 4,0-1 0,-1 1 0,1-1-1,0 0 1,-1 0 0,1 0 0,0 0 0,-1-1 0,1 0 0,-1 1 0,1-1 0,-1 0 0,1 0 0,-1-1-1,1 1 1,-1-1 0,1 0 0,-1 0 0,1 0 0,0 0 0,-1-1 0,1 1 0,0-1 0,0 0 0,0 0 0,0 0-1,1 0 1,-1 0 0,0 0 0,1-1 0,0 0 0,-1 1 0,1-1 0,0 0 0,0 0 0,1 0 0,-1 0-1,1-1 1,-1 1 0,1 0 0,0-1 0,0 1 0,1 0 0,-1-1 0,1-3-4,-1 4-1,0 0-1,0 0 1,1 0 0,0-1 0,0 1 0,-1 0-1,2 0 1,-1 0 0,0-1 0,1 1 0,-1 0-1,1 0 1,0 0 0,0 0 0,1 0 0,-1 0-1,0 0 1,1 0 0,0 1 0,-1-1 0,1 1-1,0-1 1,1 1 0,-1-1 0,0 1 0,1 0-1,-1 0 1,1 0 0,-1 1 0,1-1 0,0 1-1,0-1 1,0 1 0,0 0 0,0 0 0,0 0-1,0 0 1,0 1 0,1-1 0,2 1 1,-3-1 0,0 1 1,0-1-1,0 1 1,0 0-1,0 0 1,1 0-1,-1 0 1,0 0-1,0 1 0,0-1 1,0 1-1,0 0 1,0 0-1,0 0 1,0 1-1,0-1 1,-1 1-1,1-1 1,0 1-1,-1 0 1,0 0-1,1 0 1,-1 0-1,0 0 0,0 1 1,0-1-1,0 1 1,0-1-1,-1 1 1,1 0-1,-1 0 1,0 0-1,0 0 1,0 0-1,0 0 1,0 0-1,0 0 1,-1 0-1,0 0 0,0 0 1,0 0-1,0 0 1,0 2-1,0 1 5,2-3-2,-1 0 0,0 0 0,0 0 0,0 1 0,0-1 0,0 0 0,-1 1 0,0-1 0,1 1 0,-1-1 0,0 0 1,-1 1-1,1-1 0,-1 0 0,1 1 0,-1-1 0,0 0 0,0 1 0,-1-1 0,1 0 0,-1 0 0,1 0 0,-1 0 0,0 0 0,0-1 0,0 1 1,-1-1-1,1 1 0,-1-1 0,1 0 0,-1 0 0,0 0 0,0 0 0,1 0 0,-1 0 0,-1-1 0,1 0 0,0 1 0,0-1 0,0-1 1,-3 2-4,1-5 0,1 0 1,1-1 0,-1 1 0,0-1 0,1 0 0,0 0 0,0 0 0,0 0 0,0 0-1,1-1 1,0 1 0,0-1 0,0 0 0,0 0 0,1 0 0,-1 0 0,1 0 0,1 0-1,-1 0 1,1 0 0,0-3-1,-1 6-42,1 0 0,-1 1 0,1-1 0,-1 0 0,1 0 0,0 0 0,0 1 0,0-1 0,0 0 0,0 0 0,1 0 0,-1 0 0,1 1 0,-1-1 0,1 0 0,-1 0 0,1 1 0,0-1 0,0 0 0,0 1 0,0-1 0,0 1 0,0 0 0,0-1 0,1 1 0,-1 0 0,0-1 0,1 1 0,-1 0 0,1 0 0,-1 0 0,1 0 0,0 0 0,-1 1 0,1-1 0,0 0 0,-1 1 0,1 0 0,0-1 0,0 1 0,0 0 0,-1 0 0,1 0 0,0 0 0,2 0 42,25-3-2968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376 330 28390,'0'0'862,"0"0"-376,0 0 216,0 0-22,0 0-340,0 0-149,-7-13-9,-18-52 20,14 33-114,-1 1 0,-2 0 0,-1 1 0,-1 1 0,-1 0 0,-5-4-88,20 30-1,0 0 0,0 1-1,-1-1 1,1 1 0,0-1 0,-1 1 0,0 0 0,1 0-1,-1 0 1,0 0 0,0 1 0,0-1 0,0 1 0,-1-1-1,1 1 1,0 0 0,0 0 0,-1 1 0,1-1 0,-1 1-1,1 0 1,0 0 0,-1 0 0,1 0 0,-1 0-1,1 1 1,0-1 0,-1 1 0,1 0 0,0 0 0,0 0-1,-1 1 1,1-1 0,0 1 0,0 0 0,1 0 0,-1 0-1,0 0 1,1 0 0,-1 0 0,-1 3 1,-12 20 0,2 1-1,0 0 1,2 1-1,1 0 1,2 1-1,0 1 1,2-1-1,1 1 1,1 0-1,1 0 1,2 1 0,1 3 0,0-14-2,7 111-23,-5-127 24,-1 0 1,1 0-1,0 0 1,0 0-1,0-1 1,1 1-1,-1 0 1,0-1-1,1 1 1,0-1-1,0 1 0,0-1 1,0 0-1,0 0 1,0 0-1,0 0 1,1 0-1,-1 0 1,1-1-1,-1 1 1,1-1-1,0 0 1,-1 1-1,1-1 1,0-1-1,0 1 1,0 0-1,0-1 1,0 1-1,0-1 1,0 0-1,0 0 1,0 0-1,0 0 1,0-1-1,-1 1 1,1-1-1,0 0 1,2 0 0,7-5 4,1 0 0,-1-1 0,-1 0-1,1-1 1,-1 0 0,0 0 0,-1-2 0,0 1 0,-1-1 0,0 0 0,0-1-1,-1 0 1,6-11-4,-1 4 3,56-80 11,-50 67-272,2 0 0,2 1-1,0 2 1,2 0 0,27-22 258,-1 11-3126,-4 7-6303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29382,'0'0'1713,"0"0"-1521,0 0-80,-44 120 376,32-68-208,5 4-192,3 4-48,1 1-40,1-3 0,2-5 0,0-7-200,16-9-304,5-14-1033,0-14-4344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29198,'0'0'2257,"0"0"-2073,0 0-104,-7 130 280,7-80-104,0 0-160,0 6-72,5 23-24,11-11-376,-2-12-1345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2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29822,'0'0'1369,"0"0"-1209,0 0 168,0 116 312,0-52-192,0 31-448,0 28 0,0-5 0,-5-14 0,0-9 0,5-41-480,-2-15-3289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3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24557,'0'0'1445,"0"0"-624,0 0 89,0 0-394,0 0-142,16-7-16,103-40 162,-51 35-318,1 3-1,-1 3 1,1 2 0,5 4-202,20-2 61,940-1 9,-193 49 12,-477-32-59,302 53-23,-487-47-5,1-8-1,60-8 6,-237-4-22,1 0-72,1 1-1,-1-1 1,1 0 0,0 0 0,-1-1 0,1 1 0,-1-1 0,1 0 0,-1 0 0,1-1 0,-1 1-1,0-1 1,0 0 0,0 0 0,0 0 0,0-1 0,0 1 0,1-2 94,0-9-2915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1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351 273 29302,'0'0'763,"0"0"-383,0 0-2,0 0 12,0 0-175,0-21-119,0-147 99,-1 164-192,0-1 0,0 1 0,-1 0 0,0 0 1,1 0-1,-1 0 0,0 0 0,-1 0 0,1 0 0,-1 1 1,0-1-1,0 1 0,0 0 0,0 0 0,0 0 0,-1 0 1,1 1-1,-1-1 0,0 1 0,0 0 0,0 0 0,0 0 0,0 1 1,0-1-1,-1 1 0,1 0 0,0 0 0,-1 1 0,1-1 1,0 1-1,-1 0 0,1 0 0,-1 0 0,1 1 0,0 0 1,-1-1-1,1 2 0,0-1 0,0 0 0,-1 1 0,1 0 1,0 0-1,1 0 0,-1 0 0,0 1 0,-1 0-3,-11 10 1,1 0-1,1 1 0,-1 1 1,2 0-1,0 1 1,1 0-1,1 1 1,1 1-1,0-1 1,1 2-1,1-1 0,0 1 1,2 0-1,0 1 1,1 0-1,-10 81-33,14-98 32,1 0 0,0 0 0,0 0 0,1 0-1,-1 0 1,0-1 0,1 1 0,0 0 0,0 0 0,0-1 0,0 1-1,0 0 1,0-1 0,1 1 0,-1-1 0,1 1 0,0-1-1,-1 0 1,1 0 0,0 0 0,0 0 0,1 0 0,-1 0 0,0-1-1,1 1 1,-1-1 0,1 1 0,-1-1 0,1 0 0,0 0 0,-1 0-1,4 0 2,15-1-17,0-1-1,0-1 0,0-1 1,-1 0-1,1-2 0,-1 0 1,0-2-1,0 0 0,-1-1 1,0-1-1,0-1 0,-1-1 1,-1 0-1,6-5 18,30-15-327,28-13-988,-12 6-1343</inkml:trace>
  <inkml:trace contextRef="#ctx0" brushRef="#br0" timeOffset="348.709">1134 248 28438,'0'0'1530,"0"0"-1013,0 0-101,0 0 30,0 0-164,-11-21-136,-37-68-22,45 81-105,1 1 1,-2-1-1,1 1 0,-1 0 1,0 0-1,-1 0 0,0 1 1,0-1-1,0 1 0,-1 0 1,1 1-1,-1-1 1,-1 1-1,1 0 0,-1 1 1,0 0-1,0 0 0,0 0 1,-1 1-1,1 0 1,-1 0-1,0 1 0,0 0-19,4 2 1,0 1 0,-1 0 1,1-1-1,0 1 0,-1 1 0,1-1 0,0 1 0,0 0 0,0 0 0,0 0 0,1 0 0,-1 0 1,0 1-1,1 0 0,0 0 0,-1 0 0,1 0 0,1 0 0,-1 1 0,0-1 0,1 1 0,0 0 0,-1 0 1,0 3-2,-41 100 3,28 45-130,16-148 121,1 1-1,0-1 1,0 1 0,1-1 0,-1 0-1,1 0 1,0 0 0,0 0 0,1 0 0,-1 0-1,1-1 1,-1 1 0,1-1 0,0 1-1,1-1 1,-1 0 0,0-1 0,1 1-1,0 0 1,0-1 0,-1 0 0,1 0 0,1 0-1,-1 0 1,0-1 0,0 1 0,1-1-1,-1 0 1,0-1 0,1 1 6,140 5-245,-127-8 129,-1-2 0,1 1 0,-1-2 0,1-1 0,-1 0 0,-1-1 0,1-1-1,-1 0 1,-1-1 0,3-3 116,12-4-437,40-25-1158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22293,'0'0'752,"0"0"-752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6993,'0'0'18036,"0"0"-17163,-14 153-617,14-84-256,0-9-1905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25645,'0'0'1033,"0"0"-929,0 0-104,0 141-2001</inkml:trace>
  <inkml:trace contextRef="#ctx0" brushRef="#br0" timeOffset="1">28 693 24885,'0'0'1057,"0"0"-681,0 0-128,-5 139-24,3-98 24,0-2-152,2-3-40,0-7-56,0-11-208,11-7-696,-2-11-6090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28262,'0'0'928,"0"0"-712,0 0-176,0 0-16,0 0-24,0 0-136,25 127-944,-16-94-14931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9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28398,'0'0'752,"0"0"-552,-32 158-200,25-90-568,3-10-3961</inkml:trace>
  <inkml:trace contextRef="#ctx0" brushRef="#br0" timeOffset="1">77 838 28574,'0'0'1096,"0"0"-848,0 0-248,0 0-832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03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2676 56 27934,'0'0'1771,"0"0"-1079,0 0-312,-22-8-160,-1-1-170,-121-24 231,62 34-222,1 3 0,0 3 0,0 4-1,1 3 1,0 4 0,1 4 0,2 2 0,-58 29-59,7-3 6,2 6 0,3 6 0,2 5 0,4 5 1,3 5-1,3 5 0,5 5 0,2 4 0,6 5 0,3 4 1,5 4-1,4 3 0,1 11-6,57-78 7,2 1 1,2 1-1,2 1 0,2 2 1,1-1-1,3 2 1,1 0-1,3 1 0,2 1 1,2 0-1,1 2-7,7-25 1,1 0 0,1-1 0,1 1 0,2-1-1,0 0 1,1 0 0,1-1 0,2 1 0,0-2 0,2 1-1,0-1 1,1-1 0,1 0 0,1-1 0,1 0 0,1-2 0,1 1-1,0-2 1,1 0 0,11 6-1,7 6-3,1-2 0,2-2 0,0-1 0,2-3 0,0 0 0,2-3 0,0-2 0,1-1 0,0-3 0,29 4 3,28-2-5,1-4 1,0-5 0,1-4-1,5-6 5,73-10 27,0-8 0,-1-8 0,-3-8-1,108-41-26,41-26 71,-5-15-1,-5-13 0,-6-15 1,186-124-71,-396 217 2,-3-5 0,-2-4 0,-3-3 0,-3-5 0,74-80-2,-146 137 3,-1 0-1,0-2 0,-2 0 1,0-1-1,-1 0 0,-1-1 1,-1 0-1,0-1 0,-2 0 1,0-1-1,-2 0 0,0 0 1,-2-1-1,0 1 0,-2-1 1,0 0-1,-2-1 0,0 1 1,-1 0-1,-2 0 0,0 0 1,-2 0-1,0 0 0,-2 0 1,0 1-1,-2 0 0,0 0 1,-3-4-3,-12-5 25,0 0 0,-2 1 0,-1 1 1,-1 2-1,-2 1 0,0 1 0,-2 1 0,-1 2 1,0 1-1,-2 1 0,0 2 0,-13-3-25,-121-52-6,47 42-86,59 18 55,-48-10-59,-1 4 0,-1 6 0,0 4 1,-80 5 95,129 7-93,1 3 0,0 2 1,0 3-1,1 3 1,1 2-1,0 3 0,-28 15 93,-14 14-988,3 5-1,2 4 0,-8 12 989,-39 32-6990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04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1863 195 29014,'0'0'620,"-21"-10"-328,-141-65-100,129 63-94,-1 2 0,0 1-1,0 2 1,-1 2 0,0 0-1,0 3 1,0 0-1,-1 3 1,1 1 0,-20 4-98,15 3 29,-1 2 0,1 1 0,1 2 0,0 2 0,1 2 1,1 1-1,-22 16-29,-12 14-44,1 3 1,4 3-1,2 3 1,2 3 0,3 2-1,3 3 1,3 3-1,2 1 1,-11 28 43,-2-4-25,3 3-1,5 3 1,4 2 0,-18 59 25,64-150 3,2 1 0,0 0 1,0 0-1,1 1 1,0-1-1,1 1 0,1 0 1,0-1-1,1 1 1,0 0-1,1-1 1,0 1-1,1 0 0,1-1 1,0 1-1,0-1 1,1 0-1,1 0 0,0 0 1,0-1-1,2 0 1,-1 0-1,1 0 1,1-1-1,2 3-3,26 19 3,1-1-1,2-3 1,1-1 0,1-1-1,1-3 1,1-1 0,1-2-1,0-2 1,39 9-3,54 18 10,2-7 1,2-5-1,1-6 1,101 3-11,113-5 91,120-16-91,-196-13 90,-1-11 0,21-15-90,-167 11 11,-1-6 0,-1-6 1,-2-6-1,-1-5 0,44-24-11,-129 48 12,-2-2 0,0-1 0,-1-3 0,-1-1 0,-1-1 0,-1-3 0,-2-1 0,-1-1 0,-1-2 0,-2-1 0,-1-2 0,-2-1 0,-2-1-1,-1-1 1,-2-1 0,-2-1 0,-1-2 0,-3 1 0,-1-2 0,-1-3-12,-4-2 39,-2 0 0,-2-1 0,-2 1 0,-3-1 0,-1 0 0,-3 0 0,-2 0 0,-2 0 0,-5-13-39,-32-73 144,-6 61 11,23 42-130,0-3-8,-1 2-1,-2 0 1,-1 2 0,-2 2-1,-1 0 1,-1 3-1,-2 0 1,0 3-1,-15-7-16,-14 3-10,-1 3 0,-2 3 0,0 3-1,-1 3 1,-1 3 0,0 3 0,-1 3-1,0 3 1,-23 4 10,-41 2-128,1 6 0,1 6-1,0 6 1,1 6 0,-89 31 128,-251 88-2813,410-125 937,-140 43-13263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25189,'0'0'4451,"0"0"-3164,0 0-923,0 0-90,0 0-56,-8 11-41,-44 94 129,-92 463 195,134-461-501,10-104-36,0-1 1,0 1-1,1 0 0,-1 0 1,1 0-1,-1-1 0,1 1 1,0 0-1,0-1 0,1 1 1,-1 0-1,0-1 0,1 0 1,-1 1-1,1-1 0,0 0 1,0 0-1,0 0 1,0 0-1,0 0 0,0 0 1,1 0-1,-1-1 0,1 1 1,-1-1-1,1 0 0,-1 0 1,1 0-1,0 0 0,0 0 1,-1-1-1,1 1 0,0-1 1,0 0-1,0 1 0,0-1 1,-1-1-1,3 1 36,36 2-1886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3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30398,'0'0'897,"0"0"-633,0 0-200,0 0 280,0 0 40,-18 145-80,4-89-192,0 7-112,-4-1 0,-1-4 0,-1-2 0,-1-6 0,3-7 0,4-3 0,7-9 0,14-13-72,23-7-1080,2-11-1745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38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30567,'0'0'800,"0"0"-392,0 0-96,0 0 200,-86 131-344,63-67-168,-2 11 0,-3 5 0,3 3 0,-3-2 0,5-2 0,3-8 0,10-9 0,10-8-88,0-17-1352,3-18-4426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3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591 411 30535,'0'0'626,"0"0"-226,5-19 27,10-29-232,-3-2 0,-3 1-1,-1-1 1,0-36-195,-8 82 0,0-1 0,0 1 0,0-1 0,-1 1 0,0-1 0,0 1 0,0 0 0,0-1 0,-1 1 0,0 0 0,1 0 0,-2 0 0,1 0 0,0 0 0,-1 1 0,0-1 0,0 1 0,0-1 0,0 1 0,0 0 0,-1 0 0,1 1 0,-1-1 0,0 1 0,0-1 0,1 1 0,-2 1 0,1-1 0,0 0 0,0 1 0,-1 0 0,1 0 0,0 0 0,-1 1 0,1-1 0,-1 1 0,0 0 0,-15 2 0,-1 1 0,1 1 0,0 1 0,0 0 0,0 2 0,0 0 0,1 1 0,1 1 0,-1 1 0,2 1 0,-1 0 0,1 1 0,1 1 0,0 1 0,1 0 0,1 1 0,0 0 0,1 1 0,0 1 0,2 0 0,-1 2 0,-7 4 0,0 1 0,2 1 0,1 1 0,1 0 0,2 1 0,0 0 0,2 1 0,1 1 0,1 0 0,1 0 0,2 0 0,1 1 0,1 0 0,2 0 0,1 0 0,1 0 0,4 29 0,-3-53 0,1 0 0,0 0 0,0 0 0,0 0 0,1 0 0,0-1 0,0 1 0,0-1 0,1 0 0,0 0 0,0 0 0,0-1 0,0 1 0,1-1 0,0 0 0,0 0 0,0 0 0,0-1 0,1 0 0,-1 0 0,1 0 0,0-1 0,-1 0 0,1 0 0,0 0 0,1-1 0,-1 0 0,0 0 0,3 0 0,5 0 0,0 0 0,-1-1 0,1-1 0,0 0 0,0-1 0,0 0 0,-1-1 0,0-1 0,1 0 0,-1-1 0,-1 0 0,12-7 0,0-1-2,-2 0-1,0-2 1,-1-1-1,0 0 1,-1-2-1,-1 0 1,-1-1 0,-1-1-1,0 0 1,-1-2-1,-2 1 1,0-2-1,-1 0 1,-2-1-1,0 0 1,-1-1 0,-2 0-1,-1 0 1,0 0-1,-2-1 1,-1 0-1,-1-1 1,-1-15 2,-15-14-549,-14 14-1134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4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26686,'0'0'1171,"0"0"810,0 0-924,0 0-496,0 0-112,-10 3-46,3-2-324,4 0-63,1-1 0,-1 1-1,0-1 1,1 1 0,-1 0 0,1 0-1,-1 0 1,1 0 0,-1 0 0,1 1-1,0-1 1,-1 1 0,1 0 0,0-1 0,0 1-1,0 0 1,0 0 0,1 0 0,-1 1-1,0-1 1,1 0 0,0 1 0,-1 1-16,-52 253 17,-52 235-17,97-448 0,2 1 0,2 0 0,2 0 0,2 0 0,2 7 0,-1-51-2,0 0 0,0 0 1,0 0-1,1 0 0,-1 0 0,0-1 0,0 1 1,1 0-1,-1 0 0,0 0 0,1 0 0,-1-1 0,1 1 1,-1 0-1,1-1 0,-1 1 0,1 0 0,0-1 1,-1 1-1,1 0 0,0-1 0,-1 1 0,1-1 1,0 0-1,0 1 0,0-1 0,-1 1 0,1-1 0,0 0 1,0 0-1,0 0 0,0 1 0,0-1 0,-1 0 1,1 0-1,0 0 0,0 0 0,0 0 0,0 0 1,0-1-1,0 1 0,-1 0 0,1 0 0,0-1 0,0 1 1,0 0-1,-1-1 0,1 1 0,0-1 0,0 1 1,-1-1-1,1 1 0,0-1 2,112-73-2679,-57 20-1788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4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10162,'0'0'16460,"0"0"-12513,0 0-3384,0 0-142,0 0 69,0 0-55,0 20-189,-12 134-203,-143 415-43,141-478-23,41-83-1692,0-19-1076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4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29814,'0'0'1737,"0"0"-1489,0 0 48,-32 132 192,18-61-304,-2 24-184,-2-1 0,-1 5 0,1 1 0,4-22 0,-2 3 0,2-12 0,5-15 0,2-11 0,7-18 0,0-13 0,0-12-1384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4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 24669,'0'0'4316,"0"0"-3053,0 0-836,0 0-3,0 0-110,0 0-86,12 6-98,36 20-42,-47-24-81,1 0 0,-1 0 1,1 0-1,-1-1 0,0 1 1,0 1-1,0-1 0,0 0 1,0 0-1,-1 0 0,1 0 1,-1 1-1,1-1 0,-1 0 0,0 0 1,0 1-1,0-1 0,0 0 1,0 1-1,0-1 0,-1 0 1,1 0-1,-1 1 0,1-1 1,-1 0-1,0 0 0,-1 2-7,-3 2 27,-1 0 0,-1 0-1,1 0 1,-1-1 0,0 0 0,0 0-1,-1-1 1,1 0 0,-1 0 0,0-1-1,0 0 1,-1 0 0,1 0 0,0-2-1,-1 1 1,1-1 0,-1 0-1,0 0 1,1-1 0,-8-1-27,15 1 4,-1 0 0,1 0 0,-1 0 1,1 0-1,-1 0 0,1-1 0,0 1 0,-1-1 0,1 1 0,-1-1 1,1 1-1,0-1 0,-1 0 0,1 1 0,0-1 0,0 0 1,0 0-1,0 0 0,-1 0 0,1 0 0,1 0 0,-1 0 0,0 0 1,0-1-1,0 1 0,0 0 0,1 0 0,-1-1 0,1 1 1,-1-1-1,1 1 0,-1 0 0,1-1 0,0 1 0,0-1 0,0 1 1,0-1-1,0 1 0,0-1 0,0 1 0,0-1 0,1 1 1,-1 0-1,0-1 0,1 0-4,33-61-11,-25 57 11,0 0 0,0 1 0,0 0 0,1 1 0,0 0 0,0 1 0,0 0 0,0 0 0,0 1 0,1 0 0,-1 1 0,1 0 0,-1 1 0,6 1 0,-13 0 0,0 0 0,0 1 0,0 0 0,0 0 0,-1-1 0,1 2 0,-1-1 0,1 0 0,-1 0 0,0 1 0,0-1 0,0 1 0,0 0 0,-1 0 0,1 0 0,-1-1 0,1 1 0,-1 1 0,0-1 0,0 0 0,-1 0 0,1 0 0,-1 0 0,1 1 0,-1-1 0,0 0 0,0 0 0,0 1 0,-1-1 0,1 0 0,-1 0 0,0 1 0,0-1 0,0 0 0,0 0 0,-1 0 0,1 0 0,-1-1 0,1 1 0,-1 0 0,-1 0 0,0 1 0,-1 0 0,1 0 0,-1 0 0,0-1 0,0 0 0,-1 1 0,1-2 0,0 1 0,-1 0 0,0-1 0,0 0 0,0 0 0,0 0 0,0-1 0,0 0 0,0 0 0,0 0 0,-1-1 0,1 1 0,0-1 0,0 0 0,-1-1 0,1 1 0,-2-1 0,4-3 0,0 1 0,0-1 0,0 0 0,0 0 0,0 0 0,1 0 0,0 0 0,0 0 0,0-1 0,0 1 0,1-1 0,0 1 0,0-1 0,0 1 0,0-1 0,1 0 0,0 0 0,0 1 0,0-1 0,0 0 0,1 0 0,0 1 0,0-1 0,0 1 0,0-1 0,1 1 0,0-1 0,2-3 0,-2 5 0,1 0 0,-1 0 0,1 1 0,0-1 0,0 0 0,0 1 0,0 0 0,1 0 0,-1 0 0,1 0 0,-1 1 0,1-1 0,0 1 0,-1 0 0,1 0 0,0 0 0,0 0 0,0 1 0,0-1 0,0 1 0,-1 0 0,1 1 0,0-1 0,0 1 0,0-1 0,6 0 0,-9 1 0,0 0 0,0 0 0,0 0 0,0 0 0,0 0 0,0 0 0,-1 1 0,1-1 0,0 0 0,-1 0 0,1 1 0,-1-1 0,1 0 0,-1 0 0,0 1 0,1-1 0,-1 1 0,0-1 0,0 0 0,0 1 0,0-1 0,0 0 0,0 1 0,0-1 0,-1 1 0,1-1 0,-1 0 0,1 0 0,-1 1 0,1-1 0,-1 0 0,1 0 0,-1 1 0,0-1 0,0 0 0,0 0 0,0 0 0,0 0 0,0 0 0,0 0 0,0 0 0,0-1 0,0 1 0,0 0 0,-1 0 0,1-1-14,0 0 0,0 0 0,0 0 0,0 0 0,0 0 1,1 0-1,-1 0 0,0 0 0,0 0 0,0-1 0,0 1 0,1 0 0,-1-1 0,0 1 0,0 0 0,1-1 1,-1 1-1,0-1 0,1 1 0,-1-1 0,0 0 0,1 1 0,-1-1 0,1 1 0,-1-1 0,1 0 0,-1 0 0,1 1 1,-1-1-1,1 0 0,0 0 0,-1 0 0,1 1 0,0-1 0,0 0 0,0 0 0,0 0 0,-1 0 0,1 1 1,0-1-1,1 0 0,-1 0 0,0 0 0,0 0 0,0 0 0,0 1 0,1-1 0,-1 0 0,0 0 0,1 0 1,-1 1-1,1-1 0,-1 0 0,1 1 0,-1-1 0,1 0 0,-1 1 0,1-1 0,-1 0 0,1 1 0,0-1 0,0 1 1,-1 0-1,1-1 0,0 1 14,8-23-1729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634 474 27398,'0'0'2666,"0"0"-1523,0 0-477,0 0-101,-2-10-281,-1-17-282,-2-1 1,-1 1 0,-1 0 0,-1 0 0,-1 0 0,-1 1-1,-2 1 1,0 0 0,-2 1 0,-1 0 0,-1 1 0,0 0-1,-2 2 1,-1 0 0,0 1 0,-22-17-3,33 32 0,0 1 0,0 0 0,-1 1 0,1-1 0,-1 1 0,0 1 0,0 0 0,0 0 0,0 1 0,-1 0 0,1 1 0,0 0 0,0 0 0,-1 1 0,1 0 0,0 0 0,0 1 0,0 1 0,0-1 0,0 1 0,1 1 0,-1 0 0,1 0 0,0 0 0,0 1 0,1 1 0,-1-1 0,1 1 0,0 0 0,-5 7 0,-6 14 0,1 2 0,2 0 0,0 0 0,2 1 0,2 1 0,1 0 0,1 1 0,1 0 0,2 0 0,1 1 0,2 0 0,1 0 0,2 13 0,-1-21 0,1 1 0,1-1 0,2 0 0,0 0 0,2 0 0,5 16 0,-9-34 0,2 0 0,-1 0 0,1-1 0,0 1 0,1-1 0,-1 0 0,1 1 0,0-2 0,1 1 0,0 0 0,0-1 0,0 0 0,0 0 0,1-1 0,0 1 0,-1-1 0,2 0 0,-1-1 0,0 1 0,1-1 0,0-1 0,0 1 0,-1-1 0,8 1 0,-1-1 0,-1-1 0,0-1 0,1 0 0,-1 0 0,1-2 0,-1 1 0,1-1 0,-1-1 0,0 0 0,0-1 0,0-1 0,-1 1 0,0-2 0,0 1 0,0-2 0,0 1 0,-1-2 0,0 1 0,-1-1 0,1-1 0,1-3 0,11-10 0,-2-1 0,0-1 0,-2-2 0,-1 1 0,-1-2 0,-1 0 0,-1-1 0,0-5 0,-4 7 0,-3-1 0,0 0 0,-1 0 0,-2 0 0,-1-1 0,-1 0 0,-1 0 0,-2-8 0,13 26-2353,2 10-3232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27886,'0'0'1428,"0"0"-828,0 0-102,0 0 114,0 0-69,0 19-64,-8 130 194,-37 81-623,23-134-50,4 1-1,5 0 0,-1 86 1,14-178 0,0-5 0,-1 1 0,1-1 0,0 1 0,0-1 0,0 1 0,-1-1 0,1 1 0,0-1 0,0 1 0,0 0 0,0-1 0,0 1 0,0-1 0,0 1 0,0-1 0,0 1 0,0-1 0,0 1 0,1-1 0,-1 1 0,0 0 0,0-1 0,0 1 0,1-1 0,-1 0 0,0 1 0,1-1 0,-1 1 0,0-1 0,1 1 0,-1-1 0,1 0 0,-1 1 0,0-1 0,1 0 0,-1 1 0,1-1 0,-1 0 0,1 0 0,-1 1 0,1-1 0,-1 0 0,1 0 0,0 0 0,-1 0 0,1 0 0,-1 0 0,1 0 0,-1 0 0,1 0 0,-1 0 0,1 0 0,80-46-1539,-39 6-1259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5:5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30711,'0'0'746,"0"0"-296,0 0-29,-6 26-55,-29 180-293,22 401-73,13-603 0,1-3 0,-1-1 0,1 1 0,-1 0 0,1 0 0,-1-1 0,0 1 0,1 0 0,-1 0 0,0 0 0,0 0 0,1 0 0,-1 0 0,0 0 0,0-1 0,0 1 0,0 0 0,0 0 0,-1 0 0,1 0 0,0 0 0,0 0 0,0 0 0,-1-1 0,1 1 0,-1 0 0,1 0 0,0 0 0,-1-1 0,1 1 0,-1 0 0,0 0 0,1-1 0,-1 1 0,0-1 0,1 1 0,-1 0 0,0-1 0,1 1 0,-1-1 0,0 0 0,0 1 0,0-1 0,0 0 0,1 1 0,-1-1 0,0 0 0,0 0 0,0 0 0,0 0 0,0 1 0,0-1 0,0-1 0,0 1 0,0 0 0,-11-17-563,-1-9-2251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0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25485,'0'0'789,"0"0"1823,0 0-1468,0 0-772,0 0-127,0 14 328,1 29-101,-19 204 599,-103 191-1067,118-425-20,1-11 11,1 1-1,-1 0 0,1 0 1,-1 0-1,1 0 1,0 0-1,0 0 0,1 0 1,-1 1-1,1-1 0,-1 0 1,1 0-1,0 1 0,0-1 1,1 0-1,-1 0 0,1 0 1,-1 1-1,1-1 1,0 0-1,0 0 0,0 0 1,1 0-1,-1 0 0,1 0 1,-1-1-1,1 1 0,0 0 1,0-1-1,1 0 1,-1 1-1,0-1 0,1 0 1,-1 0-1,1 0 0,1 1 6,41-2-1163,4-4-1216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0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410 378 29062,'0'0'1566,"0"0"-965,0-20-310,0-174 653,0 187-936,0 0 1,-1 0-1,0 0 0,0 1 0,-1-1 0,1 0 1,-1 0-1,-1 1 0,1-1 0,-1 1 0,0 0 0,-1 0 1,0 0-1,0 0 0,0 1 0,0-1 0,-1 1 1,0 0-1,0 0 0,0 1 0,-1 0 0,0 0 0,1 0 1,-2 0-1,1 1 0,0 0 0,0 0 0,-1 1 1,0 0-1,1 0 0,-1 0 0,0 1 0,0 0 0,0 1 1,0-1-1,0 1 0,-1 1-8,0-1 0,-1 1 0,1 1 0,0-1 0,-1 2 0,1-1 0,0 1 0,0 0 0,1 1 0,-1-1 0,1 2 0,0-1 0,0 1 0,0 0 0,0 0 0,1 1 0,0 0 0,0 0 0,1 1 0,0-1 0,0 1 0,0 0 0,-1 5 0,-7 8 0,2 1 0,1 0 0,0 1 0,2 0 0,1 0 0,0 1 0,-2 16 0,5 101 0,5-136 0,0 0 0,1 1 0,-1-1 0,1 0 0,0 0 0,0 0 0,0 0 0,0-1 0,1 1 0,0-1 0,0 1 0,-1-1 0,2 0 0,-1 0 0,0 0 0,1 0 0,-1-1 0,1 0 0,0 1 0,0-1 0,0 0 0,0-1 0,0 1 0,0-1 0,0 0 0,1 0 0,-1 0 0,0-1 0,1 1 0,0-1 0,7 1-5,0 0 0,1-1 0,-1 0 0,0-1 0,0-1-1,0 0 1,0 0 0,0-1 0,0-1 0,-1 0 0,0 0 0,0-1 0,0-1 0,0 0 0,-1 0-1,0-1 1,1-1 5,146-112-1792,-87 63-618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0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22133,'0'0'7513,"0"0"-6656,0 0-257,0 0-120,0 0 40,0 0-136,0 0-104,2 50-280,-2 0 0,-4 14 0,-3 31 0,0 32 0,0-7 0,2-10 0,1-17 0,2-10 0,-1-10 0,-1-17-800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3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22693,'0'0'2494,"0"0"-819,0 0-622,0 0-235,0 0-167,-13 2-175,-52 9 308,64-11-544,1 0-79,6 0-57,672 19 18,-473 9-123,263 19-21,-109-47-1568,-266-3-1630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41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22749,'0'0'2430,"0"0"-1131,0 0-675,0 0-183,0 0 133,0 0 10,0-3-135,3 0-378,1 0 0,1 1-1,-1 0 1,0 0 0,1 0 0,-1 0-1,1 1 1,-1-1 0,1 1 0,0 0-1,0 1 1,-1-1 0,1 1 0,0 0-1,0 0 1,0 1 0,-1-1 0,1 1-1,0 0 1,2 1-71,16-1 123,43-1 69,319 19 201,-45 16-349,-270-62-999,-57 15-1009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3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25653,'0'0'991,"0"0"-475,0 0-305,0 0 17,0 0 80,25-9-8,82-31-81,1 8-99,1 5 1,1 4-1,0 5 0,2 6 0,0 4 0,0 4 1,81 11-121,-46-6 25,-82-2-24,165 2 17,146 21-18,-77 1-46,1-12 0,97-18 46,-345 5-1034,-17 0-1739</inkml:trace>
  <inkml:trace contextRef="#ctx0" brushRef="#br0" timeOffset="1937.288">3258 48 15347,'0'0'4041,"0"0"-1528,0 0-748,0 0-288,0 0-329,0 0-299,20 0 764,519-47 171,-501 46-1820,0 2 0,-1 1 0,1 2 0,-1 1 0,0 2 0,28 10 36,23 14-1329,-16-2-2882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4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2825,'0'0'17378,"0"0"-12422,0 0-4033,0 0-567,0 0 74,11-2 259,495-89 844,-243 66-1466,2 12 0,101 13-67,-245 0 63,0 5 1,-1 6 0,0 5-1,83 23-63,-185-21-1244,-18-16-2217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4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64 18620,'0'0'2346,"0"0"-1082,0 0-765,-5 3-124,1-1-962,-13 10 3750,36-13 63,32-11-2703,21-8-316,1 4 1,0 3 0,2 4 0,18 1-208,-75 7 0,0 0 0,0 1 1,0 1-1,-1 1 0,1 1 0,0 0 0,-1 1 1,0 1-1,1 1 0,-2 0 0,13 7 0,-29-13 1,13 8 10,-1-1 0,1 0 0,0-1 0,1 0 0,-1-1 0,1-1 0,0 0 0,0-1 0,1 0 0,-1-1 0,5-1-11,169-2 368,-172 4-1330,-6 1-1774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7:0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323 158 20804,'0'0'6879,"0"0"-4948,0 0-1283,0 0-89,0 0-95,0 0-69,-11-7-83,-34-22-96,44 29-209,1 0-1,-1 0 0,0 0 1,0 0-1,0 0 0,0 0 1,0 0-1,0 0 0,0 1 1,0-1-1,0 0 0,0 1 1,0-1-1,1 0 0,-1 1 1,0-1-1,0 1 0,0-1 1,1 1-1,-1 0 0,0-1 1,1 1-1,-1 0 0,0-1 1,1 1-1,-1 0 0,1 0 1,-1 0-1,1 0 0,0-1 1,-1 1-1,1 0 0,0 0 1,0 0-1,-1 0 1,1 0-1,0 0 0,0 0 1,0 0-1,0 0 0,0 0 1,0 0-1,0 0 0,1 0 1,-1-1-1,0 1-6,-1 3 48,-51 188 147,16-74-189,6 1 0,5 2 0,5 0 0,0 68-6,19-169 0,-1 5 0,6-39 0,54-203 0,-2-116 0,-38 202 0,5 1 0,34-103 0,-65 296 0,-252 858 0,257-909 0,6-17 0,106-258 0,-21 19 0,30-158 0,-118 403 0,0-1 0,1 0 0,-1 0 0,0 0 0,1 1 0,-1-1 0,0 0 0,1 0 0,-1 0 0,1 0 0,-1 0 0,0 0 0,1 0 0,-1 0 0,1 0 0,-1 0 0,0 0 0,1 0 0,-3 25 0,-1-1 0,-1 0 0,-1 0 0,-1 0 0,-1 0 0,-1-1 0,-1 0 0,-6 20 0,-188 555 0,188-522 0,18-89-14,0 1 0,0 0 1,1 0-1,0 0 0,1 1 0,1 0 0,0-1 1,0 2-1,1-1 0,0 1 0,1 0 0,8-8 14,7-11-547,3-9-2765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7:13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22829,'0'0'6076,"0"0"-4388,0 0-1409,0 0-118,0 0 181,22 3 38,32 2-214,1-1 0,0-3 0,-1-3 0,13-3-166,493-126 44,-501 113-2211,-47 14-395</inkml:trace>
  <inkml:trace contextRef="#ctx0" brushRef="#br0" timeOffset="265.792">457 162 28382,'0'0'1000,"0"0"-320,-23 133-23,16-61-121,3 9-152,1 6-88,3 4-136,0 3-112,0 1-40,0-2-8,0 13-240,9-23-400,1-23-1329</inkml:trace>
  <inkml:trace contextRef="#ctx0" brushRef="#br0" timeOffset="717.02">1074 110 28894,'0'0'991,"0"0"-464,0 0-119,0 0 113,0 0-82,24 4-112,146 24 96,-160-27-413,0 1 0,1 0 1,-1 0-1,0 1 0,0 0 1,-1 1-1,1 0 0,-1 1 1,0 0-1,0 0 0,0 1 0,-1 0 1,0 1-1,0 0 0,0 0 1,-1 1-1,0-1 0,-1 2 1,1-1-1,-2 1 0,1 0 1,-1 0-1,2 5-10,-4 0 0,-1 1 0,0-1 1,-1 1-1,-1-1 0,0 1 0,-1-1 0,0 1 1,-2-1-1,1 0 0,-2 0 0,0 0 1,0 0-1,-1 0 0,-1-1 0,0 0 0,-2 1 0,-138 189-47,117-168-132,-1-1 0,-2-2 0,-1-1 0,-36 26 179,-1-28-1272,61-28-673</inkml:trace>
  <inkml:trace contextRef="#ctx0" brushRef="#br0" timeOffset="1011.27">2033 0 29150,'0'0'1203,"0"0"-532,0 0-230,0 0 23,-21 5-87,7-2-320,3-2-26,0 2 0,0-1 0,0 1 0,0 1 0,1 0 0,-1 1 0,1 0 0,0 0 0,0 1 0,1 0 0,0 1 0,-4 4-31,-30 30 5,3 1-1,1 3 1,2 1-1,2 2 1,2 1-1,3 2 1,-10 23-5,30-51 0,0 0 0,2 1 0,1 0 0,1 0 0,1 0 0,-2 20 0,6-35 0,0 0 0,1 0 0,-1 0 0,2 0 0,-1 0 0,1-1 0,1 1 0,0 0 0,0 0 0,0-1 0,1 1 0,1-1 0,-1 0 0,1 0 0,1 0 0,-1 0 0,2-1 0,-1 1 0,1-1 0,0 0 0,8 2-5,0 0 1,0-1-1,0-1 0,1 0 1,0-1-1,0-1 0,1 0 1,0-1-1,0-1 1,0 0-1,0-1 0,0-1 1,0 0-1,1-1 0,-1-1 1,7-2 4,-19 3-6,116-7-880,-10-16-2021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7:41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0 338 29150,'0'0'872,"0"0"-728,0 0 185,0 0 39,196-35-128,-72 2-40,-4 4-80,0 8-40,9 21-16,0 0-40,32 23 8,14-11-32,-48-4-464,-44-8-2201</inkml:trace>
  <inkml:trace contextRef="#ctx0" brushRef="#br0" timeOffset="295.832">1449 0 30655,'0'0'664,"0"0"-632,0 0-32,0 0 0,145 44 0,-71-26 40,7 3 24,-1 4-32,-4 0-16,-9 0-16,-16 2 24,-21 2-24,-21 4 8,-9 8 8,-44 9-16,-78 29-16,5-13-536,-8-10-1401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7:11.92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654 324 976,'0'0'22998,"0"0"-19093,0 0-2260,0 0-670,0 0-273,0 0-152,-14-5-117,-39-16-162,82 14 2,92-6-261,-1-5 0,0-5 0,5-7-12,-29 8 3,-119 16-3,-105 2 0,0 6 0,1 5 0,0 6 0,-83 20 0,279-30 0,391-51 0,-154 31 0,-435 24 0,0 4 0,-81 21 0,-122 17 0,494-67 0,238-89 0,-397 118-168,-14 8-1175,-6 2-2179</inkml:trace>
  <inkml:trace contextRef="#ctx0" brushRef="#br1" timeOffset="20900.007">1297 0 19060,'0'0'9537,"0"0"-7151,0 0-2088,-25 6-191,23-5-106,-30 6 29,0 2 0,1 1 0,0 1 0,1 2 0,-22 13-30,-261 168 130,-95 88-130,389-268 0,-243 200 18,257-209-18,-1 0 0,1 0 0,0 0 0,1 1 0,-1 0 0,1 0 0,0 0 0,1 0 0,0 1 0,0-1 0,0 1 0,0 0 0,1 0 0,1 0 0,-1 0 0,0 7 0,3-10 0,1 0 0,0 0 0,0 0 0,0-1 0,0 1 0,0-1 0,1 1 0,-1-1 0,1 0 0,0 0 0,0 0 0,0-1 0,0 1 0,1-1 0,-1 1 0,1-1 0,-1 0 0,1-1 0,0 1 0,0-1 0,0 1 0,0-1 0,0 0 0,0 0 0,0-1 0,0 1 0,0-1 0,0 0 0,1 0 0,0-1 0,1 2 0,110 14 1,1-6 0,0-4 1,35-7-2,-46 1 5,-60 1 5,41 3 69,0-4 0,0-4 0,0-4-1,0-3 1,-2-4 0,12-7-79,-84 20 22,0 0-1,-1 0 1,1-2 0,-1 1 0,0-1 0,0-1-1,-1 0 1,1-1 0,-1 0 0,-1-1-1,0 0 1,0-1 0,0 0 0,-1 0 0,0-1-1,-1 0 1,0-1 0,-1 0 0,0 0 0,-1 0-1,0-1 1,0 0 0,-2 0 0,1-1-1,-2 1 1,1-1 0,0-10-22,-4 6 0,-1 1 0,-1-1 1,-1 1-1,0-1 0,-1 1 0,0 0 0,-1 0 0,-1 1 1,-1-1-1,0 1 0,-1 1 0,-1-1 0,0 2 1,-1-1-1,0 1 0,-1 0 0,0 1 0,-1 1 0,-2-2 0,-16-13-6,-2 1 0,0 2 0,-1 1 0,-1 1 0,-1 2 0,-1 2 0,-15-5 6,-52-15-580,16 12-1586</inkml:trace>
  <inkml:trace contextRef="#ctx0" brushRef="#br1" timeOffset="36522.242">301 137 25613,'0'0'3841,"0"0"-3377,0 0-272,182-39-88,-99 22-8,9 3-48,42 5-48,-21 5-352,-21 2-1080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7:49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 27254,'0'0'1296,"0"0"-832,0 0-72,0 0 224,0 0-135,122-48-113,3 17-176,57 4-80,32 8-64,14 15-16,5 4 0,-7 8-24,9 13-8,-53-2-208,-37-7-1329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0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793 579 28582,'0'0'1144,"0"0"-616,0 0 73,0 0-105,-53 121-112,39-74-32,-2 5-64,0 4-96,0 2-48,0 4-88,2 1-56,2-3 0,5-4 0,3-7 0,4-13 0,9-30-472,14-6-552,9-10-1369</inkml:trace>
  <inkml:trace contextRef="#ctx0" brushRef="#br0" timeOffset="249.143">1751 484 30535,'0'0'1160,"0"0"-640,-20 112-56,1-58-376,1 2-88,-1 4 0,1 2 0,-1 2 0,3-1 0,3-1 0,1-6 0,5-4 0,3-9 0,4-10 0,0-12 0,0-19-1128</inkml:trace>
  <inkml:trace contextRef="#ctx0" brushRef="#br0" timeOffset="2352.332">3101 586 27886,'0'0'1132,"0"0"-260,0 0-255,0 0-67,0 0-142,0 0-166,-1 7-80,-65 302 736,-36-61-898,103-249-25,0 1-1,-1 0 1,1 0 0,-1-1 0,1 1-1,0 0 1,-1 0 0,1 0-1,0 0 1,-1 0 0,1 0-1,-1 0 1,1 0 0,0 0 0,-1 0-1,1 1 1,0-1 0,-1 0-1,1 0 1,-1 1 0,1-1-1,-1 0 1,1 1 0,-1-1 0,1 0-1,-1 1 1,1-1 0,-1 1-1,1-1 1,-1 1 0,1-1-1,-1 1 1,0-1 0,1 1 0,-1-1-1,0 1 1,0-1 0,1 1-1,-1 0 1,0-1 0,0 1-1,0-1 1,0 1 0,0 0 0,0-1-1,0 1 1,0 0 0,0-1-1,0 1 1,0 0 0,0-1 0,0 1-1,0-1 1,-1 1 0,1 0-1,0-1 1,0 1 0,-1-1-1,1 1 1,-1-1 0,1 1 0,0-1-1,-1 1 1,1-1 0,-1 1 25,28-15-5021</inkml:trace>
  <inkml:trace contextRef="#ctx0" brushRef="#br0" timeOffset="3100.118">5276 432 29958,'0'0'1087,"0"0"-428,0 0-131,0 0-88,-12 22-346,-40 73-93,-43 158-1,5 85 0,72-270 0,18-67 0,0-1 0,-1 1 0,1-1 0,0 1 0,-1-1 0,1 1 0,-1-1 0,1 1 0,-1-1 0,1 0 0,-1 1 0,1-1 0,-1 0 0,1 1 0,-1-1 0,1 0 0,-1 0 0,1 1 0,-1-1 0,0 0 0,1 0 0,-1 0 0,0 0 0,1 0 0,-1 0 0,1 0 0,-1 0 0,0 0 0,1 0 0,-1 0 0,1 0 0,-1-1 0,0 1 0,1 0 0,-1 0 0,1 0 0,-1-1 0,1 1 0,-1 0 0,1-1 0,-1 1 0,1-1 0,-1 1 0,1-1 0,-1 1 0,1-1 0,0 1 0,-1-1 0,1 1 0,0-1 0,-1 1 0,1-1 0,0 1 0,0-1 0,0 0 0,0 1 0,-1-1 0,1 1 0,0-1 0,0 0 0,0 1 0,0-1 0,0 0 0,-10-92-220,5 42-880</inkml:trace>
  <inkml:trace contextRef="#ctx0" brushRef="#br0" timeOffset="3725.43">3935 1116 29726,'0'0'766,"0"0"-311,0 0-135,0 0-71,0 0-60,20 4-43,60 12-64,-78-15-79,0 0 0,0 0 0,1 0-1,-2 0 1,1 0 0,0 0-1,0 0 1,0 1 0,0-1-1,-1 1 1,1-1 0,-1 1 0,1 0-1,-1 0 1,0 0 0,1-1-1,-1 1 1,0 0 0,0 0-1,0 1 1,-1-1 0,1 0-1,-1 0 1,1 0 0,-1 0 0,1 1-1,-1-1 1,0 0 0,0 0-1,0 1 1,-1-1 0,1 0-1,0 0 1,-1 1 0,1-1 0,-1 0-1,0 0 1,0 0 0,0 0-1,0 0 1,0 0 0,0 0-1,0 0 1,-1 0 0,1-1-1,-1 1 1,1-1-3,-4 3 3,1-2-1,-1 1 1,1-1-1,-1 1 1,0-1-1,0 0 1,0-1-1,0 1 1,0-1-1,0 0 1,0-1-1,0 1 1,-1-1 0,1 0-1,0 0 1,0 0-1,-1-1 1,1 0-1,0 0 1,0 0-1,0-1 1,0 0-1,0 0 1,0 0-1,1 0 1,-1-1-1,1 0 1,-1 0-3,3 1-1,0 0 0,0 0 0,0-1 1,0 1-1,1-1 0,-1 1 0,1-1 0,-1 0 1,1 0-1,0 1 0,0-1 0,0 0 0,1 0 1,-1 0-1,1 0 0,-1 0 0,1 0 0,0 0 1,0 0-1,1 0 0,-1 0 0,1 0 0,-1 0 1,1 0-1,0 0 0,0 0 0,0 0 0,0 1 1,1-1-1,-1 0 0,1 1 0,-1-1 0,1 1 1,0-1-1,0 1 0,0 0 0,0 0 0,1 0 1,-1 0-1,1 0 0,-1 1 0,1-1 0,-1 1 1,1 0-1,0-1 0,0 1 0,0 0 0,0 1 1,0-1-1,0 0 0,0 1 0,0 0 0,0-1 1,0 1-1,0 1 1,-1-3 1,0 1 0,0 0 1,0 0-1,0 1 0,0-1 1,1 0-1,-1 1 0,0-1 1,0 1-1,0 0 0,1-1 1,-1 1-1,0 0 0,0 0 0,1 1 1,-1-1-1,0 0 0,0 1 1,0 0-1,1-1 0,-1 1 1,0 0-1,0 0 0,0 0 1,0 0-1,0 0 0,-1 1 0,1-1 1,0 1-1,-1-1 0,1 1 1,0-1-1,-1 1 0,0 0 1,1 0-1,-1 0 0,0 0 1,0 0-1,0 0 0,0 0 1,-1 0-1,1 0 0,0 0 0,-1 1 1,0-1-1,1 0 0,-1 0 1,0 0-1,0 1 0,0-1 1,0 0-1,-1 1-1,-2 0 16,1 0 0,-1 0-1,0 0 1,-1-1 0,1 0 0,0 0 0,-1 0 0,1 0 0,-1 0-1,1-1 1,-1 1 0,0-1 0,0 0 0,1 0 0,-1 0 0,0-1 0,0 1-1,0-1 1,0 0 0,0 0 0,0-1 0,0 1 0,-2-1-16,0 1 14,5-1-20,-1 1 0,1-1 1,-1 0-1,1 1 1,0-1-1,0 0 0,-1 0 1,1 0-1,0 0 0,0 0 1,0 0-1,0-1 1,0 1-1,0 0 0,1 0 1,-1-1-1,0 1 0,1 0 1,-1-1-1,1 1 1,-1-1-1,1 1 0,0-1 1,-1 1-1,1-1 0,0 1 1,0-1-1,0 1 1,0-1-1,0 1 0,1-1 1,-1 1-1,0-1 0,1 1 1,-1-1-1,1 1 1,-1 0-1,1-1 0,0 1 1,-1 0-1,1-1 0,0 1 1,0 0-1,0 0 1,0 0-1,0 0 0,0 0 1,1 0-1,-1 0 0,0 0 1,1 0 5,64-32-265,-65 60 666,-2-26-409,1 0 1,-1 0-1,0 0 1,0-1-1,0 1 1,0 0-1,0-1 1,0 1-1,0 0 1,0-1-1,0 1 1,0-1-1,0 1 1,0-1-1,0 0 1,0 0-1,-1 1 0,1-1 1,0 0-1,0 0 1,0 0-1,0 0 1,-1 0-1,1 0 1,0-1-1,0 1 1,0 0-1,0-1 1,0 1-1,0 0 1,0-1-1,0 0 1,-1 1-1,2-1 1,-1 1-1,0-1 0,0 0 1,0 0-1,0 0 1,0 1-1,1-1 1,-1 0-1,0 0 1,1 0-1,-1 0 1,0 0-1,1 0 1,-1 0-1,1-1 1,0 1-1,-1 0 1,1 0-1,0 0 1,0 0-1,0 0 1,0-1 7,-1-25-1499</inkml:trace>
  <inkml:trace contextRef="#ctx0" brushRef="#br0" timeOffset="4883.961">6338 443 26126,'0'0'2867,"0"0"-1615,0 0-622,0 0-73,0 0-18,0 0-114,-5-6-179,-24-6-129,4 51-109,21-30-8,-70 130 0,28-59 0,3 3 0,5 2 0,3 1 0,-8 37 0,30-41 0,13-81-6,0 0 1,1 0-1,-1 0 0,0 0 1,0 0-1,1 0 0,-1 0 0,0 0 1,1 0-1,-1 0 0,1 0 1,-1 0-1,1 0 0,0-1 1,-1 1-1,1 0 0,0 0 0,-1-1 1,1 1-1,0 0 0,0-1 1,0 1-1,0-1 0,-1 1 1,1-1-1,0 0 0,0 1 0,0-1 1,0 0-1,0 1 0,0-1 1,0 0-1,0 0 0,0 0 1,0 0-1,0 0 0,0 0 1,0 0-1,0 0 0,0-1 0,0 1 1,0 0-1,0-1 0,0 1 1,0 0-1,0-1 0,0 1 1,0-1-1,0 1 0,-1-1 0,1 0 1,0 1-1,0-1 0,-1 0 6,35-19-4076,7-12-11952</inkml:trace>
  <inkml:trace contextRef="#ctx0" brushRef="#br0" timeOffset="5293.981">7246 884 31311,'0'0'672,"0"0"-275,0 0-157,0-19-114,-1-63-105,2 77-21,0 0 0,-1-1 0,0 1 0,0 0 0,0-1 0,-1 1 0,1 0 0,-1-1 0,-1 1 0,1 0 0,-1 0 0,0 0 0,0 0 0,0 0 0,0 1 0,-1-1 0,0 0 0,0 1 0,0 0 0,-1 0 0,0 0 0,1 0 0,-1 1 0,-1-1 0,1 1 0,0 0 0,-1 0 0,1 0 0,-1 1 0,0 0 0,0 0 0,0 0 0,0 0 0,0 1 0,-1 0 0,1 0 0,0 0 0,0 1 0,-1 0 0,1 0 0,0 0 0,-1 1 0,1-1 0,0 1 0,-1 1 0,1-1 0,-1 1 0,-7 6 0,1 1 0,-1 0 0,2 0 0,-1 2 0,1-1 0,1 1 0,0 1 0,0 0 0,1 0 0,1 1 0,-6 11 0,1-3 0,1 0 0,1 1 0,1 0 0,1 1 0,1 1 0,1-1 0,1 1 0,1 0 0,1 0 0,1 1 0,1-1 0,1 1 0,2-1 0,0 7 0,1-24 0,1 0 0,-1-1 0,1 1 0,1 0 0,-1-1 0,1 0 0,0 1 0,0-1 0,1-1 0,0 1 0,0-1 0,0 0 0,0 0 0,1 0 0,0-1 0,0 0 0,0 0 0,1 0 0,-1-1 0,1 0 0,0 0 0,0-1 0,0 0 0,0 0 0,0-1 0,0 0 0,1 0 0,-1 0 0,0-1 0,1 0 0,-1-1 0,0 1 0,1-2 0,-1 1 0,0-1 0,0 0 0,0 0 0,0-1 0,0 0 0,-1 0 0,1 0 0,-1-1 0,1-1 0,19-13-22,-2-1-1,-1-1 1,0-2-1,-2 0 1,0-1 0,-1-1-1,-2 0 1,0-2-1,-2 0 1,-1-1 0,-1-1-1,-1 0 1,-2-1-1,0 0 1,-3-1 0,0 0-1,-2 0 1,-1 0-1,-1-1 1,-1-3 22,3-46-1600</inkml:trace>
  <inkml:trace contextRef="#ctx0" brushRef="#br0" timeOffset="6259.792">8550 335 27302,'0'0'2686,"0"0"-1677,0 0-522,0 0 41,0 0-62,-14 23-218,-42 76-207,-2 58-41,-144 282 0,187-386 0,20-49-15,64-34-3256,-26-2-5870</inkml:trace>
  <inkml:trace contextRef="#ctx0" brushRef="#br0" timeOffset="6561.13">9296 440 28958,'0'0'2153,"0"0"-1537,0 0-48,0 0-96,0 0-472,-34 137 0,20-89 0,-2 6 0,-3 4 0,-2 0 0,1-2 0,1 0 0,3-4 0,5-2 0,1-7 0,10-12 0,0-10 0,5-17-648</inkml:trace>
  <inkml:trace contextRef="#ctx0" brushRef="#br0" timeOffset="14747.138">10409 465 29406,'0'0'920,"0"0"-351,0 0-191,0 0 38,0 0-17,-14 22-69,-43 73-76,-59 135-159,72-153-95,22-43 0,2 1 0,1 1 0,2 1 0,1 1 0,2 0 0,-7 36 0,20-74-1,1 1 1,-1-1-1,1 1 0,-1 0 0,1-1 1,0 1-1,-1 0 0,1 0 0,0-1 1,0 1-1,-1 0 0,1 0 0,0-1 1,0 1-1,0 0 0,0 0 1,0-1-1,0 1 0,0 0 0,0 0 1,0-1-1,1 1 0,-1 0 0,0 0 1,0-1-1,1 1 0,-1 0 1,0 0-1,1-1 0,-1 1 0,1-1 1,-1 1-1,1 0 0,-1-1 0,1 1 1,-1-1-1,1 1 0,0-1 1,-1 1-1,1-1 0,0 0 0,-1 1 1,1-1-1,0 0 0,0 1 0,-1-1 1,1 0-1,0 0 0,0 0 0,-1 0 1,1 0-1,0 0 0,0 0 1,-1 0-1,1 0 0,0 0 0,0 0 1,-1 0-1,1 0 0,0-1 0,0 1 1,-1 0-1,1-1 0,0 1 1,-1 0-1,1-1 1,48-32-1468,-47 31 1298,42-37-4801</inkml:trace>
  <inkml:trace contextRef="#ctx0" brushRef="#br0" timeOffset="15415.588">11918 733 29014,'0'0'1299,"0"0"-644,0 0-322,0 0 6,4-19-30,39-136 168,-41 150-470,-1 0 1,0 1 0,0-1 0,0 0-1,-1 1 1,1-1 0,-1 0 0,0 0-1,0 0 1,-1 1 0,0-1 0,1 0-1,-2 0 1,1 1 0,0-1 0,-1 1 0,0-1-1,0 1 1,0 0 0,-1 0 0,1 0-1,-1 0 1,0 0 0,0 0 0,-1 1-1,1 0 1,-1-1 0,1 1 0,-1 0-1,0 1 1,0-1 0,0 1 0,-1 0-1,1 0 1,-1 0 0,1 0 0,-1 1-1,1 0 1,-1 0 0,0 0 0,0 0-1,1 1 1,-1 0 0,-1 0-8,-8 2 0,0 1 0,0 1 0,0 0 0,0 1 0,1 0 0,0 1 0,0 0 0,0 1 0,1 1 0,0 0 0,0 0 0,1 1 0,0 1 0,1 0 0,0 1 0,0-1 0,1 2 0,1-1 0,0 1 0,1 1 0,0 0 0,0 0 0,2 0 0,-3 7 0,0-5 0,2 1 0,-1 0 0,2 0 0,0 0 0,1 0 0,1 1 0,0-1 0,1 1 0,1 0 0,1 0 0,0 0 0,1 0 0,1 1 0,-1-13 0,1 1 0,0-1 0,0 0 0,0 0 0,0 0 0,1 0 0,0 0 0,0-1 0,1 1 0,-1-1 0,1 0 0,0 0 0,0 0 0,0 0 0,0-1 0,1 1 0,-1-1 0,1-1 0,0 1 0,0 0 0,0-1 0,0 0 0,1-1 0,-1 1 0,0-1 0,1 0 0,-1 0 0,5 0 0,2 1 0,1-1 0,-1 0 0,1-1 0,0 0 0,-1-1 0,1-1 0,-1 0 0,0 0 0,1-1 0,-1-1 0,0 0 0,3-2 0,-4 1 0,-1-1 0,1 0 0,-1 0 0,-1-1 0,1-1 0,-1 0 0,0 0 0,-1 0 0,0-1 0,-1 0 0,1-1 0,-2 0 0,1 0 0,-1 0 0,-1-1 0,0 0 0,-1 0 0,0 0 0,0 0 0,-1-1 0,-1 0 0,0 1 0,0-1 0,-1 0 0,-1 0 0,0 0 0,-2-12 0,-19-17-1968,2 31-3138</inkml:trace>
  <inkml:trace contextRef="#ctx0" brushRef="#br0" timeOffset="21383.623">13014 368 23525,'0'0'2698,"0"0"-1108,0 0-546,0 0-296,0 0-175,-3-1-126,-21-2 308,5 42-231,-142 391 339,156-390-870,17-43-421,71-42-1655,-42 15-960</inkml:trace>
  <inkml:trace contextRef="#ctx0" brushRef="#br0" timeOffset="22151.485">13888 447 27358,'0'0'1343,"0"0"-402,0 0-297,0 0-194,0 0-145,0 0-110,-10 16-32,-57 103 153,-75 238 469,143-357-801,-1 0-1,0-1 0,0 1 1,1 0-1,-1 0 1,0 0-1,1-1 1,-1 1-1,0 0 0,0 0 1,1 0-1,-1 0 1,0 0-1,1 0 0,-1-1 1,0 1-1,1 0 1,-1 0-1,0 0 0,1 0 1,-1 0-1,0 0 1,1 1-1,-1-1 0,0 0 1,1 0-1,-1 0 1,0 0-1,1 0 0,-1 0 1,0 0-1,0 1 1,1-1-1,-1 0 1,0 0-1,1 0 0,-1 1 1,0-1-1,0 0 1,0 0-1,1 1 0,-1-1 1,0 0-1,0 1 1,0-1-1,0 0 0,1 1 1,-1-1-1,0 0 1,0 1-1,0-1 0,0 0 17,27-24-1508,-2-5-1879</inkml:trace>
  <inkml:trace contextRef="#ctx0" brushRef="#br0" timeOffset="22826.237">15000 476 28254,'0'0'1048,"0"0"-209,0 0-252,0 0-123,0 0-89,0 0-93,-6 7-64,-24 37-40,2 1 1,2 1 0,1 1-1,-10 35-178,29-69-14,-1 0-154,1 1 0,0 1-1,1-1 1,1 1 0,0 0 0,1 0 0,1 0-1,-1 14 169,3-13-1655</inkml:trace>
  <inkml:trace contextRef="#ctx0" brushRef="#br0" timeOffset="40967.489">16194 360 17156,'0'0'5678,"0"0"-2478,0 0-1548,0 0-561,0 0-287,-4 0-205,-39 10 1416,-154 436-1443,178-377-572,43-70-931,0-11-1003</inkml:trace>
  <inkml:trace contextRef="#ctx0" brushRef="#br0" timeOffset="41612.15">17477 606 28102,'0'0'1206,"0"0"-305,0 0-349,0 0-128,0 0-49,0 0-74,-1-18-60,-5-59-55,5 71-172,0 1 0,-1-1 0,1 1 1,-2 0-1,1 0 0,0 0 0,-1 0 0,0 0 0,0 1 0,0-1 0,-1 1 0,1 0 0,-1 0 0,0 0 0,0 0 1,0 1-1,-1 0 0,0 0 0,1 0 0,-1 0 0,0 1 0,0-1 0,0 1 0,-1 1 0,1-1 0,0 1 0,-1 0 1,1 0-1,-1 0 0,1 1 0,-1 0 0,1 0 0,-1 0 0,-4 2-14,-3-2 0,0 1 0,0 0 0,1 1 0,-1 0 0,0 1 0,1 1 0,0 0 0,0 1 0,0 0 0,0 1 0,1 0 0,0 0 0,0 1 0,1 1 0,0 0 0,0 1 0,0-1 0,1 2 0,1-1 0,0 1 0,-5 8 0,1 0 0,1 0 0,1 0 0,0 1 0,1 1 0,2-1 0,0 1 0,1 0 0,0 1 0,2 0 0,1 0 0,0 0 0,1 20 0,2-36 0,-1 1 0,-1 1 0,1-1 0,1 0 0,-1 0 0,1 1 0,0-1 0,1 0 0,-1 1 0,1-1 0,1 0 0,-1 0 0,1 0 0,0 0 0,0 0 0,1 0 0,-1 0 0,2-1 0,-1 0 0,0 1 0,1-1 0,0 0 0,0 0 0,1-1 0,-1 0 0,1 1 0,0-1 0,0-1 0,0 1 0,1-1 0,3 2 0,7-3 0,-1-2 0,1 0 0,-1 0 0,0-2 0,1 0 0,-1 0 0,0-2 0,0 0 0,0 0 0,-1-2 0,1 0 0,-1 0 0,-1-1 0,1-1 0,-1 0 0,0-1 0,-1-1 0,0 0 0,-1 0 0,0-1 0,0 0 0,-2-1 0,1 0 0,-1-1 0,-1 0 0,4-8 0,-4 7 0,0-1 0,-1 0 0,0 0 0,-2 0 0,0-1 0,0 0 0,-1 0 0,-1 0 0,-1 0 0,-1 0 0,0-1 0,0 1 0,-2-1 0,-1-6 0,2 21-23,-1-1 0,1 0 0,-1 1 0,1-1 0,-1 1 0,0-1 0,0 1 0,0-1 0,-1 1 0,1 0 0,0 0 0,-1-1 0,0 1 0,1 0-1,-1 0 1,0 0 0,0 1 0,0-1 0,0 0 0,0 1 0,-1 0 0,1-1 0,0 1 0,-1 0 0,1 0 0,-1 0 0,1 0 0,-1 1 0,1-1 0,-1 1 0,1-1 0,-1 1 0,-1 0 23,-28-1-1881</inkml:trace>
  <inkml:trace contextRef="#ctx0" brushRef="#br0" timeOffset="43922.488">18087 212 27150,'0'0'2784,"0"0"-2287,0 0 127,0 0-120,0 0 0,0 0-112,21 90-104,-3-70-264,1 3-24,-5 2 0,-3 2 0,-2 2 0,-9 10 0,0-5-1112,0-8-3761</inkml:trace>
  <inkml:trace contextRef="#ctx0" brushRef="#br0" timeOffset="44172.626">18191 868 10322,'0'0'19476,"0"0"-18499,0 0-297,0 0-24,-21 116-144,0-79-368,-11 2-144,-12 3 0,-15 6 0,-38 8 0,12-9-392,6-14-2297</inkml:trace>
  <inkml:trace contextRef="#ctx0" brushRef="#br0" timeOffset="127773.976">7995 1877 28438,'0'0'768,"0"0"-592,0 0-104,0 0-72,152-60-360,-109 44-1616</inkml:trace>
  <inkml:trace contextRef="#ctx0" brushRef="#br0" timeOffset="127774.976">8704 1805 29326,'0'0'624,"0"0"-456,0 0-168,120 2-104,-67-8-976,0-7-2537</inkml:trace>
  <inkml:trace contextRef="#ctx0" brushRef="#br0" timeOffset="127977.225">9515 1745 27350,'0'0'1920,"0"0"-1728,0 0-136,0 0-56,0 0-16,147 0-800,-110 0-2401</inkml:trace>
  <inkml:trace contextRef="#ctx0" brushRef="#br0" timeOffset="128213.888">10107 1732 29358,'0'0'768,"0"0"-455,0 0-73,0 0-80,0 0-88,0 0-72,0 0-657,37 13-15282</inkml:trace>
  <inkml:trace contextRef="#ctx0" brushRef="#br0" timeOffset="127337.068">6953 1919 27822,'0'0'848,"0"0"-640,0 0 56,0 0 176,0 0-280,0 0-96,115-36-64,-85 26-296,-7 0-1952</inkml:trace>
  <inkml:trace contextRef="#ctx0" brushRef="#br0" timeOffset="127588.525">7338 1879 28070,'0'0'856,"0"0"-632,0 0-24,0 0 72,0 0-152,117 27-120,-64-29-496,-2-10-5169</inkml:trace>
  <inkml:trace contextRef="#ctx0" brushRef="#br0" timeOffset="104820.889">1198 3080 26174,'0'0'814,"0"0"-44,0 0 600,0 0-581,0 0-235,-11-6-142,-36-22-79,0-43 430,35 43-603,10 24-152,0-1 0,-1 0 0,1 1 0,-1-1 0,0 1 0,0 0 0,-1 0 0,1 0 0,-1 0 0,0 1 0,0 0 0,0-1 0,0 1 0,0 1 0,-1-1 0,1 1 1,-1-1-1,0 1 0,0 1 0,0-1 0,0 1 0,0 0 0,0 0 0,0 0 0,0 0 0,-1 1 0,1 0 0,0 0 0,0 1 0,0 0 0,-1 0 0,1 0 0,0 0 0,0 1 0,-1 0-8,-8 6-1,0 1 0,0 1 0,1 0-1,0 1 1,1 1 0,0-1 0,1 2-1,0 0 1,1 0 0,0 1 0,1 0 0,0 2 1,-6 9-2,1 0 1,1 1-1,1 1 0,1 0 1,1 0-1,2 1 1,1 1-1,1-1 1,1 1-1,2 0 1,1 0-1,1 0 1,1 0-1,4 20 2,-3-39-2,1 0 0,0 0 0,0-1-1,1 1 1,1 0 0,-1-1 0,1 0-1,1 0 1,0 0 0,0-1 0,1 1 0,0-1-1,0-1 1,1 1 0,0-1 0,1 0-1,-1 0 1,1-1 0,0 0 0,1-1 0,0 0-1,-1 0 1,1-1 0,1 0 0,-1 0-1,1-1 1,1 0 2,4 0 1,-1-2 1,1 1-1,0-2 0,-1 0 1,1 0-1,-1-2 0,1 0 0,-1 0 1,1-1-1,-1-1 0,0-1 0,-1 0 1,1 0-1,-1-1 0,0-1 0,0-1 1,-1 1-1,0-2 0,0 0 0,-1 0 1,0-1-1,-1 0 0,0-1 0,-1-1 1,5-7-2,3-3 3,-2-2 0,0 0 1,-2 0-1,-1-2 0,-1 1 1,-1-2-1,-1 1 0,-1-1 1,-1 0-1,-2-1 0,-1 0 1,-1 1-1,-1-4-3,-11-100-926,6 122-717</inkml:trace>
  <inkml:trace contextRef="#ctx0" brushRef="#br0" timeOffset="105278.385">2150 3186 30158,'0'0'554,"-5"-22"-313,-33-143 230,1-18-48,36 182-416,1 0 0,0-1 0,-1 1 1,1 0-1,-1 0 0,0 0 0,1 0 0,-1 0 0,0 0 1,0 0-1,1 0 0,-1 0 0,0 0 0,0 0 0,0 0 1,0 1-1,0-1 0,0 0 0,-1 1 0,1-1 1,0 1-1,0-1 0,0 1 0,-1 0 0,1-1 0,0 1 1,0 0-1,-1 0 0,1 0 0,0 0 0,0 0 0,-1 0 1,1 0-1,0 0 0,0 0 0,-1 1 0,1-1 1,0 0-1,0 1 0,0-1 0,0 1 0,-1 0 0,1-1 1,0 1-1,0 0 0,0 0 0,0 0 0,0-1 1,1 1-1,-1 0 0,0 0 0,0 0 0,1 0 0,-1 0 1,0 1-8,-44 63 5,25-23-5,1 2 0,3-1 0,2 2 0,1 0 0,2 1 0,3 0 0,1 0 0,3 1 0,1 45 0,3-85 0,0 0 0,1 0 0,-1 0 0,1 0 0,1 0 0,-1 0 0,1-1 0,1 1 0,-1-1 0,1 1 0,0-1 0,1 0 0,-1 0 0,1 0 0,0 0 0,1-1 0,-1 0 0,1 0 0,0 0 0,0 0 0,1-1 0,0 0 0,-1 0 0,1 0 0,1-1 0,-1 0 0,0 0 0,5 1 0,4 1 6,1 0 1,-1-2-1,1 1 0,0-2 1,0 0-1,0-1 0,0-1 1,0 0-1,1-1 0,-1-1 1,0-1-1,-1 0 0,1-1 1,-1 0-1,1-1 0,-1-1 1,-1-1-1,1 0 0,-1-1 1,10-7-7,4-5-247,0-1 1,-2-1-1,-1-1 1,0-1 0,-2-2-1,-1 0 1,-1-1-1,-2-1 1,4-9 246,6-10-2262</inkml:trace>
  <inkml:trace contextRef="#ctx0" brushRef="#br0" timeOffset="105733.459">3387 3277 31247,'0'0'628,"0"0"-333,-13-18-51,-75-120 106,63 65-347,20 55-3,0 0 0,-2 1 0,0-1 0,-1 1 0,-1 0 0,0 1 0,-9-12 0,14 25 0,1 0 0,-1 0 0,1 1 0,-1-1 0,0 1 0,0 0 0,0 0 0,0 0 0,-1 0 0,1 1 0,0-1 0,-1 1 0,1 0 0,-1 1 0,0-1 0,1 1 0,-1 0 0,1 0 0,-1 0 0,1 1 0,-1-1 0,1 1 0,-1 0 0,1 1 0,-1-1 0,1 1 0,0 0 0,0 0 0,0 0 0,0 0 0,0 1 0,0 0 0,1 0 0,-1 0 0,1 0 0,0 0 0,0 1 0,0-1 0,0 1 0,1 0 0,-3 3 0,-8 11 0,0 1 0,1 0 0,1 0 0,1 1 0,1 1 0,0 0 0,2 0 0,0 1 0,1-1 0,2 1 0,0 0 0,1 1 0,2-1 0,0 1 0,1-1 0,1 1 0,1-1 0,3 11 0,0-20 0,1-1 0,0 0 0,1 0 0,0-1 0,1 1 0,1-2 0,-1 1 0,1-1 0,1 0 0,0-1 0,0 0 0,1-1 0,0 0 0,1-1 0,0 0 0,0 0 0,0-2 0,1 1 0,0-2 0,0 1 0,0-2 0,0 0 0,0 0 0,1-2 0,0 1 0,-1-2 0,1 0 0,0 0 0,11-3 0,-13-2-62,1 0 0,-1-1 0,0 0-1,0-1 1,-1-1 0,0 0 0,0 0 0,-1-1 0,0 0 0,-1-1 0,0 0-1,0-1 1,-1 0 0,0 0 0,-1-1 0,0 0 0,-1 0 0,-1 0-1,0-1 1,0 0 0,-1 0 0,-1 0 0,0 0 0,-1-1 0,0 1-1,-2-1 1,1-2 62,0-10-2859</inkml:trace>
  <inkml:trace contextRef="#ctx0" brushRef="#br0" timeOffset="107012.052">4044 3557 29678,'0'0'815,"0"0"-400,0 0-102,0 0 106,0 0-124,0 0-76,1 3-46,0 2-166,0-4-1,-1-1 0,1 1 1,-1 0-1,1-1 1,-1 1-1,1 0 1,-1-1-1,0 1 1,1 0-1,-1 0 1,0 0-1,0-1 0,1 1 1,-1 0-1,0 0 1,0 0-1,0 0 1,0 0-1,0-1 1,0 1-1,0 0 1,0 0-1,-1 0 0,1 0 1,0-1-1,0 1 1,-1 0-1,1 0 1,-1-1-1,1 1 1,-1 0-1,1 0 1,-1-1-1,1 1 0,-1 0 1,1-1-1,-1 1 1,0-1-1,1 1 1,-1-1-1,0 1 1,1-1-1,-1 0 1,0 1-1,0-1 0,0 0 1,1 1-1,-1-1 1,0 0-1,0 0 1,0 0-1,0 0 1,1 0-1,-1 0 1,0 0-1,0 0-6,-22-12 32,73 8-64,-40-5 97,-17-7-205,39 20 60,-30 23 109,11-17-239,-1-10 218,-10-1-5,0 0-1,0 1 0,0-1 0,0 1 0,0-1 1,0 1-1,0 0 0,1 0 0,-1 0 1,0 0-1,0 0 0,0 1 0,0-1 0,0 1 1,0-1-1,0 1 0,0 0 0,0 0 1,0-1-1,0 1 0,0 1 0,0-1 0,0 0 1,-1 0-1,1 1 0,-1-1 0,1 1 1,-1-1-1,1 1 0,-1 0 0,0 0 0,0-1 1,0 1-1,0 0 0,0 0 0,0 0 1,0 0-1,-1 0 0,1 0 0,-1 2-2,-1-3 9,-1 1-1,1-1 1,-1 1-1,0-1 1,0 0-1,0 0 1,0 0-1,0 0 1,0 0-1,0 0 1,0 0-1,0-1 1,0 1-1,0-1 1,0 0-1,-1 1 1,1-1-1,0 0 1,0 0 0,-1 0-1,1-1 1,0 1-1,0-1 1,0 1-1,0-1 1,0 0-1,0 1 1,0-1-1,0 0 1,0 0-1,0-1 1,0 1-1,0 0 1,0-1-9,-1-49 6,41 56-34,-37-1 30,-1 0-1,0 0 0,0 0 0,0 0 1,0 0-1,-1 0 0,1 0 1,-1 0-1,0 0 0,-1-1 1,1 1-1,0 0 0,-1 0 0,0-1 1,0 1-1,0-1 0,0 0 1,-1 0-1,1 0 0,-1 0 0,0 0 1,0 0-1,0 0 0,0-1 1,0 0-1,-1 1 0,1-1 0,-1-1 1,1 1-1,-1 0 0,-2 0-1,2-8 3,85-82-3,-80 88 0,-1-1 0,0 1 0,0-1 0,0 1 0,1-1 0,-1 1 0,0-1 0,1 1 0,-1-1 0,1 1 0,-1-1 0,0 1 0,1 0 0,-1-1 0,1 1 0,-1 0 0,1 0 0,-1-1 0,1 1 0,-1 0 0,1 0 0,-1-1 0,1 1 0,0 0 0,-1 0 0,1 0 0,-1 0 0,1 0 0,-1 0 0,1 0 0,0 0 0,-1 0 0,1 0 0,-1 0 0,1 1 0,-1-1 0,1 0 0,-1 0 0,1 1 0,0-1 0,-1 0 0,0 0 0,1 1 0,-1-1 0,1 1 0,-1-1 0,1 0 0,-1 1 0,0-1 0,1 1 0,-1-1 0,0 1 0,1-1 0,-1 1 0,0-1 0,0 1 0,0-1 0,1 1 0,-1-1 0,0 1 0,0 0 0,0-1 0,0 1 0,0-1 0,0 1 0,-2 2 0,-1-1 0,1 0 0,-1 0 0,0 0 0,0 0 0,0 0 0,0 0 0,0-1 0,0 1 0,0-1 0,-1 0 0,1 0 0,0 0 0,-1 0 0,1-1 0,-1 1 0,1-1 0,-1 0 0,1 0 0,-4-1 0,-9 6 0,-3-15 0,8-61-1851,11 54-3115</inkml:trace>
  <inkml:trace contextRef="#ctx0" brushRef="#br0" timeOffset="112846.594">5175 2437 25533,'0'0'5394,"0"0"-4786,0 0-352,0 0-32,0 0 200,-39 147-216,25-53-88,-7 34-120,-7 28 0,5-11 0,5-29 0,6-42 0,8-26 0,1 4-72,3 0-520,14-11-800,7-22-14164</inkml:trace>
  <inkml:trace contextRef="#ctx0" brushRef="#br0" timeOffset="114139.684">8524 2481 29190,'0'0'1345,"0"0"-705,0 0-160,0 0-8,0 0-64,-99 172-176,67-75-232,2-2 0,2 7 0,5-2 0,10-22 0,6 3 0,7-14 0,9-13 0,21-19-464,2-19-1272</inkml:trace>
  <inkml:trace contextRef="#ctx0" brushRef="#br0" timeOffset="114393.872">9114 2754 30431,'0'0'1360,"0"0"-888,-60 129-120,37-63-200,7 7-152,5 1 0,4 1 0,4-7 0,3-5-368,12-20-712,2-18-1185</inkml:trace>
  <inkml:trace contextRef="#ctx0" brushRef="#br0" timeOffset="114612.076">10075 2582 27742,'0'0'4273,"0"0"-3865,0 0-152,-26 137-168,20-44-88,-4 42 0,-6 39 0,-7 21 0,0-12 0,-4-32 0,6-60-376,5-37-9370</inkml:trace>
  <inkml:trace contextRef="#ctx0" brushRef="#br0" timeOffset="113222.124">6387 3007 30583,'0'0'589,"-11"-20"-352,-65-138-65,52 71 41,-32-69-103,54 153-109,0 0 0,0 0 0,0 0 1,-1 0-1,1 1 0,-1-1 0,0 1 0,1-1 0,-1 1 0,0 0 0,-1 0 0,1 1 0,0-1 0,-1 1 1,1-1-1,0 1 0,-1 0 0,1 0 0,-1 0 0,0 1 0,1 0 0,-1-1 0,0 1 0,1 0 0,-1 1 1,0-1-1,1 1 0,-1-1 0,1 1 0,-1 0 0,1 0 0,-1 1 0,1-1 0,0 1 0,-1 0 1,1 0-1,0 0 0,0 0 0,0 0 0,1 1 0,-1-1 0,0 1 0,1 0 0,0-1 0,0 1 0,0 0 1,0 1-1,0-1 0,0 0 0,1 1-1,-19 31-3,2 2 0,2 0 0,2 1 0,1 0 0,1 1 0,3 0 0,1 1 1,2 0-1,2 1 0,1-1 0,3 29 3,-1-61 0,1-1 0,1 0 1,-1 0-1,1 0 0,0 0 1,0 0-1,1-1 0,0 1 1,0 0-1,1-1 0,0 1 1,0-1-1,0 0 0,1 0 1,0 0-1,0 0 0,1-1 1,-1 1-1,1-1 0,0 0 1,1-1-1,-1 1 0,1-1 0,0 0 1,0-1-1,0 1 0,1-1 1,-1 0-1,1-1 0,-1 0 1,1 0-1,0 0 0,0-1 1,0 0-1,0 0 0,0-1 1,0 1-1,0-2 0,0 1 1,0-1-1,0 0 0,0 0 1,0-1-1,0 0 0,-1 0 0,3-2 0,129-97-98,-59 32-545,-6 3-1151</inkml:trace>
  <inkml:trace contextRef="#ctx0" brushRef="#br0" timeOffset="113559.468">7055 2945 28046,'0'0'970,"0"0"-278,0 0-28,0 0 68,0 0-117,0 0-236,5-16-146,-1 4-190,-2 8-33,0-1 0,0 1 1,0 0-1,-1-1 0,0 0 1,0 1-1,0-1 0,0 0 0,-1 0 1,1 0-1,-1 1 0,-1-1 0,1 0 1,-1 0-1,0 0 0,0 1 1,0-1-1,0 0 0,-1 1 0,0-1 1,-1-1-11,0 0 5,-1 1 1,1-1-1,-1 1 1,-1 0-1,1 1 1,-1-1-1,1 1 1,-1 0 0,0 0-1,-1 0 1,1 1-1,-1 0 1,1 0-1,-1 0 1,0 0-1,0 1 1,0 0-1,-1 1 1,1-1-1,0 1 1,-1 0 0,1 1-1,-1 0 1,1 0-1,0 0 1,-1 1-1,1 0 1,-1 0-1,1 0 1,0 1-1,0 0 1,-3 1-6,-3 6 0,-1 0 0,2 1 0,-1 0 0,1 1 0,1 0 0,0 1 0,1 0 0,0 0 0,0 1 0,2 1 0,-1-1 0,2 1 0,-5 14 0,1-6 0,2 2 0,1-1 0,0 1 0,2 0 0,1 0 0,0 1 0,2-1 0,1 16 0,0-36 0,1 0 0,0 0 0,0 0 0,0 0 0,0 1 0,1-1 0,-1 0 0,1 0 0,0 0 0,1 0 0,-1 0 0,1 0 0,-1-1 0,1 1 0,0 0 0,0-1 0,1 1 0,-1-1 0,1 0 0,0 0 0,0 0 0,0 0 0,0 0 0,0-1 0,1 1 0,-1-1 0,1 0 0,-1 0 0,1 0 0,0-1 0,0 1 0,0-1 0,2 1 0,5 0-3,1 0 0,-1 0 0,1-1 0,-1-1 0,1 0 0,0 0 0,-1-1 0,1-1 0,-1 0 0,0 0 0,1-1 0,-1-1 0,0 0 0,-1 0 0,1-1 0,-1 0 0,0-1 0,0 0 0,0-1 0,-1 0 0,0 0 0,-1-1 0,1 0 0,-2-1 0,1 0 3,102-156-2009,-69 84-1500</inkml:trace>
  <inkml:trace contextRef="#ctx0" brushRef="#br0" timeOffset="116159.935">1 4554 27382,'0'0'1232,"0"0"-656,0 0-338,0 0-24,0 0 29,20-11 28,-1-2-195,-10 7-50,-1 1 0,1 0 0,0 0 0,0 0 0,1 1-1,0 1 1,-1 0 0,1 0 0,0 1 0,0 0 0,0 0 0,1 1 0,1 1-26,367 20 766,-151 0-331,1-10 1,140-14-436,229-39 561,1488-204-561,143-59 0,-391 98 0,-1054 147 0,199 34 0,492-13 0,685 21 0,-2026 20 0,1319 69 0,-860-24 0,-472-16-112,-108-23-448</inkml:trace>
  <inkml:trace contextRef="#ctx0" brushRef="#br0" timeOffset="118465.352">15645 3640 21749,'0'0'5089,"0"0"-3350,0 0-1172,0 0 285,0 0 3,-11-8-159,-35-22-177,34 22-203,110 24 69,133-18-385,-155-2 0,-1 3 0,1 4 0,64 11 0,70 13 0,1-10 0,101-8 0,8 1 0,-279-9 0,0 1 0,0 2 0,-1 2 0,0 2 0,0 1 0,-1 2 0,27 12 0,-66-23-1,-1 0-1,1-1 1,0 1-1,-1 0 1,1 0-1,-1 0 1,1 0 0,0 0-1,-1 0 1,1 0-1,-1 0 1,1 0 0,0 0-1,-1 0 1,1 0-1,-1 0 1,1 0-1,0 0 1,-1 0 0,1 0-1,-1 0 1,1 1-1,0-1 1,-1 0 0,1 0-1,0 0 1,-1 1-1,1-1 1,0 0-1,-1 0 1,1 1 0,0-1-1,0 0 1,-1 1-1,1-1 1,0 0-1,0 1 1,0-1 0,-1 1-1,1-1 1,0 0-1,0 1 1,0-1 0,0 0-1,0 1 1,0-1 1,-35-9-1150,-4-9-3356</inkml:trace>
  <inkml:trace contextRef="#ctx0" brushRef="#br0" timeOffset="123186.265">17574 3646 28502,'0'0'1088,"0"0"-297,0 0-121,0 0-76,0 0-95,0 0-111,16-1-186,102 2-169,527 109-33,-390-59-283,-248-50-1130</inkml:trace>
  <inkml:trace contextRef="#ctx0" brushRef="#br0" timeOffset="129374.759">6893 3872 29046,'0'0'888,"0"0"-359,0 0-289,0 0-168,0 0-48,0 0 0,0 0-24,187 2-264,-125-17-1289,-11 3-6144</inkml:trace>
  <inkml:trace contextRef="#ctx0" brushRef="#br0" timeOffset="129636.999">7806 3841 29998,'0'0'665,"0"0"-665,0 0-361,159 6-2183</inkml:trace>
  <inkml:trace contextRef="#ctx0" brushRef="#br0" timeOffset="129831.416">8621 3884 31143,'0'0'344,"0"0"-344,0 0-1937</inkml:trace>
  <inkml:trace contextRef="#ctx0" brushRef="#br0" timeOffset="129832.416">9296 3837 30535,'0'0'1816,"0"0"-1624,0 0-192,0 0-112,0 0-336,0 0-16,0 0-1105</inkml:trace>
  <inkml:trace contextRef="#ctx0" brushRef="#br0" timeOffset="142153.065">6516 1 23413,'0'0'2272,"0"0"-743,0 0-625,0 0-296,0 0-336,0 0 192,0 0 72,-21 19-128,21-7-55,4 0-129,1 5-88,0 6-80,-1 10-56,1 17-136,9 51-609,-3-9-735,3-1-848</inkml:trace>
  <inkml:trace contextRef="#ctx0" brushRef="#br0" timeOffset="142422.249">6592 921 23805,'0'0'2289,"0"0"-953,0 123-520,-10-67-64,3 2-176,3 4-296,-1 6-280,5 1-96,0-3-736,0 15-448,0-19-1873,3-10-1504</inkml:trace>
  <inkml:trace contextRef="#ctx0" brushRef="#br0" timeOffset="142423.249">6566 1794 11106,'0'0'9394,"0"0"-6073,-21 135-1729,15-71-631,3 1-561,3-1-80,0-2 8,0-4-72,0 13-8,5-15-248,-1-11-488</inkml:trace>
  <inkml:trace contextRef="#ctx0" brushRef="#br0" timeOffset="142687.407">6536 3268 9322,'0'0'18764,"0"0"-17924,0 0-776,0 0-64,0 0-2936</inkml:trace>
  <inkml:trace contextRef="#ctx0" brushRef="#br0" timeOffset="142688.407">6573 3828 28454,'0'0'992,"0"0"-600,0 0-232,0 0-160,0 0-472,0 0-4273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8:4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934 450 27622,'0'0'1128,"0"0"-672,0 0-216,0 0 320,-44 177-79,21-66-129,4-3-152,3-10-104,12-17-72,4-32-24,4 5-440,17-10-937,-5-19-2688</inkml:trace>
  <inkml:trace contextRef="#ctx0" brushRef="#br0" timeOffset="964.985">526 0 27270,'0'0'777,"0"0"-413,-24 20-86,17-14-252,-8 5 34,1 1 0,1 0 1,0 1-1,0 0 1,2 1-1,0 0 0,0 1 1,1 0-1,1 1 1,0 0-1,2 1 0,0-1 1,-5 16-61,-4 38 180,3 0 1,3 1 0,3 0-1,3 0 1,3 1 0,4 10-181,-2-50 54,3 0 1,0-1-1,2 1 1,1-1 0,2 0-1,10 24-54,-15-44 15,1 0 0,1 0 0,-1-1 0,2 0 0,-1 0 0,1 0 1,1-1-1,0 0 0,0 0 0,0-1 0,1 0 0,1-1 0,-1 0 0,1 0 0,0-1 0,1 0 0,0-1 0,0 0 0,11 3-15,-2-3 24,1 0-1,0-1 1,1-1-1,-1-1 1,0-1-1,1 0 1,-1-2-1,1-1 1,-1 0-1,0-2 1,0 0-1,0-2 1,0 0-1,-1-1 1,0-1-1,18-10-23,-7-4 32,0 0 0,-2-3 0,-1 0 0,0-1-1,-2-2 1,-1-1 0,-2-1 0,-1-1-1,-1-1 1,-1 0 0,-2-2 0,9-25-32,-19 41 1,-1 0 1,-1-1 0,-1 0-1,-1 0 1,0-1 0,-2 1-1,0-1 1,-1 0 0,-1 1-1,0-1 1,-2 0 0,0 1-1,-2-1 1,0 0-2,1 9-4,0 0 0,-1 1-1,0 0 1,-1 0 0,0 0 0,0 0-1,-1 1 1,0 0 0,-1 0 0,0 0-1,0 1 1,-1 0 0,0 1 0,-1 0-1,0 0 1,0 0 0,0 1 0,0 1-1,-1-1 1,0 2 0,0-1 0,-1 2-1,1-1 1,-12-1 4,8 2 1,-1 0-1,-1 1 1,1 1-1,0 0 1,0 1-1,0 1 1,0 0-1,-1 1 1,1 0-1,1 2 1,-1 0-1,0 0 1,1 1-1,0 1 1,0 1-1,1 0 1,-1 0-1,2 2 1,-1-1-1,1 2 1,-1 1-1,-40 36 8,3 2 0,2 2 0,2 3 0,3 1 0,2 2 0,2 2 0,-2 11-8,36-62-1,0 0 1,0 0-1,0 1 0,1 0 1,1 0-1,-1 1 0,2-1 1,-1 0-1,1 1 1,1 0-1,-1-1 0,2 1 1,-1 0-1,1 0 0,1 1 1,0-9 0,0-1-1,1 1 0,-1 0 0,0-1 0,1 1 0,-1-1 0,1 0 1,0 1-1,-1-1 0,1 0 0,0 0 0,0 0 0,0 0 0,0 0 1,0 0-1,0-1 0,0 1 0,0-1 0,0 1 0,0-1 0,0 0 1,0 0-1,0 0 0,0 0 0,0 0 0,0 0 0,0-1 0,1 1 1,-1-1-1,0 1 0,1-2 1,4 1-2,19-7 4,0-2 0,-1 0 0,0-2 0,-1-1 0,0-1-1,-1 0 1,-1-2 0,0-1 0,-1-1 0,-1-1 0,-1 0-1,-1-2 1,0 0 0,-1-1 0,-2 0 0,6-11-2,-10 19-10,-1 0 0,0-1 0,-1 1 0,-1-2 0,0 1 0,-1-1 1,-1-1-1,0 1 0,-2-1 0,1 0 0,-2 0 0,0-6 10,-3 20-8,0 0 0,0 0 0,0 0 0,-1 0 0,1 1 0,-1-1 0,0 0 0,0 0 0,0 1 0,0-1 0,-1 0 0,1 1 0,-1-1 0,1 1 0,-1 0 0,0 0 0,0-1 0,0 1 0,0 0 0,0 0 0,0 1 0,-1-1 0,1 0 0,-1 1 0,1 0 0,-1-1 0,1 1 0,-1 0 0,0 0 0,0 1 1,0-1-1,1 0 0,-1 1 0,0 0 0,-1 0 8,-117-3-272,108 4 240,-58 8-20,1 3-1,0 3 0,1 3 0,-25 12 53,76-25-1,-24 7 6,20-7 8,0 2 0,1 0 0,0 1 0,0 1 0,1 0 1,0 2-1,0 1 0,-10 8-13,29-20 3,-1 1-1,0 0 1,1-1 0,-1 1 0,1 0 0,-1 0 0,1 0 0,0 0 0,-1 0 0,1 0 0,0 1-1,0-1 1,0 0 0,0 0 0,0 1 0,0-1 0,0 1 0,0-1 0,0 1 0,1-1 0,-1 1 0,1 0-1,-1-1 1,1 1 0,-1 0 0,1-1 0,0 1 0,0 0 0,0 0 0,0-1 0,0 1 0,0 0-1,1-1 1,-1 1 0,1 0 0,-1-1 0,1 1 0,-1 0 0,1-1 0,0 1 0,0-1 0,0 1-1,0-1 1,0 0 0,0 1 0,0-1 0,0 0 0,0 0 0,1 0 0,-1 0 0,1 1-3,186 5 0,-111-17 7,-1-3 0,-1-3 0,0-3 0,13-9-7,-74 24 1,102-22 2,-115 26-3,1 0 0,-1 0 1,1 0-1,-1 0 0,1 0 0,0 0 1,-1 0-1,1 1 0,-1-1 0,1 1 1,-1-1-1,1 1 0,-1 0 1,0-1-1,1 1 0,-1 0 0,0 0 1,1 0-1,-1 0 0,0 0 0,0 0 1,0 0-1,0 0 0,0 1 1,0-1-1,0 0 0,-1 1 0,1-1 1,0 1-1,-1-1 0,1 1 1,-1-1-1,1 1 0,-1-1 0,0 1 1,0-1-1,1 1 0,-1-1 0,0 1 1,-1-1-1,1 1 0,0 0 1,0-1-1,-1 1 0,1-1 0,-1 1 1,1-1-1,-1 1 0,1-1 0,-1 0 1,0 1-1,0-1 0,0 0 1,0 1-1,0-1 0,0 0 0,0 0 1,-1 1-1,-13 25 4,-1-1 0,-1 0 0,-1-1 0,-2-1 0,0 0 0,-5 2-4,-6 8 2,-152 155 14,152-168 8,20-24 51,47-101 62,172-249-453,-162 280-839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8:5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2372 286 28726,'0'0'778,"21"0"-469,149-2-13,-158 2-241,120 14 615,-128-13-658,0 1 0,0-1 0,0 1 0,0 0 0,0 0 0,-1 1 0,1-1 1,-1 1-1,1 0 0,-1 0 0,0 0 0,0 0 0,0 0 0,-1 1 1,1-1-1,-1 1 0,0 0 0,0 0 0,0 0 0,0 0 0,0 0 1,-1 0-1,0 0 0,0 0 0,0 1 0,-1-1 0,1 0 0,-1 4-12,-3 8 5,0 0 0,-1 0 0,-1 0 0,-1-1 0,0 0-1,-1 0 1,0-1 0,-1 0 0,-1 0 0,0 0 0,-1-1-1,0-1 1,-1 0 0,-1 0 0,1-1 0,-2 0 0,-3 1-5,-7 10-11,-165 151-63,188-173 74,1 0 0,-1 0 0,1 0 0,0 0 0,-1 0 0,1 0 0,0 0 0,-1 0 0,1 0 0,0 0 0,-1 0 0,1 1 0,-1-1 0,1 0 0,0 1 0,-1-1 0,1 0 0,-1 1 0,1-1 0,-1 1-1,1-1 1,-1 0 0,1 1 0,-1-1 0,0 1 0,1 0 0,-1-1 0,0 1 0,1-1 0,-1 1 0,0-1 0,0 1 0,1 0 0,-1-1 0,0 1 0,0 0 0,0-1 0,0 1 0,0 0 0,0-1 0,0 1 0,0 0 0,0-1 0,0 1 0,0-1 0,-1 1 0,1 0 0,0-1 0,0 1 0,-1 0 0,1 0 0,3-1 3,40-3 33,0-2 0,-1-1 0,0-3 0,0-1 0,-1-2 0,1-2-36,7-1 35,-35 12-794,-22 3-1884</inkml:trace>
  <inkml:trace contextRef="#ctx0" brushRef="#br0" timeOffset="-673.222">881 460 25389,'0'0'911,"0"0"-200,0 0 885,-23 0-723,-110 1 476,134-1-1332,0 0-1,-1 0 1,1 0 0,0 0-1,-1 0 1,1 0-1,0 0 1,-1 0 0,1 0-1,0 0 1,-1 0-1,1 1 1,-1-1 0,1 0-1,0 0 1,-1 1 0,1-1-1,-1 0 1,1 1-1,-1-1 1,1 1 0,-1-1-1,1 1 1,-1-1-1,1 1 1,-1-1 0,0 1-1,1-1 1,-1 1-1,0 0 1,0-1 0,1 1-1,-1-1 1,0 1-1,0 0 1,0-1 0,0 1-1,0 0 1,0-1-1,0 1 1,0 0 0,0-1-1,0 1 1,0 0-1,0-1 1,0 1 0,0-1-1,-1 1 1,1 0-1,0-1 1,0 1 0,-1-1-1,1 1 1,0 0-1,-1-1 1,1 1 0,-1-1-1,1 1 1,-1-1-1,0 1-16,50 13 73,0-1 0,0-3-1,1-2 1,0-2 0,1-3-1,9-1-72,10 2 35,175 19-28,-243-23-7,-1 0 0,1 0 0,-1 0 0,1 0 0,-1 0 0,1 1 0,0-1 0,-1 1 0,1-1 0,-1 1 0,0-1 0,1 1 0,-1 0 0,1 0 0,-1 0 0,0 0 0,0 0 0,1 0 0,-1 0 0,0 0 0,0 0 0,0 0 0,0 1 0,-1-1 0,1 0 0,0 1 0,0-1 0,-1 1 0,1-1 0,-1 1 0,1-1 0,-1 1 0,0-1 0,1 1 0,-1-1 0,0 1 0,0 0 0,0-1 0,0 1 0,-1-1 0,1 1 0,0 0 0,-40 56-7,-368 276-800,342-286-513,60-46-491,5-2-1918</inkml:trace>
  <inkml:trace contextRef="#ctx0" brushRef="#br0" timeOffset="-425.55">1718 330 25926,'0'0'3322,"0"0"-2488,0 0-734,21 9-56,70 32 34,-84-39-55,0-1 0,-1 2 0,1-1 1,-1 1-1,0 0 0,0 0 0,0 1 0,0 0 1,-1 0-1,1 0 0,-1 0 0,0 1 0,-1 0 1,1 0-1,-1 1 0,0-1 0,0 1 0,0 0 1,-1 0-1,0 0 0,0 0 0,-1 0 0,1 1 1,-1-1-1,-1 1 0,1 0 0,-1 0 0,-1-1 1,1 1-1,-1 0 0,0 0 0,-1 0 0,1 0 1,-1-1-1,-1 1 0,1 0 0,-1-1 0,-2 4-23,-13 23 2,-2-1 0,-2-1-1,-1 0 1,-1-2 0,-1-1-1,-10 8-1,7-6-26,-80 84-1501,74-83-1773</inkml:trace>
  <inkml:trace contextRef="#ctx0" brushRef="#br0" timeOffset="1092.321">363 0 27718,'0'0'2336,"0"0"-1581,0 0-584,0 0-114,24 16 47,15 9 39,2-2 0,0-1-1,1-2 1,1-3 0,11 3-143,469 126 833,195 66-754,189 164-79,-870-360 0,1-2 0,0-1 0,0-2 0,1-1 0,18 0 0,-60-19 0,-97-64-332,70 46-1296</inkml:trace>
  <inkml:trace contextRef="#ctx0" brushRef="#br0" timeOffset="1479.557">3148 106 30046,'0'0'1535,"0"0"-992,-34 13-333,-291 134 191,-1335 782-369,531-275-32,1302-680-73,-113 26-898,-6 0-2490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55.18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1320 1029 23285,'0'0'3450,"0"0"-2022,0 0-567,0 0-116,0 0-98,0 0-120,-1-22-105,-5-116 260,5 132-666,-1-1-1,0 0 1,0 1-1,0-1 1,-1 1 0,0 0-1,0 0 1,-1 0 0,0 0-1,0 1 1,0 0 0,-1-1-1,1 2 1,-1-1 0,0 0-1,-1 1 1,1 0 0,-1 0-1,0 0 1,0 1 0,0 0-1,0 0 1,-1 1 0,1 0-1,-1 0 1,1 0 0,-1 1-1,0 0 1,0 0 0,1 0-1,-1 1 1,0 0-1,0 1 1,0 0 0,1 0-1,-1 0 1,0 1 0,1 0-1,-1 0 1,1 0 0,-1 1-1,1 0 1,0 0 0,0 1-1,1 0 1,-4 2-16,-20 13 0,2 2 0,0 0 0,1 2 0,1 0 0,2 2 0,0 1 0,2 0 0,1 2 0,0 1 0,3 0 0,0 1 0,2 1 0,1 0 0,-2 11 0,9-20 0,0 0 0,2 0 0,0 1 0,2 0 0,0 0 0,1 0 0,2 0 0,1 18 0,0-36 0,0 1 0,0 0 0,0-1 0,1 1 0,-1-1 0,1 0 0,1 1 0,-1-1 0,1 0 0,0 0 0,0 0 0,0-1 0,1 1 0,0-1 0,0 0 0,0 0 0,0 0 0,0-1 0,1 1 0,0-1 0,0 0 0,0 0 0,0-1 0,0 1 0,0-1 0,1 0 0,-1-1 0,1 1 0,-1-1 0,6 0 0,6 2 0,1-1 0,0-1 0,0-1 0,-1 0 0,1-1 0,0-1 0,-1-1 0,1-1 0,10-3 0,1-3 0,-2-1 0,1-2 0,-2 0 0,0-2 0,0-1 0,-1-1 0,-2-1 0,1-1 0,-2-1 0,-1-1 0,0-1 0,-2 0 0,0-2 0,-2 0 0,2-6 0,-8 10 0,-2-1 0,0 0 0,-1 0 0,-1-1 0,-1 0 0,-1 0 0,-1 0 0,0-1 0,-2 1 0,-1-1 0,-1-12 0,4 15-850,1 20-997</inkml:trace>
  <inkml:trace contextRef="#ctx0" brushRef="#br0" timeOffset="548.766">3044 1072 27718,'0'0'2131,"0"0"-1383,0 0-292,-10-23 23,-35-73 39,39 86-479,1 0 1,-2 1 0,1 0 0,-1 0 0,0 0 0,-1 1 0,0 0-1,-1 1 1,1 0 0,-1 0 0,-1 1 0,1 0 0,-1 0 0,0 1-1,0 1 1,-1-1 0,1 2 0,-3-1-40,0 0 0,0 0 0,0 1 0,-1 1 0,1 0 0,0 1 0,-1 0 0,0 1 0,1 0 0,-1 2 0,1-1 0,0 1 0,-1 1 0,1 1 0,0 0 0,1 0 0,-1 1 0,1 1 0,0 0 0,0 1 0,0 0 0,1 1 0,-8 7 0,-3 4 0,0 2 0,1 0 0,2 1 0,0 1 0,1 1 0,1 1 0,2 0 0,0 1 0,2 1 0,1 0 0,1 0 0,1 1 0,2 1 0,1 0 0,1 0 0,1 0 0,1 0 0,2 1 0,1 9 0,1-32 0,0 0 0,0 0 0,0 0 0,1 0 0,0 0 0,0 0 0,1 0 0,0 0 0,0 0 0,1 0 0,0-1 0,0 0 0,0 1 0,1-1 0,0 0 0,0 0 0,0-1 0,1 1 0,0-1 0,0 0 0,0 0 0,1-1 0,0 0 0,-1 0 0,2 0 0,-1-1 0,0 1 0,1-1 0,-1-1 0,1 1 0,2-1 0,11 2 0,0-1 0,0-1 0,0-1 0,0-1 0,0 0 0,0-2 0,0 0 0,0-1 0,0-1 0,0-1 0,-1-1 0,0-1 0,0 0 0,-1-2 0,0 0 0,0-1 0,-1 0 0,0-1 0,-1-2 0,-1 1 0,0-2 0,0 0 0,-1 0 0,-1-2 0,-1 0 0,0 0 0,-1-1 0,0 0 0,-2-1 0,2-5 0,-8 19-3,-1-1-1,0 0 1,1 0 0,-2 0 0,1-1-1,-1 1 1,1 0 0,-1-1 0,-1 1-1,1-1 1,-1 1 0,0 0 0,0-1-1,-1 1 1,0-1 0,0 1-1,0-1 1,0 1 0,-1 0 0,0-2 3,-41-22-4543,-4 20-12894</inkml:trace>
  <inkml:trace contextRef="#ctx0" brushRef="#br0" timeOffset="14955.089">1115 2134 20036,'0'0'1370,"-21"0"-1089,-182 23-474,145-6 1167,-44 15 6422,102-28-4443,49 2-3003,273-14 50,276-46 0,-325 25 0,320-41 0,-574 67 0,-35 2 0,-44 4 0,-1 4 0,1 2 0,1 2 0,-32 12 0,-18 3 0,86-21 0,-242 58 0,-2-13 0,-2-11 0,-1-11 0,-61-11 0,290-17 0,-1-3 0,1-1 0,1-2 0,-1-1 0,1-3 0,0-1 0,-30-14 0,64 18 0,32 6 0,-18 1 0,1422-54 0,-1214 41 0,620-53 0,-836 66 0,0 0 0,0 0 0,0-1 0,0 1 0,0 0 0,-1 0 0,1-1 0,0 1 0,0 0 0,0-1 0,0 1 0,1 0 0,-1 0 0,0-1 0,0 1 0,0 0 0,0 0 0,0-1 0,0 1 0,0 0 0,0 0 0,1-1 0,-1 1 0,0 0 0,0 0 0,0-1 0,0 1 0,1 0 0,-1 0 0,0 0 0,0 0 0,1-1 0,-1 1 0,-32-6 0,-134-11 0,0 7 0,-99 9 0,140 2 0,-936 6 0,1020-8 0,-1 2 0,1 1 0,0 3 0,1 1 0,-1 2 0,1 2 0,-5 3 0,46-12 0,-1 0 0,0 0 0,0 0 0,1 0 0,-1 0 0,1 0 0,-1 0 0,0 0 0,1 0 0,0-1 0,-1 1 0,1 0 0,0 0 0,-1 0 0,1-1 0,0 1 0,0 0 0,-1-1 0,1 1 0,0-1 0,0 1 0,0-1 0,0 1 0,0-1 0,0 0 0,0 1 0,0-1 0,0 0 0,0 0 0,0 0 0,0 0 0,0 0 0,0 0 0,0 0 0,0 0 0,0 0 0,0 0 0,0-1 0,0 1 0,0 0 0,0-1 0,0 1 0,0-1 0,206 8 0,98-20 0,94-24 0,-106 9 0,316-7 0,5 27 0,-775-20 0,64 19 0,72-12 0,9 2-9,14 16 1,0-1-1,-1 1 1,1 0 0,-1 0-1,1 0 1,-1 1-1,0-1 1,0 1 0,0-1-1,-1 1 1,1 0-1,0 0 1,-1 1 0,0-1-1,1 1 1,-1-1-1,0 1 1,-1 0 8,-5 1-800</inkml:trace>
  <inkml:trace contextRef="#ctx0" brushRef="#br1" timeOffset="36388.734">182 373 29366,'0'0'630,"0"0"-385,0 0-146,0 0 141,-13 22 184,-2 1-304,5-8-60,0 0 0,1 0 0,1 1 1,0 1-1,1-1 0,1 1 0,1 0 0,0 2-60,-29 161 164,9 2 0,8 0 0,7 1 0,13 123-164,-3-220 10,1 183-361,0-262 186,0 0-1,1 0 1,-1 0-1,1 0 1,1 0-1,-1 0 1,1-1 0,0 1-1,1-1 1,0 0-1,0 0 1,0 0-1,0 0 1,1-1-1,0 0 1,1 1 165,15 9-2691</inkml:trace>
  <inkml:trace contextRef="#ctx0" brushRef="#br1" timeOffset="36853.293">399 183 24597,'0'0'4712,"26"-17"-3509,-16 11-1178,17-12-2,0 2 1,1 1-1,1 1 0,1 1 0,0 2 1,0 1-1,11-1-23,86-10 97,2 6 0,-1 5 1,87 6-98,-169 4 29,302-1 311,97 22-340,835 134-48,-861-112-1449,-418-43 1497,-1 0 1,1-1-1,-1 1 1,1 0-1,0-1 1,-1 1-1,1 0 1,-1-1-1,1 1 1,0 0-1,-1 0 1,1 0-1,0 0 1,-1 0-1,1 0 1,0 0-1,0 0 1,-1 0-1,1 0 1,0 0-1,-1 0 1,1 0 0,0 1-1,-1-1 1,1 0-1,-1 0 1,1 1-1,0-1 1,-1 0-1,1 1 1,-1-1-1,1 1 1,-1-1-1,1 1 1,-1-1-1,1 1 1,-1-1-1,1 1 1,-1-1-1,0 1 1,1 0-1,-1-1 1,0 1-1,0-1 1,1 1 0,-1 0-1,0-1 1,0 1-1,0 0 1,0-1-1,0 1 1,0 0-1,0 0 1,0 0-1,-32 13 166,26-12-150,1 0 0,0 0 1,0 0-1,0 1 0,0 0 0,0 0 1,0 0-1,1 0 0,-1 1 0,1-1 1,0 1-1,0 1 0,1-1 0,-1 0 1,1 1-1,0 0 0,0-1 0,-1 4-16,-36 183 569,-63 688 177,95-589-940,7-185-550</inkml:trace>
  <inkml:trace contextRef="#ctx0" brushRef="#br0" timeOffset="118303.021">874 2121 28190,'0'0'1012,"0"0"-170,0 0-170,0 0-132,0 0-13,0 0 9,8 10-159,-1-4-373,1 1 1,0-1-1,1 0 0,0-1 0,0 0 0,0-1 0,0 0 1,1 0-1,-1 0 0,1-2 0,0 1 0,0-1 0,0-1 1,0 1-1,1-2 0,-1 1 0,4-2-4,633 8 0,481-26 0,-1063 20 0,1 3 0,0 2 0,-1 3 0,35 11 0,-92-14 0,-34-7 0,-25-9-331,-11-11-1322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6:05.80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1638 1114 27894,'0'0'1803,"0"0"-984,0 0-400,0 0-118,0 0 26,-4 9-11,-8 31-45,41-10 33,-24-28-288,48 16 44,1-1 1,0-4-1,1-1 1,14-1-61,1 1 38,142 24-21,165 6-17,-331-41 0,-43 4 0,-86 31 0,-841 390 0,900-416 0,8-1 0,0-1 0,-1 0 0,0-2 0,-1 0 0,0-1 0,0-1 0,0 0 0,0-2 0,-2 0 0,26-27-1124,18-5-849</inkml:trace>
  <inkml:trace contextRef="#ctx0" brushRef="#br0" timeOffset="423.057">2564 1114 29782,'0'0'1165,"0"0"-643,0 0-215,0 0 25,0 0 11,0 0-108,6 16-162,24 53-65,-27-65-8,0 1 0,1-1 0,0 0 0,0 0 0,0 0 0,0 0 0,1-1 0,-1 1 0,1-1 0,0 0 0,0-1 0,0 1 0,0-1 0,0 0 0,1 0 0,-1-1 0,1 1 0,3-1 0,8 4 0,83 20 0,-73-20 0,0 1 0,0 1 0,-1 1 0,0 1 0,-1 2 0,0 1 0,-1 0 0,5 5 0,-27-16 0,-1 0 0,1 0 0,0 1 0,0-1 0,-1 1 0,1-1 0,-1 1 0,1 0 0,-1-1 0,0 1 0,0 0 0,0 0 0,0 0 0,0 0 0,0 0 0,0 0 0,-1 0 0,1 0 0,-1 1 0,1-1 0,-1 0 0,0 0 0,0 0 0,0 1 0,0-1 0,0 0 0,0 0 0,-1 0 0,1 0 0,-1 0 0,0 1 0,1-1 0,-1 0 0,0 0 0,0 0 0,0-1 0,-1 1 0,1 0 0,0 0 0,-1-1 0,1 1 0,-1 0 0,1-1 0,-1 1 0,-85 64 0,78-60 0,-323 184 0,290-160-1167,40-28-1147</inkml:trace>
  <inkml:trace contextRef="#ctx0" brushRef="#br0" timeOffset="958.046">3571 1035 30198,'0'0'651,"0"0"-283,0 0-197,0 0 48,0 0 130,0 0-37,25 14-129,83 46-72,-91-51-91,-1 0 1,-1 1-1,0 0 1,0 2-1,-1-1 1,0 2-1,-1 0 1,0 1-1,-1 0 1,2 5-21,-10-14 0,0 1 0,0 0 0,-1 0 0,0 0 0,0 0 0,-1 0 0,1 1 0,-1-1 0,-1 1 0,1-1 0,-1 1 0,-1 0 0,1 0 0,-1-1 0,0 1 0,0 0 0,-1 0 0,0 0 0,0-1 0,-1 1 0,0-1 0,0 1 0,0-1 0,-1 0 0,0 1 0,0-2 0,-1 1 0,1 0 0,-1 0 0,0-1 0,-2 1 0,-39 35 0,-1-3 0,-2-1 0,-2-3 0,-1-1 0,-1-4 0,-1-1 0,-2-3 0,-1-2 0,-22 5 0,-2-1 0,80-27 0,0 1 0,0-1 0,0 0 0,0 0 0,0 0 0,0 1 0,0-1 0,0 0 0,0 0 0,1 1 0,-2-1 0,1 0 0,0 0 0,0 1 0,0-1 0,0 0 0,0 0 0,0 0 0,0 1 0,0-1 0,3 0 0,621-31 0,-476 30 0,-175-6-163,-10-6-650</inkml:trace>
  <inkml:trace contextRef="#ctx0" brushRef="#br1" timeOffset="180083.903">2301 1 28886,'0'0'750,"0"0"-174,-25 5-181,-202 29 542,193-32-880,-1 3-1,1 0 1,0 3-1,0 0 1,0 2-1,2 2 1,-1 1-1,-25 15-56,-86 54 22,3 6 0,5 7 0,3 5 0,5 6-1,5 6 1,5 5 0,5 5 0,-33 53-22,59-69 32,4 4-1,5 3 1,5 4 0,-41 93-32,95-169 2,2 1 0,1 1 0,3 0 1,1 1-1,3 0 0,1 0 1,0 22-3,7-48 0,0 0 1,1 1-1,1-1 1,1 0-1,1 0 1,0 0-1,1 0 1,1 0 0,1-1-1,0 1 1,1-2-1,1 1 1,1-1-1,0 0 1,1-1-1,1 0 1,0 0 0,1-1-1,0-1 1,1 0-1,1-1 1,0 0-1,1-1 1,4 2-1,32 16-1,1-1 0,1-3 1,2-3-1,0-1 0,1-3 0,1-3 0,1-2 1,0-3-1,0-2 0,57 0 1,205 11 0,2-14 0,96-20 0,-142-2 5,-2-12 0,0-12 0,-3-11 0,-3-13 1,-2-11-1,-4-12 0,10-17-5,-176 65 1,-2-5 1,-2-4-1,-3-3 0,-1-5 1,-3-3-1,8-13-1,-68 51-2,0-2 0,-2 0 1,0-2-1,-2 0 0,-1-2 0,-1 0 1,-2-1-1,-1-1 0,-1-1 0,-1 0 1,-2 0-1,-1-2 0,-2 1 0,-1-1 1,-1-1-1,-1-11 2,-1 12 1,-1-1 0,-2 0 1,-2 0-1,-1 0 0,-1 0 0,-2 1 0,-2-1 1,-1 1-1,-1 0 0,-2 0 0,-3-5-1,-19-18 3,-2 2 1,-3 2-1,-2 1 0,-1 1 0,-4 3 0,-1 2 0,-2 1 0,-2 3 1,-1 1-1,-2 3 0,-2 3 0,-2 2 0,0 2 0,-11-1-3,-20-9-57,-1 4 0,-1 3-1,-2 5 1,-1 4 0,-1 3-1,-1 5 1,-1 4-1,-14 3 58,-205 6-314,89 14-374,182-9-797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13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29086,'0'0'818,"-2"22"-397,-22 329 826,14-28-739,-19 241-233,9-421-516,61-254-2763,-16 38-1517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8:0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11217 315 24045,'0'0'1618,"0"0"-745,0 0-270,0 0 17,0 0 569,7 13-151,34 53 340,-41-66-1354,1 0 0,-1 1-1,1-1 1,-1 0 0,1 0 0,-1 0-1,1 0 1,-1 0 0,1 1 0,-1-1 0,1 0-1,-1 0 1,1 0 0,-1 0 0,1-1-1,-1 1 1,1 0 0,-1 0 0,1 0-1,-1 0 1,1 0 0,-1-1 0,1 1 0,-1 0-1,0 0 1,1-1 0,-1 1 0,1 0-1,-1-1 1,0 1 0,1 0 0,-1-1 0,0 1-1,1-1 1,-1 1 0,0 0 0,0-1-1,1 1 1,-1-1 0,0 1 0,0-1-1,0 1 1,0-1 0,0 1 0,1-1 0,-1 1-1,0-1 1,0 1 0,0-1 0,0 1-1,-1-1 1,1 1 0,0-1 0,0 1 0,0-1-1,0 1 1,0-1 0,-1 1-24,2-3 24,3-8-24,0-1 0,-1 1 0,-1-1 0,0 0 0,0 0 0,-1 0 0,-1 0 0,0-1 0,0 1 0,-2-6 0,-1 15 0,-1 0 0,0 0 0,1 1 0,-1-1 0,0 1 0,0-1 0,0 1 0,-1 1 0,1-1 0,0 0 0,-1 1 0,1 0 0,-1 0 0,1 1 0,-1-1 0,0 1 0,1 0 0,-1 0 0,0 0 0,1 1 0,-1-1 0,1 1 0,-1 1 0,1-1 0,-1 0 0,1 1 0,0 0 0,0 0 0,-1 1 0,-14 8 0,0 1 0,0 1 0,1 1 0,1 1 0,0 0 0,1 2 0,1-1 0,0 2 0,1 0 0,1 1 0,1 0 0,-8 7 0,2 0 0,1 1 0,1 1 0,1 1 0,1 0 0,2 1 0,1 0 0,1 1 0,2 0 0,1 0 0,1 1 0,2 0 0,1 0 0,2 0 0,1 0 0,2 6 0,0-31 0,0-1 0,1 0 0,1 1 0,-1-1 0,1 0 0,0-1 0,0 1 0,0-1 0,1 1 0,0-1 0,0-1 0,0 1 0,1-1 0,0 0 0,-1 0 0,1-1 0,1 1 0,-1-1 0,0-1 0,1 1 0,-1-1 0,1 0 0,0-1 0,0 1 0,0-1 0,0-1 0,0 1 0,0-1 0,0 0 0,0-1 0,0 0 0,-1 0 0,1-1 0,0 1 0,0-1 0,-1-1 0,1 1 0,-1-1 0,0 0 0,0-1 0,0 0 0,0 1 0,0-2 0,2-2 0,14-10 0,-2-1 0,0-1 0,-1-1 0,0 0 0,-2-2 0,-1 0 0,0-1 0,-2 0 0,-1-1 0,0-1 0,-2 0 0,-1 0 0,-1-1 0,-1-1 0,-2 0 0,0 0 0,-2 0 0,-1 0 0,0-27 0,-3 53-23,0-1 1,0 1-1,0 0 0,0-1 1,1 1-1,-1 0 1,0-1-1,1 1 0,-1 0 1,1 0-1,0-1 0,-1 1 1,1 0-1,0 0 0,0 0 1,-1 0-1,1 0 0,0 0 1,0 0-1,0 0 1,0 0-1,1 0 0,-1 1 1,0-1-1,0 0 0,0 1 1,1-1-1,-1 1 0,0-1 1,0 1-1,1 0 1,-1 0-1,0-1 0,1 1 1,-1 0-1,1 0 0,-1 0 1,0 0-1,1 0 0,-1 1 1,0-1-1,1 0 0,0 1 23,25-1-1667</inkml:trace>
  <inkml:trace contextRef="#ctx0" brushRef="#br0" timeOffset="472.912">13044 181 28790,'0'0'1051,"0"0"-248,0 0-306,0 0-29,-9 22 34,-62 152 119,3-11-585,28-74-36,4 2-1,-22 89 1,55-168-37,2-11 21,-1 1 1,1 0-1,0 0 1,0 0-1,0 0 1,0 0 0,0 0-1,0 0 1,1 0-1,-1 0 1,1 0-1,-1 0 1,1 0-1,0 1 1,0-1-1,0 0 1,0 0-1,0 0 1,0 1 0,1-1-1,-1 0 1,1 0-1,-1 0 1,1 0-1,0 0 1,0 0-1,0 0 1,0 0-1,0 0 1,0 0 0,1 0-1,-1-1 1,1 1-1,-1 0 1,1-1-1,-1 0 1,1 1-1,0-1 1,0 0-1,0 0 1,0 0-1,0 0 1,0 0 0,1 0 15,39-5-2690,7-16-5289</inkml:trace>
  <inkml:trace contextRef="#ctx0" brushRef="#br0" timeOffset="738.968">14106 291 27478,'0'0'4169,"0"0"-3681,0 0-256,0 0 168,-92 151-400,62-85 0,0 11 0,-3 2 0,4 4 0,-1-2 0,2-7 0,3-7 0,6-7 0,3-8 0,7-17 0,4-19-2689</inkml:trace>
  <inkml:trace contextRef="#ctx0" brushRef="#br0" timeOffset="1292.291">15235 305 29078,'0'0'968,"0"0"-239,0 0-209,-88 124-112,60-61 0,1 9-104,-1 9-112,-2 8-80,3-2-64,1-2-48,3-8 0,5-13 0,6-12-72,12-15-224,12-32-200,20-5-928,9-19-2913</inkml:trace>
  <inkml:trace contextRef="#ctx0" brushRef="#br0" timeOffset="1549.734">16200 407 26022,'0'0'5497,"0"0"-4729,0 0-288,-138 159-480,99-94 0,2 5 0,0 5 0,2 6 0,5-3 0,7-3 0,19-13 0,4-20-1112,0-24-3481</inkml:trace>
  <inkml:trace contextRef="#ctx0" brushRef="#br0" timeOffset="1892.393">17299 761 30847,'0'0'605,"0"0"-352,10-19-174,32-65-24,-39 77-34,1 0 0,-1 0 1,0-1-1,0 1 0,-1-1 0,0 1 1,-1-1-1,1 0 0,-2 0 0,1 0 0,-1 1 1,0-1-1,0 0 0,-1-1-21,-1 6 2,1 1-1,-1-1 0,0 1 1,0 0-1,0-1 0,0 1 1,0 0-1,0 0 0,-1 0 1,1 1-1,-1-1 0,1 1 1,-1-1-1,0 1 0,1 0 1,-1 0-1,0 0 0,0 0 1,0 0-1,0 1 0,0-1 1,0 1-1,0 0 0,0 0 1,0 0-1,1 0 0,-1 1 1,0-1-1,0 1 0,0 0 1,0 0-1,0 0 0,-1 0-1,-16 5 11,1 1-1,1 1 1,-1 1 0,2 0-1,-1 1 1,1 1-1,1 0 1,0 2-1,0 0 1,1 0 0,1 1-1,-6 8-10,19-20 1,-18 13 13,1 1 0,1 1 0,0 1-1,1 0 1,1 1 0,1 1 0,1 0-1,0 1 1,2 1 0,0-1 0,2 2 0,0-1-1,1 1 1,2 1 0,0-1 0,2 1 0,0 0-1,1 9-13,3-30 1,1 1 0,-1-1-1,1 0 1,0 0 0,0 0-1,0 0 1,0 0-1,1 0 1,-1 0 0,1-1-1,-1 1 1,1 0 0,0-1-1,0 1 1,0-1 0,1 0-1,-1 0 1,1 1 0,-1-2-1,1 1 1,-1 0 0,1 0-1,0-1 1,0 0 0,0 1-1,0-1 1,0 0-1,0-1 1,0 1 0,0 0-1,1-1 1,-1 0 0,0 0-1,0 0 1,0 0 0,0 0-1,3-1 0,5 1 10,1-2-1,-1 1 1,0-1 0,0-1-1,0 0 1,0 0 0,-1-1-1,1-1 1,-1 0-1,5-3-9,16-17-83,-2-1 0,0-2 1,-2 0-1,-1-2 0,-1-1 0,-2-1 0,-1-1 0,-1-1 0,-3-1 0,0-1 0,9-28 83,6-17-1766</inkml:trace>
  <inkml:trace contextRef="#ctx0" brushRef="#br0" timeOffset="18922.218">7038 0 26014,'0'0'768,"0"0"-374,0 0 229,0 0 534,0 0-521,-2 4-422,-61 96 1994,59 6-1455,1-73-753,-1-1 0,-1 0 0,-2 0 0,-1 0 0,-1-1 0,-2-1 0,-6 13 0,-9 28 0,1 1 0,-63 184 0,-19 122 0,105-347 0,135-137-568,-56 49-1810,-1 1-3638</inkml:trace>
  <inkml:trace contextRef="#ctx0" brushRef="#br0" timeOffset="19331.818">8178 199 26862,'0'0'2240,"0"0"-1104,0 0-486,0 0-177,0 0-66,0 0-65,-10 19-20,-66 125 12,21-22-333,26-62-1,2 2 0,3 0 0,2 1 0,-10 57 0,26-52 0,7-66-30,1-1 1,-1 1-1,1-1 0,-1 1 1,1-1-1,0 0 0,-1 1 0,1-1 1,0 0-1,0 0 0,0 0 1,0-1-1,0 1 0,0 0 1,0-1-1,0 1 0,0-1 1,0 0-1,0 0 0,0 0 1,0 0-1,0 0 0,0 0 0,0 0 1,0 0-1,1-1 0,-1 0 1,0 1-1,-1-1 0,1 0 1,0 0-1,0 0 0,0 0 1,0 0-1,-1 0 0,1 0 0,0-1 1,1 0 29,48-29-4200,-1-7-10124</inkml:trace>
  <inkml:trace contextRef="#ctx0" brushRef="#br0" timeOffset="19614.323">8881 272 30126,'0'0'865,"0"0"-529,0 0-48,0 0 200,-62 135-104,46-83-152,-3 3-184,1 10-48,-3 3 0,-2 1 0,5-1 0,1-4 0,8-12 0,9-19-584,2-14-864,15-19-1921</inkml:trace>
  <inkml:trace contextRef="#ctx0" brushRef="#br0" timeOffset="20068.618">9789 510 29014,'0'0'1735,"0"0"-1220,0 0-384,0 0 131,0 0 72,0-17-157,0-56-105,-1 70-70,0 0 0,0 0 0,0 0 0,0 1 0,0-1 0,0 0 0,-1 1 0,1-1 0,-1 1-1,0-1 1,0 1 0,0 0 0,0 0 0,0 0 0,0 0 0,0 0 0,-1 0 0,1 1 0,-1-1 0,0 1 0,1 0-1,-1-1 1,0 1 0,0 1 0,1-1 0,-1 0 0,0 1 0,0-1 0,0 1 0,0 0 0,0 0 0,0 0 0,0 0-1,0 0 1,0 1 0,0-1 0,1 1 0,-1 0 0,0 0 0,0 0 0,0 0 0,1 1 0,-1-1 0,1 1 0,-1-1 0,1 1-1,0 0 1,-1 0 0,1 0 0,0 1-2,-13 11 2,0 2 0,1 0 0,1 1 0,1 0 1,0 1-1,1 0 0,1 0 0,1 2 0,0-1 0,2 1 0,-3 10-2,1-1-4,1 0 0,1 1 0,2 0 1,1 0-1,2 0 0,0 1 0,2-1 0,3 16 4,-2-39 10,1 1 0,0-1 0,1 0 0,-1 0 0,1 0 0,1 0 0,-1 0 0,1-1 0,1 1 0,-1-1 0,1 0 0,0-1-1,0 1 1,1-1 0,-1 0 0,1 0 0,0 0 0,1-1 0,-1 0 0,1-1 0,0 1 0,-1-1 0,2 0 0,-1-1 0,0 0 0,0 0 0,1 0 0,-1-1 0,1 0-1,0-1 1,-1 0 0,1 0 0,-1 0 0,1-1 0,-1 0 0,1-1 0,-1 0 0,1 0 0,-1 0 0,0-1 0,0 0 0,0 0 0,-1-1 0,3-2-10,15-8-10,-1-2 1,0 0-1,-2-2 0,0 0 1,-1-1-1,11-15 10,-30 33-77,0 0 0,0 0 0,-1 0-1,1 0 1,-1 0 0,1 0-1,-1 0 1,1 0 0,-1 0 0,1 0-1,-1-1 1,0 1 0,0 0 0,0 0-1,1 0 1,-1-1 0,0 1 0,0 0-1,-1 0 1,1 0 0,0-1 0,0 1-1,-1 0 1,1 0 0,0 0-1,-1 0 1,1 0 0,-1 0 0,0 0-1,1 0 1,-1 0 0,0 0 0,1 0-1,-1 0 1,0 0 0,0 0 0,0 1-1,0-1 1,0 0 0,0 1 0,0-1-1,0 0 1,0 1 0,0 0-1,0-1 1,-1 1 0,1-1 0,0 1-1,0 0 1,0 0 0,0 0 0,-1 0-1,1 0 1,0 0 0,0 0 0,0 0-1,-1 0 1,1 1 0,0-1 0,0 1 76,-9-4-1823,-28-9-13206</inkml:trace>
  <inkml:trace contextRef="#ctx0" brushRef="#br0" timeOffset="26706.808">6033 170 28278,'0'0'1131,"0"0"-343,0 0-218,0 0-106,0 0-195,-14 20-22,-95 249 773,-60 313-1020,107-332 0,62-383 0,3 17-1120,3 84-1345</inkml:trace>
  <inkml:trace contextRef="#ctx0" brushRef="#br0" timeOffset="30664.505">5018 519 27790,'0'0'1630,"0"0"-796,0 0-255,0 0-25,0 0-88,-7-10-79,-37-101 127,8-6-500,35 114-14,-1 0 0,0 1 0,1-1 0,-1 1 0,0-1 0,0 1 0,0 0 0,0 0 0,-1 0 0,1 0 0,-1 0 0,1 0 0,-1 1 0,1-1 0,-1 1 0,0 0 0,0 0 0,0 0 0,0 0 0,0 0 0,0 0-1,0 1 1,0 0 0,0-1 0,0 1 0,0 0 0,0 1 0,0-1 0,0 0 0,0 1 0,0 0 0,0 0 0,0 0 0,0 0 0,1 0 0,-1 0 0,0 1 0,1 0 0,-3 1 0,-9 8 0,0 2 0,0 0 0,2 0 0,0 1 0,0 1 0,1 0 0,1 0 0,0 1 0,1 1 0,1-1 0,-4 15 0,-15 23 0,3 1 0,3 1 0,2 0 0,2 2 0,3 0 0,2 1 0,3 1 0,3-1 0,2 10 0,4-63 0,0 0 0,0 1 0,1-1 0,0 0 0,0 0 0,0 0 0,1 0 0,0 0 0,0 0 0,1-1 0,0 1 0,0-1 0,0 1 0,0-1 0,1 0 0,0 0 0,0-1 0,0 1 0,1-1 0,-1 0 0,1 0 0,0 0 0,0-1 0,1 0 0,-1 0 0,1 0 0,-1 0 0,1-1 0,0 0 0,0-1 0,0 1 0,0-1 0,0 0 0,0 0 0,1-1 0,-1 0 0,0 0 0,0 0 0,0-1 0,1 0 0,-1 0 0,3-2 0,11-6 0,-2-2 0,1 0 0,-2-1 0,1-1 0,-2-1 0,0 0 0,0-1 0,-2-1 0,0 0 0,0-1 0,-2 0 0,0-1 0,-1-1 0,0-1 0,1 0 0,0-1 0,-2 0 0,0-1 0,-2 0 0,0-1 0,-2 1 0,0-1 0,-1 0 0,-2-1 0,0 1 0,-1-17 0,-1 37-24,-1 0 1,1 1-1,-1-1 1,0 0-1,0 1 1,0-1-1,0 0 1,0 0-1,0 1 1,-1-1-1,1 0 0,-1 1 1,0-1-1,0 0 1,0 1-1,0-1 1,-1 1-1,1 0 1,0-1-1,-1 1 0,0 0 1,1 0-1,-1 0 1,0 0-1,0 0 1,0 0-1,-1 1 1,1-1-1,0 1 1,-1-1-1,1 1 0,0 0 1,-1 0-1,0 0 1,1 0-1,-1 1 1,0-1-1,-1 0 24,-28 0-1946</inkml:trace>
  <inkml:trace contextRef="#ctx0" brushRef="#br0" timeOffset="32765.591">3573 840 22293,'0'0'7753,"0"0"-7168,0 0-241,0 0 96,0 0 8,0 0-64,85 106-104,-62-79-152,3 0-80,-6 0-24,-1-3-24,-1 8-136,-6-10-472,-5-5-1305</inkml:trace>
  <inkml:trace contextRef="#ctx0" brushRef="#br0" timeOffset="33613.417">551 794 28078,'0'0'1452,"0"0"-717,0 0-153,0 0 35,0 0-150,0 0-215,-6-18-87,-20-63-43,24 74-113,0-1 0,0 1 0,-1-1 1,-1 1-1,1 0 0,-1 0 1,0 0-1,-1 1 0,1-1 1,-2 1-1,1 0 0,0 1 0,-1-1 1,0 1-1,0 0 0,-1 1 1,1-1-1,-1 1 0,0 1 0,0-1 1,-1 1-1,1 0 0,0 1 1,-1 0-1,0 0 0,0 0 1,1 1-1,-1 1 0,0-1 0,0 1 1,0 0-1,-3 1-9,2 0 0,1 1 0,0-1 0,-1 1 0,1 1 0,0-1 0,0 1 0,1 1 0,-1 0 0,1 0 0,-1 0 0,1 1 0,0 0 0,1 0 0,0 1 0,-1 0 0,2 0 0,-1 0 0,1 1 0,0 0 0,0 0 0,1 0 0,0 0 0,0 1 0,0 2 0,-7 13 0,1 0 0,2 1 0,0 0 0,1 1 0,2 0 0,0 0 0,1 17 0,0-20 0,1-1 0,1 1 0,2-1 0,0 1 0,1-1 0,1 1 0,1-1 0,0 0 0,2 0 0,1 0 0,1 0 0,0-1 0,1 0 0,2-1 0,0 0 0,0 0 0,2-1 0,2 1 0,-10-15 0,0 0 0,0 0 0,0 0 0,1-1 0,-1 0 0,1 0 0,0 0 0,0 0 0,0-1 0,1 0 0,-1 0 0,1 0 0,-1-1 0,1 0 0,-1 0 0,1 0 0,0-1 0,-1 0 0,1 0 0,0 0 0,-1-1 0,1 1 0,-1-2 0,1 1 0,-1 0 0,1-1 0,-1 0 0,5-3 0,7-3 0,-1-1 0,0-1 0,0 0 0,-2-1 0,1-1 0,-1 0 0,-1-1 0,2-3 0,46-56 0,-4-3 0,-2-2 0,-5-3 0,38-78 0,-87 154-88,0 1 0,1-1 1,0 1-1,0 0 0,0 0 0,0-1 0,0 1 1,1 0-1,-1 1 0,1-1 0,0 0 0,0 1 1,0 0-1,0-1 0,0 1 0,0 0 0,1 1 1,-1-1-1,1 1 0,-1-1 0,1 1 0,-1 0 1,1 0-1,0 1 0,0-1 0,-1 1 1,1 0-1,0 0 0,0 0 0,3 1 88,23-1-3407</inkml:trace>
  <inkml:trace contextRef="#ctx0" brushRef="#br0" timeOffset="34019.624">1972 707 16275,'0'0'12326,"0"0"-9359,0 0-2557,0 0-97,0 0-4,-15-18-163,-98-134-125,105 141-21,-1 0 0,0 1 0,-1 0 0,0 1 0,0 0 0,-1 0 0,0 1 0,-1 1 0,0 0 0,0 0 0,0 2 0,-1-1 0,7 4 0,-1-1 0,1 2 0,0-1 0,0 1 0,-1 0 0,1 0 0,-1 0 0,1 1 0,-1 0 0,1 1 0,-1-1 0,1 1 0,0 0 0,-1 1 0,1 0 0,0 0 0,0 0 0,0 1 0,0-1 0,0 1 0,1 1 0,-1-1 0,1 1 0,0 0 0,0 0 0,-1 2 0,-15 19 0,1 2 0,1 0 0,1 1 0,1 1 0,2 0 0,1 1 0,1 1 0,2 0 0,1 1 0,-3 17 0,7-27 0,1 0 0,0 1 0,2 0 0,0-1 0,2 1 0,1 0 0,0 0 0,4 17 0,-3-37 0,0 1 0,0-1 0,0 0 0,0 1 0,1-1 0,0 0 0,-1 0 0,1 0 0,1 0 0,-1 0 0,0-1 0,1 1 0,-1 0 0,1-1 0,0 0 0,-1 0 0,1 0 0,0 0 0,1 0 0,-1 0 0,0-1 0,0 0 0,1 1 0,-1-1 0,1-1 0,-1 1 0,1 0 0,-1-1 0,1 0 0,-1 0 0,1 0 0,3 0 0,115-26 0,157-142 1,-171 96-73,-12 11-569,-11 8-1224</inkml:trace>
  <inkml:trace contextRef="#ctx0" brushRef="#br0" timeOffset="34392.998">2875 649 27326,'0'0'2951,"0"0"-2096,0 0-672,3-21 31,19-126 271,-15 34-347,-9 110-137,0-1 0,1 0 0,-1 1 0,0 0 1,0-1-1,-1 1 0,1 0 0,-1 0 0,0 0 0,1 1 0,-1-1 0,-1 0 0,1 1 0,0 0 0,0 0 0,-1 0 0,1 0 0,-1 1 0,0-1 0,1 1 0,-1 0 1,0 0-1,0 0 0,0 1 0,0-1 0,0 1 0,0 0 0,0 0 0,0 0 0,0 1 0,1-1 0,-1 1 0,0 0 0,0 0 0,0 0 0,1 1 0,-1-1 1,0 1-1,1 0 0,0 0 0,-1 0 0,1 1 0,0-1 0,-1 1-1,-13 14 1,0 0 0,1 0 0,1 2-1,1 0 1,0 0 0,2 1 0,0 1 0,1 0 0,1 1 0,1 0 0,1 2-1,4-17 1,-8 19 0,0 1 1,1 0 0,2 0 0,0 1 0,2 0 0,2 0 0,0 1 0,2-1 0,1 1-1,1 0 1,1 0 0,2 3-2,-1-26 11,-1 1 0,1-1-1,1 0 1,-1 0 0,1 0 0,0 0-1,0 0 1,0-1 0,1 1 0,0 0-1,0-1 1,1 0 0,-1 0 0,1 0-1,0 0 1,1-1 0,-1 1 0,1-1 0,0 0-1,0-1 1,0 1 0,0-1 0,1 0-1,-1 0 1,1 0 0,0-1 0,0 0-1,0 0 1,0-1 0,0 1 0,0-2-1,0 1 1,1 0 0,-1-1 0,0 0-1,0-1 1,0 1 0,1-1 0,-1 0-1,0-1 1,0 0 0,0 0 0,0 0-1,-1 0 1,1-1 0,-1 0 0,1 0-1,2-3-10,12-18-57,-2-1-1,-1 0 0,-1-2 0,-1 0 1,-2 0-1,0-2 0,-2 1 1,-1-1-1,-2-1 0,0 0 1,0-16 57,9-42-1721,-10 7-2146</inkml:trace>
  <inkml:trace contextRef="#ctx0" brushRef="#br0" timeOffset="38351.26">53 1738 29806,'0'0'893,"0"0"-147,0 0-189,0 0-160,0 0-110,-9 0-211,-34 0-71,51 0-5,485-21 0,286-55 0,-641 60 0,735-109 0,-359 66 0,-398 43 0,2 4 0,78 5 0,409-22 0,21 11 0,119-18 0,-118 23 0,-197 11 0,168-36 0,-314 36 0,461-15 0,81 2 0,-552 17 0,877-18 0,-676 14 0,288-13 0,-39 0 0,-539 15 0,37 35 0,-79-30 0,0-7 0,-1-6 0,47-12 0,76-4 0,139 4 0,35 18 0,-370 8 0,-1 3 0,0 4 0,0 2 0,-1 3 0,5 5 0,148 37 0,63-6 0,175 44 0,-349-65 0,-51-13 0,1-3 0,1-2 0,0-3 0,1-2 0,13-2 0,507 3 0,134-7 0,-10-4 0,-720-10 0,-86-46-2027,42 16-8109</inkml:trace>
  <inkml:trace contextRef="#ctx0" brushRef="#br0" timeOffset="62661.259">28 1887 26334,'0'0'3111,"0"0"-2174,0 0-710,0 0 143,0 0 142,25-11-51,158-77 54,-130 58-472,1 3 0,1 3 0,2 2-1,0 2 1,1 3 0,1 3 0,25-2-43,746-86 0,-489 69 0,216 12 0,393-49 0,-460 88 0,-186-7 0,-186-11 0,0 6 0,101 19 0,-93-10 0,1-6 0,1-5 0,-1-6 0,53-10 0,98 0 0,679-14 0,-293 21 0,199 102 0,288-23 0,-447-32 0,-22-43 0,-409 39 0,-265-37 0,0 0 0,1-1 0,-1 0 0,0-1 0,1 1 0,-1-2 0,0 1 0,0-1 0,0-1 0,0 1 0,0-1 0,0-1 0,-1 1 0,1-1 0,-1-1 0,1 0 0,32-16 0,54-13 0,2 4 0,2 4 0,0 5 0,1 4 0,1 4 0,0 5 0,1 3 0,-1 6 0,24 5 0,-41-6 0,700 39 0,-587-38 0,498 20 0,382 58 0,-652-47 0,-402-27 0,0 1 0,0 0 0,0 2 0,-1 0 0,0 1 0,-1 2 0,0 0 0,7 6 0,28 14 0,-47-27 0,1 0 0,1-1 0,-1 0 0,0 0 0,1-1 0,-1 0 0,1-1 0,0 0 0,0 0 0,-1-1 0,1-1 0,0 1 0,0-2 0,-1 1 0,1-1 0,1-1 0,-9 2-2,1 0-1,-1-1 1,1 1 0,-1-1 0,0 1-1,0-1 1,1 0 0,-1 1-1,-1-1 1,1-1 0,0 1 0,0 0-1,-1 0 1,1 0 0,-1-1-1,0 1 1,1-1 0,-1 1 0,0-1-1,-1 0 1,1 1 0,0-1-1,-1 0 1,0 1 0,1-1 0,-1 0-1,0 0 1,-1-2 2,2-18-320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30447,'0'0'2240,"0"0"-2160,0 0-80,0 0 0,0 0 0,0 0 0,0 0 0,26 9 0,-15-24-1704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570 347 30230,'0'0'713,"0"0"-203,0-23-67,-7-186 412,7 205-854,1-1-1,-1 1 1,0-1-1,0 1 1,0 0-1,0-1 1,-1 1-1,0-1 1,0 1-1,0-1 1,0 1-1,-1 0 1,1 0-1,-1 0 1,0 0 0,-1 0-1,1 0 1,-1 0-1,1 1 1,-1 0-1,0-1 1,-1 1-1,1 0 1,0 0-1,-1 0 1,0 1-1,1 0 1,-1-1-1,0 1 1,-2 0-1,-13 2 0,1 2 0,-1 0 0,1 1 0,0 1 0,0 1 0,0 0 0,0 2 0,1 0 0,0 0 0,0 2 0,1 0 0,0 1 0,1 1 0,0 0 0,1 1 0,0 0 0,1 1 0,0 1 0,1 0 0,-2 5 0,-2-3 0,0 1 0,2 1 0,0 0 0,1 1 0,0 0-1,2 1 1,1 0 0,0 1 0,1 0 0,2 1 0,0 0 0,1 0 0,1 0 0,1 1 0,-1 22 0,5-39-5,-1-1-1,1 0 1,0 1 0,0-1 0,1 0 0,-1 1 0,1-1 0,0 0-1,1 1 1,-1-1 0,1 0 0,0 0 0,0 0 0,1-1 0,0 1 0,-1 0-1,2-1 1,-1 0 0,0 0 0,1 0 0,0 0 0,0 0 0,0-1-1,0 0 1,0 1 0,1-2 0,-1 1 0,1 0 0,0-1 0,0 0 0,0 0-1,0-1 1,1 1 5,5 1-1,1-1 0,0 0-1,0-1 1,0 0 0,0-1-1,0 0 1,0-1 0,0 0-1,0-1 1,0 0 0,0-1-1,-1 0 1,1-1-1,-1-1 1,0 1 0,0-2-1,1 0 2,164-129-59,-85 58-345,-21 25-437,-7 7-942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9122,'0'0'21268,"0"0"-20691,0 0-409,-83 135 128,60-71 216,0 13-184,-3 22-168,3-4-72,0 5-64,2-5-8,3-20-16,2-2 0,9-18-104,12-34-320,22-15-376,5-6-1297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27750,'0'0'3177,"0"0"-2721,-18 116-48,-3-52 296,-2 11-432,-2 6-272,0 6 0,-1 2 0,1-2 0,-3-8 0,3-8 0,2-9 0,4 0 0,6-16-88,6-15-1736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24773,'0'0'3545,"0"0"-2409,0 0-700,0 0 190,-7 20 101,-93 232 593,47-140-1134,-87 227-168,137-330-24,2-8-10,0 0 0,0 0 0,0 1 0,0-1 0,0 0 0,0 0 0,1 1 0,-1-1 1,0 0-1,1 1 0,-1-1 0,1 0 0,-1 1 0,1-1 0,0 1 0,0-1 0,0 1 0,0-1 0,0 1 0,0-1 0,0 1 0,0-1 0,0 1 0,1-1 0,-1 1 1,1-1-1,-1 0 0,1 1 0,-1-1 0,1 0 0,0 1 0,0-1 0,0 0 0,-1 0 0,1 0 0,0 1 0,1-1 0,-1 0 0,0 0 0,0-1 0,0 1 1,0 0-1,1 0 0,-1-1 0,0 1 0,1 0 0,-1-1 0,1 1 0,-1-1 0,1 0 0,-1 0 0,1 1 16,38-6-1152,7-17-734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3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30022,'0'0'825,"0"0"-505,0 0 160,2 129 136,-6-69-160,-15 8-408,-4 7-48,-7 0 0,-4-1 0,-1-3 0,3-3 0,0-5 0,9-7 0,6-7 0,17-11 0,21-16-792,11-15-865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4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602 303 31103,'0'0'991,"0"0"-657,0 0-114,5-18-116,-1 7-98,23-113 4,-26 119-10,0 0 0,-1-1 0,1 1 0,-1-1 0,0 1 0,-1-1 0,1 1 0,-1-1 0,0 1 0,-1 0-1,1-1 1,-1 1 0,0 0 0,0 0 0,-1 0 0,1 0 0,-1 1 0,0-1 0,0 1 0,-1 0 0,0 0 0,1 0 0,-2-1 0,-7 0 0,0 0 0,-1 0 0,1 2 0,-1-1 0,1 2 0,-1-1 0,0 2 0,0 0 0,0 0 0,0 2 0,0-1 0,0 2 0,0-1 0,0 2 0,1 0 0,-1 0 0,1 1 0,0 1 0,0 0 0,0 1 0,0 0 0,1 0 0,-10 5 0,0 0 0,1 1 0,0 1 0,1 1 0,1 1 0,0 0 0,1 2 0,1 0 0,0 0 0,1 2 0,1 0 0,1 0 0,1 1 0,0 1 0,2 0 0,0 1 0,2 0 0,0 0 0,1 1 0,2 0 0,0 0 0,2 0 0,0 1 0,3-19 0,0 0 0,0 0 0,1 0 0,-1 0 0,1 0 0,0 0 0,1-1 0,-1 1 0,1 0 0,0 0 0,0-1 0,0 1 0,1-1 0,0 0 0,0 0 0,0 0 0,0 0 0,0 0 0,1-1 0,0 1 0,0-1 0,0 0 0,0 0 0,0-1 0,1 1 0,-1-1 0,1 0 0,-1 0 0,1 0 0,0-1 0,0 0 0,0 0 0,18 2 0,0-1 0,0-1 0,0-1 0,0-1 0,0-1 0,0-1 0,0-2 0,0 0 0,-1-1 0,0-1 0,0-1 0,0-1 0,-1-1 0,-1-1 0,0 0 0,0-2 0,-1 0 0,-1-1 0,0-1 0,6-9 0,78-70-193,-46 23-3143,-22 15-6778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671 383 30022,'0'0'773,"0"0"-296,0 0-128,-2-21 73,-15-142 82,17 162-501,1-8 5,-1 1 1,-1-1-1,1 0 0,-1 1 1,-1-1-1,1 1 0,-1 0 1,-1-1-1,0 1 0,0 0 1,-1 0-1,0 1 0,0-1 1,0 1-1,-1 0 1,0 0-1,-1 0 0,0 1 1,0-1-1,0 1 0,0 1 1,-1-1-1,0 1 0,0 1 1,-1-1-1,-6-2-8,5 6 0,-1 0 0,1 0 0,0 1 0,0 1 0,-1-1 0,1 2 0,0-1 0,0 1 0,0 0 0,0 1 0,0 0 0,1 1 0,-1 0 0,1 0 0,0 0 0,0 1 0,0 1 0,1-1 0,-2 3 0,-122 135 0,101-104 0,2 1 0,2 1 0,1 1 0,2 1 0,3 2 0,1 0 0,2 0 0,2 2 0,3 0 0,-2 15 0,13-55 0,0-1 0,1 1 0,-1 0 0,2 0 0,-1-1 0,1 1 0,0 0 0,0-1 0,0 1 0,1-1 0,0 1 0,1-1 0,-1 0 0,1 0 0,1 0 0,-1 0 0,1 0 0,0-1 0,0 1 0,0-1 0,1 0 0,0-1 0,0 1 0,0-1 0,0 0 0,1 0 0,0-1 0,-1 1 0,2-1 0,-1 0 0,0-1 0,0 0 0,7 2 0,1-1 0,1 0 0,0-1 0,0 0 0,0-1 0,0-1 0,0 0 0,1-1 0,-1-1 0,-1 0 0,1-1 0,0-1 0,-1 0 0,1-1 0,8-5 0,1-2 1,0-2-1,-1 0 1,0-2-1,-2-1 1,1 0-1,-2-1 1,-1-2-1,0 0 1,-1-1-1,-1-1 1,8-14-1,132-269-39,-103 186-48,-23 58-772,-5 18-1155</inkml:trace>
  <inkml:trace contextRef="#ctx0" brushRef="#br0" timeOffset="359.78">1639 406 30431,'0'0'633,"0"0"-205,-9-26 5,-30-88-2,37 105-421,0 0-1,-2-1 0,1 1 1,-1 0-1,0 1 0,-1-1 1,0 1-1,0 0 0,-1 0 1,0 0-1,0 1 0,-1 0 1,0 0-1,0 1 0,-1 0 1,1 0-1,-1 0 0,-1 1 1,1 1-1,-1-1 0,0 1 1,0 1-1,0 0 0,0 0 1,-1 1-1,1 0 0,-1 0 1,1 1-1,-1 0 0,0 1 1,1 0-1,-1 1 0,0 0 1,1 0-1,-1 1 0,1 0 1,-1 1-1,1 0 0,0 1 1,0-1-1,1 2 0,-1-1 1,1 1-1,-5 4-9,-6 12 0,0 1-1,2 0 1,1 1-1,1 1 1,0 1-1,2 0 1,1 1-1,1 0 1,2 1-1,0 0 1,2 0-1,1 1 1,1 0-1,1 0 1,1 0-1,2 8 1,-1-25-13,1 0-1,0 0 1,0 0-1,1 0 1,1 0-1,-1 0 1,2 0-1,0 0 1,0 0-1,1 0 1,0-1-1,1 1 1,0-1-1,1 0 1,0 0-1,1 0 1,0-1 0,0 0-1,1 0 1,0-1-1,0 0 1,1 0-1,0 0 1,1-1-1,0 0 1,0-1-1,0 0 1,1 0-1,-1-1 1,2 0 13,-1-3-6,1 1-1,0-1 1,0-1 0,1 0-1,-1-1 1,0 0-1,0 0 1,0-1 0,0-1-1,0 0 1,0 0 0,0-1-1,0-1 1,-1 1 0,0-2-1,0 0 1,0 0 0,7-5 6,156-131-250,-164 132 217,268-238-2059,-192 180-192</inkml:trace>
  <inkml:trace contextRef="#ctx0" brushRef="#br0" timeOffset="699.088">2625 489 25213,'0'0'4397,"0"0"-3106,0 0-705,0 0 346,-3-23-612,-28-151-292,28 163-28,-1 0 0,0 0 0,0 1 0,-1-1 0,-1 1 0,0 0 0,0 1 0,-1-1 0,0 1 0,-1 1 0,1-1 0,-2 1 0,1 1 0,-1-1 0,0 2 0,-1-1 0,0 1 0,0 0 0,0 1 0,-1 1 0,1-1 0,-1 2 0,0-1 0,0 1 0,-1 1 0,1 0 0,0 1 0,-6 0 0,3 2 0,0 1 0,0 0 0,1 1 0,-1 0 0,1 1 0,0 1 0,0 0 0,0 1 0,0 0 0,1 1 0,0 0 0,1 1 0,0 0 0,0 1 0,0 0 0,1 1 0,-8 10 0,-13 16 0,2 0 0,1 2 0,3 2 0,-15 28 0,25-44 0,1 0 0,1 1 0,1 0 0,2 1 0,0 0 0,2 1 0,0 0 0,2 0 0,2 1 0,0 0 0,1 18 0,4-40 0,1-1 0,1 1 0,-1-1 0,1 0 0,0 1 0,0-1 0,0-1 0,1 1 0,0 0 0,-1-1 0,2 0 0,-1 1 0,0-2 0,1 1 0,0 0 0,0-1 0,0 0 0,0 0 0,1-1 0,-1 0 0,1 1 0,-1-2 0,1 1 0,0-1 0,0 0 0,0 0 0,-1 0 0,1-1 0,0 0 0,0 0 0,0 0 0,0-1 0,3-1 0,8 2 1,0 0-1,0-2 1,0 0 0,-1-1-1,1-1 1,-1 0 0,0-1 0,0-1-1,0 0 1,-1-1 0,0-1-1,-1 0 1,1-1 0,9-9-1,175-174-38,-75 65-426,-86 94-1196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1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52 156 28942,'0'0'968,"0"0"-712,0 0 113,175 2 47,-88-10-120,17-13-168,-3-4-80,-6 0-48,2-6-40,-26 6-800,-25 2-2505</inkml:trace>
  <inkml:trace contextRef="#ctx0" brushRef="#br0" timeOffset="279.491">351 46 27166,'-8'30'915,"-127"522"1272,83-338-1637,3-24-144,8 1 1,9 1 0,-1 105-407,41-88 310,-2-198-302,0 0-1,0-1 1,1 0-1,1 0 1,0 0-1,0-1 1,0 0-1,1-1 0,1 0 1,0 0-1,0-1 1,0 0-1,1-1 1,-1 0-1,2 0 1,-1-2-1,1 1 1,-1-1-1,1-1 1,0 0-1,0-1 1,1 0-1,-1-1 0,0 0 1,12-1-8,15-1 22,0-2-1,-1-1 1,0-2 0,0-1-1,0-2 1,-1-2 0,0-2-1,-1-1 1,0-1 0,-2-2 0,6-5-22,28-9-8,268-116-755,-180 82-521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480 365 27286,'0'0'2226,"0"0"-1294,1-20-411,1-163 626,-2 176-1134,0 0-1,-1 1 0,1-1 0,-1 0 1,-1 1-1,1-1 0,-1 1 1,0 0-1,-1-1 0,1 1 1,-1 0-1,0 0 0,-1 1 0,1-1 1,-1 1-1,-1-1 0,1 1 1,-1 1-1,1-1 0,-1 0 1,-1 1-1,1 0 0,0 1 1,-1-1-1,0 1 0,0 0 0,0 0 1,0 1-1,0 0 0,-1 0 1,-4-1-13,-2 1-1,0 1 1,0 1-1,0 0 1,0 0-1,0 2 1,0-1-1,1 2 1,-1 0-1,0 0 1,1 1-1,0 0 1,0 1-1,0 1 1,1 0-1,0 0 1,0 1-1,0 1 1,1 0-1,0 0 1,1 1-1,-1 0 1,2 1-1,0 0 1,0 0-1,0 1 1,1 0-1,1 0 1,0 0-1,1 1 1,-2 5 0,1-3-1,0 1 0,0 0 0,2 0 0,0 1 0,1 0 0,0-1 0,2 1 0,-1 0 0,2 0 0,0 0 0,2 12 1,0-23 1,-1 1 0,1-1 0,-1 1-1,2-1 1,-1 0 0,0 1 0,1-1-1,0-1 1,1 1 0,-1 0 0,1-1-1,-1 0 1,1 1 0,1-1 0,-1-1-1,0 1 1,1-1 0,0 0 0,0 0-1,0 0 1,0 0 0,0-1 0,1 0-1,-1 0 1,0-1 0,1 1 0,0-1-1,3 0 0,5 1 19,1 1-1,1-2 0,-1 0 0,0-1 0,0-1 0,0 0 1,0-1-1,0-1 0,0 0 0,8-3-18,13-11 0,0-2 0,-2-1 0,-1-1 0,0-2 0,-1-1 0,-2-2 0,12-13 0,54-42-807,-29 30-3443,-10 8-11273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30703,'0'0'760,"0"0"-552,0 0 96,-35 145 152,23-85-136,-4 9-304,-2 3-16,-3 3 0,-2-2 0,2-7 0,5-12-32,9-15-440,12-35-88,20-4-640,8-14-1089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5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29878,'0'0'1161,"0"0"-561,-76 153 24,42-76-120,-1 2-504,3 0 0,-1-3 0,6-7 0,6-11 0,7-10 0,5-17-232,7-17-1937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29902,'0'0'1193,"0"0"-1065,0 0 208,-28 116 80,14-58-32,3 8-144,-3 9-128,0 4-56,3-3-56,-1-1 0,1-11 0,6-12-48,3-15-288,2-22-272,21-13-672,2-2-1041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6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29566,'0'0'1201,"0"0"-657,-20 106 48,-1-48-32,0 8-256,1 2-304,-1 5 0,0-3 0,5-5 0,0-9 0,7-13 0,4-12 0,5-18-456,18-9-856,8-4-4066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2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632 298 30326,'0'0'786,"0"0"-409,4-25-59,13-177 535,-17 198-849,-1 1-1,0 0 0,1 0 1,-1-1-1,0 1 0,0 0 1,-1 0-1,1 0 1,-1 0-1,0 0 0,1 0 1,-1 1-1,-1-1 0,1 1 1,0-1-1,0 1 0,-1 0 1,0-1-1,1 1 0,-1 1 1,0-1-1,0 0 0,0 1 1,0-1-1,0 1 1,0 0-1,0 0 0,-1 0 1,1 1-1,0-1 0,0 1 1,-1 0-1,0-1-3,-119 2-4,98 5 4,0 1 0,1 1 0,0 1 0,0 1 0,1 2 0,1 0 0,0 1 0,0 1 0,1 1 0,1 1 0,1 1 0,0 1 0,1 1 0,1 0 0,1 1 0,1 0 0,1 2 0,0 0 0,2 0 0,0 1 0,2 1 0,-4 11 0,11-28-1,-1 1-1,1 0 1,1 0-1,-1 0 1,1 0-1,1 1 1,0-1 0,0 1-1,0-1 1,1 0-1,0 1 1,1-1 0,0 1-1,0-1 1,1 0-1,0 1 1,0-1-1,1 0 1,0 0 0,1-1-1,0 1 1,0-1-1,0 0 1,1 0 0,0 0-1,0 0 1,1-1-1,0 0 1,0 0-1,0-1 1,1 1 1,6-1 2,1 0 0,-1-1 0,1 0 0,0-1 0,1 0-1,-1-1 1,0-1 0,0 0 0,1-1 0,-1-1 0,0 0 0,1-1 0,-1-1 0,0 0 0,0 0 0,-1-2 0,1 0-1,-1 0 1,0-1 0,0-1 0,-1 0 0,1-1 0,4-4-2,7-5-105,-2-2 0,0 0 0,-1 0 0,-1-2 0,-1-1-1,-1-1 1,-1 0 0,-1-1 0,-1-1 0,-1 0 0,-2-1 0,0 0 0,-2-1 0,0 0 0,4-26 105,-2-14-2737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28382,'0'0'2601,"0"0"-2345,-23 120-160,16-31 256,0 31 200,2 29-184,-2 9-208,3-7-160,-6-14 0,4-35 0,-1-21 0,0-25 0,0-13 0,0-1 0,5-7 0,2-21-336,0-14-472,0 0-1425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29990,'0'0'1857,"0"0"-1745,0 0-48,0 0 32,120-4 152,-74 4-112,2 0-104,-2 8-32,3 3-216,-15-3-568,-13 0-2257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6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29822,'0'0'1633,"0"0"-1537,0 0-48,129 0 56,-64 0 16,48 0-120,-19 0-416,-6 0-3001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24949,'0'0'3945,"0"0"-2658,0 0-944,0 0-186,0 0 63,32-1 102,467-29 342,815-10 64,-197 1-565,-86 0-174,-76 61 11,-235-3-864,-725-19-304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1 454 29446,'0'0'704,"0"0"-488,0 0-135,168 145-49,-122-95 8,-2 0 56,-3 4-96,-8-13-881,-10-16-4560</inkml:trace>
  <inkml:trace contextRef="#ctx0" brushRef="#br0" timeOffset="254.761">347 197 29582,'0'0'736,"0"0"-495,-109 172-153,61-89-56,4 4-32,3 36 0,11-22-297,9-18-1367</inkml:trace>
  <inkml:trace contextRef="#ctx0" brushRef="#br0" timeOffset="477.532">1072 0 29150,'0'0'1096,"-15"19"-739,-160 249 317,136-189-513,4 2 0,4 2-1,3 0 1,-15 78-161,43-157 4,-13 105 63,13-106-66,0 0-1,0 1 0,0-1 0,0 0 0,1 0 0,0 0 0,-1 0 0,1 1 1,0-1-1,1 0 0,-1 0 0,0-1 0,1 1 0,0 0 0,-1 0 0,1-1 0,0 1 1,1-1-1,-1 1 0,0-1 0,1 0 0,-1 0 0,1 0 0,0 0 0,-1-1 0,1 1 1,0-1-1,0 0 0,2 1 0,1-1-12,0 0 0,0 0 0,0 0-1,0-1 1,1 0 0,-1 0 0,0-1 0,0 0 0,0 0 0,0 0 0,0-1 0,0 0-1,0 0 1,-1-1 0,1 1 0,-1-1 0,1 0 0,-1-1 0,0 1 0,0-1 0,0 0 0,-1 0-1,0-1 1,1 1 0,-2-1 0,3-3 12,77-145-440,-74 122 432,-1-1 0,-2 0 1,-1 0-1,-1-1 0,-2 1 0,-2-30 8,0 59 6,0 0 0,0 0 0,0 0 0,-1 0 0,1 0 0,-1 0-1,0 0 1,0 0 0,0 0 0,0 1 0,0-1 0,0 0 0,-1 1-1,0-1 1,1 1 0,-1-1 0,0 1 0,0 0 0,0-1 0,0 1 0,-1 0-1,1 1 1,-1-1 0,1 0 0,-1 1 0,0-1 0,1 1 0,-1 0-1,0 0 1,0 0 0,0 0 0,0 0 0,0 1 0,0 0 0,0-1 0,0 1-1,0 0 1,0 0 0,0 1 0,0-1 0,0 0 0,0 1 0,0 0-1,0 0 1,-1 0-6,-10 3 2,1 1-1,-1 0 0,1 1 0,-1 1 1,2 0-1,-1 0 0,1 1 0,0 1 1,1 0-1,0 1 0,0 0 1,1 1-1,1 0 0,0 0 0,0 1 1,1 0-1,0 0 0,1 2-1,-9 54-739,29-42-4018,6-14-11385</inkml:trace>
  <inkml:trace contextRef="#ctx0" brushRef="#br0" timeOffset="755.488">1459 141 28990,'0'0'1641,"0"0"-1489,0 0-112,0 0 16,0 122 192,0-59 24,0 5-136,7 5-88,12-5-16,6-10-16,5-10 0,7-13 16,6-14-8,8-15-8,4-6-16,33-29-256,-14-10-448,-12-5-1417</inkml:trace>
  <inkml:trace contextRef="#ctx0" brushRef="#br0" timeOffset="928.953">1885 197 29182,'0'0'1080,"-69"120"-567,26-39-281,-22 54-56,14-23-176,3-15-648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0 26414,'0'0'2999,"0"0"-2079,0 0-646,-21 17-136,4-3-102,0-1 26,0 1 0,1 1 0,1 1 0,0 0 0,1 1 0,1 0 0,-11 20-62,-54 100 97,7 3 0,6 4 1,6 2-1,-6 41-97,31-17 3,33-166-4,2 0 0,-1 0 1,0 0-1,1 1 0,0-1 1,-1 0-1,2 0 0,-1 0 1,0 0-1,1-1 0,0 1 1,0 0-1,0 0 0,0-1 1,1 0-1,-1 1 0,1-1 1,0 0-1,0 0 0,0 0 1,0-1-1,0 1 0,1-1 1,0 0-1,-1 0 0,1 0 1,0 0-1,0 0 0,0-1 1,0 0-1,0 0 0,0 0 1,0 0-1,0-1 0,0 1 1,0-1-1,0 0 0,1-1 1,-1 1-1,1-1 1,16-1-8,0-1 0,0-1 1,-1-2-1,0 1 0,0-2 0,0-1 0,-1 0 0,0-2 0,-1 0 0,0-1 1,-1 0-1,0-2 0,0 0 0,-2-1 0,0 0 0,0-2 0,-1 1 1,-1-2-1,6-10 8,-11 19-1,-1-1 0,0 0 0,0 0 1,-1 0-1,0-1 0,-1 0 0,0 0 1,-1 0-1,1 0 0,-2-1 0,0 0 0,0 0 1,-1 0-1,0 0 0,-1 0 0,-1 0 1,1-1-1,-2 1 0,0-4 1,-2 12 2,-1 0 1,1 0-1,-1 1 1,0-1-1,0 1 1,0 0-1,0 0 1,0 0-1,0 1 1,0-1-1,-1 1 1,1 0-1,0 0 0,-1 0 1,1 1-1,-1 0 1,1 0-1,-1 0 1,1 0-1,-1 1 1,1-1-1,-1 1 1,1 0-1,-1 1 0,-3 1-2,-14 5-1,1 1-1,0 0 0,0 2 0,1 1 1,0 0-1,1 1 0,0 2 0,1-1 0,1 2 1,1 1-1,0 0 0,1 1 2,14-17-90,0-1 31,0 1 0,0-1-1,0 1 1,0-1-1,0 1 1,0-1 0,0 1-1,1 0 1,-1-1-1,0 1 1,0 0-1,1 0 1,-1 0 0,0 0-1,1 0 1,-1-1-1,1 1 1,-1 0 0,1 0-1,0 0 1,-1 0-1,1 0 1,0 0-1,0 1 1,0-1 0,0 0-1,0 0 1,0 0-1,0 0 1,0 0 0,0 0-1,0 0 1,0 0-1,1 0 1,-1 0-1,0 0 1,1 0 0,-1 0-1,1 0 1,-1 0-1,1 0 1,0 0 0,-1 0 58,19-1-4029</inkml:trace>
  <inkml:trace contextRef="#ctx0" brushRef="#br0" timeOffset="262.361">984 199 28318,'0'0'1096,"0"0"-744,0 0-176,0 0 128,-58 133 33,42-71-81,9 6-120,7 5-64,0 4-40,28-5-8,18-5-8,12-13 8,15-17-24,10-16 0,42-21-152,-19-25-433,-17-13-1111</inkml:trace>
  <inkml:trace contextRef="#ctx0" brushRef="#br0" timeOffset="526.237">1509 315 27422,'0'0'1320,"0"0"-576,-115 195-352,62-66-88,9 20-63,14-12-137,26-13-104,4-43-393,0-37-1815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1 257 28918,'0'0'832,"0"0"-560,0 0 185,66 162 199,-42-96-208,-4 7-200,-4 4-88,-6-1-32,-10 3-32,0-4-40,-10-1-56,-31 13-112,4-18-312,-2-15-1137</inkml:trace>
  <inkml:trace contextRef="#ctx0" brushRef="#br0" timeOffset="750.099">40 0 22893,'0'0'2523,"0"0"-892,0 0-767,0 0-257,0 0 64,0 0-92,7 5-131,-3-3-398,-2 0-17,1-1 0,0 1 0,-1 0 0,1 0 0,-1 0 0,0 0 0,0 0 0,1 0 0,-1 1 0,-1-1 0,1 1 0,0-1 0,-1 1 0,1 0 0,-1 0 0,0-1 0,0 1 0,0 0 0,0 0 0,0 0 0,-1 2-33,2 353 1365,-3-311-1269,-1 65-27,4-1 1,5 1-1,5-1 1,5 0-1,10 25-69,-27-134-27,0 0-1,1 0 1,-1 0-1,0 0 1,1 0 0,-1 0-1,1 0 1,0 0 0,0 0-1,0-1 1,0 1-1,0 0 1,0-1 0,0 1-1,0 0 1,0-1-1,1 1 1,-1-1 0,1 0-1,-1 0 1,1 1 0,0-1-1,-1 0 1,1 0-1,0-1 1,0 1 0,0 0-1,0 0 1,-1-1-1,1 0 1,0 1 0,0-1-1,0 0 1,0 0-1,0 0 1,0 0 0,0 0-1,0 0 1,0 0 0,0-1-1,0 1 1,0-1-1,0 0 1,0 1 0,0-1-1,-1 0 1,1 0-1,0 0 1,-1 0 0,1 0-1,-1-1 1,1 1 0,-1 0-1,1-1 1,-1 1-1,1-2 28,30-26-1563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30054,'0'0'873,"0"0"-617,-16 126-8,9-57 184,-2 9-72,-3 10-168,-4 17-96,-2-5-64,4 3-32,3 16-192,6-38-488,3-17-1361</inkml:trace>
  <inkml:trace contextRef="#ctx0" brushRef="#br0" timeOffset="598.444">335 484 29886,'0'0'519,"22"-16"-392,144-106-103,-152 111-17,-4 3-2,-1 1 1,1 0 0,0 0-1,1 1 1,-1 0-1,1 1 1,0 0-1,1 1 1,-1 0-1,1 0 1,0 2-1,7-2-5,-17 5 4,0 0-1,0 0 1,-1 0-1,1 0 1,0 1-1,-1-1 1,1 0-1,-1 1 1,0-1-1,1 1 1,-1 0-1,0-1 1,0 1-1,0 0 1,0 0-1,0 0 1,-1 0-1,1-1 1,0 1-1,-1 0 1,1 0-1,-1 0 0,0 0 1,0 0-1,0 0 1,0 1-1,0-1 1,0 0-1,0 0 1,-1 0-1,1 0 1,-1 0-1,0-1 1,0 2-4,1 11 29,-18 243 378,11-130-254,7-126-151,0-1 0,0 1 0,0-1-1,0 1 1,0-1 0,0 1 0,0-1 0,0 0-1,1 1 1,-1-1 0,0 1 0,0-1-1,1 0 1,-1 1 0,0-1 0,0 0-1,1 1 1,-1-1 0,0 0 0,1 1 0,-1-1-1,1 0 1,-1 0 0,0 0 0,1 1-1,-1-1 1,1 0 0,-1 0 0,0 0 0,1 0-1,-1 0 1,1 0 0,-1 0 0,1 0-1,-1 0 1,1 0 0,-1 0 0,0 0-1,1 0 1,-1 0 0,1 0 0,-1 0 0,1 0-1,-1 0 1,0-1 0,1 1 0,-1 0-1,1 0 1,-1-1 0,0 1 0,1 0-1,-1 0 1,0-1 0,1 1 0,-1 0 0,0-1-1,0 1 1,1-1 0,-1 1 0,0 0-1,1-1-1,62-87 127,-4-14-259,-4-3-1,-5-1 1,17-61 132,-56 144 82,-11 46 67,-1 2-135,5 1023 669,-4-981-649,-4 0 1,-2-1-1,-3 0 0,-15 54-34,23-116 5,0 0-1,0 0 0,0-1 1,0 1-1,-1-1 0,0 1 1,1-1-1,-1 0 0,-1 1 1,1-1-1,0 0 0,-1 0 1,1 0-1,-1-1 0,0 1 1,0-1-1,0 0 1,0 1-1,0-1 0,-1 0 1,1-1-1,-1 1 0,1-1 1,-1 0-1,0 1 0,1-1 1,-1-1-1,0 1 0,0-1 1,1 1-1,-1-1 0,0 0 1,0-1-1,0 1 0,0 0 1,1-1-1,-1 0 1,0 0-1,1 0 0,-1-1 1,0 1-1,-1-2-4,-9-8 8,2-1 0,-1 0-1,1 0 1,1-2 0,0 1 0,1-1 0,1-1-1,0 0 1,1 0 0,0-1 0,1 0-1,1 0 1,-3-14-8,3 14-28,1-1-1,0 0 0,1-1 0,1 1 0,0-1 1,2 0-1,0 1 0,1-1 0,0 0 1,2 0-1,0 0 0,1 1 0,1 0 1,0-1-1,2 1 0,0 0 0,0 1 1,2 0-1,0 0 0,1 0 0,0 1 1,1 1-1,9-10 29,141-152-1695,-88 98-907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21413,'0'0'8913,"0"0"-8616,0 0-193,0 0 72,131 110 232,-87-65-96,2 5-152,-2 4-88,-7 0-56,-7-7-16,-10-7 0,1-19-240,-7-11-400,-5-10-1377</inkml:trace>
  <inkml:trace contextRef="#ctx0" brushRef="#br0" timeOffset="251.277">362 26 29070,'0'0'688,"0"0"-432,-105 114 56,56-58 81,5 4-233,-2 23-160,14-15-456,9-16-2481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32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26430,'0'0'3000,"0"0"-2112,0 0-634,0 0 38,0 0 55,-7 14-110,-21 57-59,2 1-1,4 2 1,-8 56-178,9-47 101,-85 388 352,100-430-424,2 1 0,2-1-1,2 1 1,1-1 0,4 14-29,21 27-269,-25-81 183,0 0 1,0 0 0,0-1 0,0 1 0,1 0 0,-1-1 0,0 1 0,1 0-1,-1-1 1,0 0 0,1 1 0,-1-1 0,1 0 0,-1 1 0,0-1 0,1 0-1,-1 0 1,1 0 0,-1-1 0,1 1 0,-1 0 0,0 0 0,1-1 0,-1 1-1,1-1 1,-1 1 0,0-1 0,0 0 0,1 1 0,-1-1 0,0 0 0,0 0-1,0 0 1,0 0 0,0 0 0,0 0 0,0 0 0,0 0 0,0 0 0,0-1-1,-1 1 1,1 0 0,0 0 0,-1-1 0,1 1 0,-1-1 0,0 1 0,1 0-1,-1-1 1,0 1 0,0-1 0,0 1 0,0-1 0,0 1 0,0 0 0,0-1-1,0 1 1,-1-1 0,1 1 85,12-51-11496</inkml:trace>
  <inkml:trace contextRef="#ctx0" brushRef="#br0" timeOffset="295.212">560 320 29678,'0'0'781,"0"0"-485,26 1-174,173 3 252,-198-4-373,135 20 137,-130-19-136,-1 0 0,0 1 0,1 0 1,-1 0-1,0 0 0,0 0 0,-1 1 0,1 0 0,0 0 1,-1 0-1,0 1 0,1 0 0,-2-1 0,1 1 1,0 1-1,-1-1 0,1 0 0,-1 1 0,-1 0 0,1 0 1,-1 0-1,1 0 0,-1 2-2,0 3 8,-1 0 0,0 0 0,-1 1 0,0-1 0,0 0 0,-1 0 0,-1 0 0,0 0 0,0 0 0,-1 0 0,0 0 0,0-1 0,-1 0 0,-1 1-1,1-1 1,-2-1 0,1 1 0,-1-1 0,-5 6-8,-142 135 53,131-128-219,-1-2-1,-1-1 1,-1-1-1,0 0 1,-1-2 0,-1-2-1,0 0 1,-1-1-1,-21 4 167,26-14-1956</inkml:trace>
  <inkml:trace contextRef="#ctx0" brushRef="#br0" timeOffset="571.066">1364 167 28382,'0'0'1052,"0"0"-278,0 0-221,0 0-98,-21 13-174,3-3-229,-114 95 263,117-88-274,0 1-1,1 1 1,1 0-1,1 0 1,1 2 0,0-1-1,1 1 1,2 1-1,0 0 1,1 0 0,2 0-1,0 1 1,1 0-1,0 18-40,4-32-13,1-1-1,1 0 0,-1 1 1,1-1-1,1 0 0,-1 0 1,1 0-1,1-1 0,-1 1 1,1-1-1,1 1 0,-1-1 1,1-1-1,1 1 1,-1-1-1,1 0 0,0 0 1,1 0-1,-1-1 0,1 0 1,0 0-1,0-1 0,0 0 1,1 0-1,0-1 0,0 0 1,0 0-1,0-1 0,0 0 1,0 0-1,0-1 0,1 0 1,-1 0-1,5-1 14,30 3-288,0-1 1,0-3-1,-1-1 0,1-2 0,7-3 288,71-23-2203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4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70 26254,'0'0'1068,"0"0"-313,0 0-201,0 0 99,0 0 11,-4-2-204,-15-9-43,40 5-162,256-24-16,0 13-1,164 14-238,-329 3 36,290 16-52,249 49 16,-274-24-25,1882 101-66,-1795-120-541,-444-22-2152,-20 0-4497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0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42 28566,'0'0'1675,"0"0"-1195,0 0-326,0 0 174,0 0-30,26-8-154,87-23-77,-107 30-64,-1 1-1,1-1 1,0 1-1,0 0 1,0 0 0,0 1-1,0 0 1,0 0-1,0 0 1,0 1 0,0 0-1,-1 0 1,1 0-1,-1 1 1,0 0-1,0 0 1,0 0 0,0 0-1,0 1 1,0 0-1,-1 0 1,0 0 0,0 1-1,0 0 1,0-1-1,-1 1 1,0 0-1,0 1 1,0-1 0,-1 0-1,0 1 1,0 0-1,0-1 1,0 1 0,-1 0-1,0 0 1,0 0-1,-1 0 1,0 0-1,0 0 1,0 0 0,-1 0-1,0 0 1,0 0-1,0-1 1,-1 1 0,0 0-1,0 0-2,-8 16 4,-1-1-1,0 0 0,-2-1 1,-1 0-1,0-1 0,-1 0 1,-1-2-1,-1 0 1,0 0-1,-1-2 0,-1 0 1,-1-1-1,-1 0-3,-95 61-75,124-70-521,-1-5 598,1-1-1,-1 2 1,1-1-1,-1 1 1,1 0-1,-1 0 1,0 1-1,0 0 1,0 0-1,0 1 1,0 0-1,0 0 1,-1 1-1,1-1 1,-1 1-1,0 1 1,0-1-1,0 1 1,-1 0-1,0 1 1,0-1-1,0 1 1,-1 0-1,1 0 1,-1 1-1,-1-1 1,1 1-1,-1-1 1,-1 1 0,1 0-1,1 8-1,-6-4 23,0 1 0,-1-1 0,0 0 1,-1 0-1,0 0 0,-1 0 0,0-1 0,-1 0 0,0 0 1,0 0-1,-1 0 0,0-1 0,-1-1 0,0 1 0,0-1 1,-1 0-1,0-1 0,-4 2-23,-2 5 3,-178 150-459,169-152-1712,23-14-1102</inkml:trace>
  <inkml:trace contextRef="#ctx0" brushRef="#br0" timeOffset="329.078">1025 656 27206,'0'0'3172,"0"0"-2299,0 0-567,4-18 173,34-244 49,-38 254-527,1 2-3,0-1 0,0 1-1,0-1 1,-1 0 0,1 1 0,-2-1-1,1 0 1,-1 1 0,0-1 0,0 0-1,-1 1 1,0-1 0,0 1 0,-1 0-1,1 0 1,-1 0 0,-1 0 0,1 0-1,-1 1 1,0-1 0,0 1 0,-1 0-1,0 0 1,1 1 0,-2-1 0,1 1-1,-4-2 3,2 3-2,0 1-1,0-1 0,0 2 0,0-1 0,0 1 1,0 0-1,0 1 0,0 0 0,-1 0 1,1 0-1,0 1 0,0 0 0,0 0 1,0 1-1,0 0 0,0 0 0,0 1 1,0 0-1,1 0 0,-1 0 0,1 1 0,0 0 1,0 0-1,1 1 0,-1-1 0,1 1 1,0 1 2,-11 9-2,1 2 0,1 0 0,0 1 0,1 0 0,1 1 1,1 0-1,1 1 0,-2 6 2,3-5-1,1-1 0,1 1 0,1 1-1,0-1 1,2 1 0,1 0 0,0 0 0,2 0 0,0 1 0,2-1 0,0 0 0,3 9 1,-2-25-4,0-1 1,1 0-1,-1 1 1,1-1-1,0 0 0,1 0 1,-1-1-1,1 1 1,0-1-1,0 0 1,0 0-1,1 0 1,-1 0-1,1-1 1,0 0-1,0 0 1,0 0-1,0-1 1,1 1-1,-1-1 1,1-1-1,0 1 1,-1-1-1,1 0 1,0 0-1,0 0 1,-1-1-1,1 0 1,0 0-1,0-1 0,0 0 1,0 1-1,-1-2 1,1 1-1,-1-1 1,4-1 3,123-66-1110,-75 28-665</inkml:trace>
  <inkml:trace contextRef="#ctx0" brushRef="#br0" timeOffset="2754.925">5048 496 29982,'0'0'743,"0"0"-319,9-18-197,63-152-106,-68 92-479,-15 74 220,8 3 130,-99 15-57,89-5 90,0 1 1,1 0-1,0 0 1,0 1 0,1 1-1,1 0 1,0 0-1,0 1 1,1 0-1,1 1 1,0 0-1,1 0 1,1 1-1,0 0 1,1 0-1,0 0 1,2 0-1,0 1 1,0 0-1,1 0 1,1 0-1,1 0 1,1 11-26,0-22 3,0 0 0,0-1 0,0 1 0,1 0 0,0-1 0,0 1 1,0-1-1,0 1 0,1-1 0,-1 0 0,1 0 0,0 0 0,1 0 0,-1-1 1,1 1-1,-1-1 0,1 0 0,0 0 0,0 0 0,1-1 0,-1 1 0,0-1 1,1 0-1,0 0 0,-1-1 0,1 1 0,0-1 0,0 0 0,0 0 0,-1-1 1,1 0-1,0 1 0,0-2 0,0 1 0,0 0 0,0-1 0,0 0 0,2-1-3,0 0-140,0 0 0,0-1-1,0 0 1,-1 0 0,1 0 0,-1-1-1,1 0 1,-1 0 0,-1-1-1,1 0 1,0 0 0,-1 0-1,0 0 1,-1-1 0,1 0-1,-1 0 1,0 0 0,2-6 140,0 4-1030,23-37-11925</inkml:trace>
  <inkml:trace contextRef="#ctx0" brushRef="#br0" timeOffset="627.638">1539 353 30350,'0'0'889,"0"0"-673,0 0-144,42 114 152,-12-68 40,0 4-152,-1-1-72,-1-1-40,-3-6-144,3-15-408,-5-13-1313,-2-14-19531</inkml:trace>
  <inkml:trace contextRef="#ctx0" brushRef="#br0" timeOffset="816.651">2011 262 29718,'0'0'945,"0"0"-697,-124 116-176,71-56-48,5 9-24,4 14-392,14-17-609,14-16-2151</inkml:trace>
  <inkml:trace contextRef="#ctx0" brushRef="#br0" timeOffset="1175.692">2590 67 30431,'0'0'562,"0"0"-287,-25 19 4,6-4-219,-147 138 266,132-112-312,2 2 0,2 1 0,2 2 0,2 1 0,2 0 0,3 2 0,-14 44-14,22 36 0,16-127-3,0 1 0,0-1 1,1 0-1,-1 1 0,0-2 0,1 1 1,-1 0-1,1-1 0,0 1 0,0-1 1,-1 0-1,1-1 0,0 1 0,0 0 1,0-1-1,0 0 0,0 0 0,0 0 1,-1-1-1,1 1 0,0-1 0,0 0 1,0 0-1,-1 0 0,1-1 0,0 1 0,-1-1 1,1 0-1,-1 0 0,0 0 0,2-1 3,6-3-31,1 0-1,-1-1 0,0-1 1,0 1-1,-1-2 0,0 1 1,-1-2-1,0 1 0,0-1 1,-1 0-1,0-1 0,-1 0 1,0 0-1,-1-1 0,0 0 1,-1 0-1,0 0 0,-1-1 1,0 1-1,0-10 32,-5 19 1,-1 0 0,1 0-1,-1 1 1,0-1 0,0 0 0,0 1-1,-1-1 1,1 1 0,0 0 0,-1-1-1,0 1 1,1 0 0,-1 1 0,0-1 0,0 1-1,0-1 1,0 1 0,0 0 0,-1 0-1,1 0 1,0 0 0,-1 1 0,1-1-1,0 1 1,-1 0 0,1 0 0,0 0-1,-1 0 1,1 1 0,0-1 0,-1 1 0,1 0-1,-2 1 0,-8-2 4,8-1-45,0 1-1,0-1 1,0 1-1,1 0 1,-1 0-1,0 1 0,0-1 1,0 1-1,0 0 1,1 1-1,-1-1 1,0 1-1,1 0 0,0 0 1,-1 0-1,1 1 1,0-1-1,0 1 1,0 0-1,0 1 1,1-1-1,-1 0 0,1 1 1,0 0-1,0 0 1,0 0-1,1 0 1,-1 0-1,1 0 0,0 2 42,2 4-2400</inkml:trace>
  <inkml:trace contextRef="#ctx0" brushRef="#br0" timeOffset="1428.908">2954 142 30166,'0'0'873,"0"0"-657,0 0-120,-125 101 112,105-53-72,8 2-96,12 0-8,5-3-24,22-3 8,10-9-16,5-6 0,4-8 0,2-13-208,26-8-296,-12-23-681,-9-8-1711</inkml:trace>
  <inkml:trace contextRef="#ctx0" brushRef="#br0" timeOffset="1673.774">3276 140 22189,'0'0'7513,"0"0"-7113,-127 157-280,68-76 265,3 10-201,-4 23-184,17-18-673,15-28-3103</inkml:trace>
  <inkml:trace contextRef="#ctx0" brushRef="#br0" timeOffset="1861.125">3520 445 29110,'0'0'2153,"0"0"-1969,0 0-112,152-32 72,-85 12-24,9-3-56,3 2-64,17-8-176,-17 8-264,-22 1-1905</inkml:trace>
  <inkml:trace contextRef="#ctx0" brushRef="#br0" timeOffset="2019.481">3926 150 29102,'0'0'1040,"0"0"-784,0 0-175,-46 139-33,23-77 8,2 9-56,-11 24-233,6-16-1103,8-17-3305</inkml:trace>
  <inkml:trace contextRef="#ctx0" brushRef="#br0" timeOffset="2430.252">4428 24 28222,'0'0'731,"0"0"-358,0 0-126,14 19 61,46 63-53,-55-78-249,-1 0 0,0 0 0,-1 0 0,1 0 0,0 1 0,-1 0 0,0-1 0,0 1 0,-1 1 0,1-1 1,-1 0-1,0 1 0,-1-1 0,1 1 0,-1-1 0,0 1 0,-1-1 0,1 1 0,-1 0 0,0 0 0,0-1 0,-1 1 0,0 0 1,0-1-1,0 1 0,-1-1 0,1 1 0,-1-1 0,-1 0 0,1 1 0,-1-1 0,0 0 0,0-1 0,0 1 0,-1 0 0,0-1 0,1 0 1,-2 1-8,-184 164-329,188-168 313,0 0 1,0 0 0,-1 0 0,1 0-1,0 0 1,0 1 0,0-1-1,0 0 1,0 1 0,0-1 0,1 1-1,-1-1 1,0 1 0,1-1-1,-1 1 1,1-1 0,0 1-1,-1-1 1,1 1 0,0 0 0,0-1-1,0 1 1,0 0 0,0-1-1,0 1 1,1-1 0,-1 1 0,0 0-1,1-1 1,0 1 0,-1-1-1,1 1 1,0-1 0,-1 1 0,1-1-1,0 0 1,0 1 0,0-1-1,0 0 1,1 0 0,-1 0-1,0 0 1,0 0 0,1 0 0,-1 0-1,1 0 1,-1 0 0,0-1-1,1 1 1,0-1 0,-1 1 0,1-1-1,-1 1 1,1-1 0,0 0-1,-1 0 1,1 0 0,-1 0-1,1 0 1,1 0 16,158 1 284,-159 0-281,0 0 0,0 1 1,0-1-1,-1 0 0,1 0 0,0 1 0,-1-1 0,1 1 0,-1 0 0,0-1 0,1 1 1,-1 0-1,0 0 0,0 0 0,0 0 0,0 0 0,-1 0 0,1 0 0,0 0 0,-1 0 1,1 0-1,-1 0 0,0 1 0,0-1 0,0 0 0,0 0 0,0 0 0,0 0 0,-1 1 1,1-1-1,-1 0 0,1 0 0,-1 0 0,0 0 0,0 0 0,0 0 0,0 0 0,0 0 1,-2 1-4,-116 143 18,-44 37-2533,153-170-1655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1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28646,'0'0'1056,"0"0"-792,0 0-200,0 0-32,0 0-24,0 0 8,127 29 0,-85-25-16,20 2-56,-9 0-512,-12-2-1776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1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29566,'0'0'1297,"0"0"-1105,0 0-136,0 0-16,145 4 16,-14-4-56,-15 0-312,-15 0-1585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2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27582,'0'0'1080,"0"0"-225,0 0-196,0 0-102,0 0-73,0 0-117,-4 0-131,424 0 676,383 2-877,-197 61-35,176-51 0,-506-14 0,449 17 0,-539-15-1476,-186 0-585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24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669 0 28486,'0'0'722,"0"0"-358,-19 10-254,-145 97 98,107-55 0,3 2-1,2 3 1,2 2-1,4 2 1,1 3-1,4 1 1,-31 67-208,61-111 28,0 1 1,2 1 0,1 0-1,0 0 1,2 1-1,1 0 1,1 0 0,1 0-1,1 0 1,1 1-1,1 15-28,1-36 1,0 0 0,-1-1-1,2 1 1,-1 0-1,0 0 1,1-1 0,0 1-1,-1-1 1,2 1 0,-1-1-1,0 0 1,0 0-1,1 0 1,0 0 0,0 0-1,0-1 1,0 1-1,0-1 1,0 0 0,1 0-1,-1 0 1,0 0-1,1 0 1,0-1 0,0 0-1,-1 0 1,1 0 0,0 0-1,0 0 1,0-1-1,0 0 1,0 1 0,2-2-1,132-26 34,-99 8-26,-1-2 0,-1-1 0,-1-2 0,-1-2 0,-1-1 0,-2-2 0,10-11-8,22-51-144,-62 88 141,0 0 1,-1-1 0,0 1-1,1 0 1,-1 0 0,-1 0 0,1-1-1,0 1 1,-1-1 0,0 1-1,1 0 1,-1-1 0,-1 1-1,1-1 1,0 1 0,-1 0-1,0-1 1,0 1 0,0 0-1,0 0 1,0 0 0,-1 0 0,1-1-1,-1 2 1,0-1 0,0 0-1,0 0 1,0 1 0,0-1-1,-1 1 1,0-1 2,-12-6-3,0 1 0,-1 0-1,-1 1 1,1 1 0,-1 0 0,0 1-1,0 1 1,0 1 0,-1 0 0,0 1-1,1 1 1,-1 1 0,0 0 0,-9 3 3,22-2-122,0 0 1,0 0-1,0 0 1,1 1-1,-1 0 0,0 0 1,1 0-1,-1 0 1,1 1-1,0 0 1,-1 0-1,2 0 0,-1 0 1,0 1-1,0 0 1,1 0-1,0-1 1,0 2-1,0-1 1,-1 3 121,-9 13-3238</inkml:trace>
  <inkml:trace contextRef="#ctx0" brushRef="#br0" timeOffset="293.012">987 172 29574,'0'0'747,"0"0"-436,-22 10-227,-1 0-69,-109 69 85,119-69-86,0 0 0,1 1 1,0 1-1,1-1 1,1 2-1,0 0 0,0 0 1,1 0-1,1 2 0,0-1 1,1 1-1,1 0 1,0 0-1,1 0 0,1 1 1,0 0-1,1 0 1,1 0-1,-1 10-14,6-20 2,1 0 0,-1-1-1,1 1 1,0-1 0,0 0 0,1 0 0,-1 0 0,1-1-1,0 0 1,0 1 0,1-2 0,-1 1 0,1-1 0,0 0-1,0 0 1,0 0 0,0-1 0,0 0 0,1 0 0,-1-1-1,1 0 1,-1 0 0,1 0 0,0-1 0,-1 0 0,1 0-1,5-1-1,17 4-87,0 0-1,1-2 0,-1-1 0,1-1 0,-1-1 1,1-2-1,-1-1 0,0-1 0,-1-2 0,0-1 1,0-1-1,8-5 88,105-80-3410,-95 49-3268</inkml:trace>
  <inkml:trace contextRef="#ctx0" brushRef="#br0" timeOffset="546.444">1252 110 19220,'0'0'8810,"0"0"-8178,-78 118-312,39-45-88,-1 12 96,4 8-152,3 1-112,8-7-56,13 6-8,8-23-312,4-18-968</inkml:trace>
  <inkml:trace contextRef="#ctx0" brushRef="#br0" timeOffset="856.681">1764 328 28374,'0'0'1472,"0"0"-1240,0 0-168,0 0 128,0 0 169,82 114-89,-49-60-160,1 2-72,-4-2-16,-2-9-24,-5-9-56,2-16-392,10-20-385,-5-6-1039,-3-21-4945</inkml:trace>
  <inkml:trace contextRef="#ctx0" brushRef="#br0" timeOffset="1107.446">2095 307 27310,'0'0'1176,"0"0"-648,-103 127-360,57-61-88,4 2-56,10-5-24,13-5-712,15-19-792,4-18-2993</inkml:trace>
  <inkml:trace contextRef="#ctx0" brushRef="#br0" timeOffset="1374.197">2602 268 18668,'0'0'9043,"0"0"-6740,0 0-1993,-16 27-22,-113 198 51,85-143-315,4 1 0,4 2 0,-20 72-24,43-64 0,16-91 0,-1-1 1,1 0-1,-1 0 1,1 0 0,-1 0-1,1 0 1,0-1-1,-1 1 1,1-1 0,0 0-1,-1 0 1,1 0 0,0 0-1,-1 0 1,1 0-1,0-1 1,-1 1 0,1-1-1,0 0 1,-1 0-1,1 0 1,1-1-1,134-96-436,-117 80 290,-16 13 119,10-5-109,0-1 0,-2-1 0,1 0 0,-2-1 0,1 0 1,-2-1-1,0 0 0,0-1 0,-2 0 0,0 0 0,0-1 0,-2-1 0,0 1 1,-1-1-1,2-6 136,-8 20 26,-1 1 0,1 0 1,0-1-1,-1 1 0,1 0 1,-1 0-1,1-1 1,-1 1-1,0 0 0,0 0 1,0 0-1,0 0 0,-1 0 1,1 0-1,0 0 0,-1 1 1,0-1-1,1 0 0,-1 1 1,0-1-1,0 1 0,1 0 1,-1-1-1,0 1 0,0 0 1,-1 0-1,1 0 0,0 1 1,0-1-1,0 0 1,-1 1-1,1 0 0,0-1 1,0 1-1,-1 0 0,1 0 1,0 0-1,-1 0 0,1 1 1,-1-1-27,-97 20 621,96-18-676,-1-1 1,1 1-1,0 0 0,1 0 1,-1 0-1,0 1 1,0-1-1,1 1 1,0 0-1,-1 0 0,1 0 1,0 0-1,0 0 1,1 1-1,-1 0 1,1-1-1,0 1 0,0 0 1,0 0-1,0 0 1,1 0-1,-1 0 0,1 1 1,0-1-1,1 0 1,-1 1 54,1 7-2984</inkml:trace>
  <inkml:trace contextRef="#ctx0" brushRef="#br0" timeOffset="1637.828">3162 185 28190,'0'0'1344,"0"0"-861,0 0-310,-12 18 42,-72 137 256,77-141-449,2 1 1,-1 0 0,2 1-1,0-1 1,1 1-1,0 0 1,2 0-1,-1-1 1,2 1-1,0 0 1,1 0-1,1 0 1,0 0 0,1 0-1,1-1 1,0 1-1,2-1 1,-1 0-1,2-1 1,0 1-1,8 11-22,-8-17-58,0 0 0,1 0 1,0-1-1,0 0 0,1-1 0,0 0 0,0 0 0,1 0 0,0-2 0,0 1 0,0-1 0,1-1 0,0 0 0,0 0 0,0-1 0,0 0 0,0-1 0,1 0 0,-1-1 0,1-1 1,-1 1-1,1-2 0,-1 0 0,1 0 0,-1-1 0,0 0 0,1-1 0,-1-1 0,2 0 58,33-25-2079</inkml:trace>
  <inkml:trace contextRef="#ctx0" brushRef="#br0" timeOffset="1856.3">3496 259 22509,'0'0'6729,"-78"121"-6121,11-7-328,-11 39-168,-3 13-80,21-40-32,16-32-2840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30759,'0'0'648,"0"0"-320,0 0-136,0 0 32,0 0-128,0 0-96,0 0-112,71-97-304,-46 101-232,-8 17-929,-15 4-3808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24821,'0'0'4465,"0"0"-3905,0 0-280,0 0 353,0 0-161,0 0-168,152-37-304,-37 10-168,-14 6-1193,-13-2-4136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8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28582,'0'0'728,"0"0"-312,0 0-80,0 0 265,0 0-185,170-31-152,-94 20-136,9 5-80,49 6-48,-21 0-56,-12 0-1601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11218,'0'0'15057,"0"0"-11483,0 0-2927,0 0-67,0 0-156,0 0-204,6-3-63,8-1-101,1 0 0,0 0 0,0 1-1,-1 1 1,1 1 0,1 0-1,-1 1 1,0 1 0,6 1-56,25-1 89,125 1 57,1451-17 7,-1407 11-156,-213 3-113,1 1-1,0-1 1,-1 1-1,1 0 1,0 0-1,0 0 1,-1 0-1,1 1 1,0-1-1,-1 1 0,1-1 1,-1 1-1,1 0 1,0 0-1,-1 0 1,0 0-1,1 1 1,-1-1-1,0 1 1,1-1-1,-1 1 1,0 0-1,0 0 1,0 0-1,-1 0 1,1 0-1,0 0 0,-1 0 1,1 2 116,0 15-5252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52 29110,'0'0'1194,"0"0"-763,0 0-295,0 0 49,-20 13 62,-132 104-34,129-92-199,-23 18 0,2 3-1,3 2 0,1 1 1,3 3-1,2 0 1,-17 38-14,34-10 22,18-79-21,0 0-1,1 1 1,-1-1-1,1 0 1,-1 0-1,1 0 0,-1 0 1,1 1-1,0-1 1,-1 0-1,1 0 0,0 0 1,0 0-1,0-1 1,0 1-1,0 0 1,0 0-1,0 0 0,0-1 1,0 1-1,0-1 1,0 1-1,1-1 1,-1 1-1,0-1 0,0 0 1,0 1-1,1-1 1,-1 0-1,0 0 0,1 0 1,-1 0-1,0 0 1,0 0-1,1 0 1,-1-1-1,0 1 0,1 0 0,6 0 3,29-2 13,1-2 0,-1-1-1,0-2 1,0-2 0,-1-1 0,0-2-1,-1-1 1,20-11-16,-13 7-5,216-101-1899,-197 84-463</inkml:trace>
  <inkml:trace contextRef="#ctx0" brushRef="#br0" timeOffset="253.891">677 232 28678,'0'0'720,"0"0"-384,-145 123-208,85-59-32,10 6-24,8 5-64,14 2-8,28 10-312,0-21-688,17-18-1848</inkml:trace>
  <inkml:trace contextRef="#ctx0" brushRef="#br0" timeOffset="518.39">1182 597 22749,'0'0'6571,"2"-17"-4954,39-218-774,-35 209-821,5-96-55,-14 120 29,0-1 0,0 1-1,-1 0 1,1 0-1,-1 0 1,1 0-1,-1 1 1,0 0-1,0 0 1,1 0 0,-1 0-1,0 0 1,0 1-1,0-1 1,0 1-1,0 0 1,0 0-1,0 1 1,0-1 0,0 1-1,1 0 1,-1 0-1,0 0 1,-1 1 4,-12 5-7,-1 0 1,1 2 0,0 0-1,0 0 1,1 2 0,1 0-1,0 0 1,0 2 0,1 0-1,1 1 1,0 0 0,1 1-1,1 0 1,0 1-1,1 0 1,0 0 0,1 2 6,-19 93-100,27-107 79,1-1 1,0 0 0,0 0-1,1 1 1,-1-1 0,0 0-1,1 0 1,0 0 0,0 0-1,0 0 1,0 0-1,0 0 1,1 0 0,-1 0-1,1 0 1,0 0 0,0-1-1,0 1 1,0-1 0,0 0-1,1 1 1,-1-1 0,1 0-1,-1 0 1,1-1-1,0 1 1,0 0 0,0-1-1,-1 0 1,2 0 0,-1 0-1,0 0 1,0 0 0,2 0 20,139 2-3595,-76-7-4633</inkml:trace>
  <inkml:trace contextRef="#ctx0" brushRef="#br0" timeOffset="893.227">1721 228 28526,'0'0'680,"0"0"-238,0 0-13,6-21-93,31-138-217,-36 157-126,-1 1 1,0-1-1,0 0 0,0 1 1,0-1-1,0 0 0,0 0 1,-1 1-1,1-1 0,0 0 1,-1 1-1,1-1 0,-1 0 1,0 1-1,0-1 0,1 1 1,-1-1-1,0 1 0,0 0 1,0-1-1,-1 1 0,1 0 0,0 0 1,0 0-1,-1-1 0,1 1 1,-1 1-1,1-1 0,-1 0 1,1 0-1,-1 0 0,1 1 1,-1-1-1,0 1 0,1-1 1,-1 1-1,0 0 0,1 0 1,-1 0-1,0 0 0,1 0 1,-1 0-1,0 0 0,0 0 1,1 1-1,-1-1 0,0 1 1,1-1-1,-1 1 0,0 0 7,-16 3 10,1 1 0,0 1 0,0 0 0,1 2-1,0 0 1,0 0 0,0 2 0,1 0-1,1 0 1,0 2 0,0-1 0,1 2 0,1 0-1,0 0 1,0 2-10,6-9 4,0 1 1,1 0-1,-1-1 0,2 2 0,-1-1 0,1 0 0,0 1 1,0 0-1,1 0 0,0 0 0,1 0 0,-1 1 1,2-1-1,-1 4-4,3-9 0,0 0 0,0 0 1,0-1-1,1 1 0,-1 0 0,1-1 1,0 1-1,0-1 0,0 0 0,0 1 1,0-1-1,0 0 0,0 0 1,1 0-1,-1-1 0,1 1 0,0-1 1,-1 1-1,1-1 0,0 0 0,0 0 1,0 0-1,0 0 0,0-1 0,0 1 1,0-1-1,0 1 0,0-1 1,0 0-1,0-1 0,0 1 0,0 0 1,0-1-1,0 0 0,0 1 0,0-1 1,0 0-1,0-1 0,7 2 4,8-3-3,0 0 0,0-1 0,-1-1 0,1-1 1,-1 0-1,0-1 0,-1-1 0,0 0 0,0-2 0,-1 1 0,0-2 0,0 0-1,7-1-3,-22 16-8,-69 137 63,15-46-38,-21 34 28,6 4 0,-11 44-42,58-74-136,31-80-586,13-16-901</inkml:trace>
  <inkml:trace contextRef="#ctx0" brushRef="#br0" timeOffset="1239.125">2495 182 29438,'0'0'546,"-25"24"-305,-262 281 673,266-280-872,0 2 0,2 0 0,1 1 0,1 1 0,1 0 0,2 2 0,1 0 1,1 0-1,2 1 0,1 0 0,2 1 0,-1 8-42,7-37 2,1-1 0,-1 0 0,1 0 0,-1 1 0,1-1 1,0 0-1,0 1 0,1-1 0,-1 0 0,1 1 0,-1-1 0,1 0 0,0 0 0,0 0 0,1 0 0,-1 0 0,1 0 1,-1 0-1,1 0 0,0 0 0,0-1 0,0 1 0,0-1 0,1 1 0,-1-1 0,1 0 0,-1 0 0,1 0 0,0 0 0,0-1 1,0 1-1,0-1 0,0 0 0,0 1-2,10-1-13,0 0 0,0 0 1,0-2-1,0 1 0,0-2 0,0 0 1,0 0-1,-1-1 0,1 0 1,-1-2-1,0 1 0,0-1 0,0-1 1,-1 0-1,0-1 0,0 0 1,0 0-1,-1-2 0,0 1 0,-1-1 1,0 0-1,0-1 0,-1 0 0,0 0 1,-1-1-1,3-5 13,-7 13-5,0-1 0,0 1 0,-1-1 1,1 0-1,-1 0 0,1 0 0,-1-1 0,0 1 0,-1 0 0,1-1 0,-1 1 0,0-1 1,0 1-1,0-1 0,-1 0 0,0 1 0,1-1 0,-2 0 0,1 1 0,-1-1 1,1 0-1,-1 1 0,0-1 0,-1 1 0,1-1 0,-1 1 0,0 0 0,0-1 1,0 1-1,-1 0 0,1 0 0,-1 1 0,0-1 0,0 0 0,-1 1 0,1 0 1,0 0-1,-2-1 5,-15-2-57,0 0 1,-1 1-1,0 1 1,0 1-1,0 0 1,0 2 0,0 1-1,-1 0 1,-2 2 56,12-2-107,-74 5-2160,10 6-4869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141 470 28790,'0'0'788,"0"-25"-449,-2-186 261,2 210-589,0 0-1,0 0 0,0 0 1,0 0-1,0-1 1,0 1-1,0 0 0,0 0 1,1 0-1,-1 0 1,0 0-1,1 0 1,-1 0-1,1 0 0,-1 0 1,1 0-1,-1 0 1,1 0-1,0 0 0,-1 1 1,1-1-1,0 0 1,0 0-1,0 1 0,0-1 1,-1 0-1,1 1 1,0-1-1,0 1 1,0-1-1,0 1 0,0 0 1,1-1-1,-1 1 1,0 0-1,0 0 0,0 0 1,0 0-1,0 0 1,0 0-1,0 0 0,0 0 1,0 0-1,1 0 1,-1 0-1,0 1 1,0-1-1,0 0 0,0 1 1,0-1-1,0 1 1,0 0-1,0-1 0,-1 1 1,1-1-1,0 1 1,0 1-11,8 4 7,0 1 1,-1 1-1,0 0 1,-1 0-1,0 0 1,0 1-1,-1 0 1,0 0-1,0 1 1,-1 0-1,2 4-7,25 59 32,-3 0-1,-4 2 1,-2 1 0,-4 1-1,5 52-31,-9-58 0,-15-65-95,0-1 0,1 0 1,0 0-1,0 0 0,0 0 1,1 0-1,0 0 0,0 0 1,0 0-1,0 0 0,1-1 0,0 1 1,0-1-1,0 0 0,0 0 1,1 0-1,0 0 0,0-1 1,0 1-1,0-1 0,0 0 1,0 0-1,1-1 0,0 1 1,-1-1-1,1 0 0,0 0 0,0-1 1,0 1-1,2-1 95,24 1-3777</inkml:trace>
  <inkml:trace contextRef="#ctx0" brushRef="#br0" timeOffset="184.491">604 410 29014,'0'0'672,"-168"141"-480,69-54-120,-9 12-48,13 18-24,15-16-176,27-20-1960</inkml:trace>
  <inkml:trace contextRef="#ctx0" brushRef="#br0" timeOffset="825.465">1392 209 28726,'0'0'695,"0"0"-164,0 0-67,0 0-136,0 0-77,-14 20 11,8-12-236,-7 10 6,1 0 1,0 1 0,1 0 0,1 1-1,1 0 1,1 1 0,-4 15-33,3 3 15,1 1 1,1-1-1,3 2 0,1-1 1,2 0-1,3 19-15,-2-58 0,0 0 0,0 1 0,0-1 1,0 0-1,0 0 0,0 0 0,0 1 0,1-1 0,-1 0 0,0 0 1,1 0-1,-1 0 0,1 0 0,-1 0 0,1 1 0,0-1 0,-1-1 1,1 1-1,0 0 0,0 0 0,-1 0 0,1 0 0,0 0 0,0-1 0,0 1 1,0 0-1,0-1 0,0 1 0,1-1 0,-1 1 0,0-1 0,0 0 1,0 1-1,0-1 0,1 0 0,-1 0 0,0 0 0,0 0 0,0 0 0,1 0 1,-1 0-1,0 0 0,0 0 0,0-1 0,0 1 0,1 0 0,-1-1 1,0 1-1,0-1 0,0 1 0,0-1 0,0 0 0,0 1 0,0-1 0,0 0 0,57-44 10,61-85-155,-6-6 0,-5-4-1,28-58 146,-89 117 336,-46 87-242,-27 116 18,-22 116 333,-9 162-445,30-177 93,-10-2 1,-19 35-94,49-228 1,4-14 3,0 0 1,0 0-1,-2-1 1,0 1-1,0-1 1,-1 0-1,-1-1 0,0 1 1,-1-2-1,-5 8-4,11-17 7,-1 0 0,1 0-1,0 0 1,-1 0-1,1-1 1,-1 1 0,0-1-1,0 0 1,1 0 0,-1 0-1,0 0 1,0 0 0,0 0-1,0-1 1,0 0-1,0 1 1,0-1 0,0 0-1,0-1 1,0 1 0,0 0-1,0-1 1,0 0 0,0 1-1,1-1 1,-1 0-1,0-1 1,0 1 0,1 0-1,-1-1 1,1 0 0,-1 1-1,1-1 1,-1 0 0,1 0-1,0 0 1,0-1 0,0 1-1,0 0 1,1-1-1,-1 1 1,1-1 0,-1 0-1,1 1 1,0-1-7,-9-22-7,1-1 0,1 1 1,1-1-1,1-1 0,1 1 0,2-1 1,1 0-1,1 0 0,1 0 0,2-12 7,-2 24-16,1-21-50,2 0 0,1 0 0,2 1 0,2-1 0,0 1-1,3 1 1,1 0 0,1 0 0,13-20 66,64-116-2032,-56 105-658</inkml:trace>
  <inkml:trace contextRef="#ctx0" brushRef="#br0" timeOffset="1117.935">867 565 27934,'0'0'1240,"0"0"-992,0 0-160,164-37-64,-98 23-24,-13 3-1016,-16 3-18420</inkml:trace>
  <inkml:trace contextRef="#ctx0" brushRef="#br0" timeOffset="1384.408">950 669 28918,'0'0'736,"0"0"-640,0 0-96,134-14-152,-70-5-1832</inkml:trace>
  <inkml:trace contextRef="#ctx0" brushRef="#br0" timeOffset="1915.556">890 306 27286,'0'0'1221,"0"0"-262,0 0-312,0 0-168,0 0-135,0 0-131,-19 12-99,-56 44-41,73-54-66,0 0 0,0 1-1,1-1 1,-1 1 0,1 0 0,-1-1-1,1 1 1,0 0 0,0 0 0,0 0-1,1 0 1,-1 0 0,1 0 0,-1 0-1,1 0 1,0 0 0,0 0 0,1 0-1,-1 0 1,0 0 0,1 0 0,0 0 0,0 0-1,0 0 1,0 0 0,0-1 0,0 1-1,1 0 1,0-1 0,0 2-7,3 7 28,173 356 269,-174-354-338,-3-8-76,0 0 0,0 0 0,1 0 0,0-1 0,0 1 0,0 0 0,0-1 0,1 1 0,-1-1 0,1 0 0,1 0 0,-1 0 0,0 0 0,1-1 0,0 1 0,0-1-1,0 0 1,0 0 0,0 0 0,4 1 117,11 0-1940</inkml:trace>
  <inkml:trace contextRef="#ctx0" brushRef="#br0" timeOffset="2164.2">1114 435 28222,'0'0'864,"0"0"-368,0 0-160,0 0 56,-155 124-87,116-64-153,4 3-104,8 1-48,13 12-256,12-13-465,2-20-1335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5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577 289 25597,'0'0'1529,"0"0"4,0 0-411,0 0-404,0 0-172,-9 7 1147,267-34-1664,569 36-29,-528 2 0,935 6 0,-1142-12 17,351 17-237,100-21 220,74-29-210,-423 20-1527,-154 4 22</inkml:trace>
  <inkml:trace contextRef="#ctx0" brushRef="#br0" timeOffset="17083.377">286 194 24621,'0'0'1735,"0"0"-340,0 0-523,-21-1-199,-66-6-27,22-12 801,118 15-1388,684-51 28,-503 26-67,110-14 85,157 7-105,260 46-1546,-628-8-1306</inkml:trace>
  <inkml:trace contextRef="#ctx0" brushRef="#br0" timeOffset="18338.666">1 190 26766,'0'0'985,"0"0"-230,0 0-375,0 0-170,0 0 126,0 0 125,4-1-46,165-13-147,0 7-1,1 7 1,-1 8 0,0 7-268,15-2 58,1039 103 145,-794-91-163,193-23-40,-314-4 19,732 4-14,-1002-3-2,0 2 1,1 1-1,-1 2 0,-1 2 0,29 7-3,-99 1-1492,8-13-2074</inkml:trace>
  <inkml:trace contextRef="#ctx0" brushRef="#br0" timeOffset="54771.484">3553 513 28710,'0'0'926,"0"0"-446,0 0-279,0 0 58,0 0 68,23 10-99,76 34-114,-95-44-112,0 1 0,0 0 0,0 0 0,0 1-1,0 0 1,0-1 0,0 1 0,0 0 0,-1 1 0,1-1-1,-1 1 1,0-1 0,0 1 0,0 0 0,0 0-1,0 0 1,0 1 0,-1-1 0,0 1 0,0-1 0,0 1-1,0 0 1,0 0 0,-1 0 0,0 0 0,1 0-1,-1 0 1,-1 0 0,1 0 0,-1 1 0,0-1 0,0 0-1,0 0 1,0 0 0,-1 1 0,1-1 0,-1 0 0,0 0-1,-1 0 1,1 0 0,-1 0 0,1 0 0,-1 0-1,0-1 1,-1 1 0,1-1 0,-1 1 0,1-1 0,-1 0-1,0 0 1,0 0 0,-3 1-2,-24 23-50,-1-1 0,-2-2 0,0-1 0,-1-1 0,-2-3 0,-36 16 50,114-33-417,-29-2 415,0 1 0,0 1 0,0 0 0,0 0 0,0 2 0,-1-1 0,1 2 0,-1 0 0,0 0 0,-1 1 1,1 0-1,-1 1 0,0 1 0,2 2 2,-11-7 5,-1 1 0,1 0 1,-1 0-1,0 0 0,0 0 0,0 0 0,0 0 1,-1 1-1,0-1 0,1 0 0,-2 0 1,1 0-1,0 0 0,-1 1 0,0-1 0,0 0 1,0 0-1,-1 0 0,1 0 0,-1-1 1,0 1-1,0 0 0,0-1 0,0 1 0,-1-1 1,1 0-1,-1 1 0,0-1 0,0-1 1,0 1-1,-1 0 0,1-1 0,-1 1 0,1-1 1,-1 0-1,-3 1-5,-135 105-1,131-77-1114,11-25-819</inkml:trace>
  <inkml:trace contextRef="#ctx0" brushRef="#br0" timeOffset="55070.412">4242 1150 27358,'0'0'912,"0"0"-162,0 0 47,0 0-103,0 0-253,8-24-225,27-79-132,-16-36-21,-19 115-59,1 18-5,0-1 1,0 1-1,-1 0 1,0 0 0,0-1-1,-1 1 1,1 0-1,-1 0 1,-1-1-1,1 1 1,-1 0-1,0 0 1,-1 1 0,1-1-1,-1 0 1,0 1-1,0-1 1,-1 1-1,0 0 1,0 0 0,0 1-1,0-1 1,-1 1-1,0 0 1,0 0-1,0 0 1,0 1 0,0 0-1,-1 0 1,0 0-1,1 0 1,-1 1-1,0 0 1,0 1 0,-1-1-1,1 1 1,0 0-1,0 0 1,-1 1-1,-1 0 1,-2 5-1,0 1 0,0 1 0,1-1 0,-1 1 0,2 1 0,-1 0 0,1 0 0,0 1 0,1 0 0,0 0 0,1 0 0,-1 1 0,2 0 0,-1 1 0,2-1 0,-1 1 0,1 0 0,1 0 0,0 0 0,1 0 0,0 1 0,0 8 1,0-17-2,1 0 0,0 1 0,0-1 0,0 0-1,0 0 1,1 0 0,-1 0 0,1 1 0,0-1 0,0 0 0,0 1 0,0-1 0,1 0 0,-1 0 0,1 0 0,0 1 0,0-1 0,0 0 0,0 0 0,1 0 0,-1 0 0,1 0 0,-1-1 0,1 1 0,0 0 0,0-1 0,1 1-1,-1-1 1,0 0 0,1 0 0,-1 0 0,1 0 0,0 0 0,0-1 0,0 1 0,0-1 0,0 1 0,0-1 0,0 0 0,0 0 0,0-1 0,0 1 0,1-1 0,-1 1 0,0-1 0,0 0 0,1 0 2,123-5-1127,-71-8-563</inkml:trace>
  <inkml:trace contextRef="#ctx0" brushRef="#br0" timeOffset="55337.518">4737 812 28190,'0'0'992,"0"0"-344,0 0-248,0 0 17,60 137-193,-44-104-144,3 0-48,-1-6-32,3-6-112,16-19-473,-5-2-743,-2 0-3265</inkml:trace>
  <inkml:trace contextRef="#ctx0" brushRef="#br0" timeOffset="55591.292">5117 687 28710,'0'0'920,"0"0"-360,0 0-199,-161 104-105,103-50-136,1 4-104,-10 23-16,16-17-673,14-14-2239</inkml:trace>
  <inkml:trace contextRef="#ctx0" brushRef="#br0" timeOffset="55856.784">5965 542 27262,'0'0'864,"0"0"-180,0 0-132,0 0-109,-20 16-175,-146 155 135,117-104-313,-8 9-7,4 2 1,3 2 0,-8 26-84,40-38 14,20-66-14,1 0 0,1 0 1,-1 0-1,0-1 0,0 1 1,1-1-1,-1 0 0,1 0 1,-1 0-1,1 0 0,-1 0 1,1-1-1,0 0 0,-1 0 1,1 0-1,0 0 0,-1 0 1,1-1-1,-1 0 1,1 1-1,-1-1 0,1-1 1,0 1-1,14-4-24,-1-1 0,0 0 0,0-1 0,-1-1 0,0-1 1,-1 0-1,1-1 0,-2-1 0,1 0 0,-2-1 0,1 0 1,-2-1-1,0-1 0,0 0 0,2-5 24,-11 16-2,-1 0 0,1 0-1,-1 1 1,0-2 0,0 1 0,0 0-1,0 0 1,-1 0 0,1-1-1,-1 1 1,0-1 0,0 1 0,0-1-1,0 0 1,-1 1 0,1-1-1,-1 0 1,0 1 0,0-1 0,-1 0-1,1 1 1,-1-1 0,0 0 0,1 1-1,-2-1 1,1 1 0,0-1-1,-1 1 1,1 0 0,-1 0 0,0-1-1,0 1 1,-1 0 0,1 1-1,0-1 1,-1 0 0,0 1 0,0-1-1,1 1 1,-1 0 0,-4-2 2,0 2-16,-1 0 1,0 0-1,0 1 1,0 0-1,0 0 1,0 1 0,0 0-1,0 1 1,0 0-1,0 0 1,0 0-1,0 1 1,1 0-1,-1 1 1,-1 0 15,1 20-3229,8-19-3518</inkml:trace>
  <inkml:trace contextRef="#ctx0" brushRef="#br0" timeOffset="56156.353">6306 687 12467,'0'0'14353,"0"0"-11112,0 0-3040,0 0-111,0 0 58,0 0 29,5 24-37,15 75-30,-13 54 176,-8-141-281,-1 0 0,-1-1-1,0 1 1,0-1-1,-2 0 1,1 0 0,-1 0-1,0-1 1,-1 1 0,-1-2-1,1 1 1,-2 0-1,1-1 1,-1-1 0,-1 1-1,1-1 1,-1-1 0,-1 1-1,1-2 1,-1 1-1,-1-1 1,1-1 0,-1 0-1,0 0 1,0-1 0,0 0-1,-1-1 1,1-1-1,-1 0 1,-5 0-5,14-1-97,1-1 1,-1 1-1,1-1 0,-1 0 1,1 0-1,-1 0 0,1 0 1,-1 0-1,1-1 0,-1 1 1,1-1-1,-1 0 0,1 0 1,-1 0-1,1 0 0,0 0 1,0 0-1,-1-1 0,1 1 1,0 0-1,0-1 0,1 0 1,-1 0-1,0 1 0,0-1 1,1 0-1,-1-1 0,1 1 1,0 0-1,-1 0 0,1 0 1,0-1-1,0 1 0,1-1 1,-1 0 96,-5-31-5172</inkml:trace>
  <inkml:trace contextRef="#ctx0" brushRef="#br0" timeOffset="56405.444">6483 584 27750,'0'0'1016,"0"0"-560,0 0-80,166-21-88,-108 21-128,-12 0-160,-14 0-3416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0:3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3105 367 27078,'0'0'2912,"0"0"-2688,0 0-136,0 0 97,-46 147 135,46-97-144,0 0-112,18-5-24,10-3-24,6-9-8,10-6 0,7-12 0,2-9-8,20-12 0,-15-19-905,-10-6-2167</inkml:trace>
  <inkml:trace contextRef="#ctx0" brushRef="#br0" timeOffset="284.359">3448 371 29366,'0'0'824,"0"0"-463,-173 176-177,72-30-16,20-18-168,10-5-649</inkml:trace>
  <inkml:trace contextRef="#ctx0" brushRef="#br0" timeOffset="-804.88">1653 504 28710,'0'0'1384,"0"0"-1160,0 0 97,0 0-81,97 143 32,-72-99-152,-2 1-88,-4-3-32,-3-9-168,7-19-304,-5-7-329,1-7-1103</inkml:trace>
  <inkml:trace contextRef="#ctx0" brushRef="#br0" timeOffset="-630.512">2024 398 28110,'0'0'904,"0"0"-416,-136 120-208,72-51-96,-3 6-112,7 5-72,0 22-80,19-21-824,13-21-3169</inkml:trace>
  <inkml:trace contextRef="#ctx0" brushRef="#br0" timeOffset="-282.419">2570 292 29326,'0'0'611,"-20"25"-362,-147 198 126,137-179-325,2 3-1,2 0 1,2 2 0,2 0-1,3 1 1,1 2 0,3-1-1,2 2 1,-3 34-50,16-86 1,-1 1-1,0-1 1,1 1-1,-1 0 1,1-1-1,-1 1 1,1 0 0,0 0-1,0-1 1,0 1-1,0 0 1,0 0-1,0-1 1,0 1 0,0 0-1,1-1 1,-1 1-1,1 0 1,-1-1 0,1 1-1,0 0 1,0-1-1,-1 1 1,1-1-1,0 1 1,0-1 0,1 0-1,-1 1 1,0-1-1,0 0 1,1 0-1,-1 0 1,1 0 0,-1 0-1,1 0 1,-1 0-1,1 0 1,-1-1 0,1 1-1,0-1 1,-1 1-1,1-1 1,0 0-1,-1 1 1,1-1 0,0 0-1,0 0 1,-1 0-1,1 0 1,0-1-1,0 1 1,-1 0 0,2-1-1,18-7-17,-1 0 0,1-2 0,-2 0 0,0-1 1,0-1-1,-1-1 0,0-1 0,-1 0 0,-1-1 0,0-1 1,-1 0-1,-1-1 0,0-2 17,-13 18-4,24-24-96,-1-3 0,-1 0 0,-2-1 1,-1 0-1,-1-2 0,-2-1 0,12-27 100,-29 57 1,2 1 1,-1-1 0,0 0 1,0 0-1,0 1 1,0-1-1,0 0 0,-1 0 1,1 0-1,0 0 1,-1 0-1,0 0 0,1 0 1,-1 0-1,0 0 1,0-1-1,0 1 0,0 0 1,0 0-1,-1 0 1,1 0-1,-1 0 0,1 0 1,-1 0-1,0 0 1,0 0-1,0 0 0,0 1 1,0-1-1,0 0 1,0 0-1,-1 1 0,1-1 1,0 1-1,-1-1 1,0 1-1,1 0 0,-1-1-2,-10 3 21,0 0-1,0 0 0,0 1 0,0 1 0,0 0 1,1 0-1,-1 2 0,1-1 0,0 1 1,1 1-1,-1 0 0,1 0 0,0 1 0,0 0 1,1 1-1,0 0 0,0 0 0,1 1 0,0 0 1,-5 9-21,-23 63-571,34-57-959</inkml:trace>
  <inkml:trace contextRef="#ctx0" brushRef="#br0" timeOffset="-1239.242">428 0 27758,'0'0'1203,"0"0"-615,0 0-288,0 0 143,0 0-12,26 4-113,152 22 1,-176-27-316,1 0 0,0 0 0,-1 1 0,1-1 0,0 1 0,0 0 0,-1 0 0,1 0 0,0 0 1,0 1-1,-1-1 0,1 1 0,0-1 0,-1 1 0,1 0 0,0 0 0,-1 0 0,1 1 0,-1-1 0,0 0 0,1 1 0,-1 0 0,0-1 0,0 1 0,0 0 0,0 0 0,0 0 0,0 1 0,-1-1 0,1 0 1,-1 1-1,0-1 0,1 0 0,-1 1 0,0 0 0,-1-1 0,1 1 0,0 0 0,-1-1 0,1 1 0,-1 0 0,0 0 0,0-1 0,0 1 0,0 0 0,-1 0 0,1-1 0,-1 1 0,0 2-3,-76 84 18,-7-19-36,-2-4 1,-3-3 0,-33 14 17,110-59-456,43-14 132,283-8 196,-312 3 129,1 1 1,-1 0-1,0-1 1,1 1-1,-1 0 1,0 0-1,1 0 1,-1 1 0,0-1-1,0 1 1,1-1-1,-1 1 1,0 0-1,0 0 1,0-1 0,0 2-1,1-1 1,-2 0-1,1 0 1,0 1-1,0-1 1,0 1 0,-1-1-1,1 1 1,0 0-1,-1 0 1,0-1-1,1 1 1,-1 0 0,0 0-1,0 1 1,0-1-1,0 0 1,-1 0-1,1 0 1,-1 1-1,1-1 1,-1 0 0,0 0-1,1 1 1,-1-1-1,-1 0 1,1 1-1,0-1 1,0 0 0,-1 1-2,-3 12 23,0 0 1,-2 0-1,1 0 1,-2-1-1,0 1 1,-1-2 0,0 1-1,-1-1 1,-1 0-1,0-1 1,0 0 0,-1-1-1,-1 0 1,-3 2-24,-6 9 26,-207 213 90,227-220-699,27-25-655,11-16-150</inkml:trace>
  <inkml:trace contextRef="#ctx0" brushRef="#br0" timeOffset="-990.214">1197 274 28470,'0'0'936,"0"0"-600,0 0-8,-60 118 121,33-56-73,-6 11-168,3 8-120,-2 4-56,5 0-32,3-9 0,11-7-32,13-17-272,0-17-401,20-23-1279</inkml:trace>
  <inkml:trace contextRef="#ctx0" brushRef="#br0" timeOffset="18940.794">315 531 6697,'0'0'17896,"-11"-18"-13718,-35-63-3473,43 79-664,1-1 1,1 1 0,-1-1 0,0 0-1,1 0 1,-1 0 0,1 0-1,0 0 1,0 0 0,0 0 0,0 0-1,1 0 1,-1 0 0,1-1 0,0 1-1,0 0 1,0 0 0,0-1-1,0 1 1,1 0 0,0 0 0,-1-1-1,1 1 1,0 0 0,1 0 0,-1 0-1,1 0 1,-1 1 0,1-1 0,0 0-1,0 1 1,2-3-42,100-22 533,67 21-276,724 36 709,593 105-966,-1325-108-8,-171-24 15,-173 12 26,-6 1-55,-1340 74-631,797-92 632,595-10 21,123 7 10,41-1 19,732-69 125,-488 54-90,1353-92 536,-1449 109-593,-177 5-7,0-1 0,0 0 0,0 0 0,0 1 0,0-1 0,0 0 0,-1 0 0,1 1 0,0-1 0,0 0 0,0 0 0,0 1 0,0-1 0,0 0 0,0 1 0,0-1 0,0 0 0,0 0 0,0 1 0,0-1 0,0 0 0,1 0 0,-1 1 0,0-1 0,0 0 0,0 0 0,0 1 0,0-1 0,0 0 0,1 0 0,-1 0 0,-217 41 0,-85-5-76,-1-13 0,-77-12 76,312-11-86,1-2 1,0-4-1,-65-13 86,109 14-171,1-1 0,1 0-1,-1-2 1,1 0 0,0-2 0,1 0-1,0-1 1,1-1 0,0-1 0,1-1-1,1 0 1,0-1 0,-6-8 171,-20-34-2454</inkml:trace>
  <inkml:trace contextRef="#ctx0" brushRef="#br0" timeOffset="25360.853">647 620 28950,'0'0'775,"0"0"-98,0 0-160,0 0-172,0 0-106,0 0-77,38-9-14,157-27-30,247 16 102,-352 20-181,271 0 150,255 36-189,103 70 184,-703-102-173,-38-2 79,-190-2 13,-1276 33-215,1133-35 128,387 17-43,97 7 30,0-5 0,72-3-3,-114-8 8,849 54 101,-760-48-109,175-10 0,-345-2 0,0 0 0,0 0 0,0 0 0,0-1 0,1 0 0,-1 0 0,-1-1 0,1 0 0,0 0 0,0 0 0,-1-1 0,1 1 0,-1-1 0,1-1 0,1-1 0,-19-17 0,-211 2 0,-180 15 0,4 1 0,-51-22 0,-270-81 0,737 105 0,252 1 0,1151-64 0,-1252 46 0,-167 19 0,-2 0 0,1 0 0,0-1 0,0 1 0,0 0 0,-1 0 0,1 0 0,0 0 0,0 0 0,0-1 0,0 1 0,-1 0 0,1 0 0,0 0 0,0 0 0,0-1 0,0 1 0,0 0 0,0 0 0,0 0 0,-1-1 0,1 1 0,0 0 0,0 0 0,0-1 0,0 1 0,0 0 0,0 0 0,0 0 0,0-1 0,0 1 0,-221 7 0,-20 18 0,238-25 0,-1562 133 0,802-97 0,709-29 0,101-6 0,494-72 0,-338 39 0,-146 23 0,254-40 0,3 14 0,144 9 0,-271 26-1419,-136 2-1131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51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402 361 28454,'0'0'784,"0"0"-232,0 0-112,0 0 129,0 0-217,0 0-216,-26 37-80,3 13 64,-18 27-8,-24 37-8,-13 33-48,0 10-16,20-24-40,26-38 0,32-30-360,0-32-1289,4-21-7177</inkml:trace>
  <inkml:trace contextRef="#ctx0" brushRef="#br0" timeOffset="441.075">911 678 29686,'0'0'829,"0"0"-444,0 0-137,-1-19 43,1 4-228,-1 3-33,0 1-1,1 0 1,1-1-1,0 1 1,1-1-1,0 1 1,0 0-1,1 0 1,1 0-1,-1 0 1,2 0-30,48-88 54,-39 80-72,-1-2 0,0 0 0,-2-1 0,-1 0 0,0 0 0,-2-1 0,-1 0 0,0-1-1,-2 1 1,-1-1 0,-1 0 0,0-1 0,-2 1 0,-2-14 18,1 35-1,-1 0 0,0 0-1,0 1 1,0-1 0,0 0 0,-1 1 0,1-1-1,-1 1 1,0-1 0,1 1 0,-1 0 0,0-1-1,0 1 1,-1 0 0,1 1 0,0-1 0,-1 0-1,1 1 1,-1-1 0,1 1 0,-1-1 0,0 1-1,0 0 1,1 0 0,-1 1 0,0-1-1,0 1 1,0-1 0,0 1 0,0 0 0,0 0-1,0 0 1,-2 1 1,-102 25-8,72-6 7,1 2-1,0 2 1,2 0 0,1 2-1,1 2 1,1 1 0,2 1-1,1 1 1,1 1 0,-13 24 1,35-53-1,0 1 0,0-1 0,0 1 0,0 0 0,0 0-1,1 0 1,-1 0 0,1 0 0,0 1 0,1-1 0,-1 1 0,1-1 0,0 1 0,0-1 0,0 1 0,1 0 0,-1 0 0,1-1 0,0 1 0,1 0 0,-1 0 0,1-1 0,0 1 0,0-1 0,0 1 0,1 0 0,-1-1 0,1 0 0,0 1 0,1-1-1,-1 0 1,1 0 1,101 30-67,-92-32 67,1 1-1,-1 0 1,0 0 0,1 1 0,-2 1-1,1 0 1,-1 1 0,1 0 0,-1 1-1,-1 0 1,0 1 0,1 0 0,-3 4 0,0 0 0,-1 0 0,0 1-1,-1 0 1,0 0 0,-2 0 0,1 1 0,-1 0 0,-1 0 0,-1 0 0,0 0 0,-1 0 0,0 0 0,-1 0 0,0 1 0,-2-1 0,1 0-1,-2 0 1,0 2 0,-8 43-11,-2 0 0,-3-2-1,-2 0 1,-2-1 0,-3-1-1,-3 0 1,-1-3 0,-19 24 11,-82 103-1681,90-136-515</inkml:trace>
  <inkml:trace contextRef="#ctx0" brushRef="#br0" timeOffset="1432.887">1637 290 25982,'0'0'2448,"0"0"-1788,0 0-480,0 0 276,0 0 80,0 0-235,0-2 473,1 99 656,-31 99-1430,9 0 0,8 2 0,9 16 0,5-202 0,0-1 0,0 1 0,1-1 0,1 1 0,0-1 0,0 0 0,1-1 0,1 1 0,0 0 0,0-1 0,1 0 0,0 0 0,1-1 0,0 0 0,0 0 0,1-1 0,0 1 0,1-2 0,5 5 0,-1-5 0,-94-21 0,-44 0 0,86 11-13,0-1 0,1-2 0,-1-2 1,2-1-1,-15-7 13,46 14-59,1-1 0,-1 0 0,1-1 1,-1 0-1,1 1 0,0-2 0,1 1 0,-1 0 0,1-1 1,-1 0-1,1 0 0,1 0 0,-1-1 0,1 1 0,0-1 1,0 0-1,1 0 0,-1 0 0,1 0 0,1 0 0,-1 0 0,1-1 1,0 1-1,0-5 59,-5-63-3949,4-17-10174</inkml:trace>
  <inkml:trace contextRef="#ctx0" brushRef="#br0" timeOffset="1702.515">1819 334 29710,'0'0'560,"0"0"-167,0 0 135,0 0-64,0 0-144,117 19-160,-46-11-160,56 19-272,-14 0-1000,-9 4-3257</inkml:trace>
  <inkml:trace contextRef="#ctx0" brushRef="#br0" timeOffset="1971.296">3010 1161 27846,'0'0'2288,"0"0"-1451,0 0-92,-1-18-123,-28-218-155,26 220-475,-1 0 0,0 0 1,-1 1-1,-1-1 1,0 1-1,-1 1 1,-1-1-1,0 1 1,-1 1-1,-1-1 1,0 1-1,0 1 1,-2 0-1,-7-7 8,12 15-62,0 0 1,0 0-1,0 0 0,0 1 1,0 0-1,-1 0 1,1 1-1,-1-1 0,0 2 1,0-1-1,0 1 0,0 1 1,0-1-1,0 1 1,0 1-1,0 0 0,0 0 1,1 0-1,-1 1 0,0 0 1,1 0-1,-1 1 1,1 0-1,-1 1 0,1-1 1,1 1-1,-1 1 0,0-1 1,1 1-1,0 0 1,0 1-1,0-1 0,1 1 1,0 0-1,0 1 0,1-1 1,-1 1-1,1 0 62,-4 6 3,1 0-1,0 1 0,0 0 1,2 0-1,0 1 1,0-1-1,1 1 1,1 0-1,1 0 1,0 0-1,1 0 0,0 1-2,0-12 9,1-1-1,-1 1 1,1 0-1,0-1 1,0 1-1,0 0 0,1 0 1,-1-1-1,1 1 1,0 0-1,0-1 0,0 1 1,0 0-1,1-1 1,-1 0-1,1 1 1,0-1-1,0 0 0,0 0 1,1 0-1,-1 0 1,1 0-1,0-1 0,-1 1 1,1-1-1,0 0 1,0 0-1,1 0 1,2 2-9,18 3-143,0 0 1,1-2-1,0-1 1,0 0-1,1-2 1,21-1 142,58 0-1794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49:14.13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1448 196 30623,'0'0'720,"-21"135"-344,9-11 168,-1 49-40,-1 11-504,0-8 0,0-39 0,7-46 0,-2-26 0,2-11 0,-2-1 0,7-1 0,2-12-224,0-24-1640</inkml:trace>
  <inkml:trace contextRef="#ctx0" brushRef="#br0" timeOffset="1029.944">3069 327 29654,'0'0'1281,"0"0"-993,-71 164 8,32-59 328,-5 36-176,0 25-272,12-10-176,11-32 0,17-41 0,4-31-72,20 2-464,10-11-808,3-16-3609</inkml:trace>
  <inkml:trace contextRef="#ctx0" brushRef="#br0" timeOffset="1558.129">3274 936 29158,'0'0'1994,"0"0"-1431,0 0-467,16-24-36,0-3-37,-6 10-10,0 0 0,1 1 0,0 0 0,1 1 0,1 0 1,1 1-1,0 0 0,4-2-13,-11 11 2,-1-1-1,0 1 0,0 0-1,0 0 1,0 0 0,1 1 0,0 0-1,0 1 1,0-1 0,0 1 0,1 1-1,-1-1 1,1 1 0,6-1-1,-13 4-1,0-1 1,0 0-1,0 0 1,0 1-1,0-1 1,0 1-1,0-1 1,0 1 0,0-1-1,0 1 1,0 0-1,0 0 1,-1-1-1,1 1 1,0 0-1,-1 0 1,1 0-1,0 0 1,-1-1-1,1 1 1,-1 0-1,0 0 1,1 0-1,-1 0 1,0 0-1,1 0 1,-1 0-1,0 1 1,0-1-1,0 0 1,0 0-1,0 0 1,0 0-1,0 0 1,0 0-1,0 0 1,-1 0 0,1 0-1,0 0 1,-1 1 0,1 8-1,-35 454 166,35-460-164,0 0 1,0 0-1,0 0 0,1 0 1,0 0-1,0 0 0,0 0 0,0 0 1,0 0-1,1-1 0,0 1 1,0 0-1,0-1 0,0 1 0,0-1 1,1 0-1,-1 0 0,1 0 0,0 0 1,0 0-1,0-1 0,0 1 1,1-1-1,-1 0 0,1 0 0,-1 0 1,1 0-1,0-1 0,0 1 1,-1-1-1,1 0 0,0 0 0,0 0 1,0-1-1,0 1 0,1-1 0,-1 0 1,0-1-1,0 1 0,0 0 1,0-1-1,0 0 0,0 0 0,0 0 1,-1-1-1,1 1 0,0-1-1,9-8 7,0-1-1,-1 0 1,-1 0-1,1-1 1,-2 0-1,0-1 1,0-1-1,-2 1 1,1-1 0,-1-3-7,0 5 0,37-68 5,-3-2 0,-3-2 1,-4-1-1,5-31-5,-29 77-25,-3 13 362,-12 54-185,-54 251-152,13 41 0,24-143 0,-8-1 0,-7-1 0,-24 53 0,59-227 0,-2 13 0,-1-1 0,0 1 0,-1-1 0,-1 0 0,0 0 0,-1 0 0,0-1 0,-1 0 0,0-1 0,-1 1 0,-1-2 0,-6 8 0,14-17 0,1 0 0,0 0 0,-1 0 0,1 0 0,-1 0 0,1 0 0,-1 0 0,1-1 0,-1 1 0,0-1 0,1 1 0,-1-1 0,0 1 0,1-1 0,-1 0 0,0 0 0,0 0 0,1 0 0,-1 0 0,0 0 0,1 0 0,-1-1 0,0 1 0,0-1 0,1 1 0,-1-1 0,1 1 0,-1-1 0,0 0 0,1 0 0,0 0 0,-1 0 0,1 0 0,-1 0 0,1 0 0,0-1 0,0 1 0,0 0 0,0-1 0,0 1 0,0-1 0,0 1 0,0-1 0,1 1 0,-1-1 0,0 0 0,-23-84 0,24 83 0,-11-253 0,14 230 7,0 1-1,2 0 1,1 0-1,1 0 1,2 0-1,0 1 1,1 1-1,1 0 1,2 0-1,0 1 1,7-9-7,187-215-937,-176 213 506,42-47-1578</inkml:trace>
  <inkml:trace contextRef="#ctx0" brushRef="#br0" timeOffset="514.093">2028 785 25669,'0'0'3889,"0"0"-3593,0 0 152,0 0 57,148 141-33,-107-97-200,-6 3-128,-8 3-112,-4-2-8,-11-9-24,6-16-152,-6-13-624,-3-10-1473</inkml:trace>
  <inkml:trace contextRef="#ctx0" brushRef="#br0" timeOffset="766.463">2286 702 28846,'0'0'864,"0"0"-440,-120 118-216,72-55-79,-3 28-129,14-14-273,12-13-1591</inkml:trace>
  <inkml:trace contextRef="#ctx0" brushRef="#br0" timeOffset="-530.085">1 657 28990,'0'0'828,"21"0"-210,142 12 383,-149-9-948,1 1 1,-1 0-1,0 1 0,-1 1 0,1 0 0,-1 1 0,0 1 0,-1 0 0,0 0 0,0 1 0,0 0 0,-1 1 0,-1 1 0,0 0 1,0 0-1,-1 1 0,-1 0 0,0 1 0,0-1 0,-1 1 0,-1 1 0,0 0 0,-1 0 0,-1 0 0,2 10-53,-5-14 0,0 0 1,-1 0-1,0 0 0,-1 0 0,0 0 0,0 0 0,-1 0 0,-1-1 0,1 1 1,-2 0-1,1-1 0,-1 0 0,-1 0 0,1 0 0,-2 0 0,1-1 0,-1 0 1,0 0-1,-1-1 0,0 1 0,-5 2 0,-1 3-88,-1-1 0,0-1 1,-1 0-1,0-1 0,-1-1 0,0 0 1,-1-1-1,1-1 0,-2 0 0,1-2 1,-1 0-1,1 0 0,-1-2 0,0 0 0,-1-2 1,-14 1 87,-7-11-1802,15-12-1777</inkml:trace>
  <inkml:trace contextRef="#ctx0" brushRef="#br0" timeOffset="-252.489">754 553 24045,'0'0'5089,"0"0"-3628,0 0-941,0 0 21,0 0-81,-27 20-166,-165 142 32,177-147-324,0 1 0,1 0 0,1 1 0,0 1 0,1 0 0,1 1 0,1 0 0,1 1 0,0 0 0,2 0-1,0 1 1,1 0 0,1 0 0,1 0 0,1 1 0,0 17-2,4-34 0,-1 0 0,1 1 0,-1-1 0,1 0 0,1 0 0,-1 0 0,1 0 0,0 0 0,0 0 0,0 0 0,1 0 0,0-1 0,0 0 0,0 1 0,0-1 0,1 0 0,0 0 0,-1-1 0,1 1 0,1-1 0,-1 0 0,0 0 0,1 0 0,-1-1 0,1 1 0,0-1 0,0 0 0,0-1 0,0 1 0,5 0 0,13 2-60,-1-1 0,1 0 1,-1-2-1,1-1 0,0-1 0,-1 0 1,1-2-1,-1-1 0,0 0 0,0-2 1,0-1-1,-1 0 0,0-2 0,0 0 1,-1-1-1,7-5 60,87-50-1254,-15-1-1729</inkml:trace>
  <inkml:trace contextRef="#ctx0" brushRef="#br0" timeOffset="1840.392">4532 288 30142,'0'0'889,"0"0"-521,-7 163 192,7-40 128,0 43-568,0 12-120,0-10 0,0-36 0,0-44 0,-11 7 0,2-29-352,-5-6-2465</inkml:trace>
  <inkml:trace contextRef="#ctx0" brushRef="#br0" timeOffset="3499.518">4977 35 24525,'0'0'3732,"0"0"-2761,0 0-691,0 0 248,25-1-9,82-2-183,-11-16-100,3 8-111,-97 11-115,1 1 1,-1 0-1,0 0 1,0 1-1,1-1 0,-1 0 1,0 1-1,0-1 1,0 1-1,0 0 1,-1 0-1,1-1 0,0 1 1,-1 0-1,1 0 1,-1 1-1,0-1 0,0 0 1,1 0-1,-2 1 1,1-1-1,0 1 0,0-1 1,-1 1-1,1-1 1,-1 3-11,11 41 204,-2 1 1,-3 0-1,-1 0 1,-2 43-205,0-17 107,9 806 212,-24-706-1453,8-134-509</inkml:trace>
  <inkml:trace contextRef="#ctx0" brushRef="#br0" timeOffset="3749.899">4730 1697 30174,'0'0'873,"0"0"-569,0 0-168,0 0 264,0 0 48,226-18-184,-60-44-192,11-15-72,-13-6-200,-53 19-888,-42 14-2625</inkml:trace>
  <inkml:trace contextRef="#ctx0" brushRef="#br0" timeOffset="3916.025">6417 296 30775,'0'0'1032,"0"0"-952,0 0-64,0 0 0,85 106-16,-76-53-112,-4-3-664,-5-4-1985</inkml:trace>
  <inkml:trace contextRef="#ctx0" brushRef="#br0" timeOffset="4150.603">5875 1102 24725,'0'0'5505,"0"0"-4148,0 0-1240,20-3-46,5-3-23,0 0 1,-1-1 0,0-2 0,0 0-1,-1-1 1,14-10-49,281-164 64,-280 171-91,-37 13 26,-1 0-1,1-1 0,-1 1 1,1 0-1,0 0 1,-1 0-1,1 0 1,-1 0-1,1 0 0,0 0 1,-1 0-1,1 0 1,-1 1-1,1-1 1,0 0-1,-1 0 0,1 0 1,-1 1-1,1-1 1,-1 0-1,1 1 1,-1-1-1,1 0 0,-1 1 1,1-1-1,-1 1 1,0-1-1,1 1 0,-1-1 1,0 1-1,1-1 1,-1 1-1,0-1 1,1 1-1,-1-1 0,0 1 1,0 0-1,0-1 1,0 1-1,1-1 1,-1 1-1,0 0 0,0-1 1,0 1-1,0-1 1,-1 1-1,1 0 1,0-1-1,0 1 0,0-1 1,0 1-1,0 0 1,-1-1-1,1 1 1,0-1-1,-1 1 0,1-1 1,0 1-1,-1-1 1,1 1-1,-1-1 0,1 1 1,0-1-1,-1 0 1,1 1-1,-1-1 2,-8 19 4,-2-1 0,1 0 0,-2-1 0,0 0 0,-1-1 1,-1-1-1,-1 0 0,0 0 0,-9 5-4,-1 4 3,-615 557 23,630-572-75,0 1 1,1-1 0,1 2 0,0-1 0,0 1 0,1 0 0,0 1-1,1-1 1,1 1 0,-1 2 48,5 11-1262,12-21-966</inkml:trace>
  <inkml:trace contextRef="#ctx0" brushRef="#br0" timeOffset="4404.592">6260 1206 28174,'0'0'1152,"0"0"-288,-21 129-423,3-57 95,-5 9-208,2 6-160,0 2-104,5-2-40,7-8-24,5-19-24,4-16-32,0-17 24,0-15 24,0-10-144,23-16-312,0-19-449,2-13-1815</inkml:trace>
  <inkml:trace contextRef="#ctx0" brushRef="#br0" timeOffset="4667.792">6735 1044 29550,'0'0'730,"0"0"-294,-21 15 7,-129 100 267,137-107-693,0 0-1,1 0 0,0 2 0,1 0 0,0 0 1,0 1-1,1 0 0,0 0 0,1 1 0,1 1 1,0 0-1,0 0 0,2 0 0,-1 1 0,2 0 1,0 0-1,0 1 0,2-1 0,-1 1 0,2 0 1,-1 9-17,7-19-3,0 1 0,0-1 1,0 0-1,1-1 1,-1 1-1,1-1 1,0 0-1,0 0 0,1 0 1,-1-1-1,1 0 1,0 0-1,0 0 0,0-1 1,0 0-1,0 0 1,1 0-1,-1-1 1,0 0-1,1 0 0,-1-1 1,1 0-1,-1 0 1,1 0-1,-1-1 1,1 0-1,-1 0 0,0 0 1,5-3 2,164-49-2042,-98 12-1141</inkml:trace>
  <inkml:trace contextRef="#ctx0" brushRef="#br0" timeOffset="4917.126">7117 723 30134,'-11'110'857,"1"27"-537,3 29-104,5 6 464,2-9-184,0 3-432,0-4-64,-2-15 0,-3-33 0,3-33 0,0-35 0,2-26 0,-3-9 0,3-11 0,-4-13 0,-1-78 0,1 6-992,1-12-1553</inkml:trace>
  <inkml:trace contextRef="#ctx0" brushRef="#br0" timeOffset="5105.334">7156 1200 30302,'0'0'857,"0"0"-297,0 0-88,150 37-48,-90-29-272,25-8-152,-16 0-472,-11 0-1729</inkml:trace>
  <inkml:trace contextRef="#ctx0" brushRef="#br0" timeOffset="5353.026">7926 663 29966,'0'0'833,"0"0"-345,152 0-160,-78 0-104,2 0-168,9 0-56,-21 0-1400,-20 0-13084</inkml:trace>
  <inkml:trace contextRef="#ctx0" brushRef="#br0" timeOffset="5621.025">8066 1165 30310,'0'0'729,"0"0"-489,122-3-112,-2-30-128,-14 2-168,-9-4-4329</inkml:trace>
  <inkml:trace contextRef="#ctx0" brushRef="#br1" timeOffset="3.647">353 2525 28478,'0'0'727,"0"0"-202,0 0-182,0 0-22,0 0 1,16 4 105,132-58 15,-75 31-342,1 3-1,0 3 1,2 4 0,0 3-1,0 3 1,73 3-100,108-11 56,-20-10-65,104-10 385,152 11-376,-386 23 9,1 5 1,-1 5 0,14 7-10,67 21 19,226 32-31,175-37 25,-555-27 6,0-2-1,1 0 1,-1-3 0,0 0-1,0-3 1,30-5-19,34-2 0,-97 10 0,0 1 0,0 0 0,0 0 0,0 0 0,0 0 0,0 0 0,0 0 0,0 0 0,0 0 0,0 0 0,-1 1 0,1-1 0,-1 0 0,1 0 0,-1 1 0,1-1 0,-1 0 0,0 1 0,1-1 0,-1 0 0,0 1 0,0-1 0,0 1 0,0-1 0,0 0 0,-1 1 0,1-1 0,0 0 0,-1 1 0,1-1 0,-1 0 0,1 1 0,-1-1 0,1 0 0,-1 0 0,0 0 0,0 1 0,1-1 0,-1 0 0,-1 0 0,-76 56-1424,30-33-2401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29198,'31'0'692,"503"0"826,777-66-159,-770 64-1838,-502 12-2644,-37-4 84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 28998,'0'0'842,"-21"29"-271,-161 247-1,129-172-455,6 1 0,4 2 0,5 2 0,5 2 0,-8 58-115,40-166 1,-4 18 2,0 1 0,2 0 1,0 0-1,2 1 0,0-1 0,2 0 1,0 1-1,3 7-3,-3-26-1,1 1 1,0-1-1,1 0 1,-1 0-1,1 0 1,0 0 0,0 0-1,0-1 1,1 1-1,-1-1 1,1 0-1,-1 0 1,1 0-1,0 0 1,1-1-1,-1 0 1,0 0 0,1 0-1,-1 0 1,1 0-1,-1-1 1,1 0-1,0 0 1,-1-1-1,1 1 1,0-1-1,0 0 1,-1 0 0,1 0-1,0-1 1,0 0-1,-1 0 1,1 0-1,0 0 1,1-2 0,12-6-42,-1 0 0,0-2 0,-1 0-1,0-1 1,-1 0 0,-1-2 0,0 1 0,0-2 0,-2 0 0,0 0 0,8-14 42,-5 12-39,-1-1 0,-1-1-1,-1 0 1,-1 0 0,0-1 0,-2-1-1,0 0 1,-1 0 0,-1 0 0,-1-1 0,-1 0-1,-1 0 1,-1-1 0,-1 1 0,-1-1-1,-1 0 1,-1 0 39,0 18 18,-1 0-1,1 0 1,-1 0-1,0 0 1,0 0-1,-1 0 0,1 1 1,-1-1-1,0 1 1,0-1-1,-1 1 1,1 0-1,-1 0 1,0 1-1,0-1 1,0 1-1,-1 0 1,1 0-1,-1 0 0,0 1 1,1-1-1,-1 1 1,0 0-1,-1 1 1,1-1-1,0 1 1,-4 0-18,-6-2 25,0 1 1,-1 0-1,1 2 0,0 0 1,-1 0-1,1 2 1,0-1-1,-1 2 0,-3 1-25,8-1-28,0-1 0,1 1 0,-1 1 0,1 0 0,0 0 0,0 1 0,1 0 0,-1 1 0,1 0 0,0 0 0,0 1 0,1 0 0,0 1 0,1 0-1,-1 0 1,1 0 0,1 1 0,0 0 0,0 1 0,1-1 0,0 1 0,0 0 0,1 0 0,1 1 0,-1-1 0,2 1 0,-1 5 28,12 17-1874,15-12-1531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74 156 29630,'0'0'833,"0"0"-593,0 0-168,0 0 232,-16 159 16,5-65-72,-1-1-88,-2 6-96,3-1-64,4-24 0,5 1-232,2-17-208,20-18-697,3-24-1143</inkml:trace>
  <inkml:trace contextRef="#ctx0" brushRef="#br0" timeOffset="390.363">1072 0 29974,'0'0'739,"0"0"-333,0 0-150,-13 22 72,-38 73 8,33-1 71,19-72-327,16 181 161,-5-155-241,3-1 0,1-1 0,2 0 0,3-2 0,1 0 0,2-1 0,2-1 0,2-2 0,7 6 0,-34-45 0,0 1 0,0-1 0,0 1 0,0-1 0,-1 1 0,1 0 0,0-1 0,-1 1 0,1 0 0,-1 0 0,0-1 0,1 1 0,-1 0 0,0 0 0,0-1 0,0 1 0,0 0 0,-1 0 0,1-1 0,0 1 0,-1 0 0,1 0 0,-1-1 0,0 1 0,1-1 0,-1 1 0,0 0 0,0-1 0,0 1 0,0-1 0,0 0 0,-1 1 0,1-1 0,0 0 0,-1 0 0,1 0 0,0 0 0,-1 0 0,1 0 0,-1 0 0,0 0 0,1-1 0,-1 1 0,0-1 0,1 1 0,-1-1 0,0 1 0,0-1 0,1 0 0,-1 0 0,0 0 0,0 0 0,-1 0 0,-12 5 0,-58 28-8,-1-3-1,-2-4 1,-1-3 0,-56 8 8,122-28-131,0-2 0,-1 1 1,1-1-1,0-1 0,-1 0 0,1-1 1,-1 0-1,1-1 0,0 0 1,0-1-1,0 0 0,0 0 1,0-1-1,1-1 0,-1 0 1,1 0-1,1-1 0,-1 0 0,1-1 1,0 0-1,-8-8 131,-28-47-2999</inkml:trace>
  <inkml:trace contextRef="#ctx0" brushRef="#br0" timeOffset="644.465">987 127 29278,'0'0'768,"0"0"-87,159-29-241,-81 20-184,9 7-144,56 2-112,-23 4-200,-12 9-1593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28574,'0'0'1262,"0"0"-613,0 0-261,0 0-89,0 0-48,-7 18-1,-115 276 141,106-254-388,1 1 0,2 0-1,2 1 1,2 0 0,2 1-1,1 0 1,3 0 0,1 10-3,2-48-4,0-1 1,0 0 0,0 1 0,1-1 0,-1 0 0,1 0 0,0 1 0,1-1 0,-1 0 0,1 0 0,-1 0 0,1 0 0,1-1 0,-1 1 0,0 0 0,1-1 0,0 0-1,0 1 1,0-1 0,0 0 0,0-1 0,0 1 0,1 0 0,0-1 0,-1 0 0,1 0 0,0 0 0,0 0 0,0-1 0,0 0 0,0 1 0,1-1 0,-1-1 0,3 1 3,41 3 7,0-2 0,0-2 0,0-2 1,0-2-1,0-3 0,-1-1 0,1-3 1,-2-1-1,0-3 0,-1-1 1,3-4-8,3 2-235,89-34 110,-54 8-3586,-68 32-4324</inkml:trace>
  <inkml:trace contextRef="#ctx0" brushRef="#br0" timeOffset="292.232">680 189 28414,'0'0'2017,"0"0"-1473,-88 168-136,30-37 48,-6 35-168,6 14-176,22 5-112,22-11-120,14-50-560,0-24-1345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29150,'0'0'1689,"0"0"-1249,0 0-152,0 0-192,0 0-48,0 0 96,34 27 32,-29 14-80,-5 9-64,0 4-32,-2 0-104,-15 0-384,6-17-1081,2-18-6464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1 404 31007,'0'0'501,"0"0"-340,0 0-123,19-21-25,66-66 4,-79 81-15,-1 0 0,1 1-1,0-1 1,1 1 0,-1 1-1,1-1 1,0 1 0,0 0-1,1 1 1,-1-1 0,1 2-1,0-1 1,-1 1 0,1 0-1,0 0 1,0 1-1,1 0-1,-7 1 0,0 0-1,1-1 0,-1 1 0,1 0 1,-1 0-1,1 0 0,-1 1 0,1-1 0,-1 1 1,0-1-1,1 1 0,-1 0 0,0 0 1,0 0-1,1 0 0,-1 0 0,0 0 0,0 1 1,0-1-1,0 1 0,0-1 0,-1 1 1,1 0-1,0 0 0,-1 0 0,0 0 0,1 0 1,-1 0-1,0 0 0,0 0 0,0 0 1,0 1-1,0 0 1,11 89-4,-11-84 5,-3 561 167,2-561-161,1 0 0,0 0-1,0 0 1,0-1 0,1 1-1,0-1 1,0 1 0,1-1-1,0 0 1,0 0 0,1 0-1,4 6-6,-7-11 11,1 0 0,0 1 1,0-1-1,0 0 0,0-1 0,0 1 0,1 0 0,-1 0 0,0-1 0,1 0 0,-1 1 0,1-1 0,0 0 0,-1 0 0,1 0 0,0-1 0,-1 1 0,1-1 0,0 1 0,0-1 0,0 0 0,0 0 0,-1 0 0,1-1 0,0 1 0,0 0 0,-1-1 0,1 0 0,0 0 0,0 0 0,-1 0 0,1 0 0,-1-1 0,1 1 0,-1-1 0,1 0-11,93-101 257,82-147-436,-11-7 1,27-75 178,-136 218 56,-63 154 245,-42 253-173,52 332-128,5-362 0,-23 227 0,0-360 0,-6 0 0,-6-2 0,-29 87 0,48-195 0,0-1 0,-2 0 0,0-1 0,-1 0 0,-1 0 0,0-1 0,-8 9 0,14-21 0,0 0 0,-1 0 0,0 0 0,1-1 0,-1 0 0,-1 0 0,1 0 0,-1-1 0,1 1 0,-1-1 0,0-1 0,0 1 0,0-1 0,-1 0 0,1 0 0,0-1 0,-1 0 0,1 0 0,-1 0 0,1-1 0,-1 0 0,1 0 0,-6-2 0,5-1 0,0 0 0,1-1 0,-1 0 0,1 0 0,0-1 0,0 0 0,0 0 0,1 0 0,0-1 0,0 0 0,0 0 0,1 0 0,-1 0 0,1-1 0,1 0 0,0 1 0,0-1 0,0-1 0,1 1 0,0 0 0,0-1 0,0 1 0,1-1 0,1 1 0,-1-1 0,1 1 0,0-1 0,2-6 0,-7-26 0,3 0 0,1-1 0,2 1 0,2 0 0,2 0 0,1 0 0,2 0 0,2 1 0,1 0 0,3 1 0,0 0 0,3 2 0,1-1 0,4-2 0,105-149-741,90-99 741,-120 163-1740,-20 22-2300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19012,'0'0'11098,"0"0"-10377,0 0-201,0 0-192,186-74-48,-103 70-56,5-1-104,-1 1-120,17 0-32,-26 0-520,-25 0-1529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28550,'0'0'2561,"0"0"-2129,0 0-104,0 0 56,124-25 8,-45 4-272,6-1-120,-2 5 0,0-2-256,-21 9-888,-21 0-2921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28662,'0'0'1698,"0"0"-967,0 0-435,0 0-123,34 0 118,552-48 446,-273 17-677,2 14-1,-1 14 1,125 21-60,184 28-100,-381-63-2731,-210 9 1121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18500,'0'0'10093,"0"0"-7782,23-6-2114,254-40 509,-245 45-646,-22-1-50,0 0 0,-1 1 1,1 1-1,0-1 0,0 1 1,0 1-1,0 0 0,-1 0 1,1 1-1,0 0 0,-1 1 1,0 0-1,1 1 0,-1-1 1,0 2-1,-1-1 0,1 1 1,-1 1-1,5 4-10,-10-4 1,0 0 0,-1 0 0,0 1 0,0-1 0,0 1 0,-1 0 1,0-1-1,-1 1 0,1 0 0,-1 0 0,-1-1 0,1 1 0,-1 0 0,0-1 0,0 1 0,-1 0 0,0-1 1,0 0-1,-1 1 0,0-1 0,0 0 0,0 0 0,-1 0 0,0-1 0,0 1 0,0-1 0,-1 0 1,-2 2-2,-33 32-3,-2-3 0,-1-1 0,-2-2 0,-1-2 1,-2-2-1,0-2 0,-2-2 0,-31 10 3,43-18 0,96-11-93,362-45 121,-415 38-28,0 0 0,0 1 0,0 0 0,1 0 0,-1 0 0,0 0 1,0 1-1,0 0 0,0 0 0,0 0 0,0 1 0,0 0 0,0 0 1,0 0-1,-1 0 0,1 1 0,-1 0 0,0 0 0,1 0 0,-2 0 1,1 1-1,0-1 0,-1 1 0,1 0 0,-1 0 0,0 1 0,0-1 0,0 2 1,-1 1 3,-1-1 1,1 1 0,-2 0 0,1 0 0,-1 0-1,0 0 1,0 0 0,-1 0 0,0 0 0,0 0 0,0-1-1,-1 1 1,0 0 0,-1-1 0,1 1 0,-1-1 0,0 0-1,-1 0 1,0 0 0,0 0 0,0-1-5,-105 111 52,93-102-51,-19 20-57,-2-2 0,0-2 0,-2-2-1,-2-1 1,0-2 0,-19 7 56,-10-21-1183,60-16-663</inkml:trace>
  <inkml:trace contextRef="#ctx0" brushRef="#br0" timeOffset="387.515">1339 222 5961,'0'0'20369,"0"0"-15886,24 0-4055,79 0 3,-97 1-403,-1 0 0,0 1 0,1 0 0,-1 0 0,0 0 0,0 0 0,0 1 0,0 0 0,0 0 0,-1 0 0,1 0 0,-1 1 0,0 0 0,0 0 0,0 0 0,-1 0 0,1 1 0,-1-1 0,0 1 0,-1 0 0,1 0 0,-1 0 0,0 0 0,0 1 0,0-1 0,-1 0 0,0 1 0,0-1 0,0 1 0,-1 0 0,1-1 0,-1 1 0,-1-1 0,1 1 0,-1 0 0,0-1 0,0 1 0,-1-1 0,-1 3-28,-2 13 1,-2-1-1,0 0 0,-2 0 0,0 0 0,-1-1 0,-1-1 1,-1 0-1,0 0 0,-2-1 0,0-1 0,0 0 1,-2-1-1,0-1 0,-2 2 0,-10 12 0,-1 0 0,-1-2 0,-1-2 0,-1 0 0,-1-2 0,-1-2 0,-1-1 0,-1-1 0,0-2 0,-2-2 0,126-11 0,619-3 0,-690 1 0,0-2 0,0 0 0,-1-1 0,1 0 0,0-1 0,-1-1 0,0-1 0,6-3 0,-20 7-39,0 0 0,-1 0-1,0 0 1,1 0 0,-1-1 0,1 1-1,-1-1 1,0 1 0,0-1 0,0 1 0,0-1-1,0 1 1,0-1 0,-1 0 0,1 0 0,0 1-1,-1-1 1,1 0 0,-1 0 0,0 0-1,0 0 1,1 0 0,-1 0 0,-1 1 0,1-1-1,0 0 1,0 0 0,-1 0 0,1 0-1,-1 0 1,1 1 0,-2-3 39,-7-18-2850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293 353 28958,'0'0'960,"0"0"-319,0 0-353,0 0-112,0 0 208,-44 110 48,18-40-128,-8 26-64,-12 24-56,4-6-104,3-10-24,9-15-40,12-23-16,4 4-216,14 5-336,5-23-488,18-27-1249</inkml:trace>
  <inkml:trace contextRef="#ctx0" brushRef="#br0" timeOffset="441.259">1152 745 28710,'0'0'1897,"0"0"-1099,10-24-330,65-148 178,-65 153-633,-1-1 0,0 1 0,-2-2 0,0 1 0,-2-1 0,0 0 0,-1 0 0,-1 0 0,-1-1 1,-1 1-1,-1-1 0,-1 1 0,0 0 0,-2-1 0,-1 1 0,0 0 0,-1 0 0,-2 1 0,-4-10-13,9 23 0,-1 0 0,0 0 0,-1 0 0,1 0 0,-1 0 0,0 1 0,-1 0 0,0 0 0,0 0 0,0 0 0,-1 1 0,0 0 0,0 0 0,0 1 0,0-1 0,-1 1 0,0 1 0,1-1 0,-2 1 0,1 0 0,0 1 0,0 0 0,-1 0 0,1 0 0,-1 1 0,0 0 0,1 1 0,-1 0 0,0 0 0,1 0 0,-1 1 0,0 0 0,1 1 0,-1 0 0,0 0 0,-13 11 0,1 2 0,1 0 0,0 1 0,1 1 0,1 0 0,1 2 0,0 0 0,1 0 0,-2 7 0,5-12 0,0 1 0,1 0 0,1 1 0,0 0 0,1 1 0,1 0 0,1 0 0,0 1 0,1 0 0,1 0 0,1 1 0,0-1 0,1 1 0,1 0 0,1 13 0,4-26 0,0 0 0,0 0 0,1-1 0,-1 0 0,1 0 0,0 0 0,1 0 0,-1 0 0,1-1 0,0 0 0,0 0 0,0 0 0,1-1 0,-1 1 0,1-1 0,0-1 0,0 1 0,0-1 0,0 0 0,0 0 0,1-1 0,-1 0 0,1 0 0,-1 0 0,0-1 0,1 0 0,-1 0 0,1-1 0,-1 0 0,2 0 0,21 3 0,-23-2 0,0 0 0,0 1 0,-1-1 0,1 1 0,0 1 0,0-1 0,-1 1 0,1 0 0,-1 0 0,1 0 0,-1 1 0,0 0 0,0 0 0,0 0 0,0 1 0,-1-1 0,1 1 0,-1 0 0,0 1 0,0-1 0,-1 1 0,1 0 0,-1-1 0,0 2 0,0-1 0,-1 0 0,1 0 0,-1 1 0,0 0 0,-1-1 0,1 1 0,-1 0 0,0 0 0,-1-1 0,1 5 0,0 55 6,-3 0 0,-3 0 1,-2 0-1,-4 0 0,-2-1 0,-3-1 0,-3 0 0,-10 21-6,2-3-138,3 2-1,4 1 0,4 1 1,-1 41 138,15-67-1631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26846,'0'0'965,"0"0"216,0 0-544,24-19-166,4-3-323,132-79 511,-143 92-625,1 1 1,1 1-1,-1 1 1,1 1-1,0 0 1,0 1-1,1 1 1,-1 1-1,1 1 1,-1 1-1,1 0 1,-1 2 0,1 0-1,-1 1 1,0 1-1,0 1 1,0 0-1,0 2 1,1 1-35,-5 2 18,0 1 1,-1 1 0,-1 1-1,0-1 1,-1 2 0,0 0 0,-1 0-1,-1 1 1,0 1 0,-1-1-1,-1 1 1,0 1 0,-2 0-1,1 0 1,2 16-19,1 5 17,-3 0 0,-1 0 0,-2 1 0,-1 0 0,-2 0 1,-4 35-19,-3-44 7,-2-2 0,0 1 0,-2-1-1,-1 0 1,-1-1 0,-1-1-1,-2 0 1,-1 0 0,0-2-1,-2 0 1,-1-1 0,-5 4-6,20-22 0,-44 56-74,-3-1 1,-3-3-1,-2-2 1,-39 28 73,40-47-337,54-35 300,0-1 1,0 1-1,0-1 0,0 0 1,-1 1-1,1-1 1,0 0-1,0 1 1,0-1-1,0 0 1,-1 0-1,1 0 1,0 0-1,0 0 0,0 0 1,-1-1-1,1 1 1,0 0-1,0 0 1,0-1-1,0 1 1,0-1-1,0 1 0,0-1 1,0 0-1,0 1 1,0-1-1,0 0 1,0 0-1,0 1 1,0-1-1,0 0 1,1 0-1,-1 0 0,0 0 1,1 0-1,-1 0 1,1 0-1,-1 0 1,1 0-1,-1-1 1,1 1-1,0 0 0,0 0 1,-1 0-1,1 0 1,0-1-1,0 1 1,0 0-1,0 0 1,1 0-1,-1-1 0,0 1 1,1-1 36,-3-48-2827</inkml:trace>
  <inkml:trace contextRef="#ctx0" brushRef="#br0" timeOffset="283.22">1534 0 28198,'0'0'1042,"0"0"-352,-23 17-218,-179 155 357,124-90-638,5 4 0,3 3 0,4 2 0,4 4 0,-27 60-191,75-129 48,2 1 1,1 0 0,1 1-1,2 0 1,0 0 0,2 1-1,1-1 1,2 2 0,0-1-1,2 12-48,1-35 2,0-1 0,0 1 0,0 0-1,1 0 1,-1 0 0,1 0 0,1 0-1,-1-1 1,1 1 0,0-1 0,0 1-1,1-1 1,0 0 0,0 1 0,0-1 0,0-1-1,1 1 1,0 0 0,0-1 0,0 0-1,0 0 1,1 0 0,-1-1 0,1 1-1,0-1 1,0 0 0,1-1 0,1 2-2,14 4-17,1 0 1,-1-1 0,1-2-1,1 0 1,-1-1 0,1-1-1,-1-1 1,19-2 16,7 0-290,1-3-1,-1-1 1,0-3 0,0-2 0,-1-2-1,-1-2 1,1-2 0,-2-2-1,-1-2 1,0-2 0,-1-2 0,3-5 290,30-23-4215</inkml:trace>
  <inkml:trace contextRef="#ctx0" brushRef="#br0" timeOffset="529.976">1898 481 29582,'0'0'889,"0"0"-553,0 0 8,153-37-40,-71 10-64,15-4-16,2 2-112,-9 6-112,-9 8-88,-19 15-336,-21 5-865,-24 13-3191</inkml:trace>
  <inkml:trace contextRef="#ctx0" brushRef="#br0" timeOffset="779.733">2057 736 29406,'0'0'760,"0"0"-560,0 0 81,0 0 215,136 8-168,-55-22-208,76-11-120,-17 2-528,-11 3-2001</inkml:trace>
  <inkml:trace contextRef="#ctx0" brushRef="#br0" timeOffset="19591.822">3313 299 26526,'0'0'819,"0"0"-51,0 0 812,0 0-776,0 0-310,-3-1-98,-4-2-171,8 1 1026,18 1-1368,319-50 138,-281 42-21,-194 6-112,-208 12 217,345-9-105,-24 5 7,27 3-7,359-2 0,-199-18 0,-339 16 0,-275 8 0,274-10 0,263-16 0,74-16 0,1 6 0,45 4 0,-110 11 0,-44 7 0,-54-7 0,-13 5 0,0 0 0,-1 1 0,1 0 0,0 1 0,-1 1 0,1 1 0,-1 0 0,-12 2 0,-15-1 0,-431 47 0,383-46 0,600 41 0,-323-43 0,-186 0 0,0 0-1,0-1 1,-1 1-1,1 0 1,0-1 0,0 1-1,0 0 1,0-1 0,-1 1-1,1 0 1,0-1-1,0 1 1,0 0 0,0-1-1,0 1 1,0 0 0,0-1-1,0 1 1,0 0-1,0-1 1,0 1 0,0-1-1,0 1 1,0 0-1,1-1 1,-1 1 0,0 0-1,0 0 1,0-1 0,0 1-1,1 0 1,-1-1-1,0 1 1,0 0 0,1-1 0,-34-3-551,-13-2-1950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28942,'0'0'960,"0"0"-960,4 121-128,-4-53-456,0-4-656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24333,'0'0'6162,"0"0"-5762,0 0-280,0 0-16,0 0-16,122 56-88,-78-43-136,-10-1-1649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30487,'0'0'688,"0"0"-688,0 0-56,0 0-504,0 0-1657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0 973 25389,'0'0'1089,"0"0"807,0 0-1192,187-87-168,-100 64-56,8 2-47,6 1-105,3-1-144,4-2-72,3-2-48,15-10-64,24-9 0,11-12-344,-29 9-473,-38 3-1079</inkml:trace>
  <inkml:trace contextRef="#ctx0" brushRef="#br0" timeOffset="690.104">1113 162 28542,'0'0'639,"-6"26"-330,-27 262 373,42 76 489,34 170-1171,12 12 153,-51-511-145,-8 122-11,3-153-1,-1-1 0,1 0 0,-1 0 0,0 0 1,0 0-1,0 0 0,0 0 0,-1 0 0,1-1 0,-1 1 0,0-1 0,0 1 0,0-1 0,0 0 0,0 0 0,0-1 0,0 1 0,0-1 0,-1 1 0,1-1 0,-1 0 0,1 0 0,-1-1 0,1 1 0,-1-1 0,0 1 0,1-1 0,-1 0 0,0-1 0,1 1 0,-3-1 4,-108-37-265,90 16 204,1 0 0,1-2 1,1 0-1,1-1 0,1-1 0,1-1 0,2-1 0,0 0 0,2-1 0,2 0 0,0-1 0,2-1 0,1 0 0,2 0 0,1-1 0,1 0 1,2 0-1,1 0 0,2-8 61,-3 23-1,0-1 0,2 1-1,0 0 1,1-1 0,0 1 0,2-1 0,0 1 0,1 0 0,1-1 0,0 2 0,1-1 0,1 0 0,1 1 0,0 0 0,1 1-1,1-1 1,0 2 0,1-1 0,1 1 0,0 1 0,11-11 1,-17 19 20,0 1 1,0 0-1,1 0 1,-1 0-1,1 0 1,0 1-1,0 0 0,0 0 1,0 1-1,0 0 1,1 0-1,-1 0 1,1 1-1,-1 0 0,1 0 1,4 0-21,-8 4 13,-1-1 0,1 0-1,-1 1 1,1 0 0,-1 0 0,0-1 0,0 1 0,0 0 0,0 1 0,-1-1 0,1 0 0,-1 0-1,0 1 1,0-1 0,0 1 0,0-1 0,-1 1 0,0-1 0,1 1 0,-1-1 0,0 1-1,-1-1 1,1 1 0,0 0 0,-1-1 0,0 0 0,0 1 0,0-1 0,0 1 0,-1-1-13,-9 36 38,-1-1 1,-2-1 0,-1 0 0,-2-1 0,-2 0 0,-1-2-1,-2 0 1,-24 28-39,-217 236 40,283-306-125,338-267-913,75-35-343,-416 298 1439,1 2 1,1 0-1,-1 1 0,2 0 1,-1 2-1,1 0 1,0 2-1,0 0 1,1 1-1,19-1-98,-38 5 16,0-1 1,1 1-1,0 0 1,-1 0-1,1 0 1,-1 0-1,1 0 1,-1 1-1,0-1 1,1 1-1,-1 0 1,1 0-1,-1-1 1,0 2-1,1-1 1,-1 0-1,0 0 1,0 1-1,0-1 1,0 1-1,0-1 1,0 1-1,-1 0 1,1 0-1,-1 0 1,1 0-1,-1 0 1,1 0-1,-1 0 1,0 1-1,0-1 1,0 0-1,-1 1 1,1-1-1,0 1 1,-1-1-1,1 1 1,-1-1-1,0 1 1,0-1-1,0 1 1,0-1-1,-1 1 1,1-1-1,-1 0 1,1 1-17,-2 26 106,0-1 0,-2 0 1,-1 0-1,-1-1 0,-1 1 1,-2-1-1,-9 19-106,8-20 35,1 0 0,0 0 1,3 0-1,0 1 0,1 0 0,2 1 0,0-1 0,2 5-35,2-29 1,-1-1 0,0 1-1,1-1 1,-1 1 0,1-1 0,0 1-1,0-1 1,0 0 0,0 0-1,0 1 1,1-1 0,-1 0-1,1 0 1,-1 0 0,1-1 0,0 1-1,0 0 1,-1 0 0,1-1-1,0 1 1,1-1 0,-1 0 0,0 0-1,0 0 1,1 0 0,-1 0-1,0 0 1,1 0 0,-1-1-1,1 1 1,-1-1 0,1 0 0,-1 0-1,1 0 1,-1 0 0,1 0-1,-1 0 1,1-1 0,-1 1-1,96-34-177,-87 24 62,-1 0 0,0-1 0,0 0 0,-1-1 0,-1 0 0,0-1 0,-1 0 0,0 0 0,5-13 115,-10 22-41,34-82-1696,-11-1-2053</inkml:trace>
  <inkml:trace contextRef="#ctx0" brushRef="#br0" timeOffset="940.231">1822 0 28886,'0'0'952,"0"0"-672,0 0-64,83 129 9,-41-58-105,41 53-120,-7-14-345,-5-9-2263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3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 1 25261,'0'0'3268,"0"0"-2148,0 0-716,0 0-73,0 0 20,-7 1-45,-4 3-258,0 1 0,0 1 0,1 0-1,0 0 1,0 1 0,0 0 0,1 1 0,0 0-1,0 0 1,1 1 0,0 0 0,-1 3-48,-22 21 116,-135 136 42,9 8 0,-111 162-158,257-324-20,3-4-96,-1 0 0,2 0 0,-1 1 0,2 0 0,-1 0 0,2 1 1,0 0-1,0 0 0,0 5 116,6-17-53,-1 0 1,1 0-1,0-1 0,0 1 0,0 0 1,0 0-1,0-1 0,0 1 1,0 0-1,0-1 0,0 1 0,0-1 1,0 1-1,0-1 0,0 1 1,1-1-1,-1 0 0,0 0 0,0 0 1,0 0-1,1 0 0,-1 0 1,0 0-1,0 0 0,0 0 1,1 0-1,-1 0 0,0-1 0,0 1 1,0-1-1,0 1 0,0-1 1,0 1-1,0-1 0,0 0 0,0 1 1,0-1-1,0 0 0,0 0 1,0 0-1,0 1 0,0-2 53,57-35-1632,4-15-1909</inkml:trace>
  <inkml:trace contextRef="#ctx0" brushRef="#br0" timeOffset="172.882">433 635 10442,'0'0'12539,"0"0"-9754,150-104-1249,-97 75-584,-14 13-176,-12 10-224,-8 6-144,-10 0-32,-2 14-183,-5 15-113,-2 37-80,-7-5-729,-13-5-1575</inkml:trace>
  <inkml:trace contextRef="#ctx0" brushRef="#br0" timeOffset="329.265">239 1417 24925,'0'0'4009,"-37"190"-3305,17-24-304,-8 31-176,10-2-7,1-21-97,8-49-80,5-36-24,4-33 8,0-25-24,0-4-16,9-8-136,5-13-177,6-6-87,3-87-256,-4 2-1384,-5-13-11475</inkml:trace>
  <inkml:trace contextRef="#ctx0" brushRef="#br0" timeOffset="562.998">536 1278 24973,'0'0'1911,"28"-18"-897,95-54-331,-114 67-600,1 0 0,0 0 0,0 1 0,0 0 0,1 1 0,-1 1 0,1-1 0,0 2 0,0-1 0,-1 1 0,1 1 1,0 0-1,0 1 0,3 0-83,-4 1 48,0 1 0,1 1 0,-1-1 1,0 1-1,-1 1 0,1 0 0,-1 0 0,0 1 1,0 0-1,-1 1 0,0 0 0,0 0 0,0 0 1,-1 1-1,0 1 0,-1-1 0,0 1 1,0 0-1,-1 0 0,0 1 0,0-1 0,-1 1 1,-1 0-1,1 1 0,-2-1 0,1 3-48,29 95 115,-5 1-1,-5 1 0,-4 0 1,-5 2-1,-6 0 0,-4 0 0,-6 22-114,4-113-6,0-17-15,1 1 0,-1 0 1,-1 0-1,1 0 0,-1-1 1,1 1-1,-1 0 0,-1 0 1,1 0-1,-1 0 1,0 0-1,0-1 0,0 1 1,0 0-1,-1-1 0,0 1 1,0-1-1,0 0 0,-1 1 1,1-1-1,-1 0 0,0 0 1,0-1-1,-1 1 1,1-1-1,-1 1 0,1-1 1,-1 0-1,0 0 0,0-1 1,-5 3 20,-23-12-580,-78-91-2270,50 40-74</inkml:trace>
  <inkml:trace contextRef="#ctx0" brushRef="#br0" timeOffset="983.218">414 1624 20180,'0'0'3544,"0"0"-1845,15-20-976,53-65-54,-63 81-608,-1 0 0,1 1 0,0-1 0,0 1 0,1 0 0,-1 0 0,1 1 0,0-1 0,-1 1 0,1 0 0,0 1 0,0 0 0,0 0-1,1 0 1,-1 0 0,0 1 0,0 0 0,3 1-61,5-1 99,-8-1-79,0 0-1,0 1 0,-1 0 1,1 0-1,0 0 0,0 1 1,0 0-1,0 0 0,-1 1 1,1-1-1,0 1 0,-1 0 0,0 1 1,1-1-1,-1 1 0,0 0 1,0 1-1,0-1 0,-1 1 1,1 0-1,-1 0 0,0 0 1,0 1-1,-1-1 0,1 1 1,-1 0-1,0 0 0,0 0 1,-1 0-1,1 1 0,-1-1 0,0 1 1,-1 0-1,1-1 0,0 6-19,-2 17 16,0 1-1,-2 0 1,-1-1-1,-1 1 1,-2-1-1,0 0 1,-2-1-1,-1 0 1,-2 0-1,0 0 1,-2-2-1,0 1 1,-2-2-1,-1 0 1,-9 9-16,-57 63 589,81-97-565,0 0 0,0 0 0,0 0 0,0 0 0,0 0 0,0 0-1,0 0 1,0 0 0,1 0 0,-1 0 0,0 0 0,1 0 0,-1-1 0,1 1 0,-1 0 0,1 0 0,0-1 0,-1 1 0,1 0 0,0-1 0,0 1-1,0 0 1,0-1 0,0 1 0,0 0 0,0-1 0,1 1 0,-1 0 0,0-1 0,1 1 0,-1 0 0,1 0 0,-1 0 0,2-2-24,-2 0 33,61-208 24,-31 129-59,7-33-37,77-192-55,-87 273 94,-26 34 0,-1 0 0,1 0 0,0 0 0,0 0 1,0 1-1,0-1 0,0 0 0,0 0 0,0 1 0,0-1 0,-1 0 0,1 1 1,0-1-1,0 1 0,0-1 0,-1 1 0,1-1 0,0 1 0,-1 0 0,1-1 0,0 1 1,-1 0-1,1 0 0,-1-1 0,1 1 0,-1 0 0,1 0 0,-1 0 0,0-1 0,0 1 1,1 0-1,-1 0 0,0 0 0,0 0 0,0 0 0,0 0 0,0 0 0,0 0 1,0 0-1,0 0 0,0-1 0,0 1 0,0 0 0,-1 0 0,1 0 0,0 0 0,-1 0 1,1 0-1,-1-1 0,1 2 0,-17 450 255,-2-83 145,27-257-404,-8-111-6,0-1 0,0 1 0,0 0 0,1-1 0,-1 1 0,0 0 0,0-1 0,1 1 1,-1-1-1,0 1 0,1-1 0,-1 1 0,0 0 0,1-1 0,-1 1 0,1-1 0,-1 0 0,1 1 1,-1-1-1,1 1 0,0-1 0,-1 0 0,1 1 0,-1-1 0,1 0 0,0 0 0,-1 0 1,1 1-1,0-1 0,-1 0 0,1 0 0,0 0 0,-1 0 0,1 0 0,0 0 0,-1 0 0,1 0 1,0 0-1,-1-1 0,1 1 0,0 0 0,-1 0 0,1-1 0,-1 1 0,1 0 0,0-1 0,-1 1 1,1 0-1,-1-1 0,1 1 0,-1-1 0,1 1 0,-1-1 0,0 1 0,1-1 0,-1 1 1,1-1-1,-1 1 0,0-1 0,0 0 0,1 1 0,-1-1 0,0 0 10,23-46-1171,-6-12-1355</inkml:trace>
  <inkml:trace contextRef="#ctx0" brushRef="#br0" timeOffset="1620.562">1403 310 28366,'0'0'1060,"0"0"-518,0 0-205,3 22 17,12 139 142,-15-123-479,-1-1 0,-2 0 0,-2 0 0,-1 0 0,-9 28-17,-30 84-104,98-142-64,77-22 291,-129 16-121,1 1 1,0-1-1,0 1 0,-1 0 1,1 0-1,-1 0 1,0 0-1,1 0 1,-1 0-1,0 0 0,0 0 1,0 0-1,0 0 1,-1 1-1,1-1 1,-1 0-1,1 1 0,-1-1 1,0 0-1,0 1 1,0-1-1,0 0 1,0 1-1,-1-1 0,1 0 1,-1 2-3,1 5 7,-2 12 10,-1 1 0,-1 0 0,0-1 0,-2 0-1,-1 0 1,0-1 0,-2 1 0,0-2 0,-1 1 0,-1-1-1,-1-1 1,0 0 0,-9 8-17,19-22 24,1-4-22,0 0 1,1 1 0,-1-1-1,0 0 1,1 0 0,-1 0-1,0 1 1,1-1 0,-1 0-1,1 1 1,-1-1 0,1 1-1,-1-1 1,1 0 0,-1 1-1,1-1 1,-1 1 0,1 0-1,0-1 1,-1 1 0,1-1-1,0 1 1,-1-1 0,1 1-1,0 0 1,0-1 0,-1 1-1,1 0 1,0-1 0,0 1-1,0 0 1,0-1 0,0 1-1,0 0 1,0-1 0,0 1 0,0 0-1,1-1 1,-1 1 0,0 0-1,0-1 1,1 1 0,-1-1-1,0 1 1,0 0 0,1-1-1,-1 1 1,1-1 0,-1 1-1,1-1 1,-1 1 0,1-1-1,-1 1 1,1-1 0,-1 0-1,1 1 1,-1-1 0,1 0-1,0 1 1,-1-1 0,1 0-1,-1 0 1,1 0 0,0 0-1,-1 1 1,1-1-3,14-1 22,-12 0-21,0 1 0,0-1 0,0 1 0,0-1 0,0 1 0,0 0 0,0 0 0,0 1 0,0-1 0,0 0 0,0 1 0,0 0 0,0 0-1,0 0 1,0 0 0,-1 0 0,1 1 0,0-1 0,-1 1 0,1-1 0,-1 1 0,1 0 0,-1 0 0,0 0 0,0 1 0,0-1 0,0 0 0,0 1 0,0-1 0,0 2-1,1 15 2,0 1 0,-1-1 0,-1 1-1,-1-1 1,-1 1 0,-1-1 0,0 0 0,-1 1 0,-6 16-2,-18 53-10,-3-2-1,-5-1 0,-10 14 11,-26 63-9,52-103 5,20-60 5,0 1 1,0 0 0,1-1-1,-1 1 1,0-1-1,1 1 1,-1-1-1,0 0 1,1 0 0,-1 1-1,0-1 1,1 0-1,-1 0 1,1 0 0,-1-1-1,0 1 1,1 0-1,-1 0 1,0-1-1,1 1 1,-1-1 0,0 1-1,1-1 1,-1 0-1,0 1 1,0-1 0,0 0-1,0 0 1,0 0-1,0 0 1,0 0-1,1-1-1,188-165 392,-109 87-291,330-300-2331,-360 320-24</inkml:trace>
  <inkml:trace contextRef="#ctx0" brushRef="#br0" timeOffset="1872.872">1804 1193 28166,'0'0'960,"-47"180"-368,22-14-184,4 31 97,14 8-1,7-6-144,0-16-160,19-11-144,4-15-32,5-16-24,-1-39-32,-1-34-56,-8-30-456,-6-32 104,6-25-489,-4-18 65,-3-19-2881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26846,'0'0'1061,"0"0"-494,-2 21-203,-42 414 2082,14 197-2446,29-577 25,-1-35-31,1 0 1,1 1 0,1-1-1,0 0 1,2 0-1,0-1 1,1 1-1,1 0 1,8 16 5,-13-35-28,0 1-1,1-1 1,-1 0 0,1 1-1,-1-1 1,1 0-1,0 0 1,-1 0 0,1 0-1,0 0 1,0 0 0,0 0-1,0 0 1,0 0-1,0 0 1,0 0 0,0 0-1,0-1 1,0 1 0,1 0-1,-1-1 1,0 1-1,0-1 1,1 1 0,-1-1-1,0 0 1,1 0 0,-1 1-1,0-1 1,1 0-1,-1 0 1,0 0 0,1 0-1,-1-1 1,0 1 0,1 0-1,-1-1 1,0 1-1,1 0 1,-1-1 0,0 0-1,0 1 1,0-1 0,1 0-1,-1 1 1,0-1-1,0 0 1,0 0 0,0 0-1,0 0 1,-1 0 0,1 0-1,0 0 1,0-1-1,-1 1 1,1 0 0,0 0-1,-1 0 1,0-1 0,1 1-1,-1 0 1,0-1-1,1 1 1,-1 0 0,0-1 28,24-50-4845,-6-10-13637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26982,'0'0'885,"22"2"-334,-6-1-452,-3-1-13,0 1 0,0 1-1,0 0 1,0 1 0,0 0-1,0 1 1,-1 0 0,1 1-1,-1 1 1,-1 0 0,1 0-86,33 28 270,-3 3 0,-1 1 1,-1 1-1,-2 3 0,-2 1 1,25 40-271,-7-13 37,-51-65-142,-3-6 83,0 1 0,0-1 0,1 1 0,-1 0 0,0-1 0,1 1 0,-1 0 0,0-1 0,1 1 0,-1 0 0,0 0 0,1-1 0,-1 1 0,0 0 0,1 0 0,-1 0-1,1-1 1,-1 1 0,0 0 0,1 0 0,-1 0 0,1 0 0,-1 0 0,1 0 0,-1 0 0,0 0 0,1 0 0,-1 0 0,1 0 0,-1 0 0,1 0 0,-1 0 0,0 1-1,1-1 1,-1 0 0,1 0 0,-1 0 0,0 1 0,1-1 0,-1 0 0,0 0 0,1 1 0,-1-1 0,0 0 0,1 1 0,-1-1 0,0 0 0,0 1 0,1-1-1,-1 0 1,0 1 0,0-1 0,0 1 0,0-1 0,1 1 0,-1-1 0,0 0 0,0 1 0,0-1 0,0 1 0,0-1 0,0 1 0,0-1 0,0 0 0,0 1 0,0-1-1,-1 1 1,1-1 0,0 1 0,0-1 22,0-15-2264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0 26510,'0'0'2208,"0"0"-1808,0 0-160,-177 133 56,105-71 104,-4 3-144,0 5-160,9-2-96,12 17-56,18-18-376,21-20-1040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28438,'0'0'1024,"0"0"-712,-17 112-96,15-18 265,2 38 15,0 45-144,7 15-152,5-1-80,-3-19-40,-2-45-40,-3-32-32,1-29-8,2-1-208,-3-13-632,-4-15-2201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28678,'0'0'848,"0"0"-352,0 0-376,0 0 128,0 0 89,0 0-137,0 0-104,147 70-56,-115-39-40,-2 0 0,-2-4-256,6-10-385,-8-9-951,-6-8-3545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27822,'0'0'1064,"0"0"-640,-101 112-288,62-58-128,2 14-8,9-12-808,10-16-4465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29206,'0'0'784,"-20"110"-576,1 8-88,-4 46 281,2 19 23,10-5-184,9-16-160,2-48-48,0-27-32,4-33 0,12-21-232,21-6-120,-5-6-265,3-13-1095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27854,'0'0'2198,"7"-21"-1801,22-66-433,-28 83 41,0-1-1,0 1 1,0 0-1,1 0 1,0 0 0,-1-1-1,1 2 1,1-1-1,-1 0 1,0 0-1,1 1 1,0-1 0,0 1-1,0 0 1,0 0-1,1 0 1,-1 0-1,1 1 1,-1-1 0,1 1-1,0 0 1,0 0-1,0 0 1,0 1-1,0-1 1,1 1 0,-1 0-1,4 0-4,-6 1 1,-1 1-1,1 0 1,-1 0-1,1 0 0,-1 0 1,1 0-1,-1 0 1,1 0-1,-1 0 1,0 1-1,0-1 1,0 1-1,0-1 0,0 1 1,0-1-1,0 1 1,0-1-1,0 1 1,-1 0-1,1-1 1,-1 1-1,1 0 1,-1 0-1,0-1 0,0 1 1,1 0-1,-1 0 1,0 0-1,-1-1 0,3 7 9,5 307 405,-12-41-144,6-272-268,-1 0 0,0 1 0,1-1 0,0 0 0,-1 1 0,1-1 0,0 0 0,0 0 0,0 0 0,0 0 0,1 0 1,-1 0-1,1 0 0,-1 0 0,1 0 0,0-1 0,-1 1 0,1-1 0,0 1 0,0-1 0,0 0 0,0 1 0,0-1 0,1 0 0,-1 0 1,0-1-1,0 1 0,1 0 0,-1-1 0,0 1 0,1-1 0,-1 0 0,0 0 0,1 0 0,-1 0 0,1 0 0,-1-1 0,1 1-2,85-37 68,-57 4-66,-3-1-1,0-2 0,-3-1 0,-1 0 1,-1-2-1,-2-1 0,-3-1 0,0 0 0,-3-2 1,-2 1-1,-1-2 0,-2 0 0,-1-14-1,16-85 303,-42 247-228,-13 127-39,10 0 1,10 208-37,0-5 3,10-401-4,-2 0 0,-1 1-1,-2-1 1,-1-1 0,-2 1 0,-1-1 0,-8 19 1,16-49 2,1 0-1,-1 0 1,0 0 0,0-1 0,0 1-1,0 0 1,0-1 0,0 1 0,0-1 0,0 1-1,-1-1 1,1 1 0,-1-1 0,1 0-1,-1 0 1,1 0 0,-1 0 0,0 0 0,0 0-1,1 0 1,-1 0 0,0-1 0,0 1-1,0-1 1,0 1 0,0-1 0,0 0 0,0 0-1,1 0 1,-1 0 0,0 0 0,0 0-1,0-1 1,0 1 0,0 0 0,0-1 0,0 0-1,0 1 1,1-1 0,-1 0 0,0 0-1,1 0 1,-1 0 0,0 0 0,1 0 0,-1-1-1,1 1 1,0-1 0,-1 1 0,1 0-1,0-1 1,0 0 0,0 1 0,0-1 0,0 0-1,0 0 1,1 1 0,-1-1 0,1 0-1,-1-1 0,-10-28-21,1 0 1,1-1-1,2-1 1,1 1-1,2-1 1,1 0-1,2 0 1,1 0-1,1 0 1,5-25 19,3 0-329,2 0 1,3 1-1,2 0 1,3 2-1,2 0 0,18-33 329,-10 19-952,11-27-2406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27694,'0'0'1096,"0"0"-576,0 0 360,81 158-295,-49-88-185,5 9-56,-5 4-176,-4 6-64,-5 0-24,-9 3-32,-10 1-24,-4 0-24,0 0 0,0 19-376,0-22-1065,-4-28-2935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30967,'0'0'768,"0"0"-560,0 0-176,0 0-16,0 0 0,0 0-16,-14 141-192,10-87-856,-3-9-1993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13 223 28918,'-3'19'627,"-7"196"-220,11-210-395,0 0 0,1 0 1,-1-1-1,1 1 1,0-1-1,0 1 0,1-1 1,-1 0-1,1 0 0,0 0 1,0 0-1,0 0 0,1 0 1,-1-1-1,1 0 1,0 0-1,0 0 0,0 0 1,0-1-1,0 1 0,1-1 1,-1 0-1,1 0 0,0-1 1,-1 1-1,6 0-12,135 1 113,-88-14-103,-2-3 0,0-3-1,0-2 1,-2-2-1,-1-3 1,0-2-1,37-26-9,-22 14-75,-1-2 0,-3-4 0,-1-2 0,-3-2 0,-2-4-1,33-37 76,-91 89 16,1-1 0,0 1 0,-1 0 0,1 0 0,0 0-1,-1 0 1,1-1 0,0 1 0,-1 0 0,1 0 0,0 0-1,-1-1 1,1 1 0,0 0 0,0-1 0,-1 1 0,1 0-1,0-1 1,0 1 0,0 0 0,-1-1 0,1 1 0,0 0-1,0-1 1,0 1 0,0 0 0,0-1 0,0 1 0,0-1-1,0 1 1,0 0 0,0-1 0,0 1-16,-42 26 55,35-21-35,-1 1 15,-1 0-1,1 0 1,0 1-1,1 0 1,-1 1-1,1-1 1,1 1-1,-1 1 1,2-1 0,-1 1-1,1 0 1,-3 7-35,8-15 0,0 1 0,0 0 1,1 0-1,-1-1 0,0 1 1,1-1-1,-1 1 0,1 0 1,-1-1-1,1 1 0,0-1 1,0 1-1,0-1 0,0 0 1,0 1-1,0-1 0,0 0 1,0 1-1,0-1 0,1 0 1,-1 0-1,0 0 0,1 0 1,-1-1-1,1 1 0,-1 0 1,1 0-1,-1-1 0,1 1 1,-1-1-1,1 0 1,0 1-1,-1-1 0,1 0 1,0 0-1,0 0 0,-1 0 1,1 0-1,0 0 0,-1-1 1,1 1-1,-1 0 0,2-1 0,-3 1 0,44 1-143,-1-2-1,0-1 1,1-3-1,-1-1 1,-1-2-1,0-2 0,0-2 1,-1-2-1,0-1 1,-1-2-1,32-20 144,-140 95 302,-197 170-914,-10-12 1,-20-5 611,271-196-1430,13-11-2024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24293,'0'0'2105,"0"0"-969,0 0-352,-56 161 88,29-94-216,-1 3-160,0 1-199,5-5-161,3-4-104,8-6-32,7-10-72,5-11-281,0-10-239,14-15-432,12-12-176,-8-21-673,-2-8-17595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4 266 28182,'0'0'818,"0"0"-485,0 0-112,0 20 159,-4 131 247,5 59-491,-1-207-188,0-1 0,0 1-1,0-1 1,0 0 0,1 1-1,-1-1 1,1 0-1,-1 1 1,1-1 0,0 0-1,-1 0 1,1 0 0,0 0-1,1 1 1,-1-1 0,0-1-1,1 1 1,-1 0 0,1 0-1,-1 0 1,1-1 0,0 1-1,0-1 1,0 1 0,0-1-1,0 0 1,0 0 0,0 0-1,0 0 1,0 0 0,1 0-1,-1-1 1,0 1 0,0-1-1,1 1 1,-1-1-1,0 0 1,1 0 0,-1 0-1,1 0 1,-1 0 0,0-1-1,1 1 1,-1-1 0,0 0-1,0 1 1,0-1 0,1 0-1,-1 0 1,0 0 0,0-1-1,0 1 1,0 0 0,-1-1-1,1 0 1,0 1 52,36-66-7376,-11-8 5045,-1-2 4635,14 6 4223,-9 39-6189,2 0-1,1 2 1,1 2 0,2 1 0,0 2 0,2 1 0,37-16-338,-72 38 9,243-128-898,-186 98-1376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26046,'0'0'2535,"0"0"-1638,0 0-658,0 0-42,-4 20 211,-13 151 227,32 514-11,-15-671-649,-1 1-1,-1 0 0,0 0 1,-1-1-1,0 0 0,-2 1 1,1-1-1,-2 0 0,0-1 0,0 1 1,-7 7 25,10-17-153,0-1-1,0 0 1,-1 0 0,0 0 0,0 0 0,1-1 0,-1 0-1,-1 1 1,1-1 0,0-1 0,0 1 0,-1-1 0,1 0-1,-1 0 1,1 0 0,-1 0 0,0-1 0,1 0 0,-1 0-1,0 0 1,1 0 0,-1-1 0,1 0 0,-1 0 0,1 0-1,-3-1 155,-32-12-6594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29030,'0'0'1040,"0"0"-808,0 0-168,192-15-64,-114 9-448,-7 0-1192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27342,'0'0'928,"0"0"-744,0 0-160,0 0 496,0 0 104,165 2-152,-84-13-192,11-3-143,-2 1-73,-2 3-48,-10 2-16,-7-1-136,3-11-465,-19 3-879,-18-4-3769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20644,'0'0'6714,"0"0"-6082,0 0-416,124-2-72,-69-4-128,-9 4-16,-13-3-1632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28206,'0'0'1112,"0"0"-776,0 0 240,0 0 89,0 0-369,185-66-216,-68 45-80,-15 4-520,-13 3-1841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30687,'0'0'760,"0"0"-536,0 0-40,0 0 8,154-13-88,-89 7-104,32-2-32,43-13-472,-15 2-793,-12-6-8177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0 425 28798,'0'0'1160,"0"0"-736,0 0-39,0 0 79,145-18-56,-71 7-168,32-5-136,30-3-72,-7 2 0,-9 3-16,-17 1-16,-22 5 0,4 0-136,0 0-232,-13-5-360,-26 3-1057,-23-3-6937</inkml:trace>
  <inkml:trace contextRef="#ctx0" brushRef="#br0" timeOffset="191.08">790 0 10082,'0'0'17900,"0"0"-16940,0 0-216,0 0-384,0 0 89,0 0 135,-32 106-208,34-15-96,5 27-120,-2 30-72,6 9-88,-1-18-8,1-39-480,-4-49-2105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39 19932,'0'0'7702,"0"0"-5423,0 0-1504,0 0-208,0 0-143,-8-8-80,-26-23-121,44 55-62,188 261-17,-152-192-152,60 94-684,-103-183 598,0 0 1,1-1-1,0 1 1,-1-1-1,1 0 1,0 0-1,1 0 1,-1-1-1,0 0 1,1 1-1,-1-1 0,1-1 1,0 1-1,-1-1 1,1 0-1,0 0 1,0 0-1,0-1 1,2 1 93,37-10-5042,-6-17-12997</inkml:trace>
  <inkml:trace contextRef="#ctx0" brushRef="#br0" timeOffset="159.351">591 95 17500,'0'0'3064,"0"0"4194,0 0-6250,0 0-128,-119-40-312,73 80-159,-7 13-113,-5 14-176,0 10-64,5 1-56,10 1 0,13 0-336,13-19-513,11-21-1319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73 23349,'0'0'4821,"0"0"-3343,0 0-944,0 0-24,0 0-131,0 0-166,10-7-80,100-48 54,11 45-152,-117 13-22,1 0 1,0 0-1,-1 1 1,0 0-1,0 0 1,0 0-1,0 0 1,-1 1-1,0-1 1,0 1-1,0 0 1,0 0-1,-1 0 1,1 0-1,-1 0 1,-1 1-1,1-1 0,-1 1 1,0-1-1,0 1 1,-1 0-1,1-1 1,-1 1-1,0-1 1,-1 1-1,0 1-13,3 5 49,28 454 167,-42-406-2161,-4-47-1502</inkml:trace>
  <inkml:trace contextRef="#ctx0" brushRef="#br0" timeOffset="253.418">0 900 28230,'0'0'2377,"0"0"-2105,0 0-184,0 0 384,0 0-24,0 0-248,155-93-88,-105 64-64,3 0-32,2 0-16,24-8-184,-17 6-856,-9 2-4009</inkml:trace>
  <inkml:trace contextRef="#ctx0" brushRef="#br0" timeOffset="471.142">917 270 29942,'0'0'945,"0"0"-633,0 0-192,0 0 192,0 0-24,0 0-216,0 0-40,39-21-24,-13 32-8,-3 12-232,-7-1-560,-12-1-2833</inkml:trace>
  <inkml:trace contextRef="#ctx0" brushRef="#br0" timeOffset="783.478">650 844 29454,'0'0'734,"0"0"-434,0 0-99,0 0 111,27-11-76,167-73-105,7 6-92,-224 120 247,-451 445-206,452-461-222,0 1 0,2 1-1,1 1 1,1 0-1,-11 27 143,13-20-1431</inkml:trace>
  <inkml:trace contextRef="#ctx0" brushRef="#br0" timeOffset="1047.941">866 1224 23253,'0'0'7218,"0"0"-6674,-11 122-248,-1-60 136,1 7-40,4-3-224,0-4-96,7-10-64,0-10 8,0-15-16,0-15-160,0-12-232,14-35-112,0-19-1025,-1-6-5200</inkml:trace>
  <inkml:trace contextRef="#ctx0" brushRef="#br0" timeOffset="1340.878">1136 996 18076,'0'0'9555,"0"0"-7162,0 0-1920,0 0-99,0 0-106,-20 16-143,-67 53-86,-51 81 35,131-139-56,4-10-9,1 1 0,0 0 0,0 0 0,0 0 0,0 0 0,0 0 1,0 1-1,1-1 0,-1 0 0,1 1 0,-1-1 0,1 1 0,0 0 0,0-1 0,0 1 1,1 0-1,-1 0 0,0-1 0,1 1 0,0 0 0,0 0 0,0 0 0,0 0 1,0-1-1,0 1 0,1 0 0,0 0 0,-1 0 0,1-1 0,0 1 0,0 0 1,1-1-1,-1 1 0,0-1 0,1 1 0,-1-1 0,3 2-9,17 0-29,1-1 0,-1-1 0,1 0 0,0-2-1,0-1 1,0 0 0,15-4 29,108-43-1955,-108 31 764</inkml:trace>
  <inkml:trace contextRef="#ctx0" brushRef="#br0" timeOffset="1777.746">1426 525 26078,'0'0'1441,"0"0"-449,0 0-245,0 0-20,0 0-145,0 0-181,-1 20-20,2 923 1037,8-682-1418,-2-260-480,-1-76-1762,-5 30-1157</inkml:trace>
  <inkml:trace contextRef="#ctx0" brushRef="#br0" timeOffset="1996.391">1654 1035 30134,'0'0'1129,"0"0"-609,0 0-80,0 0-80,0 0-184,0 0-176,150 104 0,-120-104-568,-7 0-2041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1060 10 23461,'0'0'1458,"0"0"-557,0 0-289,0 0 18,0 0-283,13-8 50,-10 6 2861,0 1311-1971,10-1024-1415,-3-305-883,-6-10-755</inkml:trace>
  <inkml:trace contextRef="#ctx0" brushRef="#br0" timeOffset="2222.379">1 551 28326,'0'0'968,"0"0"-736,0 0 80,0 0 281,119-27-185,-68 4-160,2 1-80,5-3-64,-5 4-16,-3 2-40,-6 7-40,-5 6-8,10 4-16,-15 2-488,-9 0-1169</inkml:trace>
  <inkml:trace contextRef="#ctx0" brushRef="#br0" timeOffset="2566.055">222 518 28694,'0'0'720,"0"0"-254,-4 20-52,-13 131 295,-13 400-443,28-408-67,4-140-187,0 0 1,0 0-1,1 0 0,-1-1 1,1 1-1,-1-1 0,1 0 1,0 1-1,0-1 0,0 0 1,1-1-1,-1 1 0,0-1 0,1 1 1,-1-1-1,1 0 0,-1 0 1,1-1-1,-1 1 0,1-1 1,-1 0-1,1 0 0,0 0 1,-1 0-1,1 0 0,0-1 1,-1 0-1,1 1 0,-1-1 1,1-1-1,-1 1 0,0 0 0,0-1 1,3-1-13,227-116 205,-38 15-1598,-108 56-3108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4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27134,'0'0'1069,"0"0"-509,0 0 53,0 0 44,0 0-169,0 0-172,22-4-106,163-26 148,-183 29-353,4 0 8,-1-1 1,1 1-1,-1-1 1,1 1-1,0 1 1,-1-1 0,1 1-1,0 0 1,-1 1-1,1-1 1,-1 1-1,1 0 1,0 0 0,-1 1-1,0-1 1,1 1-1,-1 1 1,0-1-1,0 1 1,0 0-1,0 0 1,-1 0 0,1 1-1,-1-1 1,0 1-1,0 0 1,0 0-1,-1 1 1,1-1 0,-1 1-1,0 0 1,0 0-1,-1 0 1,2 4-14,-4 6 14,-2 1-1,0 0 1,-1-1 0,0 1 0,-1-1 0,-1 0-1,0 0 1,-1 0 0,-1-1 0,0 0 0,-1 0-1,-1-1 1,0 0 0,0 0 0,-1-1 0,-1 0 0,0-1-1,-7 5-13,-8 14 8,-136 136-778,160-164 122,2-4-668,0-8-895</inkml:trace>
  <inkml:trace contextRef="#ctx0" brushRef="#br0" timeOffset="387.16">680 434 25838,'0'0'1977,"0"0"-811,0 0-277,0 0-100,0 0-261,0 0-230,-11 8-50,-173 166 591,173-161-791,-6 4-33,1 1-1,1 0 1,1 1 0,1 0 0,1 1-1,0 0 1,1 1 0,2 1-1,0 0 1,-6 22-15,14-40 0,1 0 0,-1 0 0,1 0 0,0 0 0,0 0 0,0 0 0,0 0 0,1 0 0,0 0 0,-1 0 0,2 0 0,-1 0 0,0 0 0,1 0 0,-1-1 0,1 1 0,0 0 0,1-1 0,-1 0 0,0 0 0,1 1 0,0-1 0,0-1 0,0 1 0,0 0 0,0-1 0,0 0 0,1 1 0,-1-1 0,1 0 0,0-1 0,0 1 0,-1-1 0,1 0 0,0 0 0,0 0 0,0 0 0,0-1 0,2 1 0,24 1-96,0-2 0,1 0 0,-1-2 0,-1-2 0,1 0 0,0-2 0,-1-1 0,0-2 1,-1 0-1,0-2 0,0-1 0,-1-2 0,21-13 96,-38 22-199,32-16-1828</inkml:trace>
  <inkml:trace contextRef="#ctx0" brushRef="#br0" timeOffset="937.284">1146 15 24725,'0'0'2760,"0"0"-1510,0 0-475,0 0 8,0 0-131,0 0-228,-2-4-133,-8-6 248,6 40-70,3-22-474,-3 484 109,7-342-104,6 0 0,7-1 0,13 39 0,-17-101 0,-3 1 0,-5 0 0,-3 23 0,-4-105-241,-3-11-966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1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94 20564,'0'0'1203,"0"0"-507,0 0 226,0 0 69,0 0-335,-11-3-367,-34-11-159,33-11 3639,83 34-1602,226-67-1909,-221 55-2671,-53 3-1670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1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29510,'0'0'977,"0"0"-745,0 0 112,0 0 40,129-2-192,-60-11-88,9 1-40,42-3-64,-19 3-104,-20 3-1321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1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435 342 27798,'0'0'1032,"0"0"-320,0 0-177,0 0 19,-3-21-161,-24-149 180,-16 64-170,41 102-392,0 1 0,1 1 0,-1-1 1,-1 0-1,1 0 0,0 1 0,-1-1 0,1 1 0,-1 0 0,0 0 1,0 0-1,0 0 0,0 0 0,0 1 0,0-1 0,0 1 0,0 0 1,-1 0-1,1 0 0,0 0 0,-1 1 0,1-1 0,-1 1 1,1 0-1,-1 0 0,1 0 0,-1 0 0,1 1 0,0 0 0,-1-1 1,-1 2-12,-5 3 0,1 1 0,0 0 1,0 0-1,1 1 0,0 0 1,0 0-1,0 1 1,1 0-1,0 0 0,1 1 1,0 0-1,0 0 0,1 1 1,-2 4-1,4-10 0,-19 35-2,1 0 0,2 1 0,2 1 0,2 0 0,1 1 0,2 1 0,2 0 0,2 1 0,2 0 0,2 0 0,2 0 0,2 19 2,2-46-3,0-1 1,0 1-1,2-1 0,0 1 0,1-1 1,0 0-1,1-1 0,1 0 1,1 0-1,6 10 3,-12-21 0,1 1-1,0-1 1,1 1 0,-1-1 0,1 0-1,0 0 1,0-1 0,0 1 0,0-1-1,1 0 1,0 0 0,-1 0-1,1-1 1,0 1 0,0-1 0,0-1-1,1 1 1,-1-1 0,0 1 0,1-1-1,-1-1 1,0 1 0,1-1 0,-1 0-1,1 0 1,-1-1 0,1 0 0,-1 0-1,0 0 1,1 0 0,-1-1-1,0 0 1,0 0 0,4-2 0,8-8 21,0-1 0,-1 0 1,0-1-1,-1-1 0,0 0 0,-1-1 1,-1-1-1,-1 0 0,0-1 0,-2 0 1,0 0-1,0-1 0,4-16-21,4-13 22,-3 0 0,-1 0 1,-3-2-1,-2 0 0,-2 0 0,-2 0 1,-2-1-1,-3 1 0,-2-12-22,2 53-2,0 0-1,0 0 1,-1 0-1,0 0 1,0 0 0,-1 1-1,-1-1 1,1 0 0,-1 1-1,-1 0 1,1 0-1,-1 0 1,-1 0 0,-2-4 2,5 24-775,27 51-2341,-3-35-1610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20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544 243 29206,'0'0'732,"0"0"-314,0 0 26,0 0 76,-6-19-175,-20-61-107,24 72-220,-1 0 0,0 0 0,0 1 0,-1-1 0,1 1 0,-2 0 0,1 0 1,-1 0-1,0 0 0,-1 1 0,1 0 0,-1 0 0,0 0 0,-1 1 0,1 0 0,-1 0 0,0 1 0,-1 0 1,1 0-1,-1 1 0,1 0 0,-1 0 0,0 0 0,0 1 0,0 1 0,-1-1 0,1 1 0,0 1 0,0-1 1,-1 1-1,1 1 0,0 0 0,-1 0 0,1 0 0,0 1 0,0 0 0,0 1 0,0 0 0,1 0 0,-1 1 1,1 0-1,0 0 0,0 0 0,0 1 0,0 0 0,-3 5-18,-8 8-1,1 0-1,1 2 1,1 0 0,0 0 0,2 2-1,1-1 1,0 2 0,2 0-1,0 0 1,2 1 0,0 0 0,-3 22 1,-1 19-5,3 1 0,3 0 0,2 1 0,4 12 5,0-58-8,14 145 11,-13-159-8,1-1 0,-1 1-1,2-1 1,-1 0-1,1 0 1,0 0 0,0 0-1,1 0 1,0 0-1,0-1 1,0 0-1,0 0 1,1 0 0,0 0-1,0-1 1,0 0-1,1 0 1,-1 0 0,1-1-1,0 1 1,0-1-1,6 1 6,-3-1 2,1 0 0,0-1-1,0-1 1,0 0 0,0 0 0,0-1-1,0 0 1,0-1 0,0 0-1,0 0 1,0-1 0,0-1 0,-1 1-1,1-2 1,-1 1 0,1-1 0,-1-1-1,-1 1 1,1-2 0,-1 1-1,1-1 1,-2 0 0,1-1 0,-1 0-1,5-6-1,11-12 21,-2-1 0,0-1 1,-2 0-1,-2-2 0,0 0 0,-2-1 0,2-8-21,2-7 0,-3-2 0,-2 0 0,-1-1 0,-3 0 0,-2-1 0,-2 0 0,-3 0 0,-1 0 0,-4-31 0,1 68-7,0 1 1,-1-1-1,0 1 1,-1 0-1,0 0 1,-1 0-1,0 0 1,-1 1-1,0-1 0,0 1 1,-2 0-1,-4-6 7,60 69-1876,-16-23-1218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2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501 218 30495,'0'0'634,"0"0"-246,0 0-33,-17-19 89,-55-61-162,36 33-147,34 42-134,1 1 0,-1 0 0,0 0 0,0 0 0,-1 1 0,1-1 0,-1 0 0,0 1 0,1-1 0,-2 1 0,1 0 0,0 0 0,-1 0 0,1 1 0,-1-1 0,0 1 0,0 0 0,0 0 0,0 0 0,0 0-1,0 1 1,0 0 0,-1 0 0,1 0 0,-1 0 0,1 1 0,0-1 0,-1 1 0,1 0 0,-1 1 0,1-1 0,-1 1 0,1 0 0,0 0 0,-1 0-1,-6 7 0,1-1 0,0 2 0,0-1 0,1 1 0,0 1 0,0 0 0,1 0 0,1 0 0,-1 1 0,2 0 0,0 1 0,0 0 0,0 1 0,-16 31 0,3 1 0,1 1 0,2 0 0,3 1 0,1 1 0,3 0 0,1 0 0,1 21 0,5-61 0,0 1-1,1-1 1,0 1-1,0-1 1,1 1-1,0 0 1,0-1 0,1 1-1,0 0 1,1-1-1,0 1 1,0-1-1,1 0 1,0 0 0,0 0-1,1 0 1,0 0-1,0-1 1,1 1-1,0-1 1,1 0 0,-1-1-1,1 1 1,0-1-1,1-1 1,-1 1-1,1-1 1,0 0 0,1 0-1,-1-1 1,5 2 0,-1-4 0,0-1 1,0 0 0,0-1 0,0 0-1,0-1 1,0 0 0,0-1 0,-1 0 0,1-1-1,-1 0 1,1 0 0,-1-1 0,0 0-1,0-1 1,-1-1 0,1 1 0,-1-1-1,0-1 1,1-1-1,146-155-1,-144 147 1,-1 0 0,0 0 0,-1-1 0,-1-1 0,0 0 0,-1 0 0,-2 0 0,1-1 0,-2 0 0,-1 0 0,0-1 0,-1 0 0,0-18 0,-3-8 0,-18-70 0,18 116-44,0 1-1,0-1 1,-1 0-1,1 0 1,0 0 0,0 0-1,0 0 1,0 0-1,0 0 1,-1 0 0,1 1-1,0-1 1,0 0-1,0 0 1,-1 0 0,1 0-1,0 0 1,0 0-1,0 0 1,0 0 0,-1 0-1,1 0 1,0 0-1,0 0 1,0 0 0,-1 0-1,1 0 1,0-1 44,0 2-196,0 18-2742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2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99 142 30527,'0'0'668,"0"0"-200,0 0-1,0 0 2,-1-5-316,-4-17-138,-35 25-15,39-5 0,-1 1 0,0-1 0,1 0 0,0 1 0,-1-1 0,1 0 0,0 0 0,0 0 0,0 0 0,0 0 0,0 0 0,0 0 0,0 0 0,1 0 0,-1 0 0,1 0 0,0 0 0,-1-1 0,1 1 0,0 0 0,0 0 0,1-1 0,-1 1 0,0 0 0,1 0 0,-1 0 0,1-1 0,-1-4 0,0 5 0,-1 1 0,1-1 0,0 0 0,-1 0 0,1 1 0,0-1 0,0 0 0,0 0 0,1 0 0,-1 1 0,0-1 0,1 0 0,-1 1 0,1-1 0,-1 0 0,1 1 0,0-1 0,0 0 0,0 1 0,-1-1 0,2 1 0,-1 0 0,0-1 0,0 1 0,0 0 0,1 0 0,-1 0 0,0-1 0,1 1 0,-1 1 0,1-1 0,-1 0 0,1 0 0,0 1 0,-1-1 0,1 0 0,0 1 0,0 0 0,-1-1 0,1 1 0,0 0 0,0 0 0,-1 0 0,1 0 0,0 0 0,0 1 0,-1-1 0,1 0 0,0 1 0,0-1 0,-1 0 0,0 0 0,1 1 0,-1-1 0,0 0 0,0 0 0,1 0 0,-1 1 0,0-1 0,0 1 0,0-1 0,0 1 0,0-1 0,1 1 0,-1 0 0,0-1 0,0 1 0,-1 0 0,1 0 0,0 0 0,0 0 0,0 0 0,0 0 0,-1 0 0,1 0 0,0 0 0,-1 0 0,1 0 0,-1 0 0,0 1 0,1-1 0,-1 0 0,0 0 0,1 0 0,-1 1 0,0-1 0,0 0 0,0 0 0,0 1 0,-1-1 0,1 0 0,0 0 0,0 1 0,-1-1 0,1 0 0,0 0 0,-1 1 0,-32 53 0,32-54 0,1 0 0,-1-1 0,1 1 0,-1 0 0,1 0 0,-1-1 0,1 1 0,-1-1 0,0 1 0,1-1 0,-1 1 0,0-1 0,0 1 0,1-1 0,-1 1 0,0-1 0,0 0 0,0 0 0,0 1 0,1-1 0,-1 0 0,0 0 0,0 0 0,0 0 0,0 0 0,0 0 0,0 0 0,1 0 0,-1 0 0,0 0 0,0-1 0,0 1 0,0 0 0,1-1 0,-1 1 0,0 0 0,0-1 0,1 1 0,-1-1 0,0 1 0,1-1 0,-1 0 0,0 1 0,1-1 0,-1 0 0,1 1 0,-1-1 0,1 0 0,-1 1 0,1-1 0,-1 0 0,1 0 0,0 0 0,0 1 0,-1-1 0,1 0 0,0 0 0,0 0 0,0 0 0,0 0 0,0 0 0,0 1 0,0-1 0,0 0 0,0-1 0,0-2 0,0 0 0,0-1 0,1 1 0,-1 0 0,1 0 0,0-1 0,0 1 0,0 0 0,1 0 0,-1 0 0,1 0 0,0 0 0,0 0 0,0 1 0,1-1 0,-1 1 0,1-1 0,1 0 0,-2 11 0,-4 11 0,0 0 0,-2 0 0,0 0 0,-2-1 0,1 0 0,-2 0 0,-8 15 0,-4 13 0,12-30 0,2-60 0,7 29 0,0 0 0,1 0 0,0 0 0,1 0 0,1 1 0,1 0 0,0 0 0,7-11 0,-11 61-1739,-6-32-2539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699 251 24925,'0'0'949,"0"0"55,0 0 627,0 0-804,0 0-326,-6-19-166,-17-62-19,19 72-272,0 0-1,0 0 1,-1 0 0,0 1-1,0 0 1,-1 0 0,0 0-1,-1 0 1,1 1 0,-1 0 0,-1 1-1,1-1 1,-1 1 0,-1 1-1,1 0 1,-1 0 0,1 0-1,-1 1 1,-1 1 0,1-1 0,0 1-1,-1 1 1,0 0 0,1 0-1,-1 1 1,0 0 0,0 1-1,0 0 1,0 1 0,0 0 0,1 0-1,-1 1 1,0 0 0,1 1-1,-1 0 1,1 0 0,0 1-1,0 1 1,0-1 0,1 1 0,0 1-1,0 0 1,-6 4-44,-11 10 7,0 1-1,1 1 1,1 1 0,1 1 0,2 1-1,0 1 1,1 0 0,2 2 0,1 0-1,1 0 1,1 2 0,2 0-1,1 0 1,1 1 0,2 1 0,1-1-1,2 1 1,1 0 0,1 1 0,2-1-1,1 19-6,-1-43 1,-1 1-1,2-1 0,-1 1 1,1 0-1,0-1 0,1 1 1,0 0-1,0-1 1,1 1-1,0-1 0,1 1 1,0-1-1,0 0 0,0 0 1,1-1-1,0 1 1,1-1-1,0 1 0,0-2 1,1 1-1,-1 0 0,1-1 1,1 0-1,-1 0 0,1-1 1,0 0-1,0 0 1,1-1-1,2 2 0,1-3 2,0 0 0,0-1-1,0 0 1,1-1 0,-1 0 0,0 0-1,1-1 1,-1-1 0,0 0 0,1-1 0,-1 0-1,0 0 1,0-1 0,0-1 0,-1 0 0,1 0-1,-1-1 1,0 0 0,0-1 0,0 0-1,-1-1 1,0 0 0,0 0 0,-1-1 0,5-6-2,9-9 6,-1-1 0,-1-1 0,-1 0 0,-2-2 0,0 0 0,-2-1 0,-1 0 0,7-22-6,-9 10-25,-1 0-1,-3-1 1,-1 0-1,-1-1 1,-3 1-1,-2-1 1,-2-29 25,24 68-1022,-2 4-548,2 6-690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0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440 339 28454,'0'0'826,"0"0"-409,0 0-33,0 0 195,4-18-152,15-135 27,-19 146-431,1 2-4,0-1-1,0 0 1,-1 0 0,0 0 0,0 0-1,-1 0 1,0 0 0,0 1-1,0-1 1,-1 0 0,1 0 0,-1 1-1,-1-1 1,1 1 0,-1 0 0,0 0-1,0 0 1,0 0 0,-1 0 0,0 1-1,0-1 1,0 1 0,0 0 0,-1 0-19,0 1 0,0-1 0,0 1 0,-1 0 0,1 1 1,-1-1-1,1 1 0,-1 0 0,0 0 0,0 1 1,0 0-1,1 0 0,-2 0 0,1 1 0,0 0 1,0 0-1,0 0 0,0 1 0,0 0 0,0 0 1,1 1-1,-1-1 0,0 1 0,0 0 0,1 1 1,-1 0-1,-4 2 0,-4 4-5,0 1 1,0 1 0,0 0-1,2 0 1,-1 1 0,1 1 0,1 0-1,-8 13 5,-1 7-1,2 2 0,1 0-1,2 0 1,2 2 0,1 0 0,1 0 0,3 1-1,1 0 1,1 1 0,3-1 0,1 1-1,1 0 1,3 0 0,2 7 1,25 106-4,-27-146 4,1 0 0,-1 0 1,1-1-1,0 0 0,0 1 0,1-1 0,0 0 0,0 0 1,0-1-1,0 1 0,1-1 0,-1 0 0,1 0 0,0 0 1,1-1-1,-1 0 0,0 0 0,1 0 0,0-1 0,0 0 1,-1 0-1,1 0 0,5 0 0,2-1 1,0 0 0,0-2 0,0 1 0,0-2 0,0 1 0,0-2 0,-1 0 0,1 0 0,-1-1 0,0-1 0,0 0 0,0-1 0,-1 0 0,1-1 0,-2 0 0,1 0 0,-1-1 0,0-1 1,-1 0-1,1 0 0,3-6-1,5-7 1,0-1 1,-2 0 0,0-1 0,-2-1 0,0 0 0,-2-1 0,-1-1 0,-1 0 0,2-10-2,-1-15 1,-2-1 1,-3 1 0,-1-1 0,-3 0 0,-4-22-2,2 74 0,1-4-8,0 1 1,-1-1-1,0 1 1,0-1-1,-1 0 1,1 1-1,-1-1 1,0 1-1,0-1 1,0 1-1,-1-1 1,0 1-1,1 0 1,-2 0-1,1 0 1,0 0-1,-1 0 1,0 0-1,0 0 8,-6 5-1155,8 7-764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26750,'0'0'1444,"0"0"-486,0 0-208,0 0-56,0 0-181,0 0-225,-8 12-100,-3 90 230,-96 650 346,104-555-764,12-212-20,49-63-908,-28 37-621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28854,'0'0'963,"0"0"-536,0 0-98,0 0 159,0 0-94,0 0-197,-7 14-77,-37 100 258,-46 574 239,86-586-617,23-117-313,3-7-765,1 1-636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27702,'0'0'1105,"0"0"-578,0 0-160,0 0 26,0 0-87,0 0-49,0 6-3,-12 231 1383,-134 465-1418,130-570-219,90-268-2979,-41 78-3436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9 29150,'0'0'668,"0"0"-242,0 0 79,0 0 127,0 0-106,0 0-185,-6-2-98,-17-5-55,17 20-100,-13 268-88,-17 485 0,48-635 0,-12-130-4,0 0 0,1 0 0,-1 0 0,0 0 0,0 0 0,1-1 0,-1 1 0,0 0 0,1 0 0,-1 0 0,1 0 0,-1 0 0,1-1 0,0 1 0,-1 0 0,1 0 1,0-1-1,-1 1 0,1-1 0,0 1 0,0 0 0,0-1 0,-1 0 0,1 1 0,0-1 0,0 1 0,0-1 0,0 0 0,0 0 0,0 1 0,0-1 0,0 0 0,0 0 0,0 0 0,0 0 0,0 0 0,0 0 0,0 0 0,0-1 0,-1 1 0,1 0 0,0 0 0,0-1 0,0 1 0,0-1 4,5-11-893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7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29078,'0'0'779,"0"0"-455,0 0-112,0 0 230,-1 23-48,-5 311 250,10-10-333,14-1 0,14 2-311,-19-278-181,-6-52-122,21-70-1384,-15 26-239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30655,'0'0'808,"0"0"-608,0 116-72,0-31 344,14 39-200,7 40-160,-3 18-80,-4-5-16,-2-18-8,-10-24-8,-2-27-184,0-4-256,0-34-384,0-31-1769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27758,'0'0'920,"0"0"-536,0 0-32,152 2 64,-99-2-184,18 0-232,-18 0-104,-14 0-2592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2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30495,'0'0'688,"0"0"-496,0 0-136,136-56 32,-69 19-48,32-17-40,-14 8-560,-15 5-2929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28334,'0'0'1040,"0"0"-544,0 0 73,0 0-169,0 0-216,0 0-112,129 16-72,-110 3-72,-10 0-721,-9-1-3063</inkml:trace>
  <inkml:trace contextRef="#ctx0" brushRef="#br0" timeOffset="285.579">67 596 28742,'0'0'850,"0"0"-472,0 0-48,0 0 186,0 0-104,25-12-187,157-84-9,-162 84-184,-5 2-14,0 0-1,1 1 0,0 1 0,0 1 0,1 0 0,0 1 1,1 0-1,11-1-17,-28 7 0,1 0 0,0 0 0,0 0 1,-1 0-1,1 0 0,0 0 0,-1 1 0,1-1 1,0 1-1,-1-1 0,1 1 0,-1 0 0,1-1 1,-1 1-1,1 0 0,-1 0 0,1 0 0,-1 0 1,0 0-1,1 1 0,-1-1 0,0 0 0,0 1 1,0-1-1,0 0 0,0 1 0,-1-1 0,1 1 1,0 0-1,-1-1 0,1 1 0,-1-1 0,1 1 1,-1 0-1,0-1 0,1 1 0,-1 0 0,0 0 1,0-1-1,-1 1 0,1 0 0,0-1 0,0 1 0,-1 0 1,1-1-1,-1 2 0,-24 85 12,-10-30-10,-2-1 0,-2-1 0,-3-3 0,-46 46-2,46-52-7,-134 156-1828,166-191-393</inkml:trace>
  <inkml:trace contextRef="#ctx0" brushRef="#br0" timeOffset="531.925">364 805 27798,'0'0'808,"0"0"-480,0 0 104,-11 156 288,4-102-223,2-1-289,5 1-112,0 0-64,0-4-32,0-8-32,14-28-545,2-10-1079,-4-4-3265</inkml:trace>
  <inkml:trace contextRef="#ctx0" brushRef="#br0" timeOffset="795.982">816 534 28534,'0'0'744,"0"0"-409,0 0-58,-25 15 61,-85 53-109,75-47-159,0 3 0,2 0 1,1 2-1,0 2 0,-3 6-70,30-29 14,-1 0 0,1 0-1,0 1 1,0-1 0,1 1 0,-1 1 0,1-1 0,1 0-1,-1 1 1,1 0 0,0 0 0,1 0 0,0 0 0,0 0-1,0 1 1,0 2-14,5-7 1,-1-1 0,0 1 0,1-1 0,-1 0 0,1 0 0,0 1 0,0-2 0,0 1 0,0 0 0,0-1 0,0 1 0,0-1 0,0 0 0,1 0-1,-1 0 1,0-1 0,1 1 0,-1-1 0,1 1 0,-1-1 0,0 0 0,1-1 0,-1 1 0,1-1 0,-1 1 0,0-1 0,4-1-1,4 2 0,8-4-66,0 0 0,-1 0 1,1-2-1,-1-1 0,0 0 1,0-1-1,-1-1 1,0 0-1,-1-1 0,0-1 1,0-1-1,3-4 66,-6 7-222,44-35-1489</inkml:trace>
  <inkml:trace contextRef="#ctx0" brushRef="#br0" timeOffset="1061.627">984 154 29262,'0'0'799,"0"25"-301,2 302 871,46 339-742,-54-416-559,6-249-76,0 0 0,0 0 0,0 0 1,1 0-1,-1 0 0,0 0 0,0-1 0,0 1 0,0 0 0,-1 0 1,1 0-1,0 0 0,0 0 0,0 0 0,-1 0 0,1-1 0,-1 1 1,1 0-1,0 0 0,-1 0 0,1-1 0,-1 1 0,0 0 0,1-1 1,-1 1-1,1 0 0,-1-1 0,0 1 0,0-1 0,1 1 1,-1-1-1,0 1 0,0-1 0,0 0 0,0 1 0,1-1 0,-1 0 1,0 0-1,0 1 0,0-1 0,0 0 0,0 0 0,0 0 0,0 0 1,0 0-1,1 0 0,-1-1 0,0 1 0,0 0 0,0 0 0,0-1 1,0 1-1,1 0 0,-1-1 8,-22-103-2854,14 39-798</inkml:trace>
  <inkml:trace contextRef="#ctx0" brushRef="#br0" timeOffset="1232.946">1049 631 26958,'0'0'3024,"0"0"-2495,0 0 79,0 0-80,0 0-208,0 0-184,149 75-136,-91-67-120,-10-2-728,-6-6-6122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28846,'0'0'1024,"0"0"-582,0 0-251,0 0 102,0 0-62,24-9-138,141-50-64,2 33-311,-165 28 287,-1 0 1,1-1 0,0 1 0,-1 0 0,0 0 0,1 0 0,-1 0-1,0 0 1,0 0 0,0 1 0,0-1 0,0 0 0,-1 1-1,1-1 1,-1 0 0,1 1 0,-1-1 0,0 0 0,0 1-1,0-1 1,0 1 0,0-1 0,-1 0 0,1 1 0,-1-1 0,0 1-1,1-1-5,-1 10 68,1 133 341,-1 120-238,25 164-171,-19-381-717,2-9-872</inkml:trace>
  <inkml:trace contextRef="#ctx0" brushRef="#br0" timeOffset="251.182">60 1141 28638,'0'0'2585,"0"0"-2353,0 0-152,0 0 72,0 0 16,161-79-112,-71 29-56,-11 9-360,-10 3-1537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696 384 20364,'0'0'6472,"0"0"-4523,0 0-1400,0 0-106,0 0-46,3 0-75,88-43 425,-79 37-700,0 0 0,0 1 1,1 1-1,-1 0 1,1 0-1,0 1 0,0 1 1,0 0-1,0 1 1,0 0-1,0 1 0,1 1 1,8 1-48,-18 2 4,0 0-1,0 0 1,0 0 0,-1 0 0,1 1-1,-1-1 1,0 1 0,-1 0 0,1 0-1,-1 0 1,0 1 0,0-1 0,-1 0-1,1 1 1,-1-1 0,0 1 0,-1-1-1,1 1 1,-1 0 0,0-1 0,-1 1-1,1-1 1,-2 6-4,2-6 1,-3 23 3,0 0 0,-2-1 0,-1 1 1,-1-1-1,-1-1 0,-2 1 0,0-1 1,-9 13-5,-32 91 3,41-77-3,12-52 0,1 1 1,-1-1-1,0 0 1,0 0-1,0 0 1,1 0-1,-1 0 1,1-1-1,-1 1 1,0-1-1,1 0 1,-1 1 0,1-1-1,-1 0 1,1 0-1,-1-1 1,1 1-1,-1 0 1,1-1-1,-1 0 1,0 1-1,1-1 1,-1 0-1,0 0 1,0 0-1,2-1 0,169-115 3,-111 68-3,160-135-1214,-158 125-1205</inkml:trace>
  <inkml:trace contextRef="#ctx0" brushRef="#br0" timeOffset="1876.897">0 55 29030,'0'0'912,"0"0"-464,0 0-55,0 0 47,0 0-184,0 0-176,0 0-40,16 18-24,10-13 8,6-3 8,9-2-24,8 0 8,1 0-16,3-13 0,7-1-128,5-5-352,-12 2-697,-19 1-2743</inkml:trace>
  <inkml:trace contextRef="#ctx0" brushRef="#br0" timeOffset="2221.683">168 71 17036,'0'0'9768,"0"0"-7375,0 0-1958,-10 23 106,-1-1-393,-37 131 482,32 32-355,9 0 0,11 104-275,36-16 74,-41-270-73,2 1 1,-1-1-1,0 0 1,1 0-1,-1 1 1,1-1-1,0 0 0,0 0 1,0 0-1,0 0 1,1 0-1,-1 0 1,1 0-1,0-1 1,0 1-1,0 0 1,0-1-1,0 0 1,1 1-1,-1-1 0,1 0 1,-1 0-1,1 0 1,0-1-1,0 1 1,0 0-1,0-1 1,0 0-1,0 0 1,0 0-1,0 0 1,0-1-1,0 1 0,1-1 1,-1 1-1,0-1 1,1 0-1,-1-1 1,0 1-1,0 0 1,2-1-2,114-62 23,-75 33-20,160-106-412,-115 75-877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11827,'0'0'17403,"0"0"-16715,0 0-208,87 126 17,-59-78-9,-3-1-232,1 3-128,1 0-88,-1-4-24,-3-5-16,-3-8-104,-1-10-176,-1-23-272,-4 0-729,-7-4-1327</inkml:trace>
  <inkml:trace contextRef="#ctx0" brushRef="#br0" timeOffset="261.88">325 1 28670,'0'0'800,"0"0"-312,-74 126 73,35-57-113,-2 7-272,-5 7-120,6 0-40,8-8-16,4-5-160,12-20-416,7-21-1305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645 351 4273,'0'0'18520,"0"0"-13746,0 0-3571,0 0-152,0 0-225,0 0-226,-14-9-151,-42-31-89,34-15 114,22 43-393,-4-27 19,-21-87-35,24 122-66,-1 0 1,0 0 0,-1 0-1,1 0 1,-1 0 0,1 0-1,-1 1 1,0-1 0,0 1-1,-1 0 1,1 0 0,-1 0-1,0 0 1,1 1 0,-1-1-1,0 1 1,-1 0 0,1 0-1,0 1 1,0-1 0,-1 1-1,1 0 1,-1 0 0,1 0-1,-1 1 1,0 0 0,-7-1 0,-1 0 0,0 1 0,1 1 0,-1 0 0,1 1 0,-1 0 0,1 1 0,0 0 0,0 1 0,0 0 0,0 1 0,1 1 0,0 0 0,0 0 0,0 1 0,1 0 0,-7 7 0,-2 3 0,1 0 0,1 1 0,0 2 0,2-1 0,0 2 0,1 0 0,1 1 0,2 0 0,0 0 0,1 2 0,1-1 0,1 1 0,1 0 0,1 1 0,2 0 0,0-1 0,2 2 0,0-1 0,2 2 0,0-26 0,-3 18 0,1 1 0,0 0 0,2-1 0,0 1 0,2 0 0,0-1 0,1 1 0,0-1 0,2 0 0,1 0 0,0 0 0,1-1 0,1 0 0,1 0 0,0-1 0,1 0 0,2 1 0,-6-14 0,1 1 0,-1-1 0,1 0 0,0 0 0,0-1 0,0 1 0,1-2 0,-1 1 0,1-1 0,-1 0 0,1-1 0,0 0 0,-1 0 0,1 0 0,0-1 0,0-1 0,0 1 0,0-1 0,-1 0 0,1-1 0,0 0 0,-1 0 0,1-1 0,-1 0 0,0 0 0,0 0 0,0-1 0,0 0 0,-1-1 0,0 1 0,1-1 0,-2-1 0,1 1 0,-1-1 0,1 0 0,-2 0 0,3-3 0,25-31 0,-1-1 0,-2-1 0,-2-2 0,-2-1 0,-2-1 0,-2-1 0,-2 0 0,-2-2 0,-2 0 0,-2-1 0,-3 0 0,0-13 0,-9 60-62,-1 0 0,1 0 0,0 0-1,0 0 1,1 0 0,-1 0 0,1 0 0,-1 1 0,1-1 0,0 1-1,0-1 1,0 1 0,0-1 0,1 1 0,-1 0 0,0 0 0,1 0-1,0 1 1,-1-1 0,1 1 0,0-1 0,0 1 0,0 0-1,0 0 1,0 0 0,0 0 0,0 1 0,0-1 0,0 1 0,0 0-1,0 0 1,1 0 0,-1 0 0,0 0 0,1 1 62,30-3-2266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87 30663,'0'0'430,"0"0"-260,0 0-58,0 0 18,0 0-54,-7 6-52,6-5-22,-4 6 2,-1-1 0,0 0 1,0-1-1,0 0 0,-1 0 1,0 0-1,0-1 1,0 1-1,0-2 0,-1 1 1,0-1-1,0 0 0,1-1 1,-2 0-1,1 0-4,6-1 9,-1-1 0,1 1 0,0-1 0,-1 1 0,1-1 0,-1 0 0,1 0 0,-1 0 1,1 0-1,0 0 0,-1-1 0,1 1 0,-1-1 0,1 0 0,0 1 0,-1-1 0,1 0 0,0 0 0,0-1 0,0 1 0,0 0 0,0-1 0,0 1 0,0-1 0,0 0 0,0 0 0,1 1 1,-1-1-1,1 0 0,0 0 0,-1-1 0,1 1 0,0 0 0,0 0 0,0 0 0,0-1 0,1 1 0,-1-1 0,1 1 0,-1 0 0,1-1 0,0 0-9,-1 0 0,0 0 0,0-1-1,0 1 1,0 0 0,1-1-1,0 1 1,-1-1 0,1 1 0,0-1-1,1 1 1,-1 0 0,1-1-1,-1 1 1,1 0 0,0-1-1,0 1 1,1 0 0,-1 0 0,1 0-1,-1 0 1,1 0 0,0 0-1,0 0 1,0 0 0,1 1 0,-1-1-1,1 1 1,-1 0 0,1 0-1,0 0 1,-1 0 0,1 0 0,0 1-1,1-1 1,-1 1 0,0-1-1,0 1 1,1 0 0,-1 1-1,0-1 1,1 1 0,-1 2 0,1 1 0,0 1-1,-1-1 1,0 0 0,0 1-1,0 0 1,0-1 0,-1 1-1,1 0 1,-1 0 0,0 1-1,0-1 1,-1 0 0,1 1-1,-1-1 1,0 1 0,0 0-1,0-1 1,-1 1-1,0 0 1,0-1 0,0 1-1,0 0 1,-1-1 0,0 1-1,0 0 1,0-1 0,-1 4 0,1-6 0,-1 1 1,1 0-1,0 0 1,-1-1-1,1 1 1,-1-1 0,0 1-1,0-1 1,0 0-1,0 0 1,0 0-1,-1 0 1,1 0-1,-1 0 1,1 0-1,-1-1 1,1 0-1,-1 1 1,0-1-1,0 0 1,0 0-1,0 0 1,0-1-1,0 1 1,0-1 0,0 0-1,0 0 1,0 0-1,0 0 1,0 0-1,0 0 1,0-1-1,-1 0 0,2-2 5,0 1-1,0-1 0,0 0 1,0 0-1,1 0 0,-1-1 1,1 1-1,0 0 0,0-1 0,0 1 1,0 0-1,0-1 0,1 1 1,0-1-1,0 1 0,0-1 1,0 0-1,0 1 0,1-1 1,-1 1-1,1 0 0,0-1-4,-1 0 0,0 0-1,1 0 1,-1 0-1,1 0 0,0 0 1,0 1-1,0-1 1,1 0-1,-1 0 0,1 1 1,0-1-1,0 1 1,0-1-1,0 1 0,1 0 1,0 0-1,-1 0 1,1 0-1,0 0 0,0 0 1,1 1-1,-1 0 0,0 0 1,1 0-1,-1 0 1,1 0-1,0 1 0,0-1 1,-1 1-1,1 0 1,0 0-1,0 0 0,0 1 1,0 0-1,0 0 1,0 0 0,-1 2-1,-2 0 1,1 0-1,0 0 1,0 0 0,-1 1-1,1-1 1,-1 1 0,0-1-1,0 1 1,0 0-1,0-1 1,0 1 0,0 0-1,-1 0 1,0 0 0,1 0-1,-1-1 1,0 1 0,0 0-1,0 0 1,-1 0-1,1 0 1,-1-1 0,0 3 0,0 7 2,1-6 6,-2 0 0,1 0 1,0-1-1,-1 1 0,0-1 0,-1 0 1,1 1-1,-1-1 0,0 0 0,0 0 1,0-1-1,-1 1 0,0-1 0,0 1 1,0-1-1,0 0 0,-1-1 0,1 1 0,-1-1 1,0 0-1,0 0 0,0 0 0,-1-1 1,1 0-1,-1 0 0,1 0 0,-1-1 1,0 0-1,1 0 0,-1 0 0,0 0 1,0-1-1,-3 0-8,7-3-15,0 1-1,0 0 1,0-1-1,0 1 1,0-1 0,1 1-1,-1-1 1,1 0-1,0 0 1,0 1 0,0-1-1,0 0 1,1 0-1,-1 0 1,1 0-1,-1 0 1,1 0 0,0 0-1,0 0 1,1 0-1,-1 0 1,0 0 0,1 0-1,0 0 1,0 0-1,0 0 1,0 0 0,0 0-1,1 1 1,-1-1-1,1 0 16,17-23-1332,-1 2-2591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407 459 25253,'0'0'3108,"0"0"-1872,0 0-552,0 0-12,0 0-146,-2-22-202,3-178 229,3 29-165,-5 168-387,0-1-1,0 0 1,0 1-1,-1 0 1,0-1-1,0 1 1,0 0 0,0 0-1,0 0 1,-1 0-1,1 0 1,-1 0-1,0 1 1,0-1-1,0 1 1,0 0-1,0 0 1,0 0-1,-1 0 1,1 1-1,0-1 1,-1 1-1,0 0 1,1 0 0,-1 0-1,0 0 1,1 1-1,-1-1 1,0 1-1,0 0 1,0 1-1,1-1 1,-1 0-1,0 1 1,1 0-1,-1 0 1,0 0-1,1 0 1,-1 1-1,1-1 1,-1 1-1,1 0 1,-2 1-1,-13 10 0,1 0 0,-1 1 0,2 1 0,0 0 0,1 2 0,1 0 0,0 0 0,1 1 0,1 1 0,1 0 0,1 0 0,0 1 0,1 3 0,-7 14 0,2 1 0,1 0 0,2 1 0,2 1 0,2 0 0,1 0 0,2 0 0,2 0 0,3 39 0,-2-73 0,1-1 0,-1 1 0,1-1 0,1 1 0,-1-1 0,1 1 0,0-1 0,0 1 0,1-1 0,-1 1 0,1-1 0,0 0 0,1 0 0,-1 0 0,1 0 0,0-1 0,0 1 0,1-1 0,-1 1 0,1-1 0,0 0 0,0-1 0,1 1 0,-1-1 0,1 0 0,-1 0 0,1 0 0,0 0 0,0-1 0,5 2 0,-3-3 0,0-1 0,0 0 0,0 0 0,0 0 0,-1-1 0,1 0 0,0 0 0,0 0 0,0-1 0,-1 0 0,1-1 0,-1 0 0,1 0 0,-1 0 0,0 0 0,0-1 0,-1 0 0,1-1 0,-1 1 0,0-1 0,0 0 0,4-5 0,86-133 0,84-254-2533,-157 355-895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29902,'0'0'1026,"0"0"-713,0 0-147,0 0 306,-3 23 37,-27 306-130,-36 211-379,60-417-192,11-115-1267,7-7-2187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28134,'0'0'1096,"0"0"-544,0 0 193,-27 124-73,18-63-152,2 9-80,-3 7-96,1 10-112,-2 2-200,1 0-32,4-2 0,-1-8 0,4-13-16,3-14-384,0-21-200,5-12-568,9-19-1313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29254,'0'0'2233,"0"0"-2033,0 0-136,0 0 320,0 108-24,0-69-224,-5 9-72,-4 4-8,-2 4-40,-3 2-16,-2-2 0,2 0 0,-2-2 0,4-7 0,3-7-264,9-9-336,0-13-520,0-14-1337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9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31119,'0'0'1096,"0"0"-1000,0 0-40,0 0 256,-10 123-224,10-78-88,0 11 0,0 9 0,0 5 0,0 3 0,-4 1 0,-3-3 0,7 4 0,0-22-872,0-17-1257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589 168 21661,'0'0'5005,"0"0"-3632,0 0-781,0 0 43,0 0-4,2-18-105,4-57-120,-6 72-375,0 0-1,1 0 0,-1 0 1,-1 1-1,1-1 0,0 0 1,-1 0-1,1 0 0,-1 1 1,0-1-1,0 0 0,0 1 1,0-1-1,-1 1 0,1-1 0,-1 1 1,1-1-1,-1 1 0,0 0 1,0 0-1,0 0 0,0 0 1,0 0-1,0 0 0,-1 1 1,1-1-1,-1 1 0,1 0 1,-1-1-1,1 1 0,-1 0 1,0 1-1,1-1 0,-1 0 1,0 1-1,0-1 0,0 1 1,-2 0-31,-100 16 249,83-2-239,1 0-1,1 2 1,0 0 0,1 2 0,0 0 0,2 0-1,0 2 1,1 0 0,1 1 0,1 1-1,1 0 1,-2 6-10,-14 19 13,1 0-1,3 2 1,2 1-1,2 1 1,2 1-1,2 0 1,3 2-1,-4 35-12,16-75 12,1 1-1,1-1 0,0 1 1,1-1-1,0 0 0,2 1 1,-1-1-1,2 0 1,2 6-12,-4-15 0,0 0 1,0-1 0,1 1-1,-1-1 1,1 0 0,0 0-1,0 0 1,1 0 0,-1 0-1,1-1 1,0 1 0,0-1-1,0 0 1,0 0 0,1-1-1,-1 1 1,1-1 0,0 0 0,-1 0-1,1 0 1,0-1 0,0 0-1,0 0 1,0 0 0,0-1-1,4 1 0,1-2 2,-1 1 0,1-1 0,-1-1 0,1 0 0,-1 0 0,0-1 0,0 0 0,0-1 0,0 0 0,-1 0 0,1-1 0,-1 0 0,0 0 0,-1-1 0,1 0 0,-1 0 0,0-1-1,1-2-1,106-143 31,-94 117-25,-2-2 1,-1 0-1,-2-1 0,-1 0 1,-3-2-1,0 1 1,-3-1-1,-1 0 1,-3-1-1,0 1 1,-3-1-1,-3-22-6,1 53-92,0 0 0,-1 0 0,-1 1 0,1-1 0,-2 1 0,1-1 0,-1 1 0,-1 0 0,1 1 0,-2-1 1,1 1-1,-1 0 0,0 0 0,-1 0 0,0 1 0,0 0 0,0 1 0,-1 0 0,0 0 0,-8-4 92,-38-20-3546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506 545 29454,'0'0'1519,"0"0"-895,0 0-106,0 0-109,-5-18-201,-25-118-173,30 129-35,0 0 0,0 0 0,0 0 0,-1 0 0,0 0 0,-1 1 0,1-1 0,-1 0 0,-1 0 0,1 1 0,-1 0 0,0-1 0,-1 1 0,1 0 0,-1 0 0,-1 1 0,1-1 0,-1 1 0,0 0 0,0 0 0,0 1 0,0-1 0,-1 1 0,0 0 0,0 1 0,0 0 0,-1-1 0,1 2 0,-1-1 0,1 1 0,-1 0 0,0 0 0,0 1 0,0 0 0,0 0 0,0 1 0,0 0 0,0 0 0,-2 1 0,-6 7 0,0 1 0,0 0 0,1 1 0,0 1 0,0 0 0,2 1 0,-1 0 0,2 1 0,-1 0 0,2 1 0,0 0 0,0 1 0,2 0 0,0 0 0,0 1 0,2 0 0,-1 3 0,-10 20 0,2-1 0,1 2 0,3 0 0,1 0 0,1 1 0,3 0 0,1 1 0,3-1 0,1 1 0,2 3 0,-2-35 0,1 0 0,0 0 0,1 0 0,0 0 0,1-1 0,0 1 0,0 0 0,1-1 0,1 0 0,-1 1 0,1-1 0,1 0 0,0-1 0,0 1 0,1-1 0,0 0 0,0-1 0,1 1 0,0-1 0,0 0 0,0-1 0,1 0 0,0 0 0,1-1 0,-1 0 0,1 0 0,0-1 0,0 0 0,0 0 0,1-1 0,-1 0 0,1-1 0,0 0 0,9 0 0,-4-7 0,-1 0 0,1-1 0,-1-1 0,-1 0 0,1-1 0,-1-1 0,-1 0 0,0 0 0,0-1 0,-1-1 0,0 0 0,0-1 0,-2 0 0,1 0 0,-2-1 0,1 0 0,-2 0 0,0-1 0,0-2 0,1 3 0,214-378-1942,-169 301-101</inkml:trace>
  <inkml:trace contextRef="#ctx0" brushRef="#br0" timeOffset="439.207">1536 568 29462,'0'0'1121,"0"0"-757,1-18-86,0-5-121,4-23 33,-3 0 0,-2 0 0,-2 0 1,-1 0-1,-3 0 0,-3-6-190,7 41 6,-2 1 1,1-1-1,-1 1 1,-1 0-1,0 0 0,0 0 1,-1 1-1,0 0 1,-1 0-1,1 0 1,-2 1-1,1 0 0,-2 0 1,1 1-1,-1 0 1,1 0-1,-2 1 1,1 0-1,-1 1 0,0 0 1,0 1-1,0 0 1,-1 0-1,0 1 1,1 1-1,-1-1 0,0 2 1,0 0-1,0 0 1,0 1-1,0 0 0,0 1 1,0 0-1,0 1 1,0 0-1,0 0 1,0 2-1,-9 3-6,-1 7 0,0 0 0,0 2 0,1 0 0,1 2 0,1 0 0,1 1 0,0 1 0,1 0 0,2 1 0,0 1 0,1 0 0,1 1 0,1 0 0,1 1 0,1 0 0,-1 11 0,-7 13 0,3 0 0,1 1 0,3 0 0,2 1 0,2 0 0,3 0 0,1 1 0,4 23 0,1-65 0,0-1 0,1 0 0,0 0 0,0-1 0,1 1 0,0-1 0,0 0 0,1 0 0,-1-1 0,2 1 0,-1-1 0,1-1 0,-1 1 0,2-1 0,-1 0 0,0-1 0,1 0 0,0 0 0,0 0 0,0-1 0,1-1 0,-1 1 0,1-1 0,-1-1 0,1 1 0,0-2 0,-1 1 0,1-1 0,0 0 0,4-1 0,1 1 3,-1-1 0,1-1 0,-1 0 0,0 0 0,1-1 0,-1-1 0,0 0 0,-1-1 0,1 0 1,-1-1-1,0 0 0,0-1 0,-1-1 0,0 0 0,0 0 0,-1-1 0,0 0 0,0-1 0,-1 0 0,-1-1 0,0 0 0,0 0 0,-1 0-3,23-38-176,-3-2-1,-3 0 0,-1-1 1,13-49 176,-24 67-279,4-9-4410,-6 11-13192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28006,'0'0'984,"0"0"-736,-9 141-176,-3-42 168,-11 38 184,-7 33-128,-7 12-143,3-5-89,2-22-24,13-45-8,3-25-24,11-31-8,5-17 0,0 3-241,12-7-503,4-10-1320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30831,'0'0'648,"0"0"-528,14 108-80,0-19 72,13 46 56,8 55-64,-3 26-72,-2 2-32,-2-21-136,-12-73-296,-7-33-1433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27510,'0'0'1160,"0"0"-624,0 0 272,0 0-135,0 0-345,0 0-192,149-81-104,-110 71-32,-2 10-424,-9 0-1001,-14 6-8569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7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28510,'0'0'896,"0"0"-584,159-33-88,-71 0-56,41-17-168,-23 7-288,-19 5-7585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24637,'0'0'2207,"0"0"-636,0 0-496,0 0-185,0 0-279,0 0-334,0-6-174,0 4-100,1 0-1,-1 1 1,1-1 0,-1 1 0,1-1 0,-1 0-1,1 1 1,0 0 0,0-1 0,0 1 0,-1-1-1,2 1 1,-1 0 0,0-1 0,0 1 0,0 0-1,0 0 1,1 0 0,-1 0 0,1 0 0,-1 0-1,0 1 1,1-1 0,0 0 0,-1 1 0,1-1-1,-1 1 1,1 0 0,0-1 0,-1 1 0,1 0 0,0 0-1,-1 0 1,1 0 0,0 0 0,-1 0 0,1 1-1,-1-1 1,1 0 0,0 1 0,-1-1 0,1 1-1,0 0-2,12-1 6,187-14 24,-195 14-34,-5-1 1,1 0 1,0 0-1,-1 1 0,1-1 1,-1 1-1,1-1 0,0 1 0,-1 0 1,1 0-1,0 0 0,-1 0 1,1 0-1,0 0 0,-1 0 1,1 0-1,0 1 0,-1-1 0,1 1 1,0-1-1,-1 1 0,1 0 1,-1-1-1,1 1 0,-1 0 0,1 0 1,-1 0-1,0 0 0,0 0 1,1 1-1,-1-1 0,0 0 1,0 1-1,0-1 0,0 0 0,0 1 1,-1-1-1,1 1 0,0-1 1,-1 1-1,1 0 0,-1-1 1,1 1-1,-1 0 0,0-1 0,0 1 3,51 524 316,3-185-2187,-46-294-81</inkml:trace>
  <inkml:trace contextRef="#ctx0" brushRef="#br0" timeOffset="262.489">127 999 29574,'0'0'953,"0"0"-825,0 0 96,0 0 96,0 0-152,159-21-128,-62 7-40,-17 3-560,-11-1-1929</inkml:trace>
  <inkml:trace contextRef="#ctx0" brushRef="#br0" timeOffset="576.56">1023 325 26094,'0'0'1288,"0"0"-400,0 0-152,0 0-256,0 0-232,0 0-160,0 0-88,108 81-80,-117-27-376,-18-6-760,-8-3-6410</inkml:trace>
  <inkml:trace contextRef="#ctx0" brushRef="#br0" timeOffset="1048.886">671 914 26094,'0'0'1341,"0"0"-501,0 0-437,0 0-184,0 0 33,0 0-39,25 1-95,-3 1-97,-8 0-8,1-1 0,-1 0-1,0-2 1,1 1 0,-1-2 0,0 0 0,0 0-1,0-2 1,0 1 0,5-4-13,129-31 468,-147 39-460,1 0 1,-1 0-1,0 0 0,1 0 1,-1 0-1,0 1 0,1-1 1,-1 0-1,0 1 0,0-1 1,0 0-1,0 1 0,-1 0 1,1-1-1,0 1 0,0-1 1,-1 1-1,1 0 0,-1 0 1,0-1-1,1 1 0,-1 0 0,0 0 1,0-1-1,0 1 0,0 0 1,-1 0-1,1-1 0,0 1 1,-1 0-1,1-1 0,-1 1 1,0 1-9,0 7 33,-3 12 0,-1-1-1,-1 1 0,-1-1 1,0 0-1,-2-1 1,-1 0-1,0 0 0,-1-1 1,-1-1-1,-1 1-32,-3 6 35,-261 341 248,246-309-346,45-60-671,155-166-3320,-24 22 2839,-144 146 1266,-1 1 0,1-1 0,0 0 0,0 0 0,0 1 0,0-1 0,0 1 0,-1-1 0,1 1 0,0-1 0,0 1 0,1 0 0,-1-1 0,0 1 0,0 0 0,0 0 0,0 0 0,0 0 0,0 0 0,0 0 0,0 0 0,0 0 0,0 0 0,0 0 0,0 0 0,0 1 0,0-1 0,0 1 0,0-1 0,0 1 0,0-1 0,0 1 0,0-1 0,0 1 0,0 0 0,0-1 0,-1 1 0,1 0 0,0 0 0,0 0 0,-1-1 0,1 1 0,-1 0 0,1 0 0,-1 0 0,1 1-51,8 54 1001,-9-44-894,22 459 827,-22-470-968,0 1 1,0 0-1,0 0 1,1-1-1,-1 1 0,0 0 1,1-1-1,-1 1 1,1-1-1,-1 1 0,1 0 1,0-1-1,0 0 1,0 1-1,0-1 1,0 1-1,0-1 0,0 0 1,0 0-1,0 1 1,1-1-1,-1 0 0,0 0 1,1 0-1,-1-1 1,1 1-1,-1 0 0,1 0 1,0-1-1,-1 1 1,1-1-1,-1 0 1,1 1-1,0-1 0,-1 0 1,1 0-1,0 0 1,0 0-1,-1 0 0,1 0 1,0-1-1,-1 1 1,1 0 33,21 0-791</inkml:trace>
  <inkml:trace contextRef="#ctx0" brushRef="#br0" timeOffset="1299.076">1394 1198 25645,'0'0'1205,"0"0"-632,0 0-161,0 0 59,0 0-92,-23 15-146,-73 50 3,91-61-198,0 0-1,0 0 1,0 1 0,1-1-1,-1 1 1,1 1 0,0-1-1,1 0 1,-1 1 0,1 0-1,0 0 1,0 0-1,1 0 1,0 0 0,0 0-1,1 1 1,-1-1 0,1 1-1,1-1 1,-1 1-1,1 0 1,0-1 0,1 5-38,-1-5 11,0-1 1,1 0-1,-1 0 1,1 0-1,0 0 1,1 0-1,-1 0 0,1 0 1,0 0-1,0 0 1,0-1-1,1 1 1,0-1-1,0 0 1,0 0-1,0 0 1,0 0-1,1 0 1,0-1-1,0 1 1,0-1-1,0 0 1,1 0-1,-1-1 0,1 1 1,-1-1-1,1 0 1,0 0-1,0-1 1,0 1-1,2-1-11,169 15-368,-150-16 166,37 0-741</inkml:trace>
  <inkml:trace contextRef="#ctx0" brushRef="#br0" timeOffset="1581.191">1723 566 30214,'0'0'737,"0"0"-585,-11 188-128,11-40 24,0 38 184,16 13-72,0-10-88,-4-23-48,-1-29 0,-4-28-8,2-30-16,1-31 0,-6-23 0,5-7-88,10-5-200,-3-7-905,0-6-823</inkml:trace>
  <inkml:trace contextRef="#ctx0" brushRef="#br0" timeOffset="1866.643">1816 1089 30479,'0'0'760,"0"1"-376,0-1-280,0 2-8,0-2 120,0 0-40,129-6-120,-65 27-56,35 23-96,-14-6-408,-15-5-1553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871 763 26966,'0'0'3120,"0"0"-2543,0 0-217,0 0-64,0 0 112,-4-118-112,32 77-176,11-1-64,16 5-56,14 6 0,12 8-16,52 0-336,-20 9-480,-16-1-2065</inkml:trace>
  <inkml:trace contextRef="#ctx0" brushRef="#br0" timeOffset="1672.319">1 176 19660,'0'0'8058,"0"0"-7658,0 0 24,0 0 280,126-82-248,-80 48-256,1 7-136,-6 7-64,10 9-288,-12 9-712,-12 2-2849</inkml:trace>
  <inkml:trace contextRef="#ctx0" brushRef="#br0" timeOffset="1943.11">213 237 26998,'-6'27'903,"-54"422"59,52-45-523,6-394-423,1-1 0,1 0 0,-1 1 0,1-1-1,1 1 1,0-1 0,0 1 0,1-1 0,0 0 0,1 0-1,0 0 1,0 0 0,1-1 0,0 1 0,1-1 0,-1 0-1,2 0 1,-1 0 0,1-1 0,0 0 0,1 0 0,-1 0-1,1-1 1,1 0 0,-1 0 0,1-1 0,0 0 0,0 0-1,1-1 1,-1 0 0,5 1-16,6-6 1,0-1 0,0 0 0,-1-2 0,1 0 0,-1-1-1,0 0 1,0-2 0,-1 0 0,1-1 0,-2-1 0,1 0 0,-1-2 0,-1 0 0,0 0 0,0-1 0,-2-1 0,6-6-1,19-12-124,77-60-2719,-6 2-8076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28398,'0'0'904,"0"0"-688,0 0-152,0 0 160,120 85 160,-83-54-87,0 4-105,-2 2-96,-6 5-64,-1-1-8,-5 1-24,-2-5 0,-5-6-320,-2-14-489,-7-9-791,-3-8-12027</inkml:trace>
  <inkml:trace contextRef="#ctx0" brushRef="#br0" timeOffset="202.725">360 1 28846,'0'0'736,"0"0"-536,-72 118-104,36-52 176,-8 9-144,0 2-128,3-1-8,6-7-200,7-3-192,5-20-584,14-17-7314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16684,'0'0'8200,"0"0"-6205,0 0-1742,0 0 308,0 0 918,-1 21-562,-83 249 253,62-165-1096,6 1 0,4 1 1,4 1-1,6 36-74,2-144-3,-2 5-65,1 0 1,0 0-1,0 1 1,0-1 0,1 0-1,0 0 1,0 0-1,0 1 1,1-1 0,0 0-1,0 0 1,0 0-1,0 0 1,1 0 0,0 0-1,0 0 1,0 0-1,1-1 1,-1 1 0,1-1-1,0 0 1,0 1-1,1-2 1,-1 1 0,1 0-1,0-1 1,0 1-1,0-1 1,1 0 0,-1-1-1,1 1 1,-1-1-1,1 1 1,3 0 67,13-3-2479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28910,'0'0'968,"0"0"-936,0 0-32,0 0 0,0 0 168,0 0-72,-7 157-56,2-68 80,-2 27 105,-2 23-49,2 7-80,5-26-56,0-29-24,2-33-16,0 17-336,0-11-409,0-12-2783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26822,'0'0'4041,"0"0"-3753,0 0-224,-27 158 0,17-85 216,1 22-96,0 27-120,4 23-32,3-10-32,0-29 0,2-36-40,0-9-216,4-12-840,3-9-2425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22581,'0'0'5612,"0"0"-4012,0 0-1163,0 0 92,0 0-73,0 0-230,-19 13-83,-33 36-75,50-64-255,5 12 180,-1 0 0,1 0 0,0 0 0,0 0-1,0 1 1,1-1 0,-1 1 0,1 0-1,-1 0 1,1 0 0,0 0 0,0 0 0,-1 1-1,1 0 1,0 0 0,0 0 0,1 0 0,-1 1-1,0-1 1,0 1 0,0 0 0,0 0 0,0 1-1,0-1 1,0 1 0,1 0 0,0 0 7,-2 1 2,-1 0-1,1 0 1,0 0 0,0 0 0,-1 0 0,1 0 0,-1 1 0,0-1 0,0 1-1,0 0 1,0 0 0,0-1 0,-1 1 0,1 0 0,-1 1 0,0-1 0,1 0-1,-2 0 1,1 0 0,0 1 0,-1-1 0,1 1 0,-1-1 0,0 0 0,0 1-1,0-1 1,-1 0 0,1 1 0,-1-1 0,0 0 0,0 1 0,0-1-2,-51 4 69,51-7-78,0 0 1,0 1-1,1-1 0,-1 0 1,0 0-1,0 0 0,0 0 1,0 0-1,0 0 0,0 0 1,0 0-1,1 0 0,-1 0 1,0-1-1,0 1 0,0 0 1,0 0-1,1-1 0,-1 1 1,0-1-1,0 1 0,1-1 1,-1 1-1,0-1 0,1 1 1,-1-1-1,0 0 0,1 1 1,-1-1-1,1 0 0,-1 0 1,1 1-1,-1-1 0,1 0 1,0 0-1,-1 0 0,1 1 1,0-1-1,0 0 0,0 0 1,-1 0-1,1 0 0,0 0 0,0 0 1,0 1-1,0-1 0,1 0 1,-1 0-1,0 0 0,0 0 1,0 0-1,1 1 0,-1-1 1,1 0 8,-1-5-213,0-14-1332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26446,'0'0'1177,"0"0"-393,0 0-297,0 0-125,-6 17 38,-52 201 577,46-145-798,-17 103-194,8 1 1,2 112 14,36-248-2021,1-39 105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0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29454,'0'0'1209,"0"0"-1105,0 0 72,0 0 232,0 160-56,0-69-160,-14 31-104,-2 30-56,-2-13-24,6-28-8,5-36-8,7-17-264,0-12-368,0-11-1481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1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548 298 8754,'0'0'16845,"0"0"-12758,0 0-3409,0 0-117,-6-23-106,-46-169 184,52 188-634,-1 0 1,0 0 0,-1 0-1,1-1 1,-1 2 0,0-1-1,0 0 1,0 0 0,0 1-1,-1-1 1,1 1 0,-1-1-1,0 1 1,0 0 0,0 0-1,0 1 1,-1-1 0,1 1-1,-1-1 1,0 1-1,1 0 1,-1 1 0,0-1-1,0 0 1,0 1 0,-1 0-1,1 0 1,0 0 0,0 1-1,-1 0 1,1-1 0,0 1-1,0 1 1,-1-1 0,1 1-1,0-1 1,0 1 0,-1 1-6,-14 5-18,0 1 0,1 1 0,0 0 0,0 2 0,1 0 0,1 1 0,0 0 0,0 2 0,2 0 0,-1 0 0,2 1 0,0 1 0,-7 12 18,4-8-4,1 1 0,1 0 0,1 1 0,1 1 0,1 0 0,1 1 0,1 0 0,1 0-1,1 0 1,1 1 0,2 1 0,0-1 0,2 0 0,0 1 0,2-1 0,1 7 4,-1-27-1,0 1 1,1-1-1,-1 0 0,1 0 1,0 0-1,1 0 1,-1 0-1,1 0 0,0-1 1,0 1-1,0 0 0,1-1 1,0 0-1,0 1 1,0-1-1,0 0 0,1 0 1,-1-1-1,1 1 1,0-1-1,0 0 0,0 0 1,1 0-1,-1 0 0,1-1 1,-1 0-1,1 0 1,0 0-1,0 0 0,0-1 1,0 0-1,0 0 1,0 0-1,0-1 0,0 0 1,0 0-1,0 0 1,1 0-1,-1-1 0,0 0 1,0 0-1,0 0 0,0-1 1,0 1-1,-1-1 1,1-1-1,0 1 0,-1 0 1,0-1-1,1-1 1,120-143 52,12-13-891,-74 91-1016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1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29510,'0'0'1409,"0"0"-1225,0 0 192,0 0 208,-19 128-64,8-43-336,-3 36-184,-2 46 0,4 20 0,8-7 0,4-16 0,0-46 0,0-39 0,0-29-1768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1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490 237 25405,'0'0'1525,"0"0"-548,0 0-65,0 0 57,0 0-213,0 0-311,-3-12-141,0-2-240,3 5-34,-1 1 0,0-1 0,0 1 1,-1-1-1,0 1 0,-1 0 0,0 0 0,0 0 1,0 0-1,-1 0 0,0 1 0,-1 0 0,0 0 1,0 0-1,0 0 0,-1 1 0,0 0 0,0 0 1,-1 0-1,0 1 0,0 0 0,0 0 0,0 1 1,-1-1-31,-2 5-5,1-1 1,0 1 0,0 1 0,0 0 0,0 0 0,0 1 0,1 0 0,-1 0 0,0 1 0,1 0 0,-1 1 0,1-1 0,0 2 0,0-1 0,1 1 0,-1 0 0,1 1 0,0 0 0,1 0 0,-3 3 4,-108 152-136,103-134 125,2 0-1,0 0 1,2 1-1,2 1 0,0 0 1,2 0-1,1 0 1,1 1-1,2-1 0,1 23 12,0-46-3,0 0-1,1-1 1,0 1-1,1 0 1,-1-1-1,1 1 1,0-1-1,0 1 1,1-1-1,0 1 1,0-1-1,0 0 1,0 0-1,1 0 1,0 0-1,0 0 1,0 0-1,1-1 1,-1 0-1,1 1 1,0-1-1,1-1 1,-1 1-1,1-1 0,-1 1 1,1-1-1,0-1 1,0 1-1,0-1 1,0 0-1,1 0 1,-1 0-1,1-1 1,-1 0-1,1 0 1,2 0 3,11-3-5,0-2 0,-1 0 0,1-1 0,-1-1-1,0 0 1,-1-2 0,0 0 0,0-1 0,0 0 0,-1-2 0,-1 0 0,0 0 0,0-2 0,-1 0 0,-1 0 0,0-1 0,-1-1 0,-1 0 0,9-14 5,154-217 189,6-7-3444,-142 209-1713</inkml:trace>
  <inkml:trace contextRef="#ctx0" brushRef="#br0" timeOffset="378.694">1413 297 28206,'0'0'1527,"0"0"-812,0 0-155,0 0-168,-3-18-100,-29-146-26,31 159-265,-1 0 1,0 0 0,0 0 0,0 1 0,0-1 0,-1 1 0,1-1 0,-1 1 0,0 0 0,-1 0 0,1 0 0,-1 1 0,1-1 0,-1 1 0,0 0 0,-1 0 0,1 0 0,0 1 0,-1-1 0,0 1 0,1 0 0,-1 0 0,0 1 0,0-1 0,0 1 0,0 0 0,0 1 0,0-1 0,0 1 0,0 0-1,-1 0 1,1 1 0,0-1 0,0 1 0,0 0 0,0 1 0,0-1 0,1 1 0,-1 0 0,-2 1-2,-9 8-5,0 0 0,1 1 0,1 1 0,0 0 0,0 1 0,2 1 0,0 0 0,0 0 0,1 1 0,1 1 0,1 0 0,1 0 0,-7 17 5,6-14-5,1 1 1,0 0-1,2 0 0,0 1 1,2-1-1,0 1 1,1 1-1,2-1 1,0 0-1,1 0 0,1 1 1,2-1-1,0 0 1,1 0-1,1-1 0,8 22 5,-12-38-9,1 1-1,1-1 1,-1 0-1,1 1 0,0-2 1,0 1-1,0 0 1,1 0-1,-1-1 0,1 0 1,0 0-1,1 0 1,-1 0-1,1-1 0,-1 1 1,1-1-1,0-1 1,1 1-1,-1 0 0,0-1 1,1 0-1,-1-1 0,1 1 1,-1-1-1,1 0 1,0 0-1,-1-1 0,1 0 1,0 0-1,0 0 1,-1 0-1,1-1 0,0 0 1,0-1 9,7-4-6,-1 0 0,-1-1 1,1 0-1,-1-1 0,0-1 1,-1 1-1,0-2 1,0 1-1,-1-2 0,-1 1 1,1-1-1,0-2 6,10-11-44,133-161-962,-86 101-497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1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1218 614 20364,'0'0'3170,"0"0"-1435,0 0-1184,0 0 931,0 0 714,-5 2-1199,-24 7 84,28-9-802,19-11 150,215-223 54,-233 233-484,0 0 1,1 0-1,-1 0 0,0 1 0,1-1 1,-1 0-1,0 0 0,1 1 1,0-1-1,-1 0 0,1 1 0,-1-1 1,1 0-1,0 1 0,-1-1 1,1 1-1,0-1 0,-1 1 0,1-1 1,0 1-1,0 0 0,0-1 1,0 1-1,-1 0 0,1 0 0,0-1 1,0 1-1,0 0 0,0 0 1,0 0-1,0 0 0,-1 0 0,1 0 1,0 0-1,0 1 0,0-1 0,0 0 1,0 0-1,-1 1 0,1-1 1,0 1-1,0-1 0,-1 0 0,1 1 1,0-1-1,0 1 0,-1 0 1,1-1-1,-1 1 0,1 0 0,0-1 1,-1 1-1,1 0 0,-1-1 1,0 1-1,1 0 0,-1 0 0,0 0 1,1-1-1,-1 1 0,0 1 1,3 62-50,-3-48 67,-9 320 33,8-333-50,1 1 0,-1-1 1,1 0-1,0 1 0,0-1 0,0 1 0,1-1 0,-1 1 0,1-1 0,0 0 0,0 0 0,0 1 0,0-1 0,1 0 0,-1 0 0,1 0 0,0 0 1,0 0-1,0 0 0,0-1 0,0 1 0,1-1 0,-1 0 0,1 1 0,0-1 0,-1 0 0,1 0 0,0-1 0,0 1 0,0 0 0,0-1 1,1 0-1,-1 0 0,0 0 0,0 0 0,1-1 0,-1 1 0,1-1 0,2 1 0,3-2 1,1 0 0,-1 0 0,1 0 0,-1-1 0,0-1 0,0 0 0,0 0-1,0 0 1,0-1 0,-1-1 0,1 0 0,-1 0 0,-1 0 0,1-1 0,-1 0 0,0 0 0,0-1 0,0-1-1,107-139 7,-95 117-7,-1-1 0,-2-1 0,-2 0 0,-1-1 0,-1 0 0,-1-1 0,-3 0 0,0-1 0,-2 0 0,-2 0 0,0-27 0,26 210 0,4 76 0,-10 1 0,-10 1 0,-10 0 0,-10 16 0,4-65 0,-23 518 0,25-692 0,0-2 0,1 1 0,-1-1 0,1 1 0,-1 0 0,0-1 0,0 1 0,0 0 0,0-1 0,0 1 0,0-1 0,0 1 0,0 0 0,-1-1 0,1 1 0,0-1 0,-1 1 0,0-1 0,1 1 0,-1-1 0,0 1 0,0-1 0,0 0 0,1 1 0,-2-1 0,1 0 0,0 0 0,0 1 0,0-1 0,0 0 0,-1 0 0,1-1 0,0 1 0,-1 0 0,1 0 0,-1-1 0,1 1 0,-1 0 0,0-1 0,1 0 0,-1 1 0,1-1 0,-1 0 0,0 0 0,1 0 0,-1 0 0,1 0 0,-1 0 0,-1-1 0,-7-6 0,0 0 0,0-1 0,1 0 0,0-1 0,0 0 0,1 0 0,0-1 0,1 0 0,0 0 0,0-1 0,0-2 0,4 7 0,-16-29 0,1-2 0,2 0 0,2-1 0,1 0 0,2-1 0,2 0 0,1-1 0,3 0 0,1 0 0,1-1 0,3 1 0,1 0 0,2-1 0,3-11 0,-1 22 0,2 0 0,1 1 0,1 0 0,1 0 0,1 1 0,2 0 0,1 1 0,1 0 0,1 1 0,2 1 0,0 1 0,1 0 0,2 1 0,0 2 0,21-17 0,196-169-357,-132 114-1142</inkml:trace>
  <inkml:trace contextRef="#ctx0" brushRef="#br0" timeOffset="702.983">836 301 27470,'0'0'1147,"0"0"-262,0 0-263,0 0-153,0 0-163,0 0-118,-4 28 65,-38 402 485,29-113-322,15 73-416,-3-382-24,0 0 1,1-1 0,1 1-1,-1 0 1,1 0 0,0-1-1,1 1 1,0-1 0,0 1-1,0-1 1,1 0 0,0 0 0,1 0-1,0 0 1,0 0 0,0-1-1,1 0 1,0 0 0,0 0-1,0-1 1,1 1 0,0-1-1,0 0 1,0-1 0,5 3 23,24-2-798,-3-4-845</inkml:trace>
  <inkml:trace contextRef="#ctx0" brushRef="#br0" timeOffset="1073.308">2697 1 5401,'0'0'20909,"0"0"-16270,-10 22-4329,-1-2-238,3-5-6,1 0 0,0 1 0,1-1 0,1 1 0,0 1 0,1-1-1,1 1 1,1 0 0,0 0-66,-2 552 762,-7-228-681,-36 192-81,28-448-935,11-83-731</inkml:trace>
  <inkml:trace contextRef="#ctx0" brushRef="#br0" timeOffset="1570.397">124 602 27622,'0'0'1088,"0"0"-504,0 0-40,0 0 0,0 0-143,0 0-153,0 0-112,90-60-16,-47 49-16,1 1-8,2 0-40,-4 4-56,-6 3-24,-1 3-584,-12 0-1337,-16 5-11802</inkml:trace>
  <inkml:trace contextRef="#ctx0" brushRef="#br0" timeOffset="1906.132">114 724 28150,'0'0'1027,"0"0"-307,0 0-190,0 0-80,0 0-166,0 0-144,-7 19-5,-47 132 106,36-66-176,5 1-1,3 1 0,4 0 1,4 51-65,1-135 1,0 1 0,1-1 0,-1 0 0,1 0 0,0 0 0,0 1 0,0-1 0,0 0 0,0 0 0,1 0 0,-1 0 0,1 1 0,0-1 0,0 0 0,0 0 0,1 0 0,-1 0 0,1-1 0,-1 1 0,1 0 0,0-1 0,0 1 0,0-1 1,0 1-1,1-1 0,-1 0 0,1 0 0,-1 0 0,1-1 0,0 1 0,0 0 0,0-1 0,-1 0 0,1 0 0,1 1-1,14-2 43,-1 0 1,1-1-1,0-1 1,-1-1 0,1 0-1,-1-1 1,0-1-1,0-1 1,-1 0-1,0-1 1,9-6-44,63-22-52,161-47-1593,-135 42-1046</inkml:trace>
  <inkml:trace contextRef="#ctx0" brushRef="#br0" timeOffset="2315.852">3008 463 27206,'0'0'2708,"0"0"-1966,0 0-602,0 0-17,0 0-9,0 0 48,18 1-72,120 19-47,-129-18-42,0 1 1,-1-1-1,1 1 0,-1 1 1,1-1-1,-1 1 0,-1 1 1,1 0-1,0 0 0,-1 0 1,0 1-1,-1 0 0,1 0 1,-1 1-1,0 0 0,0 0 1,-1 0-1,0 1 0,-1-1 1,1 1-1,-2 1 0,1-1 1,-1 0-1,0 2-1,-2 15 32,-1 1 0,-2-1-1,-1 0 1,0-1 0,-2 1-1,-1 0 1,-1-1 0,-1 0 0,-1-1-1,-8 14-31,-25 82-246,30-78-676,2-11-1165</inkml:trace>
  <inkml:trace contextRef="#ctx0" brushRef="#br0" timeOffset="2532.322">2863 1286 24997,'0'0'5570,"0"0"-5122,0 0-344,0 0 192,0 0 32,161-23-112,-85 3-152,7-5-64,41-23-416,-20 7-1257,-14-1-16130</inkml:trace>
  <inkml:trace contextRef="#ctx0" brushRef="#br0" timeOffset="2737.805">3943 778 28110,'0'0'2993,"0"0"-2721,0 0-240,0 0 56,0 0 144,129-58-72,-55 42-136,7-1-24,27 0-336,-21 5-512,-20 2-1481</inkml:trace>
  <inkml:trace contextRef="#ctx0" brushRef="#br0" timeOffset="2984.971">3987 1006 29750,'0'0'769,"0"0"-417,-64 147 0,29-47 104,-4 33-104,0 30-168,4-11-120,10-30-32,9-43-32,6-31 0,1-1 0,5-1-160,1-7-72,3-16-120,12-23-336,13-12-481,5-21-823</inkml:trace>
  <inkml:trace contextRef="#ctx0" brushRef="#br0" timeOffset="3707.758">4446 874 29542,'0'0'715,"0"0"-407,0 0-72,0 0 118,0 0-72,0 0-138,-23 17-96,-106 87-22,66-68-585,35 15 528,18-14 97,1 0-1,1 1 1,3 0-1,0 0 1,3 1 0,1-1-1,2 1-65,0-38 0,-1 0 0,0 0 1,0 0-1,0 1 0,1-1 0,-1 0 1,0 0-1,1 0 0,-1 0 0,1 0 0,-1 0 1,1 0-1,0-1 0,-1 1 0,1 0 0,0 0 1,0 0-1,0-1 0,0 1 0,-1 0 0,1-1 1,0 1-1,0-1 0,0 1 0,0-1 1,0 1-1,0-1 0,0 0 0,1 1 0,-1-1 1,0 0-1,0 0 0,0 0 0,0 0 0,0 0 1,0 0-1,0 0 0,1 0 0,-1 0 1,0-1-1,0 1 0,0 0 0,0-1 0,0 1 1,0-1-1,0 1 0,0-1 0,0 1 0,0-1 1,-1 0-1,2 0 0,54-30 20,219-230-439,-275 262 421,0-1-1,0 0 1,-1 1 0,1-1-1,0 0 1,0 1 0,0-1-1,0 0 1,0 1 0,0-1-1,1 0 1,-1 1 0,0-1-1,0 0 1,0 1 0,0-1-1,0 0 1,0 0 0,0 1 0,1-1-1,-1 0 1,0 1 0,0-1-1,0 0 1,1 0 0,-1 1-1,0-1 1,0 0 0,1 0-1,-1 0 1,0 1 0,1-1-1,-1 0 1,0 0 0,1 0-1,-1 0 1,0 0 0,1 0-1,-1 0 1,0 0 0,1 1-1,-1-1 1,0 0 0,1 0-1,-1-1 1,0 1 0,1 0-1,-1 0 1,0 0 0,0 0-1,1 0 1,-1 0 0,0 0-2,-14 38 96,12-34-88,-7 21 21,0 1-1,2 0 0,1 0 0,1 1 1,1 0-1,1 0 0,1 0 1,2 0-1,1 0 0,1 0 0,1 0 1,1-1-1,2 1 0,0-1 0,8 18-28,15 24 6,33 122 2,-61-188-8,-1-1 1,0 0-1,0 0 1,0 1-1,0-1 1,0 0-1,0 1 1,0-1-1,0 0 1,0 1-1,0-1 1,-1 0-1,1 1 1,-1-1-1,1 0 1,-1 0-1,1 0 1,-1 1-1,0-1 1,1 0-1,-1 0 1,0 0-1,0 0 1,0 0-1,0 0 1,0 0-1,0-1 1,0 1-1,0 0 1,0 0-1,-1-1 1,1 1-1,0-1 1,0 1-1,0-1 1,-1 0-1,1 1 0,0-1 1,-1 0-1,1 0 1,0 0-1,-1 0 1,1 0-1,0 0 1,-1 0-1,1 0 0,-343 12 313,341-12-298,2 1-8,1-1 0,-1 1 1,0-1-1,1 0 0,-1 0 0,0 1 0,0-1 0,0 0 1,1 0-1,-1 0 0,0 0 0,0 0 0,0 0 0,1 0 1,-1 0-1,0 0 0,0 0 0,0 0 0,1 0 0,-1-1 1,0 1-1,0 0 0,1-1 0,-1 1 0,0 0 0,1-1 1,-1 1-1,0-1 0,1 1 0,-1-1 0,1 1 0,-1-1 0,0 0 1,1 1-1,0-1 0,-1 0 0,1 1 0,-1-1 0,1 0 1,0 0-1,-1 1 0,1-1 0,0 0 0,0 0 0,0 1 1,0-1-1,0 0 0,0 0 0,0 0 0,0 0 0,0 1 1,0-1-1,0 0 0,0 0 0,0 1 0,1-1 0,-1 0 1,0 0-1,1 1 0,-1-2-7,78-74 12,281-189-1267,-237 171-859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22869,'0'0'6033,"0"0"-5137,0 0-215,0 0-89,0 0-192,0 0-184,0 0-128,0 15 112,39-15-8,3-6-136,1 0-32,-3 6-24,-6 0-376,-6 6-800,-17 8-1481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28630,'0'0'992,"0"0"-640,0 0 265,0 0-201,0 0-264,168-17-152,-115 17-184,-9 0-1833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4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31911,'0'0'0,"0"0"-776,0 0-1929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28678,'0'0'1424,"0"0"-1079,0 0 175,0 0 48,159-29-32,-33 9-120,49-3-152,24-2-248,1-2-16,-13 4 0,-31 5 0,-11 3 0,1 13 0,3 2-496,-8 0-720,-33 0 616,-30 0-1841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24149,'0'0'8090,"0"0"-8090,0 0-3065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406 473 25421,'0'0'3727,"0"0"-2521,0 0-933,0 0-108,0 0 174,-8 21 15,-20 72-87,26-85-240,1 1-1,0 0 1,0 0-1,1 0 1,0-1 0,1 1-1,0 0 1,0 0-1,1-1 1,0 1 0,1-1-1,0 1 1,0-1-1,1 0 1,-1 0 0,4 4-27,4 12 66,67 118 234,23 62-120,-100-201-178,1-1-1,-1 1 0,1-1 0,-1 1 0,0 0 1,0 0-1,0-1 0,-1 1 0,1 0 1,0 0-1,-1 0 0,0 0 0,0 0 0,0 0 1,0 0-1,0 0 0,-1 0 0,1 0 0,-1-1 1,0 1-1,0 0 0,0 0 0,0 0 1,0-1-1,-1 1 0,1-1 0,-1 1 0,1-1 1,-1 1-1,0-1 0,0 0 0,0 0 1,-1 0-1,1 0 0,-2 1-1,-19 3 0,0-1 0,1-2-1,-1 0 1,-1-1 0,1-1 0,0-1-1,-3-2 1,-16 1-6,27 2-50,0-2 0,0 0 0,0 0 0,0-2-1,0 0 1,0 0 0,1-2 0,-1 0 0,1 0 0,0-1 0,1-1 0,-1 0 0,1-1 0,1-1-1,-1 0 57,-49-46-985,13-4-933</inkml:trace>
  <inkml:trace contextRef="#ctx0" brushRef="#br0" timeOffset="276.878">445 498 28462,'0'0'1456,"0"0"-1216,143-39 161,-86 28 39,-4 9-264,3 2-176,20-2-240,-14 0-1209,-7-4-9121</inkml:trace>
  <inkml:trace contextRef="#ctx0" brushRef="#br0" timeOffset="543.173">1617 160 11106,'0'0'18956,"0"0"-18195,0 0-593,0 0-104,-122 127-24,65-78 0,-5 9-8,-8 0-32,-1 0-16,2-2-88,11-8-152,15-11-409,15-16-383,14-17-1072</inkml:trace>
  <inkml:trace contextRef="#ctx0" brushRef="#br0" timeOffset="544.173">1364 552 27310,'0'0'1552,"0"0"-920,0 0-32,2 131-71,-16-78-113,-6 8-264,-1 1-136,5 2-16,7-6-280,9-8-433,0-19-855,0-19-1609</inkml:trace>
  <inkml:trace contextRef="#ctx0" brushRef="#br0" timeOffset="1186.795">1949 0 25533,'0'0'3843,"0"0"-2692,0 0-958,0 0-125,0 0 9,0 0 7,18 17-41,53 54-44,-69-68-13,0-1 1,0 1 0,0-1 0,0 1-1,0 0 1,-1-1 0,1 1 0,-1 0-1,0 0 1,0 0 0,0 0-1,0 0 1,0 0 0,-1 0 0,0 1-1,1-1 1,-1 0 0,0 0 0,0 0-1,-1 0 1,1 1 0,-1 1 13,-1 6-144,-3 3-47,-1 0 1,0 0-1,-1 0 1,0-1-1,-1 0 1,-1-1-1,0 0 1,-1 0-1,0-1 1,-1 0-1,0-1 1,0 0-1,-1-1 1,-1 0-1,0-1 1,0 0-1,0-1 1,-1-1-1,-7 3 191,-69 29 1818,91-38-1776,-1 0 0,0 1-1,0-1 1,1 0 0,-1 0 0,0 0 0,1 1 0,-1-1 0,0 0-1,0 0 1,1 1 0,-1-1 0,0 0 0,0 1 0,0-1 0,0 0-1,1 1 1,-1-1 0,0 0 0,0 1 0,0-1 0,0 0 0,0 1-1,0-1 1,0 1 0,0-1 0,0 0 0,0 1 0,0-1 0,0 0-1,0 1 1,0-1 0,0 0 0,0 1 0,-1-1 0,1 0 0,0 1-1,0-1 1,0 0-42,42 3 92,121-3-72,-160-1-24,-1 1 0,0 0 0,0-1-1,0 1 1,0 0 0,0 0 0,0 0 0,0 0-1,1 1 1,-1-1 0,0 1 0,0-1-1,0 1 1,0 0 0,0 0 0,0-1 0,-1 1-1,1 1 1,0-1 0,0 0 0,-1 0 0,1 1-1,0-1 1,-1 1 0,1-1 0,-1 1 0,0 0-1,0-1 1,0 1 0,0 0 0,0 0 0,0 0-1,0 0 1,0 0 0,-1 0 0,1 0-1,-1 0 1,1 0 0,-1 0 0,0 0 0,0 0-1,0 1 1,0-1 0,0 0 0,-1 2 4,-1 5-1,-1-1 0,0 1 0,0-1 1,-1 0-1,0 0 0,-1 0 0,0 0 1,0-1-1,0 0 0,-1 0 0,0 0 0,-1-1 1,1 1-1,-1-2 0,-6 5 1,-8 10 1,-97 95 22,118-116-20,0 1 0,1-1 1,-1 1-1,1 0 0,-1-1 0,1 1 1,-1 0-1,1-1 0,-1 1 0,1 0 1,-1 0-1,1-1 0,-1 1 0,1 0 1,-1 0-1,1 0 0,-1 0 1,1 0-1,0 0 0,-1 0 0,1 0 1,-1 0-1,1 0 0,-1 0 0,1 0 1,0 0-1,-1 0 0,1 0 0,-1 1 1,1-1-1,-1 0 0,1 0 0,-1 1 1,1-1-1,-1 0 0,1 1 0,-1-1 1,0 0-1,1 1 0,-1-1 1,0 1-1,1-1 0,-1 1 0,0-1 1,1 1-1,-1-1 0,0 1 0,0-1 1,1 1-1,-1-1 0,0 1 0,0 0 1,0-1-1,0 1 0,0-1 0,0 1 1,0-1-1,0 1 0,0 0 1,0-1-1,0 1 0,0-1 0,-1 1 1,1-1-1,0 1-3,5-2-9,74-16 13,57 1-52,-129 49 16,-12-20 31,0-1 1,-1 0-1,-1 0 1,0-1-1,0 1 1,-1-2 0,-1 1-1,0-1 1,0-1-1,-1 1 1,-9 6 0,-6 8 3,-66 72 281,91-94-280,1 0 0,0 0 0,1 0 0,-1 0 0,0-1 0,1 1 0,-1 0 0,1-1 0,-1 1 0,1-1 0,0 1 0,-1-1 0,1 0 0,0 1-1,0-1 1,0 0 0,0 0 0,0-1 0,0 1 0,1 0 0,-1-1 0,0 1 0,0-1 0,0 0 0,1 0 0,-1 0 0,0 0 0,0 0 0,0 0 0,1 0 0,-1-1 0,0 1 0,0-1 0,0 0-1,0 1 1,0-1 0,0 0-4,8 0 9,144-16-37,-40-32-1798,-75 26-2063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671 436 27558,'0'0'1648,"0"0"-906,0 0-66,0 0-128,0 0-171,0 0-130,1-20-43,12-138 346,-12 153-545,0 1 1,-1-1 0,1 1 0,-1-1 0,1 0 0,-2 1 0,1-1 0,0 0-1,-1 1 1,0-1 0,0 1 0,0-1 0,0 1 0,-1 0 0,0-1 0,0 1-1,0 0 1,0 0 0,-1 0 0,1 1 0,-1-1 0,0 0 0,0 1 0,-1 0-1,1 0 1,-1 0 0,1 0 0,-1 0 0,0 1 0,0 0 0,0 0 0,-1 0-1,1 0 1,0 0 0,-1 1 0,1 0 0,-2 0-6,-4-1 0,-1 1 0,0 0 0,0 1 0,0 1 0,1-1 0,-1 2 0,0-1 0,1 2 0,-1-1 0,1 1 0,0 1 0,0 0 0,0 0 0,0 1 0,1 0 0,0 1 0,0 0 0,0 1 0,-4 3 0,-9 11 0,0 0 0,1 1 0,1 1 0,2 1 0,0 1 0,-6 11 0,10-14 0,0 1 0,1 0 0,1 1 0,2 0 0,0 1 0,1 0 0,2 0 0,1 1 0,0 0 0,2 0 0,1 0 0,2 1 0,0-1 0,3 19 0,1-36 0,0-1 0,1 1 0,0-1 0,0 0 0,1 0 0,0-1 0,1 1 0,0-1 0,0 0 0,0-1 0,1 1 0,0-1 0,0 0 0,0-1 0,1 0 0,0 0 0,0-1 0,0 0 0,1 0 0,-1-1 0,1 0 0,0-1 0,0 1 0,0-2 0,0 1 0,0-1 0,1-1 0,-1 0 0,0 0 0,0-1 0,0 0 0,0 0 0,0-1 0,0 0 0,0-1 0,0 0 0,-1 0 0,1-1 0,-1 0 0,0-1 0,3-2 0,4-4 0,-1 0 0,0-2 0,0 1 0,-2-2 0,0 0 0,0 0 0,-1-1 0,-1 0 0,-1-1 0,0-1 0,-1 1 0,0-1 0,-2 0 0,0-1 0,0-4 0,6-23 0,-3 0 0,-2 0 0,-1-1 0,-3 0 0,-2-25 0,-1-39-1231,0 123-827</inkml:trace>
  <inkml:trace contextRef="#ctx0" brushRef="#br0" timeOffset="704.687">984 764 30342,'0'0'755,"0"0"-345,0 0 129,0 0-43,-18-11-271,-24-47-225,84 56 0,-42 3 0,1 0 0,-1 0 0,0-1 0,1 1 0,-1 0 0,0 0 0,1 0 0,-1 0 0,0 0 0,0 0 0,0 0 0,0 0 0,0 0 0,0 0 0,0 0 0,0 0 0,0 0 0,0 0 0,-1 0 0,1 0 0,0-1 0,-1 1 0,1 0 0,-1 0 0,1 0 0,-1 0 0,1 0 0,-1-1 0,1 1 0,-1 0 0,0-1 0,1 1 0,-1 0 0,0-1 0,0 1 0,0-1 0,1 1 0,-1-1 0,0 1 0,-1-1 0,5-52 0,-4 52-20,1 1-1,0-1 1,-1 0 0,1 0 0,-1 0-1,1 0 1,0 0 0,-1 0 0,1 0-1,0-1 1,-1 1 0,1 0-1,-1 0 1,1 0 0,0 0 0,-1 0-1,1-1 1,0 1 0,-1 0 0,1 0-1,0 0 1,0-1 0,-1 1-1,1 0 1,0-1 0,0 1 0,-1 0-1,1-1 1,0 1 0,0 0-1,0-1 1,-1 1 0,1 0 0,0-1-1,0 1 1,0 0 0,0-1 0,0 1-1,0 0 1,0-1 0,0 1-1,0-1 1,0 1 0,0 0 0,0-1-1,0 1 1,0 0 0,0-1 0,0 1-1,1-1 1,-1 1 0,0 0-1,0-1 1,0 1 0,1 0 0,-1-1-1,0 1 1,0 0 20,-1 0-130,-17 0-4317</inkml:trace>
  <inkml:trace contextRef="#ctx0" brushRef="#br0" timeOffset="9947.386">1735 1 26750,'0'0'899,"0"0"239,0 0-125,0 0-415,0 0-269,-5 4-155,-31 57 210,-79 312 957,115-373-1341,-57 179 71,7 2-1,-13 115-70,61-282-1,-2 9 4,10-32-26,10-20-379,4-7-1199</inkml:trace>
  <inkml:trace contextRef="#ctx0" brushRef="#br0" timeOffset="11693.933">4339 193 29950,'0'0'881,"0"0"-377,0 0-32,0 0-280,0 0-80,0 0 0,-58 135 40,40-75 16,1 7-48,1 1-40,0 0-56,2-3-24,1-7 0,-1-8 0,5-7-96,9-12-448,0-10-792,0-17-2465</inkml:trace>
  <inkml:trace contextRef="#ctx0" brushRef="#br0" timeOffset="11945.421">4901 251 28982,'0'0'1392,"0"0"-1175,0 0 471,-21 135-32,7-66-208,-7 26-144,-4 25-224,-3-6-80,3-12 0,2-15 0,0 10 0,5-14-248,-1-8-1929</inkml:trace>
  <inkml:trace contextRef="#ctx0" brushRef="#br0" timeOffset="10976.593">2682 401 1768,'0'0'21886,"0"0"-16766,0 0-4312,0 0-77,0 0-213,0 0-194,-7-9-116,-42-69 306,45 74-503,-1-1 0,0 1 0,0 1 0,0-1 0,0 1 0,0-1 0,-1 2-1,1-1 1,-1 1 0,0-1 0,0 2 0,0-1 0,0 1 0,0-1-1,-1 2 1,1-1 0,0 1 0,0 0 0,0 0 0,-1 1 0,1-1 0,0 2-1,0-1 1,0 1 0,0-1 0,0 2 0,0-1 0,1 1 0,-1-1-1,1 2 1,-1-1 0,1 0 0,0 1 0,-1 2-11,-13 11 0,1 1-1,1 1 1,1 0-1,1 2 1,1-1 0,1 2-1,0 0 1,2 0 0,0 1-1,2 1 1,0-1-1,2 2 1,0-1 0,2 1-1,1 0 1,1 0 0,1 0-1,1 8 1,1-31 0,0 1 1,-1-1-1,1 1 0,1-1 0,-1 1 0,0-1 0,1 1 0,-1-1 1,1 0-1,0 1 0,-1-1 0,1 0 0,0 0 0,1 1 1,-1-1-1,0 0 0,1 0 0,-1 0 0,1 0 0,-1-1 1,1 1-1,0 0 0,0-1 0,0 1 0,0-1 0,0 1 0,0-1 1,0 0-1,1 0 0,-1 0 0,0 0 0,0-1 0,1 1 1,-1-1-1,1 1 0,-1-1 0,1 0 0,-1 0 0,0 0 1,1 0-1,-1 0 0,1 0 0,9-1 13,1 0 0,-1 0 0,0-1 0,0-1 0,-1 0 0,1 0 0,0-1 0,-1-1 0,0 0 0,0-1 0,-1 0 0,1 0 0,-1-1 0,-1 0 0,1-1 0,-1 0 0,0-1 0,-1 0 0,0-1-13,136-198-39,-131 185 26,-6 12-132,1 1 1,0 0 0,0 1-1,0 0 1,1 0 0,1 1 0,0 0-1,0 0 1,0 1 0,8-3 144,22-14-1993</inkml:trace>
  <inkml:trace contextRef="#ctx0" brushRef="#br0" timeOffset="11399.262">3516 533 29070,'0'0'967,"0"0"-355,0 0-110,-3-19-158,-20-139-66,22 154-275,0 1-1,0-1 0,0 1 0,-1-1 1,1 1-1,-1 0 0,0-1 0,0 1 1,0 0-1,0 0 0,-1 0 0,1 1 0,-1-1 1,1 1-1,-1-1 0,0 1 0,0 0 1,-1 0-1,1 0 0,0 0 0,0 1 0,-1-1 1,1 1-1,-1 0 0,1 0 0,-1 0 1,0 1-1,1-1 0,-1 1 0,0 0 1,0 0-1,0 0-2,-5 0-2,0 1 0,0 0 0,0 1 0,0 0 1,0 0-1,0 1 0,1 0 0,-1 0 0,1 1 0,0 0 1,0 1-1,-4 3 2,-6 4-1,1 1 1,0 0 0,1 2-1,0 0 1,2 0-1,0 2 1,0 0 0,2 0-1,0 1 1,1 1-1,1 0 1,0 0 0,2 1-1,0 0 1,2 0-1,0 1 1,1 0-1,1 0 1,1 0 0,1 1-1,1-1 1,0 1-1,2 2 1,0-20-1,0-1 0,0 1 0,0 0-1,1-1 1,-1 0 0,1 1 0,0-1-1,0 0 1,0 0 0,0 0 0,1 0-1,-1 0 1,1 0 0,0-1 0,0 1-1,0-1 1,0 0 0,0 0 0,0 0-1,1 0 1,-1-1 0,1 1 0,-1-1-1,1 0 1,-1 0 0,1 0 0,0-1-1,-1 1 1,1-1 0,0 0 0,0 0-1,0 0 2,6 0 5,0 0-1,0 0 0,0-2 1,0 1-1,0-1 1,-1 0-1,1-1 0,-1 0 1,1-1-1,-1 0 0,7-5-4,189-169 42,-105 81-505,-43 48-759,-9 6-1142</inkml:trace>
  <inkml:trace contextRef="#ctx0" brushRef="#br0" timeOffset="22343.459">31 1589 18668,'0'0'8103,"0"0"-5834,0 0-1853,0 0-256,-8 0-34,-14 0 85,30 0 121,53 0 110,559-19 486,918-72-672,-762 43-238,-356 9-4,168 16-14,-461 22 0,-40-3-1,1 5 0,-1 3 0,0 4 0,70 17 1,-61 5-3149,-81-29-2708</inkml:trace>
  <inkml:trace contextRef="#ctx0" brushRef="#br0" timeOffset="27222.134">1185 1659 21469,'0'0'3052,"0"0"-287,0 0-1596,0 0-495,0 0-38,-8 2 1,-6-1-539,15-1-70,-1 0-1,1 1 1,-1-1-1,0 0 1,1 1 0,-1-1-1,0 0 1,1 1-1,-1-1 1,0 1 0,0-1-1,1 0 1,-1 1-1,0-1 1,0 1-1,0-1 1,0 1 0,0-1-1,1 1 1,-1-1-1,0 1 1,0-1 0,0 0-1,0 1 1,0-1-1,0 1 1,0-1 0,-1 1-1,1-1 1,0 1-1,0-1 1,0 1-1,0-1 1,-1 0 0,1 1-1,0-1 1,0 1-1,-1-1 1,1 0 0,0 1-1,-1-1 1,1 1-28,22 16 58,-1 1 1,-1 1-1,-1 1 1,0 1 0,-2 1-1,0 0 1,-2 1-1,0 1 1,0 5-59,23 30 36,-13-21-22,-13-16-9,0-2 1,2 1-1,1-2 1,0 0-1,1-1 1,1 0-1,1-2 1,0 0 0,10 5-6,-18-17 2,0-1 1,1 0 0,0 0 0,-1-1 0,1-1 0,0 0 0,0-1 0,0 0 0,0 0-1,0-1 1,0 0 0,0-1 0,-1-1 0,1 0 0,-1 0 0,1-1 0,-1 0 0,9-5-3,191-99 15,-151 74-14,1 3 1,1 2-1,2 3 1,9 0-2,-64 22 1,0 1 0,0 0 0,0 1-1,0 0 1,0 0 0,0 1 0,0 0 0,1 0 0,-1 1 0,0 0 0,1 0 0,-1 1-1,0 0 1,1 1 0,-1-1 0,0 2 0,0-1 0,-1 1 0,1 0 0,0 1 0,-1 0-1,0 0 1,0 1 0,0-1 0,0 2 0,-1-1 0,5 6-1,2 12 6,-2 0 1,-1 1 0,-1 0-1,-1 1 1,-1 0-1,-1 0 1,-1 0-1,-2 1 1,0-1 0,-2 1-1,0 0 1,-2 0-1,-2 8-6,3-5 15,15-38 120,151-153-11,-137 138-122,1 1 0,1 2 0,1 1-1,1 1 1,1 2 0,0 2 0,1 1 0,1 1 0,0 2 0,0 2 0,1 1 0,0 2 0,13 0-2,-22 3 0,0 2 0,0 1 0,0 1 0,0 1 0,0 2 0,-1 1 0,1 1 0,-1 1 0,0 1 0,-1 1 0,19 10 0,125 106 0,-85-55 0,-77-65 0,1 1 0,-1-1 0,1-1 0,1 0 0,-1 0 0,1-1 0,-1 0 0,1 0 0,0-1 0,0-1 0,0 1 0,0-2 0,0 1 0,0-1 0,1-1 0,-1 0 0,0 0 0,0-1 0,0-1 0,-1 1 0,1-2 0,7-2 0,14-8 0,-1 0 0,-1-2 0,0-1 0,-1-2 0,0 0 0,3-6 0,49-39 0,-3-4 0,-2-4 0,28-37 0,-62 47 0,-41 60-29,0 1 0,0 0 0,-1 0 0,1-1 0,-1 1 0,1 0 0,-1 0 0,1 0 0,-1 0 0,0 0 0,1 0 0,-1 0 0,0 0 0,0 0 0,0 0 0,0 0 0,0 0 0,0 0 0,0 1 0,0-1 0,0 0 0,0 1 0,0-1 0,-1 1 0,1-1 0,0 1 0,0 0 0,-1-1 0,1 1 0,0 0 0,0 0 0,-1 0 0,1 0 0,0 0 0,0 0 0,-1 0 0,1 0 0,0 1 0,0-1 1,-1 0-1,1 1 0,0-1 0,0 1 0,0-1 0,0 1 0,-1 0 29,-9-1-817,-34 0-3162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28774,'0'0'1536,"0"0"-1399,0 0-73,4 106-24,3-46 208,3 13-48,-1 12-120,0 4-40,-2 2-40,-5-4 0,-2-12 0,0-15-8,-2-13-296,-12-13-521,0-20-1799</inkml:trace>
  <inkml:trace contextRef="#ctx0" brushRef="#br0" timeOffset="280.667">40 1 27238,'0'0'1607,"0"0"-1092,21 3-241,-4-1-193,128 39 685,-92-14-607,-1 1 0,-2 4 0,0 1 0,-3 2 0,-1 3 0,-2 1-1,28 33-158,-68-68 3,1 1-1,-1 0 1,0 0-1,0 0 0,0 0 1,-1 1-1,0-1 1,0 1-1,0 0 0,-1 0 1,0 0-1,0 0 0,-1 0 1,1 1-1,-1-1 1,-1 0-1,1 1 0,-1-1 1,0 1-1,0-1 1,-1 1-1,0-1 0,0 0 1,-1 0-1,0 1 1,0-1-1,0 0 0,0 0 1,-3 2-3,-6 5-5,0 1 0,-2-2 1,1 0-1,-1-1 0,-1 0 1,0-1-1,-1 0 0,-11 5 5,-249 131-1817,140-86-1753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95 110 28566,'0'0'1024,"0"0"-656,-51 158-168,33-77 97,4 4-9,5 0-144,7-6-112,2-13-32,4-16-392,12-21-481,1-19-1015</inkml:trace>
  <inkml:trace contextRef="#ctx0" brushRef="#br0" timeOffset="327.58">3 1 28430,'0'0'1040,"0"0"-677,0 0-182,24 0 39,160 7 241,-157-3-439,-1 1 0,0 1 1,0 2-1,-1 1 1,0 0-1,0 2 1,-1 1-1,17 11-22,-33-18 2,0 0-1,0 0 1,-1 1 0,1 0-1,-1 0 1,-1 1-1,1 0 1,-1 0 0,0 0-1,-1 1 1,0 0-1,0 0 1,-1 1 0,0-1-1,0 1 1,-1 0-1,0 0 1,0 0 0,-1 0-1,-1 0 1,1 1 0,-1-1-1,-1 0 1,0 1-1,0-1 1,-2 5-2,-3 1 2,-2 0 1,0 0-1,0-1 0,-1 0 1,-1-1-1,0 0 0,-1 0 1,-1-1-1,0 0 0,0-1 1,-1 0-1,-1-1 0,0 0 1,0-1-1,-1-1-2,5-1-2,-170 117-325,49-67-3197,102-53-4050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 23165,'0'0'2174,"0"0"1078,0 0-2271,0 0-760,-17 20 55,-102 139 359,-10 65-225,11 6 0,-24 85-410,111-228-225,65-127-2089,-3-10-113</inkml:trace>
  <inkml:trace contextRef="#ctx0" brushRef="#br0" timeOffset="253.829">519 84 26750,'0'0'760,"0"0"-48,69 116-64,-37-39-32,1 12-48,1 4-143,1 5-185,-3 1-112,-2-2-96,-9-5-8,-7-7-24,-8-15-16,-6-8-617,-13-20-839,-10-21-3377</inkml:trace>
  <inkml:trace contextRef="#ctx0" brushRef="#br0" timeOffset="425.482">139 610 28094,'0'0'688,"0"0"-344,0 0 152,152 7-88,-76-7-184,14 0-224,46-5-16,-19-7-1376,-13-5-8394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92 28734,'0'0'714,"0"0"-332,0 0 13,0 0 107,0 0-192,0 0-192,-4 0-84,-100-2-3,105 2-31,0 0-1,-1 0 1,1 0-1,0 0 1,0 0-1,-1 0 1,1 0-1,0-1 1,-1 1-1,1 0 1,0 0-1,-1 0 1,1-1-1,0 1 1,-1 0-1,1-1 1,0 1-1,-1-1 1,1 1-1,-1-1 1,1 1-1,-1-1 1,1 1 0,-1-1-1,1 1 1,-1-1-1,1 0 1,-1 1-1,0-1 1,1 0-1,-1 1 1,0-1-1,0 0 1,0 1-1,1-1 1,-1 0-1,0 1 1,0-1-1,0 0 1,0 0-1,0 1 1,0-1-1,0 0 1,-1 0-1,1 1 1,0-1 0,0 0-1,0 1 1,-1-1-1,1 0 1,0 1-1,-1-1 1,1 0-1,-1 1 1,1-1-1,-1 1 1,1-1-1,-1 1 1,1-1-1,-1 1 1,1-1-1,-1 1 1,0-1-1,1 1 1,-1 0-1,0-1 1,1 1 0,0 0 0,1-1 3,0 1-1,1-1 0,-1 0 0,0 1 0,0-1 0,0 1 0,1 0 0,-1-1 0,0 1 0,0 0 0,1-1 0,-1 1 1,0 0-1,1 0 0,-1 0 0,0 0 0,1 1 0,-1-1 0,0 0 0,0 1 0,1-1 0,-1 0 0,0 1 0,0-1 0,0 1 1,1 0-1,-1-1 0,0 1 0,0 0 0,0 0 0,0 0 0,0 0 0,-1 0 0,1 0 0,0 0 0,0 0 0,0 0 1,-1 0-1,1 0 0,-1 0 0,1 0 0,-1 1 0,1-1 0,-1 0 0,0 0 0,1 1 0,-1-1 0,0 0 0,0 1 0,0-1 1,0 0-1,0 1 0,0-1-2,-31 9 30,36-28-259,72 3 128,-85 36 355,2-19-250,1 1-1,-1-1 1,1 0 0,-1-1-1,0 1 1,1-1-1,-1 0 1,0-1-1,0 1 1,0-1-1,0 0 1,0-1 0,1 1-1,-1-1 1,-5-2-4,1-61-2331,10 35-2744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531 197 23045,'0'0'5052,"0"0"-3368,0 0-1153,0 0-115,0 0-64,-9-13-139,-66-105 93,72 114-297,0-1 0,0 0 0,-1 1 1,1-1-1,-1 1 0,0 0 0,-1 1 0,1-1 1,0 1-1,-1-1 0,0 1 0,0 1 0,0-1 1,0 1-1,0 0 0,-1 0 0,1 0 0,-1 1 1,1 0-1,-1 0 0,1 0 0,-1 1 0,0-1 1,1 1-1,-1 1 0,1-1 0,-1 1 0,0 0 1,1 0-1,-4 2-9,-4 1-2,-1 1 0,1 1 1,0 0-1,1 1 0,0 0 1,0 1-1,0 1 0,1-1 1,0 2-1,1 0 0,-7 7 2,0 6-2,0 1-1,2 1 0,1 0 1,1 1-1,1 0 1,1 1-1,1 0 0,2 1 1,0 0-1,2 1 1,2-1-1,0 1 1,2 0-1,1 0 0,1 0 1,3 19 2,-4-37-1,0 0 0,1 0 0,0 0 1,1 1-1,0-1 0,1 0 0,0 0 1,1 0-1,0-1 0,1 1 0,0 0 1,0-1-1,1 0 0,1 0 0,0-1 1,0 1-1,1-1 0,0-1 0,0 1 0,1-1 1,0 0-1,0-1 0,1 0 0,0 0 1,0-1-1,1 0 0,0-1 0,0 0 1,0-1-1,1 1 0,-1-2 0,1 0 0,6 1 1,-3-4 1,1 0-1,-1-2 1,1 1 0,-1-2-1,1 0 1,-1-1-1,0 0 1,-1-1-1,1 0 1,-1-1-1,0-1 1,0 0-1,-1-1 1,0 0-1,0-1 1,-1 0-1,0-1 1,-1 0-1,0-1 1,0 0-1,16-21 10,-1-1 1,-1-1 0,-2-1 0,-1 0-1,-2-2 1,7-22-11,-12 25-1,-2-1 0,-2 0 0,-1-1 1,-1 0-1,-3-1 0,2-35 1,-7 67-123,1 1 1,-1-1 0,1 1 0,0-1-1,0 1 1,1 0 0,-1 0-1,1-1 1,0 1 0,0 0-1,0 1 1,1-1 0,-1 0-1,1 1 1,0-1 0,0 1-1,0 0 1,4-3 122,11-9-3203</inkml:trace>
  <inkml:trace contextRef="#ctx0" brushRef="#br0" timeOffset="389.982">1513 296 29862,'0'0'999,"0"0"-589,0 0-54,0 0 9,-16-21-138,-82-119-74,93 133-152,0 0-1,0 1 0,-1-1 0,0 1 1,-1 0-1,1 1 0,-1 0 0,0 0 1,0 0-1,-1 1 0,1 0 1,-1 0-1,0 1 0,0 0 0,0 0 1,0 1-1,-1 0 0,1 1 0,-1 0 1,1 0-1,-1 0 0,1 1 1,-1 1-1,0 0 0,1 0 0,0 0 1,-1 1-1,1 0 0,0 1 1,0 0-1,0 0 0,0 1 0,0-1 1,-3 4-1,-6 10-4,0 0 0,1 2 1,1 0-1,1 1 0,0 0 1,2 1-1,0 0 0,1 1 1,2 0-1,0 1 0,1 0 1,1 1-1,2-1 0,0 1 1,1 1-1,2-1 1,0 0-1,2 0 0,2 19 4,-4-34-2,1 1-1,1-1 1,0 1-1,0-1 0,1 0 1,0 1-1,0-1 1,1 0-1,1 1 1,-1-1-1,1-1 0,1 1 1,0 0-1,0-1 1,1 1-1,0-1 1,0-1-1,1 1 0,0-1 1,0 0-1,0 0 1,1 0-1,1-1 1,-1 0-1,1-1 0,0 0 1,7 4 2,-4-5-1,1-2 0,-1 1 1,1-1-1,-1-1 0,1 0 0,-1-1 0,1 0 1,0-1-1,-1 0 0,1-1 0,-1 0 1,0-1-1,1 0 0,-1-1 0,0 0 0,-1 0 1,1-1-1,-1-1 0,8-5 1,178-153-232,-172 140 127,136-133-2813,-94 91-2698</inkml:trace>
  <inkml:trace contextRef="#ctx0" brushRef="#br0" timeOffset="808.246">2683 371 29542,'0'0'828,"0"0"-426,0 0-173,-25-20 102,-80-64-39,58 44-178,34 26-102,0 0-1,-1 1 1,-1 0 0,0 1-1,0 1 1,-1 0-1,-1 1 1,0 1 0,0 1-1,-1 0 1,1 1-1,-2 1 1,1 1-1,-1 1 1,0 0 0,0 1-1,0 1 1,-13 1-12,23 2-1,0 1 1,1 0 0,-1 0-1,1 1 1,-1 0-1,1 1 1,0 0 0,0 0-1,0 0 1,1 1-1,0 1 1,0-1-1,0 1 1,0 0 0,1 1-1,0-1 1,1 1-1,-1 0 1,1 1 0,1 0-1,-1-1 1,1 1-1,1 1 1,-3 5 0,-4 12-3,1 1 1,1 0-1,1 0 1,2 1-1,0 0 0,2 0 1,1 10 2,1-19-2,1 1 1,1 0 0,1-1-1,1 1 1,0-1 0,1 0-1,1 0 1,1 0 0,1 0-1,2 1 2,-5-11 0,0-1 0,1-1-1,0 1 1,0-1-1,0 0 1,1 0-1,1 0 1,-1-1-1,1 0 1,0 0-1,0-1 1,1 1-1,-1-2 1,1 1 0,0-1-1,0 0 1,1-1-1,-1 0 1,1 0-1,0-1 1,0 0-1,0-1 1,1 0 0,2 1 5,0-2 0,1 0 0,-1 0 0,0-1 0,1-1 0,-1 0 0,0 0 0,0-1 0,0-1 0,-1 0 0,1-1 0,-1 0 0,0 0 0,0-1 0,-1-1 0,0 0 0,0 0 0,0-1 0,-1 0 0,0-1 0,-1 0 0,0 0 0,0-1 0,3-6-5,154-210-2574,-138 191-1718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635 171 26974,'0'0'1488,"0"0"-521,0 0-306,0 0-140,0 0-125,0 0-124,-10-13-67,-65-104 285,73 114-476,0 0 0,-1 0 0,1 0 1,-1 0-1,0 1 0,0-1 1,0 1-1,0-1 0,0 1 1,-1 0-1,1 0 0,-1 1 1,1-1-1,-1 1 0,0-1 1,1 1-1,-1 0 0,0 1 1,0-1-1,0 1 0,0-1 0,1 1 1,-1 0-1,0 1 0,0-1 1,0 1-1,0-1 0,0 1 1,1 0-1,-1 1 0,-2 0-14,-109 60 14,89-41-15,0 1 0,1 1 0,1 1 0,1 1 0,1 1 0,1 1 1,2 1-1,1 0 0,1 2 0,1 0 0,2 1 0,1 0 0,1 1 0,2 0 0,2 1 0,0 0 0,2 1 1,2-1-1,0 12 1,2-26-1,-1-1 0,2 0 0,1 1 0,0-1 0,1 1 0,1-1 0,1 1 0,0-1 1,2 0-1,0 0 0,1-1 0,0 0 0,2 0 0,0 0 0,0-1 0,2 0 0,0 0 1,9 8 0,-14-19-1,1-1 1,-1 0 0,1 0 0,0-1 0,1 0 0,-1 0-1,0 0 1,1-1 0,0 0 0,-1 0 0,1-1 0,0 0-1,0 0 1,0 0 0,0-1 0,0 0 0,0 0 0,0-1-1,0 0 1,-1 0 0,1-1 0,0 0 0,0 0 0,-1 0-1,1-1 1,-1 0 0,0 0 0,0-1 0,0 0-1,0 0 1,0-1 0,17-12 15,0-1 1,-2-1-1,0-1 0,-1-1 0,-2-1 0,16-23-15,-11 14 7,-1-1 0,-2-1 0,-1 0 0,-1-2 0,-3 0 0,0-1 0,-3 0 0,0-1 0,-3-1 0,-1 1 0,-2-1 0,-1-1 0,-3 1 0,0-1 0,-4-20-7,2 55-2,0-1 0,-1 1 0,0 0-1,0 0 1,0 0 0,0 0 0,-1-1 0,1 2-1,-1-1 1,0 0 0,0 0 0,-1 1 0,1-1-1,-1 1 1,1-1 0,-1 1 0,0 0 0,-1 0-1,1 1 1,0-1 0,-1 0 0,0 1 0,1 0-1,-1 0 1,0 0 0,0 1 0,0-1 0,0 1-1,-1 0 3,4 2-45,-1-1 0,1 1 0,0 0-1,-1 1 1,1-1 0,0 0 0,0 0 0,0 0-1,0 1 1,0-1 0,0 1 0,0-1-1,1 1 1,-1-1 0,0 1 0,1-1 0,-1 1-1,1-1 1,0 1 0,-1 0 0,1-1-1,0 1 1,0 0 0,0-1 0,0 1 0,0 0-1,1-1 1,-1 1 0,0 0 0,1-1-1,-1 1 1,1-1 0,0 1 0,-1-1 0,1 1-1,0-1 1,0 1 0,0-1 0,0 0 0,0 0-1,0 1 1,0-1 0,2 1 45,22 21-1877,4-6-2157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547 446 29710,'0'0'789,"0"0"-265,0 0-116,0 0 98,0-24-139,-8-147-79,6 152-270,-2 1-1,-1-1 0,0 1 1,-1 0-1,-1 1 0,0-1 1,-2 2-1,-7-12-17,13 22 0,-1 0-1,-1 0 1,1 1-1,-1 0 1,0 0-1,0 0 1,0 0-1,-1 1 1,1 0-1,-1 0 1,0 0-1,0 1 1,-1 0-1,1 0 1,-1 1-1,1 0 1,-1 0-1,0 0 1,0 1-1,0 0 1,0 0-1,0 1 1,0 0-1,-4 0 1,-1 4-3,1 0-1,-1 1 1,1 0 0,0 0-1,1 1 1,-1 1 0,1 0 0,0 0-1,1 1 1,0 0 0,0 1-1,1 0 1,0 0 0,0 1-1,1 0 1,0 0 0,1 1 0,1-1-1,-1 1 1,1 1 0,-2 7 3,-16 32-4,1 0 0,3 1 1,2 1-1,2 0 0,3 2 0,2-1 1,2 1-1,3 1 0,2 34 4,2-80 3,1-1-1,1 1 0,-1-1 1,2 1-1,-1-1 0,1 1 1,1-1-1,-1 0 1,2 0-1,-1 0 0,1 0 1,1-1-1,0 1 0,0-1 1,0 0-1,1-1 0,0 1 1,0-1-1,1 0 1,0-1-1,1 1 0,0-1-2,0 0 3,1-1 0,-1 0 0,1-1 0,0 0 0,0 0 0,0-1 0,0 0 0,1 0-1,-1-1 1,1-1 0,0 1 0,0-2 0,-1 1 0,1-1 0,0-1 0,0 0 0,-1 0 0,1-1-1,0 0 1,-1-1 0,0 0 0,1 0 0,-1-1 0,-1 0 0,1 0 0,0-1 0,-1-1 0,0 1-1,0-1 1,-1-1 0,0 1 0,0-1 0,0-1 0,-1 1-3,13-19-30,0 0 1,-2-1-1,-1 0 1,-2-1-1,0-1 1,-2-1-1,-1 0 0,-2 0 1,-1-1-1,-1 0 1,3-31 29,-3-11-1243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635 362 29574,'0'0'766,"0"0"-323,-10-18-143,-77-154 490,82 164-784,1 0-1,-1 0 0,0 0 0,-1 1 0,0 0 0,0 0 1,-1 0-1,0 1 0,0 0 0,0 0 0,-1 1 0,1 0 0,-1 0 1,-1 1-1,1 0 0,-1 1 0,1-1 0,-1 2 0,0-1 0,0 1 1,0 1-1,0-1 0,-1 1 0,1 1 0,0 0 0,0 0 1,-1 1-1,1 0 0,0 1 0,0 0 0,0 0 0,0 1 0,0 0 1,1 1-1,-1 0 0,-1 1-5,-10 11-3,-1 2 1,2 0 0,1 1-1,0 1 1,2 0 0,0 1-1,1 1 1,1 1-1,1 0 1,1 0 0,1 2-1,2-1 1,0 1-1,1 1 1,2-1 0,0 1-1,2 0 1,1 0 0,1 26 2,0-28 2,1-1 0,1 1 0,2-1 1,0 0-1,2 0 0,0 0 0,2 4-2,-4-21 0,0 0 0,1 0 0,-1 0 0,1 0 1,0-1-1,0 1 0,1-1 0,0 0 0,0 0 0,0-1 0,0 1 0,1-1 0,0 0 0,0 0 0,0 0 0,0 0 0,0-1 0,1 0 0,0 0 0,-1-1 0,1 0 0,0 0 1,0 0-1,1 0 0,-1-1 0,0 0 0,0-1 0,5 1 0,2-1 1,0-1 1,-1 0 0,1-1-1,0-1 1,-1 0-1,1 0 1,-1-1-1,0-1 1,0 0-1,-1 0 1,1-1 0,-1-1-1,0 0 1,-1-1-1,0 0 1,0 0-1,4-6-1,9-8 11,-2-1-1,0-2 0,-2 0 0,-1-1 1,0 0-1,7-20-10,76-231 77,-98 268-167,0 0-1,0 1 0,1-1 1,0 1-1,1 0 1,0 0-1,0 1 0,1-1 1,0 1-1,0 0 1,1 1-1,-1-1 0,1 1 1,1 1-1,-1-1 0,1 1 1,7-3 90,24-13-1986</inkml:trace>
  <inkml:trace contextRef="#ctx0" brushRef="#br0" timeOffset="408.153">1674 429 27798,'0'0'967,"0"0"-367,0 0 213,0 0 337,0 0-444,0 0-398,-4-22-95,-29-135-14,31 147-199,-1 0 0,1 0 1,-2 0-1,1 1 1,-1-1-1,-1 1 1,0 0-1,0 0 0,-1 0 1,0 1-1,0 0 1,-1 0-1,0 1 0,0-1 1,-1 1-1,0 1 1,0 0-1,-1 0 1,1 1-1,-1-1 0,-1 2 1,1 0-1,-1 0 1,1 0-1,-1 1 0,0 1 1,0 0-1,0 0 1,-1 1-1,1 0 1,0 1-1,-7 0 0,1 8-2,-1 1 0,1 1 0,1 0 0,0 2 0,0-1 0,1 2 0,0 0 0,2 0 0,-1 1 0,2 1 0,0 0 0,0 0 0,1 1 0,1 1-1,1 0 1,1 0 0,0 0 0,1 1 0,-1 6 2,-14 31-14,3 1-1,1 1 0,4 1 1,2 0-1,2 1 0,3 0 1,2 11 14,5-63-3,0 0 1,1 0-1,-1 0 1,1 0-1,1 0 1,-1 0 0,1-1-1,0 1 1,1-1-1,0 0 1,0 0-1,0 0 1,0-1-1,1 1 1,0-1 0,0 0-1,1-1 1,-1 1-1,1-1 1,0 0-1,0 0 1,0-1 0,1 0-1,-1 0 1,1 0-1,0-1 1,0 0-1,0 0 1,0-1-1,0 0 1,0 0 0,0 0-1,0-1 1,0 0-1,0-1 1,1 0-1,-1 0 1,0 0 0,0-1-1,0 0 1,-1 0-1,1-1 1,0 0-1,-1 0 1,0 0-1,0-1 1,6-4 2,26-19-38,-1-1 1,-1-2-1,-2-1 0,-1-2 1,-1-1-1,-2-1 0,-2-2 1,-1-1-1,1-6 38,22-26-360,79-98-2726,-74 102-1835</inkml:trace>
  <inkml:trace contextRef="#ctx0" brushRef="#br0" timeOffset="804.288">2711 632 24869,'0'0'2994,"0"0"-1735,0 0-355,0 0-34,0-18-306,-12-118 54,4 113-588,-1 0 1,-1 0-1,0 1 1,-2 1-1,-1-1 0,0 2 1,-2 0-1,0 1 1,-1 0-1,-1 1 1,-1 1-1,0 1 1,-1 1-1,-1 0 1,-7-3-31,21 15-2,0 0 0,0 0-1,0 0 1,0 1 0,-1 0 0,1 0 0,-1 0-1,0 1 1,1 0 0,-1 1 0,0-1 0,0 1-1,1 1 1,-1-1 0,0 1 0,1 0 0,-1 1-1,0-1 1,1 1 0,0 1 0,-1-1 0,1 1 0,0 0-1,0 1 1,1-1 0,-1 1 0,1 0 0,-1 0-1,2 1 1,-1 0 0,-1 2 2,-14 20-24,2 1 0,1 1 0,1 1 0,1 1 0,2 0 0,1 0 0,2 1 0,1 1 0,1 0 24,2-13-3,-1 0 1,2 0-1,1 1 0,1 0 1,0 0-1,2 0 0,0 0 1,1 0-1,1 0 0,2 0 1,0 0-1,1-1 0,0 1 1,2-1-1,1 0 0,0 0 1,3 4 2,-5-19-2,-1 0 0,1 0 0,0 0-1,0 0 1,0-1 0,1 0 0,0 0 0,-1 0 0,1-1 0,1 0 0,-1 0 0,0-1 0,1 1 0,-1-1 0,1-1 0,0 1 0,0-1 0,-1 0 0,1-1 0,0 0 0,0 0 0,0 0 0,0-1 0,5-1 2,4-1 0,0 0 1,0-1-1,0-1 0,0-1 0,-1 0 0,0-1 0,0-1 1,-1 0-1,10-9 0,307-261-1506,-249 208-541</inkml:trace>
  <inkml:trace contextRef="#ctx0" brushRef="#br0" timeOffset="1208.049">3759 516 27318,'0'0'1196,"0"0"-494,0 0-193,0 0 179,0 0 108,0 0-168,1-12-338,0-15-227,0 0 0,-2 0 1,0 0-1,-2 1 0,-1-1 1,-2 0-1,0 1 0,-1 0 0,-9-16-63,12 28 3,-2 1-1,0-1 1,-1 1 0,0 1-1,-1-1 1,0 2-1,-1-1 1,0 1-1,-1 0 1,0 1-1,-1 0 1,0 0-1,0 1 1,-1 1 0,0 0-1,-1 1 1,0 0-1,0 1 1,0 0-1,-1 1 1,0 1-1,0 0 1,-1 1-3,6 4-1,0 2 0,1 0-1,-1 0 1,0 0 0,1 1 0,0 0 0,0 1-1,0 0 1,1 0 0,-1 0 0,1 1 0,1 1 0,-1-1-1,1 1 1,0 0 0,0 0 0,1 0 0,0 1-1,0 0 1,1 0 0,0 1 0,1-1 0,-1 2 1,2-6-1,-28 52-2,3 1 0,2 1-1,3 1 1,3 2 0,2 0 0,3 0 0,2 2-1,4-1 1,2 1 0,2 32 3,3-90 2,0 0 0,0 1 1,1 0-1,0-1 0,0 1 0,0-1 0,1 1 0,-1-1 1,1 1-1,1-1 0,-1 1 0,1-1 0,0 0 1,0 0-1,1 0 0,-1 0 0,1 0 0,0 0 0,0-1 1,1 1-1,-1-1 0,1 0 0,0 0 0,0-1 1,1 1-1,-1-1 0,1 0 0,0 0 0,-1 0 0,1 0 1,0-1-1,1 0 0,0 0-2,10-1 0,0-1 0,0-1 0,0-1 0,0 0 0,0-1 0,0-1 0,0 0 0,-1-1 0,0-1 0,0 0 0,0-1 0,-1-1 0,0 0 0,-1-1 0,0 0 0,0-1 0,-1 0 0,0-1 0,0-1 0,-2 0 0,6-7 0,-5 9 0,172-163-891,-103 93-1003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1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1 731 25477,'0'0'3964,"0"0"-2878,0 0-846,0 0 46,7-24-34,60-150-37,143-186-151,-208 358-64,-2 1 1,1-1-1,-1 0 1,1 0-1,0 1 0,-1-1 1,1 0-1,0 1 1,0-1-1,0 1 0,0-1 1,1 1-1,-1 0 1,0-1-1,1 1 0,-1 0 1,1 0-1,-1 0 0,1 0 1,-1 0-1,1 0 1,0 0-1,-1 1 0,1-1 1,0 1-1,0-1 1,-1 1-1,1 0 0,0-1 1,0 1-1,0 0 0,0 0 1,0 0-1,-1 1 1,1-1-1,0 0 0,0 1 1,1 0-1,33 103 100,-31-76-58,8 32 37,1 16-48,4 0 0,3-1 0,3-1 0,4-1 0,10 16-31,-38-87 0,1 0 1,-1 0 0,1 0-1,-1 0 1,1 0-1,0 0 1,0-1 0,0 1-1,0 0 1,0 0-1,0-1 1,0 1 0,0-1-1,1 1 1,-1-1-1,1 1 1,-1-1-1,1 0 1,0 0 0,-1 0-1,1 0 1,0 0-1,0 0 1,0 0 0,-1-1-1,1 1 1,0 0-1,0-1 1,0 0 0,0 1-1,0-1 1,0 0-1,0 0 1,0 0 0,0-1-1,0 1 1,0 0-1,0-1 1,0 1 0,0-1-1,0 0 1,0 1-1,0-1 1,-1 0-1,2-1 1,89-128 35,-79 104-35,200-414-261,-213 438 260,0 1 0,0-1 0,0 1 1,0-1-1,0 1 0,0-1 0,1 1 0,-1-1 1,0 1-1,1-1 0,-1 1 0,1 0 0,0-1 1,0 1-1,-1 0 0,1-1 0,0 1 0,0 0 1,0 0-1,0 0 0,0 0 0,0 0 0,1 0 1,-1 0-1,0 0 0,0 0 0,1 0 0,-1 1 1,1-1-1,-1 1 0,0-1 0,1 1 0,-1-1 1,1 1-1,-1 0 0,1 0 0,-1 0 0,1 0 1,-1 0-1,1 0 0,0 0 0,-1 0 0,1 0 1,-1 1-1,0-1 0,1 1 0,-1-1 0,1 1 1,-1 0-1,0-1 0,1 1 0,-1 0 0,0 0 1,0 0-1,1 0 0,-1 0 0,0 0 0,0 0 1,0 0-1,0 1 0,15 39 116,-1 1 0,-2 0 0,-2 1 0,3 33-116,4 7 80,67 187-76,-82-265-95,-1 0 0,1-1 0,0 1 0,0-1 0,1 0 0,-1 1 0,1-1 0,0-1 0,0 1 0,0-1 0,1 1 0,-1-1 0,1 0 0,-1-1 0,1 1 0,0-1 0,0 0 0,0 0 0,1-1 0,-1 1 0,0-1 0,1 0-1,-1-1 1,6 1 91,30 0-2796</inkml:trace>
  <inkml:trace contextRef="#ctx0" brushRef="#br0" timeOffset="389.982">2148 358 29086,'0'0'1176,"0"0"-723,0-24-117,-2-79 78,3 92-369,-2-1 0,1 0-1,-2 1 1,1-1-1,-1 1 1,-1-1 0,0 1-1,-1 0 1,0 0-1,-1 1 1,0-1 0,0 1-1,-1 0 1,-1 0-1,0 1 1,0 0 0,-1 0-1,0 0-44,4 5 0,-1 1 1,1 0-1,-1 0 0,1 1 0,-1-1 1,0 1-1,0 0 0,0 0 0,0 1 1,0 0-1,0 0 0,-1 0 0,1 0 1,0 1-1,-1 0 0,1 0 0,0 0 1,-1 0-1,1 1 0,0 0 0,0 0 0,0 1 1,0 0-1,0-1 0,0 2 0,0-1 1,0 0-1,1 1 0,-1 0 0,1 0 1,0 1-1,-1-1 0,-10 10-3,1 0-1,0 1 1,0 0 0,1 1-1,1 1 1,1 0 0,0 0 0,-1 4 3,-9 17-2,2 1 0,1 1 0,2 1 0,2 0 0,1 1 0,3 0 0,1 1 0,2 0 0,1 0 0,3 1 0,1 10 2,1-44 0,1 1 0,-1-1-1,2 1 1,-1-1-1,1 1 1,1-1 0,-1 1-1,2-1 1,-1 0 0,1 0-1,1 0 1,0 0 0,0-1-1,0 1 1,1-1 0,1 0-1,-1-1 1,1 1 0,0-1-1,1 0 1,0-1-1,0 1 1,0-1 0,1-1-1,0 1 1,0-1 0,0-1-1,1 0 1,0 0 0,0 0-1,0-1 1,0-1 0,0 1-1,2-1 1,7-5-93,-1-1 0,1 0 0,-1-1-1,0-1 1,0-1 0,0 0 0,-1-1 0,0-1-1,-1 0 1,0-2 0,-1 1 0,0-2 0,0 0 0,-1 0-1,-1-1 1,0-1 0,-1 0 0,0-1 0,-1 0-1,-1 0 1,0-1 0,-1 0 0,-1-1 0,-1 0-1,2-7 94,7-23-3072</inkml:trace>
  <inkml:trace contextRef="#ctx0" brushRef="#br0" timeOffset="654.454">1927 578 29222,'0'0'1409,"0"0"-1025,0 0 8,0 0 8,60 114-24,-33-91-176,3-1-128,5-1-72,8 19-144,-8-7-976,-12-4-4666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1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94 28430,'0'0'1627,"0"0"-1067,0 0-218,0 0 47,0 0 7,-19-10-112,-100-50-17,104 54-241,-1 2 0,0 0 0,0 1 0,-1 0 0,1 1 0,-1 1 0,1 1 0,-1 0 0,1 1 0,-1 1 0,1 1 0,0 0 0,0 1 0,0 0 0,0 2 0,1 0 0,-1 0 0,-8 7-26,3-2 0,1 1 0,0 1 0,0 1 1,2 0-1,0 2 0,0 0 0,2 1 0,0 1 0,1 0 1,0 1-1,2 1 0,0 0 0,2 0 0,0 2 0,1-1 0,1 1 1,1 1-1,1-1 0,2 1 0,0 0 0,1 1 0,1-1 1,1 1-1,1 0 0,1 0 0,3 14 0,-2-30 0,1-1 0,0 0 0,0 0 0,1 0 0,0 0 0,0-1 0,1 1 0,-1-1 0,1 0 0,1 0 0,-1 0 0,1 0 0,0-1 0,0 0 0,1 0 0,0 0 0,0 0 0,0-1 1,0 0-1,0-1 0,1 1 0,0-1 0,0-1 0,0 1 0,0-1 0,0 0 0,195 19-9,69-50-2121,-199 13-349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1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564 214 27038,'0'0'2663,"0"0"-1764,0 0-346,0 0-94,0 0-97,0 0-121,-5-20-57,-17-67-12,21 82-167,0 0 1,0 0-1,-1-1 1,1 1-1,-1 0 1,0 0-1,-1 1 1,1-1-1,-1 0 0,0 1 1,0 0-1,-1-1 1,1 1-1,-1 0 1,0 1-1,0-1 1,0 1-1,0 0 0,-1 0 1,1 0-1,-1 0 1,0 1-1,0 0 1,0 0-1,0 0 1,0 1-1,0-1 0,0 1 1,0 0-1,-1 1 1,1 0-1,0-1 1,-1 2-1,1-1 1,0 0-1,-3 2-5,-8 1 0,-1 2 0,1 0 0,0 1 0,0 0 0,0 1 0,1 1 0,0 1 0,1 0 0,0 0 0,0 2 0,1 0 0,1 0 0,-1 1 0,2 1 0,0 0 0,0 0 0,2 1 0,-1 1 0,2 0 0,0 0 0,0 2 0,-8 10 0,1 1 0,1 1 0,2 0 0,1 1 0,1 0 0,2 1 0,1 0 0,1 0 0,1 1 0,2-1 0,2 1 0,1 23 0,1-48 0,0-1 0,0 1 0,1 0 0,-1 0 0,2-1 0,-1 1 0,1-1 0,0 0 0,0 0 0,0 0 0,1 0 0,0 0 0,0-1 0,1 0 0,-1 0 0,1 0 0,0 0 0,1-1 0,-1 0 0,1 0 0,-1 0 0,1-1 0,1 1 0,-1-1 0,0-1 0,1 0 0,-1 1 0,1-2 0,0 1 0,-1-1 0,1 0 0,0-1 0,0 1 0,0-1 0,0-1 0,4 0 0,15-3 0,0-2 0,0-1 0,-1-1 0,0-1 0,0-1 0,-1-1 0,0-2 0,-1 0 0,0-1 0,-2-1 0,1-2 0,-2 0 0,0-1 0,-1-1 0,-1 0 0,-1-2 0,2-3 0,-10 15-26,-1 0 0,0 0 0,0-1 0,-1 0 0,0 0 0,0-1 0,-2 0-1,1 0 1,-1 0 0,-1-1 0,0 1 0,0-1 0,-2 0 0,1 0 0,-1-1 0,-1 1 0,0 0 0,-1-1 0,0 1 0,-1 0 0,-1-1 0,-1-6 26,-24-24-1844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2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457 140 26382,'0'0'897,"0"0"61,0 0 281,0 0-614,0 0-251,-1-10-42,1 9-335,1-4 51,-1 0 1,1 0-1,-1 0 0,-1 0 1,1 0-1,-1 0 0,1 0 1,-1 0-1,-1 0 0,1 1 1,-1-1-1,0 0 0,0 1 1,0-1-1,-1 1 0,1 0 1,-1 0-1,0 0 0,0 0 1,-1 0-1,1 1 0,-1-1 1,1 1-1,-1 0 0,0 0 1,-1 1-1,1-1 0,0 1 1,-4-2-49,0 3 1,1-1 1,-1 1 0,0 1 0,0-1 0,1 1-1,-1 1 1,0 0 0,1 0 0,-1 0 0,1 1-1,-1 0 1,1 0 0,-1 1 0,1 0 0,0 0-1,1 1 1,-1 0 0,0 0 0,1 1 0,0-1-1,0 1 1,0 1 0,-2 2-2,-10 11-1,1 0-1,1 2 1,1 0 0,1 0-1,0 1 1,-4 13 1,1-3 1,2 0-1,1 1 1,2 1 0,1 0 0,2 0-1,1 1 1,2 0 0,1 1-1,2-1 1,2 1 0,2 28-1,1-56 2,1-1 0,0 1 0,1-1 0,0 0 0,0 0 0,1 0 0,-1-1 0,1 1 0,1-1 0,-1 0 0,1-1 0,0 1 0,1-1 0,-1 0 0,1-1 0,0 1 0,0-1 0,0-1 0,1 1 0,-1-2 0,1 1 0,0-1-1,-1 0 1,1 0 0,0-1 0,1 0 0,-1 0 0,0-1 0,0 0 0,0-1 0,0 1 0,0-2 0,0 1 0,0-1 0,2-1-2,5-3 2,0 0-1,-1 0 1,0-2-1,0 0 1,-1 0-1,0-1 1,0-1-1,-1 0 1,-1-1-1,0 0 1,0-1-1,-1 0 1,0-1-1,-1 0 0,-1 0 1,0-1-1,-1 0 1,4-11-2,6-13 2,-2-1-1,-2-1 1,-1 0 0,-3-1 0,-1 0-1,-2-1 1,-1 1 0,-3-1 0,-1 0-1,-3-14-1,3 54 0,0-1-1,-1 0 1,1 0-1,-1 1 1,1-1-1,-1 0 1,0 0-1,0 1 1,0-1-1,0 0 1,-1 0-1,1 1 1,-1-1-1,0 0 1,1 1-1,-1-1 1,0 1 0,-1-1-1,1 1 1,0-1-1,-1 1 1,1 0-1,-1-1 1,0 1-1,0 0 1,0 0-1,0 1 1,0-1-1,0 0 1,0 1-1,-1-1 1,1 1-1,-1-1 1,1 1-1,-1 0 1,1 0-1,-1 0 1,0 1-1,1-1 1,-1 1-1,0-1 1,0 1-1,1 0 1,-2 0 0,-120 44-1219,57-6-1231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3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140 156 29262,'0'0'763,"0"0"-249,0 0-60,-22 2 84,-96 9 513,136-6-866,14-3-185,-1-1 0,0-1 0,0-2 0,0-1 0,0-1 0,0-2 0,-1-1 0,0-1 0,0-2 0,-1-1 0,10-7 0,70-56 0,-109 73 0,0 0 0,0 0 0,0 0 0,0-1 0,0 1 0,0 0 0,0 0 0,0 0 0,0 0 0,0-1 0,-1 1 0,1 0 0,0 0 0,-1 0 0,1 0 0,-1 0 0,1 0 0,-1 0 0,0 0 0,1 0 0,-1 0 0,0 0 0,0 0 0,0 0 0,1 1 0,-1-1 0,0 0 0,0 1 0,0-1 0,0 1 0,0-1 0,0 1 0,-1-1 0,1 1 0,0-1 0,0 1 0,0 0 0,0 0 0,0 0 0,-1 0 0,1 0 0,0 0 0,0 0 0,0 0 0,0 0 0,-1 0 0,1 1 0,0-1 0,0 0 0,0 1 0,0-1 0,0 1 0,0-1 0,0 1 0,0 0 0,-1 0 0,-5-1 0,6 0 0,-139 10 0,136-9 0,0 0 0,0 0 0,0 1 0,0-1 0,0 1 0,0 0 0,1 0 0,-1 0 0,1 1 0,-1-1 0,1 1 0,0 0 0,0 0 0,0 0 0,0 0 0,1 0 0,-1 1 0,1-1 0,0 1 0,0-1 0,0 1 0,0 0 0,1 0 0,-1 0 0,1 0 0,0 0 0,0 0 0,1 1 0,-1-1 0,1 0 0,0 3 0,1-4 0,0 0 0,1 0 0,-1-1 0,1 1 0,0 0 0,0-1 0,0 1 0,0-1 0,0 0 0,0 0 0,1 0 0,-1 0 0,1 0 0,-1 0 0,1 0 0,0-1 0,0 0 0,-1 1 0,1-1 0,0 0 0,0 0 0,0-1 0,1 1 0,-1-1 0,0 1 0,0-1 0,0 0 0,0 0 0,0 0 0,0-1 0,1 1 0,-1-1 0,0 0 0,0 0 0,0 0 0,11 1 0,209-3-1990,-178-5-2517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1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62 6737,'0'0'20301,"0"0"-17469,0 0-2231,0 0-193,0 0-184,0 0-72,-43 87-8,26-29-56,-1 13-16,-3 8-8,1 2 0,1-1-24,5-1-40,3-4 0,11 6-216,0-21-640,0-17-1665</inkml:trace>
  <inkml:trace contextRef="#ctx0" brushRef="#br0" timeOffset="1093.963">2192 83 30038,'0'0'673,"0"0"-489,0 0 288,0 0-88,-14 120-96,11-68-152,1 6-88,-2 9-24,-1 1-8,-2 2-16,2-5-112,3-11-176,2-7-232,0-18-753,0-14-1751</inkml:trace>
  <inkml:trace contextRef="#ctx0" brushRef="#br0" timeOffset="1345.573">3152 0 26902,'0'0'4729,"0"0"-4313,0 0-136,-20 129 160,10-46-440,6 33 0,4 33 0,0 7 0,2-11 0,5-46-912,-5-39-18036</inkml:trace>
  <inkml:trace contextRef="#ctx0" brushRef="#br0" timeOffset="409.635">805 465 29398,'0'0'771,"0"0"-209,0 0-66,0 0-143,1-22-181,7-142-51,-8 162-120,0 0 0,0 0 0,1 0 0,-2 0 0,1 0 0,0 1 0,0-1 0,-1 0 0,1 0 0,-1 0 0,1 0 0,-1 0 0,0 1 0,0-1 0,0 0 0,0 1 0,0-1 0,0 1 0,0-1 0,-1 1 0,1-1 0,0 1-1,-1 0 1,1 0 0,-1-1 0,0 1 0,1 0 0,-1 1 0,0-1 0,0 0 0,1 0 0,-1 1 0,0-1 0,0 1 0,0 0 0,0-1 0,0 1 0,0 0 0,1 0 0,-1 0 0,0 0 0,0 0 0,0 1 0,0-1 0,0 1 0,-1 0-2,-9 2 0,1 1-1,-1 0 0,1 1 1,-1 0-1,2 1 0,-1 0 0,1 1 1,0 0-1,0 1 0,0 0 0,1 0 1,1 1-1,-1 0 0,2 1 1,-1 0-1,1 0 0,-2 4 2,-5 3-2,1 1 0,0 0-1,1 0 1,1 2 0,1-1-1,0 1 1,2 1 0,0-1-1,2 1 1,0 1 0,1-1-1,1 1 1,1 0 0,1 0-1,1 12 3,3-31-1,0 1-1,0 0 0,0-1 1,0 0-1,0 0 0,1 0 1,0 0-1,-1 0 0,1 0 1,0 0-1,1-1 0,-1 0 1,0 0-1,1 0 0,-1 0 1,1 0-1,0 0 0,-1-1 0,1 0 1,0 0-1,0 0 0,0 0 1,0-1-1,0 1 0,0-1 1,0 0-1,0 0 0,0-1 1,0 1-1,0-1 0,0 0 1,-1 0-1,1 0 0,0 0 1,0-1-1,-1 1 0,1-1 0,0 0 2,17-8-14,-1-1-1,0-1 0,-1-1 0,0 0 0,-1-2 1,-1 0-1,8-9 15,29-23-171,101-77-1308,-89 71-687</inkml:trace>
  <inkml:trace contextRef="#ctx0" brushRef="#br0" timeOffset="768.793">1553 458 28214,'0'0'1726,"0"0"-922,0 0-91,0 0-168,0 0-213,0-18-127,-5-61-105,6 74-98,-1 0-1,0 0 1,0 0 0,-1 0 0,0 0-1,0-1 1,0 1 0,0 1-1,-1-1 1,0 0 0,0 0 0,0 1-1,-1-1 1,1 1 0,-1-1-1,0 1 1,0 0 0,-1 0 0,1 1-1,-1-1 1,0 1 0,0-1-1,0 1 1,0 0 0,0 1 0,-1-1-1,0 1 1,1 0 0,-1 0-1,0 0 1,0 1 0,0 0 0,0 0-1,0 0 1,0 0 0,0 1-1,0 0 1,0 0 0,-1 0 0,1 1-1,0-1 1,0 1 0,0 1-1,0-1 1,0 1 0,1-1 0,-1 2-1,0-1 1,-1 1-2,-8 7-3,1 0 1,0 2-1,0-1 1,1 2-1,0-1 0,1 2 1,1-1-1,0 2 1,1-1-1,0 1 0,1 1 1,1-1-1,0 1 1,1 0-1,1 1 0,1 0 1,0 0-1,1 0 1,1 0-1,1 3 3,-1-16-1,1 0 0,1 0-1,-1 0 1,1 0 0,-1-1 0,1 1-1,0 0 1,1 0 0,-1 0 0,1 0-1,-1 0 1,1-1 0,0 1 0,0 0 0,1-1-1,-1 1 1,1-1 0,0 1 0,0-1-1,0 0 1,0 1 0,1-1 0,-1 0-1,1-1 1,0 1 0,0 0 0,0-1 0,0 1-1,0-1 1,0 0 0,1 0 0,-1-1-1,1 1 1,-1-1 0,1 1 0,0-1 0,0 0-1,2 0 2,6 0 5,0 0-1,0-1 1,-1 0-1,1-1 0,0 0 1,0-1-1,-1 0 1,1-1-1,-1 0 0,1-1 1,-1 0-1,0-1 1,-1 0-1,1-1 0,-1 0 1,0-1-1,-1 0 1,1 0-1,3-5-4,150-181-713,-124 139-179,-10 15-1077</inkml:trace>
  <inkml:trace contextRef="#ctx0" brushRef="#br0" timeOffset="21773.211">1977 1114 16388,'0'0'1530,"0"0"-891,0 0-376,0 0-98,0 0-87,-1 3 331,-7 41 3487,8-40-3577,0-1 1,0 0 0,0 0-1,0 0 1,0 0 0,-1 1-1,0-1 1,1 0-1,-1 0 1,0 0 0,0 0-1,-1 0 1,1 0-1,-1-1 1,1 1 0,-1 0-1,0-1 1,0 1 0,0-1-1,0 0 1,-1 1-1,1-1 1,-1 0 0,0 0-320,46-4 1519,285-130-1310,-231 105-209,2 5 0,0 4 0,0 4 0,67 2 0,-98 12 0,1 3 0,-1 3 0,0 3 0,13 6 0,-182-10 0,-290 54 0,286-37 0,-2-4 0,0-5 0,-20-4 0,91-8 0,0-1 0,1-1 0,0-3 0,-1 0 0,1-3 0,-6-2 0,39 9 0,0-1 0,0 1 0,-1 0 0,1-1 0,0 1 0,0-1 0,0 0 0,0 0 0,0 1 0,0-2 0,0 1 0,0 0 0,1 0 0,-1 0 0,0-1 0,0 1 0,1-1 0,-1 0 0,1 1 0,0-1 0,-1 0 0,1 0 0,0 0 0,0 1 0,0-1 0,0-1 0,1 1 0,-1 0 0,0 0 0,1 0 0,0 0 0,-1 0 0,1 0 0,0-1 0,0 1 0,0 0 0,0 0 0,1 0 0,-1-1 0,1 1 0,-1 0 0,2-2 0,2-1 0,0 1 0,1 0 0,0 0 0,0 0 0,0 1 0,0-1 0,0 1 0,1 0 0,0 1 0,-1 0 0,1-1 0,0 2 0,0-1 0,0 1 0,0 0 0,6 0 0,-3-1 0,110-18 0,1 6 0,1 5 0,0 5 0,50 8 0,-22-3 0,-112-1 0,0 2 0,-1 1 0,1 2 0,-1 1 0,18 7 0,-102-11 0,-674-3 0,351-15 0,586 25 0,490-6 0,-659-1 0,1 1 0,-1 3 0,0 2 0,0 2 0,22 9 0,-111-14 0,-562-8 0,123 43 0,226 3 0,318-44 0,388-81 0,-384 67-51,-10-1-28,1 3 0,1 2 1,0 3-1,0 2 1,1 3-1,0 2 1,24 5 78,-24 7-3008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4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51 673 16828,'0'0'6357,"0"0"-1157,0 0-3649,0 0-1024,0 0-7,-11 1-147,-19 3-239,20-2-87,20-2 15,355-51 294,68 20-1094,-372 27-1073</inkml:trace>
  <inkml:trace contextRef="#ctx0" brushRef="#br0" timeOffset="264.705">1016 150 30358,'0'0'641,"0"0"-417,76 129-136,-27-69 160,4 2 72,7 0-128,4-4-136,3-4-24,-7-6-32,-12-9-8,-4-12-248,-16-10-176,-5-17-328,-14-6-961,-7-19-3000</inkml:trace>
  <inkml:trace contextRef="#ctx0" brushRef="#br0" timeOffset="512.229">1620 1 29246,'0'0'1016,"0"0"-423,-78 164-113,4-38 80,-25 48-208,-14 25-264,0 2-88,28-49-584,20-48-1681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 22085,'0'0'5862,"0"0"-4019,0 0-1170,0 0-123,0 0-116,0 0-174,-6-1-159,5 0-99,0 1 0,0-1 0,0 1-1,0 0 1,-1 0 0,1-1 0,0 1 0,0 0-1,0 0 1,0 0 0,0 0 0,0 0 0,0 1 0,-1-1-1,1 0 1,0 0 0,0 1 0,0-1 0,0 1-1,0-1 1,0 1 0,0-1 0,0 1 0,0-1 0,0 1-1,1 0 1,-1 0 0,0-1 0,0 1 0,1 0-1,-1 0 1,0 0 0,1 0 0,-1 0 0,1 0 0,-1 0-1,1 0 1,-1 0 0,1 0 0,0 0 0,0 0-1,-1 0 1,1 1 0,0-1 0,0 0 0,0 0-1,0 0 1,0 0 0,0 0 0,1 0 0,-1 0 0,0 1-1,1-1 1,-1 0 0,0 0 0,1 0 0,-1 0-1,1 0-1,-6 231 833,-22-125-811,-12 113-48,39-219 2,0 1 1,0-1-1,0 1 1,0 0-1,0-1 1,1 1-1,-1-1 1,1 1 0,-1-1-1,1 1 1,-1-1-1,1 0 1,0 1-1,0-1 1,-1 0-1,1 1 1,0-1-1,0 0 1,0 0 0,1 0-1,-1 0 1,0 0-1,0 0 1,1 0-1,-1 0 1,0-1-1,1 1 1,-1 0-1,1-1 1,-1 1 0,1-1-1,-1 1 1,1-1-1,-1 0 1,1 0-1,-1 0 1,1 0-1,-1 0 1,1 0-1,-1 0 1,1 0 0,0-1-1,-1 1 1,1 0-1,-1-1 1,1 0 23,72-27-3697,-25-4-5393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29614,'0'0'969,"0"0"-705,0 0-16,0 0 96,0 108-120,0-67-120,-2 5-48,-2 8-24,-3 2 0,-7 0 8,0 2-8,-4-4-16,1-5-16,4-7 0,8-7-208,5-23-288,9-7-1121,10-5-2528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27454,'0'0'3233,"0"0"-2849,0 0-248,0 0 376,0 0-56,0 0-176,0 141-88,-5-99-80,3 3-104,-3 5-8,3 4 0,2 2 0,0 25-128,0-13-880,0-14-1937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3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65 207 27822,'0'0'1824,"0"0"-1081,0 0-244,0 0-16,0 0-126,0 0-83,-3 0-24,-10 1-169,12 0-73,0-1 0,-1 1 0,1-1 0,-1 0 0,1 1 0,-1-1-1,1 0 1,-1 0 0,1 0 0,-1 0 0,1 0 0,-1 0-1,1 0 1,0 0 0,-1-1 0,1 1 0,-1-1 0,1 1 0,-1-1-1,1 1 1,0-1 0,-1 0 0,1 0 0,0 0 0,0 0 0,0 0-1,0 0 1,0 0 0,0 0 0,0 0 0,0 0 0,0 0-1,0-1 1,0 1 0,1 0 0,-1-1 0,0 1 0,1 0 0,0-1-1,-1 1 1,1-1 0,0 1 0,-1-1-8,1-1 0,0-1 0,0 0 0,0 1 0,1-1 0,-1 1 0,1-1 0,0 1 0,0 0 0,0-1 0,0 1 0,0 0 0,1 0 0,-1-1 0,1 1 0,0 0 0,0 1 0,0-1 0,1 0 0,-1 1 0,1-1 0,-1 1 0,1 0 0,0-1 0,0 1 0,0 1 0,0-1 0,0 0 0,0 1 0,0-1 0,1 1 0,-1 0 0,1 0 0,-1 1 0,0-1 0,1 1 0,-1-1 0,2 1 0,18 4 48,-27-4 0,-6-63-60,44 54-16,-34 10 28,0 0 1,0 0-1,0-1 0,0 1 0,-1 0 1,1 0-1,0-1 0,0 1 1,-1 0-1,1 0 0,-1-1 1,1 1-1,-1 0 0,1-1 0,-1 1 1,1-1-1,-1 1 0,0-1 1,1 1-1,-1-1 0,0 1 0,1-1 1,-1 1-1,0-1 0,1 0 1,-1 1-1,0-1 0,0 0 0,0 0 1,1 0-1,-1 0 0,0 0 1,0 0-1,0 0 0,1 0 1,-1 0-1,0 0 0,0 0 0,0 0 1,1 0-1,-1-1 0,0 1 1,0 0-1,1-1 0,-1 1 0,0 0 1,0-1-1,1 1 0,-1-1 1,0 0-1,1-20-1414,0 7-2140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26942,'0'0'2304,"0"0"-2016,0 0-160,0 0 224,-46 150 8,39-101-119,2 3-161,3 2-40,2-4-8,0-2-32,0-7-48,19-2-401,1-10-1015,-4-14-5785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30166,'0'0'793,"0"0"-577,0 0-24,-53 141 144,43-100-168,4-1-104,3-1-64,3 0-32,0 9-248,16-11-496,-2-8-2169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338 348 30623,'0'0'538,"-6"-21"-324,-30-134-49,35 131-135,2 18-28,-1 0 0,1 0 0,-1-1 0,0 1 0,-1 0 0,0-1 1,0 1-1,0 0 0,-1 0 0,1-1 0,-1 1 0,-1 1 0,1-1 0,-1 0 1,0 1-1,-1-1 0,1 1 0,-1 0 0,0 0 0,0 0 0,-1 1 0,1-1 1,-1 1-1,0 0 0,-1 0-2,0 3 0,1 0-1,-1 0 1,1 1 0,-1-1 0,0 2-1,1-1 1,-1 0 0,1 1 0,-1 0 0,1 1-1,-1-1 1,1 1 0,0 0 0,0 0-1,0 0 1,0 1 0,0 0 0,0 0 0,1 0-1,0 1 1,-1-1 0,1 1 0,0 0-1,1 0 1,-1 1 0,1-1 0,0 1 0,0 0-1,-1 2 1,-65 156-15,63-135 15,1 0 0,1 0-1,1 0 1,1 1-1,2-1 1,2 20 0,-2-44-1,0 1-1,0-1 1,1 0 0,-1 1 0,1-1-1,0 0 1,0 0 0,1 0 0,-1 0-1,1 0 1,0 0 0,0 0 0,0 0-1,0-1 1,1 1 0,0-1 0,-1 0-1,1 1 1,0-1 0,1-1 0,-1 1-1,0 0 1,1-1 0,0 0 0,-1 0-1,1 0 1,0 0 0,0 0 0,0-1-1,0 0 1,1 0 0,-1 0 0,0 0-1,0-1 1,1 1 0,-1-1 0,0 0-1,1 0 1,-1-1 0,0 1 0,0-1 0,1 0-1,-1 0 1,0-1 0,3-1 1,82-73 0,30-71-668,-69 76-849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216 277 26510,'0'0'1192,"0"0"-429,0 0 69,0 0-63,0 0-287,3-21-215,11-160 183,-14 177-444,-1 1 0,1 0 1,-1-1-1,0 1 0,0 0 0,0-1 0,0 1 0,-1 0 0,1 0 0,-1 0 0,0 0 0,0 0 0,0 1 0,0-1 0,0 0 0,-1 1 0,1 0 1,-1-1-1,0 1 0,0 0 0,1 0 0,-1 1 0,0-1 0,-1 1 0,1-1 0,0 1 0,0 0 0,-1 0 0,1 0 0,0 1 0,-1-1 0,1 1 1,-1 0-1,1 0 0,0 0 0,-1 0 0,1 1 0,-1-1 0,1 1 0,0 0 0,-1 0 0,1 0 0,0 0 0,0 1 0,0-1 0,0 1 0,0 0 1,0 0-1,0 0 0,1 0 0,-3 2-6,-6 11-1,0-1 0,1 1 1,1 1-1,0 0 0,1 1 1,1-1-1,0 1 0,1 1 1,1-1-1,1 1 0,1 0 1,0 0-1,1 0 0,1 0 1,0 0-1,2 3 1,-2-15-6,1 0 1,-1 0-1,1 0 1,0 0-1,1 0 0,0 0 1,0 1-1,0-1 0,1-1 1,-1 1-1,2 0 0,-1 0 1,0-1-1,1 1 1,0-1-1,1 1 0,-1-1 1,1-1-1,0 1 0,0 0 1,0-1-1,1 0 0,-1 0 1,1 0-1,0 0 1,0-1-1,1 0 0,-1 0 1,1 0-1,-1-1 0,3 1 6,1-1-25,0 1 0,1-1 0,0-1 0,-1 0 0,1 0 0,-1-1-1,1 0 1,0-1 0,-1 0 0,1 0 0,-1-1 0,1-1 0,-1 1 0,0-2-1,0 1 1,0-1 0,0 0 0,-1-1 0,0 0 0,0 0 0,0-1 0,2-2 24,13-13-568,0-1 0,-1-2 0,-1 0-1,-1-1 1,-1-2 0,-1-1 569,16-24-6553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410 293 29414,'0'0'1189,"0"0"-784,-12-19-288,-67-121 289,77 132-398,0 1 0,0 0 0,-1 0 0,0 1 0,0-1 0,-1 0 0,0 1 0,0 0 1,0 0-1,-1 0 0,0 1 0,0-1 0,-1 1 0,1 0 0,-1 1 0,0-1 0,0 1 0,-1 0 0,1 1 0,-1-1 1,0 2-1,1-1 0,-2 0 0,1 1 0,0 1 0,0-1 0,-1 1 0,1 0 0,0 1 0,-1 0 0,-4 0-8,3 5-1,0 1 0,0 0 0,0 0 0,1 1 0,0 0 0,0 0 0,1 0 0,0 1 0,0 1 0,1-1 0,0 1 0,0 0 0,1 0 0,0 1 0,1 0 0,0 0-1,0 0 1,1 0 0,1 0 0,0 1 0,0-1 0,1 1 0,0-1 0,1 10 1,-2-14-2,0 1 0,1 0 0,0 0 0,0 0 0,1-1 0,0 1 0,0 0 0,0 0 0,1 0 0,0 0 0,1 0 0,0-1 0,0 1 0,0 0 0,0-1 0,1 0 0,0 1 0,1-1 0,-1-1 0,1 1 0,0 0 0,1-1 0,-1 0 0,1 0 0,0 0 0,1-1 0,-1 1 0,1-1 0,-1 0 0,1-1 0,0 0 0,2 1 2,14-2-26,1 0 0,-1-2-1,0-1 1,1 0 0,-1-2 0,0 0-1,0-2 1,0 0 0,-1-2 0,1 0-1,-2-1 1,1-1 0,-1-1 0,-1-1-1,17-12 27,7 1-243,48-25-1048,-9 2-2828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30431,'0'0'1552,"0"0"-1064,0 0-288,0 0-136,0 0-32,5 133-32,20 6 0,12 43 0,-12 7 0,-9-44-880,-11-56-8178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4:5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26366,'0'0'1191,"0"0"-462,0 0-241,0 0 46,0 0-36,5 0-90,276 15 1029,7-11-1322,-53 2 226,206-24-341,-242-3 30,167-16 8,111 12-38,481 10 371,584-82-150,-118 11-300,403 75 63,-648 75 47,-113-2-7,697 4-17,-354-37-14,-1398-29-140,1 0 0,-1 0 0,0 1 0,1 0 0,-1 1 0,0 1 0,0 0 0,0 0 0,0 1-1,-1 0 1,1 1 0,-1 0 0,0 1 0,-1 0 0,9 6 147,-8 4-3539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27206,'0'0'1056,"0"0"-400,-23 130-312,16-61 88,0 1-96,3 5-168,-3-3-112,5-3-24,-1-7-32,3-10 0,3-7-240,10-16-656,1-12-2368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1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28334,'0'0'1848,"0"0"-1543,0 0-177,-18 106 240,11-62-80,0 3-192,2 9-96,5 0-8,0 8-528,12-14-1281,6-19-6729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20972,'0'0'9507,"0"0"-9043,0 0-344,-17 121-80,8-61 0,-5 47-40,3-13-897,4-11-5064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27974,'0'0'1011,"0"0"-544,0 0-54,0 0 12,0 0-106,0 0-152,0 13-92,-1 76 2,1-88-76,-1 0 0,0 0 0,1 0 0,-1 0 0,0 0 0,0 0 0,1 0 0,-1 0 0,0 0 0,0 0 0,0 0 0,0-1 0,0 1 0,0 0 0,0-1 0,-1 1 0,1-1 0,0 1 0,0-1 0,0 1 0,-1-1 0,1 0 0,0 0 0,0 0 0,-1 1 0,1-1 0,0-1 0,-1 1 0,1 0 0,0 0 0,0 0 0,-1-1 0,1 1 0,0 0 0,0-1 1,0 1-1,0-1 0,-1 1 0,1-1 0,0 0 0,0 0 0,0 1 0,0-1 0,0 0 0,1 0 0,-1 0 0,0 0 0,0 0 0,0 0 0,1 0 0,-1 0 0,1 0 0,-1-1 0,1 1 0,-1 0 0,1 0 0,0 0 0,-1-1 0,1 1 0,0 0 0,0-1 0,0 1 0,0-1-1,63-5-9,-61 7 9,0 0 0,0 0 0,0 0 0,-1 0 0,1 1 1,0-1-1,0 0 0,0 1 0,0-1 0,-1 1 0,1 0 1,0 0-1,0-1 0,-1 1 0,1 0 0,-1 1 1,1-1-1,-1 0 0,1 0 0,-1 1 0,0-1 0,0 0 1,1 1-1,-1-1 0,0 1 0,0 0 0,-1-1 0,1 1 1,0 0-1,0 0 0,-1-1 0,1 1 0,-1 0 0,0 0 1,1 0-1,-1 0 0,0 0 0,0 0 0,0-1 0,0 1 1,-1 0-1,1 0 0,0 0 0,-1 0 0,0 0 0,1-1 1,-1 2-1,-1-2 0,1 0 1,-1 0 0,1 1-1,-1-1 1,1 0-1,-1-1 1,0 1 0,1 0-1,-1 0 1,0-1 0,0 1-1,0-1 1,0 1-1,1-1 1,-1 0 0,0 0-1,0 0 1,0 0 0,0 0-1,0 0 1,0-1 0,1 1-1,-1 0 1,0-1-1,0 0 1,0 1 0,1-1-1,-1 0 1,0 0 0,1 0-1,-1 0 1,1 0-1,-1 0 1,1-1 0,-1 1-1,1 0 1,0-1 0,-1 0-1,2 2-4,-1-1 0,0 1 0,1-1 0,-1 1 0,1-1 0,-1 1 0,1-1 0,0 0 1,-1 1-1,1-1 0,0 0 0,-1 1 0,1-1 0,0 0 0,0 1 0,-1-1 0,1 0 0,0 0 1,0 1-1,0-1 0,0 0 0,0 0 0,0 1 0,0-1 0,0 0 0,0 1 0,1-1 0,-1 0 1,0 0-1,0 1 0,1-1 0,-1 0 0,0 1 0,1-1 0,-1 0 0,1 1 0,-1-1 0,1 1 1,-1-1-1,1 1 0,-1-1 0,1 1 0,-1-1 0,1 1 0,0 0 0,-1-1 0,1 1 0,0 0 1,-1-1-1,1 1 0,0 0 0,0 0 0,-1 0 0,1 0 0,0-1 0,0 1 0,-1 0 0,1 0 1,0 0-1,-1 1 0,1-1 0,0 0 4,45 23 90,22 56 140,-88-90-1399,8-8-1565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2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28102,'0'0'1568,"0"0"-1192,0 0 137,0 0-1,-7 124-176,5-78-168,0 3-88,2 5-40,0 4-40,0-2 0,0-4-80,27-13-328,-1-12-713,-1-18-911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29446,'0'0'1257,"0"0"-753,0 110-168,-7-60 176,5 2-168,-1-2-232,3 3-88,0 5-24,3 23-224,13-12-368,0-13-1385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360 236 30559,'0'0'633,"0"0"-364,0 0-113,-6-21 148,-43-144 234,46 162-537,1-1-1,-1 1 1,1-1-1,-1 1 1,0 0 0,0 0-1,0 0 1,-1 0 0,1 0-1,-1 1 1,0 0-1,1 0 1,-1 0 0,0 0-1,0 0 1,0 1 0,-1 0-1,1 0 1,0 0-1,0 0 1,-1 1 0,1-1-1,0 1 1,-1 0 0,1 0-1,0 1 1,-1 0-1,1-1 1,0 1 0,0 1-1,-1-1 1,1 1-1,0-1 1,0 1 0,1 0-1,-1 0 1,0 1 0,1-1-1,-1 1 1,1 0-1,0 0 1,0 0 0,0 0-1,0 1 1,1-1-1,-15 18-8,2 1-1,1 0 1,0 0 0,2 2 0,1-1-1,0 1 1,2 1 0,1 0 0,1 0-1,1 1 1,1 0 0,2 0 0,0 0-1,2 0 1,0 1 0,3 7 8,-2-30-1,-1-1-1,2 1 1,-1 0-1,0 0 1,1 0 0,0 0-1,0-1 1,0 1-1,0 0 1,1-1 0,-1 1-1,1-1 1,0 1-1,0-1 1,0 0 0,0 0-1,1 0 1,-1 0-1,1 0 1,0-1 0,0 1-1,0-1 1,0 1-1,0-1 1,0 0 0,1-1-1,-1 1 1,1 0-1,-1-1 1,1 0 0,0 0-1,0 0 1,-1 0-1,1-1 1,0 1 0,0-1-1,0 0 1,0 0-1,-1 0 1,1-1 0,0 1-1,0-1 1,0 0 1,10-4 0,-1-1 0,0 0 0,0-1 1,0 0-1,-1-1 0,0 0 0,0-1 0,-1-1 0,0 1 1,-1-2-1,0 1 0,0-2 0,-1 1 0,-1-1 0,4-8 0,-9 17-2,95-140-821,-60 81-803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3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479 189 27350,'0'0'1846,"0"0"-928,0 0-419,0 0-43,0 0-92,-14-19-152,-74-99-46,82 113-165,-1 0 1,0-1 0,1 2-1,-2-1 1,1 1-1,0 1 1,-1-1 0,0 1-1,0 0 1,0 1-1,0 0 1,0 0 0,0 1-1,-1 0 1,1 0-1,0 1 1,-1 0-1,1 1 1,-1-1 0,1 2-1,0-1 1,0 1-1,0 0 1,0 1 0,0 0-1,0 0 1,1 1-1,-1 0 1,1 0 0,0 1-1,0 0 1,1 0-1,-1 0 1,1 1 0,0 0-1,1 0 1,0 1-1,0 0 1,0 0 0,0 0-1,-1 4-1,-3 2-2,0 1 0,1 1 0,0-1 1,1 1-1,1 0 0,0 1 0,1-1 0,1 1 0,0 0 0,1 1 0,1-1 1,1 0-1,0 1 0,1-1 0,0 1 0,2-1 0,0 3 2,2-15-1,-1 1-1,1-1 1,0 1 0,1-1-1,-1 0 1,1-1-1,0 1 1,0-1 0,0 0-1,0 0 1,0 0 0,0-1-1,1 0 1,0 0-1,-1 0 1,1-1 0,0 1-1,0-2 1,0 1 0,0-1-1,-1 1 1,1-2-1,0 1 1,0-1 0,0 1-1,0-2 1,0 1 0,-1-1-1,1 0 1,4-2 1,22-8-76,0-1-1,-1-2 1,0-1 0,-2-2 0,0-1 0,-1-1-1,11-10 77,-5 5-541,14-11-1641,-6 4-2991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4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209 203 29614,'0'0'614,"0"0"-345,0 0-42,0 0 320,0 0-45,0 0 29,13-1-141,39-8-317,-51 7-73,1-1 0,-1 1 0,0-1 0,0 0 0,0 1 0,0-1 0,0 0 0,-1 1 0,1-1 0,-1 0 0,1 0 0,-1 0 0,0 1 0,0-1 0,-1 0 0,1 0 0,-1 0 0,1 1 0,-1-1 0,0 0 0,0 0 0,0 1 0,0-1 0,0 1 0,-1-1 0,1 1 0,-1 0 0,0-1 0,1 1 0,-2-1 0,1-1 0,-1-2 0,1-1 0,-1 1 0,0 0 0,-1 0 0,0 0 0,0 1 0,0-1 0,0 1 0,-1 0 0,0 0 0,0 0 0,0 1 0,-1 0 0,1 0 0,-1 0 0,0 1 0,0 0 0,0 0 0,-1 0 0,1 1 0,-1 0 0,0 0 0,1 0 0,-1 1 0,0 0 0,0 1 0,0-1 0,-1 2 0,4 0 0,-1 0 0,1 1 0,-1-1 0,1 1 0,-1 0 0,1 1 0,0-1 0,0 1 0,0 0 0,1 0 0,-1 0 0,1 0 0,-1 0 0,1 1 0,0 0 0,0 0 0,1 0 0,-1 0 0,1 0 0,0 0 0,0 1 0,0-1 0,0 1 0,0 1 0,-24 118-11,39 34-36,-11-153 45,0 1 0,0-1-1,1 1 1,0-1-1,0 0 1,0 0 0,0 0-1,1 0 1,-1-1-1,1 0 1,1 1 0,-1-1-1,0-1 1,1 1 0,0-1-1,0 1 1,0-1-1,0-1 1,0 1 0,1-1-1,-1 0 1,1 0-1,0-1 1,-1 1 0,5-1 2,13-2-17,0-1 1,0-1 0,0-1 0,0-1 0,-1-2 0,0 0 0,-1-1-1,1-1 1,-1-1 0,-1 0 0,0-2 0,-1-1 0,0 0 0,-1-1-1,0-1 1,-1-1 0,4-5 16,41-28-460,15-10-870,-9 6-1097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30559,'0'0'1056,"0"0"-488,0 0-312,0 0 40,0 0-264,0 0-32,-13 176 0,13-58 0,0-4 0,0-12 0,0-21 0,-5-25 0,0-11-704,-6-16-6378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6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30591,'0'0'580,"0"0"-352,0 0-152,0 0-6,0 0 94,0 0-18,24 3-46,77 13-20,-91-14-59,0 0-1,0 1 1,-1 1 0,0 0 0,1 0 0,-2 0 0,1 1-1,0 1 1,-1 0 0,0 0 0,1 1-21,8 6 38,-12-9-34,0 0 1,0 0 0,0 0 0,0 1 0,-1 0-1,1 0 1,-1 0 0,-1 0 0,1 1-1,-1-1 1,0 1 0,0 0 0,0 0 0,-1 0-1,0 0 1,0 0 0,-1 1 0,0-1 0,0 1-1,0-1 1,-1 0 0,0 1 0,0-1 0,-1 1-1,1-1 1,-2 1 0,1-1 0,-1 1 0,1-1-1,-2 0 1,1 0 0,-1 0 0,0 0 0,0-1-1,0 1 1,-1-1 0,-1 1-5,-38 46-28,-3-2 1,-2-3-1,-2-1 1,-2-2-1,-18 9 28,32-24 55,81-35 75,243-97-58,-228 90-961,-12 2-1702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19956,'0'0'3429,"0"0"1612,0 0-2964,0 0-1321,0 0-148,-5 2-105,-20 15-71,35-13-467,229 113 35,-201-97 0,4 2 0,-2 1 0,0 2 0,-1 2 0,-2 1 0,7 8 0,-41-33 0,0 0 0,1-1 0,-1 1 0,0 1 0,0-1 0,0 0 0,-1 1 0,1-1 0,-1 1 0,0 0 0,0 0 0,0 0 0,-1 0 0,1 0 0,-1 0 0,0 0 0,0 1 0,-1-1 0,1 0 0,-1 1 0,0-1 0,0 0 0,0 1 0,0-1 0,-1 0 0,0 1 0,0-1 0,0 0 0,-1 0 0,1 0 0,-1 0 0,0 0 0,0 0 0,0 0 0,-1-1 0,1 1 0,-1-1 0,0 1 0,-32 21 0,-1-2 0,-2-2 0,0-1 0,-1-2 0,-27 8 0,-19 10 0,-45 18-1280,128-53-814,2-1-2206</inkml:trace>
  <inkml:trace contextRef="#ctx0" brushRef="#br0" timeOffset="372.727">843 94 29742,'0'0'1018,"0"0"-666,0 0-135,0 0 85,0 0-81,0 0-55,11 7 16,29 14-71,-28-17-90,0 1 1,0 0 0,-1 1-1,0 0 1,0 1 0,0 0 0,-1 1-1,0 0 1,0 0 0,-1 1 0,0 0-1,0 1 1,-1 0 0,-1 0 0,0 1-1,0 0 1,-1 0 0,0 1 0,-1 0-1,-1 0 1,2 4-22,-8 0 0,0 1 0,-2-1 0,1 0 0,-2 0 0,0 0 0,-1-1 0,-1 0 0,0 0 0,-1-1 0,-1 1 0,0-2 0,0 1 0,-2-1 0,0-1 0,0 0 0,-1 0 0,0-1 0,-9 5 0,4 0 0,3-1-88,-119 95-2470,118-107-597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80 21309,'0'0'1204,"0"0"-747,0 0-275,0 0 10,0 0 0,-4-10 17,-2-3-28,-7-43 2220,13 56-1989,0 106 3185,-12 229-2390,11-334-1243,1 0 1,-1 1 0,1-1 0,0 1-1,-1-1 1,1 1 0,0-1 0,0 1-1,0-1 1,0 1 0,0-1 0,0 1-1,0 0 1,1-1 0,-1 1-1,0-1 1,1 0 0,-1 1 0,1-1-1,0 1 1,-1-1 0,1 0 0,0 1-1,0-1 1,0 0 0,0 0-1,0 0 1,0 0 0,0 0 0,0 0-1,1 0 1,-1 0 0,0 0 0,1 0-1,-1-1 1,0 1 0,1-1 0,-1 1-1,1-1 1,-1 1 0,1-1-1,-1 0 1,1 0 0,-1 0 0,1 0-1,-1 0 1,1 0 0,-1 0 0,1 0-1,-1 0 1,1-1 0,-1 1 0,1-1-1,-1 1 1,1-1 0,-1 0 35,20-13-2706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0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27718,'0'0'2112,"0"0"-1720,-4 114-71,-12-58 263,2 4-192,0 0-232,5 3-120,9 7-40,0-16-496,0-17-2561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0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22581,'0'0'4909,"0"0"-3186,0 0-1068,0 0-190,0 0-78,0 0 38,-1 18-51,-7 319 745,8-335-1118,-1 4-40,0-1 0,0 0 0,0 1 0,1 0-1,0-1 1,0 1 0,1-1 0,-1 1 0,1-1-1,0 1 1,1-1 0,-1 0 0,1 1 0,0-1-1,1 0 1,-1 0 0,1 0 0,0-1 0,0 1-1,0-1 1,1 1 0,0-1 0,0 0 0,0 0-1,0-1 1,0 1 0,1-1 0,-1 0 0,2 0 39,32 9-1462,-4-10-1165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27246,'0'0'2767,"0"0"-2016,0 0-552,0 0 161,0 0-60,0 0-167,-15 4-136,-76 87-91,65-71-50,25-21 133,1 1 0,0-1 0,-1 1 0,1-1 1,-1 0-1,1 1 0,0-1 0,-1 0 0,1 1 1,0-1-1,0 0 0,0 1 0,-1-1 0,1 0 0,0 0 1,0 1-1,0-1 0,0 0 0,0 0 0,0 1 1,0-1-1,1 0 0,-1 1 0,0-1 0,0 0 0,1 0 1,-1 1-1,0-1 0,1 0 0,-1 1 0,0-1 1,1 1-1,-1-1 0,1 1 0,-1-1 0,1 1 0,-1-1 1,1 1-1,0-1 0,-1 1 0,1-1 0,-1 1 1,1 0-1,0-1 0,-1 1 0,1 0 0,0 0 0,0 0 1,-1-1-1,1 1 0,0 0 0,0 0 0,-1 0 1,1 0 10,3-5-3,0 0 0,1 0 1,-1 1-1,1 0 1,0-1-1,0 1 0,0 1 1,0-1-1,1 1 1,-1 0-1,1 0 1,0 1-1,0 0 0,0 0 1,0 0-1,0 0 1,6 0 2,-11 5 0,1-1 0,-1 1 0,0-1 0,0 1 0,0 0 0,0-1 0,0 1 0,0 0 0,-1 0 0,1-1 0,-1 1 0,0 0 0,0 0 0,0 0 0,0 0 0,0-1 0,-1 1 0,1 0 0,-1 0 0,0 0 0,0-1 0,0 1 0,0 0 0,-3 0 25,-1 0 0,1-1 1,0 1-1,-1-1 0,0 0 1,1-1-1,-1 1 0,0-1 1,0 0-1,0 0 0,0 0 1,0-1-1,1 0 0,-1 0 1,0 0-1,-3 0-25,-4-32-594,12 21-784,0-17-6825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1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28102,'0'0'1258,"0"0"-346,0 0-225,0 0-167,0 0-207,0 0-145,-5 5-86,2 0-70,-1 0 0,1 1 1,0-1-1,0 1 1,0-1-1,1 1 1,0 0-1,0 0 1,1 0-1,0 0 0,0 0 1,0 0-1,0 0 1,1 1-1,0 0-12,-43 510 539,43-577-2601,0 14-1805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26582,'0'0'1552,"0"0"-433,0 0-306,0 0-143,0 0-231,0 0-151,-1 20 46,-10 136 172,-37 169-54,48-321-513,0-1 0,0 0-1,0 1 1,0-1 0,0 0 0,1 1 0,-1-1-1,1 0 1,0 1 0,0-1 0,0 0 0,1 0-1,-1 0 1,1 0 0,0 0 0,0 0 0,0-1-1,0 1 1,0 0 0,0-1 0,1 0 0,-1 1-1,1-1 1,0 0 0,-1-1 0,1 1 0,1 0 61,26 7-1897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491 196 29606,'0'0'1033,"0"0"-653,0 0-170,0 0 118,-11-19-85,-34-65-127,43 78-111,-1 0-1,-1 0 0,1 1 1,-1-1-1,0 1 1,0 0-1,-1 0 0,0 0 1,0 0-1,0 1 1,0 0-1,-1 0 1,1 1-1,-1-1 0,0 1 1,0 0-1,0 1 1,0-1-1,-1 1 0,1 0 1,-1 1-1,1 0 1,-1 0-1,0 0 1,1 1-1,-1 0 0,0 0 1,1 1-1,-3 0-4,-3 2 2,0 0 0,0 1-1,1 1 1,-1 0 0,1 1 0,0 0-1,0 0 1,1 1 0,0 1 0,0 0-1,1 0 1,0 1 0,-7 8-2,3-2 3,1 0-1,1 0 1,1 1 0,0 1 0,1-1-1,0 2 1,2-1 0,0 1 0,1 0-1,1 0 1,0 1 0,2 0 0,0 0-1,1 0 1,1 0 0,0 1-3,2-16 1,0 0 1,-1 0 0,1 0-1,1 0 1,-1 0 0,0 0-1,1 0 1,0 0-1,0-1 1,0 1 0,1-1-1,-1 1 1,1-1 0,-1 0-1,1 0 1,0 0-1,1 0 1,-1-1 0,0 1-1,1-1 1,-1 0-1,1 0 1,0 0 0,0 0-1,-1-1 1,1 1 0,0-1-1,1 0 1,-1 0-1,0-1 1,0 1 0,0-1-1,0 0 1,0 0 0,1 0-1,-1-1 1,0 1-1,0-1 1,0 0 0,0 0-1,0-1 1,1 0-2,7-4 22,1 0 1,-1-1-1,0-1 1,-1 0-1,0-1 1,0 0-1,-1 0 1,0-1 0,-1-1-1,0 1 1,0-2-1,-1 1 1,-1-1-1,0 0 1,0-1-1,-2 0 1,1 0-23,3-5-298,0 0 0,-2-1 0,0 0 0,-1 0 0,-1 0 0,-1-1 0,2-19 298,-5 13-4126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432 162 29182,'0'0'980,"0"0"-255,0 0-241,0 0-58,0 0-121,-22-16-141,-111-91-50,129 103-112,1 1-1,0 0 1,-1-1-1,0 1 0,0 1 1,0-1-1,0 1 1,0-1-1,-1 1 0,1 0 1,-1 1-1,1-1 1,-1 1-1,1 0 1,-1 0-1,0 0 0,0 1 1,0-1-1,1 1 1,-1 0-1,0 1 1,0-1-1,0 1 0,1 0 1,-1 0-1,0 1 1,1-1-1,-1 1 0,1 0 1,-4 2-2,-5 9-1,1 0 0,0 1-1,1 0 1,1 0 0,0 1 0,1 1 0,1 0 0,0 0-1,1 0 1,1 1 0,1 0 0,0 1 0,1-1 0,1 1-1,0-1 1,1 5 1,0-17 0,1 0-1,-1 1 0,1-1 0,0 1 1,0-1-1,1 1 0,-1 0 1,1-1-1,0 1 0,1-1 0,-1 1 1,1-1-1,0 1 0,1-1 1,-1 1-1,1-1 0,0 0 1,1 0-1,-1 0 0,1 0 0,0 0 1,0 0-1,1-1 0,-1 1 1,1-1-1,0 0 0,0 0 0,0-1 1,1 1-1,-1-1 0,1 0 1,0 0-1,0 0 0,4 1 1,11-3-44,-1-2 0,0 0 1,1-1-1,-1-1 0,0-1 0,0 0 0,0-2 0,-1 0 0,0-1 0,0 0 0,0-2 1,-1 0-1,-1-1 0,1-1 0,-2 0 0,1-2 0,3-4 44,-14 14-41,77-56-1798,-7 2-3078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285 133 26542,'0'0'1500,"0"0"-400,0 0-238,0 0-150,0 0-211,0 0-138,-2-8-72,1 3-271,1 0 13,0 0-1,0 0 1,-1 0-1,0 0 1,0 0-1,0 0 0,-1 0 1,1 0-1,-1 1 1,0-1-1,-1 1 1,1-1-1,-1 1 0,0 0 1,0 0-1,0 0 1,0 0-1,-1 0 1,1 1-1,-1 0 0,0 0 1,0 0-1,-1 0 1,1 1-1,0-1 1,-1 1-1,-4-1-32,3 3 0,1 0 0,-1 1 0,0 0 0,0 0 0,0 0 0,0 1 0,1 0 0,-1 0 0,1 1 0,-1-1 0,1 1 0,0 0 0,0 1 0,0-1 0,1 1 0,-1 0 0,1 0 0,0 0 0,0 1 0,0 0 0,1-1 0,-2 3 0,-60 122 0,62-123-2,-1 1 0,1-1 1,0 1-1,1 0 0,0 0 0,0 0 0,0 0 0,1 1 1,0-1-1,1 0 0,-1 1 0,1-1 0,1 0 0,-1 1 1,1-1-1,1 0 0,-1 0 0,1 0 0,1 0 1,-1 0-1,1 0 0,0 0 0,1-1 0,-1 0 0,1 1 1,1-1-1,-1-1 0,1 1 0,0-1 0,0 1 0,1-1 1,-1-1-1,1 1 0,0-1 0,0 0 0,1-1 1,-1 1-1,6 1 2,-1-1-19,1 0 1,0-1 0,-1 0 0,1-1 0,1 0-1,-1-1 1,0-1 0,0 1 0,0-2 0,0 0-1,1 0 1,-1-1 0,0-1 0,-1 0-1,1 0 1,0-2 0,-1 1 0,0-1 0,0-1-1,-1 0 1,1 0 0,-1-1 0,0 0 0,-1-1-1,0 0 1,0-1 0,-1 0 0,0 0-1,0-1 1,-1 0 0,-1 0 0,0 0 0,0-1-1,-1 0 1,3-7 18,-5 4 8,0 0 1,-1-1-1,-1 0 0,0 1 0,-1-1 1,0 0-1,-1 1 0,-1-1 0,-1 1 1,0-1-1,0 1 0,-2 0 0,1 0 1,-2 1-1,0-1 0,-1 1 0,-4-6-8,-12 0-1878,14 18-1830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27334,'0'0'1824,"0"0"-840,0 0-199,0 0-217,0 0-168,0 0-144,0 0 112,-20 110-120,10-43-248,1 9 0,0 7 0,2 4 0,2 0 0,5-6 0,0 2 0,21-19 0,-2-20-1248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25253,'0'0'5586,"0"0"-5026,0 0-248,0 0 64,0 0-48,0 0-224,0 0-24,28 34-32,-17-5-16,-2 6-24,-6 27-8,-1-8-456,-2 0-1240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90 129 30503,'0'0'720,"0"0"-464,0 0 216,-32 124 72,23-83-320,2 7-176,4 2-48,3 14-160,0-14-568,0-13-2625</inkml:trace>
  <inkml:trace contextRef="#ctx0" brushRef="#br0" timeOffset="10187.248">178 2 22085,'0'0'4954,"0"0"-3117,0 0-980,0 0-131,0 0-222,0 0-208,-13 3-123,-38 10-54,30 18-17,20-23-86,-74 444 1078,58-297-1090,75-686-4,-49 399 0,-9 132 0,0 1 0,0-1 0,1 1 0,-1-1 0,0 1 0,0-1 0,0 0 0,1 1 0,-1-1 0,0 1 0,1-1 0,-1 0 0,0 1 0,1-1 0,-1 0 0,0 1 0,1-1 0,-1 0 0,0 1 0,1-1 0,-1 0 0,1 0 0,-1 0 0,1 1 0,-1-1 0,1 0 0,-1 0 0,1 0 0,-1 0 0,1 0 0,-1 0 0,1 0 0,-1 0 0,1 0 0,-1 0 0,0 0 0,1 0 0,-1 0 0,1-1 0,-1 1 0,1 0 0,-1 0 0,1 0 0,-1-1 0,1 1 0,-1 0 0,0 0 0,1-1 0,6 38 0,-1-1 0,-1 2 0,-3-1 0,0 0 0,-3 1 0,-1 1 0,1 0 0,-1-17 0,0-1 0,-1 0 0,-1 1 0,-1-1 0,0 0 0,-2-1 0,-6 14 0,13-35 0,0 1 0,-1 0 0,1-1 0,0 1 0,0 0 0,-1-1 0,1 1 0,0 0 0,0 0 0,-1-1 0,1 1 0,0 0 0,-1 0 0,1 0 0,0-1 0,-1 1 0,1 0 0,0 0 0,-1 0 0,1 0 0,-1 0 0,1 0 0,0 0 0,-1-1 0,1 1 0,0 0 0,-1 0 0,1 1 0,-1-1 0,1 0 0,0 0 0,-1 0 0,1 0 0,0 0 0,-1 0 0,1 0 0,-1 1 0,1-1 0,0 0 0,-1 0 0,1 0 0,0 1 0,0-1 0,-1 0 0,1 1 0,0-1 0,0 0 0,-1 0 0,1 1 0,0-1 0,0 1 0,0-1 0,-1 0 0,1 1 0,0-1 0,0 0 0,0 1 0,0-1 0,0 0 0,0 1 0,0 0 0,-7-35 0,5-25 0,1-1 0,4 0 0,2 1 0,4-11 0,-6 59 0,-4 31 0,-4 35 0,-33 165-216,38-180-912,0-8-1369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80 26598,'0'0'1492,"0"0"-328,0 0-310,0 0-174,0 0-224,0 0-196,-3 9-87,-3 24-6,1 1 0,1 0 0,2 0-1,2 0 1,2 22-167,-1 12 51,-2-38-264,1-1 0,2 1 1,0-1-1,2 0 1,1 0-1,2 0 0,7 20 213,-3-24-2075</inkml:trace>
  <inkml:trace contextRef="#ctx0" brushRef="#br0" timeOffset="8732.107">260 138 16948,'0'0'3951,"0"0"-1357,0 0-954,0 0-714,0 0-741,-1-12 77,1 4-159,1 1 146,-1 0-1,0 0 0,-1-1 1,0 1-1,0 0 0,0 0 0,-1 0 1,0 0-1,0 0 0,-1 1 0,0-1 1,0 1-1,-1-1-248,3 6 37,0 1 1,0 0-1,0 0 0,0-1 0,0 1 1,0 0-1,0 0 0,0 0 0,0 0 1,0 1-1,0-1 0,0 0 1,0 0-1,0 1 0,0-1 0,0 0 1,0 1-1,0-1 0,0 1 1,0-1-1,0 1 0,0 0 0,0-1 1,1 1-1,-1 0 0,0-1 0,1 1 1,-1 0-1,0 0 0,1 0 1,-1 0-1,1 0 0,-1 0 0,1 0 1,-1 0-1,1 0 0,0 0 0,0 0 1,-1 0-1,1 0 0,0 0 1,0 0-1,0 0 0,0 0 0,0 0 1,0 0-1,1 0 0,-1 0 0,0 0 1,0 0-1,1 0 0,-1 0 1,1 0-1,-1 0 0,1 0 0,-1 0 1,1 0-1,-1 0 0,2 0-37,-2 0 14,-8 171 326,-7 0 1,-13 33-341,22-160 36,-9 123-36,49-269-995,-15 63-811</inkml:trace>
  <inkml:trace contextRef="#ctx0" brushRef="#br0" timeOffset="9501.296">150 51 26678,'0'0'1136,"0"0"-269,0 0-203,0 0 68,0 0-117,0 0-254,-3-11-163,1 2-155,-5-22 35,3 56 337,-1 136 75,-6 0 0,-8 8-490,7-60 0,70-591 0,-55 430 0,0 13 0,-2 78 0,-1 43 0,-3 0 0,-4 0 0,-3 0 0,-4-2 0,-3 1 0,-10 19 0,24-141 0,22-327 0,-20 263 0,-21 332-47,49-195-1400,-4-24-460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2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445 321 25213,'0'0'1902,"0"0"-418,0 0-459,0 0-251,0 0-213,-4-14-153,-19-114 477,23 123-831,1-1-40,1 0 0,-1 0-1,0 0 1,-1 0-1,1 0 1,-1 0-1,0 0 1,0-1-1,-1 1 1,0 0-1,0 0 1,-1 0 0,1 1-1,-1-1 1,-1 0-1,1 1 1,-1-1-1,0 1 1,0 0-1,0-1 1,-1 2-1,0-1 1,0 0 0,0 1-1,0 0 1,-1 0-1,1 0 1,-1 0-1,0 1 1,-1 0-1,1 0 1,0 0-1,-1 1 1,0-1-14,-2 3 0,1 0 0,0 1 0,0 0 0,0 0 0,0 1 0,0 0 0,0 0 0,0 0 0,0 1 0,1 0 0,-1 0 0,1 1 0,0 0 0,0 0 0,0 0 0,1 1 0,-1 0 0,1 0 0,0 0 0,1 1 0,-5 5 0,-74 138 0,64-109 0,2 1 0,2 0 0,2 1 0,1 1 0,3 0 0,1 1 0,2-1 0,1 32 0,4-73 0,1 0 0,-1 1 0,1-1 0,0 1 0,0-1 0,0 1 0,0-1 0,0 0 0,1 1 0,-1-1 0,1 1 0,-1-1 0,1 0 0,0 1 0,0-1 0,0 0 0,0 0 0,0 0 0,0 0 0,1 0 0,-1 0 0,1 0 0,0 0 0,-1-1 0,1 1 0,0 0 0,0-1 0,0 0 0,0 1 0,0-1 0,0 0 0,1 0 0,-1 0 0,0 0 0,0-1 0,1 1 0,-1 0 0,1-1 0,-1 0 0,0 0 0,1 0 0,-1 0 0,1 0 0,-1 0 0,0 0 0,1-1 0,-1 1 0,1-1 0,-1 0 0,16-5 0,-1 0 0,0-2 0,0 0 0,-1-1 0,0 0 0,-1-2 0,0 1 0,-1-2 0,0 0 0,0-1 0,-2 0 0,1-1 0,-2 0 0,0-1 0,-1-1 0,2-3 0,91-172-1,-39 81-2367,-38 78-928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2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30471,'0'0'760,"0"0"-400,0 0 104,-48 151-16,36-87-184,3 9-264,2 3 0,2 3 0,3-2 0,0-2 0,-1-9 0,3-6 0,0-12 0,3-19-344,15-13-824,3-16-2105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2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437 279 31207,'0'0'593,"0"0"-330,0 0-120,-16-20 57,-53-69-60,-12-61-40,79 148-100,0 0-1,-1 0 1,1 0 0,0 1 0,-1-1 0,1 1 0,-1 0 0,1-1-1,-1 1 1,0 0 0,0 1 0,1-1 0,-1 0 0,0 1 0,0 0-1,0 0 1,0-1 0,1 2 0,-1-1 0,0 0 0,0 1 0,0-1-1,0 1 1,1 0 0,-1-1 0,0 2 0,1-1 0,-1 0 0,1 0-1,-1 1 1,1-1 0,0 1 0,-1 0 0,1 0 0,0 0 0,-1 1 0,-66 83-11,54-62 8,2 0 1,0 1 0,1 0-1,2 1 1,1 1 0,1-1 0,1 1-1,1 1 1,1-1 0,2 1-1,0 19 3,2-45-1,1 0-1,0 0 0,-1 1 1,1-1-1,0 1 0,0-1 1,0 0-1,1 1 0,-1-1 1,1 0-1,-1 0 0,1 1 1,0-1-1,-1 0 0,1 0 1,0 0-1,1 0 0,-1 0 1,0 0-1,0 0 0,1 0 1,0 0-1,-1 0 1,1-1-1,0 1 0,-1-1 1,1 1-1,0-1 0,0 0 1,0 0-1,1 0 0,-1 0 1,0 0-1,0 0 0,0-1 1,1 1-1,-1-1 0,0 1 1,1-1-1,-1 0 0,1 0 2,21-2-36,0-1-1,0-2 1,-1 0 0,1-2-1,-1 0 1,-1-2-1,1 0 1,-1-2-1,-1 0 1,0-1 0,-1-1-1,19-16 37,10-3-455,30-17-3207,-12 3-8813</inkml:trace>
  <inkml:trace contextRef="#ctx0" brushRef="#br0" timeOffset="346.628">1154 422 28702,'0'0'1591,"0"0"-965,0 0 148,0 0 63,-5-20-613,1 2-219,-54-163 4,55 174-9,0 1 0,0 0 0,0 0 0,-1 0 0,1 0 0,-1 0 0,-1 1 0,1 0 0,-1 0 0,0 0 0,0 0 0,-1 1 0,1 0-1,-1 0 1,0 0 0,0 1 0,0 0 0,-1 0 0,1 1 0,-1-1 0,1 1 0,-1 1 0,0-1 0,0 1 0,0 1 0,0-1 0,-5 1 0,5 2 0,0-1 0,1 2 0,-1-1 0,0 1 0,1 0 0,-1 0 0,1 1 0,0 0 0,0 0 0,0 0 0,1 1 0,0 0 0,0 0 0,0 0 0,0 1 0,1 0 0,0 0 0,0 0 0,0 0 0,-1 5 0,-47 139 0,49-144 0,1 0 0,0 0 0,0 1 0,1-1 0,-1 0 0,1 0 0,1 1 0,-1-1 0,1 1 0,1-1 0,-1 1 0,1-1 0,0 0 0,0 1 0,1-1 0,0 0 0,0 0 0,0 0 0,1 0 0,0 0 0,0-1 0,0 1 0,1-1 0,0 0 0,0 0 0,0 0 0,0 0 0,1-1 0,0 0 0,0 0 0,0 0 0,1-1 0,-1 1 0,1-1 0,0 0 0,-1-1 0,6 2 0,4-3-12,0-2 0,0 1-1,-1-2 1,1 0 0,-1-1 0,1 0 0,-1-1-1,0-1 1,-1 0 0,1-1 0,-1 0 0,0-1-1,0-1 1,-1 0 0,0-1 0,0 0-1,-1 0 1,-1-1 0,1-1 0,-2 0 0,1 0-1,-1-1 1,-1 0 0,0-1 0,-1 0 0,5-11 12,3-9-1587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2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38 10402,'0'0'15087,"0"0"-11223,0 0-2975,0 0-183,0 0-203,0 0-195,-3-7-120,-15-23-88,20 44-104,-22 379 499,4-259-517,6 2 0,6 44 22,24-501 160,0 191-158,-6-1 0,-4-91-2,-12 336 22,-6 0-1,-5-1 1,-4-1 0,-5 0 0,-17 39-22,0-3 0,40-222 0,71-325 0,-53 215 0,-12 268 0,-5-37 0,-1 15 0,4 0 0,2 0 0,15 59 0,-19-112-51,0 0 0,1-1 0,0 1 0,0-1 0,1 0 0,0-1 0,0 1 0,1-1 0,0 0 0,0 0 0,1-1 0,6 6 51,15 10-1652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3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88 227 20460,'0'0'2704,"0"0"-1760,0 0-87,0 0 2105,0 0-1565,0 0-627,-15-2-31,-58-9 240,73 11-583,0 0-57,37-9-119,892-183-220,-872 180 0,-50 33-1078,-5-9-2357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3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29790,'0'0'1377,"0"0"-1065,0 0 368,0 0-136,172 11-480,-91-11-64,13-17 0,3-4 0,0-2 0,-12 3 0,-11 3 0,-14 5 0,-21 5 0,-16 7 0,-14-2-2184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3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28750,'0'0'1032,"0"0"-556,0 0-283,0 0 47,0 0 50,0 0-70,26 0-84,157 3 3,-174-4-130,0 1-1,0 0 0,0 1 1,-1 0-1,1 1 1,0-1-1,-1 2 1,1-1-1,-1 1 1,0 0-1,0 1 1,0 0-1,0 0 1,-1 1-1,1 0 1,-1 0-1,0 1 1,-1 0-1,0 0 1,0 0-1,0 1 0,0 0 1,-1 0-1,0 1 1,-1-1-1,0 1 1,0 0-1,0 0 1,-1 0-1,-1 1 1,2 3-9,-4 10-7,-1 0 0,0 0 0,-2 0 0,-1-1 0,0 1 0,-2-1 0,0 0-1,-1 0 1,-1-1 0,-1 0 0,-1-1 0,-1 1 0,-1-2 0,0 0 0,-1 0 0,-1-1 0,-1-1 0,-6 5 7,19-18-44,-1 0-63,1 1 0,-1 0 1,0-1-1,0 1 0,-1-1 0,1 0 0,-1 0 0,0-1 0,1 1 0,-1-1 0,0 1 0,0-1 0,-1-1 0,1 1 0,0 0 0,-1-1 0,-3 1 107,1-2-2400</inkml:trace>
  <inkml:trace contextRef="#ctx0" brushRef="#br0" timeOffset="264.45">738 0 29054,'0'0'830,"0"0"-171,0 0-54,0 0-76,0 0-164,-21 16-124,-72 58-38,81-63-175,0 1 0,1 1 0,0 0 1,1 0-1,0 1 0,1 1 0,1-1 1,0 1-1,1 1 0,-1 5-28,-4 6-1,4-12 1,1 0 0,1 1 0,0 0 0,1 1 0,1-1 0,1 1 0,0-1 0,1 1 0,0 0 0,2 0 0,0 0 0,1 0 0,1 7 0,-1-20 0,1 0 0,-1 0 0,1 0 0,0 0 0,0 0 0,0-1 0,1 1 0,-1-1 0,1 1 0,0-1 0,0 0 0,0 0 0,0 0 0,1 0 0,-1-1 0,1 1 0,0-1 0,0 0 0,-1 0 0,1 0 0,1-1 0,-1 1 0,0-1 0,0 0 0,1 0 0,200 11-737,-109-14-1159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3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1 481 26206,'0'0'2485,"0"0"-1650,0 0-536,0 0 92,0 0 101,0 0-107,23-3-141,155-34 47,127-80 72,-210 57-1761,-76 39-749</inkml:trace>
  <inkml:trace contextRef="#ctx0" brushRef="#br0" timeOffset="252.617">367 0 28326,'0'0'808,"0"0"-288,0 0 104,0 160-15,0-98-241,0 9-168,0 3-128,0 3-40,0 0-24,0-5-8,7-5-224,2-1-392,3-20-641,-5-17-1719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4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412 276 26598,'0'0'3279,"0"0"-2263,0 0-632,0 0-33,-14-22-62,-43-68-92,24 19-2,32 66-183,1 1 0,-1 0 0,0 0 0,0 0 0,0 0 0,-1-1 0,1 2 1,-1-1-1,0 0 0,0 0 0,0 1 0,-1-1 0,1 1 0,-1-1 0,0 1 0,0 0 0,0 0 1,0 1-1,-1-1 0,1 0 0,-1 1 0,0 0 0,1 0 0,-1 0 0,0 1 0,0-1 0,0 1 1,0 0-1,0 0 0,-1 0 0,1 0 0,0 1 0,0 0 0,-1 0 0,-2 0-12,-2 5-3,-1 1 0,1 0 0,1 0 0,-1 1 0,1 0 1,0 0-1,0 1 0,1 0 0,0 0 0,1 1 0,0 0 0,0 0 0,1 1 0,0-1 0,1 1 0,0 0 0,0 0 0,1 1 0,-2 8 3,4-16-2,-16 53-3,2 1 0,3 0 0,2 1 0,2 0 0,4 1 0,1-1 0,5 24 5,21 8-5,-22-88 3,0 0 0,1 0-1,-1-1 1,0 1-1,1 0 1,0-1-1,-1 1 1,1-1 0,0 0-1,0 1 1,0-1-1,0 0 1,0 0 0,0 0-1,0 0 1,0 0-1,0-1 1,0 1-1,0-1 1,1 1 0,-1-1-1,0 0 1,0 0-1,1 0 1,-1 0-1,0 0 1,0-1 0,1 1-1,-1 0 1,0-1-1,0 0 1,0 0 0,0 1-1,0-1 1,0-1-1,0 1 1,0 0-1,0 0 1,0-1 0,1-1 2,13-12 6,0-1 1,-1 0 0,0-1-1,-2-1 1,0 0-1,-1-1 1,-1-1 0,8-18-7,-8 16 4,27-50-63,-26 44-170,1 1 0,2 1 0,1 0 0,1 1 0,1 1 0,1 0 0,11-9 229,-4 10-2095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4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290 322 29390,'0'0'1550,"0"0"-883,0 0-247,0 0-25,0-19-155,2-232-135,-3 248-105,-1-1 0,1 1 0,-1 0 0,0 0 0,0 0 0,0 1 0,0-1 0,-1 0 0,1 1 0,-1 0 0,0-1 0,1 1 0,-1 0 0,0 0 0,0 0 0,0 1 0,0-1 0,-1 1 0,1 0 0,0 0 0,-1 0 0,1 0 0,-1 1 0,1-1 0,-1 1 0,1 0 0,-1 0 0,1 0 0,0 0 0,-1 1 0,1-1 0,-1 1 0,1 0 0,-1 0 0,1 0 0,0 0 0,0 1 0,0 0 0,0-1 0,0 1 0,-2 2 0,-9 7 0,1 1 0,0 1 0,0 0 0,1 0 0,1 2 0,1-1 0,0 1 0,0 1 0,2 0 0,0 0 0,1 1 0,0-1 0,2 2 0,0-1 0,1 1 0,-1 8 0,-6 138 0,11-162-1,-1 0 1,1 0-1,-1 1 0,1-1 1,0 0-1,0 0 0,0 0 1,0 1-1,1-1 0,-1 0 1,0 0-1,1 0 0,0 0 1,-1 0-1,1 0 1,0 0-1,0 0 0,0 0 1,0 0-1,1 0 0,-1-1 1,0 1-1,1 0 0,-1-1 1,1 1-1,0-1 0,-1 1 1,1-1-1,0 0 0,0 0 1,0 0-1,0 0 0,0 0 1,0 0-1,0-1 0,0 1 1,0-1-1,0 1 0,0-1 1,1 0-1,-1 0 0,0 0 1,0 0-1,0 0 0,1 0 1,-1 0-1,0-1 1,0 1-1,0-1 0,0 0 1,0 0-1,0 0 0,0 0 1,0 0-1,0 0 0,0 0 1,-1 0-1,1-1 0,1-1 1,185-157-345,-56 90-3073,-75 44-3646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4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569 381 30687,'0'0'680,"0"0"-240,0 0-3,-17-24-54,-57-81-256,23 15-114,47 80-13,1 1 0,-1-1 0,-1 1 0,0 0 0,0 0 0,-1 0 0,0 1 0,-1 0 0,1 0 0,-2 0 0,1 1 0,-1 0 0,0 1 0,0-1 0,-1 2 0,0-1 0,0 1 0,0 1 0,-1-1 0,1 2 0,-1-1 0,-2 1 0,4 2 0,1 0 0,-1 0 0,1 1 0,-1 0 0,1 1 0,-1 0 0,1 0 0,0 0 0,-1 1 0,1 0 0,0 1 0,0-1 0,0 1 0,1 1 0,-1-1 0,1 1 0,-1 1 0,1-1 0,0 1 0,1 0 0,-1 0 0,1 0 0,0 1 0,1 0 0,-1 0 0,0 2 0,-6 9 0,1 1 0,1 0 0,0 1 0,2 0 0,0 0 0,1 1 0,1 0 0,0 0 0,1 4 0,0 5 1,1 1-1,1-1 1,1 1-1,2-1 1,0 1-1,4 11 0,-3-31-6,0 0 0,0 0 0,1 0 0,0 0 0,0 0 0,1 0 0,1-1 0,0 0 0,0 0 0,0 0 0,1-1 0,1 0 0,-1 0 0,1 0 0,1-1 0,0 0 0,-1 0 0,2-1 0,6 4 6,-7-6-12,1 0 0,-1 0-1,1-1 1,0-1-1,0 0 1,0 0 0,0 0-1,0-1 1,0-1-1,0 1 1,0-1 0,1-1-1,-1 0 1,0 0-1,0-1 1,0 0 0,0-1-1,0 0 1,7-3 12,148-91-1158,-159 94 1076,57-43-1837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4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93 194 30535,'0'0'654,"0"0"-171,0 0 127,-2-2-198,-79-68-339,114 46-73,14 21 0,-50 25 0,2-21 0,0-1 0,-1 1 0,1-1 0,0 0 0,0 1 0,-1-1 0,1 0 0,0 0 0,-1 0 0,1 0 0,0 0 0,-1 0 0,1 0 0,0 0 0,-1-1 0,1 1 0,0-1 0,-1 1 0,1-1 0,0 1 0,0-1 0,0 0 0,0 1 0,-1-1 0,1 0 0,0 0 0,0 0 0,0 0 0,1 0 0,-1 0 0,0 0 0,0 0 0,0 0 0,1 0 0,-1 0 0,1-1 0,-1 1 0,1 0 0,-1 0 0,1-1 0,0 1 0,-1 0 0,1-1 0,0 1 0,0 0 0,0-1 0,0 1 0,0 0 0,1-1 0,-1 1 0,0 0 0,1-1 0,-1 1 0,0 0 0,1 0 0,0-1 0,-1 1 0,1 0 0,0 0 0,0 0 0,19-17 0,-19 47 0,-2-28 0,1 0 0,-1 0 0,0 0 0,0-1 0,0 1 0,0 0 0,0 0 0,0 0 0,0-1 0,0 1 0,0-1 0,0 1 0,0-1 0,-1 1 0,1-1 0,0 1 0,0-1 0,0 0 0,-1 0 0,1 0 0,0 0 0,0 0 0,-1 0 0,1 0 0,0 0 0,0 0 0,-1 0 0,1-1 0,0 1 0,0 0 0,0-1 0,0 1 0,-1-1 0,1 0 0,0 1 0,0-1 0,0 0 0,0 0 0,0 1 0,0-1 0,1 0 0,-1 0 0,0 0 0,0 0 0,1 0 0,-1 0 0,0 0 0,1-1 0,-1 1 0,1-1 0,0-2 0,1 0 0,0 1 0,1-1 0,-1 0 0,1 1 0,-1-1 0,1 1 0,0 0 0,1-1 0,-1 1 0,0 0 0,1 0 0,0 0 0,-1 1 0,1-1 0,0 1 0,1-1 0,-1 1 0,0 0 0,1 0 0,-1 1 0,1-1 0,-1 1 0,1-1 0,0 1 0,0 0 0,-1 1 0,1-1 0,0 1 0,0-1 0,0 1 0,0 0 0,0 1 0,0-1 0,0 1 0,-1 0 0,1 0 0,-2 0 0,-1 1 0,1 0 0,-1 0 0,0-1 0,0 1 0,0 0 0,0 0 0,0 1 0,0-1 0,0 0 0,-1 0 0,1 0 0,-1 0 0,0 1 0,1-1 0,-1 0 0,0 0 0,-1 1 0,1-1 0,0 0 0,0 0 0,-1 1 0,0-1 0,1 0 0,-1 0 0,0 0 0,0 0 0,0 0 0,-1 1 0,-1 1 0,0 0 0,-1 0 0,1 0 0,-1-1 0,0 0 0,0 0 0,0 0 0,-1 0 0,1-1 0,-1 1 0,1-1 0,-1 0 0,0-1 0,0 1 0,0-1 0,0 0 0,0 0 0,0 0 0,0-1 0,0 0 0,0 0 0,0 0 0,0-1 0,-1 1 0,4-2 0,0 1 0,0-1 0,1 0 0,-1 0 0,0 0 0,1 0 0,-1 0 0,1 0 0,0 0 0,0 0 0,0-1 0,0 1 0,0 0 0,0-1 0,0 1 0,1-1 0,-1 1 0,1-1 0,0 1 0,0-1 0,0 1 0,0-1 0,0 1 0,0-1 0,1 1 0,-1-1 0,1 1 0,0-1 0,0 1 0,0 0 0,0-1 0,0 1 0,0 0 0,1 0 0,-1 0 0,1 0 0,-1 0 0,1 0 0,1-1 0,-2 2 0,1 0 0,-1 0 0,1 0 0,-1 0 0,1 0 0,-1 0 0,1 0 0,0 1 0,-1-1 0,1 0 0,0 1 0,0 0 0,-1-1 0,1 1 0,0 0 0,0 0 0,-1 0 0,1 0 0,0 0 0,0 1 0,0-1 0,-1 0 0,1 1 0,0 0 0,-1-1 0,1 1 0,0 0 0,-1 0 0,1-1 0,-1 1 0,1 0 0,-1 1 0,0-1 0,1 0 0,-1 0 0,0 1 0,0-1 0,0 0 0,0 1 0,0-1 0,0 1 0,0 0 0,0 1 0,-1-2-6,0 0 0,0 0 0,0 0 0,0 0 1,-1 0-1,1 0 0,0 0 0,-1 0 0,1 0 0,0 0 0,-1 0 0,1 0 0,-1 0 0,0 0 1,1 0-1,-1-1 0,0 1 0,1 0 0,-1 0 0,0-1 0,0 1 0,0 0 0,1-1 0,-1 1 1,0-1-1,0 1 0,0-1 0,0 0 0,0 1 0,0-1 0,0 0 0,0 0 0,0 1 0,0-1 1,-1 0-1,1 0 0,0 0 0,0 0 0,0-1 0,0 1 0,0 0 0,0 0 0,0-1 0,0 1 1,0 0 5,-2 0-1295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340 284 24221,'0'0'3757,"0"0"-1953,0 0-1265,0 0-196,-2-20-8,-16-148 171,18 164-491,0 0 0,0 1 0,0-1 0,0 0-1,0 0 1,-1 1 0,0-1 0,0 0-1,0 1 1,0-1 0,0 1 0,-1 0 0,0-1-1,1 1 1,-1 0 0,-1 0 0,1 0-1,0 0 1,-1 0 0,1 0 0,-1 1 0,0-1-1,0 1 1,0 0 0,0 0 0,0 0-1,0 0 1,-1 1 0,1-1 0,-1 1 0,1 0-1,-1 0 1,1 0 0,-1 0 0,0 1 0,-1-1-15,-1 1-1,0 1 1,1-1 0,-1 1 0,0 0 0,0 1-1,1-1 1,-1 1 0,1 0 0,-1 1 0,1-1 0,0 1-1,0 0 1,0 1 0,0-1 0,1 1 0,-1 0 0,1 0-1,0 0 1,0 0 0,0 1 0,1 0 0,0 0 0,-2 3 0,-13 23-1,1 1 1,1 2 0,2-1 0,2 2-1,1-1 1,1 2 0,2-1 0,2 1 0,1 0-1,2 1 1,1-1 0,4 36 0,-2-70 0,0 1 1,0 0 0,1-1-1,-1 1 1,1 0-1,0-1 1,0 1 0,0-1-1,0 1 1,0-1-1,0 0 1,0 1 0,1-1-1,0 0 1,-1 0-1,1 0 1,0 0 0,0 0-1,0 0 1,0-1-1,0 1 1,0-1 0,1 1-1,-1-1 1,0 0-1,1 0 1,-1 0 0,1 0-1,-1 0 1,1-1-1,0 1 1,-1-1 0,1 1-1,0-1 1,-1 0-1,1 0 1,0-1 0,-1 1-1,1 0 1,-1-1-1,1 1 1,0-1 0,-1 0-1,1 0 1,-1 0-1,0 0 1,1-1 0,-1 1-1,2-2 0,11-7 14,0-1 0,0-1-1,-1 0 1,-1-2 0,0 1-1,-1-1 1,0-1 0,-1 0-1,-1-1 1,-1 0 0,8-17-14,37-109 68,-7 81-1074,-27 44-845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420 280 25541,'0'0'1966,"0"0"-971,0 0-336,0 0 66,0 0-47,0 0-195,1-11-103,0 8-375,1-9 115,0 1 0,-1-1 0,-1 0 0,1 0 0,-2 1 0,0-1 0,0 0 0,-1 0 0,0 1 0,-1-1 0,-3-7-120,3 12 1,-1-1-1,0 1 1,0 0-1,0 0 0,-1 0 1,0 1-1,-1 0 1,1 0-1,-1 0 1,0 0-1,-1 1 0,1 0 1,-1 1-1,0-1 1,0 1-1,0 1 0,-1-1 1,1 1-1,-1 1 1,0-1-1,0 1 1,0 0-1,0 1 0,0 0 1,0 1-1,-1-1 1,1 1-1,0 1 1,0 0-1,0 0 0,0 0 1,0 1-1,0 0 1,0 1-1,-3 1 0,-3 9 0,0 0 0,0 1 0,1 0 0,1 1 0,1 1 0,0 0 0,1 0 0,0 1 0,1 0 0,2 1 0,-1 0 0,2 0 0,0 0 0,2 1 0,0 0 0,-1 9 0,0 111 0,5-135 0,1 0 0,1 0 0,-1 0 0,0 0 0,1 0 0,0 0 0,0 0 0,0 0 0,0-1 0,1 1 0,0-1 0,-1 0 0,1 0 0,0 0 0,0 0 0,1 0 0,-1 0 0,1-1 0,-1 0 0,1 0 0,0 0 0,0 0 0,0 0 0,0-1 0,0 0 0,0 1 0,0-2 0,1 1 0,-1 0 0,2-1 0,15-1 0,-1-2 0,1 0 0,0-2 0,-1 0 0,0-1 0,0-1 0,-1-1 0,1-1 0,-2 0 0,1-1 0,-2-1 0,1-1 0,-1-1 0,-1 0 0,-1-1 0,0-1 0,0 0 0,-1-1 0,-2-1 0,5-6 0,105-130-1635,-91 114-747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30262,'0'0'721,"0"0"-361,0 0 160,0 0-80,0 0-280,0 0-8,0 0 0,-4 143-152,4-72 0,0 8 0,0 8 0,0 2 0,-7 25 0,-2-21 0,-8-20-2377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25982,'0'0'2455,"0"0"-1383,0 0-479,0 0-104,0 0-199,0 0-152,-3 18-16,-38 325 638,40-326-809,-1 202-1849,12-186-962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25878,'0'0'4296,"0"0"-3543,0 0-241,0 0-40,0 0-48,0 0-184,0 0-88,-67 46-112,56-24-40,-3 5 0,2 6 0,-1 9 0,-1 8 0,2 10 0,5 4 0,7 23-8,0-14-736,12-15-1065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5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27190,'0'0'3120,"0"0"-2559,0 0-49,0 0 176,0 0-136,0 0-408,0 0-144,0 58 0,-4-4 0,-6 72 0,1-10 0,-7 3-744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0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500 228 27414,'0'0'1123,"0"0"896,0 0-1036,0 0-416,0 0-106,-2-11-284,-1-19-161,4 23-16,0-1 0,-1 0 1,0 1-1,0-1 0,-1 1 0,0-1 1,0 1-1,-1-1 0,0 1 0,-1 0 1,1 0-1,-1 0 0,0 0 0,-1 0 1,0 1-1,0-1 0,0 1 0,-1 0 1,0 0-1,0 1 0,0-1 0,-1 1 1,0 0-1,0 1 0,0-1 0,-1 1 1,1 1-1,-4-2 0,-1 3 0,1 1 0,0 1 0,0-1 0,-1 2 0,1-1 0,0 2 0,0-1 0,0 1 0,0 1 0,0 0 0,0 0 0,0 1 0,1 0 0,0 1 0,0 0 0,0 1 0,1-1 0,-1 1 0,1 1 0,1 0 0,-3 3 0,-9 9 0,2 1 0,0 0 0,1 1 0,2 1 0,0 1 0,1 0 0,-8 22 0,10-19 0,1 2 0,2 0 0,1 0 0,1 0 0,1 1 0,1-1 0,2 1 0,1 0 0,1 0 0,3 15 0,-3-38 0,1-1 0,0 1 0,0-1 0,1 0 0,-1 0 0,1 0 0,0 0 0,1 0 0,-1 0 0,1 0 0,0-1 0,0 1 0,0-1 0,1 0 0,0 0 0,0 0 0,0-1 0,0 1 0,0-1 0,1 0 0,-1 0 0,1 0 0,0-1 0,0 1 0,0-1 0,0-1 0,0 1 0,0-1 0,0 0 0,1 0 0,-1 0 0,1 0 0,5 0 0,0-1 0,0 1 0,1-2 0,-1 0 0,0 0 0,0-1 0,0 0 0,0 0 0,0-2 0,-1 1 0,1-1 0,-1-1 0,0 0 0,0 0 0,2-3 0,2-1 0,-1-2 0,0 0 0,0 0 0,-1-1 0,0-1 0,-1 0 0,-1 0 0,0-1 0,0-1 0,-2 0 0,0 0 0,0 0 0,-2-1 0,0 0 0,-1 0 0,0-1 0,-1 0 0,-1 1 0,-1-1 0,0-1 0,-2-99-212,2 111-2694,5 4-7595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0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29478,'0'0'1234,"0"0"-630,0 0 8,0 0 24,-8 1-448,6-1-185,0 0-3,1 0 1,-1 0-1,0 0 0,0 0 1,0 1-1,1-1 0,-1 1 1,0-1-1,1 1 1,-1 0-1,0-1 0,1 1 1,-1 0-1,1 0 0,-1 0 1,1 0-1,0 0 0,-1 0 1,1 1-1,0-1 0,0 0 1,0 1-1,0-1 0,0 1 1,0-1-1,0 1 1,0 0-1,1-1 0,-1 1 1,1 0-1,-1-1 0,1 1 1,0 0-1,-1 1 0,-21 204 0,9 1 0,11 108 0,2-305 0,-12-35-627,-1 3-2507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1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392 191 27854,'0'0'4481,"0"0"-4049,0 0-432,0 0 0,-122 71 0,82-46 0,-22 12-80,9-8-1392,0-2-8666</inkml:trace>
  <inkml:trace contextRef="#ctx0" brushRef="#br0" timeOffset="46814.519">415 40 25838,'0'0'1169,"0"0"-627,0 0-354,0 0 288,0 0 853,0 0-739,0-7-314,0-19 36,0 26-279,-1-1 1,1 1 0,0 0-1,0-1 1,0 1-1,-1-1 1,1 1-1,0 0 1,0 0-1,-1-1 1,1 1 0,0 0-1,-1-1 1,1 1-1,0 0 1,-1 0-1,1 0 1,-1-1 0,1 1-1,0 0 1,-1 0-1,1 0 1,-1 0-1,1 0 1,0 0-1,-1 0 1,1-1 0,-1 1-1,1 1 1,0-1-1,-1 0 1,1 0-1,-1 0 1,1 0-1,-1 0 1,1 0 0,0 0-1,-1 0 1,1 1-1,0-1 1,-1 0-1,1 0 1,0 1 0,-1-1-1,1 0 1,0 0-1,-1 1 1,1-1-1,0 0 1,0 1-1,-1-1 1,1 0 0,0 1-1,0-1 1,0 1-1,-1-1 1,1 0-1,0 1 1,0-1-1,0 1 1,0-1-34,-3 176 0,0-169 0,-1-1 0,1 0 0,-2-1 0,1 1 0,0-1 0,-1 0 0,0 0 0,0 0 0,-1-1 0,1 1 0,-1-1 0,0-1 0,0 1 0,0-1 0,-1 0 0,0 0 0,-13 8 0,-222 143-243,198-130-970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0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26902,'0'0'1005,"0"0"-298,0 0-448,0 0 110,0 0 826,-12 7-276,-3 318 480,-11 343-1659,39-697-2718,-1-1-2454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0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27214,'0'0'2387,"0"0"-1503,0 0-394,0 0 40,0 0-86,0 0-223,2 14 53,6 52-193,-3 1 0,-2-1-1,-4 1 1,-4 20-81,-53 321-24,59-426-815,1-9-2899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529 210 27934,'0'0'938,"0"0"-149,0 0-361,0 0-72,0-19-104,-1-63-81,1 78-138,0-1 0,0 1 0,0 0 0,0 0 0,-1-1 0,1 1 0,-1 0 0,0 0 0,0 0 0,-1 0 0,1 0 0,-1 0 0,0 0 0,0 0 0,0 1 0,-1-1 0,1 1 0,-1 0 1,0-1-1,0 1 0,0 0 0,0 1 0,0-1 0,-1 1 0,1-1 0,-1 1 0,0 0 0,0 0 0,1 0 0,-1 1 0,0 0 0,-1-1 0,1 1 0,-2 0-33,-2 1 30,-1 0 0,0 0 0,1 1 0,-1 0 0,1 1 0,-1 0 0,1 0 0,0 1 0,-1 0-1,1 0 1,1 1 0,-1 0 0,1 0 0,-1 1 0,0 1-30,-20 16 2,0 1 0,2 1 0,1 1 0,1 2 1,2 0-1,0 2 0,2 0 0,1 1 0,1 1 0,2 1 0,1 0 0,1 1 0,-1 12-2,8-18 4,2 1 0,1 1 1,1-1-1,1 1 0,2-1 0,1 7-4,-1-30 3,-1 1 0,2-1 0,-1 1 0,1-1 0,-1 1 0,2-1 0,-1 1 0,0-1 0,1 0 0,0 0 0,0 0 0,1 0 0,0 0 0,0 0 0,0-1 0,0 1 0,0-1 0,1 0 0,0 0 0,0 0 0,0 0 0,0-1 0,1 0 0,-1 1 0,1-2 0,0 1 0,0-1 0,0 1 0,0-1 0,0-1 0,1 1 0,-1-1 0,5 1-3,7-3 7,1-1 0,-1-1 0,1 0 0,-1-1 0,0-1 0,-1 0 0,1-2 0,-1 0 0,0 0 0,-1-2 0,1 0 0,-2-1 0,1 0 1,-2-1-1,1 0 0,-1-2 0,-1 1 0,0-1 0,-1-1 0,-1 0 0,0-1 0,-1 0 0,0 0 0,-1-1 0,0-2-7,-1 5-65,-1-1 0,0 0 0,-1 0 0,0-1 0,-1 1 0,-1-1 0,0 0 0,-1 0-1,-1 0 1,0 0 0,-1 0 0,-1 0 0,0 0 0,-1-2 65,-12-31-1834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108 119 26718,'0'0'1549,"0"0"-439,0 0-171,0 0-98,0-18-193,0-83 314,-7 266-962,-7 0 0,-12 32 0,-12 111 0,15-127 0,26-209-409,5-9-1639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5:5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47 542 22853,'0'0'2224,"0"0"1005,0 0-1997,0 0-641,0 0-23,-9 0-93,-29 0-67,39 0-387,-1 0 0,0 0 0,1 0-1,-1 0 1,1-1 0,-1 1 0,0 0 0,1 0-1,-1 0 1,1-1 0,-1 1 0,0 0 0,1 0 0,-1-1-1,0 1 1,1 0 0,-1-1 0,0 1 0,0 0 0,1-1-1,-1 1 1,0 0 0,0-1 0,1 1 0,-1-1-1,0 1 1,0-1 0,0 1 0,0 0 0,0-1 0,0 1-1,0-1 1,0 1 0,0-1 0,0 1 0,0 0 0,0-1-1,0 1 1,0-1 0,0 1 0,0-1 0,0 1-1,-1 0 1,1-1 0,0 1 0,0-1 0,-1 1 0,1 0-1,0-1 1,0 1 0,-1 0 0,1-1 0,0 1 0,-1 0-1,1 0 1,0-1 0,-1 1-21,35-9 0,0 1 0,0 1 0,0 2 0,1 2 0,0 1 0,0 1 0,0 3 0,2 0 0,50 0 0,446-35 0,109 19 0,455-18 0,-686 10 0,13 19 0,114-5 0,741 0 0,-409-17 0,407-29 0,-648 71 0,616 19 0,-989-35 0,777-2 0,233-57 0,304 21 0,141-55 0,-696 51 0,524-8 0,-1499 49-447,-38-4-1787</inkml:trace>
  <inkml:trace contextRef="#ctx0" brushRef="#br0" timeOffset="14377">11027 63 26078,'0'0'2768,"0"0"-1816,0 0-87,0 0-217,0 0-152,0 0-328,0 0-168,-35 91-208,35-37-1008</inkml:trace>
  <inkml:trace contextRef="#ctx0" brushRef="#br0" timeOffset="15881.524">9617 59 4009,'0'0'21028,"0"0"-19947,0 0-633,0 0 224,0 0-48,0 0-160,0 0 48,0-58 40,0 58-48,0 0-104,-3 10-119,-3 15 143,-6 10-128,0 9-128,-1 8-104,-1 20-64,5-14-48,-1-8-1209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384 171 27958,'0'0'1136,"0"0"-221,0 0-91,0 0-201,0 0-155,-11-6-104,-34-21-70,-13-50-109,56 73-185,-1 0 0,1 0 0,-1 0 0,0 0 0,0 1 0,0-1 0,0 1 0,-1 0 0,0-1 0,1 2 0,-1-1 0,0 0 0,0 1 0,-1 0 0,1 0 0,0 0 0,-1 0 0,1 1 0,-1 0 0,0 0 0,1 0 0,-1 0 0,0 1 0,1 0 0,-1 0 0,0 0 0,0 0 0,1 1 0,-1 0 0,0 0 0,1 0 0,-1 0 0,1 1 0,-1 0 0,1 0 0,0 0 0,0 1 0,0-1 0,0 1 0,0 0 0,0 0 0,1 0 0,-12 22 0,2 1 0,1 0 0,1 1 0,1 0 0,1 0 0,1 1 0,2 0 0,1 1 0,1-1 0,2 1 0,0 0 0,2 0 0,4 26 0,-6-45 0,2 1 0,0-1 0,0 1 0,1-1 0,0 1 0,1-1 0,0 0 0,0 1 0,1-1 0,1 0 0,0-1 0,0 1 0,1-1 0,0 0 0,0 0 0,1 0 0,0-1 0,1 1 0,0-2 0,0 1 0,1-1 0,0 0 0,0 0 0,0-1 0,1-1 0,0 1 0,0-1 0,1-1 0,-1 1 0,1-2 0,0 1 0,0-2 0,1 1 0,-1-1 0,0-1 0,1 0 0,-1 0 0,1-1 0,0 0 0,5-7 0,-1 0 0,0-1 0,-1-1 0,0 0 0,0-1 0,-1-1 0,0 0 0,-1 0 0,0-2 0,-1 1 0,0-1 0,-1-1 0,-1 0 0,0 0 0,0-1 0,-2 0 0,0-1 0,-1 1 0,4-14 0,56-191 0,0 89-1374,-41 101-557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550 416 30911,'0'0'589,"0"0"-329,0 0-37,-19-22 116,-63-78-157,27-17-65,41 71-99,13 40-17,-1-1 0,1 1 0,-1-1 0,0 1 0,-1 0 0,0 0 0,0 0 0,0 0 0,0 1 0,-1-1 1,0 1-1,0 0 0,-1 0 0,1 0 0,-1 0 0,0 1 0,0 0 0,-1 0 0,1 1 0,-1-1 0,0 1 0,0 0 0,0 0 0,0 1 0,0 0 0,-1 0 0,1 1 0,-1 0 0,1 0 1,-1 0-1,0 1 0,1-1 0,-6 2-1,0 7-2,0 0 0,1 0 0,0 1 0,0 1 0,1 0 0,0 0 0,1 1 1,0 0-1,1 1 0,0 0 0,1 0 0,0 0 0,1 1 0,0 0 0,1 1 1,1-1-1,-1 5 2,-10 26-4,2 2 1,2-1-1,2 1 1,2 1-1,2 0 1,2-1-1,2 1 1,3 32 3,-3-74-5,1 0 1,-1 0-1,1 0 1,0 0-1,0 0 1,1 0 0,-1 0-1,1 0 1,0 0-1,0 0 1,1 0-1,0 0 1,0 0-1,0-1 1,0 1 0,0-1-1,1 1 1,0-1-1,0 0 1,0 0-1,1-1 1,-1 1-1,1 0 1,0-1 0,0 0-1,0 0 1,0 0-1,1-1 1,-1 1-1,1-1 1,0 0-1,-1 0 1,1-1-1,0 1 1,0-1 0,0 0-1,0-1 1,0 1-1,0-1 1,1 0-1,-1 0 1,2-1 4,6-4 1,1 0 1,-2-1-1,1-1 0,-1 0 0,0-1 1,0 0-1,-1-1 0,0-1 1,0 1-1,-1-1 0,-1-1 1,3-4-2,10-7 4,256-255-958,-234 237-725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9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357 214 29478,'0'0'1193,"0"0"-784,0 0-4,0 0 46,0 0-147,0 0-160,-13-19-60,-95-133 52,105 149-135,1-1-1,-1 1 1,-1 0-1,1 0 1,0 0-1,-1 0 1,1 0-1,-1 1 1,0 0-1,0 0 1,0 0-1,0 0 1,0 0-1,0 1 1,-1 0-1,1 0 1,0 0-1,-1 0 1,1 1-1,-1 0 1,1 0-1,-1 0 1,1 0-1,-1 1 1,1-1-1,0 1 1,-1 0-1,1 1 1,0-1-1,0 1 1,0 0-1,0 0 1,0 0-1,0 0 1,-3 3-1,-6 15-34,2 0 0,0 1 1,1 0-1,1 1 0,1 0 1,1 0-1,1 1 0,1 0 1,1 0-1,1 0 0,1 1 1,1-1-1,1 0 0,1 1 1,2 6 33,-3-27-13,0 25-70,-2-20 65,1 0 1,0 1 0,1-1-1,0 1 1,0-1-1,1 0 1,0 1 0,1-1-1,0 0 1,0 0 0,0 0-1,1 0 1,0 0 0,1-1-1,0 1 1,0-1-1,1 0 1,-1 0 0,3 1 17,-3-6-3,0-1 0,0 0 1,0 0-1,0 0 0,1-1 1,-1 0-1,0 1 0,0-1 1,0-1-1,1 1 0,-1-1 1,0 1-1,0-1 0,0-1 1,0 1-1,0 0 0,0-1 1,0 0-1,0 0 0,-1 0 1,1 0-1,-1-1 0,1 1 1,-1-1-1,0 0 0,0 0 1,0 0-1,0-1 0,-1 1 1,1-1-1,-1 1 0,0-1 1,0 0 2,279-347-707,-235 302-2974,-10 12-9571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1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31191,'0'0'752,"0"0"-544,0 0-32,0 0 200,0 0-312,0 0-64,0 0 0,39 60 0,-18-50-120,-8 1-968,-6-5-4481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2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369 243 27206,'0'0'1844,"0"0"-950,0 0-265,0 0-49,-17-22-181,-53-71-170,-4-21 212,73 113-440,-1 0 1,1 0 0,0-1 0,-1 1-1,1 0 1,-1 0 0,1 1 0,-1-1-1,0 0 1,1 0 0,-1 1 0,0-1-1,0 1 1,1-1 0,-1 1 0,0 0 0,0 0-1,1 0 1,-1 0 0,0 0 0,0 0-1,0 0 1,1 1 0,-1-1 0,0 1-1,0-1 1,1 1 0,-1-1 0,0 1-1,1 0 1,-1 0 0,1 0 0,-1 0-1,1 0 1,-1 0 0,1 1 0,0-1-1,0 0 1,-1 1 0,1-1-2,-42 65-41,26-32 26,1 1 0,3 0 0,0 1 1,3 1-1,0 0 0,3 0 0,1 1 0,2 0 1,1 0-1,3 18 15,-1-50-2,1 1-1,0-1 1,1 0-1,0 1 1,0-1 0,0 0-1,0 1 1,1-1 0,0 0-1,1 0 1,-1 0 0,1 0-1,0-1 1,1 1 0,-1-1-1,1 0 1,0 0-1,0 0 1,1 0 0,0-1-1,-1 0 1,1 0 0,1 0-1,-1 0 1,1-1 0,-1 0-1,1 0 1,0-1 0,0 1-1,0-1 1,0-1 0,0 1-1,1-1 1,1 0 2,10 0-202,0-2 1,0 0-1,0-1 0,0-1 1,-1-1-1,1-1 1,-1 0-1,0-1 0,0 0 1,-1-2-1,0 0 1,0-1-1,-1 0 0,0-1 1,0-1-1,-1 0 1,-1-1-1,2-3 202,50-41-5269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2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320 188 16684,'0'0'11567,"0"0"-8771,0 0-2162,0 0-23,0 0-229,-11-22-294,-35-68-83,45 86-5,-1 0 0,1 0 0,-1-1 0,0 1 0,-1 0 0,1 1 0,0-1 0,-1 0 0,0 1 0,0-1 0,0 1 0,-1 0 0,1 0 0,-1 0 0,1 1 0,-1-1 0,0 1 0,0 0 0,0 0 0,0 0 0,0 0 0,-1 1 0,1 0 0,0 0 0,-1 0 0,1 0 0,-1 1 0,1 0 0,-1 0 0,1 0 0,-3 0 0,2 1 0,0 0 0,-1 0 0,1 0 0,0 1 0,0-1 0,0 1 0,0 1 0,0-1 0,0 1 0,0-1 0,1 1 0,0 1 0,-1-1 0,1 1 0,0-1 0,1 1 0,-1 0 0,1 1 0,-1-1 0,1 0 0,1 1 0,-1 0 0,-1 4 0,-40 123 0,40 36 1,5-162-2,0 1 1,1-1 0,-1 1-1,1-1 1,0 0-1,1 0 1,0 0-1,0 0 1,0 0-1,0-1 1,1 1 0,0-1-1,0 0 1,0 0-1,1 0 1,0-1-1,0 1 1,0-1-1,0-1 1,1 1 0,0-1-1,-1 0 1,6 2 0,-3-2-5,0 0 0,0-1 0,0-1 1,0 1-1,0-1 0,0 0 1,1-1-1,-1 0 0,0 0 0,0-1 1,0 0-1,1-1 0,-1 0 0,0 0 1,0 0-1,-1-1 0,1 0 0,-1-1 1,1 0-1,-1 0 0,0 0 1,0-1-1,-1 0 0,0 0 0,0-1 1,0 0-1,0 0 0,-1 0 0,0-1 1,2-4 4,11-14-55,-2-1 1,-1 0 0,-1-1 0,-1-1 0,-2 0-1,-1-1 1,4-16 54,11-50-1136,-8 7-1142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2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477 156 27798,'0'0'1440,"0"0"-1000,0 0 40,0 112 89,-4-54-177,1 12-184,3 11-88,0 9-80,0 3-16,0 0-24,0 11-320,0-25-897,0-26-2343</inkml:trace>
  <inkml:trace contextRef="#ctx0" brushRef="#br0" timeOffset="674.242">0 513 27694,'0'0'731,"23"7"-50,252 59 857,-233-59-1371,0-1-88,0 1 1,-1 3-1,0 1 0,-1 2 0,0 2 1,23 13-80,-59-27 7,-1 0 0,0 1 1,0-1-1,0 1 0,0 0 1,0 0-1,0 0 0,0 0 1,-1 1-1,1-1 0,-1 1 1,1 0-1,-1 0 0,0-1 1,0 1-1,-1 1 0,1-1 1,0 0-1,-1 0 0,0 0 1,0 1-1,0-1 0,0 1 1,-1-1-1,1 1 0,-1-1 1,0 1-1,0-1 0,0 1 1,0 0-1,-1-1 0,1 1 1,-1-1-1,0 0 0,0 1 1,0-1-1,0 0 0,-1 1 1,0-1-1,1 0 0,-1 0 1,-1 1-8,-8 4 23,0 0 1,0 0 0,-1-1 0,0-1-1,-1 0 1,1 0 0,-1-1-1,0-1 1,0 0 0,-1-1-1,1-1 1,-1 0 0,0 0-1,1-2 1,-1 1 0,0-2-1,-4 0-22,11 0 6,0 0 0,1 0 0,-1 0 0,1-1 0,-1 0 1,1 0-1,0 0 0,-1-1 0,1 0 0,1 0 1,-1-1-1,0 1 0,1-1 0,0-1 0,0 1 0,0-1 1,0 1-1,1-2 0,0 1 0,0 0 0,0-1 1,1 0-1,-1 1 0,1-1 0,1-1 0,-3-4-7,-1-9 1,1 1-1,1-1 1,0 1-1,1-1 1,1 0-1,1 0 1,1 0-1,2-11 0,0 15-1,0-1 0,1 1-1,1 0 1,1 0 0,0 1 0,1-1-1,0 1 1,2 0 0,0 1-1,0 0 1,1 0 0,4-3 1,-8 10 0,0 0-1,0 1 1,1 0 0,0 0 0,1 0-1,-1 0 1,1 1 0,0 0 0,1 1-1,-1-1 1,1 1 0,0 1 0,0 0-1,0 0 1,0 0 0,0 1 0,1 0-1,-1 1 1,1 0 0,-1 0 0,1 1-1,-1 0 1,1 0 0,1 1 0,-6 0 3,1 0 0,-1 1 1,0-1-1,0 1 0,-1 0 0,1 0 1,0 0-1,-1 0 0,1 1 1,-1 0-1,0-1 0,1 1 0,-2 1 1,1-1-1,0 0 0,0 1 0,-1-1 1,0 1-1,0 0 0,0-1 1,0 1-1,-1 0 0,1 0 0,-1 1 1,0-1-1,0 2-3,7 114 202,-12-109-196,0-1 0,-1 1 1,0-1-1,-1 0 1,0 0-1,-1-1 1,1 0-1,-2 0 0,1 0 1,-1-1-1,-1 0 1,1-1-1,-1 0 1,-1 0-1,1-1 0,-1 0 1,0-1-1,-1 0 1,1 0-1,-1-1 1,0-1-1,0 0 0,0 0 1,0-1-1,0 0 1,-1-1-1,1-1 1,-6 0-7,14 0 0,1 0 1,-1 0 0,1 0-1,-1-1 1,1 1 0,-1-1 0,1 0-1,0 0 1,-1 0 0,1 0-1,0 0 1,0-1 0,0 1-1,0 0 1,0-1 0,0 0 0,0 1-1,0-1 1,1 0 0,-1 0-1,1 0 1,-1 0 0,1 0-1,0 0 1,0-1 0,0 1 0,0 0-1,0-1 1,0 1 0,1 0-1,-1-1 1,1 1 0,0-2-1,3-92-5,9 62 4,2 0 0,1 1-1,2 1 1,1 1 0,1 0-1,2 2 1,1 0 0,1 1-1,2 1 1,9-7 1,-10 8 1,1 0 0,0 2 0,2 0 0,1 2 1,1 2-1,5-3-1,-31 21-26,0-1 1,1 1 0,-1 0-1,1 0 1,0 0 0,0 1-1,0-1 1,0 1 0,0 0-1,0 0 1,0 0 0,0 0-1,0 1 1,0 0 0,0 0-1,0 0 1,0 0 0,1 1-1,-1-1 1,0 1 0,0 0-1,0 0 1,2 2 25,4 16-1160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2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71 28438,'0'0'1015,"0"0"-351,0 0-84,0 0-101,0 0-140,0 0-137,-23-3-32,-152-8 182,165 14-339,0 1-1,1 0 1,-1 1 0,1-1-1,0 2 1,0 0 0,1 0-1,0 0 1,0 1 0,0 0-1,1 1 1,0-1 0,0 2-1,1-1 1,0 1 0,1-1-1,0 2 1,0-1 0,1 0-1,0 1 1,1 0 0,0 0-1,0 0 1,1 0 0,0 1-1,1-1 1,0 0 0,1 8-13,0-17 0,-3 12 1,1 1 1,1-1-1,0 1 0,0 0 1,2-1-1,0 1 1,0 0-1,1-1 1,1 1-1,0-1 0,1 0 1,0 0-1,1 0 1,6 11-2,-5-20 4,0-1 0,0 1 1,0-1-1,0 0 0,0 0 1,1-1-1,-1 0 0,1 0 1,0 0-1,0-1 0,0 0 1,-1 0-1,1-1 0,0 0 0,0 0 1,0-1-1,0 0 0,0 0 1,-1 0-1,1-1 0,0 0 1,-1 0-1,1-1 0,-1 0 1,0 0-1,0 0 0,0-1 1,0 0-1,-1 0 0,1-1 1,-1 1-1,0-1 0,3-4-4,8-5 1,0-1 0,0-1-1,-2 0 1,0-1-1,-1-1 1,-1 0-1,0 0 1,-1-1 0,-1-1-1,-1 0 1,-1 0-1,-1-1 1,-1 1 0,0-2-1,-2 1 1,0-1-1,-2 1 1,1-20-1,-3-42-785,0 67-718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298 124 27486,'0'0'1751,"0"0"-1007,0 0-276,0 0 12,0 0-100,0 0-126,-8-14-38,-25-45 8,31 55-210,0 0 0,-1 1-1,1 0 1,-1-1 0,0 1 0,0 0 0,0 0 0,-1 1 0,1-1-1,0 1 1,-1 0 0,0-1 0,1 1 0,-1 1 0,0-1 0,0 1-1,0-1 1,0 1 0,-1 0 0,1 1 0,0-1 0,0 1 0,0 0-1,-1 0 1,1 0 0,0 0 0,0 1 0,-1 0 0,1 0-1,0 0 1,0 0 0,0 1 0,0-1 0,0 1 0,1 0 0,-1 0-1,0 0 1,1 1 0,0-1 0,-1 1 0,1 0 0,0 0 0,0 0-1,1 1 1,-1-1 0,1 0 0,-1 1 0,1 0 0,0-1 0,1 1-1,-1 0 1,1 0 0,-1 0 0,1 2-14,-11 17 1,0 1-1,2 1 1,1 0 0,1 0 0,1 1-1,1-1 1,1 2 0,1-1 0,2 0-1,1 1 1,1 20-1,1-40-1,0-1 1,0 0-1,1 1 0,0-1 0,0 0 1,0 0-1,1 0 0,0 0 0,0-1 1,0 1-1,1-1 0,0 0 0,0 0 1,0 0-1,1 0 0,0-1 0,-1 0 1,2 0-1,-1 0 0,0 0 0,1-1 1,-1 0-1,1 0 0,0-1 0,0 1 1,0-1-1,1 0 1,3 1-1,1 0-1,-1-1 1,1 0 0,-1 0 0,1-1-1,0 0 1,-1-1 0,1-1 0,0 1-1,-1-2 1,1 1 0,-1-2 0,1 1-1,-1-1 1,0-1 0,3-1 1,6-8-28,-1 0-1,-1-1 1,0 0 0,-1-2-1,0 0 1,-1-1-1,-1 0 1,-1-1 0,0-1-1,-1 0 1,-1 0 0,-1-1-1,3-10 29,68-106-457,-49 94-961,-6 9-1571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29390,'0'0'662,"0"0"-310,0 0-4,0 0 4,0 0 12,0 0-69,14 12-36,105 91 463,-109-97-700,-18-26-19,-21-29-5,-39-50 2,73 96 0,1 7 0,0 0 0,0 1 0,-1-1 0,0 1 0,0 0 0,0 1 0,-1-1 0,0 1 0,0 0 0,0 0 0,-1 0 0,1 1 0,0 3 0,-19-21 0,-15-56 0,43 68 0,-12 2 0,0 1 0,-1-1 0,1 1 0,-1-1 0,0 1 0,0 0 0,0-1 0,0 1 0,0-1 0,-1 1 0,0-1 0,0 1 0,0-1 0,0 1 0,0-1 0,-1 0 0,1 1 0,-1-1 0,0 0 0,0 0 0,0 0 0,-1-1 0,1 1 0,-1 0 0,1-1 0,-1 1 0,0-1 0,0 0 0,0 0 0,0 0 0,0-1 0,0 1 0,-1-1 0,1 1 0,-1-1 0,1 0 0,-1-1 0,1 1 0,-1 0 0,-2-1 0,20-22-263,10-5-1094,7-5-1400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302 148 28870,'0'0'1609,"0"0"-1115,0 0-188,0 0 231,0 0-109,0 0-244,-1-8-89,1 2-83,-1 0-1,0 0 1,0-1-1,0 1 1,-1 0 0,0 0-1,0 0 1,0 0 0,-1 1-1,0-1 1,0 1-1,0 0 1,-1-1 0,0 1-1,0 1 1,0-1 0,0 1-1,-1-1 1,0 1-1,0 0 1,-3-1-12,3 2 0,0 0 0,0 1 0,0-1 0,0 1 0,0 0 0,0 1 0,0-1 0,-1 1 0,1 0 0,-1 0 0,1 1 0,-1 0 0,1 0 0,-1 0 0,1 0 0,-1 1 0,1 0 0,0 0 0,-1 1 0,1-1 0,0 1 0,0 0 0,0 1 0,0-1 0,0 1 0,1 0 0,-1 0 0,1 0 0,0 1 0,0 0 0,0 0 0,0 0 0,1 0 0,-1 0 0,1 1 0,0-1 0,0 2 0,-6 12 0,1 1 0,1 0 0,0 0 0,1 1 0,2-1 0,0 2 0,1-1 0,0 0 0,2 0 0,1 1 0,0-1 0,2 1 0,2 14 0,-3-30 0,1 0 0,0 0 0,0-1 0,0 1 0,1-1 0,-1 1 0,1-1 0,0 0 0,0 0 0,0 0 0,1 0 0,0-1 0,-1 1 0,1-1 0,0 0 0,1 0 0,-1-1 0,0 1 0,1-1 0,0 0 0,-1 0 0,1 0 0,0-1 0,0 0 0,0 0 0,0 0 0,0 0 0,0-1 0,0 0 0,0 0 0,0 0 0,0-1 0,0 1 0,0-1 0,0-1 0,0 1 0,0-1 0,0 1 0,-1-1 0,1-1 0,-1 1 0,1-1 0,-1 0 0,0 1 0,0-2 0,0 1 0,2-3 0,8-9-16,-1-1 0,-1-1-1,0 0 1,-1 0 0,-1-1 0,0 0-1,-2-1 1,0 0 0,-1-1 0,-1 0-1,-1 0 1,-1 0 0,2-17 16,7-20-550,-4 21-889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296 133 28070,'0'0'1091,"0"0"-402,0 0 34,0 0-13,0 0-234,0 0-271,-6-8-61,5 7-143,-2-5 33,-1-1 0,0 2 0,-1-1 0,1 1 0,-1-1 0,0 1 0,-1 0 0,1 1 0,-1 0 0,0 0 0,0 0 0,0 0 0,-1 1-1,1 0 1,-1 0 0,-3 0-34,4 1 3,0 1 0,0 1-1,0-1 1,0 1 0,-1 0-1,1 0 1,0 1 0,0 0-1,0 0 1,0 0 0,0 1-1,0 0 1,0 0 0,1 0-1,-1 1 1,1 0 0,-1 0-1,1 0 1,0 1 0,0 0-1,1 0 1,-1 0 0,1 0-1,0 1 1,0 0 0,0-1-1,1 2 1,-1-1 0,1 0-1,1 1 1,-1-1 0,1 1-1,0 0 1,-1 2-3,-3 13-2,1 0 0,1 0 1,0 0-1,2 0 0,0 1 0,2-1 1,1 15 1,-1-12-11,-1-20 7,0 1-1,1-1 1,-1 1-1,1-1 1,0 1-1,0-1 1,1 1-1,-1 0 1,1-1-1,0 1 1,0-1-1,0 0 1,1 1-1,0-1 1,0 0-1,0 0 1,0 0-1,0 0 1,1 0-1,0-1 1,0 1-1,0-1 1,0 1-1,0-1 1,1 0-1,-1-1 1,1 1-1,0 0 1,0-1-1,0 0 1,0 0-1,0 0 1,1-1-1,-1 1 0,0-1 1,1 0-1,-1 0 1,1-1-1,-1 1 1,1-1-1,0 0 1,2 0 4,2-4 1,-1-1 1,0 0-1,0 0 0,0 0 0,0-1 1,-1 0-1,0 0 0,-1-1 1,1 0-1,-1 0 0,0-1 1,-1 0-1,0 0 0,4-7-1,9-11 7,174-191-672,-103 133-4051,-25 27-10977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243 182 29398,'0'0'1091,"0"0"-508,0 0-12,0 0 64,2-8-221,1 3-411,-1 0-1,0-1 1,-1 1-1,1 0 1,-1-1-1,0 0 1,0 1-1,0-1 1,-1 1-1,0-1 1,0 0-1,-1 1 1,1-1-1,-1 1 1,0-1-1,-1 1 1,1-1-1,-1 1 1,0 0-1,-1-1 1,1 1-1,-1 1 1,0-1-1,0 0 1,-1 1-1,1-1 1,-1 1-1,0 0 1,0 0-1,-1 0-2,1 2 0,-1 0 0,0 0 0,1 0 0,-1 0 0,0 1 0,0 0 0,0 0 0,-1 0 0,1 1 0,0 0 0,0 0 0,0 0 0,0 1 0,0-1 0,0 1 0,0 0 0,0 1 0,0-1 0,0 1 0,0 0 0,1 0 0,-1 0 0,1 1 0,-1 0 0,1 0 0,0 0 0,0 0 0,0 1 0,1-1 0,-1 1 0,1 0 0,0 0 0,0 0 0,-1 3 0,-6 13 0,2 0 0,0 1 0,2 1 0,0-1 0,1 1 0,1 0 0,1 0 0,2 0 0,0 0 0,1 0 0,1 0 0,1 4 0,-2-21 0,-1-1 0,1 1 0,1-1 0,-1 1 0,1-1 0,0 0 0,0 1 0,0-1 0,0 0 0,1 1 0,0-1 0,-1 0 0,2 0 0,-1 0 0,0-1 0,1 1 0,0 0 0,0-1 0,0 0 0,0 0 0,0 0 0,1 0 0,-1 0 0,1 0 0,0-1 0,0 0 0,0 0 0,0 0 0,0 0 0,0-1 0,0 1 0,1-1 0,-1 0 0,0-1 0,1 1 0,-1-1 0,1 0 0,-1 0 0,1 0 0,-1 0 0,1-1 0,-1 0 0,1 0 0,2-1 0,4-6 0,-1 0 0,0-1 0,0 0 0,-1-1 0,0 0 0,-1 0 0,0-1 0,-1 0 0,0-1 0,0 1 0,3-11 0,3-2 0,55-100-372,-43 71-1488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94 29294,'0'0'1242,"0"0"-605,0 0-63,0 0-113,0 0-170,0 0-123,-8-13-83,-28-39-70,34 50-15,0 0 0,0-1 0,0 1 0,-1 0 0,1 0 0,-1 0 0,1 0 0,-1 1 0,0-1 0,0 1 0,1-1 0,-1 1 0,0 0 0,0 0 0,0 0 0,-1 1 0,1-1 0,0 1 0,0 0 0,0 0 0,0 0 0,0 0 0,-1 0 0,-1 1 0,-8-1 0,7 1 0,0 0 0,0 0 0,0 0 0,0 1 0,0-1 0,0 2 0,1-1 0,-1 0 0,1 1 0,0 0 0,0 0 0,0 1 0,0-1 0,0 1 0,1 0 0,0 1 0,0-1 0,0 1 0,0 0 0,1-1 0,-1 2 0,1-1 0,1 0 0,-1 1 0,1-1 0,-1 3 0,-4 9 0,1 1 0,1 0 0,0 0 0,1 0 0,1 0 0,1 1 0,1-1 0,0 3 0,1-16 0,0 1 0,0-1 0,0 1 0,1-1 0,0 0 0,0 1 0,0-1 0,1 0 0,-1 0 0,1 0 0,1 0 0,-1 0 0,1 0 0,-1-1 0,1 1 0,1-1 0,-1 1 0,1-1 0,-1 0 0,1-1 0,0 1 0,1-1 0,-1 0 0,0 0 0,1 0 0,0 0 0,0-1 0,0 0 0,0 0 0,0 0 0,0 0 0,0-1 0,1 0 0,-1 0 0,0-1 0,5 1 0,5-4 0,0 0 0,0-1 0,-1 0 0,1-2 0,-1 1 0,0-2 0,-1 0 0,0 0 0,0-1 0,0-1 0,-1 0 0,0-1 0,-1 0 0,0-1 0,-1 0 0,0-1 0,0 0 0,-1 0 0,-1-1 0,0 0 0,-1-1 0,17-18 0,96-91-320,-94 101-1152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30374,'0'0'1193,"0"0"-1001,0 0 144,0 0 264,-7 107-528,7-63-72,0 6 0,4 4 0,1 2 0,9 10 0,-3-14 0,-1-13-1528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30118,'0'0'1281,"0"0"-857,0 0 80,0 0-64,0 0-440,0 150 0,0-97 0,0 8 0,0 3 0,0 8 0,7-18-240,-2-16-2897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4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38 25725,'0'0'1645,"0"0"-640,0 0-363,0 0-163,-6-5-33,-32-27 692,32 72 549,39 174-1687,-5 150 0,-27-363-2,0-1-1,0 0 1,0 0 0,0 0 0,0 0-1,0 0 1,0-1 0,0 1 0,0 0-1,0 0 1,0-1 0,-1 1 0,1 0-1,0-1 1,0 1 0,0-1-1,0 1 1,-1-1 0,1 1 0,0-1-1,0 0 1,-1 1 0,1-1 0,0 0-1,-1 0 1,1 0 0,-1 1 0,1-1-1,-1 0 1,1 0 0,-1 0-1,0 0 1,1 0 0,-1 0 0,0 0-1,0 0 1,0 0 0,0 0 0,0 0-1,0 0 1,0 1 0,0-1 0,0 0-1,0 0 1,0 0 0,-1 0-1,1-1 3,0 1-17,19-46-863,0-2-1165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4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322 139 25485,'0'0'2013,"0"0"-808,0 0-438,0 0-205,0 0-142,0 0-112,-1-7-81,2 2-177,0 0 1,-1 1-1,0-1 1,0 0-1,0 0 1,0 0-1,-1 0 1,0 1-1,0-1 1,0 0-1,-1 0 1,1 1-1,-1-1 1,0 1 0,-1 0-1,1-1 1,-1 1-1,1 0 1,-1 1-1,0-1 1,-1 0-1,1 1 1,-1 0-1,0-1 1,1 1-1,-1 1 1,0-1-1,-1 1 1,1-1-1,0 1 1,-1 1-1,1-1 1,-1 0-1,0 1 1,-2 0-51,-1 1 1,1 1-1,-1 0 1,0 1-1,1-1 1,-1 2 0,1-1-1,0 1 1,0 0-1,0 0 1,0 1 0,0 0-1,1 0 1,0 1-1,0 0 1,0 0-1,0 0 1,1 0 0,0 1-1,0 0 1,0 0-1,1 1 1,-3 4-1,-3 6 0,0 0 0,1 0 0,1 1 0,1 1-1,0-1 1,2 1 0,0 0 0,-2 12 0,4-17 0,-1 0 0,2 0 0,0 0 0,0 0 0,1 0 0,1 1 0,1-1 0,0 0 0,0 0 0,2 0 0,-1 0 0,2 0 0,0 0 0,1-1 0,0 0 0,1 0 0,0 0 0,1-1 0,1 0 0,0 0 0,0 0 0,8 6 0,-10-15 0,1 1 0,0-1 0,0-1 0,0 1 0,0-1 0,0-1 0,1 1 0,-1-1 0,0 0 0,1-1 0,-1 0 0,1 0 0,-1-1 0,0 1 0,1-2 0,-1 1 0,0-1 0,1 0 0,-1 0 0,-1-1 0,1 0 0,0-1 0,-1 1 0,1-1 0,-1 0 0,0-1 0,0 1 0,-1-1 0,1-1 0,-1 1 0,4-6 0,6-7 0,0 0 0,-1-2 0,-1 0 0,-1 0 0,-1-1 0,-1 0 0,-1-1 0,0 0 0,-2-1 0,-1 0 0,0 0 0,-2 0 0,0-1 0,-2 0 0,-1 1 0,-1-1 0,-2-21 0,-13 9-20,26 33-2901,5 3-1588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4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20 21589,'0'0'2827,"0"0"-996,0 0-572,0 0-224,0 0-194,0 0-169,-10-4-82,-29-10-103,39 14-465,-1 0 0,0 0 0,1-1 0,-1 1-1,1 0 1,-1 0 0,0 0 0,0 0 0,1 0 0,-1 0 0,0 0 0,1 0 0,-1 0 0,0 0 0,1 0 0,-1 0 0,0 0 0,1 1 0,-1-1 0,1 0 0,-1 0 0,0 1 0,1-1 0,-1 0 0,1 1 0,-1-1 0,1 1 0,-1-1 0,1 1 0,-1-1 0,1 1 0,-1-1 0,1 1 0,0-1 0,-1 1 0,1 0-1,0-1 1,-1 1 0,1 0 0,0-1 0,0 1 0,0 0 0,0-1 0,-1 1 0,1 0 0,0-1 0,0 1 0,0 0 0,1-1 0,-1 1 0,0 0 0,0-1 0,0 1 0,0 0 0,1-1 0,-1 1 0,0 0-22,1 4 113,-4 475 158,6-360-276,14-157-472,-2 10-3849,3-4-12447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4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29398,'0'0'1025,"0"0"-377,0 0-160,0 0 48,0 0-112,0 0-208,0 0-184,-3 72-32,3-61 0,5 1 0,2 0 0,11 5 0,-4-2-680,2-3-2217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4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0 31159,'0'0'1320,"0"0"-1032,0 0-288,0 0 0,0 0 0,0 0 0,0 0 0,-81 110 0,51-85 0,-7 6 0,-37 10 0,10-7-856,2-7-11907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5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486 154 25365,'0'0'914,"0"0"-33,0 0 948,0 0-1040,0 0-374,-8-15-67,-27-48-54,32 58-264,0 0 1,0 0 0,0 0 0,-1 0-1,0 1 1,0-1 0,0 1 0,0 0-1,-1 1 1,1-1 0,-1 1 0,0-1 0,0 1-1,0 1 1,-1-1 0,1 1 0,0 0-1,-1 0 1,0 1 0,1-1 0,-1 1-1,0 1 1,0-1 0,0 1 0,0 0-1,0 0 1,1 1 0,-1-1 0,0 1-1,0 1 1,1-1 0,-2 1-31,-8 3 14,1 1 0,-1 1 0,1 0 0,0 1 0,0 0 0,1 1 0,1 1 0,-1 0 0,1 0 0,-5 8-14,3-3 10,2 1 0,-1 0 0,2 1 0,0 0 0,1 1 0,1 0 1,1 1-1,0 0 0,2 0 0,0 0 0,1 1 0,1 0 0,1 0 0,0 0 0,2 0 1,0 1-1,2-1 0,0 0 0,2 8-10,-1-21-2,1 0-1,1 0 1,-1 0 0,1-1 0,1 1 0,-1-1 0,1 0-1,0 0 1,0 0 0,1-1 0,-1 0 0,1 0-1,0-1 1,1 1 0,-1-1 0,1 0 0,0-1-1,0 0 1,0 0 0,0 0 0,1-1 0,-1 0-1,1-1 1,-1 0 0,1 0 0,-1 0 0,1-1 0,0 0-1,-1 0 1,1-1 0,0 0 0,-1-1 0,1 1-1,-1-2 1,0 1 0,1-1 0,-1 0 0,-1 0-1,1-1 1,0 0 0,-1 0 0,5-4 2,10-9-60,-1 0-1,0-2 1,-1-1 0,-1 0 0,-1-1-1,-1-1 1,-1-1 0,-1 0 0,-1-1-1,0 0 1,-2-1 0,-2 0 0,0-1-1,-1 0 1,-2 0 0,0-1 0,-1-6 60,22-46-3497,-15 60-3317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5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26710,'0'0'3504,"0"0"-3159,0 0-177,-14 107 160,9-46 104,3 30-56,0-2-56,-1 13-72,1 1-56,2-20-112,0 6-48,0-16-32,9-19-144,5-31-304,0-19-704,-10-4-3753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5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66 27262,'0'0'979,"0"0"489,0 0-724,0 0-249,0 0-91,0 0-87,-12-10-58,-40-29-40,47 36-195,-1 0 0,1 1 0,0 0 0,-1 0 0,0 1 0,1 0 0,-1 0 1,0 0-1,0 0 0,0 1 0,1 0 0,-1 0 0,0 1 0,0 0 0,0 0 0,1 0 0,-3 1-24,7-2 2,-16 7 11,1 0 0,0 1 0,0 0 0,1 1 0,0 1 0,0 1 0,1 0 0,1 1 0,0 0 0,0 1 1,2 0-1,-1 1 0,2 1 0,0 0 0,0 0 0,0 5-13,-5 5 0,1 2 0,2 0 0,1 0 0,0 1 0,3 0 0,0 1 0,2 0 0,1 0 0,1 1 0,1-1 0,2 21 0,1-42 0,0 0 0,0 1 0,1-1 0,0 0 0,1 0 0,0 0 0,0 0 0,1 0 0,0 0 0,0-1 0,0 1 0,1-1 0,1 0 0,-1 0 0,1 0 0,0-1 0,0 1 0,1-1 0,0-1 0,0 1 0,1-1 0,-1 0 0,1 0 0,3 0 0,1 2 0,1-1 0,0-1 0,0 0 0,1 0 0,-1-1 0,1-1 0,0 0 0,0-1 0,0-1 0,0 0 0,0 0 0,0-1 0,0-1 0,1 0 0,-1-1 0,0-1 0,-1 1 0,1-2 0,0 0 0,-1-1 0,0 0 0,0-1 0,0 0 0,-1 0 0,0-2 0,0 1 0,-1-1 0,0-1 0,0 0 0,2-4 0,1-1 0,-2 0 0,0-1 0,-1 0 0,0 0 0,-1-1 0,-1 0 0,-1-1 0,0 0 0,-1 0 0,-1-1 0,0 1 0,-2-1 0,0 0 0,-1 0 0,-1-1 0,0 1 0,-1 0 0,-1 0 0,-1 0 0,-1 0 0,-6-2 0,0 0 0,-2 1 0,0 0 0,-1 0 0,-1 2 0,0-1 0,-2 2 0,0 0 0,0 1 0,-2 0 0,0 1 0,0 1 0,-1 1 0,-1 0 0,0 2 0,-5-2 0,11 4 0,1 1 0,-2 1 0,1 0 0,-1 1 0,0 0 0,0 1 0,0 1 0,0 0 0,-8 0 0,18 3-17,-1 0 1,1 0-1,0 1 1,1-1-1,-1 1 1,0 0-1,0 0 1,0 1-1,0-1 0,1 1 1,-1 0-1,1 0 1,-1 0-1,1 0 1,0 0-1,-1 1 1,1 0-1,1 0 0,-1 0 1,0 0-1,1 0 1,-1 0-1,1 0 1,0 1-1,0-1 1,1 1-1,-1 0 0,1 0 1,-2 3 16,-14 31-2401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58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23 27918,'0'0'1091,"-22"3"-572,-178 25 1168,191-28-1558,1 1 0,-1 0 1,1 1-1,-1 0 0,1 0 1,0 1-1,0 0 1,0 0-1,0 1 0,1 0 1,-1 1-1,-3 2-129,20-5 0,357-21 0,-102-17 0,2 12 0,91 10 0,323 29-449,-577-15-1767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5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30070,'0'0'889,"0"0"-633,0 0 200,0 0 88,0 0-48,175-27-440,-46 15-56,-5 1 0,-11 5 0,-14 4 0,-23 2 0,28-10 0,-9-3-1152,-26-3-17772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27598,'0'0'2833,"0"0"-2409,0 0-208,0 0 48,127 0-96,-83 0-112,2 0-56,4 0-24,17 0-376,-11-9-889,-13 1-2143</inkml:trace>
  <inkml:trace contextRef="#ctx0" brushRef="#br0" timeOffset="294.768">325 0 29966,'0'0'1177,"0"0"-1033,0 0-144,25 149-312,8-111-985,-6-13-3840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0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26998,'0'0'1008,"0"0"992,0 0-1704,127-15 9,-72 3-89,5 6-136,0 3-64,11 3-16,-13 5-488,-15 5-1089</inkml:trace>
  <inkml:trace contextRef="#ctx0" brushRef="#br0" timeOffset="247.533">298 0 28942,'0'0'1681,"0"0"-1425,0 0-144,0 0 24,-14 114-80,26-16-56,6-11-560,-4-2-4490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21 177 12131,'0'0'15308,"0"0"-11900,0 0-3230,0 0-95,20 4 60,128 28 11,-141-31-142,0 0 0,-1 0 0,1 1-1,-1 0 1,1 1 0,-1-1-1,0 1 1,0 0 0,0 1 0,0-1-1,0 1 1,-1 0 0,0 1 0,0-1-1,0 1 1,0 0 0,-1 1-1,0-1 1,0 1 0,0-1 0,-1 1-1,0 0 1,0 0 0,0 1 0,-1-1-1,0 1 1,0-1 0,-1 1-1,1 5-11,-2 5 16,-1 0-1,-1 0 1,-1-1 0,0 1-1,-1-1 1,-1 0-1,0 0 1,-1 0-1,-1-1 1,-1 0-1,0 0 1,-1-1-1,-7 10-15,-147 166-232,163-189 230,-6 4-94,4-1-10,-1 0 1,0-1 0,0 1-1,0-1 1,0 0 0,0 0-1,-1 0 1,1-1 0,-1 1-1,0-1 1,0 0 0,0 0 0,0 0-1,0 0 1,0-1 0,-1 0-1,1 0 1,0 0 0,-1 0-1,0 0 106,3-7-2760</inkml:trace>
  <inkml:trace contextRef="#ctx0" brushRef="#br0" timeOffset="281.131">766 0 29830,'0'0'1110,"0"0"-614,-22 17 3,-130 113 294,118-98-787,3 2-1,0 2 1,3 0-1,0 2 1,3 1-1,1 1 1,-14 35-6,35-69 0,-1 1 0,1 0 0,0 0 0,1 1 0,-1-1 0,2 0 0,-1 1 0,1 0 0,0-1 0,0 1 0,1 0 0,0-1 0,1 1 0,0 0 0,0-1 0,0 1 0,1-1 0,0 1 0,1-1 0,-1 0 0,1 0 0,1 0 0,-1 0 0,1-1 0,1 1 0,-1-1 0,1 0 0,0 0 0,0 0 0,2 0 0,22 7 0,1 0-1,1-2 1,0-1 0,1-2 0,-1-1-1,2-1 1,-1-2 0,0-1-1,1-1 1,0-2 0,-1-2 0,1-1-1,-1-1 1,5-3 0,125-19-399,-23-12-1518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0 519 24525,'0'0'4769,"0"0"-4001,0 0-335,0 0 47,0 0-104,0 0 40,138 33 8,-69-56-128,5-8-136,11 0-80,-4-2-40,-3 2-40,-11 4 0,-7 2 0,-16 2-32,0-12-424,-21 4-760,-9 2-2033</inkml:trace>
  <inkml:trace contextRef="#ctx0" brushRef="#br0" timeOffset="283.63">415 1 28966,'0'0'656,"0"0"-272,0 159 217,0-84-81,0 6-200,0-2-184,0 0-96,0-5-40,14 7-40,2-19-616,-5-24-2577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458 192 28766,'0'0'1802,"0"0"-1291,0 0-346,0 0 111,0 0-77,0 0-123,-4-13-44,0 2-28,2 0 30,0 2-1,-1-1 1,-1 0 0,0 0-1,0 1 1,-1 0 0,0 0-1,0 0 1,-1 1 0,0-1 0,-1 2-1,0-1 1,0 1 0,-1 0-1,-1-1-33,0 3 14,1 1 0,-1 0 0,-1 1 0,1 0 0,0 1 0,-1 0 0,1 0-1,-1 1 1,0 0 0,1 1 0,-1 0 0,0 0 0,0 1 0,1 1 0,-1-1 0,1 1-1,-1 1 1,1 0 0,0 0 0,0 1 0,0 0 0,1 1 0,-1 0 0,1 0 0,0 1 0,0 0-1,1 0 1,0 1 0,0-1 0,0 2 0,0 1-14,-4 5 0,2 0 0,0 1 0,0 0 0,2 0 0,0 0 0,0 1 0,2 0 0,0 1 0,1-1 0,0 1 0,2 0 0,0 0 0,0 0 0,2 0 0,0 0 0,2 6 0,-2-16 0,1 0 0,0 0 0,0 1 0,1-1 0,0 0 0,0-1 0,1 1 0,0 0 0,0-1 0,0 1 0,1-1 0,0 0 0,0 0 0,1 0 0,-1-1 0,1 0 0,1 0 0,-1 0 0,1 0 0,0-1 0,0 0 0,0 0 0,0-1 0,1 1 0,-1-1 0,1-1 0,0 1 0,0-1 0,0-1 0,0 1 0,0-1 0,0 0 0,0-1 0,1 0 0,-1 0 0,0 0 0,0-1 0,0 0 0,1 0 0,-1-1 0,0 0 0,-1 0 0,1-1 0,0 0 0,-1 0 0,1 0 0,-1-1 0,0 0 0,4-4 0,199-303-72,-167 258-559,-7 8-1155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387 406 27742,'0'0'3045,"0"0"-2224,0 0-612,-3-20 169,-18-131-14,18 133-358,-2 0 0,0 1 0,0-1 0,-2 1 0,0 0 1,-1 0-1,-1 1 0,-6-9-6,11 19-5,1 1 0,-1 0 1,0 0-1,-1 0 1,1 1-1,-1-1 0,0 1 1,0 0-1,0 0 0,0 1 1,-1 0-1,0 0 0,1 0 1,-1 0-1,0 1 0,0 0 1,0 1-1,-1-1 0,1 1 1,0 0-1,-1 0 1,1 1-1,-1 0 0,1 0 1,0 1-1,-2 0 5,-1 4-4,0 0 1,0 1-1,1 0 1,-1 0-1,1 1 1,1 0-1,-1 0 1,2 1-1,-1 0 1,1 0-1,0 0 0,0 1 1,1 0-1,0 0 1,1 1-1,0-1 1,0 1-1,1 0 1,1 0-1,-1 0 1,2 1-1,-1-1 1,1 5 3,-3 2-3,0 0 1,0 0 0,2 0 0,0 0 0,1 0-1,1 0 1,0 1 0,1-1 0,1 0 0,1 0-1,1 0 1,0 0 0,1-1 0,0 0 0,2 0-1,0 0 1,5 8 2,-8-20 7,0 0 0,1 0 0,-1-1-1,1 0 1,0 0 0,0 0 0,0-1 0,0 1-1,0-1 1,0 0 0,1-1 0,-1 1 0,0-1-1,1 0 1,0-1 0,-1 1 0,1-1 0,-1 0-1,1 0 1,0-1 0,-1 0 0,1 0 0,-1 0-1,1-1 1,-1 1 0,0-1 0,0 0 0,0-1-1,0 0 1,0 1 0,0-1 0,-1-1 0,1 1-1,-1-1 1,0 0 0,0 0 0,0 0 0,-1 0-1,1-1 1,-1 1-7,29-33-363,-1-1 0,-2-1 0,-2-2 0,20-40 363,-17 22-3814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55 29782,'0'0'536,"0"0"-311,0 0-33,0 0 46,0 0-96,0 0-70,-5 15 1,-17 48 4,22-61-68,-1-1 0,0 0 0,1 1 0,-1-1-1,0 0 1,0 0 0,0 0 0,0 1 0,0-1 0,0 0-1,0-1 1,0 1 0,0 0 0,-1 0 0,1 0-1,0-1 1,0 1 0,-1 0 0,1-1 0,-1 1 0,1-1-1,0 0 1,-1 1 0,1-1 0,-1 0 0,1 0-1,-1 0 1,1 0 0,-1 0 0,1 0 0,0-1-1,-1 1 1,1 0 0,-1-1 0,1 1 0,0-1 0,-1 1-1,1-1 1,0 0 0,-1 0 0,1 1 0,0-1-1,0 0 1,0 0 0,0 0 0,0 0 0,0-1 0,0 1-1,0 0 1,0 0 0,1 0 0,-1-1 0,0 1-1,0-1-8,-2-4 10,0 1-1,0-1 0,0 1 0,1-1 0,0 0 0,0 0 1,0 0-1,1 0 0,0-1 0,0 1 0,0 0 0,1-1 1,0 1-1,0 0 0,2-7-9,-1 11 0,1 0 1,-1 0-1,1 0 1,0 0-1,0 0 1,0 0-1,0 0 1,0 0-1,0 1 1,1-1-1,-1 1 1,0 0-1,1 0 1,-1 0-1,1 0 1,0 0-1,-1 0 1,1 1-1,0-1 1,-1 1-1,1-1 1,0 1 0,-1 0-1,1 0 1,0 1-1,0-1 1,-1 1-1,3 0 0,2-1 4,-12 33 313,-52-6-439,68-41-142,8-8-247,-1-4-872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1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434 205 27470,'0'0'2023,"0"0"-1311,0 0-285,0 0 42,0 0-145,0 0-161,-11-20-71,-55-107 72,64 123-153,-1 0-1,1 0 1,-1 0-1,0 0 1,0 1 0,-1-1-1,1 1 1,-1 0-1,0 0 1,0 0-1,0 1 1,0-1 0,0 1-1,0 0 1,-1 0-1,1 0 1,-1 1 0,1-1-1,-1 1 1,0 1-1,0-1 1,1 0-1,-1 1 1,0 0 0,0 0-1,0 1 1,1-1-1,-1 1 1,0 0-1,1 0 1,-1 1 0,1-1-1,-1 1 1,1 0-1,-1 0 1,1 1-1,0-1 1,0 1 0,0 0-1,1 0 1,-1 0-1,1 0 1,-1 2-11,-13 9 5,1 2 1,1 0-1,1 1 1,0 1-1,1 0 1,1 0-1,1 1 1,0 1-1,2 0 1,0 0-1,1 1 1,1 0-1,1 0 1,1 1-1,1 0 1,1 0-1,1 0 1,1 20-6,3-34-2,1-1 0,0 1 0,1 0 0,0-1 0,0 0 0,1 0 0,-1 0 0,2-1 0,-1 1 1,1-1-1,0 0 0,0-1 0,0 0 0,1 0 0,0 0 0,0 0 0,0-1 0,0-1 0,1 1 1,0-1-1,0 0 0,-1-1 0,2 0 0,-1 0 0,0-1 0,0 0 0,0 0 0,1-1 0,-1 0 1,0 0-1,1-1 0,-1 0 0,0-1 0,0 0 0,0 0 0,0 0 0,0-1 0,-1-1 0,1 1 1,5-5 1,6-4 5,0-1 0,-2-1 1,0 0-1,0-1 0,-2-1 1,1-1-1,-2 0 1,11-18-6,65-69-235,27 0-1642,-64 63-850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2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492 269 31071,'0'0'581,"0"0"-230,0 0 130,-13-21-234,-78-120-211,86 133-36,0 1 0,0-1 0,-1 1 0,0 0 0,0 0 0,-1 1 0,0 0 0,0 0 0,0 0 0,-1 1 0,0 0 0,0 1 0,0 0 0,0 0 0,-1 0 0,1 1 0,-1 1 0,0 0 0,0 0 0,0 0 0,0 1 0,-1 0 0,1 1 0,0 0 0,0 1 0,0 0 0,0 0 0,0 1 0,0 0 0,0 0 0,0 1 0,1 0 0,-1 1 0,1 0 0,0 0 0,0 1 0,0 0 0,0 1 0,-1 5 0,0 1 0,1-1 0,1 2 0,0-1 0,1 1 0,0 0 0,1 0 0,0 0 0,2 1 0,-1 0 0,1-1 0,1 1 0,1 1 0,0-1 0,0 0 0,2 13 0,-1-19 0,1 0 0,-1 0 0,1 0 0,1 0 0,-1 0 0,1 0 0,1-1 0,0 1 0,0 0 0,0-1 0,1 0 0,0 0 0,0 0 0,1 0 0,0-1 0,0 1 0,0-1 0,1-1 0,0 1 0,0-1 0,1 0 0,-1 0 0,1-1 0,0 0 0,0 0 0,1-1 0,-1 1 0,1-2 0,-1 1 0,1-1 0,4 1 0,0-2-9,1 1 0,-1-1 1,1-1-1,-1 0 0,1-1 0,0 0 0,-1-1 0,0-1 1,1 0-1,-1 0 0,0-1 0,-1-1 0,1 0 0,-1 0 1,0-1-1,0-1 0,-1 0 0,1 0 0,-2-1 0,1 0 1,3-5 8,114-110-3253,-77 68-3703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2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25261,'0'0'5602,"0"0"-5210,0 0 48,18 125 576,-15-73-960,-3 8-56,0 4 0,0 7 0,0 26 0,0-18-688,-5-13-6434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2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29942,'0'0'729,"0"0"-513,0 0 144,-2 155 8,13-97-184,3 2-112,2 5-56,0 1-16,3-6-24,6-10-328,-4-19-1001,-3-19-3680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2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30414,'0'0'1697,"0"0"-1601,0 0-48,0 108 96,4-55 64,6 8-144,-1 1-64,5 0-8,2-8-360,7-4-248,-3-17-905,-1-12-3592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1318 494 24933,'0'0'754,"0"0"171,0 0 1165,0 0-1030,0 0-536,-11 9 505,-54-90-101,58 73-912,-1 1 0,0 0 0,0 0 0,0 1 0,-1 0 0,0 0-1,0 1 1,0 0 0,-1 0 0,0 1 0,0 1 0,0 0 0,0 0 0,0 1 0,-1 0 0,1 0 0,-1 2 0,1-1 0,-1 1 0,0 1 0,-9 1-16,11 2 0,0 1 0,0 0 0,1 0 1,-1 1-1,1 0 0,0 0 0,1 1 1,0 0-1,0 1 0,0-1 0,1 1 1,0 0-1,1 1 0,0 0 0,0 0 1,1 0-1,0 0 0,0 0 0,1 1 1,0 0-1,1 0 0,0 0 0,1 0 1,0 0-1,0 0 0,1 0 0,1 0 0,-2 5 0,0 0-1,1 0 0,1-1 0,0 1 1,1 0-1,1-1 0,0 1 0,1-1 1,1 0-1,0 0 0,1 0 0,0-1 1,1 0-1,0 0 0,1-1 0,1 0 0,0 0 1,1-1-1,0 0 0,0 0 0,1-1 1,1-1-1,6 5 1,-11-10 6,0-1 0,0 1-1,0-1 1,1-1 0,-1 1 0,1-1 0,-1 0-1,1-1 1,0 0 0,0 0 0,-1-1-1,1 0 1,0 0 0,0-1 0,0 0 0,-1 0-1,1-1 1,0 0 0,-1 0 0,0-1 0,1 0-1,-1 0 1,0 0 0,0-1 0,-1-1 0,1 1-1,-1-1 1,0 0 0,0 0 0,-1-1 0,1 1-1,1-4-5,14-16 2,-1-1-1,-1-1 0,-1-1 1,-2-1-1,0 0 0,-2-1 1,-2-1-1,-1 0 0,-1 0 1,-1-1-1,3-26-1,9-25-1851,-15 59-1635</inkml:trace>
  <inkml:trace contextRef="#ctx0" brushRef="#br0" timeOffset="46062.644">1411 1883 28854,'0'0'1615,"0"0"-1063,0 0-116,0 0 135,0 0-139,0 0-202,-15-1-161,-45-7-61,-13-36-8,69 40 0,-1 1 0,1 0 0,-1 0 0,0 1 0,1 0 0,-1-1 0,0 1 0,-1 1 0,1-1 0,0 1 0,0 0 0,-1 0 0,1 1 0,0-1 0,-1 1 0,1 1 0,0-1 0,-1 1 0,1-1 0,0 2 0,0-1 0,-1 0 0,1 1 0,0 0 0,-3 2 0,-2 8 0,1 0 0,1 0 0,0 1 0,0 0 0,1 0 0,1 0 0,0 1 0,1 0 0,1 1 0,0-1 0,1 1 0,1-1 0,0 1 0,0 13 0,0-20 0,1 0 0,-1 1 0,2-1 0,-1 0 0,1 1 0,0-1 0,1 0 0,0 0 0,0 1 0,1-1 0,0 0 0,1 0 0,0 0 0,0-1 0,0 1 0,1-1 0,0 1 0,0-1 0,1-1 0,0 1 0,1 0 0,-1-1 0,1 0 0,0-1 0,2 2 0,9 3 0,0-1 0,0-1 0,1-1 0,0 0 0,0-1 0,1-1 0,0-1 0,0-1 0,0 0 0,0-1 0,1-1 0,-1-1 0,3-1 0,-9-3 0,0-1 0,0 0 0,-1 0 0,1-1 0,-1-1 0,-1 0 0,1 0 0,-1-1 0,-1-1 0,0 0 0,0 0 0,0-1 0,-1 0 0,-1-1 0,0 0 0,0 0 0,-1-1 0,-1 0 0,5-11 0,169-294-1418,-159 288-525</inkml:trace>
  <inkml:trace contextRef="#ctx0" brushRef="#br0" timeOffset="99667.715">236 1 25838,'0'0'1004,"0"0"-476,0 0 68,0 0 720,0 0-609,0 16 481,-57 53-777,34-35-409,1 1 0,2 0 0,1 2 0,2 0 0,1 2 0,3-1 0,0 2 1,3 0-1,1 0 0,3 0 0,1 1 0,1 0 0,3 12-2,1-46-2,0 0 0,1 0-1,0 0 1,1 0 0,0 0 0,0 0 0,0-1 0,1 1 0,0-1 0,0 1 0,0-1 0,1 0 0,0 0-1,0-1 1,1 1 0,-1-1 0,1 0 0,1 0 0,-1 0 0,0-1 0,1 0 0,0 0 0,0 0-1,1-1 1,-1 0 0,0 0 0,1 0 0,0-1 2,55 22-18,-53-23 17,0 1-1,0 0 1,-1 1 0,1 0 0,0 0 0,-1 1 0,0 0 0,0 1 0,0 0-1,0 0 1,-1 0 0,0 1 0,0 0 0,0 0 0,-1 1 0,0 0 0,0 0-1,-1 1 1,0-1 0,0 1 0,-1 0 0,0 1 0,0-1 0,0 3 1,-3 25 2,-1 0 1,-2-1-1,-2 1 0,-1 0 1,-2-1-1,-1 0 1,-2-1-1,-2 0 1,0 0-1,-3-1 0,0-1 1,-2 0-1,-11 12-2,7-1-2,-35 79-183,107-115-797,-43-8 985,-1 1 0,1 0 0,0 1 0,0 0 0,0 0 0,0 0-1,-1 1 1,1 0 0,-1 1 0,1-1 0,-1 1 0,0 1 0,0 0 0,0 0 0,0 0 0,-1 1-1,0 0 1,0 0 0,0 0 0,-1 1 0,1 0 0,-1 0 0,2 5-3,26 43 219,-3 2 0,-2 1-1,-2 1 1,8 36-219,-12-37 76,135 410 448,-153-507-2530,-8-3-3586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3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763 229 28302,'0'0'1939,"0"0"-1044,0 0-276,0 0-104,0 0-166,-8-19-218,-65-137-114,69 151-17,1 1 0,-1 0 0,0 0 0,0 0 0,-1 0 0,1 1 0,-1-1 0,0 1 0,0 1 0,0-1 0,0 1 0,0-1 0,0 1 0,-1 1 0,1-1 0,-1 1 0,1 0 0,-1 0 0,1 1 0,-1 0 0,0 0 0,1 0 0,-1 0 0,0 1 0,1 0 0,-1 0 0,1 1 0,-1 0 0,1-1 0,0 2 0,0-1 0,0 1 0,0-1 0,0 2 0,0-1 0,1 0 0,0 1 0,-1 0 0,1 0 0,1 0 0,-1 0 0,1 1 0,-1 0 0,-4 9 0,1 0 0,0 0 0,1 1 0,1-1 0,0 1 0,1 0 0,0 1 0,2-1 0,0 1 0,0-1 0,2 1 0,0-1 0,0 1 0,2 0 0,2 12 0,-1-21 0,0 0 0,0 0 0,1 0 0,-1 0 0,2 0 0,-1-1 0,1 0 0,0 0 0,0 0 0,1-1 0,-1 0 0,1 0 0,0 0 0,1-1 0,-1 0 0,1 0 0,0 0 0,0-1 0,0 0 0,1-1 0,-1 1 0,0-1 0,1-1 0,0 1 0,-1-1 0,1-1 0,0 1 0,-1-1 0,1-1 0,0 0 0,0 0 0,-1 0 0,1-1 0,-1 0 0,1 0 0,-1-1 0,0 0 0,5-3 0,17-13-131,-1-1-1,-1-1 1,0-1-1,-2-1 1,-1-2-1,-1-1 1,-1 0-1,3-8 132,-14 21-327,43-56-2887</inkml:trace>
  <inkml:trace contextRef="#ctx0" brushRef="#br0" timeOffset="44325.092">588 1579 31311,'0'0'752,"0"108"-552,0-31-120,0 31 120,11 47-200,8-24-312,-3-13-2105</inkml:trace>
  <inkml:trace contextRef="#ctx0" brushRef="#br0" timeOffset="102730.88">0 8 16596,'0'0'7182,"0"0"-4706,1 19-1719,9 122-295,13 359 1596,-20-261-1841,11 15 63,40 210-280,-18-70 12,-36-325 41,0 48-2982,0-106-1342</inkml:trace>
  <inkml:trace contextRef="#ctx0" brushRef="#br0" timeOffset="103294.464">210 2369 20916,'0'0'2548,"0"0"-588,0 0-640,0 0-370,0 0-218,21 6-82,2 2-473,112 12 555,-94-22-553,24-3 0,0 2 0,-1 3 1,1 3-1,0 3 1,-1 2-1,0 4-179,24 9 217,-1 5-1,-1 3 1,-1 5 0,1 4-217,-69-27-35,-16-12 55,-1 1 0,0-1-1,0 1 1,0 0 0,0-1 0,1 1-1,-1-1 1,0 1 0,0 0 0,1-1 0,-1 1-1,0 0 1,0-1 0,1 1 0,-1 0-1,0 0 1,1-1 0,-1 1 0,0 0 0,1 0-1,-1-1 1,1 1 0,-1 0 0,1 0 0,-1 0-1,0 0 1,1 0 0,-1 0 0,1 0-1,-1 0 1,1 0 0,-1 0 0,0 0 0,1 0-1,0 0-19,-4-19-168,3 12 204,16-249-614,-2 172-888,0 12-1548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2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24061,'0'0'2445,"0"0"-1228,0 0-653,0 0-113,0 0 4,0 0-34,9 4 648,625-58-408,446 46-469,-222 6 7,-616-22-165,-179 15 130,0 2-1,1 3 1,55 4-164,39 47 401,-43-7-295,-85-34-1664,-30-18-1349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0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1052 28342,'0'0'1946,"0"0"-1237,0 0-429,0 0-118,-8-21 36,-22-67 129,29 81-309,0 1 0,1-1 0,0 0 0,0 1 0,1-1 0,0 0 0,0 1 0,0-1 0,1 0 0,0 1 0,0 0 0,0-1 0,1 1 0,0 0 0,1 0 1,-1 1-1,1-1 0,0 1 0,0-1 0,1 1 0,-1 1 0,1-1 0,0 1 0,1-1 0,-1 2 0,1-1 0,0 0 0,0 1 0,0 0 0,0 1 0,0-1 0,1 1 0,-1 0 0,1 1 0,-1 0 0,1 0 0,4 0-18,403-80 99,62-16-81,-4-21 1,319-130-19,-231 47 0,-372 182 0,-197 39 0,-164 95-197,123-75-790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6:2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1486 10 29126,'0'0'1941,"0"0"-1380,0 0-366,20-2 160,-1 0-251,161-3 311,-169 5-411,0 1 0,0 0 0,0 0 0,0 1 0,0 1 0,0 0 0,-1 0 0,1 1 0,-1 1 0,0 0 0,0 0-1,-1 1 1,1 0 0,-1 0 0,-1 1 0,1 1-4,-4 2-1,-1-1 0,0 1 0,-1 0 0,0 0 0,-1 1 0,0-1 1,-1 0-1,0 1 0,0-1 0,-1 1 0,-1-1 0,0 1 0,0-1 0,-1 1 0,0-1 0,-1 0 0,0 0 0,0 0 0,-1 0 0,-1 0 0,0-1 0,0 0 0,-1 0 0,0 0 0,0-1 0,-3 3 1,-204 268-79,191-247 105,28-32 50,185-109-67,25-13-454,-120 72-3756,7-3-12702</inkml:trace>
  <inkml:trace contextRef="#ctx0" brushRef="#br0" timeOffset="-749.502">28 99 26966,'0'0'2552,"0"0"-1554,0 0-447,0 0 23,0 0-48,-5 0-187,-13 2-150,13-1-125,5 0-56,41 14-8,469 53 0,-506-68 0,0-1 0,0 1 0,-1 0 0,1 0 0,0 0 0,0 1 0,-1 0 0,1-1 0,0 1 0,-1 0 0,1 1 0,-1-1 0,1 0 0,-1 1 0,0 0 0,1 0 0,-1 0 0,0 0 0,0 1 0,-1-1 0,1 1 0,0 0 0,-1 0 0,0-1 0,1 2 0,-1-1 0,0 0 0,-1 0 0,1 1 0,-1-1 0,1 1 0,-1-1 0,0 1 0,0-1 0,0 1 0,-1 0 0,0 0 0,1-1 0,-1 1 0,0 0 0,-1 0 0,1-1 0,-1 1 0,1 0 0,-2 2 0,-102 89 0,85-81 0,-318 184 0,271-180-2199,62-18-1395</inkml:trace>
  <inkml:trace contextRef="#ctx0" brushRef="#br0" timeOffset="-404.708">597 27 28758,'0'0'1247,"0"0"-871,0 0-160,0 0 220,0 0-77,0 0-118,23 1-10,171 19 345,-179-18-554,0 1 0,-1 0 0,1 2-1,-1-1 1,0 2 0,0 0 0,-1 0 0,1 2-1,-2-1 1,1 2 0,-1 0 0,0 0-1,-1 1 1,0 0 0,5 7-22,-13-11 0,-1 1 0,1 0 0,-1 0 0,0 0 0,-1 0 0,0 1 0,0-1 0,0 0 0,-1 0 0,0 1 0,-1-1 0,0 0 0,0 1 0,0-1 0,-1 0 0,0 0 0,0 0 0,-1 0 0,0-1 0,0 1 0,0-1 0,-1 1 0,0-1 0,0 0 0,-1-1 0,0 1 0,-256 243-716,237-229-1274,9-9-2874</inkml:trace>
  <inkml:trace contextRef="#ctx0" brushRef="#br0" timeOffset="155646.789">150 1345 23885,'0'0'5165,"0"0"-3564,0 0-1157,0 0-220,0 0-28,0 0 44,2-2-3,75-39 207,211-77-278,4 13-1,264-57-165,329-39 0,-517 120 0,-341 78 0,-25 3 0,-50-25-345,16 2-1382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5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597 237 27206,'0'0'3086,"0"0"-1922,0 0-692,0 0-90,0 0-80,-14-12-167,-76-86-115,87 90-20,-1 0 0,1 1 0,-1 0 0,0 0 0,-1 0 0,0 0 0,0 0 0,0 1 0,-1 0 0,0 0 0,0 1 0,-1 0 0,1 0 0,-1 0 0,0 1 0,0 0 0,-1 0 0,1 1 0,-1 0 0,0 0 0,0 1 0,0 0 0,0 0 0,0 1 0,0 0 0,-1 0 0,1 1 0,0 0 0,0 0 0,-1 1 0,1 0 0,0 1 0,0 0 0,0 0 0,0 1 0,-5 8 0,0 0 0,0 1 0,2 0 0,-1 1 0,2 0 0,-1 1 0,2 0 0,0 1 0,1 0 0,0 0 0,-4 14 0,-11 24 0,3 1 0,2 1 0,2 1 0,3 1 0,2-1 0,3 2 0,2 0 0,2 25 0,3-79 0,1 1 0,-1-1 0,1 1 0,0-1 0,0 1 0,1-1 0,-1 1 0,1-1 0,0 1 0,0-1 0,1 0 0,-1 1 0,1-1 0,0 0 0,0 0 0,0 0 0,1 0 0,-1 0 0,1-1 0,0 1 0,0-1 0,0 0 0,0 0 0,1 0 0,0 0 0,-1 0 0,1-1 0,0 0 0,0 0 0,0 0 0,0 0 0,7 2 1,0-1 0,0 0 1,0-1-1,0 0 0,0-1 0,0 0 0,0 0 0,1-1 1,-1-1-1,0 0 0,0-1 0,0 0 0,0 0 0,0-1 1,0-1-1,0 0 0,-1 0 0,0-1 0,2-2-1,179-117-387,-180 117 315,68-56-1882,-13 4-3345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540 355 28238,'0'0'970,"0"0"-236,0 0-247,-14-20-85,-76-122 222,85 129-589,0 1 1,-1 0-1,0 0 0,-1 1 1,-1 0-1,0 0 1,0 0-1,-1 1 0,0 1 1,-1-1-1,0 2 1,0-1-1,-1 1 0,0 1 1,-1 0-1,0 0 1,0 2-1,0-1 0,0 1 1,-2 1-36,7 2 5,1 1 1,-1 0-1,1 1 1,-1 0-1,1 0 1,-1 0-1,1 1 1,-1-1-1,1 2 1,0-1-1,-1 1 0,1 0 1,0 0-1,0 1 1,0-1-1,1 1 1,-1 1-1,0-1 1,1 1-1,0 0 1,0 0-1,0 1 1,1-1-1,-1 1 1,1 0-1,0 0 1,1 0-1,-1 1 0,1 0 1,-1 2-6,-9 19 0,2 1 0,1 0 0,1 1-1,2 0 1,0 0 0,2 0 0,2 1 0,0 0 0,2 0 0,2 19 0,-1-26-1,2 1 0,0-1 1,1 0-1,2-1 0,0 1 1,1-1-1,1 0 0,2 0 1,1 3 0,-6-16-1,1 0 0,0 0 1,0 0-1,1-1 0,0 0 1,0 0-1,1-1 1,0 1-1,0-2 0,1 1 1,0-1-1,0 0 0,1 0 1,-1-1-1,1-1 0,0 1 1,0-1-1,1-1 0,-1 0 1,1 0-1,0-1 1,3 1 0,0-2 0,-1 0 0,1-1 0,0 0 0,-1-1 1,1 0-1,-1-1 0,1-1 0,-1 0 0,0 0 0,0-1 1,0-1-1,-1 0 0,1 0 0,-1-2 0,0 1 1,-1-1-1,0-1 0,6-5 0,17-18-9,-1-1 0,-2-2 0,-1-1 0,15-27 9,31-36-137,47-36-1829,-71 80-1294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582 259 30447,'0'0'966,"0"0"-542,0 0-105,0 0-1,-17-18-128,-101-109-87,108 116-103,0 1 0,-1 0 0,0 1 0,-1 0 0,0 0 0,0 1 0,-1 1 0,0 0 0,0 1 0,-1 1 0,0 0 0,0 0 0,0 2 0,0 0 0,-1 0 0,1 1 0,-1 1 0,-6 0 0,14 2 0,0 0 0,0 0 0,1 0 0,-1 1 0,0 0 0,0 0 0,1 1 0,-1 0 0,1 0 0,0 1 0,0-1 0,0 1 0,1 1 0,-1-1 0,1 1 0,0 0 0,0 0 0,1 0 0,-1 1 0,1-1 0,1 1 0,-1 0 0,1 0 0,-1 3 0,-6 10 0,2 2 0,0-1 0,2 1 0,0 0 0,1 0 0,1 1 0,0 8 0,1-4 0,1 1 0,1 0 0,1 0 0,2 0 0,1-1 0,0 1 0,2-1 0,3 6 0,-6-24 0,0 0 0,1 0 0,0-1 0,1 1 0,0-1 0,0 1 0,0-1 0,1 0 0,0-1 0,0 1 0,1-1 0,0 0 0,0 0 0,0-1 0,1 0 0,0 0 0,0 0 0,0-1 0,0 0 0,1-1 0,0 1 0,0-1 0,0-1 0,0 0 0,0 0 0,0 0 0,8 0 0,9-3-81,0 0 0,1-2 0,-2-1 0,1-1 0,0-1 0,-1-1 0,0-1 0,-1-1-1,1-1 1,-2-1 0,0-1 0,0-2 0,-1 0 0,-1 0 0,5-6 81,-1 4-303,42-29-1587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423 269 25237,'0'0'3477,"0"0"-2246,0 0-767,0 0-84,-9-18-58,-46-111 66,51 120-343,-1 0 0,0 0 0,0 0 0,-1 1 0,0 0 0,-1 0 0,0 0 0,0 1 0,-1 0 0,1 1 1,-2 0-1,-7-6-45,12 10 13,1 0-1,-1 0 1,1 1 0,-1-1 0,0 1 0,0-1 0,0 1 0,0 0 0,0 1 0,0-1 0,0 1 0,0 0 0,0 0 0,0 0-1,0 0 1,0 1 0,0-1 0,0 1 0,0 0 0,0 1 0,0-1 0,0 1 0,0-1 0,1 1 0,-1 0 0,1 0 0,-1 1-1,1-1 1,0 1 0,0 0 0,0 0 0,0 0 0,1 0 0,-1 1-13,-14 21 6,2 2-1,1 0 1,2 0 0,0 1 0,2 1-1,1 0 1,1 0 0,2 1 0,0 0-1,0 26-5,-5 28 3,3-1-1,4 2 0,5 55-2,0-132 1,1-1-1,0 0 1,0 0-1,0 0 1,1 0 0,0-1-1,0 1 1,0-1 0,1 1-1,0-1 1,1 0 0,-1-1-1,1 1 1,0-1 0,1 0-1,-1 0 1,1 0-1,0-1 1,0 0 0,0 0-1,1-1 1,-1 1 0,1-1-1,0-1 1,0 1 0,0-1-1,0-1 1,0 1-1,0-1 1,1 0 0,-1-1-1,0 0 1,1 0 0,-1 0-1,0-1 1,0 0 0,1-1-1,-1 0 1,0 0-1,0 0 1,0-1 0,-1 0-1,1 0 1,3-3-1,12-10-1,0-2 1,-2-1-1,0 0 1,-1-1-1,-1-1 0,-1-1 1,-1-1-1,-1 0 1,-1-1-1,-1 0 0,4-11 1,18-44-572,-3-2-1,-4-1 1,7-39 572,-21 71-1753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27854,'0'0'1744,"0"0"-759,0 0-353,0 0-296,0 0 96,-41 149-8,15-24-80,-1 38-328,1 22-16,15-11 0,11-37 0,9-35 0,14-38-1208,-2-33-5634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3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549 307 28382,'0'0'1674,"0"0"-718,-6-21-377,-58-160 521,60 173-1098,0 1 0,-1 0 1,0 0-1,-1 1 0,0-1 0,0 1 0,0 0 0,0 1 1,-1-1-1,0 1 0,0 1 0,-1-1 0,1 1 0,-1 0 1,0 1-1,0 0 0,0 0 0,0 1 0,-1 0 0,1 0 1,-1 1-1,1 0 0,-1 1 0,1 0 0,-1 0 0,0 1 1,1 0-1,-1 0 0,1 1 0,0 0 0,0 0 0,-1 1 1,1 0-1,1 1 0,-4 1-2,-7 10-1,0 0 0,1 1 0,1 1 0,1 0 0,0 1 0,1 1 0,1 0 0,1 1 0,1 1 0,1 0 0,0 0 0,2 0 0,0 1 0,1 1 0,-2 16 1,0 96-130,12-132 129,0 1 0,0-1 0,0 1 1,0-1-1,0 0 0,1 0 0,-1 0 1,1-1-1,0 1 0,0-1 0,0 0 1,0 0-1,0 0 0,1-1 0,-1 0 1,0 1-1,1-1 0,-1-1 0,1 1 1,-1-1-1,1 0 0,-1 0 0,1 0 1,-1 0-1,1-1 0,-1 0 0,4-1 1,8 2-11,22-3-331,0-2 1,0-1 0,0-2 0,-1-2 0,0-1-1,32-15 342,-30 12-918,49-19-3261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409 300 27998,'0'0'2087,"0"0"-1212,0 0-400,0 0-55,0 0 44,7-15-89,0 3-334,-3 7-39,0-1 0,-1 1 0,0-1 0,0 0 0,0-1 1,-1 1-1,0 0 0,0-1 0,-1 1 0,0-1 0,0 1 1,0-1-1,-1 0 0,0 1 0,0-3-2,-2 0 0,-1 0 0,0 0 0,-1 0 0,1 0 0,-2 1 0,1-1 0,-1 1 0,0 0 0,-1 1 0,0-1 0,0 1 0,-1 0 0,1 1 0,-1-1 0,-1 1 0,0 1 0,1 0 0,-1 0 0,-1 0 0,1 1 0,-1 0 0,0 0 0,0 1 0,0 1 0,0-1 0,0 2 0,-1-1 0,1 1 0,-1 0 0,1 1 0,-1 0 0,1 1 0,0 0 0,-1 0 0,1 1 0,0 1 0,0-1 0,0 1 0,0 1 0,0-1 0,0 2 0,1-1 0,0 1 0,0 0 0,0 2 0,-4 6 0,1 1 0,0 0 0,1 0 0,1 2 0,1-1 0,0 1 0,1 0 0,0 0 0,1 1 0,1 0 0,1 0 0,1 1 0,0-1 0,1 1 0,1-1 0,0 1 0,2 0 0,0-1 0,3 16 0,-3-25 0,0-1 0,0 0 0,1 0 0,0 0 0,0 0 0,1 0 0,0-1 0,0 1 0,1-1 0,0 1 0,0-1 0,0 0 0,1-1 0,0 1 0,0-1 0,0 0 0,1 0 0,-1-1 0,1 1 0,0-1 0,1 0 0,-1-1 0,1 0 0,-1 0 0,1 0 0,0-1 0,4 1 0,2 0 0,0-1 0,0 0 0,0-1 0,0 0 0,0-1 0,0-1 0,0 0 0,-1 0 0,1-1 0,0-1 0,-1 0 0,1-1 0,-1-1 0,0 0 0,4-2 0,44-26-485,-2-2 0,-2-2 0,41-38 485,-35 24-2490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28462,'0'0'1160,"0"0"-207,0 0-385,-36 108-168,26 18 144,-1 63-224,-1 35-176,5 2-144,3-56-80,-8-54-1152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1 28366,'0'0'1112,"0"0"-256,0 0-311,0 0-145,0 0 64,0 0-72,0 0-136,-12 78-48,12-65-48,-2-1-152,0 1-8,-1-5 0,-1 0 0,-1-6 0,3-2-624,-3-12-896,3-13-15212</inkml:trace>
  <inkml:trace contextRef="#ctx0" brushRef="#br0" timeOffset="546.444">592 312 27358,'0'0'1722,"0"0"-757,0 0-317,0 0-182,-12-20-146,-89-134 220,97 150-525,0 0 1,0 0-1,0 1 1,-1-1-1,1 1 1,-1 0-1,0 0 1,0 1-1,0 0 1,0-1-1,0 2 1,-1-1-1,1 0 1,-1 1-1,1 0 1,-1 1-1,1-1 1,-1 1-1,1 0 1,-1 0-1,1 1 1,-1-1-1,1 1 1,-1 1-1,1-1 1,-1 1-1,1 0 1,0 0-1,0 0 1,0 1-1,0 0 1,1 0-1,-3 1-15,-11 8 7,1 1 0,1 1 0,0 0 0,0 1 0,2 1 0,0 0 0,1 1 0,-2 4-7,-5 7 1,0 1 1,2 1-1,1 0 1,2 2 0,1-1-1,1 2 1,2 0-1,1 1 1,2-1 0,1 2-1,2-1 1,1 1-1,1 0 1,3 0 0,1 14-2,-1-42 0,1 0 0,-1 1 1,1-1-1,0 0 0,1 0 0,0 0 1,0 0-1,1 0 0,0 0 1,0 0-1,0-1 0,1 0 1,0 1-1,0-2 0,0 1 1,1 0-1,0-1 0,0 0 0,1 0 1,-1 0-1,1 0 0,0-1 1,0 0-1,1-1 0,-1 1 1,1-1-1,-1 0 0,1-1 1,0 0-1,0 0 0,1 0 1,-1-1-1,0 0 0,0-1 0,1 1 1,-1-1-1,0-1 0,1 1 1,2-2-1,11-5-12,-1-1 0,-1-2 0,1 0 0,-1-1 0,-1 0 0,0-2 0,-1 0 0,0-1 0,-1-1 0,-1 0 0,0-1 0,-1-1 0,6-9 12,-4 9-33,-1 0 0,0-1 0,-1-1 0,-1-1 0,0 1 0,-2-2 0,0 0 0,-2 0 0,0-1 0,-1 0 0,-2 0 0,0-1 0,-1 0 0,-1 0 0,-2 0-1,1-21 34,-46-52-3198,7 58-4160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7:3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588 442 17156,'0'0'0,"0"0"-2297</inkml:trace>
  <inkml:trace contextRef="#ctx0" brushRef="#br0" timeOffset="555.718">56 347 26726,'0'0'893,"0"0"1256,0 0-1106,0 0-559,0 0-126,0 0-96,-4 20-39,-18 151 301,-5 703-419,27-868-108,-1-5 2,1 1 0,0-1 0,-1 0 0,1 0 0,0 1 0,0-1 0,0 0 0,0 1 0,0-1 0,0 0 0,0 1 0,1-1 0,-1 0 0,0 0 0,1 1 0,-1-1 0,1 0 0,-1 0 0,1 0 0,0 1 0,-1-1 0,1 0 0,0 0 0,0 0 0,0 0 0,0 0 0,0-1 0,0 1 0,0 0 0,0 0 0,0-1 0,0 1 0,0 0 0,1-1 0,-1 1 0,0-1 0,0 0 0,1 1 1,4-2-118,1 0 1,-1 0-1,1 0 1,-1-1-1,0 0 1,0 0 0,0 0-1,0-1 1,0 0-1,-1 0 1,1-1-1,-1 0 1,0 0-1,0 0 1,2-2 117,42-40-2718</inkml:trace>
  <inkml:trace contextRef="#ctx0" brushRef="#br0" timeOffset="818.656">1162 249 30623,'0'0'872,"0"0"-384,0 0-64,0 0-64,0 127-360,0-67 0,0 13 0,0 5 0,4 7 0,1 5 0,-1-5 0,-1-5 0,-1-5 0,3-11 0,1-12 0,22-25 0,0-16-664,-3-11-1473</inkml:trace>
  <inkml:trace contextRef="#ctx0" brushRef="#br0" timeOffset="1255.902">2290 762 30511,'0'0'740,"0"0"-331,0 0-49,0-18 35,-11-116-50,-52-51-337,59 178-8,0-1 0,0 1 0,0 1-1,-1-1 1,0 0 0,0 1 0,-1 0 0,0 1 0,0-1 0,0 1 0,-1 0 0,0 0 0,0 1 0,0 0 0,0 0 0,0 1 0,-1 0 0,0 0 0,0 1 0,0 0 0,0 0 0,-3 1 0,7 1 0,0 1 0,0-1 0,0 1 0,0 0 0,1 0 0,-1 1 0,0-1 0,1 1 0,-1 0 0,1 0 0,0 0 0,-1 1 0,1-1 0,0 1 0,0-1 0,1 1 0,-1 0 0,1 0 0,-1 0 0,1 1 0,0-1 0,0 0 0,0 1 0,1-1 0,-1 1 0,1 0 0,-1 1 0,-31 112 0,32-111 0,-6 38 0,1 1 0,2 0 0,3 1 0,1-1 0,3 12 0,-4-47 0,1 0 0,1-1 0,0 1 0,0 0 0,1 0 0,0-1 0,0 1 0,1-1 0,0 0 0,1 1 0,0-1 0,1-1 0,0 1 0,0-1 0,1 0 0,0 0 0,0 0 0,1-1 0,-1 0 0,2-1 0,-1 1 0,1-1 0,0 0 0,0-1 0,1 0 0,0-1 0,-1 1 0,11 2 0,-11-9 0,0-1 0,1 0 0,-1 0 0,0 0 0,0-1 0,-1 0 0,1-1 0,-1 1 0,0-1 0,0-1 0,0 0-1,-1 0 1,0 0 0,0 0 0,-1-1 0,0 0 0,0 0 0,0-1 0,-1 1 0,0-1 0,0 0 0,-1 0 0,0-1 0,0 0 0,10-16-2,75-123-965,-46 88-3776,-11 17-11589</inkml:trace>
  <inkml:trace contextRef="#ctx0" brushRef="#br0" timeOffset="1771.204">3318 135 28702,'0'0'1504,"0"0"-743,0 0-225,0 0-144,0 0-96,0 0 24,-35 125-96,35-65-192,0 4-32,0 1 0,3-1 0,8-4 0,3 2 0,9 19-176,-5-17-1032,1-10-4401</inkml:trace>
  <inkml:trace contextRef="#ctx0" brushRef="#br0" timeOffset="2459.638">3283 7 17396,'0'0'8334,"0"0"-5726,0 0-1608,0 0-124,0 0-181,0 0-223,-7-1-156,-20-5-92,20 16 30,7-8-247,3 464 578,24 51-585,0-335 0,-19-191 0,18-100-299,-16 46-1194</inkml:trace>
  <inkml:trace contextRef="#ctx0" brushRef="#br0" timeOffset="37426.976">95 1570 25814,'0'0'2268,"0"0"-1480,0 0-582,27 5-64,181 19 285,230-57-79,-176 6-225,1496-48 1345,-802 59-921,-980 16-837,-37 0-3422,33-2-7589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2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24349,'0'0'5913,"0"0"-5344,0 0-393,0 0-104,0 0 136,0 0 176,101 12-128,-41-12-112,7 2-56,6 2-24,-1 2-8,-5 5-32,-10-3-24,-4 7 0,-18-3-336,-19-4-1008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4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27398,'0'0'2600,"0"0"-2127,0 0-313,0 0-96,0 0 16,0 0 176,7 18-120,12-1-96,-1 6-40,3 27-232,-3-7-1185,-11-1-13730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4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29990,'0'0'905,"0"0"-337,0 0-208,-92 149-152,64-91-152,-6 36-56,11-13-488,-3-11-1641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8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18 30142,'0'0'945,"0"0"-609,0 0 184,0 0 40,0 0-296,0 0-264,0 0 0,35 99 0,-26-97 0,-2 1-672,-3-3-1881</inkml:trace>
  <inkml:trace contextRef="#ctx0" brushRef="#br0" timeOffset="44161.936">176 103 26158,'0'0'1104,"0"0"-547,0 0 187,0 0 1027,0 0-916,-9 1-449,-53 2 626,62-3-919,21 10-86,-21-9-27,26 46 0,-82-50 0,52-1 0,1 0 0,-1 0 0,1 0 0,0-1 0,0 1 0,1-1 0,-1 0 0,1 0 0,0 0 0,0 0 0,1 0 0,-1 0 0,1 0 0,0-1 0,1 1 0,-1-1 0,1 1 0,0 0 0,1-1 0,0-4 0,0 7 0,0 0 0,1 0 0,-1 0 0,1 0 0,0 0 0,0 0 0,0 0 0,0 1 0,0-1 0,0 1 0,1-1 0,-1 1 0,1 0 0,0 0 0,0 0 0,-1 0 0,1 1 0,1-1 0,-1 1 0,0 0 0,0 0 0,0 0 0,1 0 0,-1 0 0,0 1 0,1 0 0,-1-1 0,0 1 0,1 0 0,-1 1 0,3-1 0,-4 34 0,-6-28 0,0 0 0,-1 0 0,0-1 0,0 0 0,-1 0 0,1 0 0,-1 0 0,0-1 0,-1 0 0,1 0 0,-1-1 0,1 1 0,-1-2 0,0 1 0,0-1 0,-1 0 0,1 0 0,0-1 0,-1 0 0,1 0 0,-4-1 0,10-1 0,0-1 0,0 0 0,0 0 0,0 0 0,0 0 0,1 1 0,-1-1 0,0 0 0,1 0 0,0 0 0,-1 0 0,1-1 0,0 1 0,0 0 0,0 0 0,0 0 0,1 0 0,-1 0 0,0 0 0,1 0 0,0 0 0,-1 0 0,1 0 0,0 1 0,0-1 0,1-2 0,2 0 0,0-1 0,1 1 0,0 0 0,-1 0 0,2 0 0,-1 1 0,0-1 0,0 1 0,1 1 0,0-1 0,0 1 0,0 0 0,0 0 0,0 0 0,0 1 0,0 0 0,0 1 0,0-1 0,1 1 0,-1 0 0,0 1 0,3 0 0,-7 1 0,0 0 0,-1 1 0,1-1 0,0 1 0,-1 0 0,1-1 0,-1 1 0,0 0 0,0 0 0,0 0 0,0 0 0,-1 0 0,1 0 0,-1 0 0,0 0 0,1 0 0,-1 1 0,-1-1 0,1 0 0,0 0 0,-1 0 0,0 0 0,0 0 0,0 0 0,0 0 0,0 0 0,0-1 0,-1 1 0,1 0 0,-2 1 0,-2 4-124,8-7-496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3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30751,'0'0'1152,"0"0"-872,0 0-64,0 0 152,0 114-368,9-29 0,3 35 0,-1 38 0,3 10 0,2-11 0,3-38 0,6-32 0,-2-31 0,-14-27-5833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82 226 24557,'0'0'1757,"0"0"208,0 0-830,0 0-441,0 0-167,-12 7-74,-57 32 542,69-38-977,0 0 1,0 1-1,0-1 1,0 0-1,0 1 1,0-1-1,0 0 1,1 1-1,-1-1 1,0 0-1,1 0 1,-1 1-1,1-1 1,-1 0-1,1 0 1,-1 0-1,1 0 1,0 0-1,0 0 1,0 0-1,0 0 1,-1 0-1,1 0 1,0 0-1,1 0 1,-1-1-1,0 1 1,0 0-1,0-1 1,0 1-1,0-1 1,1 1-1,-1-1 1,0 0-1,0 1 0,1-1 1,-1 0-19,31 12 0,1-2 0,0-1 0,0-1 0,0-2 0,1-2 0,9 0 0,33 6 0,353 43 0,-429-51 0,1-1 0,-1 0 0,1 1 0,-1-1 0,0 1 0,1-1 0,-1 1 0,0-1 0,0 1 0,0-1 0,0 0 0,-1 1 0,1-1 0,0 1 0,-1-1 0,1 1 0,0-1 0,-1 0 0,0 1 0,1-1 0,-1 0 0,0 1 0,0-1 0,0 0 0,0 0 0,0 0 0,0 0 0,0 0 0,0 0 0,0 0 0,0 0 0,0 0 0,-1-1 0,1 1 0,0 0 0,-1-1 0,1 1 0,0-1 0,-1 1 0,1-1 0,-1 0 0,1 0 0,-2 1 0,-3 3 0,-190 163 0,79-64 0,-4-6 0,-5-5 0,-25 9 0,132-90 0,29-19-276,20-13-790,6-11-777</inkml:trace>
  <inkml:trace contextRef="#ctx0" brushRef="#br0" timeOffset="484.492">754 0 26686,'0'0'3466,"0"0"-2395,0 0-703,0 0 33,0 0-5,0 0-134,11 6-160,143 44-87,406 6-15,-557-56 0,0 0 0,0 0 0,-1 0 0,1 1 0,0-1 0,0 1 0,0-1 0,0 1 0,-1 0 0,1 0 0,0 0 0,-1 1 0,1-1 0,-1 1 0,1-1 0,-1 1 0,0 0 0,1 0 0,-1 0 0,0 0 0,0 0 0,-1 0 0,1 1 0,0-1 0,-1 0 0,1 1 0,-1 0 0,0-1 0,0 1 0,0 0 0,0 0 0,-1-1 0,1 1 0,-1 0 0,1 0 0,-1 0 0,0 0 0,0 2 0,-2 5 0,-1-1 0,0 1 0,0-1 0,-1 0 0,0 0 0,0-1 0,-1 1 0,0-1 0,0 0 0,-1 0 0,0-1 0,-1 1 0,-11 15 0,-270 382 0,286-403-22,0-1 1,0 1-1,1 0 1,-1 0-1,1 0 0,-1 0 1,1 0-1,0 0 0,-1 0 1,1 0-1,0 1 1,0-1-1,1 0 0,-1 1 1,1-1-1,-1 0 0,1 1 1,-1-1-1,1 1 1,0-1-1,0 1 0,1-1 1,-1 1-1,0-1 1,1 0-1,-1 1 0,1-1 1,0 1-1,0-1 0,0 0 1,0 0-1,0 0 1,1 1-1,-1-1 0,0 0 1,1-1-1,0 1 1,0 1 20,33-3-2378,3-3-3270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485 245 27510,'0'0'1948,"0"0"-1302,0 0-302,0 0 176,0 0-61,-5-12-234,-2-4-199,2 2 12,0 0 0,0 0 0,-2 1 1,1 0-1,-2 0 0,0 0 0,0 1 0,-1 0 1,-1 1-1,0 0 0,0 1 0,-1 0 0,-1 0 1,1 1-1,-1 1 0,-1 0 0,0 0 1,-6-2-39,12 9 2,0 0 1,0 0 0,0 0-1,0 1 1,0 0 0,-1 1 0,1-1-1,0 1 1,0 1 0,0-1-1,0 1 1,1 0 0,-1 1 0,0 0-1,1 0 1,-1 0 0,1 1-1,0 0 1,0 0 0,1 0-1,-1 1 1,1 0 0,0 0 0,0 0-1,1 1 1,-1-1 0,1 1-1,1 0 1,-1 1 0,1-1 0,0 1-1,-1 1-2,-12 25 2,1 1-1,1 1 1,2 0-1,1 1 1,2 0 0,2 0-1,1 1 1,1 0-1,3 0 1,1 0-1,1 0 1,3 1-2,-2-28 1,1 0 0,0 0 0,1 0 0,0 0 0,1-1 0,0 1 0,0-1 0,1 0 0,0 0 0,1-1 0,0 0 0,0 0 0,1 0 0,0-1 0,0 1 0,0-2 0,1 1 0,0-1 0,1 0 0,0-1 0,-1 0 0,1 0 0,1-1 1,-1 0-1,1-1 0,0 0 0,-1-1 0,1 1 0,0-2 0,0 0 0,1 0 0,-1-1 0,0 0 0,0 0 0,0-1 0,0-1 0,0 0 0,0 0 0,0-1 0,0 0 0,-1 0 0,1-1 0,7-5-1,11-13 10,-2-1 1,0-1-1,-2-2 0,0 0 1,-2-1-1,-1-1 0,-1-2 1,-1 0-1,-2 0 0,-1-2 1,-2 0-1,-1-1-10,72-205-293,-41 181-887,-17 41-2348,1 4-8339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605 375 30535,'0'0'704,"0"0"-368,0 0-124,-23-25 71,-138-155 33,155 173-312,-2-6 0,-1 1-1,0 0 1,0 1-1,-1 0 0,-1 0 1,0 1-1,0 0 1,-1 1-1,0 1 0,-1 0 1,0 0-1,0 1 1,0 1-1,-1 0 0,0 1 1,0 0-1,0 1 1,-1 1-1,-5 0-3,14 3 0,1 1 0,0 0-1,-1 0 1,1 0 0,0 1 0,0-1 0,0 1-1,0 1 1,1-1 0,-1 1 0,0 0 0,1 0 0,0 0-1,0 0 1,0 1 0,0 0 0,0 0 0,1 0-1,-1 0 1,1 0 0,0 1 0,1-1 0,-1 1 0,-1 4 0,-41 129-3,38-107 6,2 1 0,2 0 0,1 0 0,1 0 0,2 0-1,1 0 1,2 3-3,-3-26-1,0 0 0,1 0 0,0 0 0,1-1-1,0 1 1,0 0 0,0-1 0,1 0 0,1 0 0,0 0-1,0 0 1,0-1 0,1 0 0,0 0 0,0 0-1,1-1 1,0 0 0,0 0 0,0-1 0,1 0 0,-1 0-1,1 0 1,1-1 0,-1-1 0,7 3 1,2-5-4,0-1-1,0 0 1,0-1 0,0-1-1,0-1 1,-1-1 0,1 0-1,-1-1 1,0 0 0,0-1-1,-1-1 1,1-1 0,-2 0 0,1-1-1,-1-1 1,0 0 0,-1-1-1,0 0 1,-1-1 0,-1 0-1,9-12 5,106-78-696,33 8-3291,-92 61-3378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427 269 23941,'0'0'6518,"0"0"-4794,0 0-1369,-9-19-161,7 13-187,-7-15-4,0 0 0,-1 0 0,-1 1 1,-1 0-1,-1 1 0,-1 1 0,0 0 0,-1 1 0,-15-14-3,25 27 0,0 0 0,0 1 0,0-1 0,0 1 0,-1 0 0,1 0 0,-1 1 0,0-1 0,0 1 0,0 1 0,0-1 0,0 1 0,0 0 0,0 0 0,-1 1 0,1 0 0,0 0 0,0 0 0,-1 1 0,1 0 0,0 0 0,0 0 0,0 1 0,0 0 0,0 0 0,0 1 0,1 0 0,-4 2 0,-3 9 0,2 2 0,-1 0 0,2 0 0,0 1 0,1 0 0,0 0 0,2 1 0,0 0 0,1 0 0,0 0 0,2 1 0,0-1 0,1 1 0,1 0 0,1 2 0,-1-2 0,-2-8 0,1 0 0,1 1 0,0-1 0,0 1 0,1-1 0,0 1 0,1-1 0,1 1 0,0-1 0,0 1 0,1-1 0,1 0 0,0 0 0,0-1 0,1 1 0,0-1 0,1 0 0,0 0 0,2 2 0,-3-9 0,-1 0 0,0-1 0,1 1 0,0-1 0,0 0 0,0 0 0,0 0 0,0 0 0,0-1 0,0 0 0,1 0 0,-1-1 0,0 0 0,0 1 0,1-2 0,-1 1 0,0-1 0,1 1 0,-1-1 0,0-1 0,0 1 0,0-1 0,0 0 0,0 0 0,0 0 0,-1-1 0,2 0 0,107-94 0,-94 78-7,-2 0-1,-1-2 1,0 1-1,-2-2 1,0 0-1,-1-1 1,-2 0-1,0-1 1,-1 0-1,-2-1 1,-1 0-1,0 0 1,1-19 7,-9 20-899,-2 10-1746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85 150 27758,'0'0'1219,"0"0"-738,0 0-199,0 0 104,0 0 20,0 0-57,12 7-65,39 19-9,-51-26-259,-1 0 0,0 0 0,1 0 0,-1 0 0,1 0 0,-1 0 0,1 0 0,-1 0 0,0 0 0,1 0-1,-1 0 1,1 0 0,-1 0 0,1 0 0,-1 0 0,1 1 0,-1-1 0,1 0 0,-1 0 0,1 1 0,-1-1 0,1 0 0,-1 1 0,1-1 0,-1 1 0,1-1 0,0 0 0,-1 1 0,1-1-1,0 1 1,-1-1 0,1 1 0,0-1 0,-1 1 0,1-1 0,0 1 0,0-1 0,0 1 0,0 0 0,0-1 0,0 1 0,0-1 0,0 1 0,0-1 0,0 1 0,0 0 0,0-1-1,0 1 1,0-1 0,0 1 0,0-1 0,1 1 0,-1-1 0,0 1 0,0-1 0,1 1 0,-1-1 0,0 1 0,1-1 0,-1 1 0,0-1 0,1 1 0,-1-1 0,1 0 0,-1 1 0,1-1-1,-1 0 1,1 1 0,-1-1 0,1 0-16,-4 1 18,0 2-13,0-1 1,0 0-1,-1 0 0,1-1 1,0 1-1,-1 0 0,1-1 1,-1 0-1,0 0 1,1 0-1,-1-1 0,0 1 1,1-1-1,-1 0 0,0 0 1,0 0-1,0 0 0,1 0 1,-1-1-1,0 0 1,1 0-1,-1 0 0,0 0 1,1-1-1,0 1 0,-1-1 1,1 0-1,0 0 0,0 0 1,0 0-1,0-1 1,0 1-1,0-1 0,1 0 1,-1 0-1,-1-3-5,2 0-2,0 1 0,1-1 0,-1 0 0,1 0 0,1 0 0,-1 0 0,1-1 0,0 1 0,0 0 0,1 0 1,0 0-1,0 0 0,0 0 0,1 0 0,0 0 0,0 1 0,0-1 0,1 1 0,0-1 0,0 1 0,0 0 0,1 0 0,0 0 0,0 0 0,0 1 0,0 0 0,1-1 0,-1 2 0,1-1 0,0 0 1,1 1-1,-1 0 0,0 0 0,1 1 0,0 0 0,-1 0 0,1 0 0,0 0 0,0 1 0,0 0 0,6 0 2,-10 1 0,0-1 0,0 1 0,1 0 0,-1 0 0,0 0 0,0 1 0,0-1 0,0 0 0,0 1 0,0-1 0,0 1 0,0 0 0,0 0 0,0 0 1,0 0-1,0 0 0,-1 0 0,1 0 0,0 0 0,-1 1 0,1-1 0,-1 1 0,1-1 0,-1 1 0,0 0 0,0 0 0,0-1 0,1 1 0,-2 0 0,1 0 0,0 0 0,0 0 0,-1 0 0,1 0 0,-1 0 0,1 0 0,-1 0 0,0 1 0,0 3 3,0-1-1,0 1 0,-1-1 1,1 0-1,-1 1 1,0-1-1,-1 0 0,0 0 1,1 1-1,-1-1 1,-1 0-1,1-1 0,-1 1 1,0 0-1,0-1 0,0 0 1,-1 1-1,0-1 1,0-1-1,0 1 0,0 0 1,0-1-1,-1 0 1,1 0-1,-1 0 0,0-1 1,0 0-1,0 1 0,0-2 1,0 1-1,0-1 1,-1 1-1,-4-1-2,8-3 0,0 1 0,0-1 0,0 0 0,0 0 0,1-1 0,-1 1 0,1 0 0,0 0 0,-1-1 0,1 1 0,0-1 0,0 1 0,1-1 0,-1 1 0,1-1 0,-1 0 0,1 1 0,0-1 0,0 0 0,0 1 0,0-1 0,0 0 0,0 1 0,1-1 0,0 1 0,-1-1 0,2-2 0,-1-9 0,19 11-80,-3 13-524,-1 1-896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532 430 28518,'0'0'1188,"0"0"-243,0 0-213,0 0-131,0 0-162,-10-18-170,-58-120-194,64 123-75,-66-169 0,67 179 0,0-1 0,0 1 0,-1 1 0,1-1 0,-1 1 0,0-1 0,-1 1 0,1 0 0,-1 0 0,1 1 0,-1 0 0,0-1 0,0 2 0,-1-1 0,1 0 0,-1 1 0,1 0 0,-1 1 0,0-1 0,1 1 0,-1 0 0,0 0 0,0 1 0,0 0 0,0 0 0,0 0 0,0 1 0,0 0 0,1 0 0,-1 0 0,-3 2 0,-5 5 0,0 1 0,0 0 0,1 1 0,1 0 0,0 1 0,0 1 0,1 0 0,0 1 0,1 0 0,1 0 0,0 1 0,0 0 0,2 0 0,0 1 0,0 1 0,2-1 0,0 1 0,-2 9 0,0-5 0,2-1 0,0 1 0,1 0 0,1 1 0,1-1 0,0 0 0,2 1 0,1-1 0,1 14 0,-1-30 0,0 0 0,1 0 0,-1 0 0,1 0 0,-1-1 0,1 1 0,0 0 0,0-1 0,1 1 0,-1-1 0,1 0 0,0 0 0,0 0 0,0 0 0,0-1 0,0 1 0,0-1 0,1 0 0,-1 1 0,1-2 0,0 1 0,0 0 0,0-1 0,-1 0 0,1 0 0,0 0 0,1 0 0,-1 0 0,0-1 0,2 0 0,4 1 0,0-1 0,0 0 0,0-1 0,1 0 0,-1 0 0,0-1 0,0-1 0,-1 1 0,1-2 0,-1 1 0,10-6 0,9-9 0,-1-2 0,-1-1 0,0-2 0,-2 0 0,-1-1 0,0-2 0,12-19 0,129-126 0,-12 82-1050,-88 62-645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8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46 28678,'0'0'1007,"0"0"-372,0 0-50,0 0-81,0 0-84,0 0-61,-24-33 220,20 31-579,-1 0 0,0 0 0,0 0 0,0 1 0,0 0 0,0 0 0,-1 0 0,1 1 0,0 0 0,0 0 0,-1 0 0,1 0 0,0 1 0,0 0 0,0 0 0,0 1 0,0-1 0,0 1 0,0 0 0,0 0 0,0 1 0,1-1 0,-1 1 0,-13 12 0,0 0 0,1 0 0,1 2 0,0 0 0,1 1 0,1 1 0,1 0 0,0 0 0,2 2 0,0-1 0,2 1 0,0 1 0,1 0 0,1 0 0,1 0 0,1 1 0,1 0 0,1 0 0,1 0 0,2 1 0,1 21 0,-1-38 0,1 0 0,0 0 0,1 0 0,-1 0 0,1-1 0,1 1 0,-1 0 0,1-1 0,0 0 0,1 1 0,0-1 0,0 0 0,0-1 0,0 1 0,1-1 0,0 0 0,0 0 0,0 0 0,1-1 0,0 0 0,0 0 0,0 0 0,0-1 0,0 0 0,1 0 0,0-1 0,-1 1 0,1-2 0,7 2 0,2 1 0,0-1 0,1-1 0,0-1 0,-1-1 0,1 0 0,-1-1 0,1 0 0,-1-2 0,1 0 0,-1 0 0,0-2 0,7-3 0,-2 0 0,-1 0 0,-1-2 0,0 0 0,0-1 0,-1-1 0,0-1 0,-1-1 0,-1 0 0,0-1 0,-1-1 0,0 0 0,-2-1 0,0 0 0,0-2 0,-2 1 0,0-1 0,-2-1 0,0 0 0,-1 0 0,-1 0 0,-1-1 0,3-16 0,-8 30 0,0 0 0,0 0 0,-1 0 0,0-1 0,0 1 0,-1 0 0,1 0 0,-2 0 0,1 0 0,-1 0 0,0 0 0,-1 0 0,1 0 0,-1 1 0,-1-1 0,1 1 0,-1 0 0,0 0 0,-1 0 0,1 0 0,-1 1 0,0 0 0,0 0 0,-1 0 0,0 1 0,0 0 0,0 0 0,0 0 0,-7-2 0,2 1 0,-1 0 0,0 1 0,-1 0 0,1 1 0,-1 0 0,1 1 0,-1 1 0,0 0 0,0 0 0,1 2 0,-1-1 0,0 2 0,0 0 0,-7 2 0,18-4-6,0 1 0,0 0 0,0 0 0,0 0-1,0 0 1,0 0 0,1 0 0,-1 0 0,0 1 0,0-1 0,1 1 0,-1-1-1,1 1 1,0-1 0,-1 1 0,1 0 0,0 0 0,0 0 0,0 0 0,0 0 0,0 0-1,1 0 1,-1 0 0,1 0 0,-1 0 0,1 0 0,0 0 0,0 0 0,0 1-1,0-1 1,0 0 0,0 0 0,0 0 0,1 0 0,-1 0 0,1 0 0,0 1-1,-1-1 1,1 0 0,0-1 0,0 1 0,0 0 0,1 0 0,-1 0 0,0-1 0,1 1-1,-1 0 1,1-1 0,-1 0 0,1 1 0,0 0 6,25 21-1560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1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27758,'0'0'2136,"0"0"-1319,0 0-273,0 0 80,0 0-24,-7 168-312,7-91-288,-2 26 0,0 20 0,-3-7 0,3-14 0,2-22 0,0-22 0,0-4 0,7-6 0,11-21-24,-2-23-2617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20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412 166 28582,'0'0'1058,"0"0"-297,0 0-257,0 0-110,0 0-77,0 0-77,-12-14-44,-77-96 218,86 106-407,-1 0 1,1 1 0,-1 0 0,0-1-1,0 1 1,0 1 0,0-1-1,0 1 1,0-1 0,-1 1 0,1 0-1,-1 1 1,0-1 0,1 1 0,-1 0-1,0 0 1,0 1 0,0-1-1,0 1 1,0 0 0,0 0 0,1 1-1,-1 0 1,0-1 0,0 2 0,0-1-1,1 0 1,-1 1 0,1 0-1,-1 0 1,1 0 0,0 1 0,-1 0-1,1-1 1,1 1 0,-1 1 0,0-1-1,1 0 1,-3 4-8,-11 16 0,2 0 0,0 2 0,2-1 0,0 2 0,2 0 0,1 0 0,1 1 0,1 0 0,1 1 0,2 0 0,1-1 0,1 2 0,1-1 0,1 0 0,2 8 0,-2-29 0,0 1 0,0-1 0,0 1 0,1-1 0,0 1 0,1-1 0,-1 1 0,1-1 0,1 1 0,-1-1 0,2 0 0,-1 0 0,1 0 0,0 0 0,0 0 0,0 0 0,1-1 0,0 1 0,1-1 0,-1 0 0,1-1 0,1 1 0,-1-1 0,1 0 0,-1 0 0,1-1 0,1 1 0,-1-1 0,1-1 0,-1 1 0,1-1 0,0 0 0,0-1 0,1 0 0,-1 0 0,8-3 0,0-1 0,0-1 0,-1 0 0,0-1 0,1 0 0,-1-1 0,-1-1 0,1 0 0,-1-1 0,0 0 0,0-1 0,-1-1 0,0 0 0,-1 0 0,0-1 0,0-1 0,-1 0 0,-1 0 0,1-1 0,-2 0 0,7-13 0,198-329 0,-210 349-87,0 1 0,1-1-1,0 1 1,-1 0 0,1 0 0,1 0 0,-1 1-1,1-1 1,-1 1 0,1 0 0,0 1 0,0-1-1,0 1 1,1 0 0,-1 0 0,0 1 0,1-1-1,5 0 88,19-1-2175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2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401 449 29326,'0'0'1166,"0"0"-703,0 0-6,0 0 47,7-18-102,32-122-60,-36 129-336,-1 0-1,0 0 0,-1 0 1,0 0-1,0 0 0,-1 0 1,-1 0-1,0 0 0,0 0 1,-1 0-1,-1 0 0,0 0 1,0 0-1,-1 1 0,0 0 1,-1 0-1,0 0 0,-1 0 1,0 1-1,-3-4-5,2 6 0,0 1 0,-1 0 0,0 0 0,0 0 0,0 1 0,-1 1 0,1 0 0,-1 0 0,0 0 0,-1 1 0,1 0 0,-1 1 0,1 0 0,-1 1 0,1 0 0,-1 0 0,0 1 0,1 0 0,-1 1 0,0 0 0,1 1 0,-1 0 0,1 0 0,-1 1 0,1 0 0,0 1 0,0 0 0,0 0 0,-7 5 0,3 4 0,1 1 0,0 0 0,1 1 0,1 0 0,0 1 0,1 0 0,1 0 0,0 1 0,1 0 0,1 0 0,1 0 0,0 1 0,1 0 0,1 0 0,1 1 0,1-1 0,0 0 0,1 1 0,2 6 0,1-15 0,1-1 0,0 1 0,0-1 0,1-1 0,1 1 0,-1-1 0,1 1 0,1-2 0,-1 1 0,1-1 0,1 0 0,-1 0 0,1-1 0,0 0 0,1 0 0,-1-1 0,1 0 0,0-1 0,1 0 0,-1 0 0,1-1 0,9 2 0,-11-2 0,1-1 0,-1 0 0,1 0 0,0-1 0,-1 0 0,1 0 0,0-1 0,0 0 0,-1-1 0,1 0 0,0 0 0,0-1 0,-1 0 0,0-1 0,1 1 0,-1-2 0,0 1 0,0-1 0,0 0 0,-1-1 0,0 0 0,0 0 0,0-1 0,3-2 0,176-166-135,-112 111-608,-10 7-892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2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472 251 30855,'0'0'632,"0"0"-199,0 0-197,0 0-64,0 0-68,0 0-48,-9-22-36,-32-70-22,39 84-13,0 1 1,-1-1-1,0 1 1,0 0-1,-1 0 1,0 0-1,0 0 1,-1 1-1,0 0 1,0 0-1,0 0 1,-1 1-1,0-1 1,0 1-1,0 0 1,0 1-1,-1 0 1,0 0-1,0 0 1,0 1 0,-1 0-1,1 0 1,0 1-1,-1 0 1,0 0-1,0 1 1,1 0-1,-1 1 1,0-1-1,0 1 1,0 1-1,0-1 1,0 2-1,1-1 1,-1 1-1,0 0 1,1 0-1,0 1 1,-1 0-1,1 0 1,0 1-1,-5 3 15,-4 12 35,1 1-1,0 0 0,2 1 0,0 0 0,1 1 1,1 0-1,2 1 0,0 1 0,1-1 0,1 1 0,2 0 1,0 1-1,1 0 0,2-1 0,0 1 0,3 24-34,-2-46 9,1 1 1,-1-1-1,1 0 0,0 1 0,0-1 1,0 0-1,1 1 0,-1-1 0,1 0 0,0 0 1,0 1-1,0-1 0,0 0 0,0 0 1,1 0-1,-1 0 0,1 0 0,0-1 0,0 1 1,0 0-1,0-1 0,1 1 0,-1-1 1,1 0-1,-1 0 0,1 0 0,0 0 0,-1 0 1,1-1-1,0 1 0,0-1 0,1 0 1,-1 0-1,0 0 0,3 1-9,4-1 1,0-1-1,1 0 1,-1 0 0,0-1-1,0 0 1,0-1-1,0 0 1,0-1 0,0 0-1,-1 0 1,1-1 0,-1 0-1,0-1 1,0 0-1,0-1 1,-1 1 0,0-2-1,2-1 0,127-129-140,-87 73-922,-12 4-1788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2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41 21381,'0'0'3031,"0"0"-1440,0 0-828,0 0-152,0 0-1,-4-5-15,-38-31 2635,26 83-2942,3 24-116,3 0-1,4 1 1,2-1-1,4 17-171,-2 11-19,0 221 19,11-318-103,53-30-1245,-29 1-170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2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47 18892,'0'0'2914,"0"0"-1300,0 0-655,0 0 305,0 0-225,0 0-298,-8-8-110,-27-22-39,35 29-542,-1 0 1,0 0-1,1 1 0,-1-1 0,0 1 1,1-1-1,-1 1 0,0-1 1,0 1-1,1-1 0,-1 1 0,0 0 1,0-1-1,0 1 0,0 0 0,0 0 1,0-1-1,1 1 0,-1 0 0,0 0 1,0 0-1,0 0 0,0 0 1,0 1-1,0-1 0,0 0 0,0 0 1,1 0-1,-1 1 0,0-1 0,0 1 1,0-1-1,1 0 0,-1 1 0,0-1 1,0 1-1,1 0 0,-1-1 0,0 1 1,1 0-1,-1-1 0,1 1 1,-1 0-1,1 0 0,-1-1 0,1 1 1,-1 0-1,1 0 0,0 0 0,-1 0 1,1-1-1,0 1 0,0 0 0,0 0 1,0 0-1,0 0 0,0 0 1,0 0-1,0 0 0,0 0 0,0 0 1,0-1-1,1 1 0,-1 0 0,0 0 1,1 0-1,-1 0 0,1 0-50,-2 4-183,-13 575 1061,25-589-1397,42-38-1692,-27 24-620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28710,'0'0'1058,"0"0"-283,0 0-213,0 0-118,0 0-41,-10 17-69,1-2-267,2-5-25,1 1 1,0 0-1,1 0 0,0 1 1,0-1-1,1 1 0,1 0 0,0 1 1,-1 9-43,-34 415 33,37-429-44,0-4 6,0-1-1,0 0 0,1 0 1,-1 1-1,1-1 0,-1 0 1,1 1-1,0-1 0,0 0 1,0 1-1,1-1 0,-1 0 0,1 1 1,0-1-1,0 0 0,0 0 1,0 0-1,1 0 0,-1 0 1,1 0-1,0 0 0,0 0 1,0-1-1,0 1 0,0 0 0,0-1 1,1 0-1,-1 0 0,1 0 1,0 0-1,0 0 0,0 0 1,0-1-1,1 1 6,39 9-1255,1-10-1143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486 365 28214,'0'0'1052,"0"0"-473,0 0-26,0 0 54,0 0-20,0 0-112,6-19-126,19-62-127,-24 71-219,1 1 0,-1-1 0,-1 1 0,0-1 0,0 1 0,-1-1 0,0 1 0,0-1 0,-1 1 0,-1 0 1,1 0-1,-2 0 0,1 0 0,-1 0 0,0 1 0,-1-1 0,0 1 0,0 0 0,-1 1 0,0-1 0,0 1 0,-1 0 0,0 1 1,0 0-1,-1 0 0,0 0 0,1 1 0,-2 0 0,1 1 0,-1 0 0,1 0 0,-1 0 0,0 1 0,-1 1 0,1 0 1,0 0-1,-1 1 0,1 0 0,-1 0 0,1 1 0,-1 0 0,-5 2-3,7-2 0,-1 2 0,1-1 0,-1 1 0,1 0 0,0 1 0,0 0 0,0 0 0,0 1 0,0 0 0,1 0 0,0 0 0,0 1 0,0 1 0,0-1 0,1 1 0,0 0 0,0 0 0,1 1 0,-3 3 0,-79 147 0,78-131 0,1 1 0,1-1 0,2 1 0,1 0 0,1 1 0,1-1 0,1 10 0,0-33 0,1 0 0,0 1 0,-1-1 0,1 0 0,1 0 0,-1 0 0,1 0 0,-1 0 0,1 0 0,0 0 0,0 0 0,1-1 0,-1 1 0,1 0 0,0-1 0,0 1 0,0-1 0,1 1 0,-1-1 0,1 0 0,0 0 0,-1 0 0,1 0 0,1-1 0,-1 1 0,0-1 0,1 0 0,-1 0 0,1 0 0,0 0 0,-1-1 0,1 1 0,2 0 0,5 0 0,0-1 0,0 1 0,1-2 0,-1 0 0,0 0 0,0-1 0,0 0 0,0-1 0,0 0 0,0 0 0,-1-2 0,1 1 0,-1-1 0,0-1 0,0 0 0,0 0 0,8-7 0,145-126 0,111-130-1547,-227 234-659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3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29910,'0'0'1905,"0"0"-1425,0 0-56,0 0-376,0 0-48,0 110 0,14-29 0,13 48 0,8 53 0,-1 26 0,-6 1 0,-12-33 0,-9-58 0,-2-41 0,-3-29 0,-2-27 0,0-15-1704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3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27630,'0'0'1057,"0"0"-314,0 0-337,0 0-137,0 0-4,0 0 36,8 3 45,295 32 485,-24-11-460,1-11-1,168-19-370,44 2 85,305 47 8,-324-35-93,-128-4 0,25 17 0,-223-7 0,-1-6 0,1-6 0,0-7 0,61-13 0,-127 5 0,0 5 0,0 2 0,1 5 0,62 7 0,-48 19 0,-160-22-1252,-1-12-3985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9:37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2 305 23941,'0'0'1136,"0"0"-668,0 0-271,0 0-35,0 0-36,-2-3-74,4-3-52,-1 0 1,1-1 0,0 1 0,0 1 0,0-1-1,1 0 1,0 1 0,0-1 0,0 1-1,1 0 1,0 0 0,0 0 0,0 0 0,1 1-1,-1 0 1,1 0 0,0 0 0,0 0 0,0 1-1,1 0 1,0 0 0,-1 0 0,1 1 0,0 0-1,0 0 1,0 0 0,1 1-1,68-22 119,1 3 0,1 3 0,1 4 1,0 4-1,49 0-119,-113 8 36,956-28 1699,-461 23-1019,-358 2-404,1187 1 1227,-869 25-938,0-21 0,73-26-601,-378 8 67,-18 1-159,1 6 0,37 7 92,-114 9-1114,-15 3-1680</inkml:trace>
  <inkml:trace contextRef="#ctx0" brushRef="#br0" timeOffset="75337.959">5644 64 20564,'0'0'7947,"0"0"-5851,0 0-1708,0 0-58,0 0 84,-3 10 466,567-39-732,-308 30-148,-256-1 0,1 1 0,-1-1 0,0 1 0,1-1 0,-1 0 0,0 1 0,1-1 0,-1 1 0,0-1 0,0 1 0,1-1 0,-1 1 0,0-1 0,0 1 0,0-1 0,0 1 0,0-1 0,0 1 0,0-1 0,0 1 0,0-1 0,0 1 0,0-1 0,0 1 0,0-1 0,0 1 0,0-1 0,0 1 0,-1-1 0,1 1 0,0-1 0,0 0 0,-1 1 0,1-1 0,0 1 0,-1-1 0,1 0 0,0 1 0,-1-1 0,1 1 0,0-1 0,-1 0 0,1 0 0,-1 1 0,1-1 0,-1 0 0,1 0 0,-1 0 0,1 1 0,-1-1 0,1 0 0,-1 0 0,1 0 0,-1 0 0,1 0 0,-1 0 0,1 0 0,-1 0 0,1 0 0,-1 0 0,1 0 0,-1 0 0,1-1 0,-1 1 0,1 0 0,-1 0 0,-41 14-433,-13-1-1735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6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28510,'0'0'1896,"0"0"-1615,0 0-137,0 0 112,120-56-24,-69 50-96,2 4-80,4 2-56,10 0-168,-12 10-1161,-18 3-9793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6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30326,'0'0'705,"0"0"-233,0 0-208,0 0-64,0 0-112,0 0-48,166-42-40,-76 26-448,-5 3-1169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422 211 29198,'0'0'1261,"0"0"-576,0 0-212,0 0-72,0 0-73,-22-7-166,-68-28-91,33-21-60,45 38-14,-63-62-149,73 79 148,0-1-1,0 1 0,0-1 0,0 1 0,0 0 0,0 0 0,0 0 1,-1 0-1,1 0 0,0 1 0,-1-1 0,1 0 0,-1 1 1,1 0-1,0 0 0,-1 0 0,1 0 0,-1 0 0,1 0 0,-1 1 1,1-1-1,0 1 0,-1-1 0,1 1 0,0 0 0,-1 0 0,1 0 1,0 0-1,0 1 0,0-1 0,0 1 0,0-1 0,0 1 1,0 0-1,1-1 0,-1 1 0,1 0 0,-1 0 0,1 0 0,0 0 1,-1 0-1,1 1 0,0 1 5,-14 30-2,2 1 0,2 0 0,1 1 0,1 1 0,2-1 0,2 1 0,2 0 0,1 0 1,2 19 1,20 109 38,-19-160-36,0-1 0,1 0 0,-1 1 0,1-1 0,0 0 0,1 0 0,-1 0-1,1 0 1,0 0 0,0-1 0,0 1 0,0-1 0,1 0 0,-1 0 0,1 0 0,0 0 0,-1-1 0,1 1 0,1-1 0,-1 0 0,0-1 0,0 1 0,1-1 0,-1 1 0,1-1 0,-1 0 0,1-1 0,0 1 0,-1-1 0,1 0 0,0 0 0,-1-1 0,1 1 0,1-1-2,5-2 6,0-1 0,0 1-1,-1-2 1,0 1 0,1-2 0,-2 1 0,1-1 0,-1-1 0,1 0-1,-2 0 1,1-1 0,0-1-6,27-20-23,125-97-711,-88 71-1560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7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31159,'0'0'752,"0"0"-536,0 0-216,0 0-64,0 0-600,0 0-1745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6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451 452 26302,'0'0'3035,"0"0"-1915,0 0-660,0 0-197,-6-20-18,-26-120 193,29 120-410,-1 0 0,-1 1-1,-1-1 1,-1 1 0,0 1 0,-1-1 0,-10-14-28,15 27 1,-1 0 0,0 0 0,0 1-1,0-1 1,-1 1 0,0 0 0,0 1 0,0-1 0,0 1 0,-1 0-1,1 0 1,-1 1 0,0-1 0,0 1 0,-1 1 0,1-1 0,-1 1 0,1 0-1,-1 1 1,0-1 0,1 1 0,-1 1 0,0-1 0,-4 1-1,1 4-2,0 1 1,1 0 0,0 1-1,0-1 1,0 2 0,0-1-1,1 1 1,0 1-1,1 0 1,0 0 0,0 0-1,0 0 1,1 1-1,1 1 1,-1-1 0,1 1-1,1-1 1,0 1-1,0 1 1,1-1 0,1 0-1,-2 9 2,3-17 0,-12 37-2,1 1-1,3 0 1,1 1-1,1 0 1,3 0-1,1 0 1,3 32 2,0-68-2,-1 0 1,1-1-1,0 1 0,0 0 1,1-1-1,-1 1 1,1 0-1,0-1 0,0 1 1,1-1-1,-1 1 0,1-1 1,0 1-1,0-1 1,1 0-1,-1 0 0,1 0 1,0-1-1,0 1 1,0-1-1,0 1 0,1-1 1,0 0-1,-1 0 0,1 0 1,0-1-1,0 0 1,0 1-1,1-1 0,-1-1 1,1 1-1,-1-1 0,1 1 3,14-2-30,0-1 1,0-1 0,0 0 0,0-2 0,-1 0 0,1-1 0,-1-1 0,0 0 0,-1-1 0,0-1 0,0-1 0,0-1 0,-1 0 0,-1-1 0,0-1 0,0 0 0,-1-1 0,-1 0 0,11-14 28,218-214-1805,-177 175-925</inkml:trace>
  <inkml:trace contextRef="#ctx0" brushRef="#br0" timeOffset="302.198">1351 361 29262,'0'0'947,"0"0"-315,0 0-344,-10-22-94,-63-138 128,2 36-205,68 119-117,-1 1 0,1 0 0,-1 0 0,0 0 0,0 1 0,0-1 0,0 1 0,-1 0 0,1 0-1,-1 0 1,0 1 0,0 0 0,0 0 0,0 0 0,0 0 0,0 1 0,-1 0 0,1 0 0,0 1 0,-1-1-1,1 1 1,-1 0 0,1 0 0,-4 1 0,2 3-2,1 0 0,-1 0 0,1 1-1,1-1 1,-1 1 0,1 1 0,-1-1 0,1 1 0,1 0-1,-1 0 1,1 0 0,0 0 0,1 1 0,-1 0 0,1 0-1,1 0 1,-1 0 0,1 0 0,0 0 0,1 1 0,0-1-1,0 0 1,0 4 2,0-3-1,-13 61-3,4 0 0,3 1 0,2 1-1,4-1 1,3 3 4,-2-63-5,0 1-1,0 0 0,1 0 1,1 0-1,0 0 1,0-1-1,1 1 0,0-1 1,1 0-1,0 0 1,1 0-1,0 0 1,1-1-1,0 1 0,0-2 1,1 1-1,0-1 1,0 0-1,1 0 1,0-1-1,1 0 0,0 0 6,-2-5-32,0 0 0,1-1 0,-1 0-1,1 0 1,-1 0 0,1-1 0,-1-1 0,1 1-1,-1-1 1,1 0 0,-1-1 0,0 0-1,1 0 1,-1-1 0,0 1 0,0-1-1,-1-1 1,1 0 32,-4 3-22,83-47-985,-3-10-1263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3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1 253 26982,'0'0'3208,"0"0"-2535,0 0-401,0 0-160,0 0-8,0 0 176,87-48 0,-15 19-128,8 0-80,10 0-72,2 2 32,3 5-32,-5-1-72,13 2-160,-24 4-432,-24 9-1121</inkml:trace>
  <inkml:trace contextRef="#ctx0" brushRef="#br0" timeOffset="281.651">217 185 29174,'0'0'555,"0"0"-275,0 0-165,-2 20 93,-3 176 668,28 385-469,-23-573-410,20 197 137,-18-198-130,0-1 0,0 1 0,0-1 0,1 0 0,0 0 0,0 0 0,1 0 0,-1 0 0,1-1 0,1 0 0,-1 1 0,1-2 0,0 1 0,0 0 0,0-1 0,1 0 0,-1 0 0,1-1 0,0 1 0,0-1 0,0-1 0,1 1 0,-1-1 0,1 0 0,-1-1 0,1 1-1,0-1 1,0 0-4,20-3 1,0-1 0,-1-1 0,1-2 0,-1 0 0,0-2 0,-1 0 0,0-2-1,0-1 1,-1-1 0,-1-1 0,0-1 0,-1-1 0,0-1 0,7-7-1,0 3-11,286-201-1307,-190 123-1753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7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0 470 26998,'0'0'775,"0"0"-475,0 0-203,0 0-18,0 0 57,0 0-10,14-7 1056,115-173 605,-122 171-1784,0 1 0,0-1 0,1 1-1,1 0 1,-1 1 0,1 0 0,0 0 0,1 1 0,0 0 0,0 0-1,0 2 1,0-1 0,1 1 0,9-2-3,-16 7 4,0 0 0,1 1-1,-1-1 1,0 1 0,0 0-1,0 0 1,0 1 0,0-1 0,-1 1-1,1 0 1,-1 0 0,0 0 0,0 0-1,0 1 1,0-1 0,0 1-1,-1-1 1,1 1 0,-1 0 0,0 0-1,0 1 1,-1-1 0,1 0 0,-1 0-1,0 1 1,0-1 0,0 1-1,-1-1 1,0 1 0,0-1 0,0 4-4,2 1 15,25 148 116,-24-118-115,3-1 0,1 1 1,1-2-1,2 1 0,2-1 1,2-1-1,14 28-16,-27-61 4,1 1 0,1 0 0,-1 0 0,0-1 0,1 1 0,0-1 0,0 0 0,0 0 0,0 0 0,0 0 1,1 0-1,0-1 0,-1 1 0,1-1 0,0 0 0,0 0 0,0-1 0,0 1 0,0-1 0,0 0 0,0 0 0,1 0 0,-1 0 0,0-1 0,1 0 0,-1 0 0,0 0 0,1 0 0,-1-1 0,0 0 0,1 0 0,-1 0 0,0 0 0,0-1 0,0 1 0,0-1 0,0 0 0,0 0 0,-1-1 0,1 1 1,2-3-5,18-20 19,-2 0 0,0-2 0,-2 0 0,-1-2 0,-1 0 0,-2-1 0,0 0 0,-3-1 1,9-26-20,-4 4-27,-1-1 0,-3 0 0,-3-1 0,-2-1 0,-2 1 0,-3-1 0,-2 0 0,-2-2 27,-7 44 257,-2 36-165,-3 238 39,21-130-43,5 1 1,6-2 0,6 6-89,-5-24 2,33 172-2,-12 1 1,-13 3-1,-11 40 0,-18-282 0,2-28 0,-1-1 0,0 1 0,-1 0 0,-1-1 0,-1 1 0,-1-1 0,0 1 0,0-1 0,-2 0 0,0 0 0,-1-1 0,-1 1 0,0-1 0,-8 12 0,9-20 0,-1 0 0,0 0 0,0 0 0,0-1 0,-1 0 0,0 0 0,0 0 0,-1-1 0,1-1 0,-1 0 0,0 0 0,0 0 0,0-1 0,-1-1 0,1 1 0,-1-2 0,0 1 0,1-1 0,-1-1 0,0 0 0,0 0 0,1-1 0,-1 0 0,0 0 0,1-1 0,-1-1 0,1 0 0,0 0 0,0 0 0,0-1 0,0-1 0,0 0 0,1 0 0,0 0 0,0-1 0,1 0 0,-1-1 0,0-1 0,-6-12-11,2 0-1,0 0 1,1-2-1,1 1 1,1-1 0,1-1-1,1 1 1,0-1 0,2-1-1,1 1 1,1-1-1,1 1 1,1-1 0,1 0-1,2-6 12,-3-9-33,2 0 0,2 1 0,1-1-1,2 1 1,2 0 0,1 0 0,2 1 0,1 0-1,3 1 1,0 0 0,11-14 33,22-26-281,5 2-1,2 3 1,3 2 0,4 2-1,24-17 282,-59 57-347,45-48-1708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7.4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30463,'0'0'648,"0"0"-464,0 0-112,136 2-72,-94-2 0,11 9-40,-12-1-704,-13 6-873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7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0 106 30398,'0'0'705,"0"0"-529,0 0-128,157-43-48,-83 14-216,-10-5-1393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8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27454,'0'0'3105,"0"0"-2465,0 0-72,0 0-144,0 0-128,0 0-16,0 0-280,194-31 0,-98 12 0,26 1 0,24 3 0,26 5 0,-3 3 0,-45 5 0,-43 0-2745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5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1 241 29606,'0'0'1809,"0"0"-1665,0 0-88,0 0 64,0 0 232,0 0-112,66 128-160,-36-103-80,16 8-72,-7-6-568,-9-8-1489</inkml:trace>
  <inkml:trace contextRef="#ctx0" brushRef="#br0" timeOffset="596.202">109 233 26598,'0'0'1263,"0"0"-223,0 0-280,0 0-115,0 0-130,0 0-209,2-8-128,-1 4-151,-1 3-20,0 0-1,0 0 1,0 0 0,0 0 0,0 0-1,0 0 1,1 0 0,-1 0 0,0 0-1,1 0 1,-1 0 0,0 0 0,1 0-1,-1 1 1,1-1 0,-1 0 0,1 0-1,-1 0 1,1 1 0,0-1-1,-1 0 1,1 1 0,0-1 0,0 1-1,0-1 1,-1 1 0,1-1 0,0 1-1,0-1 1,0 1 0,0 0 0,0-1-1,0 1 1,0 0 0,0 0 0,0 0-1,0 0 1,0 0 0,0 0 0,-1 0-1,1 0 1,0 0 0,0 0 0,0 0-1,0 1 1,0-1 0,0 0 0,0 1-1,0-1 1,0 1 0,-1-1 0,1 1-1,0-1 1,0 1-7,238 198 575,-83-67-780,-153-130 56,0 1 0,0-1 1,0 0-1,1 0 0,-1-1 1,1 1-1,-1-1 0,1 1 1,0-1-1,0 0 0,-1 0 1,1-1-1,0 1 1,0-1-1,0 0 0,0 0 1,0 0-1,0-1 0,-1 1 1,1-1-1,0 0 0,0 0 149,11-13-4398</inkml:trace>
  <inkml:trace contextRef="#ctx0" brushRef="#br0" timeOffset="878.102">719 0 21981,'0'0'6921,"0"0"-6089,0 0-280,0 0-79,-168 156-97,111-92-176,-3 9-120,4-1-64,8-3-16,23 1-96,18-20-440,7-19-1281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4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1 312 26750,'0'0'2227,"0"0"-1607,23 1-445,154-2 347,-76-16-225,-71 10-279,0 1 0,1 2 1,-1 1-1,1 1 0,0 2 0,-1 1 1,22 4-19,-44-2 1,-1 1 0,0-1 0,0 2 0,0-1 1,0 1-1,-1 0 0,0 0 0,0 1 0,0 0 1,-1 0-1,1 0 0,-2 1 0,1-1 1,-1 1-1,0 0 0,0 1 0,-1-1 0,0 1 1,0-1-1,-1 1 0,0 0 0,0 0 0,-1 0 1,0 0-1,0 1 0,-1-1 0,0 0 1,0 0-1,-1 0 0,0 0 0,-1 0 0,0 0 1,0 0-2,-10 60 13,-3 0 0,-2-2 1,-4 0-1,-3-1 0,-2-1 1,-3-2-1,-3 0 0,-2-3 1,-6 4-14,-2 13-23,89-137-2172,-15 23-2002,22-33-13065</inkml:trace>
  <inkml:trace contextRef="#ctx0" brushRef="#br0" timeOffset="263.735">1335 1 28430,'0'0'1116,"-16"19"-428,-189 255 649,168-218-1254,2 2 0,2 1 1,4 1-1,1 2 0,4 1 0,2 0 1,-9 52-84,28-107 5,1 0 1,0 1 0,1-1-1,-1 1 1,1-1 0,1 1 0,0 0-1,0-1 1,1 1 0,0 0 0,0-1-1,1 1 1,0-1 0,1 0 0,-1 1-1,2-1 1,-1 0 0,1-1-1,0 1 1,2 2-6,4 0-15,0 1 0,1-2 1,0 1-1,0-1 0,1-1 0,0 0 0,1-1 0,0 0 0,0-1 0,0 0 0,1-1 1,0 0-1,0-2 0,0 1 0,0-2 0,0 0 0,11 0 15,21 0-229,0-2-1,0-2 1,0-2-1,37-8 230,57-22-1351,-25-8-1389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9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0 206 18828,'0'0'7666,"0"0"-5238,0 0-1669,0 0-275,0 0-82,8-6-28,27-13-238,1 2-1,0 1 1,2 2-1,-1 1 1,2 2-1,-1 2 0,1 1 1,1 3-1,-1 0 1,39 2-136,-44 0 71,1049-70 329,30 70-400,343 54 0,113-44 0,-1538-8 0,1 1 0,0 2 0,0 1 0,-1 1 0,1 2 0,-1 1 0,-1 2 0,0 1 0,24 11 0,-54-21-1,-1-1-1,0 1 1,1 0 0,-1 0 0,0-1-1,1 1 1,-1 0 0,0 0 0,0 0-1,1 0 1,-1 0 0,0 0 0,1 0-1,-1 0 1,0 0 0,0 0 0,1 0-1,-1 0 1,0 0 0,1 1 0,-1-1-1,0 0 1,1 0 0,-1 1 0,1-1-1,-1 1 1,0-1 0,1 0 0,-1 1-1,1-1 1,-1 1 0,1-1 0,-1 1-1,1 0 1,0-1 0,-1 1 0,1-1-1,-1 1 1,1 0 0,0-1 0,0 1-1,-1 0 1,1-1 0,0 1 0,0 0-1,0 0 1,0-1 0,0 1 0,0 0-1,0-1 1,0 1 0,0 0 0,0 0-1,1-1 1,-1 1 0,0 0 0,0-1-1,0 1 1,1 0 0,-1-1 0,1 1-1,-1-1 1,0 1 0,1 0 0,-1-1-1,1 1 1,0-1 1,-84 13-816,20-6-2468,-17-2-8231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23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0 28966,'0'0'1587,"0"0"-1103,0 0-378,21 2-37,67 8 87,-84-9-145,1 1 0,0 0 0,-1 0 0,0 1 0,1-1 0,-1 1 0,0 0 0,0 0 0,-1 0 0,1 0 0,-1 1 0,1 0 0,-1-1 0,0 1 0,-1 0-1,1 1 1,-1-1 0,1 0 0,-1 1 0,-1-1 0,1 1 0,-1 0 0,1 0 0,-1-1 0,-1 1 0,1 0 0,-1 0 0,0 0 0,0 0 0,0 0 0,0 0 0,-1 0 0,0-1 0,0 1 0,-1 0 0,1 0 0,-1-1 0,0 1 0,0-1 0,0 1 0,-1-1 0,0 0 0,1 0-1,-1 0 1,-2 1-11,-30 39-56,-2-2-1,-2-1 1,-1-2-1,-2-2 1,-12 5 56,35-25-28,-83 60-283,199-109 32,-66 23 310,0 1 1,1 2-1,0 1 0,0 1 0,0 2 0,0 1 0,1 1 1,15 4-32,-43-4 8,-1 1 0,0-1 1,1 1-1,-1 0 1,0 1-1,0-1 0,0 1 1,0 0-1,0 0 0,0 0 1,0 0-1,0 0 0,-1 1 1,1 0-1,-1 0 1,0 0-1,0 0 0,0 1 1,0-1-1,-1 1 0,1-1 1,-1 1-1,0 0 1,0 0-1,0 0 0,-1 0 1,1 0-1,-1 1 0,0-1 1,0 0-1,0 1 1,-1 1-9,1 3 13,-1 1 1,-1-1 0,1 0 0,-1 0 0,-1 0-1,0 0 1,0 0 0,0 0 0,-1-1-1,-1 1 1,0-1 0,0 0 0,0 0 0,-1 0-1,-3 3-13,-161 155 38,119-139-519,26-26-3523,16-5-8759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23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29542,'0'0'1027,"0"0"-688,0 0-142,23-2 57,78-1 36,-91 3-258,-1 2 0,0-1 0,0 1 0,0 1 0,0-1-1,0 2 1,0-1 0,-1 1 0,1 1 0,-1-1-1,0 1 1,-1 1 0,1-1 0,4 6-32,-1-2 11,-3-5-9,-1 1 0,1 0 0,-1 0 1,0 1-1,-1 0 0,1 0 0,-1 1 1,-1 0-1,1 0 0,-1 0 1,0 0-1,-1 1 0,1 0 0,-2 0 1,1 0-1,-1 0 0,0 1 0,-1 0 1,0-1-1,0 1 0,-1 0 1,0 0-1,-1 0 0,0-1 0,0 1 1,-1 0-1,0 0 0,0 0 1,-1-1-1,-1 1 0,1 0 0,-1-1 1,-1 0-1,-1 3-2,-14 15-16,-3-2 1,0 0-1,-1-1 1,-1-1-1,-1-1 1,-16 9 15,-60 53-88,100-82 88,0-1 0,1 0 1,-1 0-1,0 1 0,0-1 1,0 0-1,0 1 1,1-1-1,-1 1 0,0-1 1,0 1-1,1-1 1,-1 1-1,0-1 0,1 1 1,-1 0-1,0-1 0,1 1 1,-1 0-1,1 0 1,-1-1-1,1 1 0,0 0 1,-1 0-1,1 0 1,0 0-1,0 0 0,-1-1 1,1 1-1,0 0 0,0 0 1,0 0-1,0 0 1,0 0-1,0 0 0,0 0 1,1 0-1,-1-1 1,0 1-1,0 0 0,1 0 1,-1 0-1,0 0 0,1-1 1,-1 1-1,1 0 1,-1 0-1,1-1 0,0 1 1,-1 0-1,1-1 1,0 1-1,0 0 0,52 4 124,-51-5-116,46-4 34,0-2 1,0-2 0,-1-2 0,43-16-43,-6 3-265,-8 3-994,-15 3-2384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22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48 27550,'0'0'3009,"0"0"-2713,89 127-112,-43-59-88,5 2 40,-2-1-32,-6-7-48,-1-6-56,-5-12-16,4-17-432,-9-13-945,-9-14-2552</inkml:trace>
  <inkml:trace contextRef="#ctx0" brushRef="#br0" timeOffset="215.43">419 0 29502,'0'0'800,"0"0"-335,-131 175-225,64-70-88,-4 24-72,16-13-80,2 10-56,25-39-865,14-43-3231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21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431 0 11939,'0'0'13836,"0"0"-10463,0 0-2793,0 0-235,0 0-80,-18 25 61,-9 13-207,1 2 0,1 0 0,3 2 0,-17 42-119,-194 545 807,227-609-776,-1-5-7,1 0 0,1 1 1,1 0-1,0 0 0,1 0 0,0 0 0,2 1 1,0-1-1,0 0 0,2 1 0,1 6-24,0-19 0,0 0 0,1-1 0,0 1 0,-1-1 0,1 0 0,1 1 0,-1-1 1,0-1-1,1 1 0,-1 0 0,1-1 0,0 0 0,0 0 0,0 0 0,0 0 0,0 0 0,0-1 0,1 0 0,-1 0 0,0 0 0,1-1 0,-1 1 0,1-1 0,-1 0 0,1 0 0,-1-1 0,0 1 0,1-1 0,-1 0 0,0 0 0,1 0 0,-1-1 1,0 1-1,0-1 0,4-2 0,13-8-25,1 0 1,-1-1-1,-1-1 1,0-1-1,-2 0 1,1-2-1,-2 0 1,0-1 0,1-4 24,-2 7-35,-1-1 1,0-1 0,-1 0 0,-1-1 0,-1 0-1,-1-1 1,0-1 0,-1 0 0,-2 0 0,0-1-1,-1 0 1,-1 0 0,0-1 0,-1-9 34,-4 28 1,-1 1 0,1-1 0,-1 1 0,0-1 0,0 0 0,-1 1 0,1-1 0,0 0 0,-1 1 1,0-1-1,1 1 0,-1-1 0,0 1 0,0 0 0,-1-1 0,1 1 0,0 0 0,-1 0 0,1-1 0,-1 1 0,0 0 1,0 1-1,0-1 0,0 0 0,0 0 0,0 1 0,0 0 0,0-1 0,-1 1 0,1 0 0,0 0 0,-1 0 0,1 0 1,-1 0-1,1 1 0,-1-1 0,-2 1-1,-14-3 5,0 2 0,0 0 0,0 2 0,0 0 0,0 1 0,0 0 0,0 2 0,1 0 1,0 1-1,-1 1 0,2 1 0,-1 0 0,1 2 0,0 0 0,1 0 0,-12 10-5,4 2-155,24-21 129,-1 1-1,1-1 1,0 0 0,0 1-1,0-1 1,0 0-1,0 1 1,-1-1-1,1 0 1,0 1-1,0-1 1,0 0 0,0 1-1,0-1 1,0 1-1,0-1 1,0 0-1,0 1 1,0-1-1,0 0 1,1 1-1,-1-1 1,0 0 0,0 1-1,0-1 1,0 0-1,0 1 1,1-1-1,-1 0 1,0 1-1,0-1 1,1 0-1,-1 0 1,0 1 0,0-1-1,1 0 1,-1 0-1,0 1 1,1-1-1,-1 0 1,0 0-1,1 0 1,-1 0 0,0 0-1,1 1 1,-1-1-1,1 0 1,-1 0-1,0 0 1,1 0-1,-1 0 1,0 0-1,1 0 1,-1 0 0,0 0-1,1-1 1,-1 1-1,1 0 1,-1 0-1,0 0 1,1 0-1,-1 0 1,0-1-1,1 1 1,-1 0 0,0 0-1,0 0 1,1-1-1,-1 1 27,4 0-435,28 0-2724</inkml:trace>
  <inkml:trace contextRef="#ctx0" brushRef="#br0" timeOffset="309.664">1060 25 28894,'0'0'819,"0"0"-327,-19 19-140,-116 124 396,119-122-691,0 0 0,1 2 0,2 0-1,0 0 1,1 1 0,2 1 0,0 0-1,2 0 1,0 1 0,2 0-1,-2 18-56,8-37 1,0 0 0,1 0 0,-1 0 0,1-1 0,1 1 0,-1 0 0,1 0 0,1-1-1,-1 1 1,1-1 0,0 0 0,0 0 0,1 0 0,0 0 0,0 0 0,0-1 0,1 0-1,0 0 1,0 0 0,0 0 0,0-1 0,1 0 0,0 0 0,0 0 0,0-1 0,0 0-1,0 0 1,1-1 0,-1 1 0,4-1-1,18 7-38,1-1 0,0-2 0,1-1 0,-1-1 0,1-2 0,0 0 0,0-3 0,0 0-1,2-2 39,-4-1-210,-1-1 0,-1-1 0,1-1 0,-1-1 0,0-2 0,-1 0 0,0-2 0,-1-1 0,5-3 210,-25 13-90,66-36-1961</inkml:trace>
  <inkml:trace contextRef="#ctx0" brushRef="#br0" timeOffset="563.575">1351 170 28990,'0'0'896,"0"0"-400,-95 131-231,61-54 23,6 22 0,9 28-104,15 24-112,4-12-72,7-10-416,13-42-1217,-6-42-4512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34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1 478 30583,'0'0'536,"0"0"-311,0 0-158,22 13-1,126 70 216,-142-79-286,0 0-1,0 0 1,0 1 0,-1 0 0,0 0 0,0 0-1,0 0 1,0 1 0,-1 0 0,0 0 0,0 0-1,-1 1 1,0-1 0,0 1 0,0 0 0,-1 0-1,0 0 1,0 0 0,-1 0 0,0 0 0,0 0-1,0 0 1,-1 1 0,0-1 0,-1 0 0,0 1 0,0-1-1,0 1 5,-4 14-166,-1-1-1,-1 0 0,-1 0 1,0 0-1,-2-1 0,0 0 0,-2-1 1,-8 12 166,-114 141-227,132-170 253,0 0 0,0-1-1,0 1 1,0 0 0,1 0 0,-1 0-1,1 0 1,-1 0 0,1 1-1,0-1 1,0 0 0,0 1 0,0-1-1,0 0 1,1 1 0,-1-1 0,1 1-1,-1-1 1,1 1 0,0 0 0,0-1-1,0 1 1,0-1 0,1 1-1,-1-1 1,1 1 0,-1-1 0,1 1-1,0-1 1,0 0 0,0 1 0,0-1-1,1 0 1,-1 0 0,1 1 0,-1-1-1,1 0-25,12 0 28,1-1-1,-1-1 1,0 0-1,0-1 1,0-1-1,0 0 1,0-1-1,0 0 1,-1-1-1,1-1 1,-1 0-1,0-1 0,-1 0 1,1-1-1,-1 0 1,0-1-1,-1-1 1,0 1-1,0-2 1,2-2-28,158-157-1742,-117 107-2750</inkml:trace>
  <inkml:trace contextRef="#ctx0" brushRef="#br0" timeOffset="484.685">1256 383 29150,'0'0'1557,"0"0"-1021,0 0-290,0 0 22,0-22-38,0-184 13,1 200-242,0 0 1,-1 1 0,0-1 0,0 0 0,0 0-1,-1 1 1,0-1 0,0 0 0,0 1-1,-1-1 1,1 1 0,-1-1 0,-1 1 0,1 0-1,-1 0 1,0 0 0,0 0 0,-1 0 0,1 1-1,-1-1 1,0 1 0,0 0 0,0 0 0,-1 1-1,1-1 1,-1 1 0,0 0 0,0 0-1,0 1 1,-1-1 0,1 1 0,0 0 0,-1 1-1,0-1 1,-2 1-2,-5 2 13,0 2 0,0-1 0,0 2 0,1 0 0,-1 0 0,1 1 0,0 1 0,0 0-1,1 1 1,-1 0 0,2 0 0,-1 1 0,1 1 0,0 0 0,1 0 0,0 1 0,0 0 0,1 0 0,0 1-1,1 0 1,1 1 0,-2 3-13,-1-3 7,1 0-1,0 0 1,1 0-1,1 1 0,0 0 1,0 0-1,2 0 1,-1 1-1,2 0 0,0 0 1,0 0-1,2 0 1,0 0-1,0 1 1,1-1-1,2 9-6,-1-20-1,0 1 1,0-1-1,1 0 1,-1 0-1,1 0 0,0 0 1,0 0-1,0 0 0,0 0 1,1 0-1,-1-1 1,1 1-1,-1-1 0,1 0 1,0 0-1,0 0 0,0 0 1,0 0-1,1-1 1,-1 1-1,0-1 0,1 0 1,-1 0-1,1 0 1,-1 0-1,1-1 0,-1 1 1,1-1-1,-1 0 0,2 0 1,109-17-184,-57-13 53,53-15-39,-107 45 174,-1 1 0,0 0 0,1 0 0,-1 0 0,0 0 0,0 0 0,0 0 0,0 1-1,0-1 1,0 0 0,0 1 0,-1 0 0,1-1 0,0 1 0,-1 0 0,1 0 0,-1 0 0,0 0 0,0 0 0,0 0 0,0 0 0,0 1 0,0-1 0,0 0 0,-1 1 0,1-1 0,-1 0 0,0 1 0,1-1 0,-1 0 0,0 1 0,-1 1-4,3 3 32,9 75 110,-2 1 0,-5 1 0,-3 25-142,1 27 7,10 267-7,-10-383-283,1-20-1002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34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1 508 26558,'0'0'4441,"0"0"-3961,0 0-264,0 0 288,0 0-56,152-39-328,-88 14-120,6-2 0,-1 2 0,-3 3 0,-6 5 0,-9 7 0,-10 3 0,1-5-88,-12 2-1040,-12-3-1153</inkml:trace>
  <inkml:trace contextRef="#ctx0" brushRef="#br0" timeOffset="249.378">369 0 28830,'0'0'2073,"0"0"-1705,-9 110 40,9-45-24,0 5-72,0 9-152,0-2-160,0-3-40,7-3-496,2-22-888,1-19-6002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8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479 594 29014,'0'0'958,"0"0"-94,0 0-341,0 0-121,-19-23-53,-62-78-125,34 38-90,43 54-130,-1 1 0,0 0-1,0 0 1,-1 0 0,0 0 0,0 1 0,-1 0-1,0 1 1,0-1 0,0 1 0,-1 0 0,0 1 0,0 0-1,-1 1 1,1-1 0,-1 1 0,0 1 0,0 0-1,0 0 1,-1 1-4,3 3-1,0 0-1,0 1 0,0 0 1,0 1-1,0-1 1,1 1-1,0 0 0,-1 1 1,1 0-1,0 0 0,1 0 1,-1 1-1,1-1 1,0 1-1,0 1 0,0-1 1,1 1-1,0-1 1,0 1-1,0 1 0,1-1 1,0 0-1,0 1 0,0 0 1,1-1-1,0 1 1,1 0-1,-1 4 2,-8 16-9,2 1 0,1 0-1,1 1 1,2-1 0,1 1 0,1 0 0,1 0-1,2 0 1,1 0 0,1 2 9,-2-23-22,0-1 0,0 1 0,1-1 0,0 1 0,0-1 0,0 0 0,1 0 1,0 0-1,1 0 0,0 0 0,0-1 0,0 1 0,1-1 0,0 0 0,0-1 0,0 1 0,1-1 0,0 0 0,0 0 1,0-1-1,1 0 0,-1 0 0,1 0 0,0-1 0,0 0 0,0 0 0,1-1 0,-1 0 0,0 0 0,1-1 0,0 0 1,-1 0-1,1-1 0,0 0 0,-1 0 0,1-1 0,0 0 0,-1 0 0,1-1 22,17-7-473,-1 0 0,0-2 0,-1-1 0,-1-1 0,1-1 0,15-13 473,39-36-4597</inkml:trace>
  <inkml:trace contextRef="#ctx0" brushRef="#br0" timeOffset="425.736">1302 594 29326,'0'0'1402,"0"0"-855,0 0-195,0 0 20,0 0-28,0 0-145,0-23-111,0-77-56,-6 40-18,5 54-21,-1 0-1,0 0 0,-1 1 1,1-1-1,-1 1 0,0 0 1,0 0-1,-1 0 0,1 0 1,-1 1-1,0-1 0,-1 1 1,1 0-1,-1 0 1,1 1-1,-1-1 0,0 1 1,-1 0-1,1 0 0,0 1 1,-1-1-1,0 1 0,-3 0 8,3 1-7,-1 0 0,0 0 0,1 1-1,-1 0 1,0 1 0,0-1 0,1 1 0,-1 0-1,1 1 1,-1 0 0,1 0 0,-1 0 0,1 1-1,0 0 1,0 0 0,0 1 0,1-1 0,-1 1-1,1 0 1,0 1 0,0-1 0,0 1 0,1 0-1,0 0 1,0 1 0,0-1 0,0 1 0,1 0-1,0 0 1,-1 2 7,-10 22 0,0 1 0,2 0 0,2 1 0,1 0 0,1 1 0,2 0 0,1 0 0,1 0 0,2 1 0,3 32 0,-3-62 0,1 1 0,0-1 0,0 1 0,1-1 0,0 1 0,-1-1-1,1 1 1,1 0 0,-1-1 0,1 1 0,0-1 0,0 1 0,0-1 0,0 1 0,1-1 0,0 0-1,0 0 1,0 0 0,0 0 0,1 0 0,0 0 0,0 0 0,0-1 0,0 0 0,0 1-1,0-1 1,1 0 0,0-1 0,0 1 0,-1-1 0,1 1 0,1-1 0,-1 0 0,0-1-1,0 1 1,1-1 0,0 0 0,7-2 0,-1-1 0,0-1 0,0 0 0,-1-1 0,1 0 0,-1 0 0,1-1-1,-1-1 1,-1 1 0,1-2 0,-1 1 0,0-1 0,-1-1 0,1 0 0,-2 0 0,6-6 0,10-8-19,250-205-3668,-202 170 295</inkml:trace>
  <inkml:trace contextRef="#ctx0" brushRef="#br0" timeOffset="690.232">2030 70 29734,'0'0'1217,"0"0"-945,0 0 40,-14 151 104,14-55 8,0 30-96,2 30-264,8-11-64,-1-29 0,-2-35 0,7-25-304,-1-13-456,-6-8-1609</inkml:trace>
  <inkml:trace contextRef="#ctx0" brushRef="#br0" timeOffset="1376.929">3631 402 28822,'0'0'1411,"0"0"-701,0 0-336,-15-21-60,-83-128 315,93 138-613,1 0 0,-1 0-1,-1 1 1,0 0 0,-1 0 0,0 1-1,0-1 1,-1 2 0,0-1-1,0 1 1,-1 0 0,0 1 0,-1 0-1,0 0 1,0 1 0,0 0 0,-1 1-1,0 0 1,-10-3-16,12 7 2,-1 0 1,0 1-1,0 0 1,1 0-1,-1 1 0,0 0 1,1 1-1,-1 0 1,1 1-1,-1 0 0,1 0 1,0 1-1,0 0 1,0 1-1,1-1 0,0 2 1,0-1-1,0 1 1,1 1-1,-1-1 0,1 1 1,1 0-1,-1 1 1,2 0-1,-6 8-2,-2 1 3,0 1 0,2 0 0,0 1 1,1 0-1,1 1 0,1 0 0,1 0 0,1 1 0,0 0 0,2 0 1,0 0-1,1 1 0,2-1 0,0 20-3,1-34 0,-1 0-1,2 0 1,-1 1 0,1-1 0,0 0-1,0 0 1,1 0 0,0-1 0,0 1-1,1 0 1,0-1 0,0 1 0,0-1-1,1 0 1,0 0 0,0 0 0,1-1-1,-1 1 1,1-1 0,0 0 0,1 0-1,-1-1 1,1 0 0,0 0 0,0 0-1,0-1 1,1 0 0,-1 0 0,1 0-1,0-1 1,0 0 0,6 1 0,11-2-43,-1-2 0,1 0 0,-1-1 0,1-2 0,-1 0 0,0-2 0,-1 0 0,1-2 0,-1 0 0,-1-2 0,0 0 0,0-1 0,-1-1 0,0-1 0,-1-1 0,-1-1 0,12-11 43,-18 17-80,92-68-1116,-14 5-1142</inkml:trace>
  <inkml:trace contextRef="#ctx0" brushRef="#br0" timeOffset="1673.012">4320 344 29590,'0'0'730,"0"0"-387,0 0-58,0 0 331,0 0 195,1-11-464,1-12-343,-1 0 0,-1 1 0,-1-1 0,-1 0 0,-1 0 0,-1 1 1,-1-1-1,-1 1 0,-1 0 0,-1 1 0,-9-18-4,16 36-1,0 1 1,0-1-1,0 0 0,0 1 1,-1 0-1,1-1 0,-1 1 1,0 0-1,0-1 1,1 1-1,-1 0 0,-1 0 1,1 1-1,0-1 0,0 0 1,-1 1-1,1-1 0,-1 1 1,1 0-1,-1 0 0,0 0 1,1 0-1,-1 0 0,0 1 1,0-1-1,1 1 0,-1-1 1,0 1-1,0 0 1,0 0-1,0 1 0,1-1 1,-1 1-1,0-1 0,0 1 1,1 0-1,-2 0 1,-49 87-47,39-51 19,1 1-1,1 1 1,2 0-1,2 0 1,2 1-1,2 0 1,1 0-1,2 34 29,1-63-84,1 1 0,0-1 0,1 0 0,0 0 0,1 1 0,0-2 0,1 1 0,0 0 0,0-1 0,1 1-1,1-1 1,0-1 0,0 1 0,1-1 0,0 0 0,0-1 0,1 1 0,0-1 0,1-1 0,0 0 0,0 0 0,1-1 0,-1 0 0,1 0-1,4 0 85,43 19-1960</inkml:trace>
  <inkml:trace contextRef="#ctx0" brushRef="#br0" timeOffset="2017.672">5363 553 28382,'0'0'684,"0"0"-342,0 0-18,0 0 360,0 0 17,0-25-217,1-1-372,-1 11-61,1 0 0,-2-1 0,0 1 0,-1 0 0,0 0 0,-1 0 0,-1 0 0,-1 1 0,-2-8-51,-6-11 31,-1 1 0,-1 1 0,-2 0 0,-1 1 0,-1 1 0,-1 1 0,-2 1 0,-8-7-31,27 30 1,0 1 0,0-1-1,0 0 1,0 1 0,-1 0-1,0 0 1,1 0 0,-1 0-1,0 1 1,-1-1 0,1 1 0,0 0-1,-1 1 1,1-1 0,-1 1-1,1-1 1,-1 1 0,0 1-1,0-1 1,1 1 0,-1 0-1,0 0 1,0 0 0,1 0-1,-1 1 1,0 0 0,0 0 0,1 0-1,-1 1 1,1-1 0,-1 1-1,1 0 1,-1 1-1,-5 11 0,2 0 1,0 1-1,0-1 1,2 1-1,-1 1 1,2-1-1,0 1 0,1 0 1,-1 9-1,-11 49-3,4 1 1,2 0-1,4 1 0,4 71 3,2-141-1,0-1-1,1 0 1,0 0 0,-1-1-1,2 1 1,-1 0-1,1 0 1,-1 0 0,1-1-1,1 1 1,-1-1-1,1 1 1,-1-1-1,1 0 1,0 0 0,1 0-1,-1-1 1,1 1-1,-1-1 1,1 0 0,0 0-1,1 0 1,-1 0-1,0-1 1,1 1 0,-1-1-1,1-1 1,0 1-1,0 0 1,-1-1-1,1 0 1,0 0 0,0-1-1,0 1 1,0-1-1,0 0 1,0-1 0,0 1-1,0-1 1,0 0-1,0 0 1,0 0-1,0-1 1,0 0 0,-1 0-1,1 0 1,-1 0-1,1-1 1,-1 0 0,1 0 1,122-122-639,-75 58-722</inkml:trace>
  <inkml:trace contextRef="#ctx0" brushRef="#br0" timeOffset="31541.461">104 1430 29078,'0'0'779,"0"0"-197,0 0-236,0 0-66,0 0 18,10 1 32,413 1 685,459-70-956,0 7-59,-531 37 0,74 14 0,-383 10 0,838-60 0,-320 61 0,-549 0 0,0 0 0,0 1 0,0 0 0,0 0 0,-1 2 0,1-1 0,-1 1 0,0 1 0,0 0 0,0 0 0,-1 1 0,0 0 0,0 1 0,0 0 0,-1 0 0,4 5 0,-9-10 0,0 0 0,0 0 0,0 0 0,0-1 0,0 1 0,0-1 0,0 1 0,1-1 0,-1 0 0,0-1 0,1 1 0,-1 0 0,1-1 0,-1 0 0,1 0 0,-1 0 0,1 0 0,-1-1 0,0 1 0,1-1 0,-1 0 0,0 0 0,1 0 0,0-1 0,-6-20-636,-18 13-2033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11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597 76 28470,'0'0'1464,"0"0"-1064,0 0-31,0 0 175,-30 155-80,12-78-40,-5 24-104,-3 26-104,6 18-120,3-10-96,8-32 0,9-34 0,0-26 0,0-3 0,16-7-248,28-33-480,-2-17-841,-3-28-4392</inkml:trace>
  <inkml:trace contextRef="#ctx0" brushRef="#br0" timeOffset="252.242">1173 84 29342,'0'0'1769,"0"0"-1441,-7 151 104,-2-68 48,7 23-144,-1-7-256,3-1-80,0-3 0,0-22 0,5-1-328,6-16-312,1-22-640,-3-22-2649</inkml:trace>
  <inkml:trace contextRef="#ctx0" brushRef="#br0" timeOffset="1108.225">2435 490 20236,'0'0'7973,"0"0"-5816,0 0-1515,-20-20-257,-66-69-95,-35-75 166,118 162-455,3 2-14,0 0 4,-2 38 658,16 420-649,-8-194 0,-5-263-2,-1 0 0,1-1-1,-1 1 1,1 0 0,-1-1 0,1 1-1,-1-1 1,1 1 0,-1 0 0,1-1 0,0 1-1,-1-1 1,1 1 0,0-1 0,-1 0-1,1 1 1,0-1 0,0 0 0,-1 0-1,1 1 1,0-1 0,0 0 0,0 0 0,-1 0-1,1 0 1,0 0 0,0 0 0,0 0-1,-1 0 1,1 0 0,0 0 0,0-1 0,0 1-1,-1 0 1,1 0 0,0-1 0,0 1-1,-1-1 1,1 1 0,0 0 0,-1-1-1,1 1 1,-1-1 0,1 0 0,0 1 0,-1-1-1,1 1 1,-1-1 0,1 0 0,-1 1-1,0-1 1,1 0 0,-1 0 0,0 1 0,0-1-1,1-1 3,0 1-20,27-32-919,0-9-994</inkml:trace>
  <inkml:trace contextRef="#ctx0" brushRef="#br0" timeOffset="1497.595">3338 565 29246,'0'0'1290,"0"0"-657,0 0-230,-4-19 20,-49-220 344,2 144-762,49 93-5,0 0 0,0 0 0,0 1 0,0-1 0,-1 1 0,1-1 0,0 1 0,-1 0 0,1 0 0,-1 0 0,0 0 0,1 1 0,-1-1 0,1 1 0,-1-1 0,0 1 0,1 0 0,-1 0 0,0 0 0,1 1 0,-1-1 0,0 0 0,1 1 0,-1 0 0,0 0 0,1 0 0,-1 0 0,1 0 0,0 0 0,-1 0 0,1 1 0,0-1 0,0 1 0,0 0 0,0 0 0,0 0 0,0 0 0,0 0 0,0 0 0,-12 18 0,1-1 0,1 2 0,0-1 0,2 2 0,0 0 0,2 0 0,0 0 0,1 1 0,2 0 0,0 1 0,1-1 0,2 1 0,0-1 0,2 1 0,0 4 0,-1-22-4,0 0 1,1 0-1,-1 0 1,1-1-1,0 1 0,1 0 1,0 0-1,-1 0 0,2 0 1,-1 0-1,1-1 1,0 1-1,0-1 0,0 1 1,1-1-1,0 0 0,0 0 1,0 0-1,1 0 1,0-1-1,-1 1 0,2-1 1,-1 0-1,0 0 1,1 0-1,0-1 0,0 0 1,0 0-1,0 0 0,0 0 1,1-1-1,-1 0 1,1 0-1,0 0 0,2 0 4,12-1-185,0-1 0,-1 0-1,1-2 1,0 0 0,-1-1 0,0-1-1,0-1 1,0 0 0,0-2-1,-1 0 1,0-1 0,0-1 0,-1-1-1,0 0 1,-1-1 0,6-5 185,62-41-1294</inkml:trace>
  <inkml:trace contextRef="#ctx0" brushRef="#br0" timeOffset="1747.559">4066 1 30142,'0'0'1169,"0"0"-921,0 0 248,-25 145 120,2-8-520,-7 60-96,0 37 0,5 11 0,11-13 0,12-72 0,-3-42-2753</inkml:trace>
  <inkml:trace contextRef="#ctx0" brushRef="#br0" timeOffset="15370.851">0 1626 25766,'0'0'1665,"0"0"197,0 0-1171,0 0-363,0 0 48,24-2-17,144-21 159,7-8-206,-37 4-184,2 6 0,0 6 1,5 6-129,48 10 270,177 23-270,1514 145 235,-1726-158-235,0 7 0,-1 6 0,-1 8 0,100 35 0,-215-49 0,-47-15 0,-77-3-456,25 0-1825</inkml:trace>
  <inkml:trace contextRef="#ctx0" brushRef="#br0" timeOffset="37661.598">302 1825 25950,'0'0'2097,"0"18"-1538,0 1-612,12 127 916,-11-140-816,1 1 0,0-1 0,0 0 0,0 1 0,1-1 0,0 0 0,0 0 0,0-1 1,1 1-1,0-1 0,0 0 0,1 0 0,-1 0 0,1 0 0,0-1 0,0 0 0,1 0 0,-1 0 1,1-1-1,0 1 0,0-1 0,5 1-47,9 0 37,1-2 1,-1-1-1,1 0 1,-1-2 0,1 0-1,-1-1 1,1-1-1,-1-1 1,0-1-1,-1-1 1,1-1-1,-1 0 1,0-1-1,-1-1 1,13-9-38,10 0 13,0-3-15,2 2 0,0 2 1,0 1-1,2 3 0,-1 1 0,2 3 1,-1 1-1,1 3 0,1 1 0,-1 3 0,0 1 1,12 4 1,-30 5 14,0 2 1,-1 1 0,0 1 0,0 2 0,-2 0 0,0 2 0,-1 0-1,0 2 1,-2 1 0,0 0 0,-2 2 0,0 0 0,-1 1-1,-1 1 1,-2 1 0,5 11-15,1-7 51,-19-24-46,0 0 1,0 0-1,0 0 1,1 0-1,0 0 1,0-1-1,0 1 1,0-1-1,1 0 1,-1-1-1,1 1 1,0-1-1,0 0 1,1 0-1,-1 0 1,1-1-1,-1 0 1,1 0-1,0 0 1,0-1-1,0 0 1,0 0-1,0 0 1,0-1-1,0 0 1,0 0-1,0 0 1,0-1 0,0 0-1,4-2-5,179-117-21,-156 97 15,1 2 1,0 1 0,2 2 0,0 1 0,1 2-1,1 2 1,0 1 0,1 2 0,0 2-1,0 1 1,1 2 0,0 2 0,0 2-1,3 1 6,-5 8 52,-1 1 0,0 1-1,0 2 1,-1 2 0,-1 2-1,-1 1 1,0 1 0,-1 2-1,-1 1 1,4 6-52,40 21 320,-43-25-258,1-1 1,1-2 0,1-2 0,1-1 0,1-2 0,0-1-1,0-2 1,1-2 0,35 5-63,-39-13 0,0-1 0,1-1 0,-1-2 0,1-1 0,-1-3 0,0 0 0,-1-2 0,0-2 0,20-8 0,183-89-75,-145 52-2405,-70 37-1686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51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501 695 29030,'0'0'988,"0"0"-446,0-18-146,3-118 416,9-145-46,-14 268-746,0-1 0,-2 0 1,1 0-1,-2 1 0,1 0 1,-2 0-1,0 0 1,0 1-1,-1 0 0,-1 0 1,0 0-1,-10-10-20,14 17 0,-1-1-1,0 1 1,0 0-1,-1 0 1,0 0-1,0 1 1,0-1 0,0 2-1,0-1 1,-1 1-1,0 0 1,1 0-1,-1 0 1,0 1-1,-1 1 1,1-1 0,0 1-1,0 0 1,-1 0-1,1 1 1,0 0-1,-1 1 1,1-1-1,0 2 1,-4 0 0,0 5 0,1 0 0,0 1 0,0 1 0,1 0 0,0 0 0,0 0 0,1 1 0,1 1 0,-1-1 0,2 1 0,-1 1 0,2-1 0,-1 1 0,2 0 0,-1 0 0,2 0 0,0 1 0,0-1 0,1 1 0,0 7 0,-2-2 0,0 0 0,2 0 0,0 0 0,1 1 0,1-1 0,1 0 0,0 1 0,1-1 0,1 0 0,1 0 0,1 0 0,0 0 0,1-1 0,1 0 0,7 13 0,84 109 0,-78-117 0,-2 1 0,0 1 0,-2 1 0,0 0 0,-2 0 0,-1 2 0,-1 0 0,-1 0 0,-2 1 0,-1 0 0,3 16 0,-9-29 0,0-1 0,-1 1 0,0 0 0,-1-1 0,-1 1 0,0 0 0,-1-1 0,0 1 0,-2-1 0,1 0 0,-2 0 0,0 0 0,-1 0 0,0-1 0,-1 0 0,0 0 0,-1-1 0,0 0 0,-10 11 0,13-17 0,0 1 0,0-1 0,-1 0 0,1 0 0,-1 0 0,-1-1 0,1 0 0,-1 0 0,0-1 0,0 0 0,0 0 0,-1-1 0,1 1 0,-1-2 0,0 1 0,0-1 0,0 0 0,0-1 0,0 0 0,0 0 0,-1-1 0,1 0 0,0 0 0,0-1 0,0 0 0,-1 0 0,1-1 0,1 0 0,-1 0 0,0-1 0,-4-2 0,1-7 0,0-1 0,0 1 0,2-2 0,-1 1 0,2-1 0,0-1 0,0 1 0,2-1 0,0-1 0,0 1 0,2-1 0,0 0 0,0 0 0,2 0 0,0-1 0,1 1 0,0-1 0,2 1 0,0 0 0,0-1 0,2 1 0,0 0 0,1 0 0,0 0 0,2 0 0,5-12 0,17-20-249,3 1-1,1 2 1,2 1 0,2 1 0,2 2-1,2 2 1,1 2 0,37-25 249,-56 43-372,45-37-1575</inkml:trace>
  <inkml:trace contextRef="#ctx0" brushRef="#br0" timeOffset="261.169">817 511 30294,'0'0'761,"0"0"-249,0 0 80,74 124-136,-40-82-304,3-3-152,2 0 0,-2-6 0,-5-1 0,-2-5 0,-7-5 0,-4-5-328,2-17-336,-8 0-552,-3-8-1049</inkml:trace>
  <inkml:trace contextRef="#ctx0" brushRef="#br0" timeOffset="510.83">1243 341 28550,'0'0'1448,"0"0"-871,-90 130-129,47-59-104,-1 3-168,-2 5-104,4 0-72,3 8-176,9-19-608,9-18-1417</inkml:trace>
  <inkml:trace contextRef="#ctx0" brushRef="#br0" timeOffset="959.702">1646 1 29510,'0'0'1250,"0"0"-873,0 0-113,0 0 146,27 5-45,88 19-155,-110-24-207,0 0 1,0-1 0,0 2 0,0-1-1,0 1 1,0-1 0,0 2 0,0-1-1,0 0 1,0 1 0,-1 0 0,1 0-1,0 0 1,-1 1 0,0-1 0,1 1-1,-1 0 1,0 1 0,-1-1 0,1 1-1,-1-1 1,1 1 0,-1 0 0,0 0-1,0 1 1,-1-1 0,1 0 0,-1 1 0,0 0-1,0-1 1,-1 1 0,1 0 0,-1 0-1,0 0 1,-1 0 0,1 0 0,-1 0-1,0 2-3,-3 11 1,-1-1 0,0 0-1,-2 0 1,0 0 0,-1-1-1,0 0 1,-1 0 0,-1 0-1,-1-1 1,0-1 0,-1 0 0,0 0-1,-1-1 1,-1 0 0,0-1-1,-10 14-3,-239 265-18,281-294-130,88-56 87,-87 45 43,1 1 0,0 1 0,1 1 0,0 1 1,1 1-1,0 0 0,1 2 0,0 1 0,0 1 1,0 1-1,21-1 21,-41 6 1,0 0-1,0 0 1,-1 1 0,1-1-1,0 1 1,-1 0 0,1 0 0,-1 0-1,0 0 1,0 1 0,0-1-1,0 1 1,0 0 0,0 0 0,-1 0-1,1 0 1,-1 0 0,0 1-1,0-1 1,0 1 0,-1-1 0,1 1-1,-1 0 1,0-1 0,0 1 0,0 0-1,0 0 1,-1 0 0,1 0-1,-1 0 1,0 0 0,0 0 0,-1 0-1,1 0 1,-1 0 0,0-1-1,0 1 1,-1 2-1,2 7 16,-5 19 12,-1 0 0,-2 0 0,-1 0 0,-2-1 0,-1-1 0,-1 1 0,-1-2 0,-2 0 0,-1-1 0,-1-1 0,-11 12-28,22-29 0,-44 64-259,44-82-1914,7-21-1259</inkml:trace>
  <inkml:trace contextRef="#ctx0" brushRef="#br0" timeOffset="1349.45">2390 283 30110,'0'0'751,"0"0"-145,0 0-82,23 4-53,73 16-210,-89-20-260,-1 0 1,0 1-1,0 0 0,0 0 0,0 0 1,0 1-1,0 0 0,0 0 0,0 0 1,0 1-1,-1 0 0,1 0 0,-1 0 1,0 1-1,0-1 0,0 1 0,-1 1 1,1-1-1,-1 0 0,0 1 0,0 0 1,-1 0-1,1 1 0,-1-1 0,0 0 1,-1 1-1,1 0 0,-1 0 0,0 0 1,-1 0-1,1 0 0,-1 0 1,0 0-1,-1 0 0,0 5-1,-3 16 0,-1 0 0,-1 0 0,-1 0 0,-2-1 0,-1 0 0,-1 0 0,-1-1 0,-1 0 0,-1-1 0,-1-1 0,-2 0 0,-10 13 0,-13 24 0,39-61 0,1 1 0,-1 0 0,1 0 0,-1 0 0,0-1 0,1 1 0,-1 0 0,1 0 0,-1 0 0,1 0 0,-1 0 0,0 0 0,1 0 0,-1 0 0,1 0 0,-1 0 0,1 0 0,-1 0 0,0 0 0,1 0 0,-1 0 0,1 0 0,-1 0 0,1 1 0,-1-1 0,0 0 0,1 0 0,-1 0 0,0 1 0,1-1 0,-1 0 0,0 1 0,1-1 0,-1 0 0,0 1 0,1-1 0,-1 0 0,0 1 0,0-1 0,0 0 0,1 1 0,-1-1 0,0 1 0,0-1 0,0 1 0,0-1 0,0 0 0,0 1 0,0-1 0,0 1 0,0-1 0,0 1 0,0-1 0,0 1 0,0-1 0,0 0 0,0 1 0,150-99 0,173-172-2733,-256 208-3152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55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27894,'0'0'2224,"0"0"-1503,0 0-193,0 0-128,0 0-80,0 0-72,0 0-80,138-13-72,-87 11-56,4 2-8,-2 0-32,0 0 0,0-4-312,-16-2-704,-16-2-1289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55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30663,'0'0'800,"0"0"-600,0 0 96,0 0 48,166-23-160,-81 2-120,35-18-64,-19 4-656,-20 1-1873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57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1 142 27790,'0'0'2721,"0"0"-2225,0 0-344,0 0-56,0 0 200,0 0 72,34-17-40,10 7-136,14-7-104,6 1-8,3-1-40,4 0-32,1 3-8,1 4-8,36 1-200,-17 1-448,-14 2-1457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58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1 201 29742,'0'0'638,"0"0"-401,0 0-75,0 0 172,0 0 24,29 0-142,197-10-20,898-125 436,1 79-447,372 112-118,-1353-47-67,345 38 0,-478-45-34,-7-2 10,0 0-1,0 0 1,-1 0 0,1 1-1,0 0 1,-1-1-1,1 1 1,-1 1 0,1-1-1,-1 0 1,1 1-1,-1 0 1,0 0 0,0 0-1,1 0 1,-2 0-1,1 1 1,0-1 0,1 3 24,-3 5-846,-5-3-532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2:59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1 522 27654,'0'0'869,"0"0"16,27-3-280,173-18 235,-175 20-727,-2-2-80,0 1 1,0 1-1,0 0 1,0 2-1,0 1 1,0 1-1,0 1 1,0 1-1,-1 1 1,0 0 0,0 2-1,19 10-33,-35-14 1,-1 1 0,1 0 0,-1 0 0,0 1-1,0-1 1,0 1 0,-1 0 0,0 1 0,0-1 0,-1 1 0,1-1 0,-1 1 0,-1 0 0,0 0-1,0 0 1,0 1 0,-1-1 0,1 0 0,-2 1 0,1-1 0,-1 1 0,-1-1 0,1 1-1,-1-1 1,0 0 0,-1 1-1,-3 18 8,-2 0 0,0 0-1,-2-1 1,0 0 0,-2-1-1,-7 12-7,-44 71 15,-5-3 0,-4-3-1,-4-3 1,-23 17-15,63-73 8,56-51 31,307-183 163,66 34-299,-284 121-607,-2-5 0,-2-5 0,-2-4-1,-3-5 1,51-38 704,-136 82 44,0 0-1,-1 0 1,0-1-1,-1-1 1,0-1-1,-2 0 0,0-1 1,0 0-1,-1 0 1,-1-2-1,-1 1 1,-1-1-1,0 0 1,-1-1-1,-1 0 1,-1 0-1,0 0 0,-2-1 1,1-8-44,-2-238 1587,-2 253-1524,-1 0 1,-1 0-1,0 0 0,0 0 1,-1 0-1,-1 1 0,0-1 1,-1 1-1,0 0 0,-1 0 1,0 1-1,-4-5-63,8 14 18,0 0-1,0 0 1,0 0-1,-1 1 1,1-1-1,0 1 1,-1-1 0,0 1-1,1 0 1,-1 0-1,0 0 1,1 0 0,-1 0-1,0 1 1,0-1-1,0 1 1,0 0-1,0 0 1,0 0 0,1 0-1,-1 0 1,0 1-1,0-1 1,0 1-1,0 0 1,1 0 0,-1 0-1,0 0 1,1 0-1,-1 1 1,1-1 0,-2 2-19,-70 61 162,64-46-140,0 1 0,1 0 1,1 0-1,1 1 0,1 0 1,0 1-1,2-1 0,0 1 0,1 0 1,2 0-1,0 0 0,1 0 1,1 0-1,0 0 0,2 0 0,1-1 1,1 1-1,0-1 0,1 0 1,2 0-1,0-1 0,1 0 0,0 0 1,2-1-1,0 0 0,8 8-21,237 312 191,-249-326-191,0-1 0,-1 1 0,0 1 0,-1-1 0,0 1 0,-1 0 0,-1 0 0,0 0 0,-1 1 0,0-1 0,-1 1 0,0-1 0,-1 1 0,-1-1 0,0 1 0,-1-1 0,0 1 0,-1-1 0,-1 0 0,0 0 0,-1 0 0,0-1 0,-1 0 0,0 0 0,-4 5 0,0-5 0,-1-1 0,0-1 0,0 0 0,-1 0 0,0-1 0,-1-1 0,0 0 0,-1-1 0,1 0 0,-1-1 0,-1 0 0,1-1 0,-1-1 0,0-1 0,0 0 0,-11 1 0,18-3 0,-1 0 0,1-1 0,-1 0 0,1 0 0,-1-1 0,1 0 0,-1-1 0,1 1 0,0-2 0,-1 1 0,1-1 0,1 0 0,-1-1 0,0 0 0,1 0 0,0-1 0,0 0 0,0 0 0,0-1 0,1 1 0,0-1 0,0-1 0,1 1 0,-1-1 0,2 0 0,-1 0 0,1-1 0,0 1 0,0-1 0,0-3 0,1 3 0,0-1 0,1 0 0,0 0 0,1 0 0,-1 0 0,2-1 0,-1 1 0,2 0 0,-1 0 0,1 0 0,0-1 0,1 1 0,0 0 0,1 1 0,0-1 0,0 0 0,0 1 0,1-1 0,5-5 0,109-138 0,-117 151 0,112-111-645,4 5 0,5 6 0,81-50 645,-92 71-2514</inkml:trace>
  <inkml:trace contextRef="#ctx0" brushRef="#br0" timeOffset="390.075">2777 188 28382,'0'0'1798,"0"0"-1237,0 0-177,-11 26 207,-65 171 379,65-151-954,2 0 0,2 1 0,2-1 1,2 1-1,3 41-16,3-66 0,2 0 0,0 0 0,1-1 0,1 0 0,0 0 0,2-1 0,1 0 0,0-1 0,1 0 0,2 0 0,-1-1 0,2-1 0,1 0 0,0-1 0,1 0 0,0-2 0,1 0 0,1 0 0,0-2 0,1 0 0,0-1 0,1-1 0,0-1 0,1-1 0,19 5 0,3 9 0,-63-13 0,-164 27 0,77-21 0,-49-3 0,145-10-84,0-1 0,1 1 0,-1-2 0,0 0 1,1 0-1,-1 0 0,0-2 0,1 1 0,-1-1 0,1-1 0,-1 0 0,1 0 1,0-1-1,1-1 0,-1 1 0,1-2 0,-1 1 0,1-1 0,1-1 0,-7-5 84,-16-32-2947</inkml:trace>
  <inkml:trace contextRef="#ctx0" brushRef="#br0" timeOffset="639.138">3076 288 30310,'0'0'785,"0"0"-129,161-35-336,-87 20-168,37-8-152,-19 3-264,-14 1-2241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2:02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1 354 28142,'0'0'862,"0"0"-525,0 0-101,0 0 149,26-21 62,89-63-99,-107 78-318,0 1-1,0 0 1,0 1 0,1 0-1,-1 0 1,1 0-1,0 1 1,1 1 0,-1 0-1,0 0 1,8 0-30,2-1 42,10-2 9,0 1 0,0 2 0,0 1 0,0 1 0,0 1 0,1 1-1,3 3-50,-27-3 3,-1 0 0,0 0 0,1 0 0,-1 1 0,0-1 0,0 1 0,0 1 0,-1-1 0,1 1 1,-1 0-1,0 0 0,0 0 0,0 0 0,0 1 0,-1-1 0,0 1 0,0 0 0,0 0 0,-1 0 0,1 1 0,-1-1 0,0 1 0,-1-1 0,1 1 0,-1-1 0,-1 1 0,1 0 0,0 3-3,0 8 4,-1 0 1,0 1-1,-1-1 1,-1 0 0,-1 0-1,0 0 1,-1 0-1,-1-1 1,-1 3-5,-22 41 6,-2-1 0,-3-1 0,-2-2 0,-2-2 0,-3-1 0,-2-2 0,-30 26-6,123-106 88,-4-6-87,106-79-266,5 7 0,135-66 265,-203 128-1330,-14 7-1166</inkml:trace>
  <inkml:trace contextRef="#ctx0" brushRef="#br0" timeOffset="381.141">1692 671 29990,'0'0'586,"0"0"-235,0 0 2,3-21-13,17-126-85,-20 145-254,1-7 2,1 0 0,-1 0 0,0 0 0,-1 0 0,0-1 0,-1 1 0,0 0 1,0 0-1,-1 0 0,0 0 0,0 0 0,-1 0 0,0 1 0,-1-1 0,0 1 0,0 0 0,-1 0 0,0 0 0,-1 1 0,1 0 0,-1 0 0,-1 0 1,1 0-1,-1 1 0,0 0 0,-1 1 0,-1-2-3,3 5 0,1 0 0,0 0 1,-1 1-1,1-1 0,-1 1 1,1 0-1,-1 1 0,0-1 1,1 1-1,-1 0 0,0 1 0,1-1 1,-1 1-1,1 0 0,-1 1 1,1-1-1,-1 1 0,1 0 1,0 1-1,0-1 0,0 1 0,0 0 1,0 0-1,1 0 0,-1 1 1,1 0-1,0-1 0,0 2 1,0-1-1,1 0 0,-1 1 1,0 1-1,-7 10 3,1 0 0,0 1 0,1 1 0,1-1 0,1 1 0,0 1 0,1-1 0,-2 18-3,-1 139 21,9-172-21,0 0 0,1 1 1,0-1-1,0 0 0,0 0 1,0 0-1,1 1 0,-1-1 1,1 0-1,0-1 0,-1 1 1,1 0-1,1 0 0,-1-1 1,0 1-1,1-1 1,-1 0-1,1 0 0,0 0 1,-1 0-1,1 0 0,0-1 1,0 1-1,0-1 0,1 0 1,-1 0-1,0 0 0,0 0 1,1 0-1,-1-1 1,0 1-1,1-1 0,-1 0 1,0 0-1,1 0 0,0-1 0,121-29 50,214-175-1749,-273 155-928</inkml:trace>
  <inkml:trace contextRef="#ctx0" brushRef="#br0" timeOffset="659.391">2401 154 30406,'0'0'622,"0"0"-319,0 0-13,-10 24 83,-30 78-88,34-84-257,0-1-1,2 1 1,0 0-1,0 0 1,2 0 0,0 0-1,2 1 1,0-1-1,0 0 1,3 11-28,-2-24 0,-1 0 1,1 0-1,0-1 0,1 1 1,-1 0-1,1-1 0,0 1 1,0-1-1,1 1 0,-1-1 1,1 0-1,0 0 0,0 0 1,0 0-1,0-1 1,1 1-1,0-1 0,0 0 1,0 0-1,0 0 0,0 0 1,0-1-1,1 0 0,-1 0 1,1 0-1,-1 0 0,5 0 0,135 14-8,-106-20-181,1-2 1,-2-1-1,1-3 0,-1 0 0,0-3 0,-1-1 0,-1-1 1,27-17 188,-52 27-119,71-36-2786</inkml:trace>
  <inkml:trace contextRef="#ctx0" brushRef="#br0" timeOffset="944.699">2797 154 29662,'0'0'793,"0"0"-497,-80 129 48,43-63 104,0 7-144,2 8-192,8 4-112,1 18-264,10-22-912,9-21-3577</inkml:trace>
  <inkml:trace contextRef="#ctx0" brushRef="#br0" timeOffset="1601.521">3643 343 28022,'0'0'1350,"0"0"-1008,3-20-231,16-159 485,-18 167-567,0 8-17,1 0 1,-1-1-1,0 1 0,-1 0 1,1 0-1,-1 0 1,0 0-1,0-1 0,0 1 1,0 0-1,-1 0 0,1 0 1,-1-1-1,0 1 0,-1 0 1,1 0-1,-1 0 1,0 1-1,0-1 0,0 0 1,0 1-1,0-1 0,-1 1 1,0 0-1,0 0 1,1 0-1,-2 0 0,1 0 1,0 0-1,-1 1 0,1 0 1,-1 0-1,0 0 0,1 0 1,-1 0-1,0 1 1,0 0-1,-1-1-12,-3 2 28,0-1 0,0 1 1,-1 0-1,1 1 0,0-1 0,0 2 0,0-1 0,0 1 1,0 1-1,0-1 0,1 1 0,-1 0 0,1 1 1,0 0-1,0 0 0,0 1 0,0 0 0,1 0 0,0 0 1,0 1-1,0 0 0,1 0 0,-1 0 0,2 1 1,-1 0-1,1 0 0,0 0 0,0 0 0,1 1 1,0 0-1,0-1 0,1 1 0,0 0 0,0 0 0,1 0 1,0 0-1,1 8-28,-1-1 2,1-1 1,1 1-1,1-1 1,0 1-1,1-1 1,0 0-1,1 0 1,1 0-1,0-1 0,1 1 1,1-1-1,0 0 1,6 8-3,28 47 16,-22-42-14,-1 1 0,-1 0 1,-2 2-1,0-1 0,-2 2 0,-2 0 1,0 0-1,-2 1 0,-2 0 0,0 0 1,-2 1-1,-2 0 0,0 23-2,-4-49 1,1 1-1,-1-1 0,-1 0 1,1 1-1,-1-1 0,-1 0 1,1 0-1,-1 0 0,0-1 1,0 1-1,0-1 0,-1 1 1,0-1-1,0 0 0,0-1 1,-1 1-1,1-1 0,-1 0 1,0 0-1,-1 0 0,1-1 1,-1 1-1,1-1 0,-1-1 1,-1 1-1,-9 3 25,1-1 0,-1 0 0,-1-1 1,1-1-1,-1-1 0,1 0 1,-1-1-1,1-1 0,-5 0-25,15 0 13,0 0-1,-1-1 0,1 0 1,0 0-1,0 0 0,0 0 1,0-1-1,0 0 1,0-1-1,1 1 0,-1-1 1,1 0-1,-1 0 0,1-1 1,0 1-1,0-1 1,1-1-1,-1 1 0,1 0 1,0-1-1,0 0 0,1 0 1,-1 0-1,1-1 0,0 1 1,0-1-1,1 1 1,0-1-1,-2-6-12,2 0 0,1 1 1,0-1-1,1 0 1,0 0-1,1 0 1,0 0-1,1 0 1,0 1-1,1-1 1,0 1-1,1-1 1,0 1-1,1 0 1,0 1-1,1-1 1,0 1-1,4-5 0,140-156-140,-142 163 121,237-210-2187,-180 162-1730</inkml:trace>
  <inkml:trace contextRef="#ctx0" brushRef="#br0" timeOffset="72410.079">2581 1882 29086,'0'0'735,"0"0"-379,2 20-4,45 177 780,126 219-157,-170-408-971,-1-1 0,1 0 0,0 1-1,1-1 1,0 0 0,0-1-1,0 1 1,1-1 0,0 0 0,0 0-1,0 0 1,1-1 0,0 1 0,0-1-1,0-1 1,1 1 0,0-1 0,0 0-1,0-1 1,0 0 0,0 0-1,1 0 1,-1-1 0,1 0 0,0-1-1,-1 0 1,1 0 0,0 0 0,0-1-1,0 0 1,0-1 0,0 0 0,-1 0-1,1 0 1,2-2-4,130-75 0,63-79 0,224-226 15,141-185-15,-137 132-574,-331 338-1099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1:00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1963 95 30142,'0'0'817,"0"0"-521,0 0-208,-9 135 368,9-21 120,0 44-208,0 20-344,0 9-24,0-9 0,2-18 0,17-9 0,4-16 0,5-27 0,-8-36-584,-4-30-1665</inkml:trace>
  <inkml:trace contextRef="#ctx0" brushRef="#br0" timeOffset="1916.079">5725 0 30503,'0'0'736,"23"116"-336,0 11 80,10 61 80,1 32-472,-2 8-88,-2-10 0,-11-25 0,-5-15 0,-14-31 0,0-47-984,-5-38-3777</inkml:trace>
  <inkml:trace contextRef="#ctx0" brushRef="#br0" timeOffset="941.304">3774 197 29342,'0'0'1016,"0"0"-535,0 0-353,0 0 152,5 185 136,6-49-64,3 49-104,-2 18-72,-1-4-88,-4-18-40,-2-38-16,1-33-32,-1-32 0,2-32-72,2-19-200,3-15-296,-3-5-777,-2-7-2879</inkml:trace>
  <inkml:trace contextRef="#ctx0" brushRef="#br0" timeOffset="1602.14">4184 892 25613,'0'0'4333,"0"0"-3336,0 0-1029,22-19 9,74-57 22,-87 68-7,1 0 0,0 1 0,0 1 0,1 0 1,0 0-1,0 1 0,0 0 0,1 1 1,-1 0-1,1 1 0,0 0 0,0 1 0,0 1 1,1 0-1,-1 0 0,0 1 0,0 1 1,2 0 7,-10 0-1,1 0 1,-1 0 0,0 0 0,-1 1 0,1 0 0,0 0 0,0 0 0,-1 0 0,1 0-1,-1 1 1,0 0 0,0 0 0,0-1 0,0 2 0,0-1 0,0 0 0,-1 1 0,0-1-1,0 1 1,0-1 0,0 1 0,0 0 0,-1 0 0,1 0 0,-1 0 0,0 1 0,21 114 101,-21-113-93,4 64 70,23 110 232,-28-179-308,0 0-1,0 0 1,0 0-1,0 1 1,1-1-1,-1 0 1,0 0-1,1 0 1,-1 0-1,1 0 1,-1 0-1,1 0 1,-1 0-1,1 0 1,0 0-1,0 0 1,-1-1-1,1 1 1,0 0-1,0 0 1,0-1-1,0 1 1,0 0-1,0-1 1,0 1-1,0-1 1,0 1-1,0-1 1,0 0-1,0 1 1,0-1-1,0 0 1,1 0-1,-1 0 1,0 0-1,0 0 1,0 0-1,0 0 1,0 0-1,1 0 1,-1-1-1,0 1 1,0 0-1,0-1 1,0 1-1,0-1 1,0 1-1,0-1 1,0 1-1,0-1 1,0 0-1,0 1 1,0-2-2,40-50 30,108-222-29,59-91-10,-208 364 9,0 0 1,0 0 0,0 0 0,0 0 0,0 0 0,0 0-1,0 0 1,0 0 0,0 0 0,1 0 0,-1 0-1,0 0 1,1 0 0,-1 0 0,1 0 0,-1 0-1,1 0 1,-1 1 0,1-1 0,-1 0 0,1 0-1,0 1 1,-1-1 0,1 0 0,0 1 0,0-1-1,0 0 1,0 1 0,-1-1 0,1 1 0,0 0-1,0-1 1,0 1 0,0 0 0,0-1 0,0 1-1,0 0 1,0 0 0,0 0 0,0 0 0,0 0-1,0 0 1,0 0 0,0 0 0,0 1 0,0-1 0,0 0-1,0 0 1,0 1 0,0-1 0,0 1 0,0-1-1,-1 1 1,1-1 0,0 1 0,0 0 0,0-1-1,-1 1 1,1 0 0,0-1 0,-1 1 0,1 0-1,0 0 0,9 384 791,36 43-554,-16-177-147,-3 203-90,-27-446 4,0-1 0,-1 0 1,0 0-1,0 0 0,0 0 0,-1 0 1,0 0-1,-1 0 0,1-1 0,-1 1 1,-1-1-1,1 1 0,-1-1 1,0 0-1,0-1 0,-1 1 0,0-1 1,0 0-1,0 0 0,0 0 0,-1-1 1,0 0-1,0 0 0,0 0 0,0-1 1,-1 0-1,1 0 0,-1 0 0,0-1 1,0 0-1,0 0 0,0-1 0,0 0 1,0 0-1,0-1 0,0 0 0,-2 0-4,7 0 1,-17 1-16,-1 0 0,1-1-1,0-1 1,0-1 0,0-1 0,0-1 0,0 0-1,0-1 1,1-1 0,0-1 0,-2-2 15,7 1-11,1-1 1,0 0 0,0-1 0,1 0 0,0-1-1,1-1 1,0 1 0,1-1 0,1-1-1,-1 0 1,2 0 0,0-1 0,1 0 0,0 0-1,1 0 1,0-1 0,1 0 0,1 1 0,1-2-1,0 1 1,1 0 0,0 0 0,1 0 0,1-1-1,0 1 1,2 0 0,-1 0 0,2 0-1,0 1 1,0-1 0,2 1 0,1-3 10,24-37-67,3 1 0,2 2-1,2 1 1,2 2 0,43-39 67,-33 33-379,27-31-1217,-10 7-1742</inkml:trace>
  <inkml:trace contextRef="#ctx0" brushRef="#br0" timeOffset="390.902">2654 738 30390,'0'0'1073,"0"0"-649,0 0-336,0 0-32,0 0 216,0 0-104,150 125-72,-95-78-72,-2 1-16,0-4-8,-4-9-112,-5-10-312,2-25-264,-9 0-993,-12-15-3568</inkml:trace>
  <inkml:trace contextRef="#ctx0" brushRef="#br0" timeOffset="656.769">3141 566 29414,'0'0'912,"0"0"-207,0 0-377,-136 133-88,90-61 8,-1 11-120,13 2-112,9-4-16,13-2-376,12-23-440,0-21-1905</inkml:trace>
  <inkml:trace contextRef="#ctx0" brushRef="#br0" timeOffset="-919.707">51 259 24533,'0'0'1559,"0"0"-492,0 0 756,-2-19-861,-7-60-306,9 79-630,0-1 0,0 0 1,1 0-1,-1 0 0,0 0 0,0 1 0,0-1 1,0 0-1,0 0 0,0 0 0,0 0 1,0 0-1,0 1 0,-1-1 0,1 0 1,0 0-1,-1 0 0,1 1 0,0-1 0,-1 0 1,1 0-1,-1 1 0,1-1 0,-1 0 1,1 1-1,-1-1 0,0 0 0,1 1 0,-1-1 1,0 1-1,1-1 0,-1 1 0,0 0 1,0-1-1,1 1 0,-1 0 0,0-1 1,0 1-1,0 0 0,0 0 0,1 0 0,-1-1 1,0 1-1,0 0 0,0 0 0,0 1 1,0-1-1,1 0 0,-1 0 0,0 0 0,0 0 1,0 1-1,0-1 0,1 0 0,-1 1 1,0-1-1,0 1 0,1-1 0,-1 1 1,0 0-27,-5 94 254,5 574 85,20-418-339,12 0 0,22 55 0,10 71 0,-58-359-40,0-25-379,2-34-982,-4-9-964</inkml:trace>
  <inkml:trace contextRef="#ctx0" brushRef="#br0" timeOffset="-513.346">549 790 29078,'0'0'787,"0"0"-384,0 0-227,0 0 101,0 0 113,0 0-89,24 0-116,82 4-93,-94-4-81,-1 0-1,0 1 1,1 1-1,-1 0 0,0 0 1,0 1-1,0 0 0,0 1 1,-1 1-1,0-1 0,0 2 1,0-1-1,0 2 0,-1-1 1,0 1-1,0 0 0,1 3-10,-5-5 5,-1 0-1,0 1 0,0 0 0,0 0 1,-1 0-1,1 0 0,-1 0 0,-1 1 1,0-1-1,1 1 0,-2-1 0,1 1 0,-1 0 1,0 0-1,-1 0 0,1 0 0,-2 0 1,1 0-1,-1 0 0,1 0 0,-2 0 0,1-1 1,-1 1-1,-3 6-4,-82 144 105,42-100-97,-3-2 0,-2-2 0,-3-2 0,-5 1-8,-25 0-360,72-118-3469,13 4-5906</inkml:trace>
  <inkml:trace contextRef="#ctx0" brushRef="#br0" timeOffset="-263.714">1198 649 26550,'0'0'2056,"0"0"-1157,0 0-194,-14 21-22,-97 135 215,92-130-781,1-7-84,1 0 0,1 1 0,1 1 0,1 1 0,0 0 0,2 0 0,1 1 0,0 1 0,2 0 0,1 0 0,1 1 0,1 0 0,1 0 0,1 0 0,1 1 0,1 3-33,3-23 0,1 0-1,-1 0 1,1 0 0,0 0-1,0 0 1,0-1-1,1 1 1,0-1-1,0 0 1,0 0 0,1 0-1,0 0 1,0 0-1,0-1 1,0 0 0,1 0-1,0 0 1,-1 0-1,2-1 1,-1 0-1,0 0 1,1 0 0,-1 0-1,1-1 1,0 0-1,4 1 1,161 15-241,-144-20 104,-1-1 0,0-2 0,0 0 0,0-2 0,-1-1 0,0-1 0,0-1-1,-1-1 1,12-8 137,-8 6-329,60-31-1422</inkml:trace>
  <inkml:trace contextRef="#ctx0" brushRef="#br0" timeOffset="3450.572">6481 1111 26614,'0'0'0,"0"0"-18780,0 0 18780,0 0 2448,0 0-2448</inkml:trace>
  <inkml:trace contextRef="#ctx0" brushRef="#br0" timeOffset="3892.154">6343 798 28078,'0'0'1707,"0"0"-980,0 0-348,0 0 23,27-6 20,175-40 101,84-26-242,-278 115-33,8 408-248,-8-324-1338,-7-89-997</inkml:trace>
  <inkml:trace contextRef="#ctx0" brushRef="#br0" timeOffset="4139.899">6387 1609 30975,'0'0'784,"0"0"-576,0 0-160,0 0 232,0 0-16,177-37-136,-87 6-80,30-11-48,29-6-104,-22 7-560,-23 4-1537</inkml:trace>
  <inkml:trace contextRef="#ctx0" brushRef="#br0" timeOffset="4340.982">7753 910 5529,'0'0'25910,"0"0"-25270,0 0-480,0 0-136,0 0 8,0 0-32,0 0-96,76 106-616,-76-75-2033</inkml:trace>
  <inkml:trace contextRef="#ctx0" brushRef="#br0" timeOffset="4609.146">7460 1373 30855,'0'0'536,"0"0"-339,22-6-154,151-51-13,-154 49-30,8-5-3,1 2-1,0 0 1,1 2-1,0 1 1,0 1-1,1 2 1,0 1-1,13 0 4,-41 6 0,0-1 0,-1 1 0,1 0 0,-1 0 0,1 0 0,-1 0 0,0 0 0,0 0 0,0 1 0,0-1 0,0 0 0,0 0 0,-1 1 0,1-1 0,-1 1 0,1-1 0,-1 0 0,0 1 0,0-1 0,0 1 0,-1-1 0,1 1 0,0-1-1,-1 0 1,0 1 0,1-1 0,-1 0 0,0 1 0,0-1 0,0 0 0,-1 0 0,1 0 0,0 0 0,-2 1 0,-93 122 7,-369 399-5,405-452 13,-86 109 4,144-178-24,-5 2-17,1 1 0,0 0-1,0 0 1,0 1 0,1 0 0,0 0 0,1 0 0,0 0 0,0 1-1,0 0 1,1-1 0,0 2 0,0-1 0,1 0 0,0 0 0,1 1-1,-1 7 23,4-8-4426,10-6-11223</inkml:trace>
  <inkml:trace contextRef="#ctx0" brushRef="#br0" timeOffset="4855.17">7790 1688 29206,'0'0'1345,"0"0"-801,-10 145-128,-4-66 56,1 8-16,-1 0-192,2-4-200,3-6-64,4-11 0,5-10 0,0-11 0,0-9 0,12-13-96,2-11-272,11-16-144,-2-21-200,-4-14-1377</inkml:trace>
  <inkml:trace contextRef="#ctx0" brushRef="#br0" timeOffset="5118.68">8227 1584 29230,'0'0'751,"0"0"-224,0 0-134,0 0 39,0 0-98,0 0-121,-21 15-87,-2 0-99,9-7-12,1 1 0,0 1 0,0 0-1,1 0 1,0 1 0,1 1 0,0 0 0,1 0 0,0 1-15,2-3 35,1 0 0,0 0 1,0 0-1,1 1 0,0 0 1,1 0-1,0 1 0,1-1 1,0 1-1,1 0 0,0 0 0,1 0 1,0 1-1,1-1 0,0 0 1,1 1-1,2 8-35,1-15-8,1 1-1,0-1 1,0 0 0,0 0-1,1 0 1,0 0 0,0-1-1,1 0 1,0 0 0,-1-1-1,2 1 1,-1-1 0,0 0-1,1-1 1,0 0 0,0 0 0,0 0-1,0-1 1,0 0 0,0 0-1,1-1 1,-1 0 0,0 0-1,1-1 1,0 0 8,-2 0-147,1 0 0,0 0 1,0-1-1,-1 0 0,1 0 0,0-1 0,-1 0 1,1 0-1,-1 0 0,0-1 0,0 0 0,0 0 1,5-4 146,27-26-2613</inkml:trace>
  <inkml:trace contextRef="#ctx0" brushRef="#br0" timeOffset="5368.536">8492 1254 30455,'0'0'693,"0"22"-345,2 195 443,88 397-311,25 302-480,-107-890 1,-1-58-170,-5-160-1889,-2 83-573</inkml:trace>
  <inkml:trace contextRef="#ctx0" brushRef="#br0" timeOffset="5620.001">8773 1756 30975,'0'0'1112,"0"0"-920,0 0-64,173 98 88,-109-57-104,19 3-112,-18-9-344,-14-18-1657</inkml:trace>
  <inkml:trace contextRef="#ctx0" brushRef="#br0" timeOffset="-187660.189">72 2928 25814,'0'0'4770,"0"0"-3043,3 0-1324,120-41-350,24-14-53,2 6 0,2 7 0,1 6 0,58-1 0,631-52 0,-380 66 0,90 23 0,-331 15 0,0 9 0,-2 10 0,83 29 0,-239-50 0,1-2 0,-1-2 0,2-4 0,1-2 0,3-3 0,0-3 0,0-2 0,50-12 0,268-4 0,137-12 0,275 23 0,-726 20 0,-100-51 0,21 36-30,0 1 1,-1-1-1,1 1 1,-1 1-1,0 0 1,0 0-1,0 0 0,0 1 1,0 0-1,0 1 1,-1 0-1,1 0 0,0 1 1,-1 0-1,1 0 1,-1 1-1,1 0 1,0 1-1,0-1 0,0 2 1,0-1-1,-5 3 30,-50 12-3254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3:5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67 27998,'0'0'792,"0"0"-272,0 0 88,-125-66-55,91 66-105,-3 33-168,-7 41-80,-4 47-16,-1 49 64,10 27-64,18 8-96,21-8-56,14-21-32,46-10-120,23-31-368,-9-42-865,-7-39-1751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3:5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91 415 25926,'0'0'1555,"0"0"-534,0 0-305,0 0-253,0 0-110,0 0-43,-7-1-77,-39-6 678,46 7-878,-4 0 1186,562-27-1192,-357 32-27,-198-4 0,0 0 0,0 1 0,0-1 0,0 0 0,0 1 0,0 0 0,0 0 0,-1 0 0,1 0 0,-1 0 0,1 0 0,-1 1 0,0-1 0,0 1 0,0-1 0,0 1 0,0 0 0,-1 0 0,1 0 0,-1 0 0,0 0 0,0 0 0,0 0 0,0 1 0,0-1 0,-1 0 0,1 0 0,-1 1 0,0-1 0,0 0 0,-1 4 0,-31 109 0,-144 138-5,167-243 3,-426 475-145,331-378 136,96-99 4,0-3-4,1 1 1,0 0-1,0 0 0,1 1 1,0 0-1,0 0 0,1 0 1,0 0-1,0 1 0,1 0 1,0 0-1,1 0 0,0 1 1,0-1-1,1 1 0,0 1 11,2-10-13,0 1 0,0 0 1,1-1-1,-1 1 0,1-1 0,-1 1 0,1-1 0,0 0 0,-1 1 0,1-1 0,0 1 0,0-1 1,0 0-1,0 0 0,0 0 0,0 0 0,0 1 0,1-1 0,-1-1 0,0 1 0,1 0 0,-1 0 1,0 0-1,1-1 0,-1 1 0,1-1 0,-1 1 0,1-1 0,-1 1 0,1-1 0,-1 0 0,1 0 1,0 0-1,-1 0 0,1 0 0,-1 0 0,1 0 0,-1-1 0,1 1 0,0-1 0,0 0 13,0 2-7,60-3-95,-1-2 1,0-2-1,0-4 0,-1-2 0,38-13 102,28-4-72,-94 22 62,0-1 8,1 2 0,-1 1 0,2 1 1,-1 2-1,24 2 2,-52 0 2,-1 1 0,1-1 1,0 1-1,-1 1 0,1-1 0,-1 1 1,1-1-1,-1 1 0,0 0 0,0 1 1,0-1-1,0 1 0,0 0 0,0 0 1,-1 0-1,1 0 0,-1 1 0,0-1 0,0 1 1,0 0-1,-1 0 0,1 0 0,-1 0 1,0 1-1,0-1 0,-1 0 0,1 1 1,-1-1-1,0 1 0,0 0 0,0 0-2,1 10 18,0 0 1,-1 1-1,-1-1 0,0 0 0,-1 1 1,-1-1-1,0 0 0,-1 0 0,-2 6-18,-12 23 28,-2-1-1,-2-1 1,-2-1-1,-1-1 1,-2-1-1,-2-1 1,-2-1-1,-17 15-27,19-16 1,-2-1 0,-1-1-1,-2-1 1,-1-3-1,-1 0 1,-2-2 0,-1-2-1,-1-2 1,-36 18-1,-40-25-416,112-18 357,-1-1 1,0 1 0,0-1-1,0 1 1,1-1 0,-1 0-1,1-1 1,0 1 0,0-1-1,-1 1 1,2-1 0,-1 0-1,0 0 1,0 0 0,1 0-1,0-1 1,0 1 0,0-1-1,0 1 1,0-1-1,1 0 1,-1 0 0,1 0-1,0 0 1,0 0 0,1 0-1,-1-3 59,-4-9-293,-18-74-2773,8-5-4758</inkml:trace>
  <inkml:trace contextRef="#ctx0" brushRef="#br0" timeOffset="277.01">84 759 24997,'0'0'1529,"0"0"-681,0 0-504,0 0 320,30 181 136,-30-11-264,-17 33-248,-8 8-136,-3-10-64,8-22-24,11-9-32,9-15-32,9-14-104,18-41-520,1-26-1352</inkml:trace>
  <inkml:trace contextRef="#ctx0" brushRef="#br0" timeOffset="3007.425">6325 643 29022,'0'0'744,"0"0"-640,0 0-40,179-77-16,-98 46 56,2-4-104,4 0-40,19-9-448,-25 9-616,-21 8-2777</inkml:trace>
  <inkml:trace contextRef="#ctx0" brushRef="#br0" timeOffset="3411.504">6778 664 15347,'0'0'10206,"-11"23"-7696,-182 378-816,90-168-1551,134-229 142,130-107-15,-121 71-258,-28 22-2,1-1 1,-1 2 0,2 0-1,-1 0 1,1 1 0,0 1-1,1 0 1,0 1 0,4-1-11,-17 8 0,0 0 1,1-1 0,-1 1-1,0 0 1,0 0 0,0 0-1,0 1 1,0-1 0,0 1-1,0-1 1,0 1 0,0-1-1,-1 1 1,1 0 0,-1 0-1,1 0 1,-1 0 0,0 0-1,1 0 1,-1 0 0,0 0-1,-1 1 1,1-1 0,0 0-1,-1 1 1,1-1 0,-1 0-1,0 1 1,1-1 0,-1 1-1,0-1 1,-1 1 0,1-1-1,0 0 1,-1 1 0,1-1-1,-1 0 1,0 1 0,0-1-1,0 0 1,0 0 0,-1 2-1,1 6 8,-9 57 37,-3 0 1,-3-1 0,-3-1 0,-6 8-46,4-5 14,-7 15-1,-42 184 33,71-266-47,-1-1 1,0 1 0,0 0-1,1 0 1,-1-1-1,0 1 1,1 0 0,-1-1-1,1 1 1,-1 0 0,1-1-1,-1 1 1,1 0 0,-1-1-1,1 1 1,-1-1 0,1 0-1,0 1 1,-1-1-1,1 1 1,0-1 0,0 0-1,-1 1 1,1-1 0,0 0-1,0 0 1,-1 0 0,1 0-1,0 1 1,0-1 0,-1 0-1,1 0 1,0-1-1,0 1 1,0 0 0,-1 0-1,1 0 1,0 0 0,0-1-1,-1 1 1,1 0 0,0-1-1,-1 1 1,1 0 0,0-1-1,-1 1 1,1-1-1,0 1 1,-1-1 0,1 1-1,-1-1 1,1 0 0,-1 1-1,1-1 1,-1 0 0,0 1-1,1-1 1,-1 0-1,0 0 1,0 1 0,1-1-1,-1 0 1,0 0 0,0 1-1,0-1 1,0 0 0,0 0 0,36-36-117,-2 0 1,-2-3-1,-1-1 1,21-39 116,12-12-159,40-40 15,-103 132 144,-1-1-1,1 1 1,-1 0-1,1-1 0,0 1 1,-1 0-1,1 0 1,-1-1-1,1 1 0,-1 0 1,1 0-1,0 0 1,-1 0-1,1 0 0,0 0 1,-1 0-1,1 0 1,-1 0-1,1 0 0,0 0 1,-1 0-1,1 0 1,0 0-1,-1 1 0,1-1 1,-1 0-1,1 0 1,-1 1-1,1-1 0,-1 0 1,1 1-1,-1-1 1,1 1-1,-1-1 0,1 1 1,-1-1-1,1 1 1,-1-1-1,0 1 0,1-1 1,-1 1-1,0-1 1,0 1-1,1-1 0,-1 1 1,0 0-1,0-1 1,0 1-1,0 0 0,0-1 1,0 1-1,0-1 1,0 1-1,0 0 0,0-1 1,0 1-1,0 0 1,0-1-1,0 1 0,-1-1 1,1 1-1,0-1 1,0 1-1,-1 0 1,-2 52 18,2-51-18,-7 46-213,-3 68 635,12-112-557,-1 0 0,1-1 0,0 1 0,0-1 0,1 1 1,-1-1-1,1 1 0,0-1 0,0 0 0,0 1 0,0-1 0,0 0 0,1-1 0,-1 1 0,1 0 0,0-1 1,0 1-1,0-1 0,0 0 0,0 0 0,0 0 0,1-1 0,-1 1 0,1-1 0,-1 1 0,1-1 1,0 0-1,3 0 135,49 5-6398</inkml:trace>
  <inkml:trace contextRef="#ctx0" brushRef="#br0" timeOffset="4119.425">7509 558 28078,'0'0'708,"0"0"-474,0 0-129,0 0 163,0 0 200,0 0-115,-10-2 2200,9-2-2553,0 1 0,0-1 0,1 0 0,-1 1 0,1-1 0,0 0 0,0 0 0,0 0 0,0 1 0,1-1 0,-1 0 0,1 0 0,0 1 0,0-1 0,1 0 0,-1 1 0,1-1 0,0 1 0,-1 0 0,2 0 0,-1-1 0,0 1 0,0 0 0,1 1 0,0-1 0,0 0 0,-1 1 0,1 0 0,1-1 0,-1 1 0,0 0 0,0 1 0,1-1 0,-1 1 0,1-1 0,0 1 0,-1 0 0,1 0 0,7 1 0,0 0 0,0 0 0,0 1 0,0 0 0,0 1 0,0 1 0,0-1 0,-1 2 0,1-1 0,-1 1 0,0 1 0,0 0 0,0 0 0,-1 1 0,0 1 0,0-1 0,0 1 0,-1 1 0,1 0 0,24 27 0,-1 0 0,-2 2 0,-2 1 0,-1 2 0,-2 0 0,-2 2 0,-1 0 0,-3 2 0,-1 0 0,-2 1 0,-2 1 0,-3 0 0,3 17-1,-4 0 0,-2 0 0,-3 1 0,-3 0 0,-2 0 0,-4 0 0,-2 0 0,-3-1 0,-2 0 0,-4-1-1,-2 0 1,-2-1 0,-4-2 0,-2 1 1,-128 270-2307,84-207-3613</inkml:trace>
  <inkml:trace contextRef="#ctx0" brushRef="#br0" timeOffset="543.73">1904 1802 26734,'0'0'3068,"0"0"-2197,-10-24-571,-36-78-16,39 89-233,-1 0-1,0 1 0,-1 0 1,0 1-1,0 0 0,-1 0 1,-1 1-1,0 0 0,0 1 1,-5-2-51,-6-7 30,-109-57 21,126 73-56,0 1 1,0 0-1,0 0 1,0 0 0,-1 1-1,1 0 1,0 0-1,0 0 1,0 0-1,0 1 1,0 0-1,0 0 1,0 0-1,0 1 1,0 0-1,0 0 1,0 0-1,1 0 1,-1 1-1,1 0 1,0 0-1,0 0 1,0 0-1,0 1 1,0-1-1,1 1 1,0 0-1,-1 2 5,-15 22-4,2 2 0,1 0 0,1 1 0,1 1 0,2 0-1,2 1 1,1 0 0,1 0 0,2 1 0,1 0 0,1 17 4,1-40-3,1 0 1,0 0-1,1 0 0,1 0 1,0 0-1,0 1 1,1-1-1,0 0 1,1 0-1,1 0 0,-1 0 1,2-1-1,-1 1 1,2-1-1,-1 0 1,1 0-1,1 0 0,0-1 1,0 1-1,1-1 1,0-1-1,0 0 1,1 0-1,0 0 0,1-1 1,0 0-1,0 0 1,0-1-1,10 4 3,-2-7-81,0-1 0,0-1 0,1 0 0,-1-2 0,0 0 0,0-1 0,0 0 0,0-1 0,-1-1 0,1-1 0,-1-1 0,0 0 0,0-1 0,-1 0 0,0-1 0,0-1 0,-1-1-1,0 0 1,-1 0 0,0-1 0,5-7 81,87-66-2031,-15-1-2651</inkml:trace>
  <inkml:trace contextRef="#ctx0" brushRef="#br0" timeOffset="814.925">2005 1443 27182,'0'0'2824,"0"0"-2440,0 0-255,0 0-41,0 0 136,0 0 32,217 65-88,-65-65-88,-7-15-56,-21-6-24,-36 1-40,11-18-368,-16 5-545,-10 0-2207</inkml:trace>
  <inkml:trace contextRef="#ctx0" brushRef="#br0" timeOffset="1253.918">2777 1392 28502,'0'0'874,"0"0"-478,-24-1-259,7 0-119,4-1 2,-1 1-1,1 1 1,-1 0-1,0 1 1,1 1-1,0 0 1,-1 1-1,1 0 1,0 1-1,0 0 1,1 1-1,-1 1-19,-17 9 81,1 2-1,1 1 1,1 1-1,0 1 0,2 2 1,0 0-1,2 2 1,0 1-1,2 0 1,1 2-1,1 0 1,1 1-1,1 1 1,2 0-1,1 2 1,1 0-1,2 0 0,1 1 1,1 0-1,2 0 1,1 1-1,2 0 1,1 0-1,2 31-80,1-56 5,1 0 0,1 1-1,-1-1 1,2 0 0,-1 1 0,1-1 0,0-1-1,1 1 1,-1 0 0,2-1 0,-1 0-1,1 0 1,0 0 0,0 0 0,1-1 0,0 0-1,0 0 1,1-1 0,-1 1 0,1-1-1,0-1 1,1 1 0,-1-2 0,1 1-1,0-1 1,0 0 0,0 0 0,0-1 0,0 0-1,1 0 1,-1-1 0,0 0 0,6-1-5,4 1 5,0-2 0,1 0 0,-1-1 0,0-1 0,0 0 1,0-2-1,0 0 0,-1-1 0,0-1 0,0 0 1,-1-1-1,0-1 0,0-1 0,-1 0 0,9-8-5,17-15 14,-1-2 1,-2-2-1,-1-1 0,21-30-14,-37 46 4,-1-1 0,-1 0 0,-2-2 0,0 0 0,-1-1 0,-1 0 0,-2-1 0,-1-1 0,-1 0 0,-1-1 0,-1 0 0,-2 0 0,1-16-4,-6 35 1,0 1 0,-1 0 0,0-1 0,-1 1 0,0-1 0,0 1 0,-1 0 0,0-1 0,-1 1-1,0 0 1,0-1 0,-1 1 0,0 1 0,-1-1 0,0 0 0,0 1 0,-1 0 0,0 0 0,-1 0 0,1 0 0,-1 1 0,-1 0-1,0 1 1,0-1 0,0 1 0,0 0 0,-1 1 0,0 0 0,-6-3-1,-2 3-26,-1-1-1,0 2 1,0 0-1,-1 2 1,1 0 0,0 0-1,-1 2 1,1 0-1,-1 1 1,1 0 0,-1 2-1,1 0 1,0 1-1,0 1 1,0 0 0,1 2-1,0-1 1,0 2-1,1 0 1,-1 1 0,2 1-1,-1 0 1,2 1-1,-2 1 27,-51 105-3174,62-79-4509</inkml:trace>
  <inkml:trace contextRef="#ctx0" brushRef="#br0" timeOffset="1645.441">3166 1429 29262,'0'0'896,"0"0"-640,0 0 49,122 12 239,14-34-8,41-24-168,12-8-184,-30 6-120,-48 13-48,-44 14-16,-12 1-192,19-13-280,-10 3-736,-13 1-1337</inkml:trace>
  <inkml:trace contextRef="#ctx0" brushRef="#br0" timeOffset="1911.23">3979 741 28006,'0'0'882,"-6"31"-537,-101 509 318,-60 316-8,157-743-667,10-110 3,1 9-97,16-28-253,94-159-1603,-51 71-936</inkml:trace>
  <inkml:trace contextRef="#ctx0" brushRef="#br0" timeOffset="2256.092">4498 1079 9602,'0'0'15163,"1"23"-11266,-2 229-2195,-96 319-82,92-389-1361,5-180-259,1-1 1,0 1-1,0-1 0,-1 1 0,1-1 1,0 1-1,0-1 0,0 0 1,1 0-1,-1 1 0,0-1 1,0 0-1,1 0 0,-1 0 1,0 0-1,1 0 0,-1-1 1,1 1-1,-1 0 0,1-1 0,0 1 1,-1-1-1,1 0 0,-1 1 1,1-1-1,0 0 0,-1 0 1,1 0-1,0 0 0,-1 0 1,1 0-1,0-1 0,-1 1 1,1 0-1,0-1 0,-1 1 0,1-1 1,-1 0-1,1 0 0,-1 1 1,1-1-1,-1 0 0,0 0 1,0 0-1,1 0 0,-1-1 1,1 0-1,91-124 73,191-441-583,-281 560 503,0 0-1,1 0 1,0 1-1,0-1 1,0 1-1,1 0 1,0 0-1,0 1 1,0-1-1,1 1 1,0 0-1,0 1 1,0-1-1,1 1 1,-1 0-1,1 1 1,0 0-1,0 0 1,5-1 7,-8 5 4,0 0 1,0 0-1,0 1 0,-1 0 1,1 0-1,-1 0 0,1 0 1,-1 1-1,0-1 0,0 1 1,0 0-1,0 0 1,0 0-1,0 0 0,-1 0 1,0 0-1,1 1 0,-1 0 1,-1-1-1,1 1 1,0 0-1,-1 0 0,0 0 1,0 0-1,0 0 0,0 0 1,-1 0-1,0 0 1,0 1-5,5 9 27,18 77 268,-5 1-1,8 86-294,-4-16 154,-22-154-228,0 0 1,0 0-1,0 0 0,1 0 0,1 0 0,-1 0 0,2 0 1,-1 0-1,1 0 0,0-1 0,0 1 0,1-1 0,0 0 1,0 0-1,1 0 0,0-1 0,0 1 0,0-1 0,1 0 1,0-1-1,0 0 0,1 0 0,-1 0 0,1 0 0,0-1 1,0 0-1,1-1 0,-1 0 0,1 0 0,3 1 74,26-3-3419</inkml:trace>
  <inkml:trace contextRef="#ctx0" brushRef="#br0" timeOffset="2755.252">5716 826 26318,'0'0'2876,"0"0"-2016,0 0-685,0 0-34,0 0 81,17 19 1,-5-7-193,-5-5-23,0-1 0,-1 1 0,0 0 0,0 1 0,-1-1 0,0 1-1,-1 0 1,1 0 0,-1 1 0,-1-1 0,0 1 0,0 0 0,0 0 0,-1 0 0,-1 0 0,0 1 0,1 7-7,-6 20-73,-1 0-1,-2-1 1,-2 0 0,-1-1 0,-1 0 0,-2 0 0,-2-1 0,-1-1 0,-1 0 0,-2-2 0,-2 0 0,0-1 0,-2-1 0,-2 0 73,-67 61-262,105-97 244,0 1 0,0 0 0,1 1 1,0 0-1,0 1 0,0 1 0,0 0 0,1 1 0,-1 0 0,1 1 0,0 1 0,-1 1 0,1 0 18,-8-1 0,0 1-1,0 0 1,0 1 0,0 0-1,-1 0 1,1 0 0,0 1 0,-1 0-1,0 0 1,1 0 0,-1 1-1,-1 0 1,1 1 0,0-1 0,-1 1-1,0 0 1,0 0 0,-1 1-1,1-1 1,-1 1 0,0 0-1,-1 0 1,1 0 0,-1 1 0,-1-1-1,1 1 1,-1 0 0,0 0-1,1 6 1,4 23 147,-1 1-1,-2-1 1,-1 1-1,-2 0 1,-2 10-147,1-21 252,20-41-213,6-23-522,6-12-1120</inkml:trace>
  <inkml:trace contextRef="#ctx0" brushRef="#br0" timeOffset="5290.416">4661 463 20236,'0'0'7122,"0"0"-6578,0 0-384,0 0 232,-23 151 264,0-22-16,-11 45-112,-3 17-159,0-7-105,5-20-120,11-17-64,9 4-32,12 9-48,0-38-64,0-24-1321</inkml:trace>
  <inkml:trace contextRef="#ctx0" brushRef="#br0" timeOffset="5950.658">6741 0 20708,'0'0'9018,"0"0"-8338,0 0-495,0 0-153,0 0 40,-11 137 88,-10 0-88,-9 43-72,3-20-729,1-29-10737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6:48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29038,'0'0'808,"0"0"-376,0 0-312,0 0-55,0 0 55,0 0-48,142 2-72,-107 29-273,-12 2-1231,-18 0-4865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6:48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29358,'0'0'872,"0"0"-439,0 0-305,0 0-128,0 0-144,0 0-1241,0 0-13666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6:49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1306 1 28718,'0'0'784,"0"0"-424,0 0 72,0 0-87,127 105-25,-85-69-136,-6-1-104,-6 4-64,-16 7-16,-39 33-384,-26-13-1361,-16-2-13578</inkml:trace>
  <inkml:trace contextRef="#ctx0" brushRef="#br0" timeOffset="277.562">198 1162 24933,'0'0'4109,"0"0"-3034,36-7-886,338-85 376,366-159 16,-704 238-567,110-22 21,-145 35-35,-1 0-1,1-1 1,0 1-1,0 1 0,-1-1 1,1 0-1,0 0 1,0 0-1,-1 0 1,1 0-1,0 1 0,0-1 1,-1 0-1,1 1 1,0-1-1,-1 0 1,1 1-1,0-1 0,-1 1 1,1-1-1,-1 1 1,1-1-1,-1 1 0,1 0 1,-1-1-1,1 1 1,-1 0-1,0-1 1,1 1-1,-1 0 0,0-1 1,0 1-1,1 0 1,-1 0-1,0-1 0,0 1 1,0 0-1,0 0 1,0 0-1,0-1 1,0 1-1,0 0 0,0 0 1,0-1-1,-1 1 1,1 0-1,0 0 0,0-1 1,-1 1-1,1 0 1,0-1-1,-1 1 1,1 0-1,-1 0 1,-30 50-19,-66 50 15,-639 566 20,179-118 0,443-399-300,104-81-3396,14-58-4799</inkml:trace>
  <inkml:trace contextRef="#ctx0" brushRef="#br0" timeOffset="563.997">1336 1570 5833,'0'0'23789,"-11"141"-23005,-19 11-135,-2 30-241,-1 11-128,10-13 0,9-26-104,12-30-104,2-31-32,0-35-40,7-18 0,7-5 0,2-6-152,-2-12-216,-3-44-432,-4-23-1425,2-18-14226</inkml:trace>
  <inkml:trace contextRef="#ctx0" brushRef="#br0" timeOffset="829.431">1933 1435 29958,'0'0'687,"0"0"-360,-25 21-82,-160 146 398,169-151-614,1 1 0,1 0 0,0 1 0,1 0 0,1 1 0,0 1 0,2 0 0,0 0 0,2 1 0,0 0 0,1 1 0,1 1-29,5-20 1,1 0-1,0 0 1,-1 0-1,1 1 1,0-1-1,1 0 1,-1 0-1,1 0 1,-1 0-1,1 0 1,0 0-1,0 0 1,0 0-1,1 0 1,-1 0-1,1-1 1,-1 1-1,1 0 1,0-1-1,0 1 1,0-1-1,0 0 1,1 0-1,-1 0 1,0 0-1,1 0 1,0 0-1,-1-1 1,1 1-1,0-1 1,1 1-1,100 16-2,-101-18 1,22 3-51,0-2 0,0 0 0,1-2 0,-1-1 0,0 0 0,0-2-1,0-2 1,-1 0 0,3-2 52,117-77-2779,-95 40-2549</inkml:trace>
  <inkml:trace contextRef="#ctx0" brushRef="#br0" timeOffset="1079.734">2555 739 28462,'-59'511'2834,"13"69"-1363,27 443-1471,19-983 0,18 117 0,-8-147-130,-5-34-465,-6-144-4531,-11 69-4962</inkml:trace>
  <inkml:trace contextRef="#ctx0" brushRef="#br0" timeOffset="1265.752">2479 1676 20708,'0'0'9346,"0"0"-8977,0 0-273,147 17-56,-45 14-40,31 2 0,26-15-281,-23-7-1327,-30-11-7794</inkml:trace>
  <inkml:trace contextRef="#ctx0" brushRef="#br0" timeOffset="1434.072">3642 1116 30807,'0'0'840,"0"0"-616,129-50-104,-43 23 72,8 3-40,3-1-152,-7 4-8,-12 9-472,-18 3-704,-23 5-1369,-21 4-11178</inkml:trace>
  <inkml:trace contextRef="#ctx0" brushRef="#br0" timeOffset="1592.156">3988 1307 17812,'0'0'632,"0"0"8266,-141 162-7898,72-90-64,0 3-320,-5 6-280,1 4-272,-1 20-64,19-22-824,20-23-3105</inkml:trace>
  <inkml:trace contextRef="#ctx0" brushRef="#br0" timeOffset="1814.904">3910 1935 11218,'0'0'14768,"0"0"-11224,1 19-2980,3 64-183,-3-79-352,0 0 1,0 0-1,0-1 1,-1 1-1,1 0 1,-1 0 0,0 0-1,-1 0 1,1 0-1,-1 0 1,1 0-1,-1 0 1,0 0 0,-1-1-1,1 1 1,-1 0-1,1-1 1,-1 1-1,0-1 1,-1 0 0,1 0-1,0 1 1,-3 1-30,4-25 198,5 4-205,-1-1 0,2 2 1,0-1-1,1 0 0,0 1 0,2 0 0,-1 1 0,2-1 0,0 1 0,1 1 0,8-10 7,-10 12-30,12-18-57,1 1 1,1 1-1,1 1 1,1 2-1,2 0 1,27-20 86,-52 42 12,1 0 1,0 1-1,-1-1 0,1 1 1,0-1-1,0 1 0,0-1 1,0 1-1,0 0 0,0 0 1,0 0-1,0 0 0,0 1 1,1-1-1,-1 0 0,0 1 1,1 0-1,-1-1 0,0 1 1,1 0-1,-1 0 0,0 0 1,1 1-1,-1-1 0,0 0 1,1 1-1,-1 0 1,0-1-1,0 1 0,0 0 1,1 0-1,-1 0 0,0 1 1,0-1-1,-1 0 0,1 1 1,0-1-1,0 1 0,-1 0 1,1 0-1,-1-1 0,1 1 1,-1 0-1,0 0 0,0 0 1,0 0-1,0 1-12,3 20 42,-2 1-1,0 0 1,-2 0 0,-1-1-1,0 1 1,-2 0 0,-1-1-1,-1 1 1,0-1 0,-2 0-1,-1-1 1,-6 11-42,12-25-56,1-6 5,1 0 0,-1 1 1,1-1-1,-1 1 1,0-1-1,0 0 0,0 0 1,0 1-1,-1-1 1,1 0-1,0 0 0,-1 0 1,0 0-1,1-1 1,-1 1-1,0 0 0,0-1 1,0 1-1,0-1 0,0 0 1,0 1-1,0-1 1,-1 0-1,1 0 0,0-1 1,-2 2 50,-8-7-1630,2-15-1611</inkml:trace>
  <inkml:trace contextRef="#ctx0" brushRef="#br0" timeOffset="2085.463">5347 670 22749,'0'0'4185,"0"0"-3185,127 19-448,-81 8 16,-9 6 56,-14 9-208,-21 5-55,-2 11-65,-37 7-32,-20 3-88,-19 7-112,-10 1-64,-8 1 0,2-6-360,-7-15-561,25-17-1215,26-24-7858</inkml:trace>
  <inkml:trace contextRef="#ctx0" brushRef="#br0" timeOffset="2439.044">5080 1114 22269,'0'0'6112,"-6"19"-4475,-11 39-1349,-46 209 750,61-252-1023,2-1 0,-1 0 0,2 1 0,0-1 0,1 0 1,0 1-1,1-1 0,1 0 0,0-1 0,0 1 0,2-1 0,0 0 0,0 0 0,1 0 0,1-1 0,2 3-15,17 14 26,1-2-1,2 0 1,0-2 0,2-2-1,0-1 1,2-1-1,0-2 1,18 7-26,118 75 23,-162-97-21,0 0-1,-1 1 0,0 0 1,0 1-1,0-1 0,0 1 0,-1 1 1,0-1-1,0 1 0,-1 0 0,0 0 1,0 1-1,-1 0 0,0 0 0,0 0 1,0 0-1,-1 0 0,-1 1 0,1-1 1,-2 1-1,1 0 0,-1 0 0,0 0 1,-1-1-1,0 1 0,0 0 1,-1 0-1,0 0 0,-1 0 0,0-1 1,0 1-1,-1-1 0,0 1 0,0-1 1,-1 0-1,0 0 0,-1 0-1,-18 20-63,-1-2-1,-1-1 1,-1-2 0,-1 0-1,-1-1 1,-1-2 0,-1-1-1,0-1 1,-1-2 0,-1-1-1,-1-2 1,0-1 0,-1-1-1,-19 2 64,-54 8-638,-1-6 0,0-4 0,-1-5 0,-96-7 638,112-4-32,91 6 54,0-1 0,0 0 0,0 0 0,0 0 0,0 0 0,0-1 0,0 1 0,0-1 0,0 1 0,0-1 0,1 1 0,-1-1 0,0 0 0,0 0 0,0 0 0,1 0 0,-1 0 0,1-1 0,-1 1 0,1 0 0,-1-1 0,1 1 0,0-1 0,-1 1 0,1-1 0,0 0 1,0 0-1,0 1 0,1-1 0,-1 0 0,0 0 0,1 0 0,-1 0 0,1 0 0,-1 0 0,1 0 0,0 0 0,0 0 0,0 0 0,0 0 0,0 0 0,1 0 0,-1 0 0,0 0 0,1 1 0,0-1 0,-1 0 0,1 0 0,0 0 0,0 0 0,0 1 0,0-1 0,0 0 0,1 0-22,14-15 38,1 1 0,0 1 0,1 1 0,0 1-1,1 0 1,1 1 0,0 1 0,4-1-38,-9 4 16,167-82 79,4 9 0,162-47-95,-245 92-558,-36 10-2933</inkml:trace>
  <inkml:trace contextRef="#ctx0" brushRef="#br0" timeOffset="2663.658">5988 2999 29622,'0'0'2833,"0"0"-2833,0 0-1008,0 0-2297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6:4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1343 1 4273,'0'0'25509,"0"0"-24724,0 0-537,141 58-112,-74-14 64,6 7-40,1 7-88,0 11-72,-12 39-320,-18-15-1713,-26-8-18707</inkml:trace>
  <inkml:trace contextRef="#ctx0" brushRef="#br0" timeOffset="247.448">459 1699 29318,'0'0'1873,"0"0"-1625,0 0-184,156-79 64,56-20 200,33-17-128,-6 6-120,-59 31-64,-67 40-16,-44 22 0,-25 17-304,-12 10-936,-21 13-2905</inkml:trace>
  <inkml:trace contextRef="#ctx0" brushRef="#br0" timeOffset="422.497">749 2501 27894,'0'0'3337,"0"0"-2873,0 0-304,0 0 56,253 0 160,-50-107-144,9-26-152,-37 8-80,-55 28-56,-37 6-424,-35 29-320,-13 1-1457</inkml:trace>
  <inkml:trace contextRef="#ctx0" brushRef="#br0" timeOffset="580.201">1387 1757 14963,'-15'28'12367,"-12"23"-11426,3 0 0,2 2 0,3 0 1,-8 36-942,17-54 95,1 1 0,1 0 1,2 1-1,2-1 1,1 1-1,2 0 0,2 0 1,1-1-1,2 1 1,1 0-1,2-1 0,2 0 1,1-1-1,2 0 1,1 0-1,1-2 0,17 28-95,-22-51 2,1-1 0,0 0-1,1 0 1,-1-1 0,2 0-1,-1-1 1,1 0-1,0-1 1,0 0 0,1-1-1,0 0 1,0-1 0,0-1-1,0 0 1,1-1-1,-1 0 1,1-1 0,0 0-1,-1-2 1,1 1 0,-1-1-1,1-1 1,-1-1 0,1 0-1,-1 0 1,0-2-1,-1 1 1,1-2 0,-1 1-1,0-2 1,3-1-2,23-17-141,0-1 1,-2-1-1,-1-3 1,-2 0-1,0-2 1,-2-2-1,-2-1 1,23-35 140,49-74-2018,-19 1-2298</inkml:trace>
  <inkml:trace contextRef="#ctx0" brushRef="#br0" timeOffset="769.976">2389 839 30503,'0'0'768,"0"0"-528,231-15-136,-63-2 168,23-1-48,-11-7-144,-40 4-56,-45 7-24,-31-1-368,1-14-312,-12 2-1041,-14-4-3360</inkml:trace>
  <inkml:trace contextRef="#ctx0" brushRef="#br0" timeOffset="927.976">3394 633 28966,'0'0'1457,"-162"181"-921,31-22-168,-14 36-104,9 4-32,32-12-136,33-25-96,27-36-128,26-39-248,16-37-424,8-42-689,22-8-487,0-2-3393</inkml:trace>
  <inkml:trace contextRef="#ctx0" brushRef="#br0" timeOffset="1414.566">3009 1541 6609,'-5'24'17895,"-121"373"-12034,79-267-5515,5 2 0,6 2 0,0 29-346,28-44 98,8-118-97,1 0-1,-1 0 0,1 0 0,-1 0 1,1 0-1,0 0 0,-1-1 0,1 1 1,0 0-1,0 0 0,0 0 0,0-1 0,-1 1 1,1 0-1,0-1 0,0 1 0,0-1 1,0 1-1,1-1 0,-1 0 0,0 1 1,0-1-1,0 0 0,0 0 0,0 0 0,0 1 1,1-1-1,-1-1 0,0 1 0,0 0 1,0 0-1,0 0 0,0 0 0,0-1 1,0 1-1,0-1 0,1 1 0,-1-1 1,0 0-1,1 1 0,7-3-2,1-1 0,-1 1 0,0-2 1,-1 1-1,1-1 0,-1-1 0,0 0 1,0 0-1,0 0 0,-1-1 0,0 0 0,0-1 2,75-84-174,-4-4-1,-4-3 0,43-79 175,-26 41-72,-50 76 54,-1-4 22,3 3 1,2 1-1,3 2 0,3 3 1,2 2-1,45-36-4,-44 60 283,-46 57 46,-65 114 270,29-88-468,-44 136 169,70-179-292,-1 1 1,2-1-1,-1 0 0,1 1 1,1-1-1,0 1 1,0-1-1,1 1 0,1-1 1,-1 0-1,2 1 0,-1-1 1,2 0-1,-1 0 1,1-1-1,1 1 0,-1-1 1,3 3-9,15 13 10,0-2 0,2 0 0,0-2 1,1 0-1,1-2 0,1-1 1,5 1-11,62 46 1,-77-52-1,0 1 1,0 0-1,-1 2 1,-1-1-1,-1 2 1,0 0-1,1 4 0,-11-15-11,-1 0 0,0-1 0,0 1 1,0 0-1,-1 1 0,0-1 0,0 0 0,-1 1 0,1-1 1,-1 1-1,-1-1 0,1 1 0,-1-1 0,0 1 0,-1 0 1,0-1-1,0 1 0,0-1 0,-1 1 0,0-1 0,0 0 1,0 0-1,-1 0 0,0 0 0,0 0 0,-2 1 11,-9 11-9,-2-1-1,0-1 0,-1 0 1,0-1-1,-2 0 1,1-2-1,-2 0 0,0-2 1,0 0-1,-1-1 0,0-1 1,-1 0-1,0-2 1,-21 4 9,-126 11 113,103-31 98,64 9-209,1-1 0,0 0 0,0 0 0,-1 0 1,1 0-1,0-1 0,0 1 0,0 0 1,0 0-1,0-1 0,0 1 0,0 0 1,1-1-1,-1 1 0,0-1 0,1 1 1,-1-1-1,1 1 0,-1-1 0,1 0 1,0 1-1,0-1 0,0 1 0,0-1 0,0 0 1,0 1-1,0-1 0,1 1 0,-1-1 1,0 0-1,1 1 0,-1-1 0,1 1 1,0-1-1,-1 1 0,1 0 0,0-1 1,0 1-1,0 0 0,1-1-2,10-17 0,1 1 0,1 0 0,0 1 0,2 1 0,-1 0 0,2 1 0,0 1 0,7-3 0,18-18 0,150-126-19,-46 45-424,-6-6 0,-6-6 0,101-126 443,-163 154-3421,-26 22-7861</inkml:trace>
  <inkml:trace contextRef="#ctx0" brushRef="#br0" timeOffset="2794.34">0 3285 4929,'0'0'18912,"0"0"-14154,3-19-3713,-2 18-1027,-1-5 18,0 1 0,1-1-1,0 0 1,0 1 0,1 0 0,0-1-1,0 1 1,0 0 0,0 0 0,1 0-1,-1 0 1,2 0 0,-1 1 0,0-1-1,1 1 1,0 0 0,0 0 0,0 0-1,0 1 1,0-1 0,1 1 0,0 0-1,0 0 1,0 1 0,0-1 0,0 1-1,0 0 1,0 1 0,1-1 0,1 1-36,106-26 395,2 5 0,0 5 1,92-1-396,-165 14 66,1459-37 720,-1243 41-792,194-2 6,1120 15 0,-591 38 0,-874-38-449,-46-2-1799</inkml:trace>
  <inkml:trace contextRef="#ctx0" brushRef="#br0" timeOffset="3837.367">6736 1716 21749,'0'0'6125,"0"0"-4287,0 0-1265,0 0-118,0 0-31,30-26-28,392-348 140,-63 18-480,-296 298-36,-46 59-24,-18 33-9,1-32 13,-100 481 24,82-391-12,3 1 0,4 0 0,3 62-12,7-149 5,0-1-1,1 1 1,0 0 0,0 0-1,1 0 1,0 0 0,0-1 0,0 1-1,0 0 1,1-1 0,0 1-1,0-1 1,1 0 0,-1 1 0,1-1-1,0 0 1,1-1 0,-1 1-1,1 0 1,0-1 0,0 0 0,0 0-1,1 0 1,0-1 0,-1 1-1,1-1 1,0 0 0,0-1 0,1 1-1,3 1-4,0-2 3,0 0 0,-1 0 0,1 0 0,0-1 0,0-1 0,0 1 0,0-2 0,0 1 0,0-1 0,0 0 0,0-1 0,-1 0 0,1-1 0,0 0 0,-1 0 0,0 0 0,0-1 0,0-1 0,0 1 0,-1-1 0,1 0 0,-1-1 0,-1 0 0,3-2-3,144-175 43,-153 183-43,57-86-1,-5-2 1,-3-3-1,-4-1 1,-5-2-1,-3-2 1,-5-2-1,4-32 1,-16 86 288,-11 54-276,30 165-12,4 59 0,-10 2 0,-1 169 0,-28-203 0,-9 0 0,-9-1 0,-23 100 0,15-169 0,-7-1 0,-17 40 0,44-162 0,-1 1 0,0 0 0,0-1 0,-1 1 0,0-1 0,0 0 0,-1-1 0,0 1 0,-1-1 0,0 0 0,0 0 0,-1-1 0,0 1 0,0-1 0,-1-1 0,0 0 0,0 0 0,0 0 0,-1-1 0,0 0 0,0-1 0,0 0 0,0-1 0,-1 1 0,1-2 0,-1 1 0,0-2 0,0 1 0,-4-4 0,0 0 0,0-1 0,0 0 0,1-1 0,-1-1 0,1 0 0,0-1 0,1 0 0,-1-1 0,1-1 0,0 1 0,1-2 0,0 0 0,0 0 0,1-1 0,1 0 0,-1-1 0,1 0 0,1-1 0,0 1 0,1-2 0,0 1 0,1-1 0,1 0 0,-1 0 0,-2-13 0,-1-3 0,0 1 0,2-1 0,2 0 0,0-1 0,2 0 0,1 1 0,1-1 0,2 0 0,1 0 0,1 1 0,2-1 0,1 1 0,1 0 0,1 0 0,2 1 0,1 0 0,1 1 0,1 0 0,1 1 0,9-11 0,66-81 0,5 4 0,4 4 0,45-34 0,-1-1 0,-118 120-87,-8 11-70,-2-1-1,1-1 0,-2 0 0,0-1 0,-1-1 0,-1 0 0,0 0 0,7-19 158,-10 0-2491</inkml:trace>
  <inkml:trace contextRef="#ctx0" brushRef="#br0" timeOffset="4102.835">5739 1929 24461,'0'0'5281,"0"0"-4897,0 0-208,0 0-80,131-12-15,-103 32-81,-28 34-16,0-6-817,-12-2-5096</inkml:trace>
  <inkml:trace contextRef="#ctx0" brushRef="#br0" timeOffset="4357.456">5727 2495 29326,'0'0'744,"0"0"-279,0 0-217,132 48-144,-61-25-104,-11-5-456,-9-3-4250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6:40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 2459 28702,'0'0'980,"0"0"-392,6-23-193,74-216 235,205-381-312,-152 381-283,-130 234-34,-1 0-1,1 1 1,0-1-1,1 1 1,-1 0-1,1-1 1,0 1-1,0 1 1,0-1-1,0 1 1,1-1-1,0 1 0,-1 1 1,1-1-1,0 1 1,0-1-1,0 1 1,1 1-1,-1-1 1,0 1-1,1 0 1,-1 0-1,1 1 1,-1-1-1,1 1 1,-1 0-1,1 1 1,-1 0-1,1-1 1,-1 2-1,1-1 1,-1 1-1,0-1 1,0 1-1,0 1 1,0-1-1,0 1 1,0 0-1,-1 0 1,1 0-1,-1 1 1,0-1-1,0 1 1,0 0-1,-1 1 1,4 3-1,7 21 2,-2 1 1,0 0 0,-2 1-1,-1 0 1,-2 1 0,-1 0-1,1 21-2,27 539 248,-18-506-159,-16-84-85,1 0 1,0 0-1,-1-1 1,1 1-1,0 0 0,0 0 1,0 0-1,1-1 1,-1 1-1,0 0 1,0-1-1,1 1 1,-1-1-1,1 0 1,0 1-1,-1-1 1,1 0-1,0 0 1,0 0-1,0 0 0,-1 0 1,1-1-1,0 1 1,0 0-1,0-1 1,0 1-1,0-1 1,1 0-1,-1 0 1,0 0-1,0 0 1,0 0-1,0 0 0,0-1 1,0 1-1,0-1 1,0 1-5,4-3 10,-1 0-1,1 0 1,-1-1 0,0 1-1,0-1 1,0 0 0,-1-1 0,1 1-1,-1-1 1,0 0 0,0 0 0,-1 0-1,1 0 1,-1-1 0,0 1-1,1-6-9,5-4 13,51-104 3,-5-2-1,-5-3 1,-1-15-16,24-60-46,-67 183 33,-5 8 3,0 0 0,1 0 0,0 0 0,0 1 0,1-1 0,0 0 0,1 1 0,-1 0 0,1 0 0,1 0 0,-1 0 0,1 1-1,0 0 1,1 0 0,-1 0 0,1 0 0,0 1 0,1 0 0,-1 0 0,1 1 0,0 0 0,0 0 0,1 0 0,-1 1 0,1 0 0,-1 1 0,1 0 0,3-1 10,-7 5-2,0-1 1,0 0 0,-1 1 0,1 0 0,0 0 0,-1 0 0,1 0 0,-1 1 0,0-1 0,0 1 0,0 0 0,0 0 0,0 0 0,-1 0 0,1 1-1,-1-1 1,0 1 0,0-1 0,0 1 0,0 0 0,-1-1 0,1 1 0,-1 0 0,0 0 0,0 2 1,21 60 6,-2 1-1,-4 1 1,6 51-6,-11-50 3,4 0-1,2 0 0,4-2 1,6 9-3,-27-76-2,0 2-90,0 0 1,1 0-1,-1 0 1,1 0-1,0 0 0,0 0 1,0 0-1,0-1 0,0 1 1,0 0-1,0 0 0,1-1 1,-1 1-1,0-1 0,1 1 1,-1-1-1,1 0 1,0 0-1,-1 1 0,1-1 1,0 0-1,0 0 0,0-1 1,0 1-1,0 0 0,0-1 1,0 1-1,0-1 0,0 1 1,0-1-1,0 0 1,0 0 91,10-5-3903</inkml:trace>
  <inkml:trace contextRef="#ctx0" brushRef="#br0" timeOffset="465.675">3161 1356 30022,'0'0'621,"0"0"-325,0 0-124,-12-21 106,-41-66-3,50 82-268,0 1 1,0 0-1,-1-1 0,1 1 1,-1 1-1,0-1 0,0 0 0,-1 1 1,1 0-1,-1 0 0,1 0 1,-1 1-1,0 0 0,0-1 1,0 2-1,-1-1 0,1 1 0,0-1 1,-1 1-1,1 1 0,0-1 1,-1 1-1,1 0 0,-1 0 1,1 1-1,-1 0 0,1 0-7,-8-1 2,-9 5-1,0 1 0,0 1 1,1 0-1,0 2 0,1 0 0,0 2 1,0 0-1,1 1 0,0 1 0,1 1 1,1 1-1,1 0 0,0 1 1,0 0-1,2 2 0,0 0 0,1 0 1,1 1-1,-9 20-1,0-5 4,2 1 0,1 1 0,2 0 0,1 2 0,3 0 0,0 0 0,3 1 0,1 0 0,2 1 0,2-1 0,0 34-4,3-66 2,0 0 1,0 0-1,1 0 1,0 1-1,0-1 1,1 0-1,0 0 0,0 0 1,1 0-1,0 0 1,0 0-1,0-1 1,1 1-1,0-1 1,0 1-1,1-1 0,0 0 1,0 0-1,0 0 1,1-1-1,0 0 1,0 0-1,0 0 1,0 0-1,1-1 1,0 0-1,0 0 0,0 0 1,1-1-1,-1 0 1,6 2-3,14 1 9,1 0 0,0-2 1,0 0-1,0-2 0,0-1 1,16-2-10,-41 1 1,22 1 12,-1-1 0,1-2-1,-1 0 1,0-1 0,0-1-1,0-1 1,-1-1 0,0-1-1,0-1 1,0-1 0,-1-1-1,0-1 1,-1-1 0,0-1-1,-1 0 1,-1-1 0,0-2-1,0 0-12,5-5-40,-2-1-1,0 0 0,-1-2 0,-1 0 1,-2-2-1,0 1 0,-2-2 0,-1 0 1,-1-1-1,-1-1 0,6-24 41,-16 43-179,0 1 0,-1-1 0,0 0 0,-1 0 0,0 0 0,0 0 0,-1 0 0,-1 0 0,1 1 0,-2-1 1,1 0-1,-1 1 0,-4-7 179,-44-64-8096,-3 26-8741</inkml:trace>
  <inkml:trace contextRef="#ctx0" brushRef="#br0" timeOffset="730.146">2820 1754 28878,'0'0'1056,"37"114"-535,16-51-161,19 3-16,11-12-160,4-11-120,3-5-64,-7-9 0,-9-9-240,-15-15-689,-17-5-1743,-24 0-16684</inkml:trace>
  <inkml:trace contextRef="#ctx0" brushRef="#br0" timeOffset="1124.369">113 3096 29718,'25'4'596,"106"11"-321,75-11 0,1436-102 1453,-1408 77-1589,-172 16-130,169-10-2,-2-10 0,-1-10-1,-1-9 1,177-62-7,-264 44-71,-137 58-84,1 0-1,-1 0 1,0 0 0,0 0-1,0-1 1,-1 0-1,0 1 1,1-1 0,-2 0-1,1 0 1,0 0-1,-1 0 1,0 0-1,0 0 1,-1-1 0,1 1-1,-1 0 1,0 0-1,-1-1 1,1 1 0,-1 0-1,0 0 1,-1 0-1,1-2 156,-1-8-1365,-8-46-7112</inkml:trace>
  <inkml:trace contextRef="#ctx0" brushRef="#br0" timeOffset="2004.253">4341 0 21533,'0'141'7777,"0"42"-6881,0 41-303,-3 8-265,-1-23 16,-1-12-8,5-21-136,0-47-120,0-38-56,0-33 0,0-16-16,0-1 8,0 3-16,-4 10-184,-15-15-408,-6-12-1937</inkml:trace>
  <inkml:trace contextRef="#ctx0" brushRef="#br0" timeOffset="4594.215">1 1165 25725,'0'0'3140,"0"0"-2024,19 16-785,90 58 53,76 11 151,105 19-14,38 8-121,806 303 208,-916-321-627,55 25 72,83 13-53,-265-102-61,3-5 1,0-4-1,1-4 1,0-4-1,95 0 61,-157-11-271,0-2 0,-1-2 0,1 0 0,-1-2 0,1-2 0,-1-1 0,-1-1 0,1-2 0,-1-1 0,-1-2 1,0 0-1,5-6 271,33-30-2698</inkml:trace>
  <inkml:trace contextRef="#ctx0" brushRef="#br0" timeOffset="4841.603">4023 1145 30126,'0'0'921,"-240"95"-529,-22 48-120,-77 40 24,-46 36 48,-16 20-136,14 12-128,-20 27-80,-3 12-288,11-6-368,104-77-761,74-51-4240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3:49.25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3125 200 30390,'0'0'833,"0"0"-633,0 0-88,0 0 224,0 0-72,0 0-96,60 112-88,-30-98-48,6 1-32,1 3-24,9 16-368,-13-5-368,-15-2-1017</inkml:trace>
  <inkml:trace contextRef="#ctx0" brushRef="#br0" timeOffset="3402.781">9578 2078 25822,'0'0'4785,"0"0"-4353,0 0-288,0 0 168,198-14 64,-49-38-80,61-25-200,37-12-96,-10-2-272,-60 24-1152,-59 18-10571</inkml:trace>
  <inkml:trace contextRef="#ctx0" brushRef="#br0" timeOffset="3761.537">12425 753 29054,'0'0'1024,"0"0"-639,0 0 111,-58 177 24,-31-16-96,-24 26-176,-14 6-104,3-7-80,13-22-40,5 4-24,16-12-8,28-30-216,23-26-384,20-40-1025,17-37-3176</inkml:trace>
  <inkml:trace contextRef="#ctx0" brushRef="#br0" timeOffset="4010.677">12284 1836 30431,'0'120'624,"-9"40"-336,-14 39-48,-4 16 24,8-1-96,5 8-120,5-7-48,-5-30 0,3-55-128,-1-49-64,8-41 24,4-28-32,2-28-536,16-20-1433,1-22-17179</inkml:trace>
  <inkml:trace contextRef="#ctx0" brushRef="#br0" timeOffset="4647.744">12872 1091 30350,'0'0'545,"24"-9"-335,169-51-50,31 50 66,-216 11-226,-1-1 0,1 1 0,0 1 1,0 0-1,-1 0 0,1 0 0,-1 1 1,1 0-1,-1 1 0,0-1 0,-1 1 1,1 1-1,-1-1 0,1 1 0,-1 0 1,0 1-1,-1-1 0,0 1 0,0 0 1,0 0-1,0 1 0,-1 0 0,0 0 1,-1 0-1,1 0 0,-2 0 0,1 0 1,-1 1-1,0 0 0,0-1 0,-1 1 0,0 0 1,0 8-1,1 15-21,-2 1 0,-2 0 1,0 0-1,-2-1 0,-2 0 0,-1 0 1,-1 0-1,-1 0 0,-2-2 0,-1 1 1,-2-1-1,0-1 0,-13 17 21,-17 23-62,-2-3 0,-4-1-1,-2-3 1,-55 49 62,-161 136 495,333-290-418,73-57-67,417-285-189,-526 368 148,-14 7 13,0 2-1,1-1 1,0 2 0,1 0-1,0 1 1,0 1 0,0 1-1,4-1 19,-20 5 0,0 1 0,1 0 0,-1-1 0,1 1 0,-1 0 1,1-1-1,-1 1 0,1 0 0,-1 0 0,1 0 0,-1 0 0,1 1 0,-1-1 0,1 0 0,-1 1 0,1-1 0,-1 1 0,0-1 0,1 1 0,-1 0 0,0-1 0,1 1 0,-1 0 0,0 0 0,0 0 0,0 0 0,0 0 0,0 0 0,0 0 0,0 0 0,0 1 0,0-1 0,0 0 0,-1 1 0,1-1 0,0 0 0,-1 1 0,0-1 0,1 1 1,-1-1-1,0 1 0,1-1 0,-1 1 0,0-1 0,0 1 0,0 0 0,1 18 11,-1 0 1,0 1 0,-2-1-1,0 1 1,-1-1 0,-1 0 0,-1 0-1,-1-1 1,-8 19-12,-52 124 131,-7-2 0,-51 76-131,86-164 45,-314 559 650,341-602-562,22-24-36,45-38-61,201-213-40,131-154-344,-370 383 322,-14 12 23,0 0 1,0 0-1,1 0 1,-1 1-1,1 0 1,0 0 0,0 0-1,1 0 1,-1 1-1,1 0 1,0 0-1,-1 0 1,1 1 0,0 0-1,1 0 1,-1 1-1,2-1 3,5 17-30,-11 11 26,-2 0 1,0 1-1,-2-1 1,-1 0-1,0 1 1,-3-2 0,0 4 3,-194 672 50,181-605 189,19-96-234,0 1 0,0 0 0,0 0 0,0-1 0,0 1 0,0 0-1,0 0 1,0 0 0,0-1 0,0 1 0,1 0 0,-1 0 0,0-1 0,1 1 0,-1 0 0,0-1 0,1 1 0,-1 0 0,1-1 0,-1 1 0,1-1-1,-1 1 1,1-1 0,0 1 0,-1-1 0,1 1 0,-1-1 0,1 1 0,0-1 0,0 0 0,-1 1 0,1-1 0,0 0 0,0 0 0,-1 1 0,1-1-1,0 0 1,0 0 0,-1 0 0,1 0 0,0 0 0,0 0 0,0 0 0,-1-1 0,1 1 0,0 0 0,0 0 0,-1 0 0,1-1 0,0 1 0,-1 0-1,1-1 1,0 1 0,-1-1 0,1 1 0,0-1 0,-1 1 0,1-1 0,-1 1 0,1-1-5,15-6 7,0 0 1,0-1-1,-1-1 1,0-1-1,0 0 1,-1 0-1,-1-2 0,0 1 1,0-2-1,5-7-7,2 1 2,795-830-2,-100 200-1394,-524 481-1197</inkml:trace>
  <inkml:trace contextRef="#ctx0" brushRef="#br0" timeOffset="5037.604">16136 393 29094,'0'0'632,"0"0"-536,0 0-8,164 6 136,-74-6-16,7 0-47,-5-6-81,-7 1-32,-14 5-48,-25 38-176,-20 10-513,-26 5-1887</inkml:trace>
  <inkml:trace contextRef="#ctx0" brushRef="#br0" timeOffset="5292.835">15268 1865 20460,'0'0'9674,"0"0"-9305,150-44-289,36-43-8,47-29 192,20-25 72,-2-4-8,-32 20-88,-16 18-80,-28 24-88,-44 31-72,-36 23-80,-33 14-256,5 7-1017,-12 2 417,-11 2-4017</inkml:trace>
  <inkml:trace contextRef="#ctx0" brushRef="#br0" timeOffset="5542.418">17021 849 27182,'0'0'796,"0"0"-217,0 0 45,0 0 9,0 0-265,-13 34-6,-37 136 106,37 47-121,-7 1140 344,16-1258-681,-12 246-28,-18 24 18,2-216-42,31-151 35,0 0 0,-1 0-1,0 0 1,1 0 0,-1 0-1,0 0 1,0 0 0,0 0-1,0-1 1,0 1 0,-1-1-1,1 0 1,0 0 0,-1 0-1,1 0 1,0 0 0,-1 0-1,0 0 1,1-1 0,-1 1-1,1-1 1,-1 0 0,0 0-1,1 0 1,-1 0 0,1 0-1,-1-1 1,0 1 0,1-1 0,-1 0-1,1 1 1,-1-1 0,1 0-1,0-1 1,-1 1 0,1 0-1,0-1 1,0 1 0,0-1-1,0 1 1,0-1 0,0 0-1,0 0 1,1 0 0,-1 0-1,1 0 1,-1-1 0,1 1-1,0 0 1,0-1 0,0 1-1,0-1 1,0-1 7,-20-30-277,2-2 0,2 0 1,1-1-1,2 0 0,-6-28 277,17 55-59,-61-198-1440,24 64-3621,2 3-13197</inkml:trace>
  <inkml:trace contextRef="#ctx0" brushRef="#br0" timeOffset="6194.383">16129 1873 27638,'0'0'884,"0"0"-357,8-21-310,-2 5-191,-5 9-21,1 0 1,1 0-1,-1 0 0,1 0 1,0 0-1,1 1 0,0-1 0,0 1 1,0 0-1,1 0 0,-1 0 1,1 1-1,1 0 0,-1 0 1,1 0-1,0 0 0,0 1 1,6-3-6,4 0 16,1 0 1,-1 1-1,1 1 1,0 1-1,0 0 1,1 2 0,-1-1-1,1 2 1,0 1-1,-1 0 1,1 1-1,5 1-16,-18 0 3,-1-1-1,1 1 0,0 0 1,-1 0-1,0 0 0,1 1 1,-1 0-1,0 0 0,0 0 1,-1 0-1,1 0 0,-1 1 1,1 0-1,-1-1 0,0 1 1,-1 0-1,1 1 0,-1-1 1,1 0-1,-1 1 0,-1-1 1,1 1-1,-1 0 1,1 0-1,-1-1 0,-1 1 1,1 1-3,1 137 54,-10-106-21,-3-1 1,-1 0-1,-1-1 1,-2 0-1,-1-1 1,-2-1 0,-2 0-1,-22 27-33,36-50 10,-278 404 665,258-370-623,26-44-53,1 0 0,-1-1 0,1 1 0,0 0 0,-1 0 0,1-1 1,-1 1-1,1 0 0,-1 0 0,1 0 0,0 0 0,-1 0 0,1 0 0,-1 0 0,1 0 0,0 0 0,-1 0 0,1 0 0,-1 1 0,1-1 0,-1 0 0,1 0 0,0 0 0,-1 1 0,1-1 0,-1 0 0,1 1 0,-1-1 0,1 1 0,-1-1 0,0 0 0,1 1 1,-1-1-1,1 1 0,-1-1 0,0 1 0,0-1 0,1 1 0,-1-1 0,0 1 0,0 0 0,1-1 0,-1 1 0,0-1 0,0 1 0,0-1 0,0 1 0,0 0 0,0-1 0,0 1 1,224-169-52,644-466-324,-753 573 746,-115 61-368,1 0 1,0 0-1,0 0 1,-1 0-1,1 0 1,0 0-1,0 0 1,-1 0 0,1 0-1,0 0 1,-1 1-1,1-1 1,0 0-1,-1 1 1,1-1 0,0 0-1,-1 1 1,1-1-1,-1 1 1,1-1-1,-1 1 1,1-1-1,-1 1 1,1-1 0,-1 1-1,1 0 1,-1-1-1,0 1 1,1 0-1,-1-1 1,0 1 0,0 0-1,1-1 1,-1 1-1,0 0 1,0 0-1,0-1 1,0 1-1,0 0 1,0-1 0,0 1-1,0 0 1,0 0-1,0-1 1,-1 1-1,1 0 1,0-1 0,0 1-1,-1 0 1,1-1-1,0 1 1,-1 0-1,1-1 1,-1 1-1,1-1 1,-1 1 0,1-1-1,-1 1 1,1-1-1,-1 1 1,1-1-1,-1 1 1,0-1 0,0 1-3,-115 177 339,105-165-329,-471 566 79,-184 245-15,563-655-812,117-212-1069,22-23 1830,4 2-1,1 2 1,4 2 0,2 2-1,3 2 1,2 2 0,2 2 0,3 3-1,1 2 1,3 3 0,1 3-1,3 2 1,0 4 0,3 2-1,1 3-22,-21 9 114,1 3-1,1 1 1,1 3-1,0 2 1,1 3-1,0 1 1,0 3-1,1 2 1,6 3-114,117 8 684,0 8 0,130 31-684,-247-38 65,146 9-578,-141-17-785</inkml:trace>
  <inkml:trace contextRef="#ctx0" brushRef="#br0" timeOffset="6506.967">18827 1166 29566,'0'0'480,"0"0"-344,0 0-8,0 0 57,125-102-57,-82 98-88,-6 4-40,-9 25-88,-14 39-257,-14 46-199,-44 44-512,-9-20-1168,-2-13-4546</inkml:trace>
  <inkml:trace contextRef="#ctx0" brushRef="#br0" timeOffset="7397.224">18594 2155 21133,'0'0'3352,"-12"20"-1206,-38 64-967,48-81-1137,1 0-1,-1 0 1,1 0-1,-1 0 1,1 1-1,0-1 1,0 0 0,0 0-1,1 1 1,-1-1-1,1 1 1,0-1 0,-1 0-1,2 1 1,-1-1-1,0 1 1,1-1 0,0 0-1,-1 1 1,1-1-1,1 0 1,-1 0-1,0 1 1,1-1 0,-1 0-1,1 0 1,0-1-1,0 1 1,0 0 0,1-1-1,-1 1 1,1-1-1,-1 0 1,1 0-1,0 0 1,-1 0 0,1 0-1,0 0 1,1-1-1,-1 1 1,0-1 0,0 0-1,0 0 1,1 0-1,-1-1 1,2 1-42,22 12 313,0 6-194,-1 2 1,-1 1 0,-2 1-1,0 1 1,-1 0 0,-1 2-1,-1 1 1,-2 1 0,-1 0-1,-1 1 1,-1 1-1,-1 0 1,-2 1 0,7 31-120,-2-20-20,-1 2 1,-3-1-1,-2 2 1,-1 0-1,-3 0 0,-1 7 20,-5-43 24,-1 1-1,-1 0 0,0-1 1,0 1-1,0-1 0,-1 1 1,-1-1-1,0 0 0,0 0 0,-1 0 1,0 0-1,0-1 0,-1 1 1,0-1-1,-1 0 0,0 0 1,0-1-1,0 0 0,-3 2-23,10-16 244,75-150-68,34-32-263,467-863-1059,-534 964 852,1-8-809,5 2-1,58-82 1104,-86 148 25,2 1 0,1 0 0,0 2-1,2 1 1,1 1 0,1 1 0,1 1 0,1 2-1,0 1 1,1 1 0,1 2 0,1 1 0,0 2-1,1 1 1,26-5-25,36-11 208,-1-5 0,-2-3-1,-1-5 1,46-29-208,-84 26 168,-74 42 628,-76 60-616,35 3-166,4 3 0,2 2-1,3 2 1,-19 40-14,51-81 1,-551 892 81,536-831 263,41-82-321,1-8-19,0 0 0,1 0 1,-2-1-1,1 0 0,0 0 0,0-1 0,-1 0 0,1 0 1,-1 0-1,0-1 0,0 0 0,0 0 0,0-1 0,0 0-5,1 0 5,167-132 44,76-49-8,-248 184-41,0 1 0,0-1 0,0 0-1,0 1 1,0-1 0,0 1 0,0 0 0,0-1 0,0 1 0,1 0-1,-1 0 1,1 0 0,-1 1 0,0-1 0,1 1 0,-1-1-1,1 1 1,-1 0 0,1 0 0,-1 0 0,1 0 0,-1 0 0,1 1-1,-1-1 1,1 1 0,-1 0 0,1-1 0,-1 1 0,2 1 0,1 58-16,-11 1 16,-2-1 1,-3 1-1,-2-2 1,-4 0-1,-12 30 0,-6 22 2,-35 138-22,10 3 1,-8 129 19,57-235-1,12-147-1,-1 0 0,1-1-1,-1 1 1,1 0 0,0 0 0,-1 0 0,1-1 0,0 1 0,0 0-1,0 0 1,0 0 0,0 0 0,0 0 0,0 0 0,1 1 0,-1-1-1,0 0 1,0 1 0,1-1 0,-1 0 0,0 1 0,1 0 0,-1-1 0,0 1-1,1 0 1,-1 0 0,1-1 0,-1 1 0,0 0 0,1 1 0,-1-1-1,1 0 1,-1 0 0,0 0 0,1 1 0,-1-1 0,1 1 0,-1-1 0,0 1-1,0 0 1,1-1 0,-1 1 0,0 0 0,0 0 0,0 0 0,0 0-1,0 0 1,0 0 0,0 0 0,0 0 0,0 0 0,-1 1 0,1-1 0,0 0-1,-1 0 1,1 1 0,-1-1 0,1 0 0,-1 1 0,0-1 0,1 1-1,-1-1 1,0 0 0,0 1 0,0-1 0,0 1 0,0-1 0,-1 0-1,1 1 1,0 0 2,27-32-76,-2 0 0,0-2 1,-2-1-1,-2-1 0,14-28 76,-22 39-46,305-586-709,-312 597 729,31-49 566,-36 60-523,0 0 0,0 0-1,0 0 1,0 0-1,0 0 1,0 0 0,0 0-1,0 0 1,0 1 0,0-1-1,1 0 1,-1 1-1,0-1 1,1 0 0,-1 1-1,0 0 1,1-1 0,-1 1-1,0 0 1,1 0-1,-1 0 1,1 0 0,-1 0-1,0 0 1,1 0-1,-1 0 1,1 0 0,-1 1-1,0-1 1,1 0 0,-1 1-1,0 0 1,1-1-1,-1 1 1,0 0 0,0-1-1,0 1 1,0 0 0,0 0-1,0 0 1,0 0-1,1 0-16,56 112 434,-37-63-378,-12-26-54,2 0-1,0-1 1,2-1 0,1 0 0,0-1 0,1 0-1,2-1 1,0-1 0,16 13-2,187 103-1657,-114-90-1083</inkml:trace>
  <inkml:trace contextRef="#ctx0" brushRef="#br0" timeOffset="371.243">1673 1738 29990,'0'0'598,"0"0"-298,0 0-193,0 0-21,0 0 138,33-10 151,313-127 131,-228 81-425,41-23-9,2 8 0,4 6 0,3 8 0,42-3-72,7 34 20,-213 25-21,0 0 1,0 1-1,0 0 1,0 0-1,0 0 1,0 0-1,-1 0 1,1 1-1,0 0 0,0 0 1,0 0-1,0 0 1,-1 0-1,1 1 1,0 0-1,-1 0 1,0 0-1,1 0 0,-1 0 1,0 1-1,0-1 1,0 1-1,0 0 1,-1 0-1,1 0 1,-1 0-1,0 0 0,0 1 1,0-1-1,0 1 1,0 0-1,-1-1 1,0 1-1,0 0 1,0 0-1,0 0 1,0-1-1,-1 1 0,1 0 1,-1 0-1,0 0 1,0 18 1,0 0-1,-1 0 1,-1 0-1,-1 0 1,-1 0-1,-1-1 1,0 0-1,-2 0 1,-1 0-1,0-1 1,-7 10-1,-46 85 23,-5-3 0,-5-3 0,-4-3 0,-38 35-23,-924 1128 117,920-1115-360,140-175-2168,7-17-728</inkml:trace>
  <inkml:trace contextRef="#ctx0" brushRef="#br0" timeOffset="621.951">2920 2551 30743,'-30'137'648,"-5"33"-280,-2 35-184,5 2 104,7-20-32,-1-9-88,10-18-104,7-38-32,4-37-32,5-35 0,0-23-8,0-17-328,0-10 24,26-76-104,4-16-1313,2-22-3368</inkml:trace>
  <inkml:trace contextRef="#ctx0" brushRef="#br0" timeOffset="872.794">3910 1865 27742,'0'0'2548,"0"0"-1667,0 0-625,-23 18-95,-247 208 307,237-195-444,-144 132 58,-82 106-82,243-252 19,1 0 0,0 1 1,1 1-1,1 0 0,1 1 1,1 0-1,1 0 0,0 2 1,1-1-1,0 8-19,8-26 0,0 1 0,0 0 0,0 0 0,1 0 0,0 0 0,-1-1 0,1 1-1,1 0 1,-1 0 0,1 0 0,-1 0 0,1 0 0,0-1 0,1 1 0,-1 0 0,0-1 0,1 1 0,0-1 0,0 1 0,0-1 0,0 0 0,1 0 0,-1 0 0,1 0-1,0 0 1,0-1 0,0 1 0,0-1 0,0 0 0,1 1 0,-1-2 0,0 1 0,1 0 0,0-1 0,1 1 0,147 21-49,-94-25-216,0-3-1,0-3 1,0-2 0,-1-2-1,0-3 1,-1-2 0,-1-3-1,-1-2 1,-1-3-1,-1-2 1,-2-2 0,0-2-1,36-31 266,9-13-1496</inkml:trace>
  <inkml:trace contextRef="#ctx0" brushRef="#br0" timeOffset="1139.087">4701 865 29094,'0'0'2321,"-30"154"-2025,13 24-216,4 52 120,1 38 168,3 5-48,0-13-232,-7 3-88,-3-12 0,10-15 0,4-31 0,5-53 0,0-49 0,14-49-272,14-39-720,-5-13 176,-7-2-1825</inkml:trace>
  <inkml:trace contextRef="#ctx0" brushRef="#br0" timeOffset="1420.39">4631 2093 17660,'0'0'11930,"0"0"-11354,139-4 73,-68 6-161,3 14-152,2 3-104,0 2-136,34 10-96,-17-4-112,-15-4-1032</inkml:trace>
  <inkml:trace contextRef="#ctx0" brushRef="#br0" timeOffset="1844.146">6486 1191 29918,'0'0'641,"0"0"-349,0 0-187,0 0 26,0 0 123,20 16-16,66 53-65,-21-38-17,-62-31-151,-1 1 1,1 0-1,0-1 0,0 1 0,-1 0 1,1 0-1,0 1 0,-1-1 0,1 0 1,-1 1-1,1 0 0,-1-1 0,0 1 1,0 0-1,0 0 0,0 1 0,0-1 1,0 0-1,-1 0 0,1 1 0,-1-1 0,1 1 1,-1 0-1,0-1 0,0 1 0,0 0 1,0 0-1,-1 1-5,1 5 10,-1 0 0,-1 1 0,1-1 0,-2 0 0,1 0 0,-1 0 1,-1 0-1,1 0 0,-1-1 0,-1 1 0,0-1 0,0 0 0,-1 0 0,-4 6-10,-226 313 143,13-66 12,-220 197-155,301-300-271,146-152-392,25-13-901,14-24-402</inkml:trace>
  <inkml:trace contextRef="#ctx0" brushRef="#br0" timeOffset="2281.561">6546 1838 22749,'0'22'6192,"-16"361"-3802,4-221-2012,6-1 0,8 4-378,22-48-355,-14-122-158,21-242-1712,-28 219 2278,2 0-1,1 0 1,1 0-1,1 1 1,1 0-1,1 1 1,2 0-1,1 0 1,1 2-1,0-1 1,2 2-1,1 0 1,1 1-1,1 1 1,1 0 0,0 2-1,2 0 1,0 2-1,1 0 1,1 1-1,18-8-52,-39 22 27,0 0-1,1-1 0,-1 2 1,1-1-1,0 0 1,-1 1-1,1 0 0,0 0 1,0 0-1,0 0 1,0 0-1,0 1 0,0 0 1,0 0-1,-1 0 1,1 0-1,0 1 1,0-1-1,0 1 0,0 0 1,0 0-1,0 0 1,-1 1-1,1 0 0,-1-1 1,1 1-1,-1 0 1,1 1-1,-1-1 0,0 1 1,0-1-1,0 1 1,-1 0-1,1 0 1,-1 0-1,3 4-26,-2 5 53,-1 0 1,-1 0-1,0 0 0,-1 0 0,0 1 1,0-1-1,-1 0 0,-1 0 0,0 0 1,-1 0-1,0 0 0,-1 0 1,-1-1-1,1 1 0,-2-1 0,1-1 1,-3 3-54,-128 169 340,-165 142-274,295-318-73,-26 23-128,31-29 125,0 0 1,1 1 0,-1-1-1,1 0 1,-1 0 0,0 0 0,1 0-1,-1 0 1,1 0 0,-1 0-1,1-1 1,-1 1 0,0 0-1,1 0 1,-1 0 0,1 0 0,-1-1-1,1 1 1,-1 0 0,1-1-1,-1 1 1,1 0 0,-1-1 0,1 1-1,0-1 1,-1 1 0,1 0-1,-1-1 1,1 1 0,0-1-1,0 1 1,-1-1 0,1 1 0,0-1-1,0 0 1,-1 1 0,1-1-1,0 1 1,0-1 0,0 1 0,0-1-1,0 0 1,0 1 0,0-1-1,0 1 1,0-1 0,0 1-1,0-1 1,1 0 0,-1 1 0,0-1-1,0 1 1,0-1 0,1 1-1,-1-1 1,0 1 0,1-1 0,-1 1-1,0-1 1,1 1 0,-1 0-1,1-1 1,0 0 9,12-50-1153,15-18-1040</inkml:trace>
  <inkml:trace contextRef="#ctx0" brushRef="#br0" timeOffset="2529.758">7760 874 29718,'0'0'562,"25"-5"-295,171-19 277,-186 24-511,0 1 1,1 0-1,-1 0 1,0 1-1,0 1 1,0 0 0,0 0-1,0 1 1,-1 0-1,0 1 1,0 0-1,0 0 1,0 1-1,-1 0 1,0 0 0,0 1-1,0 0 1,-1 1-1,0-1 1,-1 1-1,0 1 1,0-1-1,-1 1 1,0 0-1,4 9-33,-1 8 34,-1 0 0,0 0-1,-2 0 1,-2 0-1,0 1 1,-2 0-1,0-1 1,-2 1 0,-1 0-1,-1-1 1,-2 1-1,-5 19-33,-5 6 14,-1-1 0,-3-1 0,-2-1 0,-2-1-1,-2-1 1,-3-1 0,-1-1 0,-32 37-14,58-76-129,0-1 0,-1 1 0,1-1 0,-1 0 0,0 0 0,0-1 0,-1 1 0,0-1 0,1 0 0,-1 0-1,-1 0 1,1-1 0,0 0 0,-1 0 0,0 0 0,0-1 0,0 0 0,0 0 0,0 0 0,0-1 0,0 0 0,0 0 0,-1 0 0,1-1 0,-3 0 129,-21-2-4108</inkml:trace>
  <inkml:trace contextRef="#ctx0" brushRef="#br0" timeOffset="3012.508">7843 1207 29310,'-2'27'718,"-81"414"453,59-321-916,5 1 0,6 1 0,2 108-255,11-223 2,0-1 0,0 1-1,1 0 1,0-1 0,0 1 0,1-1-1,0 1 1,0-1 0,0 0 0,1 1-1,0-1 1,0 0 0,1-1 0,-1 1-1,1-1 1,1 0 0,-1 1 0,1-2-1,-1 1 1,2-1 0,-1 1 0,0-1-1,1-1 1,-1 1 0,1-1 0,0 0-1,0 0 1,1-1 0,-1 0 0,2 1-2,21 4-1,-1-1 1,1-1 0,0-2-1,0-1 1,0-1 0,8-2 0,318-11 0,-348 11 2,0 0-1,0 1 1,0 0 0,0 1 0,0-1-1,0 1 1,-1 0 0,1 1 0,0 0-1,-1 0 1,1 0 0,-1 1 0,1 0-1,-1 0 1,0 1 0,-1-1-1,1 1 1,0 1 0,-1-1 0,0 1-1,0 0 1,-1 0 0,1 0 0,-1 1-1,0 0 1,2 4-2,0 6 24,-1 0 0,-1 1 0,0 0 0,-2 0 0,0 0 0,0 0 0,-2 0 0,0 0 0,-1 0 0,-1 0 0,0 0 0,-1 0 0,-3 8-24,-10 24 23,-2 0 0,-2-2 0,-2 0-1,-2-2 1,-2-1 0,-2 0 0,-2-2 0,-2-2-1,-1-1 1,-2-1 0,-2-2 0,-15 11-23,13-10-115,-1 0 1,-2-3 0,-1-2-1,-2-1 1,-1-3 0,-1-1-1,-37 13 115,73-35-268,1-1-1,-1 0 0,0-1 0,0-1 0,0 1 0,-1-2 1,1 1-1,-1-2 0,1 1 0,0-2 0,-1 1 0,1-2 1,-1 1-1,1-2 0,0 1 0,0-2 0,0 1 0,1-1 1,-1-1-1,1 0 0,0-1 0,0 1 0,0-2 0,-2-2 269,-59-64-1408,63 64 1942,1 0 1,0 0-1,1-1 0,0 0 0,0 0 0,1-1 1,1 0-1,-1 0 0,2 0 0,0 0 1,0 0-1,0-4-534,3 7 74,1 1 0,0 0 0,1 0 0,0-1 0,0 1 0,0 0 0,1 0 0,0 1-1,0-1 1,0 1 0,1-1 0,0 1 0,1 0 0,-1 0 0,1 1 0,0-1 0,0 1 0,1 0 0,0 1 0,0-1 0,0 1-74,-1 0 35,183-156 207,8 9 0,55-24-242,-192 134-121,48-34-947</inkml:trace>
  <inkml:trace contextRef="#ctx0" brushRef="#br1" timeOffset="28743.349">1 494 29038,'0'0'655,"0"0"-371,4 26-104,39 272 468,30 627 476,-39 120-1124,-33-989 11,33 617 469,59 238-480,-18-300-277,-72-597-181,0-23-113,2-26-525,0-18-780</inkml:trace>
  <inkml:trace contextRef="#ctx0" brushRef="#br1" timeOffset="29464.538">1203 1 28054,'0'0'693,"0"0"-416,0 0-188,23 9 6,151 52 329,280 49 210,-248-61-497,1-8-1,2-10 0,2-9 0,0-10 0,0-8 0,32-11-136,-103 7-11,1899-56 34,1992 18-15,-3684 36-7,377 2 1,1409-18 11,-1077 16 0,-878 11-13,-1 9 0,0 7 0,108 32 0,-78 17-1651,-158-54-2281</inkml:trace>
  <inkml:trace contextRef="#ctx0" brushRef="#br1" timeOffset="29837.98">14842 204 26286,'0'0'2778,"0"0"-2045,0 0-641,2 33-35,7 290 433,-59 602 569,3-146-395,42-339-331,42 325-333,-29-679-9,1-8-39,-4 0 0,-3 1 0,-4 22 48,-37 24-1694,6-79-1521</inkml:trace>
  <inkml:trace contextRef="#ctx0" brushRef="#br1" timeOffset="30617.522">1229 5244 26790,'37'-6'805,"605"-100"90,619-63 303,73 50-1198,1255 20 45,-254 123 90,1089-17 1172,-2702 16-1137,-695-21-172,-13-2-4,0 0 0,0 2 1,0 0-1,0 0 0,-1 1 0,1 1 0,-1 0 0,0 1 1,5 3 5,-2 7-639,-14 0-1415</inkml:trace>
  <inkml:trace contextRef="#ctx0" brushRef="#br1" timeOffset="32958.548">6387 6631 28846,'0'0'771,"0"0"-380,0 0-217,0 0 73,0 0 65,0 0-70,23-17-89,154-113 59,-130 96-145,-1-2 0,-2-2 0,-2-2 0,-2-2-1,-1-1 1,-2-3 0,13-24-67,166-280 206,-173 315-198,-25 70-28,-8 285 20,-10 26 13,15-233-10,-14-110-3,0 0 0,0-1 1,1 1-1,-1 0 0,1-1 0,-1 1 1,1 0-1,0-1 0,0 0 0,0 1 1,0-1-1,0 0 0,1 0 0,-1-1 1,1 1-1,-1 0 0,1-1 0,0 1 1,0-1-1,-1 0 0,1 0 1,0 0-1,0 0 0,0-1 0,0 1 1,0-1-1,0 0 0,0 1 0,1-1 1,-1-1-1,0 1 0,0 0 0,0-1 1,0 0-1,2 0 0,8-4 5,0-1 0,-1 0 0,1 0 0,-1-1 0,0-1 0,-1 0 0,0-1-1,0 0 1,-1-1 0,0 0 0,6-8-5,0 1 1,87-95 4,-4-5 1,-6-5 0,-6-3-1,32-66-5,-75 116 6,-4-3-1,-3-1 0,-4-1 1,20-78-6,-46 137 48,-7 32 33,-1 19-86,-6 112 46,-5 0 0,-14 41-41,8-56 46,1-1 6,-25 188 228,1 247-280,39 442 49,4-942-49,-3 1 0,-3-1 0,-2 0 0,-4 0 0,-1 0 0,-4-2 0,-2 0 0,-2 0 0,-8 9 0,25-64 0,0 0 0,0 0 0,-1 0 0,0 0 0,0 0 0,0 0 0,0-1 0,0 0 0,-1 1 0,0-1 0,1 0 0,-1-1 0,0 1 0,0-1 0,-1 0 0,1 0 0,0 0 0,-1 0 0,0-1 0,1 0 0,-1 0 0,0 0 0,1 0 0,-1-1 0,0 0 0,0 0 0,1 0 0,-1 0 0,0-1 0,0 0 0,1 0 0,-1 0 0,-1-1 0,-9-5 0,0-1 0,0-1 0,1 0 0,0-1 0,1 0 0,0-1 0,1 0 0,0-1 0,0-1 0,1 0 0,1-1 0,0 1 0,1-2 0,1 0 0,0 0 0,1 0 0,1-1 0,0 0 0,1 0 0,1 0 0,-2-13 0,-2-11 0,2-1 0,2 0 0,1 0 0,3 0 0,1 0 0,2 0 0,1 0 0,3 0 0,1 1 0,2 0 0,2 0 0,1 1 0,2 1 0,2 1 0,6-9 0,66-95-8,5 4-1,6 4 1,7 5-1,4 4 1,6 5-1,104-80 9,-22 16-444,-38 33-813</inkml:trace>
  <inkml:trace contextRef="#ctx0" brushRef="#br1" timeOffset="138083.601">9944 6886 23885,'0'0'4094,"0"0"-2713,0 0-669,0 0-205,0 0-71,35-20-14,-24 14-387,28-17 66,0 2 1,2 1 0,0 2-1,1 3 1,1 1 0,31-6-102,193-20 251,2 13 0,218 6-251,-147 8 30,1017-55-465,-1332 68 101,26-3-145,-17-3-3417,-8-3-10003</inkml:trace>
  <inkml:trace contextRef="#ctx0" brushRef="#br1" timeOffset="138399.838">12625 6241 26350,'0'0'3399,"0"0"-2421,22-2-786,-7 0-161,1 0 20,0 0 0,0 1 0,1 1 0,-1 0-1,0 1 1,0 1 0,0 1 0,0 0 0,0 1-51,78 23 242,0 4-1,-3 4 1,-1 4 0,-2 3-1,71 48-241,-146-82 11,-1 2 0,0-1 0,0 1 0,-1 1 0,0 0 0,-1 1 0,0 0-1,-1 0 1,4 8-11,-10-15 1,-1 0 0,1 0 0,-1 0 1,0 0-1,-1 1 0,1-1 0,-1 0 0,0 1 0,0-1 0,-1 1 0,0-1 0,0 1 0,0-1 0,-1 1 0,1-1 0,-1 1 0,-1-1 0,1 1 0,-1-1 0,0 0 0,0 0 0,0 0 0,-1 0 0,0 0 0,0-1 0,0 1 0,0-1 0,-1 0 0,0 1-1,-18 16 2,-1-1 1,0-2-1,-2 0 0,0-1 0,-1-2 0,0 0 0,-8 1-2,-220 103-799,-100 24 799,304-123-341,-41 15-2691,32-17-6103</inkml:trace>
  <inkml:trace contextRef="#ctx0" brushRef="#br1" timeOffset="138880.637">15922 5425 29646,'0'0'937,"0"0"-649,0 0-88,131 49 56,-82-26 56,-1 2-64,-4 2-144,-7 2-64,-12 8-40,-25 36-56,-7-9-384,-25-4-1361</inkml:trace>
  <inkml:trace contextRef="#ctx0" brushRef="#br1" timeOffset="139179.228">14586 6552 26286,'0'0'2544,"0"0"-1609,36-5-524,626-147 781,-512 113-1087,123-31 157,106-7-262,-225 65 249,-153 12-247,1 0-1,-1 0 1,1 0-1,-1 0 1,1 0 0,-1 0-1,1 0 1,-1 1-1,0-1 1,1 0-1,-1 1 1,0-1 0,1 1-1,-1 0 1,0-1-1,0 1 1,1 0-1,-1 0 1,0 0 0,0 0-1,0 0 1,0 0-1,0 0 1,0 0-1,0 0 1,-1 1-1,1-1 1,0 0 0,-1 1-1,1-1 1,-1 0-1,1 1 1,-1-1-1,0 0 1,1 1 0,-1-1-1,0 1 1,0-1-1,0 1 1,0-1-1,0 1 1,0-1 0,-1 0-1,1 1 1,0-1-1,-1 1-1,-1 10 3,-1 0 0,-1 0 0,0 0 0,0 0 0,-1-1 0,-1 0 0,0 0 0,0 0 0,-1-1 0,0 0 0,-1 0 0,0-1 1,-1 0-1,0 0 0,-5 3-3,7-4 2,-201 196 83,-226 170-85,223-199 17,-152 136-17,-69 98 0,405-381-18,17-20-12,0 2-1,0-1 1,2 2-1,-1-1 1,1 1-1,1 0 0,0 1 1,0-1-1,1 1 1,-1 4 30,6 5-752,14-18-1029</inkml:trace>
  <inkml:trace contextRef="#ctx0" brushRef="#br1" timeOffset="139427.019">16148 6994 30054,'0'0'841,"-58"168"-377,-15-12-224,-13 43 120,3 8 16,10-6-168,20-27-120,16-39-72,14-36 0,14-36-16,6-28-72,3-10-168,0-19-152,30-39-168,2-25-336,8-21-1601</inkml:trace>
  <inkml:trace contextRef="#ctx0" brushRef="#br1" timeOffset="139630.644">16754 6851 19548,'0'0'8642,"0"0"-6237,0 0-1935,-23 3-212,14-1-235,-6-1 7,0 2 1,0 0 0,0 1 0,0 0-1,0 1 1,1 0 0,0 2 0,0 0 0,1 0-1,0 1 1,-1 1-31,-22 17 16,2 2 1,0 1-1,2 1 0,1 2 1,2 1-1,1 2 0,2 0 1,1 2-1,-13 28-16,34-58 0,0 1 0,0-1 0,1 1 1,1 0-1,-1 0 0,1 1 0,0-1 0,1 0 1,0 1-1,0-1 0,1 0 0,0 1 0,0-1 0,1 1 1,0-1-1,1 0 0,0 1 0,0-1 0,1 0 1,0 0-1,3 6 0,5-4 1,0-2 0,0 1 0,1-1 0,0-1 0,0 0 0,1-1 0,-1 0 0,1-1 0,1-1 0,-1 0 0,1 0 0,-1-1 0,1-1 0,0-1 0,0 0 0,2 0-1,19 3-210,1-1 0,-1-2-1,1-2 1,-1-1 0,1-1 0,-1-2 0,-1-2 0,1-1 0,-1-2 0,0-1 0,25-12 210,34-21-2878</inkml:trace>
  <inkml:trace contextRef="#ctx0" brushRef="#br1" timeOffset="139863.49">17456 6625 30166,'-23'145'721,"-14"38"-329,-2 45-248,0 8 256,5-10-64,1 8-144,1-8-128,7-18-48,9-49 0,6-53-16,10-48-64,0-33-232,0-13-144,0-22-248,0-21-209,0-23-1495</inkml:trace>
  <inkml:trace contextRef="#ctx0" brushRef="#br1" timeOffset="140066.647">17387 7498 28182,'0'0'1136,"0"0"-488,0 0-336,166-29-119,-88 29-177,56 10-16,-19 7-953,-4-9-13298</inkml:trace>
  <inkml:trace contextRef="#ctx0" brushRef="#br1" timeOffset="140298.754">19055 6646 29038,'0'0'624,"0"0"-296,171 0 88,-58 0-15,-3 0-81,3-2-144,-5 0-80,-20 2-80,-1 0-16,-11 0-336,-23 10-937,-20 0-1783</inkml:trace>
  <inkml:trace contextRef="#ctx0" brushRef="#br1" timeOffset="140470.492">19368 7092 27422,'-129'99'896,"-16"19"-400,23 5-264,16 5-152,26-12-80,31-29-608,31-37-3625</inkml:trace>
  <inkml:trace contextRef="#ctx0" brushRef="#br1" timeOffset="140784.71">19449 7587 29126,'-15'25'694,"-185"290"453,181-278-1079,20-37-67,-1 0 0,0 0 1,1-1-1,-1 1 0,0 0 1,1 0-1,-1 0 1,1-1-1,-1 1 0,0 0 1,1 0-1,-1 0 0,1 0 1,-1 0-1,0 0 1,1 0-1,-1 0 0,1 0 1,-1 0-1,1 0 0,-1 0 1,0 0-1,1 0 1,-1 0-1,1 1 0,-1-1 1,0 0-1,1 0 0,-1 0 1,0 1-1,1-1 1,-1 0-1,0 0 0,1 1 1,-1-1-1,0 0 0,1 1 1,-1-1-1,0 0 0,0 1 1,0-1-1,1 0 1,-1 1-1,0-1 0,0 1 1,0-1-1,0 0 0,0 1 1,0-1-1,1 1 1,-1-1-1,0 0 0,0 1 1,0-1-1,-1 1 0,1-1 1,0 1-1,0-1 1,0 1-2,36-26 19,-35 25-18,215-195-433,-172 149 282,2 1-1,2 3 1,2 2 0,2 2 0,1 2-1,50-24 151,37 26 99,-138 33-83,1 1-1,0 0 1,0 0 0,-1 0-1,1 0 1,0 1 0,-1-1-1,1 1 1,0 0 0,-1-1-1,1 1 1,-1 0 0,1 1-1,-1-1 1,1 0 0,-1 1-1,0-1 1,0 1 0,0 0-1,0 0 1,0 0 0,0 0-1,0 0 1,-1 0 0,1 0-1,-1 0 1,1 1 0,-1-1-1,0 1 1,0-1 0,0 1-1,0-1 1,-1 1 0,1 0-1,-1-1 1,1 1 0,-1 0-1,0 0 1,0-1 0,0 1-1,0 0 1,-1-1 0,1 1-1,-1 0 1,0-1 0,1 1-1,-2 1-15,-3 16 54,-1 0-1,-1 0 1,0-1-1,-2 1 0,0-2 1,-1 1-1,-1-2 1,0 1-1,-2-2 1,0 1-1,-1-2 0,0 0 1,-1 0-1,-10 6-53,17-13 9,-133 107 58,138-114-84,3-1 13,0-1 1,0 1-1,1-1 0,-1 1 0,0-1 0,0 1 1,0 0-1,0-1 0,0 1 0,0-1 0,0 1 1,0-1-1,-1 1 0,1-1 0,0 1 0,0 0 1,0-1-1,0 1 0,-1-1 0,1 1 0,0 0 1,0-1-1,-1 1 0,1 0 0,0-1 0,0 1 1,-1 0-1,1-1 0,0 1 0,-1 0 0,1-1 0,-1 1 1,1 0-1,0 0 0,-1 0 0,1 0 0,-1-1 1,1 1-1,-1 0 0,1 0 0,0 0 0,-1 0 1,1 0-1,-1 0 0,1 0 0,-1 0 0,1 0 1,-1 0-1,1 0 0,0 0 0,-1 0 0,1 1 1,-1-1-1,1 0 0,-1 0 0,1 0 0,0 1 1,-1-1-1,1 0 0,0 0 4,73-156-2738,-17 63-719</inkml:trace>
  <inkml:trace contextRef="#ctx0" brushRef="#br1" timeOffset="141065.776">21258 6268 27582,'20'0'811,"-6"-1"-692,-1 0 0,1 1 0,-1 0 0,1 1 0,-1 0 0,1 1 1,-1 1-1,0 0 0,0 1 0,0 0 0,-1 1 0,1 1 0,-1 0 0,0 0 0,-1 1 1,1 1-1,-1 0 0,-1 0 0,0 1 0,0 0 0,-1 1 0,5 5-119,-9-1 46,1-1-1,-1 1 1,-1 0-1,-1 0 1,0 0-1,0 0 1,-2 1-1,1-1 1,-2 1-1,0-1 1,-1 1-1,0-1 1,-2 1-1,1-1 1,-2 0-1,0 0 1,-3 9-46,-8 16 44,-1-1 1,-1 0-1,-3-1 1,-1-1-1,-14 17-44,7-12-22,-1-1 0,-3-2 0,-1-1 0,-1-1 0,-2-2 0,-2-2 0,-1-1 0,-1-3 0,-1 0 0,-2-3 0,-36 16 22,71-38-59,5-1-2,-1 0 1,0 1 0,0-2-1,0 1 1,-1 0-1,1-1 1,0 0 0,-1 0-1,1 0 1,0 0-1,-1-1 1,1 0 0,-1 0-1,1 0 1,-1 0-1,1-1 1,-1 0 0,1 0-1,0 0 1,-3-1 60,4-4-271,0 0-1,0 0 1,1-1 0,0 1-1,0-1 1,0 1 0,1-1-1,0 0 1,0 1 0,1-1 0,0 0-1,0 0 1,2-6 271,-2 2-597,0-60-4102</inkml:trace>
  <inkml:trace contextRef="#ctx0" brushRef="#br1" timeOffset="141379.741">21030 6621 27598,'0'0'1852,"0"19"-1212,-49 560 951,46-239-1150,3-320-423,2 0 1,0 0-1,1-1 1,1 1-1,1-1 1,1 0-1,1 0 1,0 0-1,1-1 1,1 0-1,1-1 1,0 1-1,2-2 1,0 0-1,0 0 1,12 9-19,48 34 41,2-4 1,3-2 0,49 22-42,-112-66 0,-12-8 0,75 57-7,-75-56 5,0 0 0,0 0 0,0 0 0,-1 0 0,1 0 0,-1 1-1,1-1 1,-1 0 0,0 1 0,0-1 0,0 1 0,0-1 0,0 1 0,-1 0-1,1-1 1,-1 1 0,0 0 0,0-1 0,0 1 0,0 0 0,0 0 0,0-1 0,-1 1-1,0 0 1,1-1 0,-1 1 0,0-1 0,0 1 0,0-1 0,0 1 0,-1-1 0,1 0-1,-1 0 1,-1 2 2,-13 10-54,0-1 0,-1 0 0,-1-2 1,0 0-1,0 0 0,-1-2 0,0 0 0,-1-2 0,-18 5 54,-82 28-115,-2-5 1,-1-6-1,-2-5 1,0-6-1,-1-5 1,-122-4 114,74-12-43,173 3 46,0 0-1,0 0 0,-1-1 1,1 1-1,0 0 0,-1-1 1,1 1-1,0-1 0,0 1 1,0-1-1,0 1 0,-1-1 1,1 0-1,0 0 0,0 0 0,0 1 1,0-1-1,1 0 0,-1 0 1,0 0-1,0-1 0,1 1 1,-1 0-1,0 0 0,1 0 1,-1 0-1,1-1 0,-1 1 1,1 0-1,0 0 0,0-1 1,0 1-1,-1 0 0,1-1 1,0 1-1,0 0 0,1-1 1,-1 1-1,0 0 0,0 0 0,1-1 1,-1 1-1,1 0 0,-1 0 1,1-1-1,0 0-2,38-46 88,6 17-65,1 3 1,2 1-1,0 3 1,34-11-24,-46 19 14,326-130-878,6 16 0,147-22 864,-464 137-5035</inkml:trace>
  <inkml:trace contextRef="#ctx0" brushRef="#br1" timeOffset="141739.349">15259 9324 29702,'0'0'801,"278"-107"-457,40 36-96,102-3-16,68 15 80,37 22-16,-4 21-56,18 14-56,-5 2-72,-15 12-80,-24 9-8,-34 4-24,-30 6 0,-49 23 0,-112-5-200,-72-3-912</inkml:trace>
  <inkml:trace contextRef="#ctx0" brushRef="#br1" timeOffset="173160.857">6986 9443 22085,'0'0'7441,"173"0"-6889,2-13-272,39-10-63,14-1 71,-7-8-72,-23 16-112,-13-1-104,-54 9-504,-32 2-2737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17:29.49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7375 1525 29222,'0'0'2161,"0"0"-1945,152-23-152,-9 8-64,58 7 48,34 4 216,6 4-136,-6 0-16,-23 2-72,-9 10-8,-14 5-16,-21 0-16,-41-1 0,-33-1-16,-20 1-272,-32-3-272,-15-5-1513</inkml:trace>
  <inkml:trace contextRef="#ctx0" brushRef="#br0" timeOffset="1257.61">8050 59 30655,'0'0'554,"0"0"-355,0 0-146,29 18-22,94 59-12,-107-67-16,131 98 24,-143-103-27,0 0 1,0 0 0,0 0-1,-1 0 1,0 0 0,0 1-1,-1-1 1,1 1 0,-1 0-1,0 0 1,-1 0 0,1 0-1,-1 0 1,-1 0 0,1 0-1,-1 0 1,0 1 0,0-1-1,-1 0 1,0 0 0,0 0-1,0 0 1,-1 0 0,0 0-1,0 0 0,-6 10-10,-2 1 1,0-2-1,-1 1 0,0-2 0,-1 1 0,-1-2 0,0 1 0,-1-2 0,0 0 0,-1-1 0,0 0 10,-3 4-19,-1 0 1,0-2-1,-1 0 1,0-1-1,-1-1 1,0-1-1,-1-1 1,0-1-1,0-1 0,-1 0 1,0-2-1,-22 2 19,44-8-23,0 0 0,0 0 0,0 0 0,0 0 0,0 0 0,0 0 0,0 0 0,0 0 0,1-1-1,-1 1 1,0 0 0,1 0 0,-1-1 0,1 1 0,0-1 0,-1 1 0,1 0 0,0-1 0,0 1 0,0-1-1,0 1 1,0 0 0,0-1 0,0 1 0,1-1 0,-1 1 0,0 0 0,1-1 0,-1 1 0,1 0 0,-1-1-1,1 1 1,0 0 0,0 0 0,-1-1 0,1 1 0,0 0 0,0 0 0,0 0 0,0 0 0,0 0 0,1 1 0,-1-1-1,0 0 1,0 0 0,1 1 0,-1-1 0,0 1 0,1-1 0,-1 1 0,2-1 23,12-13-18,0 1 0,2 1 0,0 0 0,0 1 0,1 1 0,0 0 0,0 2 0,1 0 0,1 1 0,-1 1 0,1 1 0,0 0 0,0 2 0,1 0 0,-1 1 0,9 2 18,-26 2 27,0 1-1,0 0 1,0 0 0,-1 0 0,1 1 0,-1-1 0,0 1-1,0-1 1,0 1 0,0 0 0,-1 0 0,0 0 0,1-1-1,-1 2 1,-1-1 0,1 0 0,-1 0 0,1 0 0,-1 0-1,0 0 1,-1 0 0,1 0 0,-1 0 0,0 0 0,0 0 0,0 0-1,0 0 1,-1 0 0,1 0 0,-1 0 0,0-1 0,0 1-27,-15 34 119,-2 0 1,-2-1-1,-1-1 1,-1-2-1,-13 14-119,-40 62 31,53-67-65,29-32-196,27-14-500,15-16-901</inkml:trace>
  <inkml:trace contextRef="#ctx0" brushRef="#br0" timeOffset="1645.175">9078 594 25037,'0'0'3565,"0"0"-2414,0 0-578,24-18 44,76-56-119,-88 64-450,0 0 0,-1 0 0,0-1 0,0 0 0,-1-1 0,-1 0 0,0-1 0,0 0 0,-2-1 0,1 1 0,-2-1 1,2-7-49,-2 6-1,-1-1 0,0 1 0,-1-1 0,-1-1 0,-1 1 0,0 0 1,-1-1-1,-1 1 0,0-1 0,-2 1 0,0 0 0,0 0 0,-1-1 1,-3-4 0,4 16-3,1 0 1,-1 0 0,-1 0 0,1 0 0,-1 0 0,0 1 0,0-1 0,0 1-1,0 0 1,-1 0 0,0 0 0,0 0 0,0 0 0,0 1 0,-1 0 0,1 0-1,-1 0 1,0 1 0,0-1 0,0 1 0,0 0 0,0 1 0,0-1 0,-1 1-1,1 0 1,0 0 0,-1 1 0,1-1 0,-1 1 0,1 0 0,0 1 0,-1 0 0,1-1-1,0 2 1,-1-1 0,1 0 0,0 1 0,0 0 0,0 1 0,0-1 0,0 1-1,1 0 1,-1 0 0,0 1 2,-5 4 1,0 0 0,0 1 0,1 0 0,1 1 1,-1 0-1,2 1 0,-1-1 0,1 1 0,1 1 0,0-1 0,1 1 0,0 0 0,1 0 0,0 1 0,1-1 0,0 1 1,1 0-1,0 0 0,1 0 0,1 0 0,0 4-1,3-11 0,0 1 1,1 0-1,0-1 0,0 0 1,0 0-1,1 0 0,-1 0 1,1-1-1,1 1 0,-1-1 1,1-1-1,0 1 0,0-1 1,0 0-1,1 0 0,0-1 1,-1 0-1,1 0 0,0 0 1,0-1-1,1 0 0,2 0 0,30 15 1,-30-13-1,1 2-1,0 0 1,-1 0 0,0 1-1,-1 0 1,0 0 0,0 1-1,0 1 1,-1-1 0,0 1-1,-1 1 1,0 0 0,0-1-1,-1 2 1,-1-1 0,0 1-1,0 0 1,-1 0 0,0 0-1,-1 1 1,0 0 0,-1-1-1,0 1 1,-1 0 0,0 6 0,-3 34-152,-3 1 0,-1-1 1,-3 0-1,-2-1 0,-3 0 0,-1 0 1,-3-2-1,-2 0 0,-21 36 152,16-29-4459</inkml:trace>
  <inkml:trace contextRef="#ctx0" brushRef="#br0" timeOffset="311.435">8241 1800 30951,'0'0'532,"-27"27"-324,-57 57-149,3 3 1,5 3-1,-19 34-59,63-79 26,2 1 0,2 2-1,2 1 1,2 1 0,3 1-1,1 1 1,3 0 0,3 2-1,-3 21-25,16-68 1,1 1 1,-1-1-1,2 0 0,-1 1 1,1-1-1,0 0 0,0 1 0,1-1 1,0 0-1,0 0 0,1 0 0,0-1 1,0 1-1,1 0 0,0-1 0,0 0 1,0 0-1,1 0 0,-1-1 0,1 1 1,1-1-1,-1 0 0,1-1 0,0 1 1,0-1-1,0 0 0,1-1 1,-1 0-1,1 0 0,0 0 0,0 0 1,0-1-1,0-1 0,0 1 0,1-1 1,-1 0-1,3-1-1,17 1-21,1-2 0,-1-2 1,0 0-1,0-2 0,0-1 1,0-1-1,-1-1 0,0-1 0,-1-1 1,0-2-1,-1 0 0,0-2 0,-1-1 1,0 0-1,-1-2 0,-1 0 1,-1-2-1,-1 0 0,0-1 0,-1-1 1,-2-1-1,0 0 0,-1-1 0,3-8 21,-11 17-2,1 0-1,-2 0 0,0-1 0,-1 0 0,-1 0 0,0 0 0,-1-1 0,0 1 0,-2-1 1,1 0-1,-2 1 0,0-3 3,-1 14 1,1 0 0,-1 0 0,0 0 0,0 0 0,0 0 0,-1 1-1,0-1 1,1 0 0,-1 0 0,0 1 0,-1-1 0,1 1 0,-1 0 0,1 0 0,-1 0 0,0 0 0,0 0 0,0 0 0,-1 1 0,1 0 0,0 0 0,-1-1 0,0 2 0,0-1 0,1 0 0,-1 1 0,0 0 0,0 0 0,0 0 0,0 0-1,0 1 1,-3-1-1,-139 8 63,124-2-50,0 2 0,0 1-1,1 1 1,1 0 0,-1 2 0,1 0 0,1 1-1,0 1 1,1 1 0,1 1 0,0 0-1,-10 13-12,24-27-20,1 1 0,0 0 0,-1 0 0,1 1-1,0-1 1,0 1 0,0-1 0,0 1 0,1-1-1,-1 1 1,1 0 0,0 0 0,-1 0 0,1 0-1,0 0 1,1 0 0,-1 0 0,1 0-1,-1 0 1,1 0 0,0 0 0,0 0 0,0 0-1,0 1 1,1-1 0,-1 0 0,1 0 0,0 0-1,0 0 1,0 0 0,0 0 0,1-1 0,-1 1-1,1 0 1,0 0 0,-1-1 0,1 1-1,0-1 1,2 1 20,37 15-1780,9-15-1868</inkml:trace>
  <inkml:trace contextRef="#ctx0" brushRef="#br0" timeOffset="564.292">8877 2031 28902,'0'0'1657,"0"0"-1377,0 0-192,0 0 168,-76 111 104,69-52-120,7 5-104,19 2-72,20 0-16,14-3-24,2-9-16,5-9 8,0-7-16,30-22-24,-14-8-512,-12-8-937</inkml:trace>
  <inkml:trace contextRef="#ctx0" brushRef="#br0" timeOffset="750.586">9188 2265 31103,'-55'116'744,"-5"29"-480,-2 15-160,16-15 64,16-39-56,14-30-80,11-22-32,5-17-400,23-30-320,12-7-1281,2-4-4528</inkml:trace>
  <inkml:trace contextRef="#ctx0" brushRef="#br0" timeOffset="-1140.236">3572 1089 22941,'0'0'5328,"0"0"-3556,0 0-1033,0 0-183,0 0-107,-8-7-83,4 4-327,3 2-29,-1 0-1,1 0 1,-1 0 0,1 0 0,-1 0 0,1 0-1,0-1 1,-1 1 0,1-1 0,0 1 0,0-1-1,0 1 1,0-1 0,0 1 0,0-1 0,1 0-1,-1 0 1,1 1 0,-1-1 0,1 0 0,-1 0-1,1 0 1,0 1 0,0-1 0,0 0 0,0 0-1,0 0 1,1 0 0,-1 0 0,0 1 0,1-1-1,-1 0 1,1 0 0,0 1 0,0-1-1,-1 0 1,1 1 0,0-1 0,0 1 0,1-1-10,12-12 6,0 0 0,1 1 0,0 1 0,1 0 1,1 1-1,0 1 0,0 0 0,1 1 0,0 2 0,1-1 1,0 2-1,0 1 0,0 0 0,0 1 0,1 1 1,0 1-1,-1 1 0,1 0 0,0 2 0,0 0 0,0 1 1,-1 2-1,1-1 0,-1 2 0,0 1 0,0 0 0,-1 2 1,0 0-1,0 0 0,16 12-6,-8-4 0,-1 0 0,-1 2 0,-1 0 0,0 2 0,-1 0 0,-2 2 0,0 0 0,-1 1 0,-1 1 0,-2 1 0,0 0 0,-1 1 0,-2 1 0,-1 0 0,-1 1 0,-1 0 0,-2 1 0,0 0 0,-2 0 0,1 26 0,-4-28 0,-2 0 0,0-1 0,-2 1 0,-1 0 0,-2 0 0,0-1 0,-2 0 0,0 0 0,-3 4 0,0-8-3,-1 1-1,-1-2 1,-1 1 0,-1-2-1,-1 1 1,0-2 0,-2 0-1,0-1 1,-1 0 0,-1-2-1,0 0 1,-1-1 0,-1 0-1,-5 1 4,24-15-44,-1 1 0,1-1 0,-1 1 0,1-1 0,-1 0 0,0 1 0,1-1 0,-1 0 0,0 0 0,0 0 0,0-1-1,0 1 1,0 0 0,0-1 0,0 1 0,0-1 0,0 0 0,0 1 0,0-1 0,-1 0 0,1 0 0,0-1 0,0 1 0,0 0 0,0-1-1,0 1 1,0-1 0,0 0 0,0 1 0,0-1 0,0 0 0,0 0 0,1-1 0,-1 1 0,0 0 0,1 0 0,-1-1 0,1 1-1,-1-1 1,1 1 0,0-1 0,-1 0 44,-2-29-2111</inkml:trace>
  <inkml:trace contextRef="#ctx0" brushRef="#br0" timeOffset="-793.075">5104 787 9962,'0'0'16501,"0"0"-12543,0 0-3391,-20 0-110,2 0-344,7 0-52,0 0 0,0 0 0,0 2-1,0-1 1,0 1 0,0 1-1,0-1 1,1 2 0,-1 0 0,-8 4-61,-30 20 73,1 2 1,1 3 0,2 1-1,1 2 1,2 2 0,1 2-1,2 2 1,-23 33-74,39-46 1,2 1 0,1 0 0,1 2 0,2 0 0,1 1 0,1 1 0,3 0 0,0 1 0,2 0 0,2 0 0,1 1 0,1 9-1,5-35 0,0 0 0,2 0 0,-1 0 0,1 0 0,0 0 0,1 0 0,0-1 0,1 1 0,0 0 0,0-1 0,1 0 0,0 0 0,1 0 0,0 0 0,1-1 0,-1 0 0,1 0 0,1 0 0,0-1 0,0 0 0,0 0 0,6 3 0,13 8-13,0-2 0,2-1-1,-1-2 1,2 0 0,0-2 0,0-1-1,1-1 1,0-2 0,1-1 0,-1-1-1,1-2 1,0 0 0,0-3 0,0 0-1,16-4 14,250-14-2327,-196-5-404</inkml:trace>
  <inkml:trace contextRef="#ctx0" brushRef="#br0" timeOffset="-532.52">5502 1348 30959,'0'0'656,"0"0"-384,0 0-272,0 0 40,0 0 144,148 0-16,-68 0-88,1 2-80,0 5-112,4 3-440,-23-2-793,-18-1-2703</inkml:trace>
  <inkml:trace contextRef="#ctx0" brushRef="#br0" timeOffset="-267.233">5698 1572 29086,'0'0'1697,"0"0"-1401,0 0-248,0 0 120,0 0 32,189 2-128,-35-12-72,-18-5-1112,-2-1-1753</inkml:trace>
  <inkml:trace contextRef="#ctx0" brushRef="#br0" timeOffset="19534.608">1475 9030 25669,'0'0'2948,"0"0"-1699,0 0-709,0 0-67,0 0 17,17-21-68,240-306 203,-113 146-525,-143 180-100,0-1 0,0 0 0,0 1 0,0-1 0,0 1 0,0-1 0,1 1 0,-1 0 0,1-1 0,-1 1 0,1 0 0,-1 0-1,1 0 1,0 0 0,-1 0 0,1 1 0,0-1 0,0 0 0,0 1 0,-1-1 0,1 1 0,0 0 0,0 0 0,0-1 0,0 1 0,0 0 0,0 1 0,0-1-1,0 0 1,0 1 0,-1-1 0,1 1 0,0-1 0,0 1 0,0 0 0,-1 0 0,1 0 0,0 0 0,-1 0 0,1 0 0,-1 0 0,1 0 0,-1 1 0,0-1-1,1 1 1,-1-1 0,0 1 0,0-1 0,0 1 0,0 0 0,0-1 0,-1 1 0,1 0 0,0 0 0,-1 0 0,1 0 0,-1-1 0,0 1 0,0 0 0,1 0-1,-1 0 1,-1 0 0,1 0 0,0 0 0,24 275-16,-9 240 7,13-360 15,-27-153-6,1 1 0,0-1 0,0 0 0,0 0 1,0 0-1,1 0 0,-1 0 0,1-1 0,0 1 1,0-1-1,1 1 0,-1-1 0,1 0 1,-1-1-1,1 1 0,0-1 0,0 1 0,0-1 1,0 0-1,1-1 0,-1 1 0,0-1 0,1 0 1,-1 0-1,1 0 0,0 0 0,-1-1 1,1 0-1,-1 0 0,5-1 0,0 0 1,0-1 0,0-1 0,-1 0 1,1 0-1,-1 0 0,0-1 0,0 0 0,0-1 1,-1 0-1,1 0 0,-1-1 0,-1 0 0,1 0 0,-1 0 1,0-1-1,0 0 0,0-2-1,45-53 0,-3-2 0,-3-2 0,-3-3 0,-3-1 0,20-53 0,-22 45 1,-3-2 1,-4-1-1,-4-2 0,8-43-1,-41 230 240,-2-19-238,-60 723-1,64-626-1,1 17 0,-8-1 0,-8-1 0,-12 11 0,-29-1 0,57-197 0,-1 0 0,0-1 0,-1 0 0,0 0 0,0 0 0,0-1 0,-2 0 0,1 0 0,-1 0 0,0-1 0,0-1 0,0 1 0,-1-1 0,0 0 0,-1-1 0,1 0 0,-1-1 0,-10 3 0,13-4 0,0-1 0,0 0 0,0 0 0,0-1 0,0 0 0,-1 0 0,1-1 0,0 0 0,0 0 0,-1-1 0,1 1 0,0-2 0,0 1 0,0-1 0,0 0 0,0 0 0,0-1 0,1 0 0,-1 0 0,1-1 0,-1 0 0,1 0 0,1 0 0,-1-1 0,1 0 0,-1 0 0,1 0 0,1-1 0,-1 0 0,1 0 0,0 0 0,0 0 0,1 0 0,0-1 0,-1-3 0,-5-14 0,2-1 0,1 0 0,1 0 0,1 0 0,1-1 0,2 1 0,0-1 0,3-22 0,1 8-16,1-1 0,2 1 1,2 0-1,2 1 0,1 0 0,2 1 1,2 0-1,1 1 0,2 0 0,2 2 1,19-28 15,51-64-434,5 5 0,5 3 0,10 0 434,-4 2-1574,-9 6-2659</inkml:trace>
  <inkml:trace contextRef="#ctx0" brushRef="#br0" timeOffset="21419.065">8154 10021 31815,'0'0'784,"0"0"-616,0 0-168,0 0 0,0 0 0,0 0-312,0 0-1392,62-102-4466</inkml:trace>
  <inkml:trace contextRef="#ctx0" brushRef="#br0" timeOffset="21673.759">8202 10386 23493,'0'0'8178,"0"0"-7722,0 0-408,0 0-48,180-35-384,-116-7-3665</inkml:trace>
  <inkml:trace contextRef="#ctx0" brushRef="#br0" timeOffset="19812.575">4793 7923 29870,'0'0'753,"0"0"-337,0 0-232,20 122 176,-20-78-192,0-1-168,-16 22-112,-14-14-752,0-7-2049</inkml:trace>
  <inkml:trace contextRef="#ctx0" brushRef="#br0" timeOffset="20076.333">3998 8787 30663,'0'0'688,"0"0"-520,0 0-104,0 0 256,170-35-80,-84 6-136,4 2-104,-5 6 0,14 21-512,-28 0-312,-18 15-1625</inkml:trace>
  <inkml:trace contextRef="#ctx0" brushRef="#br0" timeOffset="20077.333">4132 9720 30551,'0'0'712,"0"0"-496,0 0-144,4 123-56,72-123 8,7-31 16,21-27-16,4-17-8,-18-2-16,2-10-88,-18 2-344,-14-16-481,-23 20-943,-19 14-3697</inkml:trace>
  <inkml:trace contextRef="#ctx0" brushRef="#br0" timeOffset="20326.934">4689 9098 27646,'-42'143'870,"6"2"1,6 1-1,6 1 0,8 1 1,4 33-871,10 212 538,29-298-320,-26-93-217,0 0-1,0 0 0,0 0 1,1 0-1,-1 0 0,1 0 0,-1 0 1,1-1-1,0 1 0,0 0 1,0-1-1,0 0 0,0 1 1,0-1-1,0 0 0,0 0 1,0 0-1,0 0 0,1 0 0,-1-1 1,0 1-1,1-1 0,-1 0 1,1 1-1,-1-1 0,0 0 1,1 0-1,-1-1 0,1 1 1,-1 0-1,0-1 0,1 1 1,-1-1-1,0 0 0,0 0 0,0 0 1,1 0-1,-1 0 0,0 0 1,0-1-1,0 0 0,21-17 0,0-1 0,-2-1 0,0 0 0,-1-2 0,-2-1 0,16-25 0,-30 44 0,99-143-616,-6-4 0,-7-4 1,-7-4-1,39-113 616,-79 150-1946</inkml:trace>
  <inkml:trace contextRef="#ctx0" brushRef="#br0" timeOffset="20594.236">5387 8543 30070,'0'0'809,"0"0"-609,118-17-112,-22 3 168,38-3 40,34-8-208,10-4-88,-15-4-152,-32-6-448,-55 10-1145,-25 0-4712</inkml:trace>
  <inkml:trace contextRef="#ctx0" brushRef="#br0" timeOffset="20595.236">6424 8226 29606,'0'0'817,"-175"199"-321,18-19-264,-23 44-8,8 0-8,24-19-112,42-37-64,32-44-40,33-41-32,27-35-208,16-46-240,22-2-1217,3-16-2272</inkml:trace>
  <inkml:trace contextRef="#ctx0" brushRef="#br0" timeOffset="21141.709">5931 9078 28902,'-6'27'1506,"-149"440"-746,127-393-653,10-33-46,2 0 1,2 1-1,2 0 1,1 1-1,2 1 1,3-1-1,0 18-61,5-60-1,0 1-1,1-1 1,-1 0-1,1 0 1,-1 1-1,1-1 1,0 0-1,0 1 0,-1-1 1,1 1-1,0-1 1,0 0-1,0 1 1,0-1-1,1 1 0,-1-1 1,0 0-1,0 1 1,1-1-1,-1 0 1,1 1-1,-1-1 1,1 0-1,0 0 0,0 0 1,-1 1-1,1-1 1,0 0-1,0 0 1,0 0-1,0 0 1,0 0-1,0-1 0,0 1 1,1 0-1,-1 0 1,0-1-1,0 1 1,1-1-1,-1 1 0,0-1 1,1 1-1,-1-1 1,0 0-1,1 0 1,-1 0-1,0 1 1,1-1-1,-1-1 0,1 1 1,-1 0-1,0 0 1,1 0-1,-1-1 1,0 1-1,1-1 0,-1 1 1,0-1-1,2 0 2,10-5-42,0-1-1,0-1 1,-1 0-1,0-1 1,0 0-1,-1 0 0,0-2 1,-1 1-1,0-1 1,-1-1-1,4-5 43,3-1-104,519-663-3171,-427 538 3658,-30 53 2531,-72 119-2366,-19 191 191,10-205-732,0 1 1,1-1 0,1 1-1,0 0 1,1-1 0,1 1-1,1-1 1,0 1 0,1-1-1,0 1 1,1-1 0,1 0 0,0-1-1,1 1 1,1-1 0,0 0-1,7 8-7,98 91 33,-91-95-30,-1 1 0,0 0 0,-1 2 0,-2 0 0,0 0 0,-1 2 0,-1 0-3,-12-16-1,0-1 1,0 1 0,-1 0 0,1-1-1,-2 1 1,1 0 0,-1 0 0,0 0-1,-1 0 1,1 1 0,-1-1 0,-1 0-1,1 0 1,-1 0 0,-1 0-1,1 0 1,-1 0 0,0 0 0,-1-1-1,0 1 1,0-1 0,0 1 0,-1-1-1,1 0 1,-2-1 0,-2 5 0,-142 126-8,147-135 8,-182 121-23,73-68-10,81-42 29,9-3 4,-1 0-1,0-2 1,0 0 0,0-2-1,-1 0 1,0-2 0,0 0-1,-8-1 1,27-1 2,1-1 0,-1 1 0,0 0 0,1-1 0,-1 0 0,0 0 1,1 0-1,-1 0 0,0-1 0,1 1 0,-1-1 0,0 0 0,1 0 0,-1 0 0,1-1 0,0 1 0,-1-1 0,1 0 0,0 0 0,0 0 0,0 0 0,0-1 0,0 1 0,1-1 0,-1 1 0,1-1 0,-1 0 0,1 0 0,0 0 0,0 0 0,1-1 0,-1 1 0,1 0 0,-1-1 0,1 1 0,0-1 0,0 0 1,1 1-1,-1-1 0,1-1-2,0-4 1,0 0 0,1 0 0,1 0 0,-1 0 0,1 0 0,1 0 0,0 0 0,0 1 0,0-1 0,1 1 0,1 0 0,-1 0 0,1 1 0,1-1 0,-1 1 0,1 0 0,0 1 0,2-2-1,73-84-104,4 3 0,4 4 0,4 4 0,3 4 0,38-20 104,-1 6-796,-3 3-846</inkml:trace>
  <inkml:trace contextRef="#ctx0" brushRef="#br0" timeOffset="27575.22">4972 13034 31263,'0'128'664,"0"26"-456,0 22-104,0-6 288,0-17-256,21 3-136,-2-7 0,-1-29 0,-9-24 0,3-26 0,-3 13-464,-2-10-544,-7-13-1825</inkml:trace>
  <inkml:trace contextRef="#ctx0" brushRef="#br0" timeOffset="27875.129">2302 15109 26926,'0'0'3424,"27"5"-2558,264 36-557,431 4 933,164-32-1242,-335-39 0,-376 18 0,-173 8-22,1 0 0,-1 0 0,0 0-1,1 0 1,-1 0 0,0 0 0,0 0 0,1 1 0,-1-1 0,0 1 0,0 0-1,1 0 1,-1-1 0,0 1 0,0 1 0,0-1 0,0 0 0,0 0 0,-1 1-1,1-1 1,0 1 0,0 0 0,-1-1 0,1 1 0,-1 0 0,0 0 0,0 0-1,1 0 1,-1 0 0,0 0 0,-1 0 0,1 0 0,0 1 0,-1-1 0,1 0-1,-1 0 1,1 1 0,-1-1 0,0 0 0,0 1 0,0-1 0,-1 0 0,1 1-1,-1-1 23,2 30-2403</inkml:trace>
  <inkml:trace contextRef="#ctx0" brushRef="#br0" timeOffset="26951.97">2899 13761 26694,'0'0'1203,"0"0"266,0 0-775,23-25-251,160-181 71,56-69-368,-238 274-147,-1 0 0,1 0 1,-1-1-1,0 1 0,0 0 0,1 0 0,-1 0 1,0 0-1,1 0 0,-1 0 0,1 0 0,0 0 0,-1 0 1,1 0-1,0 0 0,-1 1 0,1-1 0,0 0 1,0 0-1,0 1 0,0-1 0,0 0 0,0 1 1,0-1-1,0 1 0,0-1 0,0 1 0,0 0 0,0-1 1,0 1-1,0 0 0,0 0 0,0 0 0,0-1 1,1 1-1,-1 1 0,0-1 0,0 0 0,0 0 1,0 0-1,0 0 0,0 1 0,0-1 0,0 1 1,0-1-1,0 1 0,0-1 0,0 1 0,0-1 0,0 1 1,0 0-1,0 0 0,0-1 0,-1 1 0,1 0 1,0 0-1,0 0 0,-1 0 0,1 0 0,-1 0 1,1 0-1,-1 0 0,1 1 1,-7 426 139,5-424-138,0 0 0,1 0 1,0 0-1,0 0 0,0 0 0,0 0 1,1 0-1,-1 0 0,1 0 1,0 0-1,0 0 0,1 0 1,-1 0-1,1-1 0,0 1 1,0 0-1,0-1 0,0 1 0,0-1 1,1 0-1,0 0 0,0 0 1,0 0-1,0-1 0,0 1 1,0-1-1,1 1 0,-1-1 0,1 0 1,-1-1-1,1 1 0,0-1 1,0 1-1,0-1 0,0 0 1,0 0-1,0-1 0,0 1 0,0-1 1,0 0-1,0 0 0,0-1 1,0 1-1,4-1-1,5-2 7,0 0 1,-1 0-1,1-1 0,-1-1 1,0 0-1,0-1 0,0 0 1,-1-1-1,0 0 0,-1 0 1,1-2-1,-1 1 1,-1-1-1,0 0 0,3-5-7,117-164 21,-105 136 39,-2-1 0,-2-1 0,-2-1 1,-2-1-1,-1 0 0,7-47-60,-16 215 244,1 557-145,-5-616-77,-3 0 0,-3 0 0,-2-1 0,-3 1 0,-3-2 0,-3 1 0,-2-2 0,-3 0 0,-3-1 0,-12 20-22,34-77-1,1-1 7,1 0 0,-1 0 0,0 0 0,0 0 0,0 0 0,0 0 0,0 1 0,0-1-1,0 0 1,0 0 0,0 0 0,0 0 0,-1 0 0,1 0 0,-1 0 0,1 0 0,0 0 0,-1 0 0,1 0 0,-1 0 0,0-1 0,1 1 0,-1 0 0,0 0 0,0 0 0,1-1 0,-1 1 0,0 0 0,0-1 0,0 1 0,0-1 0,0 1-1,0-1 1,0 1 0,0-1 0,0 0 0,0 1 0,0-1 0,0 0 0,0 0 0,0 0 0,0 0 0,0 0 0,0 0 0,0 0 0,0 0 0,0 0 0,0-1 0,-1 1 0,1 0 0,0-1 0,0 1 0,1-1 0,-1 1 0,0-1 0,0 1-1,0-1 1,0 0 0,0 1 0,0-1 0,1 0 0,-1 0 0,0 1 0,1-1 0,-1 0 0,1 0 0,-1 0 0,0 0-6,-6-40 0,1 0 0,2 0 0,2-1 0,3-40 0,-1 33 0,4 23-78,0 1 0,2-1 1,1 1-1,1 0 0,1 1 0,1 0 0,1 0 0,1 1 1,1 0-1,1 1 0,1 1 0,1 0 0,9-8 78,41-64-779,-23 22-896,-11 9-1804</inkml:trace>
  <inkml:trace contextRef="#ctx0" brushRef="#br0" timeOffset="27327.599">2606 13071 29454,'0'0'969,"0"0"-769,0 160-120,-4-22 224,-10 59 96,5 27-88,2 2-104,7-20-80,0-38-40,2-25-48,17-34-16,-1-34-24,1-31 0,-1-24-80,10-13-280,27-30-200,-2-21-257,-7-18-1735</inkml:trace>
  <inkml:trace contextRef="#ctx0" brushRef="#br0" timeOffset="30503.599">1849 12555 25653,'0'0'967,"0"0"-321,0 0-139,-1 25 165,30 246 681,13 55-748,-14 1 0,-14 2 0,-20 168-605,-47 267 391,77-836-880,4-20-680,0-11-1075</inkml:trace>
  <inkml:trace contextRef="#ctx0" brushRef="#br0" timeOffset="30926.761">2286 12662 26710,'33'-4'2820,"565"-88"-1806,-463 68-891,281-46 579,107 8-702,-323 47 9,0 10 0,0 8-1,-1 9 1,0 8 0,-1 9-1,125 38-8,-279-55 2,33 7-17,-1 3-1,-2 3 1,-1 4-1,5 5 16,-71-31 2,-1-1-1,0 1 0,-1 0 0,1 1 0,0-1 1,-1 1-1,0 1 0,0-1 0,0 0 1,0 1-1,-1 0 0,0 0 0,0 1 0,0-1 1,-1 1-1,1 0 0,-1 0 0,-1 0 0,1 0 1,-1 0-1,0 1 0,-1-1 0,1 1 1,-1-1-1,-1 1 0,1 0 0,-1-1 0,0 1 1,-1 0-1,1-1 0,-1 1 0,-1-1 0,1 1 1,-2 2-2,-68 391 1033,-11 295-1033,61-483 102,-26 456-56,47-655-89,-1 4-123,0-1 0,1 1 0,1-1 1,0 1-1,1-1 0,1 0 0,1 0 1,0 0-1,1 0 0,0 0 0,6 9 166,10 9-2599</inkml:trace>
  <inkml:trace contextRef="#ctx0" brushRef="#br0" timeOffset="31301.038">6604 13428 29350,'0'0'936,"0"0"-695,175 221 143,-44-51-24,21 17-32,2-5-48,-2-24-88,-13-29-64,1-15-48,-6-17-56,-24-26-24,-24-28 0,-27-20-32,8-23-312,-11-17-280,-8-12-1489</inkml:trace>
  <inkml:trace contextRef="#ctx0" brushRef="#br0" timeOffset="31553.978">8025 13423 30887,'0'0'656,"-230"189"-472,13 8-112,-43 48-72,-5 20-8,11-8-296,84-81-921,25-35-2879</inkml:trace>
  <inkml:trace contextRef="#ctx0" brushRef="#br0" timeOffset="53065.917">3844 11141 26542,'0'0'3243,"0"0"-2111,0 0-722,0 0-200,0 0 29,35 0 211,602-2 91,344-57-541,-363 13 0,704 24 0,-1104 44 0,-214-22-35,37 27-530,-41-20-2436</inkml:trace>
  <inkml:trace contextRef="#ctx0" brushRef="#br0" timeOffset="53666.518">5604 11076 29654,'0'0'843,"0"0"-340,0 0-182,0 0 70,-1 25 88,-43 283 97,-11-81-1082,10 3 0,6 35 506,36-238-1394,1-16-817</inkml:trace>
  <inkml:trace contextRef="#ctx0" brushRef="#br0" timeOffset="53936.024">5362 11647 26598,'0'0'3223,"0"0"-2221,-1 25-550,6 379 965,37-74-1342,3-233-75,-43-95 0,0 0 0,-1 0 0,1 0 0,0-1 0,0 1 0,0 0 0,0-1 0,0 0 0,0 1 0,0-1 0,1 0 0,-1 0 0,0 0 0,1-1 0,-1 1 0,0 0 0,1-1 0,-1 0 0,1 1 0,-1-1 0,1 0 0,-1 0 0,1-1 0,-1 1 0,1 0 0,-1-1 0,1 0 0,-1 1 0,0-1 0,1 0 0,-1 0 0,0 0 0,0 0 0,0-1 0,0 1 0,0-1 0,0 1 0,0-1 0,0 0 0,0 0 0,18-20 0,0-2 0,-2 0 0,-1-2 0,-1 0 0,-1 0 0,-1-2 0,-1 1 0,3-15 0,1 5 0,96-248-319,-92 215-1274</inkml:trace>
  <inkml:trace contextRef="#ctx0" brushRef="#br0" timeOffset="55766.184">1 10666 26358,'0'0'2344,"0"0"-1612,0 0-548,22 24 74,-1 0-154,-5-4 4,2-2 0,0 0-1,0 0 1,2-2 0,0 0 0,1-1 0,18 8-108,551 294 1148,-573-307-1133,53 32 58,2-2 1,1-4-1,2-3 1,1-3-1,1-4 1,2-3-1,0-4 1,26 2-74,-34-16 33,1-3 0,-1-3 1,1-3-1,-1-4 0,-1-2 1,1-4-1,-2-2 0,45-18-33,-8-1 1,-1-5 0,-3-4 0,-1-4 1,-2-5-1,-3-4 0,-3-4 0,-2-4 0,-3-4 0,-3-3 0,-4-5 0,-3-3 0,-3-3 0,-4-3 0,38-64-1,-76 91 0,-2-2 0,-3-2 0,-3 0 0,-2-1 0,-3-2 0,-3 0 0,-3-1 0,0-19 0,3-79 0,-6-1 0,-11-134 0,1 206-12,-5 1-1,-3-1 1,-5 2-1,-4-1 1,-3 2 0,-5 0-1,-4 2 1,-3 1 0,-4 1-1,-4 2 1,-4 2-1,-3 2 1,-4 2 0,-52-63 12,69 102-1,-2 1 0,-1 1 0,-3 2 0,0 2 0,-2 2 0,-2 1 0,0 3 0,-2 1 0,-1 2 0,-2 2 0,-9-1 1,18 13 1,0 1 0,-1 3 0,-1 1-1,1 2 1,-1 1 0,0 3 0,1 1 0,-1 2 0,1 2 0,-1 1 0,1 2 0,1 2-1,0 2 1,-7 4-1,-47 21 7,2 4 0,2 4 0,2 3 0,2 5 0,-19 18-7,-40 33 13,4 5 1,5 7 0,5 6 0,5 5-1,7 5 1,5 6 0,6 4 0,7 5-1,6 4 1,-12 38-14,69-119-11,3 3 0,2 0-1,5 2 1,2 1 0,4 1 0,3 1 0,3 1 0,4 0-1,4 1 1,3 0 0,3 0 0,4 0 0,4-1 0,2 1-1,5-1 1,17 56 11,91 140-705,3-68-2041,-6-54-5787</inkml:trace>
  <inkml:trace contextRef="#ctx0" brushRef="#br0" timeOffset="56828.384">1409 12254 27182,'77'107'660,"4"-3"0,6-4 0,3-4 0,5-4 0,3-4 0,32 18-660,90 53 260,6-9-1,132 61-259,65 12 339,449 167-339,-48-75 112,434 180 142,-1257-495-254,115 49 12,-3 4 0,-2 5 0,16 17-12,-114-67-201,-1 1 1,1 0 0,-2 1 0,1 1 0,-2 0-1,1 0 1,-1 1 0,-1 0 0,4 6 200,-5-4-3050</inkml:trace>
  <inkml:trace contextRef="#ctx0" brushRef="#br0" timeOffset="57078.053">6749 13106 11715,'-198'56'19372,"-79"31"-18796,-87 33-304,-55 21-48,-26 17 48,-52 31-128,-63 33-144,-62 41-56,129-54-584,41-14-1345</inkml:trace>
  <inkml:trace contextRef="#ctx0" brushRef="#br0" timeOffset="35866.187">12748 13853 26414,'0'0'2456,"0"0"-921,0 0-1039,0 0-145,0 0 140,-15-5-38,-5-61-127,18 59-319,1 0 0,-1 0 0,0 0 0,-1 0 1,1 1-1,-1-1 0,-1 1 0,1-1 1,-1 1-1,0 0 0,-1 1 0,1-1 0,-1 1 1,0 0-1,0 0 0,-1 0 0,0 1 1,0 0-1,0 0 0,0 0 0,0 1 0,-1 0 1,1 0-1,-1 0 0,0 1 0,0 0 0,0 1 1,0-1-1,0 1 0,-1 1 0,1-1 1,0 1-1,0 1 0,-7 0-7,-1 3 0,1 1 0,-1 0 0,1 0 0,0 2 0,1 0 0,-1 0 0,1 2 0,1-1 0,0 1 0,0 1 0,1 0 0,0 1 0,0 0 0,1 1 0,-5 8 0,-23 25 0,2 3 0,2 0 0,2 3 0,2 0 0,2 2 0,3 1 0,2 1 0,3 1 0,2 1 0,2 1 0,4 0 0,-4 39 0,13 61 0,4-150 0,0 0 0,0 1 0,0-1 0,1 0 0,1 0 0,-1 0 0,1 0 0,1 0 0,0 0 0,0-1 0,0 0 0,1 0 0,0 0 0,0 0 0,0-1 0,1 0 0,0 0 0,1 0 0,-1-1 0,1 0 0,0 0 0,0-1 0,1 0 0,-1 0 0,1-1 0,0 0 0,0 0 0,0 0 0,0-1 0,0-1 0,1 1 0,-1-2 0,0 1 0,1-1 0,-1 0 0,1 0 0,-1-1 0,0-1 0,2 1 0,12-8 0,0 0 0,0-2 0,-1 0 0,-1-1 0,0-2 0,0 1 0,-1-2 0,-1-1 0,-1 0 0,0-2 0,2-3 0,7-7 0,0 0 0,-2-2 0,-1-1 0,-2-1 0,-1-1 0,-2 0 0,-1-2 0,-1 0 0,-2-1 0,-2 0 0,-1-1 0,-2 0 0,-1-1 0,-2 0 0,-2 0 0,-1-14 0,0 6 0,-3 1 0,-1-1 0,-3 0 0,-1 0 0,-10-33 0,13 146-1388,2-13-785</inkml:trace>
  <inkml:trace contextRef="#ctx0" brushRef="#br0" timeOffset="37938.184">13436 14705 28102,'0'0'687,"0"0"-314,0 0 83,0 0-25,0 0-235,0 0-109,-20-4 1257,20 4-1339,1 0 1,-1 1-1,1-1 0,-1 1 0,1-1 1,-1 0-1,1 0 0,-1 1 1,1-1-1,-1 0 0,1 0 0,-1 1 1,1-1-1,-1 0 0,1 0 0,-1 0 1,1 0-1,-1 0 0,1 0 1,0 0-1,-1 0 0,1 0 0,-1 0 1,1 0-1,-1 0 0,1 0 0,-1 0 1,1-1-1,0 1 0,-1 0 1,1 0-1,-1-1 0,0 1 0,1 0 1,-1-1-1,1 1 0,-1 0 0,1-1 1,-1 1-1,0-1 0,1 1 0,-1-1 1,0 1-1,1-1 0,-1 1 1,0-1-1,0 1 0,1-1 0,-1 1 1,0-1-1,0 1 0,0-1 0,0 1 1,0-1-1,0 0 0,0 1 1,0-1-1,0 1 0,0-1 0,0 1 1,0-1-1,0 1 0,-1-1-5,1 0 9,0 1 0,0-1 0,0 1 0,0-1 0,0 1 0,0-1 0,0 1 0,-1-1 0,1 1 0,0-1 0,0 1 0,0 0 0,-1-1 0,1 1 0,0-1 0,-1 1 0,1 0 0,0-1 0,-1 1 0,1 0 0,-1-1 0,1 1-1,0 0 1,-1 0 0,1-1 0,-1 1 0,1 0 0,-1 0 0,1 0 0,-1-1 0,1 1 0,-1 0 0,1 0 0,-1 0 0,1 0 0,-1 0 0,1 0 0,-1 0 0,1 0 0,-1 0 0,1 1 0,-1-1 0,1 0 0,-1 0 0,1 0 0,0 1 0,-1-1 0,1 0 0,-1 0 0,1 1 0,-1-1 0,1 0 0,0 1 0,-1-1 0,1 0 0,0 1-1,-1-1 1,1 1 0,0-1 0,0 0 0,-1 1 0,1 0-9,0-67-20,1 65 24,-1 1-1,1-1 1,-1 1-1,1 0 1,0-1-1,-1 1 1,1-1-1,0 1 0,-1 0 1,1 0-1,0-1 1,0 1-1,-1 0 1,1 0-1,0 0 1,0 0-1,-1 0 1,1 0-1,0 0 1,0 0-1,-1 0 0,1 0 1,0 0-1,0 1 1,-1-1-1,1 0 1,0 0-1,-1 1 1,1-1-1,0 0 1,-1 1-1,1-1 1,-1 1-1,1-1 0,0 1 1,-1-1-1,1 1 1,-1-1-1,1 1 1,-1 0-1,0-1 1,1 1-1,-1 0 1,0-1-1,1 1 1,-1 0-1,0 0-3,1 1 1,-1 0 1,0-1-1,0 1 1,0 0-1,0 0 1,0 0-1,0 0 1,-1 0-1,1 0 1,0-1-1,-1 1 1,0 0-1,1 0 0,-1-1 1,0 1-1,0 0 1,0-1-1,0 1 1,0-1-1,0 1 1,0-1-1,-1 1 1,1-1-1,0 0 1,-1 0-1,1 0 0,-1 0 1,0 0-1,1 0 1,-1 0-1,0 0 1,1-1-1,-1 1 1,0 0-1,0-1 1,0 0-1,1 1 1,-1-1-1,0 0 1,0 0-1,-1 0-1,3-27 0,1 27 0,-1-1 0,0 0 0,1 0 0,-1 0 0,1 1 0,-1-1 0,1 0 0,-1 0 0,1 1 0,0-1 0,-1 0 0,1 1 0,0-1 0,-1 1 0,1-1 0,0 1 0,0-1 0,0 1 0,-1 0 0,1-1 0,0 1 0,0 0 0,0 0 0,0-1 0,0 1 0,0 0 0,0 0 0,-1 0 0,1 0 0,0 0 0,0 0 0,0 1 0,0-1 0,0 0 0,0 0 0,0 1 0,-1-1 0,1 0 0,0 1 0,0-1 0,0 1 0,-1-1 0,1 1 0,0-1 0,-1 1 0,1-1 0,0 1 0,-1 0 0,1 0 0,-1-1 0,1 1 0,-1 0 0,1 0 0,-1-1 0,1 1 0,-1 0 0,0 0 0,0 0 0,1 0 0,-1 0 0,0 0 0,0 0 0,0 2 0,1-1 0,-1 0 0,0 0 0,0 0 0,0 1 0,0-1 0,-1 0 0,1 0 0,-1 1 0,1-1 0,-1 0 0,0 0 0,0 0 0,0 0 0,0 0 0,0 0 0,0 0 0,0 0 0,-1-1 0,1 1 0,-1 0 0,1-1 0,-1 1 0,0-1 0,1 0 0,-1 1 0,0-1 0,0 0 0,0 0 0,0 0 0,0 0 0,0-1 0,-1 1 0,1 0 0,0-1 0,0 1 0,0-1 0,-1 0 0,1 0 0,0 0 0,0 0 0,0 0 0,-2-1 0,3 1 0,0 1 0,0-1 0,0 1 0,0-1 0,0 1 0,0-1 0,0 0 0,0 0 0,-1 1 0,1-1 0,0 0 0,0 0 0,0 0 0,0 0 0,0 0 0,-1 0 0,1-1 0,0 1 0,0 0 0,0 0 0,0-1 0,0 1 0,0-1 0,0 1 0,0-1 0,0 1 0,0-1 0,0 0 0,0 1 0,0-1 0,0 0 0,1 0 0,-1 0 0,0 0 0,1 0 0,-1 0 0,0 0 0,1 0 0,-1 0 0,1 0 0,0 0 0,-1 0 0,1 0 0,0 0 0,-1 0 0,1 0 0,0 0 0,0-1 0,0 1 0,0 0 0,0 0 0,0 0 0,1 0 0,-1 0 0,0-1 0,1 1 0,-1 0 0,0 0 0,1 0 0,0 0 0,83-75 0,-71 69-984,-13 7-865</inkml:trace>
  <inkml:trace contextRef="#ctx0" brushRef="#br0" timeOffset="40017.487">14798 13662 27110,'0'0'1025,"0"0"-317,-2 20 9,-53 297 970,14-139-1485,-37 219 164,74-289-412,4-107 23,0 0-1,0 0 1,0-1-1,0 1 1,0 0-1,0 0 1,0 0-1,0-1 0,0 1 1,0 0-1,1 0 1,-1 0-1,0-1 1,1 1-1,-1 0 1,0 0-1,1-1 1,-1 1-1,1 0 0,-1-1 1,1 1-1,-1-1 1,1 1-1,-1 0 1,1-1-1,0 1 1,-1-1-1,1 0 0,0 1 1,0-1-1,-1 0 1,1 1-1,0-1 1,0 0-1,-1 0 1,1 1-1,0-1 0,0 0 1,0 0-1,-1 0 1,1 0-1,0 0 1,0 0-1,0 0 1,-1-1-1,1 1 1,0 0-1,0 0 0,0-1 1,-1 1-1,1 0 1,0-1-1,-1 1 1,1 0-1,0-1 1,-1 1-1,1-1 24,42-29-2172,-11-2-1366</inkml:trace>
  <inkml:trace contextRef="#ctx0" brushRef="#br0" timeOffset="40309.983">15759 13629 29286,'0'0'760,"0"0"-279,0 0 255,-40 134-128,13-67-248,-5 9-96,-3 12-64,-2 7-128,0 0-72,3 1 0,4-3 0,7-6 0,4-8 0,8-11 0,6-10 0,5-6-464,0-15-824,5-18-3089</inkml:trace>
  <inkml:trace contextRef="#ctx0" brushRef="#br0" timeOffset="41078.92">17097 14315 29358,'0'0'756,"0"0"-199,0-26-25,0-162 276,1 161-745,-1-1 0,-2 1 0,0 0 0,-2 0 0,-1 0 0,-1 0 0,-2 1 0,-8-21-63,15 43 1,-1 1 1,0-1-1,0 1 1,0-1-1,0 1 0,0 0 1,-1 0-1,1 0 1,-1 0-1,0 1 0,0-1 1,0 1-1,0 0 1,-1-1-1,1 1 0,-1 1 1,1-1-1,-1 0 1,1 1-1,-1 0 1,0 0-1,0 0 0,0 0 1,1 1-1,-1 0 1,0-1-1,0 1 0,0 0 1,0 1-1,0-1 1,0 1-1,1 0 0,-1 0 1,0 0-1,0 0 1,-1 2-2,-11 7-5,0 1 1,1 1 0,0 1-1,1 0 1,1 0 0,0 2-1,1-1 1,0 2 0,1 0-1,1 0 1,1 1 0,-1 1 4,-9 14-13,1 1 1,1 1 0,2 1 0,1 0 0,2 1 0,2 1 0,1-1 0,2 2 0,1-1-1,2 1 1,1 18 12,2-51-1,1 0 0,0 0 1,0 0-1,0 0 0,1 0 0,0 0 0,0 0 0,0 0 0,0-1 0,1 1 0,0 0 0,0-1 0,0 1 0,0-1 1,1 1-1,0-1 0,-1 0 0,2 0 0,-1-1 0,0 1 0,1 0 0,0-1 0,0 0 0,0 0 0,0 0 1,0-1-1,0 1 0,1-1 0,-1 0 0,1 0 0,0-1 0,0 1 0,-1-1 0,1 0 0,0 0 0,0-1 1,0 1-1,1-1 1,14-2-6,0-1 0,-1-1 0,1 0 0,-1-2 0,1 0 0,-2-1 0,1-1 0,-1-1 0,0 0 0,-1-2 1,0 0-1,-1 0 0,0-2 0,-1 0 0,0-1 0,-1 0 0,7-11 6,35-24-229,95-77-2255,-89 78-1010</inkml:trace>
  <inkml:trace contextRef="#ctx0" brushRef="#br0" timeOffset="41442.996">18242 14132 28646,'0'0'1046,"0"0"-344,0 0-41,0 0 276,0-11-281,-1-2-644,0 1 0,0 0 0,-1 0 0,-1 0 0,0 0 0,-1 1-1,0-1 1,-1 1 0,0 0 0,-6-9-12,8 13 0,-1 0 0,0 0 0,0 1 0,0-1 0,-1 1 0,1 0 0,-2 0 0,1 1 0,-1 0 0,1-1 0,-1 2 0,-1-1 0,1 1 0,-1 0 0,1 0 0,-1 1 0,0 0 0,-1 0 0,1 1 0,0 0 0,-1 0 0,1 0 0,-1 1 0,0 1 0,1-1 0,-1 1 0,0 0 0,0 1 0,1 0 0,-1 0 0,1 0 0,-1 1 0,1 0 0,0 1 0,-1 0 0,-4 3 0,-10 10 0,1 1 0,1 1 0,1 1 0,0 0 0,1 2 0,1 0 0,2 1 0,0 0 0,1 1 0,1 1 0,-7 19 0,13-31 0,1 0 0,0 0 0,1 1 0,1 0 0,0 0 0,0 0 0,1 0 0,1 0 0,0 1 0,1-1 0,1 1 0,0-1 0,1 8 0,2-19 0,-1 1 0,1-1 0,-1 0 0,1 0 0,0 0 0,0 0 0,0 0 0,0-1 0,0 0 0,1 1 0,-1-1 0,0 0 0,1 0 0,-1-1 0,1 1 0,-1-1 0,1 0 0,-1 0 0,0 0 0,1 0 0,-1 0 0,1-1 0,-1 1 0,1-1 0,-1 0 0,4 0 0,14-4 0,-1-1 0,0 0 0,0-2 0,0-1 0,-1 0 0,-1-1 0,1-1 0,-2-1 0,1 0 0,-2-2 0,11-10 0,-4 6 0,234-176-1891,-204 153-611</inkml:trace>
  <inkml:trace contextRef="#ctx0" brushRef="#br0" timeOffset="41813.328">19539 13614 30559,'0'0'664,"0"0"-504,0 0 88,-78 156 192,43-61-224,-9 38-104,-16 35 8,1 10-56,8-12-32,21-40-32,28-35-224,2-32-488,0-30-2561</inkml:trace>
  <inkml:trace contextRef="#ctx0" brushRef="#br0" timeOffset="42236.434">20636 14305 31343,'0'0'606,"0"0"-391,0 0-63,-3-20 136,-11-126-125,13 144-163,-1 0 0,0-1 0,0 1 0,0 0 0,0 0 0,0 0 0,0 0 0,0 1 0,-1-1 0,1 1 0,-1-1 0,1 1 0,-1 0 0,0 0 0,1 0 0,-1 0 0,0 0 0,0 1 0,0-1 0,1 1 0,-1 0 0,0 0 0,0 0 0,0 0 0,0 0 0,0 0 0,1 1 0,-1 0 0,0-1 0,0 1 0,1 0 0,-1 0 0,0 1 0,-1 0 0,-22 10 0,1 0 0,0 1 0,1 2 0,0 0 0,1 2 0,1 1 0,1 0 0,0 1 0,1 2 0,2 0 0,-3 4 0,5-8 0,0 1 0,1 0 0,1 1 0,1 0 0,0 1 0,2 1 0,0 0 0,1 0 0,1 1 0,1 0 0,2 1 0,0 0 0,1 0 0,1 0 0,1 0 0,1 1 0,2 1 0,2-19-7,1 0 0,0-1-1,1 1 1,-1-1 0,1 1 0,0-1-1,1 0 1,-1-1 0,1 1 0,0-1-1,0 0 1,0 0 0,1-1 0,-1 1-1,1-1 1,0-1 0,0 1 0,0-1 0,0 0-1,1 0 1,-1 0 0,0-1 0,1 0-1,-1-1 1,1 1 0,-1-1 0,1 0-1,-1-1 1,1 0 0,-1 0 0,0 0 0,1-1-1,4-1 8,16-1-15,-1-1 1,1-2-1,-1 0 0,0-2 0,-1-1 0,0-1 1,-1-1-1,0-1 0,0-1 0,-2-1 0,0-1 0,0-1 1,-2 0-1,0-2 0,-1-1 0,-1 0 0,-1-1 1,4-9 14,-15 23-58,0 0 1,-1 0 0,0-1 0,-1 1 0,0-1-1,0 0 1,-1-1 0,0 1 0,0 0 0,0-1 0,-2 0-1,1 0 1,-1 1 0,0-1 0,-1 0 0,0 0-1,0 0 1,-1 0 0,0 0 0,0 1 0,-1-1-1,-1 0 1,1 1 0,-1-1 0,-2-3 57,-27-23-2738</inkml:trace>
  <inkml:trace contextRef="#ctx0" brushRef="#br0" timeOffset="46938.543">11176 15756 26030,'0'0'2860,"0"0"-1981,0 0-426,0 0 26,0 0 16,-1-10-55,0 8-425,0 0-1,1 0 1,-1 0-1,1 0 1,0 0-1,0 0 1,0-1-1,0 1 1,0 0 0,0 0-1,0 0 1,1 0-1,-1 0 1,1 0-1,-1 0 1,1 0-1,0 0 1,0 0-1,0 0 1,0 0 0,0 0-1,1 1 1,-1-1-1,0 0 1,1 1-1,-1-1 1,1 1-1,0-1 1,-1 1-1,1 0 1,0 0 0,0 0-1,0 0 1,0 0-1,0 0 1,0 1-1,0-1 1,0 0-1,0 1 1,0 0-1,0-1 1,0 1 0,1 0-15,183-62 101,4 7 0,1 9 0,2 8 0,1 9 0,55 4-101,744 1 0,-298-35 0,488-22 0,-649 80 0,65 27 0,1932 271 0,-770-122 0,-1110-122 0,-421-28 0,-244-19-93,-23-5-374</inkml:trace>
  <inkml:trace contextRef="#ctx0" brushRef="#br1" timeOffset="75780.537">24142 13809 29286,'0'0'1249,"0"0"-961,0 0-112,-95 189 336,-6-26-72,-28 37-160,-21 15-120,-6 3-72,-1-13-56,3-2-8,11-18-24,32-44-120,38-44-280,24-45-168,31-33-1041,9-19-3248</inkml:trace>
  <inkml:trace contextRef="#ctx0" brushRef="#br1" timeOffset="76027.892">23865 14703 30743,'0'0'648,"100"107"-344,-31-30-40,11 14-104,1 1 64,2-3-112,0-8-112,9-15-8,42-37-248,-19-19-808,-16-10-1793</inkml:trace>
  <inkml:trace contextRef="#ctx0" brushRef="#br1" timeOffset="76214.141">25552 14112 25814,'0'0'5729,"0"0"-5265,-23 195-336,-7-36-72,-2 28 136,-3 2 32,5-13-104,0-23-80,5-28-40,9-36 0,9-35-56,7-38-328,20-30-360,15-22 128,2-17-1489</inkml:trace>
  <inkml:trace contextRef="#ctx0" brushRef="#br1" timeOffset="76402.701">25914 13863 28534,'0'0'1937,"0"0"-1689,78 147-56,-48-2 120,-12 29 16,-18 11-24,0-7-152,-30-22-104,-11-9-24,-10-10-24,5-29 0,5-23-112,6-27-184,-9-17-320,7-12-505,3-18-1423</inkml:trace>
  <inkml:trace contextRef="#ctx0" brushRef="#br1" timeOffset="76559.057">25485 14506 29718,'0'0'833,"0"0"-617,138-25-144,-55 21-72,5 4 0,4 2-408,-25 16-1281,-26 5-10778</inkml:trace>
  <inkml:trace contextRef="#ctx0" brushRef="#br1" timeOffset="76782.357">25614 14914 29190,'0'0'976,"0"0"-687,0 0-153,0 0 56,0 0-192,205-133-441,-115 65-2927</inkml:trace>
  <inkml:trace contextRef="#ctx0" brushRef="#br1" timeOffset="77068.531">26796 13438 29614,'0'0'1609,"0"0"-1505,0 0-80,0 0-24,11 128 0,-31-24-136,-10-13-1049,-5-6-1623</inkml:trace>
  <inkml:trace contextRef="#ctx0" brushRef="#br1" timeOffset="77069.531">26390 14141 30134,'0'0'737,"0"0"-489,129-13-120,-43-7 64,8-5-72,5-4-112,32-13-8,-27 9-640,-21 6-1481</inkml:trace>
  <inkml:trace contextRef="#ctx0" brushRef="#br1" timeOffset="77333.504">26842 14317 27118,'0'0'2352,"-37"118"-1880,26-39-112,4 8-63,7-4-65,4-8-128,19-15-104,5-13-16,2-18-264,2-18-161,-2-11-7,18-33-136,-8-13-408,-4-6-3329</inkml:trace>
  <inkml:trace contextRef="#ctx0" brushRef="#br1" timeOffset="77334.504">27259 14541 27022,'0'0'1568,"0"0"-752,0 0-200,-53 110-95,18-65-289,-6 1-168,-3 4-64,-25 8-489,9-10-1111,5-17-8322</inkml:trace>
  <inkml:trace contextRef="#ctx0" brushRef="#br1" timeOffset="77618.971">26517 14665 28430,'0'0'936,"0"112"-392,0-39-336,2 8 169,15-3-57,3-9-176,6-9-80,8-14-48,5-15-16,40-25-176,-13-6-401,1-10-1135</inkml:trace>
  <inkml:trace contextRef="#ctx0" brushRef="#br1" timeOffset="77619.971">27418 14719 22693,'0'0'7641,"0"0"-7112,0 0 39,37 127-56,-37-63-152,0 9-232,0 3-120,-9 3-8,-26 27-408,5-19-848,-9-15-3065</inkml:trace>
  <inkml:trace contextRef="#ctx0" brushRef="#br1" timeOffset="77986.685">22886 16071 30046,'277'12'729,"73"1"-449,12-13 40,13 0 104,12-10 144,-4-13-168,-15-6-400,-34-2 0,-43-1 0,-45 6 0,-50 1 0,-62 8 0,-52 9 0,-45 4 0,-37-1-744,-23 3-1073,-20-6-6592</inkml:trace>
  <inkml:trace contextRef="#ctx0" brushRef="#br1" timeOffset="78784.479">14399 15903 29958,'0'0'711,"0"0"-363,0 0-238,0 0-72,34 11 5,136 33 85,55-39 81,700-99 178,1039-42 137,-1001 82-240,885-23-257,-1786 80-27,-61-4-9,0 1 1,0 0-1,0 0 1,0 0-1,0 0 1,-1 0-1,1 0 1,0 0-1,0 0 1,0 0-1,0 1 1,0-1-1,0 0 1,-1 1-1,1-1 1,0 0-1,0 1 0,-1-1 1,1 1-1,0-1 1,0 1-1,-1 0 1,1-1-1,0 1 1,-1-1-1,1 1 1,-1 0-1,1 0 1,-1-1-1,0 1 1,1 0-1,-1 0 1,1 0-1,-1 0 0,0-1 1,0 1-1,0 0 1,0 0-1,1 0 1,-1 0-1,0 0 1,0 0-1,-1-1 1,1 1-1,0 0 1,0 0-1,0 0 1,0 0-1,-1 0 1,1-1-1,0 1 0,-1 0 1,1 0-1,-1 0 1,1-1-1,-1 1 9,-38 36-1540,-17-11-835</inkml:trace>
  <inkml:trace contextRef="#ctx0" brushRef="#br1" timeOffset="79239.541">18108 16293 29886,'0'24'997,"23"386"-599,-18-365-370,1-1 0,3 0-1,1 0 1,2-1 0,2 0 0,2-1-1,2-1 1,1-1 0,2 0-1,2-2 1,2 0 0,1-2-1,2 0 1,1-2 0,2-2-1,1 0 1,34 25-28,21-5 100,2-3 0,2-4 0,2-4 0,2-4 0,80 19-100,127 20 222,75 1-222,-210-44 36,2-7 0,0-8 0,1-6 0,1-9 0,-1-6 1,0-8-1,0-8 0,31-13-36,114-43 1,-4-14 1,-5-13-1,277-135-1,-200 39 0,-226 83-643,-139 90-685,-16 8-1022</inkml:trace>
  <inkml:trace contextRef="#ctx0" brushRef="#br1" timeOffset="79610.136">22449 17008 28574,'0'0'2183,"0"0"-1511,27-3-489,267-63 348,371-183-155,-643 240-380,1 1 0,0 1 0,1 0 0,-1 2 0,1 1 0,0 1 0,0 1 0,11 1 4,-31 2 3,0-1 1,1 2-1,-1-1 1,0 0-1,0 1 1,-1-1-1,1 1 1,0 0-1,0 1 1,-1-1-1,1 1 1,-1-1-1,0 1 1,0 0-1,0 0 1,0 0-1,-1 1 0,1-1 1,-1 1-1,1 0 1,-1-1-1,-1 1 1,1 0-1,0 0 1,-1 0-1,0 0 1,0 0-1,0 0 1,-1 1-1,1-1 1,-1 0-1,0 0 1,0 1-1,0-1 1,-1 0-1,1 0 0,-1 1 1,-1 0-4,0 71 23,-4 0 0,-3 0-1,-3-1 1,-3-1 0,-4 0 0,-16 38-23,6-11 11,15-65-232,9-38-602,-2-8-766</inkml:trace>
  <inkml:trace contextRef="#ctx0" brushRef="#br1" timeOffset="79974.595">18956 15787 28390,'0'0'1008,"-133"50"-552,6 4-104,-46 26-184,-16 20-39,3 10-49,22 4-80,23-6-177,40-23-783,23-21-1784</inkml:trace>
  <inkml:trace contextRef="#ctx0" brushRef="#br1" timeOffset="80222.441">18097 16088 29918,'0'0'729,"0"0"-137,92 159-152,-44-84-96,5-3-48,17-11-104,36-16-192,48-32-8,42-38-592,-26-25-1033,-36-21-9993</inkml:trace>
  <inkml:trace contextRef="#ctx0" brushRef="#br1" timeOffset="153591.116">5127 4622 29382,'0'0'672,"0"0"-496,0 0-48,0 0 73,0 0-89,0 0-64,0 0-48,41 149-617,-73-107-2823</inkml:trace>
  <inkml:trace contextRef="#ctx0" brushRef="#br1" timeOffset="153841.876">4180 5400 28366,'0'0'848,"0"0"-552,170-34 424,-1-22-127,20-10-289,-24 6-120,-47 21-88,-56 22-56,-16 13-40,-4 8-240,-10 17-929,-16 8-1111</inkml:trace>
  <inkml:trace contextRef="#ctx0" brushRef="#br1" timeOffset="154045.068">4574 5827 21004,'0'0'7914,"0"0"-7250,0 0-416,0 0 56,0 0 225,159 87-121,-62-120-232,2-9-168,-3-3-8,-10-7-408,4-25-785,-24 15-759,-24 6-21301</inkml:trace>
  <inkml:trace contextRef="#ctx0" brushRef="#br1" timeOffset="154311.949">5168 5437 22853,'0'0'3282,"-23"25"-1472,-8 9-1451,1 2 1,2 0 0,1 2 0,2 1 0,-15 33-360,16-20 215,2 1 0,2 1 0,3 0 0,2 1 0,3 1 0,2 0 0,2 1 0,2 20-215,5-72 16,1 0 1,-1 0-1,1 0 1,1 0-1,-1 0 0,1 0 1,-1 0-1,1 0 0,1 0 1,-1 0-1,1-1 1,0 1-1,0 0 0,0-1 1,0 1-1,1-1 0,0 0 1,0 0-1,0 0 1,1 0-1,-1 0 0,1-1 1,0 0-1,0 0 1,0 0-1,0 0 0,0 0 1,1-1-1,-1 0 0,1 0 1,0 0-1,4 1-16,1 0 6,1 0-1,0-1 1,0-1-1,0 0 1,0 0-1,0-1 1,0 0-1,0-1 1,0 0-1,0-1 1,0 0-1,-1-1 1,1 0-1,-1-1 1,1 0-1,-1-1 1,0 0-1,-1 0 1,1-1-6,158-129-523,-165 132 502,95-95-1156,-15 1-925</inkml:trace>
  <inkml:trace contextRef="#ctx0" brushRef="#br1" timeOffset="154312.949">5954 4902 28806,'0'0'656,"133"2"-304,-8-2 216,36 0-327,12-21-161,-14-6-80,-26-8-497,-50 8-1399,-25 2-20405</inkml:trace>
  <inkml:trace contextRef="#ctx0" brushRef="#br1" timeOffset="154561.823">6790 4811 26270,'0'0'3360,"-170"164"-2672,31-21-279,-17 27-9,11 2-128,20-6-160,40-21-96,25-29-16,26-35-320,24-38-392,17-37-593,21-6 153,4 0-936</inkml:trace>
  <inkml:trace contextRef="#ctx0" brushRef="#br1" timeOffset="154969.683">6336 5628 26902,'-2'20'1291,"-39"166"166,-123 233-492,158-388-1099,10-28-43,66-71 61,347-537-1461,-405 586 1653,0 2-1,0 0 0,2 0 0,0 2 0,1-1 0,1 2 0,0 0 0,1 1 1,0 0-1,1 2 0,0 0 0,1 1 0,1 1 0,-1 0 0,1 2 0,0 0 1,1 2-1,0 0 0,0 1 0,0 1 0,6 0-75,-23 4 15,0-1 0,0 1-1,-1-1 1,1 1 0,0 0-1,0 0 1,0 1 0,-1-1-1,1 1 1,0 0 0,-1 0 0,0 0-1,1 0 1,-1 1 0,0-1-1,0 1 1,0 0 0,-1 0-1,1 0 1,-1 0 0,1 0 0,-1 1-1,0-1 1,0 1 0,-1-1-1,1 1 1,-1 0 0,0 0-1,1 2-14,10 122 263,-12-125-257,-12 198 338,5-146-294,3 1 0,2-1 0,3 1 0,2-1-1,4 10-49,14 101-20,-21-161 13,-1 0-1,0 0 0,0 0 0,0 0 0,-1-1 0,1 1 0,-1 0 1,0-1-1,-1 1 0,1-1 0,-1 0 0,0 1 0,0-1 0,0-1 1,0 1-1,-1 0 0,0-1 0,1 0 0,-1 0 0,-1 0 0,1 0 1,0 0-1,-1-1 0,1 0 0,-1 0 0,0 0 8,-132 35-13,-91-29 70,222-7-52,1 0-1,-1-1 0,0 1 0,0-1 1,0-1-1,0 1 0,1-1 0,-1 0 1,0 0-1,0-1 0,1 1 0,-1-1 1,1-1-1,0 1 0,-1-1 0,1 0 1,0 0-1,1 0 0,-1-1 0,0 1 1,1-1-1,0 0 0,0-1 0,0 1 1,1-1-1,-1 0 0,1 1 1,0-2-1,0 1 0,1 0 0,0 0 1,0-1-1,0 1 0,0-1 0,1 0 1,0 0-1,0 1 0,1-1 0,-1 0 1,1 0-1,0 0 0,1-1-4,4-4 0,0 1 0,0 1 0,1-1 0,0 1 0,1 0 0,0 0 0,0 0 0,1 1 0,0 0 0,0 1 0,1 0 0,4-2 0,65-48-47,2 4 0,2 3-1,34-12 48,-41 21-146,86-46-1118,-25 12-2598</inkml:trace>
  <inkml:trace contextRef="#ctx0" brushRef="#br1" timeOffset="152844.817">1395 5014 26886,'0'0'2092,"0"0"-1357,0 0-568,0 0-13,32 0 169,228-2 280,-197 0-489,-39-2-102,0 2 1,1 0-1,-1 2 0,1 0 1,-1 2-1,1 0 0,-1 2 0,0 1 1,-1 1-1,1 1 0,-1 1 1,0 1-1,-1 1 0,0 0 0,0 2 1,1 2-13,-16-7 1,0 0 1,-1 1 0,0-1 0,0 1 0,-1 0 0,0 1-1,0-1 1,-1 1 0,0 0 0,0 0 0,-1 0-1,0 1 1,-1-1 0,0 1 0,-1 0 0,0-1-1,0 1 1,-1 0 0,0 0 0,-1 0 0,0-1 0,-1 5-2,-3 12 4,-1 0 0,-1 0 1,-2-1-1,0 0 1,-2-1-1,0 0 0,-12 17-4,-18 23 12,-1-3-1,-4-1 0,-2-2 0,-3-3 0,-2-1 0,-2-4 0,-2-1 1,-3-3-1,-1-3 0,-3-2 0,-33 14-11,64-49-477,52-36-1044,28-21-3044</inkml:trace>
  <inkml:trace contextRef="#ctx0" brushRef="#br1" timeOffset="153079.246">2931 4778 25253,'0'0'4033,"0"0"-3297,-136 83-223,60-25-49,-30 35-72,-18 33-56,-12 36-120,16 8-112,40-10-24,43-40 0,37-41 16,9-25-8,53-5-40,63-1-48,80-13-40,55-22-400,-37-13-752,-34-25-1873</inkml:trace>
  <inkml:trace contextRef="#ctx0" brushRef="#br0" timeOffset="2901.23">12602 1647 26270,'0'0'3148,"0"0"-2097,0 0-792,25-24-150,177-166 127,113-65-57,-230 222-176,-67 48-3,-15 147 54,-23-3 90,11-114-6,3 1 0,2 0 0,2 1 1,3 31-139,-1-74 11,0 0 1,0-1 0,0 1 0,0 0 0,1-1 0,0 1-1,-1-1 1,2 1 0,-1-1 0,0 1 0,1-1 0,-1 0 0,1 1-1,0-1 1,0 0 0,0 0 0,0-1 0,1 1 0,-1 0 0,1-1-1,0 1 1,0-1 0,-1 0 0,2 0 0,-1 0 0,0 0 0,0-1-1,0 1 1,1-1 0,-1 0 0,1 0 0,-1 0 0,1 0 0,0 0-1,-1-1 1,3 0-12,12-3 16,1-1 0,-1 0-1,0-2 1,0 0-1,-1-1 1,0-1 0,0 0-1,0-2 1,-1 0 0,-1 0-1,0-1 1,0-1-1,-1-1 1,-1 0 0,0-1-1,-1 0 1,0-1 0,-1-1-16,49-51 1,-3-3-1,-3-2 1,-4-3 0,-3-2 0,-3-2 0,4-18-1,-12 20 29,-30 93-10,-44 722-19,34-640 0,-6 130 0,-25 129 0,32-340 0,2-3 0,0-1 0,-2 1 0,1-1 0,-2 0 0,0 1 0,0-2 0,-1 1 0,-1 0 0,0-1 0,-7 10 0,8-19 0,0-1 0,0 0 0,0 0 0,0 0 0,0 0 0,0-1 0,0 0 0,-1 0 0,1 0 0,-1-1 0,1 1 0,0-2 0,-1 1 0,1 0 0,-1-1 0,1 0 0,0 0 0,-1-1 0,1 1 0,0-1 0,0 0 0,0-1 0,0 1 0,1-1 0,-1 0 0,1 0 0,-1 0 0,1-1 0,0 1 0,1-1 0,-2-1 0,-15-9 0,2-1 0,-1-1 0,2 0 0,0-2 0,1 0 0,1 0 0,1-1 0,0-1 0,2-1 0,0 0 0,1 0 0,1-1 0,1 0 0,1-1 0,1 0 0,2 0 0,0-1 0,1 1 0,1-1 0,1 0 0,1 0 0,2 0 0,0 0 0,2 0 0,2-10 0,5 11-4,1 0-1,1 1 1,1 0 0,1 1-1,1 0 1,1 2 0,1-1-1,0 2 1,1 0 0,1 2-1,1 0 1,18-11 4,73-52-1534,3 4-1,107-49 1535,-99 60-3512</inkml:trace>
  <inkml:trace contextRef="#ctx0" brushRef="#br0" timeOffset="3199.322">14809 1321 30190,'0'0'673,"0"0"-489,0 0-128,0 0-24,0 0 0,123 58-32,-98-45-456,-14 1-2137</inkml:trace>
  <inkml:trace contextRef="#ctx0" brushRef="#br0" timeOffset="3200.322">14639 1805 26046,'0'0'4841,"0"0"-4497,0 0-240,127-3-72,-19-24-32,-14 3-392,1-5-2969</inkml:trace>
  <inkml:trace contextRef="#ctx0" brushRef="#br0" timeOffset="3509.309">16210 1676 30471,'0'0'776,"0"0"-456,0 0 56,191-2 128,-41-8-184,44-3-320,22-3 0,-45 3-48,-45-1-1584</inkml:trace>
  <inkml:trace contextRef="#ctx0" brushRef="#br0" timeOffset="4183.776">18424 1736 28014,'0'0'1280,"0"0"-848,0 0 48,228-23 233,-23-2-177,44-2-96,16 5-96,-16 5-72,-42 7-80,-25 6-128,-28 4-64,-41 0 0,-28 4 0,-22 6 0,-13 0-88,13 7-536,-13-2-704,-13-5-1521</inkml:trace>
  <inkml:trace contextRef="#ctx0" brushRef="#br0" timeOffset="10957.288">19168 444 25782,'0'0'3736,"0"0"-2593,0 0-759,-18 18 27,-53 60-15,68-75-379,1 0 0,-1 0 0,1 0 0,0 0 1,0 0-1,0 0 0,1 1 0,-1-1 0,1 0 0,0 1 0,0 0 0,0-1 0,0 1 0,1 0 0,-1-1 0,1 1 0,0 0 0,0-1 1,0 1-1,1 1-17,0 7 37,1-1-16,0-1-1,1 1 1,0-1 0,1 0-1,0 1 1,1-2 0,0 1-1,1-1 1,0 0 0,0 0-1,1 0 1,0-1 0,0 0-1,6 4-20,13 19 51,-11-15-41,-1 0 1,0 2-1,-1-1 0,-1 2 0,0 0 1,-2 0-1,0 1 0,-1 0 1,-1 1-1,-1 0 0,-1 0 0,-1 0 1,-1 1-1,1 18-10,-5-33 2,-1 0 0,-1 0 0,1 0 0,-1 1 0,0-2 0,-1 1 1,0 0-1,0 0 0,0-1 0,-1 0 0,0 1 0,0-1 0,-1-1 0,1 1 0,-1-1 0,-1 0 0,1 0 0,-1 0 1,0-1-1,0 0 0,0 0 0,-6 3-2,-153 64 6,127-59-15,0-2-1,-1-1 1,-1-2 0,1-2-1,-1-2 1,-19-1 9,54-2-90,1 1 0,-1-2 0,1 1 1,-1 0-1,1-1 0,-1 0 0,1 0 0,0 0 0,0-1 1,-1 1-1,1-1 0,0 0 0,0 0 0,1 0 0,-1-1 0,0 1 1,1-1-1,-1 0 0,1 0 0,0-1 0,0 1 0,0 0 1,1-1-1,-1 0 0,1 1 0,0-1 0,0 0 0,0-1 0,0 1 1,1 0-1,-1 0 0,1-1 0,0 1 0,1 0 0,-1-5 90,-6-49-4713</inkml:trace>
  <inkml:trace contextRef="#ctx0" brushRef="#br0" timeOffset="11220.934">19157 303 27494,'0'0'2416,"0"0"-1936,149-29-71,-73 19-17,3 2-80,1 4-208,-1 4-96,27 0-8,-19 8-568,-13 2-2089</inkml:trace>
  <inkml:trace contextRef="#ctx0" brushRef="#br0" timeOffset="11501.617">20633 822 28230,'0'0'1419,"0"0"-883,0 0 26,0 0-6,-1-20-252,1 2-259,0 6-30,0 0 0,-1 0 0,0 0 0,-1 1 0,-1-1 0,1 0 0,-2 1 0,0 0 0,0 0-1,-3-5-14,2 6 2,0 0-1,-1 0 1,0 0-1,-1 1 1,0 0-1,0 1 1,-1-1-1,0 1 0,-1 1 1,1 0-1,-1 0 1,-1 0-1,1 1 1,-1 1-1,0 0 1,-1 0-1,1 1 0,-1 0 1,0 1-1,0 0 1,0 1-1,0 0 1,0 0-1,0 2 0,-1-1 1,1 1-1,0 1 1,-1 0-1,1 1 1,0 0-1,0 0 1,0 1-1,0 1 0,1 0 1,-1 0-1,1 1 1,-3 2-2,-3 4 1,0 1 0,0 1 0,1 0 0,1 1-1,0 1 1,1 0 0,1 1 0,0 0 0,1 1 0,1 0 0,0 0 0,2 1 0,0 1 0,1-1 0,0 1 0,2 0 0,0 1 0,2 0 0,0-1-1,0 12 0,2-23 6,1-1 0,0 1 0,0 0 0,0 0 0,1-1 0,0 1 0,1-1 0,0 1 0,0-1 0,0 1 0,1-1 0,0 0 0,1 0-1,0 0 1,0-1 0,0 1 0,1-1 0,-1 0 0,2 0 0,-1-1 0,0 1 0,1-1 0,0 0 0,1-1 0,-1 0 0,1 0 0,1 1-6,13 4 51,1-1 1,-1 0 0,1-2-1,1-1 1,-1 0 0,1-2 0,-1-1-1,1 0 1,0-2 0,0-1-1,0 0 1,-1-2 0,1 0 0,7-4-52,-11 1-22,-1-2 1,1 0-1,-2-1 1,1-1 0,-1 0-1,-1-2 1,0 0-1,-1 0 1,0-2 0,-1 0-1,0 0 1,-1-1-1,-1-1 1,0 0 0,-1-1-1,-1 0 1,-1 0 0,0-1-1,-2-1 1,0 1-1,0-1 1,-1-4 21,17-61-1376</inkml:trace>
  <inkml:trace contextRef="#ctx0" brushRef="#br0" timeOffset="4604.036">19373 2024 30230,'-20'15'610,"-53"43"-357,2 3 1,3 2-1,1 6-253,32-31 92,2 1 1,1 1-1,2 2 0,3 1 1,1 1-1,2 1 1,2 2-1,-15 45-92,33-76 4,1 0 0,0 0 0,1 0 0,1 1 0,0-1 0,1 0 0,1 1 0,1-1 0,3 14-4,-1-23-1,1-1 1,0 0-1,0 0 1,1-1-1,-1 1 0,1-1 1,0-1-1,1 1 1,-1-1-1,1 0 1,0 0-1,0-1 0,0 0 1,0 0-1,1 0 1,-1-1-1,1-1 1,-1 1-1,1-1 0,0 0 1,0-1-1,0 0 1,-1 0-1,1 0 1,0-1-1,0-1 0,-1 1 1,4-2 0,5 2-7,0-1 0,-1-1 0,0 0 1,1-1-1,-1-1 0,-1 0 0,1-1 0,-1 0 0,0-1 0,0-1 1,-1 0-1,0-1 0,0 0 0,-1-1 0,-1-1 0,1 0 1,-2 0-1,0-1 0,0 0 0,-1-1 0,0 0 0,-1-1 0,-1 1 1,0-1-1,-1-1 0,0 0 0,-1 1 0,-1-1 0,-1-1 1,0 1 6,-3 9 1,0-1 0,-1 1 1,0 0-1,0 0 1,-1 0-1,1 0 1,-1 0-1,-1 0 1,1 0-1,-1 1 1,0-1-1,0 1 1,0 0-1,-1 0 0,0 0 1,0 0-1,0 1 1,-1-1-1,0 1 1,1 0-1,-1 1 1,-1-1-1,1 1 1,0 0-1,-1 0 1,0 1-1,1-1 0,-1 1 1,0 1-1,0-1 1,-4 0-2,-3-2-2,-1 1 0,1 0 0,-1 1 0,0 0 0,0 1 1,0 0-1,1 2 0,-1-1 0,0 2 0,0 0 0,0 0 0,1 1 0,-1 1 1,1 0-1,0 1 0,0 1 0,-11 6 2,23-12-17,0 0 0,0 0 0,0 1 0,0-1 0,0 0 0,0 0 0,1 1 0,-1-1 0,0 1 0,0-1 0,0 1 0,1-1 0,-1 1 1,0-1-1,1 1 0,-1 0 0,0-1 0,1 1 0,-1 0 0,1-1 0,-1 1 0,1 0 0,-1 0 0,1 0 0,0 0 0,-1-1 0,1 1 0,0 0 0,0 0 0,0 0 0,0 0 0,-1 0 0,1 0 0,0 0 0,1-1 1,-1 1-1,0 0 0,0 0 0,0 0 0,0 0 0,1 0 0,-1 0 0,0-1 0,1 1 0,-1 0 0,1 0 0,-1 0 0,1-1 0,-1 1 0,1 0 0,-1-1 0,1 1 0,0 0 0,0-1 0,-1 1 0,1-1 0,0 1 1,0-1-1,-1 1 0,1-1 0,0 0 0,0 1 0,1-1 17,64 5-2729,-56-5 1932,49 0-5683</inkml:trace>
  <inkml:trace contextRef="#ctx0" brushRef="#br0" timeOffset="4856.121">20044 2111 24989,'0'0'4069,"0"0"-2611,0 0-921,0 0-142,0 0-51,-18 22-52,1-1-229,-86 135 217,95-142-270,1 1-1,0 0 1,1 0 0,1 1-1,0-1 1,1 1 0,0 1-1,2-1 1,0 0-1,1 1 1,0-1 0,2 1-1,-1-1 1,2 0 0,1 1-1,0-1 1,0 0 0,2 0-1,0-1 1,1 1 0,1-1-1,0 0 1,1-1 0,0 0-1,6 7-9,0-9-29,1 0-1,1-1 0,0-1 0,0 0 0,1-1 0,0-1 1,1 0-1,-1-2 0,2 0 0,-1-1 0,1 0 1,-1-2-1,1 0 0,0-1 0,0-1 0,0-1 1,0-1-1,0 0 0,0-2 0,4 0 30,-7-3-353,0 0 1,0-1-1,0 0 0,-1-1 1,0-1-1,0-1 0,-1 0 1,0 0-1,-1-2 0,0 0 1,-1 0-1,0-1 0,-1-1 353,0 3-904,42-48-8363</inkml:trace>
  <inkml:trace contextRef="#ctx0" brushRef="#br0" timeOffset="5030.852">20571 2207 27750,'0'0'1264,"0"0"-536,-184 222-80,71-57-31,-7 22-233,7 4-240,19-19-144,34-56-80,14-27-1337</inkml:trace>
  <inkml:trace contextRef="#ctx0" brushRef="#br0" timeOffset="13999.824">15676 3737 25870,'0'0'1113,"0"0"1066,0 0-1277,0 0-397,0 0 27,3-7 296,115-36-269,-98 39-499,143-23-10,1 8 0,0 6 0,1 8-1,35 8-49,-77-2 13,485 19-6,253 53-7,735 91 0,-1362-131 0,-234-33-54,0 1 1,0-1-1,0 0 0,0 0 1,-1 1-1,1-1 0,0 0 1,0 1-1,0-1 0,0 0 1,0 1-1,0-1 1,0 0-1,0 0 0,0 1 1,0-1-1,0 0 0,0 1 1,0-1-1,0 0 0,0 1 1,0-1-1,0 0 0,0 1 1,0-1-1,1 0 54,-25 0-2702</inkml:trace>
  <inkml:trace contextRef="#ctx0" brushRef="#br0" timeOffset="14265.184">20721 4444 32031,'0'0'736,"0"0"-736,0 0-664,0 0-816,0 0-4570</inkml:trace>
  <inkml:trace contextRef="#ctx0" brushRef="#br0" timeOffset="16886.082">17415 3306 24885,'0'0'1051,"0"0"-119,0 0 1225,0 0-869,0 0-662,-11 12 486,4 40-396,-69 1084-716,101-1025 0,-8-62-5589,-16-41-11707</inkml:trace>
  <inkml:trace contextRef="#ctx0" brushRef="#br0" timeOffset="17153.147">17245 4303 30687,'0'0'808,"-19"114"-304,14-37-200,3 10 144,2 0-432,2-4-16,19-13 0,9-18 0,5-21 0,8-29 0,8-6 0,9-44 0,5-18 0,4-17 0,-3-10 0,6-50 0,-17 25-312,-18 4-3233</inkml:trace>
  <inkml:trace contextRef="#ctx0" brushRef="#br0" timeOffset="49373.546">27204 4218 28254,'0'0'2937,"0"0"-2625,0 0-224,0 0-56,0 0 56,255 37 136,-59-37 8,18-6-136,-2-6-40,-16 1-48,-28 5-8,-41 0-656,-30-5-3369</inkml:trace>
  <inkml:trace contextRef="#ctx0" brushRef="#br0" timeOffset="49657.214">29922 4166 31671,'0'0'1032,"0"0"-968,136 0-64,-55 0 0,25 2 0,-5 8 0,7 1 0,3 1-64,-3 11-504,-16-2-736,-27-3-2089</inkml:trace>
  <inkml:trace contextRef="#ctx0" brushRef="#br0" timeOffset="49949.179">29738 4917 30398,'-16'20'626,"-22"30"-532,2 1 0,3 2 0,1 1 0,-4 17-94,29-56 16,1 0 0,1 0 0,0 1 1,1 0-1,0 0 0,2 0 0,0 0 0,0 0 0,2 1 0,0-1 0,1 0 0,2 16-16,2-26 3,0 0-1,0 0 0,0 0 0,1-1 0,-1 0 0,1 0 0,0 0 0,1-1 0,-1 0 1,1 0-1,0-1 0,0 0 0,0 0 0,1 0 0,-1-1 0,0 0 0,1-1 0,0 1 1,-1-2-1,1 1 0,0-1 0,-1 0 0,1 0 0,0-1 0,-1 0 0,1-1 1,0 0-1,-1 0 0,4-1-2,17-6-5,1-1 0,-2-2 1,0 0-1,0-2 0,-1-1 1,-1-1-1,0-1 0,-1-1 1,-1-1-1,14-17 5,-26 28-6,-1 0-1,-1-1 0,1-1 1,-2 0-1,1 0 1,-1-1-1,-1 0 1,0 0-1,0 0 0,-1-1 1,-1 0-1,0-1 1,1-3 6,-5 14 0,-1 0-1,1 0 1,-1 0 0,0 0 0,0 0 0,1 0 0,-1 0 0,-1 0 0,1-1 0,0 1-1,0 0 1,-1 0 0,1 0 0,-1 0 0,0 0 0,0 0 0,1 0 0,-1 0-1,0 1 1,-1-1 0,1 0 0,0 0 0,0 1 0,-1-1 0,1 1 0,-1-1 0,0 1-1,1 0 1,-1 0 0,0-1 0,0 1 0,1 0 0,-1 0 0,0 1 0,0-1-1,-2 0 1,-82-7 16,71 8-10,-5 0 13,0 1 1,0 1-1,0 1 0,0 1 1,1 0-1,0 2 0,-1 0 0,2 1 1,-1 1-1,1 0 0,0 2 1,1 0-1,-10 8-19,-9 26-6,36-43-10,0 1 1,0-1 0,0 0 0,0 1-1,0-1 1,0 0 0,1 0 0,-1 0-1,1 1 1,-1-1 0,1 0-1,-1 0 1,1 0 0,0 0 0,-1 0-1,1 0 1,0 0 0,0 0 0,0 0-1,0 0 1,0 0 0,0 0 0,0 0-1,0-1 1,0 1 0,0-1 0,0 1-1,0 0 1,1-1 0,-1 0-1,0 1 1,0-1 0,0 0 0,1 0-1,-1 0 1,0 1 0,1-1 0,-1-1-1,1 1 16,55 5-3388,9-4-8258</inkml:trace>
  <inkml:trace contextRef="#ctx0" brushRef="#br0" timeOffset="50700.912">30014 3007 29222,'0'0'907,"0"0"-449,0 21 80,-28 242 837,-46 57-1108,72-313-267,0-1 0,-1 1 0,0 0 0,0-1 0,0 0 0,-1 1 0,0-1 0,-1-1 0,1 1 0,-1-1 0,0 0 0,0 0 0,-1 0 0,1 0 0,-1-1 0,0 0 0,0-1 0,-1 1 0,1-1 0,-1 0 0,0-1 0,0 1 0,1-1 0,-2-1 0,1 1 0,0-1 0,0-1 0,0 1 0,0-1 0,-1 0 0,0 2-29,0 0 0,1-1 1,-1 0-1,0 0 0,0 0 0,1-1 1,-1-1-1,0 1 0,0-1 0,1 0 0,-1-1 1,0 0-1,1 0 0,0 0 0,-1-1 1,1-1-1,0 1 0,0-1 0,1 0 1,-1 0-1,1-1 0,0 0 0,0 0 0,0 0 1,1-1-1,0 0 0,0 0 0,1 0 1,-1-1-1,1 0 0,1 1 0,-1-1 0,-1-7 29,2-11-182,1 0 0,1-1 0,1 1 0,1-1 0,1 1 0,2 0 0,0 0 0,3-2 182,32-107-3157,12 9-6307</inkml:trace>
  <inkml:trace contextRef="#ctx0" brushRef="#br0" timeOffset="50870.685">30175 2856 9482,'0'0'18492,"0"0"-17196,0 0-304,157 27-399,-115-5-393,22 20-200,-11-5-304,-2-4-2025</inkml:trace>
  <inkml:trace contextRef="#ctx0" brushRef="#br0" timeOffset="51124.282">31143 3372 29566,'0'0'1195,"0"0"-615,0 0-209,0 0-13,-10-24-145,-36-81-122,41 94-87,0 0-1,-1 0 1,0 0 0,-1 1 0,0-1 0,0 2 0,-1-1 0,-1 1 0,0 0 0,0 1 0,0 0 0,-1 1 0,-4-3-4,8 7 0,1 1 1,-1-1 0,-1 1-1,1 0 1,0 0-1,0 1 1,-1 0 0,1 0-1,-1 1 1,1 0 0,-1 0-1,1 0 1,-1 1-1,1-1 1,-1 2 0,1-1-1,0 1 1,0 0-1,-1 0 1,2 1 0,-1-1-1,0 1 1,-2 2-1,-5 4 2,1 0 1,0 0-1,0 1 1,1 1-1,0 0 1,1 0-1,0 1 0,1 0 1,0 1-1,1 0 1,0 1-1,1-1 1,1 1-1,0 1 0,1-1 1,1 1-1,0 0 1,1 0-1,0 0 1,1 1-1,1-1 0,1 0 1,1 14-3,0-23 3,0 0 0,1 0-1,-1 1 1,2-1 0,-1 0 0,1 0 0,0-1-1,0 1 1,0-1 0,1 1 0,0-1 0,0 0-1,0-1 1,0 1 0,1-1 0,0 1 0,0-1-1,0-1 1,1 1 0,-1-1 0,1 0 0,0 0-1,0-1 1,0 1 0,0-1 0,0 0-3,170 20 66,-157-21-72,0-1 0,0-1 0,0-1 0,0-1 0,0 0 0,-1-1 0,1-1 0,0-2 6,148-87-3305,-108 47-6892</inkml:trace>
  <inkml:trace contextRef="#ctx0" brushRef="#br0" timeOffset="50199.193">30574 4883 26318,'0'0'4697,"0"0"-4313,0 0-208,0 0 0,0 0 24,0 0-88,-48 154-64,55-98-24,27-2-8,12-7-16,5-5 0,4-11 0,0-10-32,-2-15-288,21-10-496,-14-23-865,-7-8-2360</inkml:trace>
  <inkml:trace contextRef="#ctx0" brushRef="#br0" timeOffset="50448.322">30984 4985 30447,'0'0'728,"-97"131"-464,37-46-16,-4 14 32,9 1-152,6-5-128,15-14 0,15-19-344,15-47-344,4-15-913,0-15-2976</inkml:trace>
  <inkml:trace contextRef="#ctx0" brushRef="#br0" timeOffset="61353.364">12476 9370 21901,'0'0'6504,"0"0"-4713,0 0-1418,0 0 1,-6 18 94,-97 278 752,58-179-1106,7-24-107,4 1 0,4 2 1,-16 98-8,40-97-790,14-81-1929,6-13-4518</inkml:trace>
  <inkml:trace contextRef="#ctx0" brushRef="#br0" timeOffset="61640.17">13153 10150 31063,'0'0'760,"0"0"-136,0 0-304,0 0-320,0 0 0,0 0 0,0 0 0,44 78 0,-44-78 0,0 0 0,0 0 0,0 0 0,-14-2 0,-2-2 0,-3-2-2561</inkml:trace>
  <inkml:trace contextRef="#ctx0" brushRef="#br0" timeOffset="62193.119">15130 9768 16684,'0'0'11927,"0"0"-9102,0 0-2372,-3-22 60,-12-75-201,14 89-311,-1 0 0,0 0 0,-1 0 0,1 1 0,-1-1 0,-1 0 0,0 1 0,0 0 0,0 0 1,-1 0-1,0 1 0,0-1 0,0 1 0,-1 0 0,0 1 0,0 0 0,-1-1 0,0 2 0,0-1 0,0 1 1,0 0-1,0 1 0,-1 0 0,0 0 0,1 0 0,-1 1 0,0 0 0,0 1 0,-1 0 0,1 0 0,0 0 0,0 1 1,0 1-1,-1-1 0,1 1 0,0 1 0,0-1 0,0 1 0,0 1 0,1 0 0,-1 0 0,0 0 0,1 1 1,0 0-1,0 0 0,0 1 0,1 0 0,-1 0 0,-4 6-1,-11 6 0,2 1 0,0 0 0,2 1 0,0 2 0,1 0 0,1 0 0,1 1 0,0 1 0,2 1 0,1 0 0,1 1 0,1 0 0,1 0 0,2 1 0,0 0 0,2 1 0,0-1 0,1 17 0,3-39 0,1 1 0,0 0 0,0-1 0,0 1 0,0-1 0,1 1 0,0-1 0,0 1 0,0-1 0,1 1 0,-1-1 0,1 0 0,0 0 0,0 0 0,0 0 0,1 0 0,-1 0 0,1 0 0,0-1 0,0 0 0,1 1 0,-1-1 0,1 0 0,-1-1 0,1 1 0,0-1 0,0 1 0,0-1 0,0 0 0,0-1 0,1 1 0,-1-1 0,10 3 0,-1-1 0,1 0 0,0-1 0,0-1 0,0 0 0,0-1 0,0 0 0,0-1 0,-1-1 0,1 0 0,0-1 0,-1 0 0,1-2 0,-1 1 0,0-1 0,11-6 0,192-129 0,-212 137 0,156-122-2148,-98 75-3474</inkml:trace>
  <inkml:trace contextRef="#ctx0" brushRef="#br0" timeOffset="62554.477">16316 9911 22869,'0'0'7508,"0"0"-5650,0 0-1613,-14-22-10,-78-134-183,90 149-52,-1 0 0,0 1 0,0-1 0,0 0 0,0 1 0,-1 0 0,0 0 0,-1 0 0,1 0 0,-1 1 0,0-1 0,-1 1 0,1 1 0,-1-1 0,0 1 0,0 0 0,0 0 0,-1 1 0,1-1 0,-1 2 0,0-1 0,0 1 0,0 0 0,0 0 0,0 1 0,-1 0 0,1 0 0,0 0 0,-1 1 0,1 1 0,0-1 0,-4 2 0,-1 4 0,0 2 0,0 0 0,1 0 0,1 1 0,-1 0 0,1 1 0,1 0 0,0 0 0,0 1 0,1 1 0,0-1 0,1 1 0,1 1 0,0-1 0,0 1 0,-3 12 0,4-11 0,0 0 0,1 1 0,0-1 0,1 1 0,0 0 0,2 0 0,0 1 0,0-1 0,2 0 0,0 8 0,0-19 0,0-1 0,0 1 0,0-1 0,1 1 0,-1-1 0,1 0 0,0 1 0,0-1 0,0 0 0,0 0 0,1 0 0,-1-1 0,1 1 0,0-1 0,0 1 0,0-1 0,0 0 0,0 0 0,0 0 0,0 0 0,1-1 0,-1 1 0,1-1 0,-1 0 0,1 0 0,-1 0 0,1-1 0,0 1 0,-1-1 0,3 0 0,116-9 0,-91-4 0,0-1 0,-1-1 0,-1-2 0,0-1 0,-2-2 0,0 0 0,16-17 0,-39 34 0,61-52-175,-11 3-698</inkml:trace>
  <inkml:trace contextRef="#ctx0" brushRef="#br0" timeOffset="63103.181">17659 9339 29942,'0'0'777,"0"0"-481,0 0 344,0 0 16,-53 135-256,30-79-344,0 8-56,-2 4 0,-1 9 0,3 2 0,3 0 0,8-7 0,10-7 0,13-24-528,22-18-832,6-23-2001</inkml:trace>
  <inkml:trace contextRef="#ctx0" brushRef="#br0" timeOffset="63366.176">18765 9424 30471,'0'0'1112,"0"0"-672,-35 114 80,10-54-296,-3 6-224,3 3 0,2 1 0,0-1 0,5-5 0,4 2 0,7-14-312,5-21-1865</inkml:trace>
  <inkml:trace contextRef="#ctx0" brushRef="#br0" timeOffset="63589.871">19910 9337 31351,'0'0'1048,"0"0"-912,0 0 56,-42 120-152,22-60-40,-10 27 0,-12 27 0,8-6 0,2 12 0,13-35-1040,17-43-3057</inkml:trace>
  <inkml:trace contextRef="#ctx0" brushRef="#br0" timeOffset="64695.302">21170 9231 30623,'0'0'738,"0"0"-84,0 0-107,-1 0-362,-59 34-167,48-22-16,-14 11-2,2 1 0,0 1 0,2 1 0,1 1 0,1 1 0,1 1 0,2 1 0,1 0 0,1 1 0,2 0 0,0 2 0,3-1 0,1 1 0,1 1 0,2-1 0,1 1 0,2 1 0,0 21 0,4-48 0,-1 0 0,1 0 0,1 0 0,-1 0 0,1-1 0,1 1 0,-1-1 0,1 0 0,1 1 0,-1-1 0,1-1 0,0 1 0,1 0 0,0-1 0,0 0 0,0 0 0,1-1 0,-1 1 0,2-1 0,-1 0 0,0-1 0,1 0 0,0 0 0,0 0 0,0-1 0,0 0 0,0 0 0,1 0 0,0-1 0,0 0 0,11 1 0,-1 0 0,1-1 0,0-1 0,0 0 0,0-2 0,-1 0 0,1-1 0,0-1 0,-1 0 0,1-2 0,-1 0 0,0-1 0,-1-1 0,0-1 0,0 0 0,0-1 0,15-10 0,0-2 0,-1 0 0,-2-3 0,0 0 0,-2-2 0,0-1 0,12-17 0,-25 27 0,0 0 0,-1 0 0,-1-2 0,0 0 0,-2 0 0,0-1 0,-1 0 0,-1 0 0,-1-1 0,-1 0 0,0 0 0,-2-1 0,-1 0 0,0 0 0,-2 0 0,0-1 0,-1 14 0,-1 1 0,1 0 0,-1-1 0,-1 1 0,1 0 0,-2-1 0,1 1 0,-1 0 0,0 1 0,-1-1 0,1 0 0,-2 1 0,1 0 0,-1 0 0,0 0 0,0 1 0,-1-1 0,0 1 0,0 1 0,-1-1 0,1 1 0,-1 0 0,0 0 0,0 1 0,-1 0 0,0 1 0,1-1 0,-1 1 0,0 1 0,0-1 0,-6 1 0,-30-7 0,0 3 0,-1 1 0,1 3 0,-1 1 0,0 2 0,0 3 0,-10 3 0,-145 29-84,15 16-336</inkml:trace>
  <inkml:trace contextRef="#ctx0" brushRef="#br0" timeOffset="65902.661">11916 10919 27078,'0'0'985,"0"0"-295,0 0-127,0 0-53,0 0-90,8 4 37,120 13 37,560-94-96,-563 63-371,2570-212 326,58 149-125,-2113 52-147,2371-52 287,-2395 105-949,-522-19-939</inkml:trace>
  <inkml:trace contextRef="#ctx0" brushRef="#br0" timeOffset="68316.005">11593 8379 24837,'0'0'3325,"0"0"-2351,0 0-712,0 0-31,-10 29 121,-1 3-248,0 0 0,3 1 1,1 0-1,1 0 0,2 1 0,1 0 1,1 10-105,11 1176 932,-10-1081-901,-6 0 0,-6 0 0,-6-2 0,-27 95-31,41-212-4,-40 94-35,41-122-200,4-26-631,0-15-1083</inkml:trace>
  <inkml:trace contextRef="#ctx0" brushRef="#br0" timeOffset="68740.535">11656 8731 29318,'0'0'627,"0"0"-355,24-5-93,363-102 865,-33 3-559,269-38-485,308 16 113,670 6-113,286 88 249,-418 109 82,-806-34-229,2221 84-55,-2823-124-76,172 8-370,-1 9 0,190 44 399,-339-41-1900,-52-7-3039</inkml:trace>
  <inkml:trace contextRef="#ctx0" brushRef="#br0" timeOffset="69114.461">22092 8454 28382,'0'0'776,"0"0"-368,0 0-16,-12 170 209,7-69-105,1 51-152,-5 53-88,-3 27-8,1 11 48,1-13-40,8-25-48,2-2-104,0-4-104,23-4 0,-2-33 0,-3-50-680,-8-54-4105</inkml:trace>
  <inkml:trace contextRef="#ctx0" brushRef="#br1" timeOffset="74427.453">26992 9399 30230,'0'0'849,"195"-64"-633,-24 22-112,20-1-8,-30 14 48,-45 14-88,-10 11-56,-33 4-664,-8 0-2041</inkml:trace>
  <inkml:trace contextRef="#ctx0" brushRef="#br1" timeOffset="74623.439">27558 9372 30142,'-145'110'721,"-18"29"-449,15 0-144,12 4-72,26-6-24,38-23-32,35-35-560,31-40-1417</inkml:trace>
  <inkml:trace contextRef="#ctx0" brushRef="#br1" timeOffset="74901.493">27240 10054 29662,'-82'129'640,"-13"18"-463,17-16-129,20-7-32,28-20-16,30-28-385,12-30-1055,20-36-2457</inkml:trace>
  <inkml:trace contextRef="#ctx0" brushRef="#br1" timeOffset="74902.493">27425 10409 28150,'0'0'1864,"120"-42"-1127,-31 22-121,15-3-168,4 0-296,3-4-152,-3-8 0,-2-9-312,21-30-408,-28 9-705,-23 3-1207</inkml:trace>
  <inkml:trace contextRef="#ctx0" brushRef="#br1" timeOffset="75135.541">28245 9579 27542,'0'0'1904,"0"0"-1144,-161 104-79,78 21-97,9 49 32,26 23-176,45-13-200,15-43-240,41-52 0,37-18 0,34-21 0,19-9 0,0-10 0,-5-29-160,-48-2-440,-28 0-1361</inkml:trace>
  <inkml:trace contextRef="#ctx0" brushRef="#br1" timeOffset="73366.66">24105 9026 27158,'0'0'3016,"221"-13"-2375,-34 13 47,27 0-248,-2 3-176,-16 1-112,-26-4-80,-4 0-72,-34 0-16,-29-4-272,-6-11-248,-37 3-793,-14-5-1519</inkml:trace>
  <inkml:trace contextRef="#ctx0" brushRef="#br1" timeOffset="73630.911">25407 8734 28918,'0'0'864,"0"0"-552,-203 103-24,60 15 137,-43 50-73,-15 29-192,14 9-112,40-14-48,60-32-72,43-34-360,30-45-857,14-41-2023</inkml:trace>
  <inkml:trace contextRef="#ctx0" brushRef="#br1" timeOffset="73880.351">24660 10036 28854,'-53'107'776,"-16"24"-288,-9 27-304,4-3 49,28-16-81,21-25-128,18-33-24,7-40-329,21-28-359,22-13-872,52-81 696,-8-2-689,-1-19-5224</inkml:trace>
  <inkml:trace contextRef="#ctx0" brushRef="#br1" timeOffset="74096.231">25340 9843 23669,'22'-18'2625,"160"-117"-150,-155 115-2131,94-48 1343,-120 68-1673,0 1 0,0-1 0,0 0 1,1 0-1,-1 1 0,0-1 0,0 0 0,0 1 0,0 0 0,0-1 1,0 1-1,0-1 0,0 1 0,0 0 0,0 0 0,0 0 0,0-1 1,-1 1-1,1 0 0,0 0 0,0 0 0,-1 0 0,1 0 1,-1 1-1,1-1 0,-1 0 0,1 0 0,-1 0 0,0 0 0,0 0 1,1 1-1,-1-1 0,0 0 0,0 0 0,0 0 0,0 1 0,-1-1 1,1 0-1,0 0 0,0 0 0,-1 1 0,1-1 0,-1 0 1,1 0-1,-1 0 0,1 0 0,-1 0 0,0 0 0,1 0 0,-1 0-14,0 2 17,-59 152 494,20-71-359,29-58-143,0 1 0,2 1 0,1 0 0,1 0 0,1 1 1,2-1-1,1 1 0,1 0 0,1 0 0,2 0 0,1 0 0,1 0 0,2 0 0,0-1 1,2 1-1,1-2 0,2 1 0,10 20-9,149 244-7,-165-286 3,0 0 0,0 1 0,0-1 0,-1 1 0,0 0 0,0-1 0,-1 1 0,0 1 0,0-1 0,0 0 0,-1 0 0,-1 1 0,1-1 0,-1 1 0,0-1 0,-1 0 0,1 1 0,-1-1 0,-1 0 0,0 1 0,0-1 0,0 0 0,-1 0 0,0-1 0,-3 6 4,-9 0-18,-1-1 0,0-1 0,-1-1 0,0 0 0,-1-2-1,1 1 1,-2-2 0,1-1 0,0 0 0,-1-1 0,0-1 0,0-1-1,0 0 1,0-2 0,-6 0 18,-3 4 15,0-1 0,0-2 0,0 0 0,-1-2-1,1-1 1,0-1 0,0-2 0,1-1 0,-1 0 0,1-3-1,1 0 1,0-1 0,0-2 0,1 0 0,-18-13-15,39 22 3,0-1-1,0 0 1,0 0 0,1 0 0,-1 0-1,1 0 1,0-1 0,0 0 0,1 1-1,-1-1 1,1 0 0,0 0 0,1 0-1,-1-1 1,1 1 0,0 0 0,0-1-1,0 1 1,1 0 0,0-1 0,0 1-1,1-1 1,-1 1 0,1 0 0,0-1-1,0 1 1,1 0 0,0 0 0,0 0-1,0 0 1,0 0 0,3-3-3,76-73-77,284-153-530,-159 115-1615,-20 11-4814</inkml:trace>
  <inkml:trace contextRef="#ctx0" brushRef="#br1" timeOffset="80989.02">15100 10892 26886,'-25'-5'1015,"-172"-40"1402,204 43-2063,202 1-41,10-5-79,1072-112 240,-833 97-329,1 21 0,-1 19 0,65 28-145,-177-6 53,1086 97-38,-519-117-968,-795-21-764</inkml:trace>
  <inkml:trace contextRef="#ctx0" brushRef="#br1" timeOffset="81718.79">23131 5918 29502,'0'0'528,"0"0"-432,0 0 40,0 0 313,0 0 7,0 0-240,0 0-216,117 62-8,-131-2-544,-23-2-753,-18-2-17611</inkml:trace>
  <inkml:trace contextRef="#ctx0" brushRef="#br1" timeOffset="82094.473">21748 7019 28806,'0'0'707,"0"0"-143,0 0-149,0 0-80,0 0 61,44-16 0,372-160 53,-137 54-309,-277 122-139,1-3-3,-1 1 1,1 0-1,-1 1 1,1-1 0,0 0-1,0 1 1,0 0 0,0-1-1,0 1 1,0 0-1,0 1 1,0-1 0,0 0-1,0 1 1,1 0 0,-1 0-1,0 0 1,0 0-1,1 0 1,-1 1 0,0-1-1,0 1 1,0 0 0,0 0-1,0 0 1,0 0-1,0 1 1,0-1 0,0 1-1,-1 0 1,1 0 0,-1 0-1,1 0 1,-1 0-1,0 0 1,1 1 0,-1-1-1,-1 1 1,1-1 0,1 3 1,0 13-45,-1 0 1,-1 0 0,-1 0 0,0 0 0,-2 0 0,0 0-1,0 0 1,-2-1 0,-5 17 44,-26 70-103,-5-1-1,-3-2 1,-17 19 103,3-1-27,-42 113 8,97-228 23,-1-1 0,1 1 0,1 0 0,-1 0 0,0 0 1,1 1-1,0-1 0,0 0 0,0 1 0,0-1 0,1 0 0,0 1 0,0-1 0,0 1 0,0-1 0,1 0 0,-1 1 1,1-1-1,0 0 0,1 1 0,-1-1 0,1 0 0,0 0 0,0 0 0,0 0 0,0-1 0,1 1 0,-1-1 0,1 1 0,0-1 1,0 0-1,1 0 0,1 2-4,9-3 7,1 0 0,-1-1 0,1-1 0,-1 0 1,1-1-1,-1 0 0,1-2 0,-1 1 0,0-2 0,0 0 1,0 0-1,-1-1 0,1-1 0,-1 0 0,-1-1 1,1-1-1,-1 0 0,0 0 0,-1-1 0,0-1 0,6-6-7,83-70-193,-5-4-1,-3-4 1,78-103 193,-116 133-132,-38 43 117,1 1 0,0 1-1,1 0 1,1 2 0,1 0-1,1 1 1,0 1 0,1 1-1,0 0 1,1 2 0,1 1-1,0 1 1,0 1 0,14-3 15,156-19-1538,-111 20-773</inkml:trace>
  <inkml:trace contextRef="#ctx0" brushRef="#br1" timeOffset="82364.15">23766 6275 29382,'0'0'944,"0"0"-255,0 0-377,-83 145-72,49 12 152,-1 32-96,1 14-56,2-8-80,4-19-96,3-6-56,4-16-8,7-34-40,7-39-352,7-29-248,9-32-945,14-20-815</inkml:trace>
  <inkml:trace contextRef="#ctx0" brushRef="#br1" timeOffset="82830.095">24709 5740 30126,'0'0'535,"0"0"-312,-6 24-131,-16 81 63,15-14 156,7-88-305,1-1 0,-1 0 1,1 1-1,0-1 0,0 0 0,0 0 1,1 1-1,-1-1 0,0 0 0,1 0 1,-1-1-1,1 1 0,0 0 0,-1 0 1,1-1-1,0 1 0,0-1 0,0 1 1,0-1-1,1 0 0,-1 0 1,0 0-1,0 0 0,1 0 0,-1-1 1,1 1-1,0-1-6,24 4 14,1-2 0,-1-1 1,1-1-1,-1-1 0,1-2 0,-1 0 1,0-2-1,0-1 0,0-2 0,-1 0 1,0-2-1,-1 0 0,21-13-14,1 3-173,-1-2 0,0-2 0,-2-2 0,-1-2 0,-1-2 1,-2-2-1,-1-1 0,-1-2 0,18-24 173,-35 21 440,-34 39 95,8 1-522,0 0 1,1 1-1,-1-1 1,1 1-1,0 0 0,0 1 1,0-1-1,1 1 1,-1-1-1,1 1 1,0 0-1,0 0 1,0 1-1,0-1 1,1 1-1,-1-1 1,1 1-1,1 0 1,-1 0-1,0 0-13,4-3 1,-1 0 0,0 0 0,1 0 1,-1 0-1,1 0 0,0-1 0,0 1 0,-1-1 0,1 1 0,0-1 0,0 0 0,0 0 1,1 0-1,-1 0 0,0 0 0,0 0 0,1-1 0,-1 1 0,0-1 0,1 1 1,-1-1-1,0 0 0,1 0 0,-1 0 0,0 0 0,1 0 0,-1-1 0,0 1 1,1-1-1,1 0-1,6 1 7,138-2 28,-74 0-233,1 3 0,-1 3 1,36 8 197,-99-10-91,-7-2 24,1 0-1,-1 0 1,1 1-1,-1 0 0,1 0 1,-1 0-1,1 1 1,-1-1-1,0 1 1,0 0-1,0 0 0,0 1 1,0-1-1,0 1 1,-1 0-1,1 0 1,0 1 67,-5-3-5,1 1 0,0-1 0,-1 1 0,1-1 0,-1 1 0,0-1 0,1 1 0,-1-1 0,0 0 0,0 1 0,0-1 0,0 0 0,0 1 0,0-1 0,0 0 0,-1 0 0,1 0 0,0 0 0,-1 0 0,1-1 0,0 1 0,-1 0 0,1-1 0,-1 1 0,1-1 0,-1 1 0,1-1 0,-1 1 0,0-1 0,1 0 0,-1 0 0,1 0 0,-1 0 0,0 0 0,1 0 0,-2-1 5,0 2-12,-101 13-939,57-12-524</inkml:trace>
  <inkml:trace contextRef="#ctx0" brushRef="#br1" timeOffset="83098.835">25434 6225 26574,'-78'133'1232,"-7"26"-192,0 22-520,20-22-200,28-45-64,16-31-136,15-27-120,6-19-8,0-8-328,23-22-384,4-7-552,5-4-19885</inkml:trace>
  <inkml:trace contextRef="#ctx0" brushRef="#br1" timeOffset="83407.58">25727 6308 27702,'0'0'1112,"0"0"-461,0 0-302,0 0-98,16 25 12,-8-11-229,1-2-13,-1 1 0,0 0 0,-1 0-1,-1 1 1,0 0 0,-1 0 0,0 0-1,-1 1 1,-1 0 0,0 0-1,-1 0 1,0 0 0,-2 12-21,-4 12-118,-2-1 0,-2-1 0,-1 1 0,-2-1 0,-2-1 1,-1 0-1,-2-1 0,-2 0 0,0-2 0,-16 21 118,32-50-183,0 0 0,0 0 0,0 1-1,-1-1 1,1-1 0,-1 1 0,0 0 0,0-1 0,-1 1 0,1-1 0,-1 0-1,1 0 1,-1 0 0,0-1 0,0 1 0,0-1 0,0 0 0,-1 0 0,1-1-1,-1 1 1,1-1 0,-1 0 0,1 0 0,-1 0 0,0-1 0,1 1 0,-1-1 0,0-1-1,0 1 1,1 0 0,-1-1 0,-2-1 183,-40-59-2523,13-61 5094,27-31 595,6 151-3131,1-1 0,1 1 0,-1 0 0,0 0-1,0 0 1,1 0 0,-1-1 0,1 1 0,0 0 0,-1 0 0,1 0 0,0 0 0,0 0-1,0 0 1,1 1 0,-1-1 0,0 0 0,1 1 0,-1-1 0,1 1 0,0-1 0,-1 1-1,1-1 1,0 1 0,0 0 0,0 0 0,0 0 0,0 0 0,0 0 0,0 1-1,0-1 1,0 1 0,0-1 0,0 1 0,1 0 0,-1 0 0,0 0 0,0 0 0,0 0-1,0 0 1,1 0 0,-1 1 0,0-1 0,0 1 0,0 0 0,0-1 0,0 1-1,0 0 1,0 0 0,0 1 0,0-1-35,1 5 17,1-1 0,-1 1 0,0 1 1,0-1-1,-1 0 0,0 1 0,0-1 0,0 1 0,-1-1 0,0 1 0,0 0 0,-1 0 0,0 0 0,0-1 1,-1 1-1,1 0 0,-2 0 0,1-1 0,-1 1 0,0-1 0,0 1 0,0-1 0,-1 0 0,0 0 1,-1 0-1,1 0 0,-1 0 0,0 0-17,-33 46 35,77-43-29,-2-10-59,-27-1-21,0 1 0,0 0 0,1 1 0,-1 0 0,0 1 0,0 1 0,1-1 0,-1 2 0,0 0 0,-1 0 0,1 1 0,7 3 74,-10 5-2704</inkml:trace>
  <inkml:trace contextRef="#ctx0" brushRef="#br1" timeOffset="83657.363">24411 7819 29606,'0'0'496,"208"-12"-336,6-32-32,44-16 257,7-15 119,-23 1-192,-44 7-80,-25 5-120,-44 17-112,-42 11 0,-27 1-432,-27 11-1297,-17-1-15954</inkml:trace>
  <inkml:trace contextRef="#ctx0" brushRef="#br1" timeOffset="83844.62">25271 7367 28302,'0'0'656,"0"129"-480,0-42-104,9 27 64,5-10 8,18 20-144,-4-22-312,-3-44-3969</inkml:trace>
  <inkml:trace contextRef="#ctx0" brushRef="#br1" timeOffset="84032.415">25870 7094 30759,'0'0'1032,"0"0"-976,-16 215-24,2-61 0,0 11 72,5-5 0,4-38-56,1-39-48,4-25-264,0-20-272,18-13-945,3-19-863</inkml:trace>
  <inkml:trace contextRef="#ctx0" brushRef="#br1" timeOffset="89240.095">26812 7152 25758,'0'0'5041,"0"0"-4641,122-38-288,-41 3-56,11-11-32,2-1 24,3 1-24,-7 3-24,4-9-432,-22 12-1169,-26 5-9617</inkml:trace>
  <inkml:trace contextRef="#ctx0" brushRef="#br1" timeOffset="89487.651">27411 6490 28446,'0'0'1232,"0"110"-600,0 19-119,-9 59-57,0 30 40,-1 6-144,3-17-160,3-28-96,4-22-40,0-35-32,0-39-24,0-33-192,0-29-240,0-21-232,0-4 176,0-21-1025</inkml:trace>
  <inkml:trace contextRef="#ctx0" brushRef="#br1" timeOffset="89660.163">27017 7595 26934,'0'0'1192,"-94"114"-624,47-54-336,13 5-200,15-22-32,15-20-2232</inkml:trace>
  <inkml:trace contextRef="#ctx0" brushRef="#br1" timeOffset="89846.409">27234 7639 29318,'0'0'824,"0"0"-463,138-29-161,-69 10-136,37-29-64,-19 5-641,-11-7-4024</inkml:trace>
  <inkml:trace contextRef="#ctx0" brushRef="#br1" timeOffset="90131.939">27964 6845 29134,'0'0'936,"-60"132"-672,18-13-192,3 44-47,12 5-9,13-27-16,12-41-137,2-48-415,0-23 184,0-4-376,11-25-64,1 0-768,4-27-1041</inkml:trace>
  <inkml:trace contextRef="#ctx0" brushRef="#br1" timeOffset="90410.234">28183 6841 22581,'0'0'3342,"0"0"-1499,0 0-947,0 0-256,14 23-13,0 2-516,0 0-1,-2 1 1,-1 1-1,-1 0 1,-2 0-1,0 1 1,-2 0-1,-1 1-110,61 354 562,-64-375-549,-1-1 0,1 1 1,0-1-1,1 1 0,0-1 0,0 0 1,0 0-1,1-1 0,0 1 1,0-1-1,1 1 0,0-1 0,0-1 1,1 1-1,-1-1 0,1 0 1,0 0-1,0 0 0,1-1 0,-1 0 1,1-1-1,0 1 0,0-1 1,1 0-1,-1-1 0,0 0 1,1 0-1,5 0-13,7-2 13,0-2 0,0 0 0,-1-1 0,1-1 0,-1 0 0,0-2-1,0 0 1,-1-1 0,0-1 0,0-1 0,-1-1 0,0 0 0,0-1 0,-1-1 0,-1 0 0,0-1 0,0-1 0,-2 0 0,0-1 0,0-1 0,3-7-13,181-242-11,-186 248-168,-1-1 1,0-1-1,-2 0 0,0 0 1,-2-1-1,0 0 0,-1 0 1,-1 0-1,0-1 0,-2 0 0,0 1 1,-2-1-1,-1-10 179,-1-37-5496</inkml:trace>
  <inkml:trace contextRef="#ctx0" brushRef="#br1" timeOffset="91273.13">11944 10996 26942,'0'0'1157,"0"0"-238,20 0-68,317-12 1116,529-146-1036,474 31-931,-799 119 0,-254 8 0,226-31 0,687-147 0,492 7 0,55-7 0,389 13 0,-1909 154 0,-176 13 0,-32 25-97,-19-24 43,-1 15-699</inkml:trace>
  <inkml:trace contextRef="#ctx0" brushRef="#br1" timeOffset="161053.938">11255 5145 24525,'0'0'1629,"0"0"452,0 0-848,0 0-600,0 0-211,-6-7-38,-46-88 618,51 90-978,-1 1-1,0 0 0,1-1 1,-1 1-1,-1 0 0,1 0 1,0 0-1,-1 0 0,0 0 0,0 1 1,0-1-1,-1 1 0,1 0 1,-1 0-1,0 0 0,1 0 0,-1 1 1,0-1-1,-1 1 0,1 0 1,0 0-1,-1 1 0,1-1 0,-1 1 1,1 0-1,-1 0 0,0 1 1,-4-1-24,-12 1 2,-1 0 1,1 1-1,0 2 1,0 0-1,0 1 1,0 1 0,0 1-1,1 1 1,0 0-1,1 2 1,0 0-1,-16 11-2,8-5 1,0 0-1,2 2 0,0 1 0,0 1 1,2 1-1,1 1 0,0 1 1,2 0-1,0 2 0,2 1 1,0 0-1,2 1 0,1 1 0,1 0 1,1 1-1,2 1 0,0 0 1,1 4-1,-1 18-5,2 2 0,2-1 0,3 1 0,2 0 0,2 0 0,5 34 5,-4-77-1,1 0 0,0 0 0,1 0 0,0-1 0,0 1 0,1-1 0,1 1-1,-1-1 1,1-1 0,1 1 0,0-1 0,0 0 0,1 0 0,-1 0 0,2-1 0,-1 0 0,1-1-1,0 1 1,0-2 0,1 1 0,0-1 0,0 0 0,8 2 1,-3 0 5,0-1-1,1-1 1,0 0 0,0-1-1,0-1 1,1 0 0,-1-1-1,1-1 1,-1-1 0,1 0-1,-1 0 1,1-2 0,-1 0-1,1-1 1,-1 0 0,0-1-1,0-1 1,-1 0 0,1-1-1,-1-1 1,0 0 0,-1-1-1,0-1 1,11-8-5,8-9 14,-1 0 0,-1-3 0,-1 0 0,-2-2 0,-1-1 0,-1-1 0,-2-1 0,17-35-14,-24 40 0,-1 0 0,-2-1 0,-1 0 0,-1-1 0,-1-1 0,-2 1 0,-2-1 0,-1-1 0,-1 1 0,-2-1 0,-1 0 0,-1-7 0,-1 32 0,1-1-1,-1 1 1,0 0-1,0-1 1,-1 1 0,0 0-1,-1 0 1,0 0-1,0 0 1,-1 1-1,0-1 1,0 1 0,0 0-1,-1 0 1,0 1-1,-4-4 1,9 9-30,-1 1-1,0-1 0,1 1 0,-1-1 0,0 0 0,0 1 1,0-1-1,1 1 0,-1 0 0,0-1 0,0 1 1,0 0-1,0-1 0,0 1 0,0 0 0,0 0 1,0 0-1,0 0 0,0 0 0,0 0 0,0 0 1,0 0-1,0 0 0,0 1 0,1-1 0,-1 0 0,0 0 1,0 1-1,0-1 0,0 1 0,0-1 0,0 1 1,1-1-1,-1 1 0,0-1 0,0 1 0,1 0 1,-1 0-1,1-1 0,-1 1 0,0 0 0,1 0 1,-1 0-1,1-1 0,0 1 0,-1 0 0,1 0 0,0 0 1,-1 0-1,1 0 0,0 0 0,0 0 0,0 0 1,0 0-1,0 0 0,0 0 0,0 0 0,0 0 1,0 0-1,0-1 0,1 1 0,-1 0 0,0 0 1,1 0-1,-1 0 0,1 0 0,-1 0 0,1 0 31,-2 37-2387</inkml:trace>
  <inkml:trace contextRef="#ctx0" brushRef="#br1" timeOffset="161537.82">11980 5943 30078,'0'0'838,"0"0"-367,0 0-90,0 0 43,0 0-101,0 0-154,-2 4-107,-10 78-41,-15-50-21,-68 48-205,45-42-822</inkml:trace>
  <inkml:trace contextRef="#ctx0" brushRef="#br1" timeOffset="162508.062">12054 6057 25589,'0'0'2384,"0"0"-1281,0 0-515,0 0 21,0 0-93,-1-4-177,0 3-313,-1-1 0,1 1 0,0 0 0,-1-1 0,1 1 0,0 0 0,-1 0 0,1 0 0,-1 0 0,0 0 0,1 0 0,-1 0 0,0 0 0,0 1 0,1-1 0,-1 1 0,0-1 0,0 1 0,0 0 0,0 0 0,0-1 0,0 1 0,0 1 0,1-1 0,-1 0 0,0 0 0,-1 1-26,-3-1-26,-5 0 42,9 1-16,1-1 0,-1 1 0,1-1 0,-1 0 0,1 1 0,-1-1 0,1 0 0,-1 0 0,1 0 0,-1 0 1,1 0-1,-1-1 0,1 1 0,-1 0 0,1-1 0,-1 1 0,1-1 0,0 1 0,-1-1 0,1 0 0,0 0 0,-1 1 0,1-1 0,0 0 0,0 0 1,0 0-1,0 0 0,0-1 0,0 1 0,0 0 0,0 0 0,0-1 0,0 1 0,1 0 0,-1-1 0,0 1 0,1-1 0,0 1 0,-1-1 0,1 1 1,0-1-1,-1 1 0,1-1 0,0 0 0,0-35 18,0 37 10,12 0-540,4 0-1055</inkml:trace>
  <inkml:trace contextRef="#ctx0" brushRef="#br1" timeOffset="164706.837">13273 5043 25878,'0'0'870,"0"0"-3,0 0 726,0 0-715,0 0-320,0 0-109,-7-5-107,-20-14-118,8 27-81,18-3-132,-78 200 279,10 3-1,-33 178-289,76-106-45,26-278 25,0-1 0,0 0-1,0 1 1,1-1 0,-1 0 0,0 0 0,0 1-1,1-1 1,-1 0 0,1 0 0,-1 0 0,1 0-1,-1 0 1,1 1 0,0-1 0,0 0 0,-1 0 0,1 0-1,0-1 1,0 1 0,0 0 0,0 0 0,0 0-1,0-1 1,0 1 0,0 0 0,0-1 0,1 1-1,-1-1 1,0 0 0,0 1 0,0-1 0,1 0-1,-1 0 1,0 1 0,1-1 0,-1 0 0,0 0 0,0 0-1,1-1 1,-1 1 0,0 0 0,0 0 0,1-1-1,-1 1 21,59-22-3812,-14-7-7835</inkml:trace>
  <inkml:trace contextRef="#ctx0" brushRef="#br1" timeOffset="165141.377">14328 5539 29694,'0'0'599,"0"0"-255,0-23-125,-2-175 470,2 190-675,1 4-11,-1 0 1,1 0 0,-1 0 0,1 0 0,-1 0 0,0 0-1,-1 0 1,1 1 0,-1-1 0,0 0 0,1 0-1,-2 0 1,1 1 0,0-1 0,-1 0 0,0 1 0,0-1-1,0 1 1,0 0 0,0 0 0,-1 0 0,1 0 0,-1 0-1,0 0 1,0 0 0,0 1 0,0 0 0,0 0-1,-4-2-3,0 2 2,0 0-1,0 1 0,-1 0 0,1 1 0,0 0 0,-1 0 0,1 0 0,-1 1 0,1 0 0,0 0 0,0 1 0,-1 0 0,1 0 1,1 1-1,-1 0 0,0 0 0,1 1 0,-1-1 0,1 1 0,-5 5-1,-110 106 16,99-89-12,1 0 0,2 1 1,0 1-1,2 0 0,1 2 0,1 0 1,2 0-1,1 2 0,1-1 0,2 1 1,1 1-1,2 0 0,1 0 0,2 0 1,1 0-1,1 11-4,1-41 0,-1 1 0,1-1 0,0 1 1,0-1-1,0 0 0,1 1 0,-1-1 0,1 0 1,0 1-1,0-1 0,0 0 0,0 0 0,1 0 1,-1 0-1,1 0 0,0 0 0,0 0 0,0 0 1,0-1-1,0 1 0,0-1 0,1 0 0,-1 1 1,1-1-1,0 0 0,0 0 0,0-1 0,0 1 1,0-1-1,0 1 0,0-1 0,0 0 0,0 0 1,1 0-1,-1-1 0,0 1 0,1-1 0,-1 0 1,1 0-1,2 0 0,13-3 9,0-1 0,0 0 0,-1-1 1,1-2-1,-1 1 0,-1-2 0,1-1 0,-1 0 0,-1-1 1,0 0-1,0-2 0,-1 0 0,0 0 0,-1-2 0,-1 0 1,0 0-1,2-4-9,205-220-2247,-197 217-1984</inkml:trace>
  <inkml:trace contextRef="#ctx0" brushRef="#br1" timeOffset="165645.623">15263 5549 29638,'0'0'574,"0"0"-318,1-24-89,4-79 199,35-82 270,-41 183-633,0 0-1,0 0 0,0 0 1,-1 0-1,1 0 0,-1 0 0,1 0 1,-1 1-1,0-1 0,0 0 1,0 1-1,0 0 0,0-1 0,0 1 1,0 0-1,0 0 0,0 0 1,-1 1-1,1-1 0,0 0 1,0 1-1,-1-1 0,1 1 0,-1 0 1,1 0-1,0 0 0,-1 0 1,1 0-1,-1 1 0,1-1 0,0 1 1,0-1-1,-1 1 0,1 0 1,0 0-1,0 0 0,0 0 0,0 0 1,-2 2-3,-16 5 0,1 2-1,0 0 1,1 1 0,0 0 0,1 2 0,0 0 0,1 1 0,1 1-1,-13 14 1,7-7-1,1 0 0,0 1 0,2 1 0,1 0 0,1 2-1,1 0 1,1 1 0,1 0 0,2 1 0,1 0 0,1 1-1,1 0 1,2 0 0,0 1 0,3 0 0,0 0-1,2 9 2,1-34 2,0 1 0,0-1-1,1 1 1,-1-1-1,1 0 1,1 0-1,-1 1 1,1-1-1,0 0 1,0 0-1,0 0 1,1-1-1,0 1 1,0-1-1,0 1 1,0-1 0,1 0-1,0 0 1,-1 0-1,2-1 1,-1 1-1,0-1 1,1 0-1,-1 0 1,1-1-1,0 1 1,0-1-1,0 0 1,0 0 0,0-1-1,0 1 1,1-1-1,2 0-1,7 0 30,-1-1 0,1 0 0,-1 0 0,1-2 0,-1 0 0,0-1 1,1 0-1,-1-1 0,-1 0 0,1-1 0,-1-1 0,0 0 0,0-1 0,0-1 0,-1 0 0,0 0 0,-1-1 0,1-1-30,29-27-210,-2-1-1,-1-2 0,-2-2 1,1-6 210,-9 12-1295,-8 2-1395</inkml:trace>
  <inkml:trace contextRef="#ctx0" brushRef="#br1" timeOffset="166247.745">16431 5126 29110,'0'0'1088,"0"0"-791,0 0 127,0 0 96,-39 116-136,18-56-120,-2 13-88,-2 8-72,0 8-40,-3 4-48,3 5 0,2-5-16,2-8-184,14-4-304,5-25-656,2-25-1169</inkml:trace>
  <inkml:trace contextRef="#ctx0" brushRef="#br1" timeOffset="166524.56">17291 5366 31047,'0'0'672,"0"0"-504,0 0-104,-70 150 192,50-84-64,6 11-120,0 8-48,5 0-24,4-6-184,5-17-328,9-21-536,17-18-457,-1-19-4368</inkml:trace>
  <inkml:trace contextRef="#ctx0" brushRef="#br1" timeOffset="166792.8">18129 5275 29510,'0'0'2097,"0"0"-1913,0 0-120,0 145 240,0-80 168,-9 7-336,-3 7-136,-1 2 0,-4 0 0,-1-5 0,4 28 0,5-21-136,2-17-1712</inkml:trace>
  <inkml:trace contextRef="#ctx0" brushRef="#br1" timeOffset="167434.463">10177 6830 28486,'0'0'794,"0"0"-232,0 0-202,22-13 34,-18 10-369,25-15 103,0 1-1,1 2 1,1 1 0,0 2 0,27-8-128,63-5 68,1 5-1,0 6 1,1 5 0,0 5-1,1 6 1,-1 5 0,0 5-1,3 6-67,174 14 23,0-14 0,296-20-23,603-88 115,-983 70-94,-160 15-19,3097-212 6,-2611 215 193,-510 4-296,-38 0-575,-30-2-190,-18 0-1279</inkml:trace>
  <inkml:trace contextRef="#ctx0" brushRef="#br1" timeOffset="168604.77">3876 6994 28198,'0'0'2777,"0"0"-2273,0 0-200,0 0-208,122-2 240,113-21 88,76-8-296,46-4-128,16 0 0,-25 6 0,9 6 0,7 6 0,12 1 0,-28 3-128,-90 5-1296,-63-5-4546</inkml:trace>
  <inkml:trace contextRef="#ctx0" brushRef="#br1" timeOffset="169042.414">7898 5831 28734,'0'0'656,"0"0"-312,166 0 64,-74-10 25,12-5-121,0 1-160,-1 1-88,-4 1-64,21-7-448,-23 2-1001,-26-1-3912</inkml:trace>
  <inkml:trace contextRef="#ctx0" brushRef="#br1" timeOffset="169272.415">8728 5402 28846,'0'0'856,"0"0"-552,177 4-8,-80 0 65,9 2-41,-3 5-88,-6 1-88,-19 5-64,-18 8-48,-27 8-32,-31 10 0,-9 15 0,-60 27 16,-62 48-16,9-17-408,-2-10-1377</inkml:trace>
  <inkml:trace contextRef="#ctx0" brushRef="#br1" timeOffset="169778.271">8610 10148 28134,'0'0'1880,"0"0"-1303,0 0-305,0 0 64,131 0 120,12-13-128,62-3-184,26-7-96,-8 2-40,-34 0-16,-42 7-16,-18-5-272,-39 7-728,-28-3-1265</inkml:trace>
  <inkml:trace contextRef="#ctx0" brushRef="#br1" timeOffset="170038.88">9905 9631 29622,'0'0'1753,"0"0"-1681,0 0-48,120 73-8,-51-46 136,4 2-16,-1 0-32,-10 0-56,-16 2-16,-25 0 0,-21 4 32,-16 5 80,-58 16 8,-48 18-80,-35 18-72,-22-3-304,38-23-784,37-29-7650</inkml:trace>
  <inkml:trace contextRef="#ctx0" brushRef="#br0" timeOffset="10485.08">365 6289 24061,'0'0'4164,"0"0"-2855,0 0-915,0 0-129,0 0 21,-5 8 12,4-6-279,-1-1-5,1 1 0,0-1 0,0 1-1,0-1 1,0 1 0,0 0 0,0-1-1,0 1 1,0 0 0,1 0 0,-1 0-1,1 0 1,-1-1 0,1 1 0,0 0-1,0 0 1,0 0 0,0 0 0,0 0-1,0 0 1,0 0 0,1 0 0,-1 0-1,1 0 1,-1-1 0,1 1-1,0 0 1,0 0 0,0-1 0,0 1-1,0 0 1,0-1 0,0 1 0,0-1-1,1 1 1,-1-1 0,0 0 0,1 0-14,62 63 92,2-4 1,3-3-1,3-3 1,1-3-1,3-3 1,2-4-1,2-3 1,1-3-1,2-4 1,2-4-1,0-3 1,2-5-1,0-3 1,77 6-93,-73-15 15,1-3 0,0-5 1,-1-4-1,1-3 0,-1-5 1,0-4-1,-1-3 0,-1-5 1,-1-3-1,38-19-15,-16-4 0,-3-5 0,-2-4 0,-3-6 0,-2-3 0,-4-5 0,-2-4 0,-2-6 0,-36 29 0,-3-3 0,-3-1 0,-2-3 0,-2-2 0,-4-1 0,-2-3 0,-2-1 0,-4-2 0,-3-1 0,-3-2 0,-3 0 0,-3-2 0,9-60 0,-12 23 0,-6 0 0,-4-1 0,-6 0 0,-8-91 0,-1 132 0,-2 0 0,-4 1 0,-3 1 0,-2 0 0,-4 1 0,-18-38 0,24 67 0,-3 1 0,-1 0 0,-2 2 0,-1 0 0,-2 2 0,-1 0 0,-1 2 0,-2 1 0,-1 1 0,-2 1 0,-31-21 0,20 22 0,-2 2 0,0 3 0,-2 1 0,0 2 0,-1 2 0,-1 3 0,0 1 0,-1 3 0,-13 0 0,-59-5 0,0 6 0,-1 5 0,-29 7 0,30 2 0,-1 6 0,2 6 0,0 4 0,2 6 0,0 4 0,2 6 0,2 5 0,2 5 0,2 5 0,2 4 0,3 5 0,2 5 0,4 4 0,3 4 0,3 5 0,3 3 0,5 4 0,3 4 0,-62 89 0,89-89 0,4 1 0,4 3 0,4 1 0,4 3 0,5 1 0,3 1 0,6 2 0,4 1 0,4 0 0,5 2 0,4-1 0,6 90 0,1-137 0,3 0 0,2 0 0,2 0 0,3-1 0,2 0 0,3 0 0,2-2 0,3 0 0,2 0 0,2-2 0,19 29 0,-18-42-13,1-1 0,2-2-1,1 0 1,2-2 0,2-1 0,1-1-1,1-2 1,2-2 0,0-1 0,2-2 0,1-1-1,34 14 14,-12-10-576,2-3-1,1-3 1,1-3-1,38 6 577,39-6-3336</inkml:trace>
  <inkml:trace contextRef="#ctx0" brushRef="#br0" timeOffset="11109.105">4454 4278 20420,'0'0'6750,"3"-18"-5031,-2 6-1645,0 3-27,0 0 0,0 0-1,1 1 1,0-1 0,1 0 0,0 1 0,0-1 0,1 1 0,0 0 0,0 0 0,1 1 0,0-1 0,1 1-1,-1 0 1,3-2-47,31-23 180,1 1 0,2 1 0,1 3 0,1 2 0,1 1 0,1 3-1,33-11-179,-69 28 18,182-67 95,3 8 1,2 9-1,3 8 1,1 9-1,2 9 1,1 9-1,1 9 1,148 13-114,-245 2 24,1 5 1,-2 4 0,0 5-1,-1 5 1,-1 4 0,-1 5 0,-2 5-1,10 9-24,66 43 38,-3 8-1,124 95-37,-60-38 24,-175-115-31,1-3 0,1-3 0,2-4 0,1-2 0,8-1 7,-69-24-48,-7-2 24,0 0-1,0-1 1,0 1 0,0 0-1,0 0 1,0-1 0,0 1-1,0-1 1,0 1 0,0-1-1,0 1 1,1-1 0,-1 0 0,0 1-1,0-1 1,0 0 0,1 0-1,-1 0 1,0 0 0,0 0-1,1 0 1,-1 0 0,0-1-1,0 1 1,0 0 0,1-1-1,-1 1 1,0 0 0,0-1-1,0 0 1,0 1 0,0-1-1,0 0 1,0 1 0,0-1-1,0 0 1,0 0 0,0 0-1,-1 0 1,1 0 0,0 0 0,-1 0-1,1 0 1,0 0 0,-1 0-1,1 0 1,-1 0 0,0-1-1,1 1 1,-1 0 24,-1-31-1480,-3-7-946</inkml:trace>
  <inkml:trace contextRef="#ctx0" brushRef="#br0" timeOffset="11375.687">8926 3722 29302,'0'0'644,"0"0"-332,28 17-41,182 117 461,-94-36-317,-5 4 0,11 21-415,-118-118 8,5 3 7,0 0-1,-1 1 1,0 0 0,-1 1 0,0-1 0,-1 2-1,0-1 1,0 0 0,-1 1 0,0 0-1,-1 1 1,0 2-15,-4-12 2,1 0-1,-1 0 0,0 0 0,0 0 1,0 0-1,0 0 0,0 0 1,-1 0-1,1 0 0,0 0 0,-1 0 1,0-1-1,1 1 0,-1 0 1,0 0-1,0 0 0,0-1 1,0 1-1,0 0 0,-1-1 0,1 1 1,0-1-1,-1 1 0,1-1 1,-1 0-1,0 1 0,1-1 1,-1 0-1,0 0 0,0 0 0,1-1 1,-1 1-1,0 0 0,0-1 1,0 1-1,0-1-1,-234 55 24,-660 95-1238,761-123-649</inkml:trace>
  <inkml:trace contextRef="#ctx0" brushRef="#br0" timeOffset="13465.012">9485 6044 25149,'0'0'1323,"0"0"-264,0 0-277,0 0-137,0 0-37,-19 14-98,-55 40-151,74-54-355,1 0 1,-1 0 0,1 0 0,-1 0 0,0 1 0,1-1 0,-1 0 0,1 0 0,-1 1 0,0-1 0,1 0 0,-1 0 0,1 1-1,-1-1 1,0 0 0,0 1 0,1-1 0,-1 0 0,0 1 0,0-1 0,1 1 0,-1-1 0,0 1 0,0-1 0,0 0 0,0 1 0,1-1-1,-1 1 1,0-1 0,0 1 0,0-1 0,0 1 0,0-1 0,0 1 0,0-1 0,0 0 0,-1 1 0,1-1 0,0 1 0,0-1 0,0 1-1,0-1 1,-1 0 0,1 1 0,0-1 0,0 1 0,-1-1 0,1 0 0,0 1 0,-1-1 0,1 0 0,0 1 0,-1-1 0,1 0 0,0 0-1,-1 1 1,1-1 0,-1 0 0,1 0 0,-1 0 0,1 1 0,0-1 0,-1 0 0,1 0 0,-1 0 0,1 0 0,-1 0 0,1 0 0,-1 0-5,124 10 602,955 2 168,254 20-710,654-61-17,-1368 14 121,1506-67 189,-2051 80-353,-236 10-1030,90-4-821</inkml:trace>
  <inkml:trace contextRef="#ctx0" brushRef="#br0" timeOffset="14269.723">2788 8329 27174,'-17'-18'720,"-149"-135"-172,127 131-507,-1 2-1,-1 2 1,-1 2-1,-1 1 1,0 2-1,0 2 1,-1 2-1,-1 2 1,1 2-1,-1 2 1,0 2-1,0 2 1,-29 4-41,-2 6 93,1 3 0,1 4 1,0 2-1,2 4 0,0 3 0,2 3 1,1 3-1,2 3 0,1 2 0,2 4 1,2 3-1,2 2 0,-39 40-93,2 4 67,5 3 0,4 4 0,4 4 0,5 3 1,5 4-1,4 3 0,5 3 0,6 2 0,4 3 0,-12 52-67,36-85 35,3 1 1,4 1-1,5 1 0,3 1 1,4 1-1,4 0 0,4 0 1,7 64-36,-1-114 12,3 0 0,1 0 0,2 0 0,1-1 0,3 0 1,1-1-1,2-1 0,2 0 0,1-1 0,3-1 0,0 0 1,2-2-1,2-1 0,1 0 0,2-2 0,1-2 0,13 10-12,-1-6 4,1-2-1,2-2 1,1-2 0,1-2-1,2-3 1,0-1-1,1-2 1,1-2-1,1-3 1,1-2-4,48 8 5,2-4-1,0-4 1,0-5 0,73-5-5,11-15 5,-1-7 1,-1-9-1,-2-8 0,-1-7 1,-2-9-1,-3-7 0,-2-8 1,59-37-6,-74 34 0,-4-8 0,-3-6 0,65-53 0,-188 117-24,0-1 1,-1-1-1,-1-1 1,-2-2-1,14-16 24,-34 34-85,0 1 1,-1-1-1,0 0 0,-1 0 0,1 0 0,-1 0 0,-1-1 0,1 1 0,-1-1 1,-1 1-1,1-1 0,-1 0 0,-1 0 0,1 0 0,-1-2 85,-2-43-3057,1 41 1933,-5-44-11940</inkml:trace>
  <inkml:trace contextRef="#ctx0" brushRef="#br0" timeOffset="14659.388">4341 11275 22917,'0'0'5445,"0"0"-3979,0 0-1121,0 0-150,-5-20-123,3-67-43,5 82-25,1 0 0,1 1 0,-1 0 0,1 0 0,-1 1 0,1-1 0,0 1 0,1 0-1,-1 0 1,0 0 0,1 1 0,0 0 0,-1 0 0,1 0 0,0 1 0,0 0 0,1 0-4,273-64 415,2 11 1,279-14-416,-3 24 565,465 26-565,-303 78-1590,-677-58-2930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0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0 339 28038,'0'0'1736,"0"0"-1006,0 0-426,0 0-24,0 0 85,17-4 65,162-35 194,-54 10-538,1 5 1,0 5 0,30 4-87,-145 14 0,1 0 0,-1 1 0,0 0 0,1 1 0,-1 0 0,0 1 0,0 0 0,0 1 0,0 0 0,0 1 0,0 0 0,-1 0 0,0 1 0,0 1 0,0 0 0,9 7 0,-6-1 0,0 0 0,-1 1 0,0 1 0,-1 0 0,0 1 0,-1 0 0,-1 1 0,-1 0 0,0 0 0,-1 1 0,0 0 0,-2 0 0,0 0 0,-1 1 0,0 0 0,-2 0 0,0 0 0,-1 0 0,-1 0 0,-2 14 0,0 5 0,-2 0 0,-2 0 0,-1-1 0,-2 0 0,-2-1 0,-1 0 0,-1 0 0,-2-2 0,-15 25 0,-9 6 0,-4-1 0,-2-3 0,-2-1 0,-3-3 0,-3-1 0,-1-3 0,-61 43 0,95-79 0,0-2 0,-1 0 0,0-2 0,-1 0 0,0-1 0,-1-1 0,0-2 0,0 0 0,-1-1 0,-4-1 0,26-5-2,0-1-7,1 1-1,0 0 1,-1-1 0,1 1 0,0-1 0,-1 1 0,1-1 0,-1 0 0,1 1 0,-1-1 0,1 0 0,0 0 0,-1 0 0,1 0 0,-1 0-1,1-1 1,-1 1 0,1 0 0,-1-1 0,1 1 0,0-1 0,-1 1 0,1-1 0,0 0 0,0 1 0,-1-1 0,1 0 0,0 0-1,0 0 1,0 0 0,0 0 0,0 0 0,0 0 0,0 0 0,0-1 0,0 1 0,1 0 0,-1-1 0,1 1 0,-1 0 0,1-1-1,-1 1 1,1-1 0,0 1 0,-1 0 9,5-13-347,1 0 0,0 0-1,1 1 1,0-1 0,1 2-1,1-1 1,0 1 0,1 0-1,6-7 348,47-57-4881</inkml:trace>
  <inkml:trace contextRef="#ctx0" brushRef="#br0" timeOffset="326.753">2260 1 28262,'0'0'1856,"-23"6"-1097,-246 80 248,212-63-955,1 1 0,2 4 0,0 1 0,2 3 0,1 2 0,2 2 0,1 3 0,2 1 0,2 3-1,2 1 1,1 2 0,3 2 0,2 1 0,2 2 0,3 2 0,1 0 0,-6 24-52,25-51 0,1 1 0,1 0 0,2 1 0,1 0 0,1 0 0,1 0 0,2 1 0,0 0 0,2-1 0,2 1 0,0-1 0,2 1 0,1-1 0,1 0 0,2-1 0,0 1 0,2-2 0,1 1 0,1-1 0,1-1 0,5 6 0,0-14 0,0-2 0,1 0 0,1-1 0,0-1 0,1 0 0,0-2 0,0-1 0,2 0 0,-1-2 0,1 0 0,0-2 0,1 0 0,-1-2 0,1 0 0,0-2 0,0-1 0,5 0 0,-4 2 0,90 10-146,0-5 0,1-5 1,102-11 145,-96-11-2060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1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0 738 29422,'0'0'796,"0"0"-275,11-18-235,119-142 10,-75 107-201,2 2 0,3 3-1,1 3 1,37-19-95,-96 63 2,0-1 0,0-1-1,0 1 1,0 0-1,0 0 0,1 1 1,-1-1-1,0 0 0,1 1 1,-1-1-1,1 1 1,0 0-1,-1 0 0,1 0 1,0 0-1,0 0 0,0 1 1,-1-1-1,1 1 1,0 0-1,0 0 0,0 0 1,0 0-1,0 0 0,0 1 1,0-1-1,-1 1 0,1 0 1,0 0-1,0 0 1,-1 0-1,1 0 0,0 0 1,-1 1-1,1 0 0,-1-1 1,0 1-1,0 0 1,0 0-1,1 0 0,-2 0 1,1 1-1,0-1 0,0 1-1,-5 212 140,-39 52 79,-12 130 96,53-392-307,0 1 0,0-1 0,1 0 0,-1 1 0,1-1 0,0 1-1,1-1 1,-1 0 0,1 1 0,0-1 0,1 0 0,-1 1 0,1-1 0,0 0 0,0 0 0,1 0 0,-1-1 0,1 1 0,0 0 0,1-1 0,-1 0 0,1 0-1,-1 0 1,1 0 0,1-1 0,-1 1 0,0-1 0,1 0 0,-1 0 0,1-1 0,0 1 0,0-1 0,0 0 0,0-1 0,1 1 0,-1-1 0,0 0-1,1 0 1,-1-1 0,2 1-8,16-2 1,-1-1 0,1-1 0,0-1 0,-1-1 0,1-1 0,-2-1-1,1 0 1,-1-2 0,0-1 0,0 0 0,-1-2 0,-1 0 0,0-1-1,-1-1 1,0-1 0,-1 0 0,2-5-1,43-32 0,-3-3 0,-3-3 0,-2-2 0,-2-2 0,-4-2 0,33-58 0,-54 77 0,-3 0 0,-2-2 0,-1 0 0,-3-1 0,-2-1 0,-2-1 0,-2 0 0,-2-1 0,-3 0 0,-2 0 0,-1-16 0,-4 47 0,1 17 0,0 1 0,0-1 0,0 1 0,-1-1 0,1 1 0,-1-1 0,0 1 0,0-1 0,0 1 0,0-1 0,0 1 0,-1-1 0,1 0 0,-1 1 0,1-1 0,-1 1 0,0 0 0,0-1 0,0 1 0,0 0 0,-1-1 0,1 1 0,-1 0 0,1 0 0,-1 0 0,0 0 0,1 1 0,-1-1 0,0 0 0,0 1 0,-1-1 0,1 1 0,0 0 0,0-1 0,-1 1 0,0 0 0,1 2 0,-1-1 0,1 1 0,0 0 0,-1 0 0,1-1 0,0 2 0,0-1 0,0 0 0,0 0 0,0 1 0,0-1 0,0 1 0,0 0 0,0 0 0,1-1 0,-1 1 0,1 0 0,-1 0 0,1 0 0,0 1 0,0-1 0,0 0 0,0 0 0,0 1 0,0-1 0,0 1 0,1-1 0,0 0 0,-1 1 0,1 0 0,-3 5 0,-17 72 0,3 1 0,4 1 0,4 1 0,3-1 0,3 1 0,8 63 0,-5-131 0,40 878 0,-40-868 0,3 196 0,-10 0 0,-16 52 0,8-155 0,-5-1 0,-5 0 0,-5-2 0,-5-2 0,-17 28 0,49-130 0,0 0 0,-2 0 0,1 0 0,-1 0 0,-1-1 0,0 0 0,0 0 0,-1-1 0,0 1 0,-1-1 0,0-1 0,0 0 0,-1 0 0,0 0 0,0-1 0,-1-1 0,0 0 0,0 0 0,-1-1 0,1 0 0,-1 0 0,0-1 0,-1-1 0,-5 0 0,0 0 0,-1-2 0,1 0 0,0-1 0,0 0 0,-1-2 0,1 0 0,0-1 0,0 0 0,0-1 0,1-2 0,-1 1 0,1-2 0,0 0 0,1-1 0,0 0 0,0-2 0,1 1 0,0-2 0,1 0 0,-12-12 0,9 4 0,0-1 0,2 0 0,1-1 0,0-1 0,2 0 0,0 0 0,1-1 0,2-1 0,0 1 0,2-1 0,0-1 0,2 1 0,0-1 0,2 0 0,1 1 0,1-1 0,1 0 0,1 0 0,1 0 0,1 1 0,2-1 0,0 1 0,2 1 0,5-14 0,19-23 0,2 1 0,2 2 0,3 1 0,3 3 0,1 1 0,3 2 0,2 2 0,5 0 0,211-198-809,21 4 809,-122 106-2097,-36 25-3255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1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30911,'0'0'562,"0"0"-358,24 2-154,271 26 167,-256-23-162,-1 1 0,0 2 0,-1 2-1,0 1 1,0 2 0,-1 1 0,-1 2 0,-1 1 0,13 10-55,-40-22 0,0 1 1,0 0 0,-1 0 0,1 0 0,-1 1 0,-1 0 0,1 0 0,-1 1-1,-1-1 1,1 1 0,-1 0 0,-1 0 0,1 1 0,-1-1 0,-1 1 0,1 0-1,-2-1 1,1 1 0,-1 0 0,-1 0 0,1 0 0,-1 0 0,-1 0 0,0 0-1,0 0 1,-1 0 0,0-1 0,0 1 0,-1 0 0,0-1 0,-1 0 0,-3 6-1,-13 16 1,-1-1 1,-1-1-1,-2-1 1,0-1-1,-2-1 1,-1-2-1,-1 0 1,-30 18-2,-262 172-154,208-123-396,82-42-2186,26-28-5033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1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680 515 30447,'0'0'628,"10"-21"-307,-8 17-315,28-54 96,-3-1 1,-3-1 0,-2-1-1,0-11-102,-20 67 2,1 0-1,-1 1 1,0-1-1,0 0 1,-1 0-1,0-1 1,1 1-1,-2 0 1,1 0-1,-1-1 1,1 1-1,-1 0 1,-1 0-1,1-1 1,-1 1-1,0 0 1,0 0-1,-1-1 1,1 1-1,-1 0 1,0 1-1,0-1 1,-1 0-1,0 1 1,0-1-1,0 1 1,0 0-1,0 0 1,-1 0-1,0 0 1,0 0-1,0 1 1,0 0-1,-1 0 1,1 0-1,-1 0 1,1 1-1,-1 0 1,-5-2-2,-4 3 0,0 1 0,0 0 0,0 1 0,0 1 0,0 0 0,1 1 0,-1 0 0,0 1 0,1 0 0,0 2 0,0-1 0,1 1 0,-1 1 0,1 0 0,0 2 0,-36 23 9,1 3 0,3 1 0,0 2 1,3 2-1,1 2 0,2 2 0,2 1 0,2 2 0,-23 44-9,41-63 40,1 1-1,1 1 1,1 1-1,2-1 1,2 2-1,0-1 1,2 1-1,2 1 1,1-1-1,1 1 1,2 0-1,1-1 1,2 7-40,-2-31 11,0-1 0,0 1 0,1 0 0,0 0 1,0-1-1,1 1 0,0 0 0,0-1 0,1 0 0,0 0 0,0 1 0,1-2 0,-1 1 1,2 0-1,-1-1 0,1 0 0,0 0 0,0 0 0,1 0 0,-1-1 0,1 0 0,1 0 1,-1-1-1,0 0 0,1 0 0,0 0 0,5 1-11,10 2 0,0-1 0,0-1 0,0-1 0,0-1 0,1-1 0,-1 0 0,1-2 0,-1-1 0,1-1 0,-1-1 0,0 0 0,0-2 0,0-1 0,0-1 0,-1 0 0,9-5 0,1-7-78,-1 0 1,0-2-1,-1-1 1,-2-1-1,0-1 1,-1-2-1,-2-1 1,-1 0-1,-1-2 1,-1-1-1,-2 0 1,-1-1-1,-1-1 1,-2-1-1,-1-1 1,3-12 77,12-61-2585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1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29246,'0'0'903,"0"0"-245,0 0-214,0 0 50,0 0-41,0 0-109,13 11-152,58 33-159,51-33-33,-13-12 0,16-1 0,0 4 0,0 6 0,-1 6 0,18 8 0,-27 3 0,0 5 0,-2 5 0,2 6 0,-114-41 0,1 0 0,-1 0 0,0 0 0,1 1 0,-1-1 0,1 0 0,-1 1 0,0-1 0,1 1 0,-1 0 0,0-1 0,0 1 0,0 0 0,1 0 0,-1 0 0,0 0 0,0 0 0,0 0 0,0 0 0,0 0 0,-1 0 0,1 0 0,0 0 0,0 1 0,-1-1 0,1 0 0,-1 1 0,1-1 0,-1 0 0,0 1 0,1-1 0,-1 1 0,0-1 0,0 0 0,0 1 0,0-1 0,0 1 0,0-1 0,0 1 0,-1-1 0,1 0 0,0 1 0,-1-1 0,1 0 0,-1 1 0,-123 64 0,-667 285 0,639-272 0,145-75-100,1 1 0,-1 0 0,1 0 0,0 1 0,0 0 0,1 0 0,0 0 0,0 1 0,0 0 0,1 0 0,0 0 0,0 0 0,1 1 0,0-1 0,0 3 100,-4 16-2469</inkml:trace>
  <inkml:trace contextRef="#ctx0" brushRef="#br0" timeOffset="474.305">2791 475 30134,'0'0'805,"0"0"-383,1-22-119,2-74 84,-4 84-370,-1 1 0,0-1 0,0 1 0,-1-1 0,-1 1 0,0 0 0,0 0 0,-1 1 0,-1-1 0,1 1 0,-2 0 0,1 0 1,-1 1-1,-1 0 0,0 0 0,0 1 0,-1 0 0,0 1 0,0-1 0,0 2 0,-1-1 0,0 1 0,-1 1 0,1 0 0,-1 0 0,0 1 0,0 1 0,-1 0 0,1 0 0,-1 1 0,1 0 1,-1 1-1,0 1 0,1 0 0,-1 0 0,0 1 0,1 1 0,-1 0 0,1 0 0,-1 1 0,1 1 0,-7 3-17,-11 5 0,1 2 0,0 1 0,1 2 0,1 0 0,1 1 0,0 2 0,2 1 0,0 0 0,1 2 0,1 1 0,2 0 0,0 2 0,-11 20 0,12-22 0,2 1 0,0 0 0,2 2 0,0-1 0,2 2 0,1-1 0,2 2 0,0-1 0,2 1 0,1 1 0,2-1 0,0 1 0,2 0 0,2 5 0,0-26 0,0-1 0,0 1 0,1 0 0,1-1 0,0 1 0,0-1 0,0 0 0,1 1 0,0-1 0,1 0 0,0-1 0,0 1 0,1-1 0,0 1 0,0-1 0,0-1 0,1 1 0,0-1 0,1 0 0,-1 0 0,1-1 0,0 0 0,0 0 0,7 3 0,14 8 0,1-2 0,1 0 0,0-2 0,1-2 0,0 0 0,1-2 0,0-2 0,0 0 0,0-3 0,1 0 0,-1-2 0,1-2 0,3-1 0,-20 0 0,0 0 0,0-1 0,0-1 0,0 0 0,-1-2 0,0 0 0,0 0 0,0-1 0,-1-1 0,0 0 0,-1-1 0,0-1 0,0 0 0,-1-1 0,6-6 0,3-4 14,-1 0 1,-2-1-1,0 0 1,-1-2-1,-1 0 1,-1-1-1,-2 0 1,0-1-1,6-22-14,-13 34-90,-1-1 1,-1 0-1,0 0 0,-1 0 0,0-1 0,-2 1 0,0-1 0,0 1 1,-1-1-1,-1 0 0,-1 1 0,0 0 0,-1-1 0,-1 1 1,0 0-1,-1 0 0,-1 1 0,-5-10 90,-26-31-3050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1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1 664 18988,'0'0'8537,"0"0"-6430,0 0-1667,19 26 83,-1-3-405,-1 1 1,-1 1 0,-2 1-1,0 0 1,-2 1 0,0 0-1,-2 1 1,-1 0 0,-1 3-119,71 432 1019,-78-451-1016,0 0 0,1-1 0,0 1 0,1-1 0,0 0 1,1 0-1,0 0 0,1 0 0,0-1 0,1 0 0,0 0 1,1 0-1,0-1 0,0 0 0,1 0 0,0-1 0,0 0 1,1 0-1,0-1 0,1 0 0,-1 0 0,1-1 0,1-1 1,-1 0-1,1 0 0,0-1 0,0 0-3,1-3 0,0 0 0,0-1 0,0 0 0,0-1 0,-1 0 0,1-1 0,0 0 0,-1-1 0,1-1 0,-1 1 0,0-2 0,0 0 0,-1 0 0,1-1 0,4-3 0,148-106 0,100-116 0,-12-12 0,135-174 0,-11 12 0,-349 377-150,1 1 0,1 1 0,2 1 0,0 2 0,1 0 0,25-11 150,-21 14-2837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27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1260 1 28254,'0'0'1960,"0"0"-1119,0 0-380,0 0 50,0 0-43,-23 6-233,-273 107-198,-629 329-37,909-421 0,49-10 0,93 18 0,0 5 0,-2 5 0,83 41 0,173 100 0,-374-190-149,-8-13-1005,-5-6-1776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27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736 805 400,'0'0'25296,"0"-1"-21151,4-21-2677,24-165-609,-22 143-739,-2-1 0,-2 0-1,-1 0 1,-3 0 0,-6-39-120,6 70 0,-1 0 0,0 0 0,-1 1 0,0-1 0,-1 1 0,-1 0 0,0 0 0,-1 0 0,0 1 0,-1 0 0,0 0 0,-1 1 0,0 0 0,-1 1 0,0 0 0,-1 1 0,0 0 0,-1 0 0,1 1 0,-1 0 0,-1 1 0,0 1 0,0 0 0,0 1 0,0 0 0,-1 1 0,0 0 0,0 2 0,0-1 0,0 2 0,0 0 0,-1 0 0,1 1 0,0 1 0,0 0 0,0 2 0,0-1 0,0 1 0,0 1 0,-12 5 0,3 7 0,1 1 0,1 0 0,0 1 0,1 2 0,1 0 0,1 1 0,1 0 0,1 2 0,1 0 0,1 1 0,1 0 0,1 1 0,1 0 0,1 1 0,-2 13 0,-2 4 0,2 1 0,2 0 0,2 1 0,2 0 0,0 44 0,4-79 0,1 0 0,0-1 0,0 1 0,1 0 0,1-1 0,0 1 0,0 0 0,1-1 0,0 1 0,0-1 0,1 0 0,0 1 0,1-1 0,0-1 0,1 1 0,0-1 0,0 1 0,0-1 0,1-1 0,1 1 0,-1-1 0,7 5 0,2-1 0,1-1 0,0-1 0,1 0 0,0-1 0,0-1 0,1-1 0,0 0 0,0-1 0,1-1 0,-1-1 0,1-1 0,-1 0 0,1-1 0,0-1 0,0-1 0,-1-1 0,1-1 0,-1 0 0,1-1 0,-1-1 0,0-1 0,-1 0 0,1-1 0,-1-1 0,9-7 0,2-4-17,-1-2 1,-1-1-1,-1-2 0,-1 0 1,-1-1-1,-1-1 0,-1-2 1,-2 0-1,-1-1 0,-1 0 1,-1-2-1,-2 0 0,-1 0 1,-1-2-1,-2 1 0,-1-1 1,-2-1-1,0-11 17,5-53-4005,-8 10-10318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28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1081 24389,'0'0'4601,"0"0"-3151,0 0-955,25-12 9,238-142 495,-118 49-890,-4-7 1,-5-6 0,17-28-110,1-51 0,-143 185 0,-22 35 0,9-19 0,-31 58 0,4 1 0,2 2 0,4 0 0,2 2 0,3 0 0,3 1 0,3 1 0,-2 46 0,13-107 0,1 0 0,0 0 0,0 0 0,0-1 0,1 1 0,0 0 0,1 0 0,-1-1 0,2 1 0,-1-1 0,1 0 0,0 1 0,0-1 0,1 0 0,0-1 0,0 1 0,1-1 0,0 0 0,0 0 0,0 0 0,1-1 0,0 1 0,0-1 0,0-1 0,1 1 0,-1-1 0,1 0 0,0-1 0,0 0 0,5 2 0,0 0 0,0-1 0,1 0 0,-1-1 0,1-1 0,-1 0 0,1-1 0,0 0 0,0-1 0,0 0 0,0-1 0,-1-1 0,1 0 0,0 0 0,-1-1 0,0-1 0,1 0 0,-1-1 0,-1 0 0,9-6 0,18-10 0,-1-2 0,-1-2 0,-2-1 0,0-2 0,17-20 0,7-5 0,-3-2 0,-2-2 0,-3-3 0,-3-1 0,-2-3 0,-3-2 0,-3-1 0,-3-2 0,-3-2 0,-4-1 0,8-30 0,-23-1 0,-28 115 0,-5 46 0,2 0 0,3 1 0,3 1 0,2 0 0,2 24 0,-46 1062 0,37-1000 0,-7-2 0,-6-1 0,-6-1 0,-6-1 0,-7-3 0,-7 3 0,51-133 0,-3 14 0,-1 0 0,-1-1 0,-1 0 0,-1-1 0,-1 0 0,-1-1 0,-1 0 0,0-1 0,-1 0 0,-1-1 0,-1-1 0,0-1 0,-16 11 0,31-25 0,-1 1 0,0 0 0,0-1 0,0 0 0,0 1 0,0-1 0,-1 0 0,1-1 0,0 1 0,-1 0 0,1-1 0,0 0 0,-1 0 0,1 0 0,0 0 0,0-1 0,-1 1 0,1-1 0,0 0 0,-1 0 0,1 0 0,0 0 0,0 0 0,0-1 0,-1 0 0,-6-10 0,1-1 0,1 1 0,-1-2 0,2 1 0,0-1 0,1 0 0,0-1 0,1 1 0,1-1 0,0 0 0,-1-13 0,-11-50 0,3 1 0,3-2 0,4 1 0,4-1 0,4-31 0,0 82 0,0 0 0,2 0 0,2 1 0,0 0 0,2 0 0,0 0 0,2 1 0,1 1 0,2 0 0,0 0 0,1 1 0,1 1 0,2 0 0,10-10 0,42-35-9,4 4 1,2 3-1,2 3 1,3 3-1,3 5 1,1 2-1,3 5 0,15-2 9,-17 2-68,29-14-336,28-15-1179,-49 25-2792,31-17-13307</inkml:trace>
  <inkml:trace contextRef="#ctx0" brushRef="#br0" timeOffset="392.841">3262 256 30743,'0'0'1352,"0"0"-911,0 0-294,31 6-75,486 113-60,-479-110-12,0 2 0,0 2 0,-1 1 0,-1 2 0,0 2 0,-2 1 0,18 13 0,-49-30 0,0 0 0,0 1 0,-1-1 0,1 1 0,0-1 0,-1 1 0,0 0 0,0 0 0,0 0 0,0 0 0,0 0 0,0 0 0,-1 0 0,0 1 0,0-1 0,0 1 0,0-1 0,0 1 0,0-1 0,-1 1 0,0 0 0,0-1 0,0 1 0,0-1 0,0 1 0,-1 0 0,0-1 0,0 1 0,0-1 0,0 1 0,0-1 0,0 0 0,-1 0 0,0 1 0,0-1 0,0 0 0,0 0 0,0-1 0,-1 1 0,1 0 0,-1-1 0,1 1 0,-2-1 0,-23 19 0,-1-1 0,-1-2 0,-1-1 0,0-1 0,-25 9 0,23-11 0,-495 226 0,517-236 0,-3 1 0,0 1 0,1 0 0,0 1 0,0 0 0,0 0 0,1 2 0,0-1 0,1 1 0,0 1 0,0 0 0,-6 8 0,0 19-371,14-13-1482</inkml:trace>
  <inkml:trace contextRef="#ctx0" brushRef="#br0" timeOffset="796.044">5690 865 29686,'0'0'1753,"0"0"-1209,19-21-371,57-72 82,-71 85-235,1 0-1,-1 0 1,0 0 0,-1-1 0,0 1 0,0-1-1,-1 0 1,0 0 0,-1-1 0,0 1 0,0 0-1,-1-1 1,0 1 0,-1-1 0,0 0-1,0 1 1,-1-1 0,-1-3-20,1 7 0,-1 0 0,0 1 0,0-1 0,-1 0 0,0 1 0,0-1 0,0 1 0,0 0 0,-1 0 0,0 1 0,0-1 0,0 1 0,-1-1 0,1 1 0,-1 1 0,0-1 0,0 1 0,0 0 0,-1 0 0,1 0 0,-1 1 0,0-1 0,1 1 0,-1 1 0,0-1 0,0 1 0,0 0 0,0 1 0,0-1 0,-1 1 0,1 0 0,0 1 0,0 0 0,-26-1 0,-1 2 0,1 2 0,0 1 0,0 1 0,0 1 0,1 2 0,0 2 0,1 0 0,0 2 0,1 2 0,0 0 0,2 2 0,0 1 0,0 1 0,-2 5 0,-1-4 0,1 2 0,1 1 0,1 2 0,2 0 0,0 2 0,1 0 0,2 2 0,1 0 0,2 2 0,0 0 0,2 1 0,2 1 0,1 0 0,-7 25 0,14-28 0,1-1 0,1 1 0,1 1 0,2-1 0,1 0 0,2 1 0,2 13 0,-2-36 0,0-1 0,0 1 0,1 0 0,-1-1 0,2 1 0,-1-1 0,1 0 0,1 0 0,-1 0 0,1 0 0,0 0 0,0-1 0,1 0 0,0 0 0,0 0 0,1 0 0,-1-1 0,1 0 0,0 0 0,1-1 0,-1 1 0,1-1 0,0-1 0,0 1 0,0-1 0,0-1 0,1 1 0,-1-1 0,4 0 0,32 7 0,0-1 0,1-3 0,0-1 0,0-2 0,0-2 0,19-4 0,-43-1 0,-1 0 0,1-1 0,-1-2 0,-1 0 0,1 0 0,-2-2 0,1 0 0,-1-2 0,-1 1 0,0-2 0,0 0 0,-2-1 0,1-1 0,-2 0 0,0 0 0,-1-2 0,-1 1 0,0-2 0,-1 1 0,-1-1 0,0-2 0,15-26-101,-3-2 0,-1 0 0,-3 0 1,-2-2-1,-2 0 0,-2-1 0,-2 0 0,0-38 101,-5-40-2242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26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43 267 9202,'0'0'16688,"0"0"-12617,0 0-3363,0 0-98,0 0-54,-11-16-79,4 6-402,5 9-67,0-1 0,1 1 0,-1-1-1,0 0 1,0 1 0,1-1 0,-1 0 0,1 0-1,0 0 1,-1 0 0,1 0 0,0 0 0,0 0-1,0-1 1,1 1 0,-1 0 0,0-1 0,1 1-1,0 0 1,-1-1 0,1 1 0,0-1 0,0 1-1,0 0 1,1-1 0,-1 1 0,0-1 0,1 1-1,0 0 1,0 0 0,-1-1 0,1 1 0,0 0-1,1 0 1,-1 0 0,0 0 0,1 0-1,-1 0 1,1 0 0,-1 0 0,1 1 0,0-1-1,0 1 1,0-1 0,0 1 0,0 0 0,0 0-8,66-28 1,0 4 1,2 2-1,0 4 1,1 3-1,1 3 1,1 3-1,0 3 1,0 3-1,70 7-1,-127-4 0,0 1 0,0 1 0,0 0 0,0 2 0,0 0 0,0 0 0,0 1 0,-1 1 0,0 1 0,0 0 0,0 1 0,-1 1 0,0 0 0,-1 1 0,1 0 0,-2 1 0,1 1 0,-2 0 0,3 3 0,-2 1 0,0 1 0,-1 0 0,-1 1 0,0 0 0,-2 1 0,0 0 0,-1 0 0,0 1 0,-2 0 0,0 0 0,-1 0 0,-1 1 0,-1 0 0,-1-1 0,0 1 0,-2 0 0,0-1 0,-1 1 0,-2 5 0,-2 6 0,0-1 0,-2 0 0,-2 0 0,0 0 0,-2-2 0,-1 1 0,-2-1 0,0-1 0,-2-1 0,-1 0 0,-19 20 0,-6-2 0,-2-3 0,-2-1 0,-2-3 0,-1-1 0,-49 24 0,70-42-18,0-1-1,0-1 1,-2-2 0,0-1 0,0-2-1,-1-1 1,0-1 0,-1-2 0,0-1-1,0-2 1,-1-1 0,1-1 0,-11-3 18,40 1-83,1-1 0,-1 1 0,0-1 0,1 0 0,-1 0 0,1-1 0,-1 1 0,1-1 0,0 0 0,-1 0 0,1 0 1,0 0-1,0-1 0,0 1 0,1-1 0,-1 1 0,0-1 0,1 0 0,0 0 0,0 0 0,0-1 0,0 1 0,0 0 0,1-1 1,-1 1-1,1-1 0,0 1 0,0-1 0,1 0 0,-1 1 0,1-1 0,-1 0 0,1 0 0,0 0 0,1 1 0,-1-1 0,1 0 1,-1 0-1,1 1 83,-1-50-3915</inkml:trace>
  <inkml:trace contextRef="#ctx0" brushRef="#br0" timeOffset="380.646">2466 8 28638,'0'0'1614,"-19"6"-931,-93 27-77,-101 29 399,-195 88-1005,360-132 13,0 2 1,2 2 0,0 3 0,2 1 0,1 2 0,1 3-1,1 0 1,2 3 0,1 1 0,2 2 0,2 2 0,1 1-1,2 1 1,2 2 0,2 1 0,-1 5-14,23-39 0,0 0 0,0 1 0,1 0 0,0-1 0,1 1 0,1 1 0,-1-1 0,2 0 0,-1 1 0,2-1 0,-1 1 0,2-1 0,0 1 0,0-1 0,1 1 0,0-1 0,1 0 0,0 0 0,1 0 0,0 0 0,4 7 0,11 1 0,1-1 0,1 0 0,1-2 0,0-1 0,1 0 0,0-2 0,1 0 0,1-2 0,0-1 0,0 0 0,1-2 0,0-1 0,0-2 0,1 0 0,0-1 0,0-2 0,18-1 0,138 19-654,-1-8 0,2-8 0,44-11 654,-107-6-4191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3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1071 24197,'0'0'4545,"0"0"-3041,0 0-918,0 0-190,0 0-32,-6 14 58,-17 43-28,23-56-386,0 0 0,0 0-1,0 0 1,0 0 0,0 0-1,0-1 1,0 1 0,1 0-1,-1 0 1,0 0 0,1-1-1,-1 1 1,0 0 0,1 0 0,-1-1-1,1 1 1,-1 0 0,1 0-1,0-1 1,-1 1 0,1-1-1,0 1 1,-1-1 0,1 1-1,0-1 1,-1 1 0,1-1-1,0 0 1,0 1 0,0-1-1,-1 0 1,1 1 0,0-1-1,0 0 1,0 0 0,0 0 0,0 0-1,0 0 1,-1 0 0,1 0-1,0 0 1,0 0 0,0-1-1,0 1 1,-1 0 0,1 0-1,0-1-7,6 1-2,176 8 2,-177-10 0,0 0 0,0-1 0,0 0 0,0 0 0,-1-1 0,0 1 0,0-1 0,0 0 0,0-1 0,0 1 0,-1-1 0,0 0 0,0 0 0,0 0 0,-1-1 0,1 1 0,-2-1 0,1 0 0,0 0 0,0-4 0,5-4 0,49-104 0,-47 119 0,53 87 0,50 72 0,-8 4 0,23 60 0,98 250 0,-216-452 0,2 1 0,0-1 0,2-1 0,0-1 0,1 0 0,2 0 0,2 1 0,-13-15 0,0 0 0,1 0 0,-1-1 0,1 0 0,0-1 0,1 1 0,-1-1 0,1-1 0,0 1 0,-1-1 0,1-1 0,1 0 0,-1 0 0,0 0 0,1-1 0,-1 0 0,0-1 0,1 1 0,-1-2 0,1 1 0,-1-1 0,2-1 0,15-6 0,0-1 0,-1-2 0,-1 0 0,0-1 0,0-1 0,-1-2 0,-1 0 0,0-1 0,-2-1 0,17-17 0,173-162 0,170-217 0,-18-15 0,5-49 0,-60 81 0,-186 231 0,-116 126-1640,-17 35-5410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5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30743,'0'0'765,"0"0"-222,0 0-220,4 25-1,128 756-251,-86-606-71,-44-166 0,0 0 0,1 0 0,0 0 0,0-1 0,0 1 0,1-1 0,1 0 0,-1 0 0,1-1 0,1 1 0,-1-1 0,1 0 0,1 0 0,-1-1 0,1 0 0,0 0 0,0-1 0,1 1 0,0-2 0,0 1 0,0-1 0,0 0 0,1-1 0,4 2 0,11-2 0,1-1 0,0-1 0,-1-1 0,1-1 0,-1-1 0,1-2 0,-1 0 0,0-1 0,0-2 0,-1 0 0,1-2 0,5-3 0,49-28 0,-1-4 0,-2-3 0,-3-3 0,-1-3 0,-3-3 0,-3-3 0,-2-3 0,-3-2 0,-3-3 0,41-63 0,160-248 0,-186 245-23,-31 27-90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4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1129 24973,'0'0'5169,"0"0"-4384,0 0-257,0 0-232,0 0-8,180-42 248,60-32-344,36-20-192,1-3 0,-45 14 0,-73 27 0,-46 14 0,-39 18 0,-19 7-40,-2-10-776,-11 6-889,-12-1-8529</inkml:trace>
  <inkml:trace contextRef="#ctx0" brushRef="#br0" timeOffset="247.404">1242 285 28406,'0'0'1040,"-101"201"-384,27 6-135,-2 48-57,7 23-72,4 0-24,19-21-120,0-2-152,14-27-64,11-58-32,14-58-144,7-56-272,5-56-56,13 0-401,10-33-863</inkml:trace>
  <inkml:trace contextRef="#ctx0" brushRef="#br0" timeOffset="734.635">1523 1141 29390,'10'18'696,"3"6"-546,-1 1-1,-1 0 0,-1 1 0,-1 0 0,-2 1 0,3 13-149,0 47 179,-3 1 0,-3 0 0,-5 0 0,-8 53-179,-44 116-54,50-248-11,1-1 0,-1 1 0,-1-1 0,0 0 1,0 1-1,0-2 0,-1 1 0,0-1 0,-1 1 0,0-2 1,0 1-1,0 0 0,-1-1 0,0 0 0,0-1 0,0 0 0,-1 0 1,0 0-1,0-1 0,0 0 0,0-1 0,-1 0 0,1 0 1,-1-1-1,0 0 0,0 0 0,0-1 0,0 0 0,0-1 1,0 0-1,0 0 0,0-1 0,0 0 0,0-1 0,1 0 0,-1 0 1,-6-3 64,1-4-153,1-1 1,0-1 0,0 0-1,1 0 1,0-1 0,1-1 0,1 0-1,0-1 1,1 0 0,0 0 0,1-1-1,1 0 1,0 0 0,1-1-1,0 0 1,2 0 0,0 0 0,1-1-1,0 1 1,1-1 0,1 0 0,1-2 152,-1 8 147,0 0 1,0 0 0,1 0 0,1 0 0,0 0 0,0 0 0,1 0 0,1 0 0,0 0 0,0 1 0,1-1 0,1 1-1,-1 0 1,2 0 0,-1 0 0,1 1 0,1 0 0,-1 0 0,2 1 0,-1-1 0,1 2 0,0-1 0,8-4-148,-16 11 19,1 0 1,-1 1 0,1-1 0,0 1 0,-1-1-1,1 1 1,-1-1 0,1 1 0,0-1 0,0 1 0,-1 0-1,1-1 1,0 1 0,-1 0 0,1 0 0,0-1-1,0 1 1,0 0 0,-1 0 0,1 0 0,0 0 0,0 0-1,0 0 1,-1 0 0,1 0 0,0 0 0,0 1-1,-1-1 1,1 0 0,0 0 0,0 1 0,-1-1 0,1 0-1,0 1 1,-1-1 0,1 1 0,0-1 0,-1 1-1,1-1 1,-1 1 0,1 0 0,0-1 0,-1 1-1,0-1 1,1 1 0,-1 0 0,1 0 0,-1-1 0,0 1-1,0 0 1,1 0 0,-1-1 0,0 1 0,0 0-1,0 0-19,-3 50 380,2-44-345,-8 29 3,-1-1 1,-2 0 0,-1-1-1,-2 0 1,-1-2-1,-7 9-38,-24 55 21,48-97-21,0 0-1,0 1 1,0-1 0,0 1 0,0-1-1,0 1 1,0 0 0,1-1-1,-1 1 1,0 0 0,0 0 0,1 0-1,-1 0 1,0 0 0,0 0-1,0 0 1,1 0 0,-1 1 0,0-1-1,0 0 1,0 1 0,0-1-1,0 1 1,1-1 0,-1 1 0,0 0-1,0-1 1,0 1 0,-1 0-1,1 0 1,0 0 0,0-1 0,0 1-1,0 0 1,-1 0 0,1 0-1,0 0 1,-1 1 0,1-1 0,-1 0-1,0 0 1,1 0 0,-1 0-1,0 0 1,1 1 0,-1-1 0,0 0-1,0 0 1,0 1 0,0-1-1,0 0 1,0 0 0,-1 0 0,1 1-1,0-1 1,-1 0 0,1 0-1,0 0 1,-1 0 0,0 0 0,1 0-1,-1 0 1,0 0 0,1 0-1,-1 0 1,0 0 0,0 0 0,0 0-1,0 0 1,0 0 0,248-47-1062,-244 46 1017,1 0-1,-1 0 1,0 0-1,0 1 0,0-1 1,0 1-1,0 0 0,0 0 1,0 0-1,0 0 0,0 0 1,-1 0-1,1 1 1,0 0-1,-1-1 0,1 1 1,-1 0-1,0 0 0,1 0 1,-1 1-1,0-1 0,0 0 1,0 1-1,-1 0 1,1-1-1,-1 1 0,1 0 1,-1 0-1,0 0 0,0 0 1,0 0-1,-1 0 1,1 0-1,-1 0 0,1 0 1,-1 0-1,0 0 0,0 0 1,0 0-1,-1 0 0,1 0 1,-1 0-1,0 0 1,0 0-1,0 0 0,0 1 46,-5 39 214,-1-1 0,-3 0 1,-1 0-1,-2-1 0,-2-1 0,-1 0 0,-2-1 0,-4 3-214,-32 76 1135,41-80-814,13-38-315,0 0-1,0 0 1,1 0 0,-1 0-1,0-1 1,0 1 0,1 0-1,-1 0 1,0 0-1,1 0 1,-1 0 0,0 0-1,1 0 1,-1 0 0,0 0-1,1 0 1,-1 0 0,0 0-1,0 0 1,1 0 0,-1 0-1,0 0 1,1 0 0,-1 1-1,0-1 1,0 0-1,1 0 1,-1 0 0,0 0-1,1 1 1,-1-1 0,0 0-1,0 0 1,0 0 0,1 1-1,-1-1 1,0 0 0,0 0-1,0 1 1,0-1 0,1 0-1,-1 1 1,0-1-1,0 0 1,0 1 0,0-1-1,0 0-5,26-30 19,16-40-495,-3-2 0,-4-1 0,-2-2-1,-4-2 1,-1-7 476,-20 61-432,31-93-3146</inkml:trace>
  <inkml:trace contextRef="#ctx0" brushRef="#br0" timeOffset="1002.992">1784 1402 29326,'0'0'680,"165"-72"-424,-10 8 337,-3 1-377,-23 14-216,-7-3-80,-51 19-809,-11-1-3007</inkml:trace>
  <inkml:trace contextRef="#ctx0" brushRef="#br0" timeOffset="1286.629">2569 892 29366,'-56'520'2317,"16"169"-2317,21-302 28,5-224-34,14-161 6,0 0 0,0 0 0,0 0 0,0 1 0,0-1 0,-1 0 0,1 0 0,-1 0 0,0 0 0,1-1 0,-1 1 0,0 0 0,0 0 0,0 0 0,0 0 0,0-1 0,-1 1 0,1-1 0,0 1 0,-1-1 0,0 1 0,1-1 0,-1 0 0,0 0 0,1 0 0,-1 0 0,0 0 0,0 0 0,0 0 0,0 0 0,0-1 0,0 1 0,0-1 0,0 1 0,0-1 0,0 0 0,0 0 0,0 0 0,0 0 0,0 0 0,0-1 0,0 1 0,0-1 0,0 1 0,0-1 0,0 0 0,0 1 0,0-1 0,0 0 0,1 0 0,-1-1 0,0 1 0,1 0 0,-1 0 0,0-1 0,1 1 0,0-1 0,-1 1 0,1-1 0,0 0 0,0 0 0,0 1 0,0-1 0,0 0 0,0 0 0,1 0 0,-1 0 0,1 0 0,-1-1 0,-11-25 3,2 1 0,1-2 0,1 0 0,2 0 0,0 0 0,2-1 0,2 1 0,0-1 0,2 0 0,3-23-3,5 9-110,2 0 0,2 1 0,2 0 1,1 1-1,3 1 0,1 0 0,2 2 0,1 0 1,3 1-1,1 1 110,-23 33-30,84-132-1838,-5 10-1738</inkml:trace>
  <inkml:trace contextRef="#ctx0" brushRef="#br0" timeOffset="2182.027">3606 78 30743,'0'0'581,"22"0"-346,130 0-111,-150-1-124,-1 0 0,0 1 1,1 0-1,-1-1 0,1 1 1,-1 0-1,0 0 0,1-1 1,-1 1-1,1 0 0,-1 1 1,1-1-1,-1 0 0,0 0 1,1 1-1,-1-1 0,0 0 1,1 1-1,-1-1 0,0 1 1,1 0-1,-1-1 0,0 1 1,0 0-1,0 0 0,0 0 1,0 0-1,0 0 0,0 0 1,0 0-1,0 0 0,0 0 1,0 1-1,-1-1 0,1 0 1,0 1-1,-1-1 0,0 0 1,1 1-1,-1-1 0,1 0 1,-1 1-1,0-1 0,0 1 1,0-1-1,0 0 0,0 1 1,0-1-1,0 1 0,-1-1 1,1 0-1,-1 1 0,-4 13-62,-2-1 0,0-1 0,0 1 0,-2-1-1,1-1 1,-2 1 0,1-2 0,-2 1 0,1-1 0,-2-1 0,1 0-1,-2 0 1,1-1 0,-1-1 0,-8 4 62,-2 5-93,-426 268 170,377-232 391,75-48-340,12-6-110,-1-1-1,0-1 1,1 0 0,-1-1-1,-1-1 1,1 0 0,-1-1-1,1 0 1,-2-1 0,2-1-18,20-8 18,23-13-12,-27 13-1,1 1 1,0 1-1,1 2 1,1 1-1,32-6-5,-64 16 0,1 1 0,0 0 1,-1 0-1,1 1 0,-1-1 0,1 0 0,-1 0 0,1 1 0,-1-1 1,1 1-1,-1-1 0,1 1 0,-1 0 0,0-1 0,1 1 1,-1 0-1,0 0 0,0 0 0,0 0 0,0 0 0,1 0 0,-1 1 1,-1-1-1,1 0 0,0 0 0,0 1 0,0-1 0,-1 1 0,1-1 1,-1 0-1,1 1 0,-1-1 0,1 1 0,-1-1 0,0 1 1,0 0-1,0-1 0,0 1 0,0-1 0,0 1 0,0-1 0,0 1 1,-1-1-1,1 1 0,0-1 0,-1 1 0,0-1 0,1 1 0,-1-1 1,0 0-1,0 1 0,1-1 0,-2 1 0,-8 22 0,-1-1 1,-1-1-1,-1 0 0,-1 0 1,0-1-1,-18 18 0,15-17-2,-281 305 9,258-269 6,50-49-8,14-10-1,1-1 0,-1-1 0,0-1-1,0-1 1,0-1 0,-1-2 0,0 0-1,0-1 1,-1-1 0,15-10-4,-11 8 0,207-101 8,-196 98-8,-37 16 0,0-1 0,-1 1-1,1-1 1,0 0 0,0 1 0,-1-1 0,1 1 0,0-1 0,0 1 0,0-1 0,0 0-1,-1 1 1,1-1 0,0 1 0,0-1 0,0 1 0,0-1 0,0 1 0,0-1 0,0 1 0,0-1-1,1 1 1,-1-1 0,0 0 0,0 1 0,0-1 0,0 1 0,1-1 0,-1 1 0,0-1-1,0 0 1,1 1 0,-1-1 0,0 1 0,1-1 0,-1 0 0,0 0 0,1 1 0,-1-1 0,0 0-1,1 1 1,-1-1 0,1 0 0,-1 0 0,1 0 0,-1 0 0,0 1 0,1-1 0,-1 0-1,1 0 1,-1 0 0,1 0 0,-1 0 0,1 0 0,-1 0 0,1 0 0,-1 0 0,1 0 0,-1-1-1,1 1 1,-1 0 0,0 0 0,1 0 0,-113 144-1,73-103 1,-398 432 8,400-437 7,21-22 13,1 1 1,0 0 0,1 1 0,0 1 0,2 0 0,0 0 0,-9 19-29,20-36 1,1 1-1,0 0 1,-1-1-1,1 1 1,0 0-1,0 0 1,0-1-1,-1 1 1,1 0-1,0 0 0,0-1 1,0 1-1,0 0 1,0-1-1,0 1 1,0 0-1,1 0 1,-1-1-1,0 1 1,0 0-1,1-1 1,-1 1-1,0 0 1,1-1-1,-1 1 1,0 0-1,1-1 1,-1 1-1,1-1 1,-1 1-1,1-1 1,-1 1-1,1-1 1,0 1-1,-1-1 1,1 1-1,-1-1 1,1 0-1,0 1 1,-1-1-1,1 0 1,0 0-1,0 0 1,-1 1-1,1-1 1,0 0-1,0 0 0,-1 0 1,1 0-1,0 0 1,0 0-1,-1 0 1,1-1-1,0 1 1,-1 0-1,1 0 1,0 0-1,-1-1 1,1 1-1,0 0 1,-1-1-1,2 0 0,5 1 1,27-6-36,0-2 0,0-1 0,-1-2 0,0-1 0,-1-2 0,0-1-1,-2-2 1,1 0 0,-2-2 0,-1-2 0,9-8 35,-33 26-8,121-90-148,-125 93 158,0 0-1,0 0 1,0 1-1,0-1 0,0 0 1,0 0-1,0 0 1,0 1-1,0-1 0,0 0 1,0 0-1,0 1 0,0-1 1,1 0-1,-1 0 1,0 1-1,0-1 0,0 0 1,0 0-1,0 0 1,0 1-1,0-1 0,1 0 1,-1 0-1,0 0 1,0 1-1,0-1 0,1 0 1,-1 0-1,0 0 1,0 0-1,0 0 0,1 0 1,-1 1-1,0-1 1,0 0-1,0 0 0,1 0 1,-1 0-1,0 0 1,0 0-1,1 0 0,-1 0 1,0 0-2,-171 335 161,141-267-116,4 1 0,3 1 0,3 1 0,3 1 0,3 0 0,3 1 0,0 47-45,10-114 17,0 1 1,0-1-1,0 1 1,1-1-1,0 1 1,0 0-1,1-1 1,0 1-1,0-1 1,0 1-1,1-1 1,0 0-1,0 1 1,1-1-1,0 0 1,0 0-1,0-1 1,1 1-1,-1-1 1,1 1-1,1-1 1,-1 0-1,1-1 1,0 1-1,0-1 1,0 0-1,0 0 1,1-1-1,0 1 1,0-1-1,0-1 1,0 1-1,0-1 1,3 1-18,6 0 5,-1 0 0,1-1 0,1 0 0,-1-1 0,0-1 0,0 0 0,0-1 1,0-1-1,0 0 0,0-1 0,0-1 0,-1 0 0,0-1 0,0-1 0,0 0 1,0-1-1,-1 0 0,0-1 0,11-10-5,-1 1-208,-1-1-1,-1-1 1,-1-1-1,-1-1 1,-1 0-1,-1-2 1,0 0 0,-2-1-1,-1 0 1,-1-1-1,-1-1 1,-1 0-1,-1-1 1,-2 0 0,0 0-1,-2-1 1,-1 0-1,-1 0 1,-2 0-1,0 0 1,-3-22 208,1 46 34,-1 0 1,1 0-1,-1 1 1,0-1-1,0 0 0,0 0 1,0 0-1,-1 1 1,0-1-1,1 1 1,-1-1-1,0 1 0,-1 0 1,1-1-1,-1 1 1,1 0-1,-1 1 0,0-1 1,0 0-1,0 1 1,-1 0-1,1 0 0,0 0 1,-1 0-1,1 0 1,-1 1-1,0-1 0,0 1 1,1 0-1,-1 0 1,0 0-1,0 1 0,0 0 1,0-1-1,0 1 1,0 1-1,0-1 1,0 0-1,0 1 0,-2 1-34,-4 5 72,1 1 0,0 1 0,1-1 0,0 1-1,0 1 1,1 0 0,0 0 0,0 0 0,1 1 0,1 0-1,0 0 1,-2 8-72,-7 9 67,13-26-65,-17 42 6,-2 0 1,-2-1-1,-1-2 1,-3 0-1,-1-2 1,-2 0-1,-2-2 1,-1-2-1,-1-1 1,-3-1-1,0-2 1,-37 24-9,38-37 28,-1-2 1,0-1 0,-1-2 0,0-1 0,-1-2 0,0-2-1,-1-1 1,-38 1-29,70-7 12,-70-5 345,75 3-346,0 0 1,1 0-1,-1 1 0,0-1 1,0 0-1,1-1 0,-1 1 1,1 0-1,-1 0 0,1-1 1,0 1-1,-1-1 0,1 1 1,0-1-1,0 1 0,0-1 1,0 0-1,0 0 0,0 1 1,1-1-1,-1 0 0,1 0 1,-1 0-1,1 0 0,0 0 1,-1 0-1,1 0 0,0 1 1,0-1-1,0 0 0,1 0 1,-1 0-1,0 0 0,1 0 1,-1 0-1,1 0 0,0-1-11,6-15 12,0 0 1,1 0-1,1 1 0,1 0 0,0 1 0,1 0 0,1 0 0,1 2 0,0-1 0,0 1 0,9-5-12,-2-2 5,250-238-377,158-110 372,-202 179-1659,-122 98-1347</inkml:trace>
  <inkml:trace contextRef="#ctx0" brushRef="#br0" timeOffset="2432.594">4525 1247 30559,'-5'118'824,"-11"25"-616,0 23-128,5-6 144,4-13 136,4-4-176,1-27-152,0-33-32,-3-35-104,5-26 8,-4-9 80,4-13-24,0-4-144,0-58-280,16-50-272,14-54 39,-5 14-1095,5 11-1681</inkml:trace>
  <inkml:trace contextRef="#ctx0" brushRef="#br0" timeOffset="2730.396">5200 793 28382,'0'0'896,"27"13"-140,-17-8-678,10 4 52,0 2 1,-1 0-1,0 1 0,-1 0 0,0 2 0,-1 0 0,-1 1 0,0 0 0,-1 2 0,7 9-130,8 23 105,-2 1-1,-3 1 0,-1 1 0,-3 1 0,-3 1 0,-2 1 0,-2 0 0,-2 1 0,-3 1 1,-3-1-1,-2 1 0,-2 0 0,-6 49-104,4-79-1,-1 0 0,-2 0 0,0-1-1,-2 1 1,-1-1 0,-1 0 0,-1 0 0,-1-1 0,-2 0 0,0-1 0,-2 0-1,0-1 1,-6 6 1,11-22-60,-1 1 0,-1-2 0,1 0 0,-1 0 0,0 0 0,-1-1 0,1-1 0,-1 0 0,0 0 0,0-1-1,0-1 1,0 1 0,0-2 0,-1 0 0,1 0 0,-1-1 0,1 0 0,0-1 0,-9-2 60,8 1-160,0-1 0,0 0 0,0-1 0,0 0 0,1-1 0,-1 0 0,2-1 0,-1 0 0,0-1 0,1 0 0,0 0 0,1-1 0,0-1 0,0 1 0,1-2 1,-4-4 159,-108-169-5040,54 17 1184,50 80 5311,11-4 3284,4 82-4599,1 1 1,-1-1-1,2 1 0,-1 0 1,1-1-1,1 1 1,-1 0-1,1 0 1,0 0-1,1 0 0,0 0 1,0 0-1,0 1 1,1-1-1,0 1 1,0 0-1,0 0 0,1 1 1,0-1-1,0 1 1,1 0-1,-1 0 1,6-3-141,5-1 78,0 1-1,1 1 1,-1 1 0,1 0 0,1 1 0,-1 1 0,1 0 0,0 1-1,-1 1 1,1 1 0,0 1 0,0 0 0,9 2-78,-23-1-63,0-1 0,1 0-1,-1 1 1,0 0 0,0 0 0,0 0 0,1 1 0,-1 0 0,-1-1-1,1 1 1,0 0 0,0 1 0,-1-1 0,1 1 0,-1 0-1,0-1 1,0 1 0,0 1 0,0-1 0,0 0 0,-1 1 0,0-1-1,1 1 1,-1 0 0,-1 0 0,1 0 0,0 0 0,-1 0 0,0 0-1,0 0 1,0 1 0,-1-1 0,1 0 0,-1 0 0,0 1 0,0-1-1,-1 3 64,3 49-3074</inkml:trace>
  <inkml:trace contextRef="#ctx0" brushRef="#br0" timeOffset="2897.85">4905 1991 27494,'0'0'1984,"0"0"-1296,0 0-295,0 0-225,0 0-8,0 0-56,0 0-104,194-182-144,-121 84-1065,-13 9-1783</inkml:trace>
  <inkml:trace contextRef="#ctx0" brushRef="#br0" timeOffset="3115.283">5082 1319 28918,'-18'125'1633,"9"30"-1201,4 24-208,5-3 112,0-12-144,7-17-192,-2-37-320,-3-40-2593</inkml:trace>
  <inkml:trace contextRef="#ctx0" brushRef="#br0" timeOffset="3494.55">6863 1 31327,'23'14'338,"72"49"-402,-90-60 65,1 1-1,-1 1 0,0-1 0,0 1 0,0 0 1,0 0-1,-1 0 0,0 1 0,0 0 0,-1 0 1,1 0-1,-1 0 0,-1 0 0,1 0 0,-1 1 1,0-1-1,0 1 0,-1 0 0,0 0 1,0-1-1,-1 1 0,0 0 0,0 0 0,0 0 1,-1 0-1,0-1 0,0 1 0,-1 0 0,0-1 1,-2 4-1,-5 13-10,-2-1 0,-1-1-1,0 0 1,-1 0 0,-2-1 0,0-1 0,-11 10 10,-65 68-279,-4-4-1,-4-4 0,-4-5 0,-3-4 0,-79 43 280,167-112 14,-39 39 815,64-44-691,12-6-128,0-1 0,0 0 0,0-2 1,-1 0-1,1-1 0,0-1 0,-1 0 0,0-2 1,15-7-11,-20 9 2,338-139-523,-267 126 485,-78 25 35,-8 0 1,0-1 1,0 0 0,0 1 0,-1-1 0,0-1 0,0 1 0,0 0 0,-1-1 0,0 1 0,0-1 0,0 0 0,-1 0 0,0-1-1,-4 4 0,6-5 1,-588 575-201,429-391 77,160-186 95,1 0-1,-1 0 1,1 0-1,-1 0 1,1 0 0,0 1-1,-1-1 1,1 0-1,0 1 1,0-1-1,0 1 1,0-1 0,0 1-1,0 0 1,1-1-1,-1 1 1,0 0 0,1-1-1,-1 1 1,1 0-1,0 0 1,0 0-1,0 0 1,-1-1 0,2 1-1,-1 0 1,0 0-1,0 0 1,1-1-1,-1 1 1,1 0 0,-1 0-1,1-1 1,0 1-1,-1 0 1,1-1-1,0 1 1,0-1 0,0 1-1,1-1 1,-1 1-1,0-1 1,0 0-1,1 0 1,-1 1 0,1-1-1,-1 0 1,1 0-1,-1-1 1,1 1-1,1 1 30,32 0-2947</inkml:trace>
  <inkml:trace contextRef="#ctx0" brushRef="#br0" timeOffset="3663.862">6651 1666 28638,'-11'118'1584,"-26"21"-1303,0-2-161,9-38-56,17-41 8,11-23-48,0-10-24,0-10-32,37-30-296,0-24-353,4-21-2263</inkml:trace>
  <inkml:trace contextRef="#ctx0" brushRef="#br0" timeOffset="3872.535">6925 1280 12131,'0'0'17843,"0"0"-17338,-152 133-369,111-79-88,23-9 336,18-7-24,23-9-144,30-11-96,13-9-72,10-9-24,7-15-24,0-24-72,16-42-352,-18 8-729,-21 1-1119</inkml:trace>
  <inkml:trace contextRef="#ctx0" brushRef="#br0" timeOffset="4091.499">7490 600 29998,'0'143'1121,"-7"40"-761,-9 45 56,-5 16 304,7-5-568,10 5-152,4-7 0,11-28 0,19-51 0,-2-48 0,-1-46 0,-1-31 0,8-8 0,3-17 0,14-37-112,-12-25-968,-14-22-1089</inkml:trace>
  <inkml:trace contextRef="#ctx0" brushRef="#br0" timeOffset="4371.687">7677 1064 30831,'0'0'1808,"0"0"-1680,142-39-128,-63 31 0,54 2-104,-22-1-496,-5 1-2017</inkml:trace>
  <inkml:trace contextRef="#ctx0" brushRef="#br0" timeOffset="4888.755">8490 656 30254,'0'0'1752,"24"-6"-1243,295-43-269,-15 46-549,-299 3 272,0-1 1,0 1-1,0 0 1,0 0-1,1 0 1,-1 1-1,0 0 1,0 0-1,0 0 0,0 0 1,0 1-1,-1 0 1,1 0-1,0 0 1,-1 1-1,1 0 1,-1 0-1,0 0 1,0 0-1,0 0 1,0 1-1,-1 0 1,1 0-1,-1 0 1,0 0-1,0 0 1,-1 1-1,1-1 1,-1 1-1,0-1 1,0 1-1,-1 0 1,1 0-1,-1 0 1,0 0-1,0 0 1,-1 0-1,1 1 1,-1-1-1,0 0 1,-1 0-1,1 0 1,-1 0-1,0 0 1,-1 1 36,-6 11 13,-1-1 0,-1 0 0,-1 0 0,0-1 0,-1-1 0,0 0 1,-1 0-1,-1-1 0,-10 7-13,17-14 12,-218 185 875,-213 136-887,357-268 25,51-38-10,61-55-366,-19 25 326,29-29-114,1 3 0,2 1 1,1 2-1,2 2 0,1 3 1,1 1-1,17-4 139,-63 28 14,1-1 0,0 1 0,0 0 0,0 0 0,0 0 0,0 1 0,1 0 0,-1-1-1,0 2 1,1-1 0,-1 0 0,1 1 0,-1 0 0,1 0 0,-1 0 0,1 0 0,-1 1 0,0 0 0,1 0 0,-1 0-1,0 0 1,1 1 0,-1 0 0,0-1 0,0 2 0,0-1 0,-1 0 0,1 1 0,0 0 0,-1-1 0,0 1 0,1 1-1,-1-1 1,-1 0 0,1 1 0,0 0 0,-1-1 0,0 1 0,1 2-14,2 20 89,-2 0-1,0 0 1,-2 0-1,-1 1 1,-1-1 0,-1 0-1,-5 24-88,-92 332 707,96-376-693,0-1 1,1 1-1,0 0 1,0 0-1,0 0 0,1 0 1,0 0-1,0 0 1,1 0-1,-1 1 0,1-1 1,1 0-1,-1 0 1,1 0-1,0 0 1,0 1-1,1-1 0,0-1 1,0 1-1,0 0 1,1 0-1,0-1 0,0 1 1,0-1-1,1 0 1,2 2-15,5-5 0,0-1 0,0 0 1,0-1-1,0 0 1,0-1-1,0 0 0,0-1 1,0 0-1,0 0 1,0-2-1,-1 1 0,1-1 1,-1-1-1,0 1 0,0-2 1,-1 1-1,0-2 1,0 1-1,0-1 0,-1 0 1,0-1-1,0 0 1,0 0-1,3-8 0,5 2-10,0-1 1,-1-1-1,-1-1 0,-1 0 0,0-1 1,-2 0-1,0-1 0,-1 0 1,0-1-1,-2 0 0,0 0 0,-2-1 1,0 0-1,2-19 10,-7 36 2,0 1 0,-1-1 0,0 1 0,0-1 0,0 1 0,0-1 0,0 1-1,-1-1 1,0 1 0,0 0 0,0-1 0,0 1 0,0 0 0,0-1 0,-1 1 0,0 0 0,0 0 0,1 0 0,-2 0 0,1 1 0,0-1 0,0 1-1,-1-1 1,0 1 0,1 0 0,-1 0 0,0 0 0,0 0 0,0 0 0,0 1 0,-1-1 0,1 1 0,0 0 0,-1 0 0,1 0 0,0 0 0,-1 1-1,1 0 1,-1-1 0,-1 1-2,-11-1-3,-1 0-1,1 1 1,0 1-1,0 1 1,0 0 0,0 1-1,0 0 1,0 2-1,1 0 1,-1 0-1,1 1 1,1 1-1,-1 1 1,1 0-1,-4 4 4,35-19-1956,19-18-962</inkml:trace>
  <inkml:trace contextRef="#ctx0" brushRef="#br0" timeOffset="5154.684">9727 299 30911,'28'-7'486,"49"-15"-376,1 5 0,0 2 0,1 4 0,7 3-110,-79 6 29,1 0-1,0 1 1,0 0-1,0 0 1,-1 1-1,1 0 0,0 1 1,0-1-1,0 1 1,0 1-1,-1 0 1,1 0-1,-1 0 0,1 1 1,-1 0-1,0 0 1,0 1-1,0 0 1,0 0-1,-1 1 0,0 0 1,0 0-1,0 0 1,0 1-1,-1 0 0,0 0 1,0 0-1,-1 1 1,0-1-1,0 1 1,0 0-1,1 4-28,-4 16 2,0 0-1,-1 0 1,-2 0 0,-1 0-1,-1 0 1,-1 0-1,-2-1 1,0 0 0,-2 0-1,0-1 1,-2 0 0,-7 11-2,16-32 0,-44 105-5,-4-2-1,-47 69 6,46-121-885,1-58-3483,27-19-3243</inkml:trace>
  <inkml:trace contextRef="#ctx0" brushRef="#br0" timeOffset="5562.288">9796 532 29734,'0'0'810,"0"18"-442,33 437 1327,13-248-1531,-42-197-164,0 0 0,1-1-1,0 0 1,1 0 0,-1 0 0,2-1 0,-1 1-1,1-1 1,1-1 0,-1 0 0,1 0-1,1 0 1,-1-1 0,1 0 0,0-1-1,0 0 1,1 0 0,6 2 0,15 0-1,0 0 0,0-2 0,1-1 0,0-2 0,0-1 0,0-2 0,4-1 1,13 1-18,156-1-292,-201 3 300,0 0-1,0 0 0,-1 0 1,1 0-1,0 1 0,-1-1 1,1 1-1,-1 0 0,0 0 1,1 0-1,-1 0 0,0 1 1,0 0-1,-1-1 0,1 1 1,0 0-1,-1 0 0,0 0 1,0 1-1,0-1 1,0 0-1,0 1 0,-1-1 1,1 1-1,-1 0 0,0-1 1,0 1-1,0 0 0,-1 0 1,1 0-1,-1 0 0,0 2 11,-21 127-199,0-94 194,-2-1-1,-1-1 1,-2-1 0,-1-2-1,-2 0 1,-1-2 0,-2-2-1,-1 0 1,-1-2 0,-12 5 5,-40 32-6,-3-5 0,-2-4 0,-2-3 0,-48 16 6,120-59 4,-1-1 0,0 0 0,0-2 0,0-1 0,-1 0 0,0-2 0,-10 1-4,29-4 1,0-1 0,0 1 1,0-1-1,0 0 0,0 0 0,0-1 1,0 1-1,0-1 0,0 0 0,0 0 0,0 0 1,1 0-1,-1-1 0,0 1 0,1-1 1,-1 0-1,1 0 0,-1-1 0,1 1 1,0-1-1,0 1 0,0-1 0,0 0 1,1 0-1,-1 0 0,1-1 0,0 1 1,0-1-1,0 1 0,0-1 0,0 0 1,1 1-1,0-1 0,0 0 0,0 0 1,0 0-1,0 0 0,1 0 0,0 0 0,0 0 1,0 0-1,0 0 0,1 0 0,0-2-1,0-4-11,1 1 0,0-1 0,0 1 0,1 0 0,1-1 0,-1 2 0,1-1 0,1 0 0,0 1 0,0 0 0,0 0 0,1 0 0,0 1 0,1 0 0,0 0 0,0 0 0,4-2 11,148-101-88,-147 103 71,273-155-1216,-160 91-1317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4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1139 24533,'0'0'4184,"0"0"-2655,0 0-896,0 0-141,0 0 0,4-9-120,-1 4-354,0 0 0,0 0 0,1 1 1,0-1-1,0 1 0,0-1 0,0 1 0,1 1 0,0-1 1,0 1-1,0-1 0,0 1 0,0 1 0,0-1 0,1 1 0,-1 0 1,1 0-1,0 1 0,0-1 0,-1 1 0,7 0-18,101-23 38,1 6 0,1 4-1,1 5 1,59 6-38,-151 3 0,-14-2 0,0 1 0,1 0 0,-1 1 0,1 0 0,-1 1 0,1 0 0,-1 0 0,0 1 0,1 1 0,-1 0 0,0 0 0,-1 1 0,1 0 0,-1 1 0,1 0 0,-1 0 0,-1 1 0,1 0 0,-1 1 0,4 4 0,0 8 0,-2 1 0,-1 1 0,0-1 0,-1 1 0,-2 1 0,0 0 0,-1-1 0,-1 2 0,-1-1 0,-1 0 0,-1 1 0,-1-1 0,-1 0 0,-1 1 0,-1-1 0,-1 0 0,-1 0 0,-1 0 0,0-1 0,-2 0 0,-4 8 0,-16 25 0,-3 0 0,-2-2 0,-2-2 0,-2-1 0,-3-1 0,-1-3 0,-2-1 0,-3-2 0,-1-3 0,-38 25 0,25-16 0,-3-2 0,-2-4 0,-1-2 0,-2-3 0,-2-3 0,-15 2 0,64-29-1,-1-1 1,0-1-1,0-1 1,-1-1-1,0-1 1,1-1-1,-10-1 1,32 0-10,-1 1-1,1-1 1,-1 0 0,0 0-1,1 0 1,-1 0 0,1 0-1,-1 0 1,0 0 0,1 0 0,-1 0-1,0 0 1,1 0 0,-1 0-1,1 0 1,-1 0 0,0 0-1,1-1 1,-1 1 0,1 0-1,-1-1 1,0 1 0,1 0-1,-1-1 1,1 1 0,-1 0-1,1-1 1,0 1 0,-1-1-1,1 1 1,-1-1 0,1 1 0,0-1-1,-1 1 1,1-1 0,0 0-1,0 1 1,-1-1 0,1 1-1,0-1 1,0 0 0,0 1-1,0-1 1,0 0 0,0 1-1,0-1 1,0 1 0,0-1-1,0 0 1,0 1 0,0-1-1,1 0 1,-1 1 0,0-1 0,0 1-1,1-1 1,-1 1 0,0-1-1,1 0 1,-1 1 0,0-1-1,1 1 1,-1 0 0,1-1-1,-1 1 1,1-1 0,-1 1 10,37-38-1608,8 2-674</inkml:trace>
  <inkml:trace contextRef="#ctx0" brushRef="#br0" timeOffset="299.063">2486 589 28638,'0'0'1119,"0"0"-360,0 0-222,-29 10-57,22-8-450,-22 8 65,-1 1-1,1 1 1,1 2-1,0 0 0,1 2 1,1 1-1,-16 13-94,-70 71 136,5 5 0,4 5-1,5 3 1,-70 109-136,138-186 0,2 2 0,1 0 0,2 2 0,1 1 0,3 0 0,1 2 0,3 0 0,1 2 0,2-1 0,-5 35 0,19-74 0,0 1 0,0-1 0,1 0 0,0 0 0,0 0 0,0 1 0,1-1 0,-1 0 0,1-1 0,1 1 0,-1 0 0,1-1 0,0 1 0,1-1 0,-1 0 0,1 0 0,0 0 0,0 0 0,1-1 0,-1 0 0,1 0 0,0 0 0,0 0 0,0-1 0,1 0 0,-1 0 0,1 0 0,0-1 0,0 1 0,0-1 0,0-1 0,4 1 0,39 13 0,-1-3 0,2-1 0,0-3 0,0-2 0,0-3 0,19-1 0,52 1-213,0-5 0,-1-6 0,4-5 213,71-24-1818</inkml:trace>
  <inkml:trace contextRef="#ctx0" brushRef="#br0" timeOffset="795.876">3627 349 30607,'0'0'816,"0"0"-344,0 0-312,0 0 136,138 0 120,-51 0-416,12 0 0,3 0 0,-19 2 0,-5 13 0,-11 30-32,-26-1-1112,-25-3-465</inkml:trace>
  <inkml:trace contextRef="#ctx0" brushRef="#br0" timeOffset="1048.724">2915 1427 30839,'0'0'792,"0"0"-552,0 0-176,244 56 24,-51-66 176,26-36-56,-9-10-104,-30 4-80,-61 19 0,-31 14-24,-28 9-8,0 0-472,-10 3-800,-13-5-2657</inkml:trace>
  <inkml:trace contextRef="#ctx0" brushRef="#br0" timeOffset="1297.982">4097 735 30863,'0'0'664,"0"0"-368,-219 226-80,76-29 176,-11 33-96,6 14-256,19-7-40,35-38 0,24-42 0,24-45 0,23-47 0,16-34-56,7-13-208,14-18-200,42-31 32,43-93-777,-10 1-919,-3-3-5850</inkml:trace>
  <inkml:trace contextRef="#ctx0" brushRef="#br0" timeOffset="1485.579">3848 1574 27318,'0'0'1696,"13"18"-801,7 12-600,-2 0 0,-1 1-1,-1 1 1,-1 1 0,4 17-295,-9-19 150,9 27 70,2 0 0,3-1 0,2-1-1,3-1 1,7 7-220,-29-54 8,0 1-1,0-1 1,1 0 0,0-1-1,0 0 1,1-1-1,0 1 1,0-2 0,1 1-1,-1-1 1,1-1-1,0 1 1,1-2 0,-1 1-1,1-2 1,-1 1-1,1-1 1,0-1 0,9 0-8,10 0-2,0-2 0,0-1 1,0-1-1,-1-1 1,1-2-1,18-7 2,-6-1-52,-2-3 1,0-1-1,-1-1 1,-1-3-1,-1-1 0,-1-1 1,-1-3-1,-1 0 1,-1-2-1,-2-2 1,-1-1-1,-2-1 0,-1-1 1,-1-2-1,-2 0 1,-2-2-1,-2 0 0,-1-2 1,10-30 51,60-226-3346,-67 174-1674</inkml:trace>
  <inkml:trace contextRef="#ctx0" brushRef="#br0" timeOffset="1812.068">5297 434 28134,'0'0'1206,"0"0"-453,0 0-457,0 0-105,0 0 48,18 21-99,58 72-67,-71-86-70,-1-1 0,-1 1 0,1 0 0,-1 0-1,0 1 1,-1-1 0,0 1 0,0-1 0,-1 1 0,1 0 0,-2-1 0,1 1 0,-1 0-1,0 0 1,-1 0 0,0-1 0,0 1 0,-2 4-3,-7 21-93,-1-2 0,-2 1-1,-1-2 1,-1 0 0,-2-1 0,0 0-1,-3-1 1,0-2 0,-1 0 0,-2-1-1,-17 15 94,-9 11 30,-2-2 0,-3-2 0,-1-2 0,-2-3-1,-2-3 1,-44 22-30,47-38 744,59-28-512,63-49-181,2 3-1,3 3 1,1 3-1,2 3 0,30-10-50,39 17 50,-141 35-50,1 0 1,0-1-1,0 1 1,0 1-1,0-1 1,-1 0-1,1 1 1,0 0 0,0-1-1,-1 1 1,1 0-1,0 0 1,-1 1-1,1-1 1,-1 0-1,1 1 1,-1 0-1,0-1 1,0 1-1,1 0 1,-1 0-1,-1 0 1,1 1 0,0-1-1,0 0 1,-1 1-1,0-1 1,1 1-1,-1-1 1,0 1-1,0 0 1,0-1-1,-1 1 1,1 0-1,-1 0 1,1 0-1,-1 0 1,0-1 0,0 1-1,0 2 0,3 36 14,-2-1-1,-1 1 1,-2-1-1,-2 0 1,-2 0-1,-2 6-13,-104 344 276,30-129 55,64-118 153,18-142-483,1 1 0,-1-1 0,1 0 1,0 1-1,-1-1 0,1 1 0,0-1 0,0 0 0,0 0 0,0 0 0,0 1 0,1-1 0,-1 0 0,0 0 0,0-1 0,1 1 0,-1 0 0,1 0 0,-1-1 0,0 1 0,1 0 0,-1-1 0,1 0 0,0 1 1,-1-1-1,1 0 0,-1 0 0,1 0 0,-1 0 0,1 0 0,0 0 0,-1 0 0,1 0 0,-1-1 0,1 1 0,-1-1 0,1 1 0,-1-1 0,1 1 0,-1-1 0,0 0 0,1 0 0,-1 0 0,0 0 1,1 0-1,-1 0 0,0 0 0,0 0 0,0 0 0,0-1 0,0 1 0,0 0 0,-1-1 0,1 1 0,0 0 0,0-2-1,26-24-11,-2-2-1,0-1 1,-2-1 0,-2-1 0,5-9 11,-18 28-19,106-173-2311,85-190 2330,-126 217-2268</inkml:trace>
  <inkml:trace contextRef="#ctx0" brushRef="#br0" timeOffset="2060.617">6297 144 29950,'0'0'1185,"-95"132"-945,-11 7-80,-23 29 144,-7 13-24,10-1-160,22-20-120,26-36-280,34-41-424,25-50-873,29-43-71,17-19 504,12-15-4473</inkml:trace>
  <inkml:trace contextRef="#ctx0" brushRef="#br0" timeOffset="2296.348">6011 871 22133,'131'-60'5505,"17"4"-3481,-1 9-1424,-39 24-103,-41 19-89,-7 4-32,5 0-120,4 6-168,-5 15-56,-15 6-32,-19 4-264,-28 6-424,-2-6-1129,-5-8-3936</inkml:trace>
  <inkml:trace contextRef="#ctx0" brushRef="#br0" timeOffset="2297.348">6778 880 27798,'0'0'2024,"0"0"-1271,-138 180-329,46-58-56,-19 30-184,10-11-104,22-33-80,31-42-336,20-37-761,8-15 321,1-20 360,5-19-1832,10-20-8939</inkml:trace>
  <inkml:trace contextRef="#ctx0" brushRef="#br0" timeOffset="2544.514">6191 869 27510,'0'0'2848,"-56"177"-2271,1 5-169,-5 36 0,14 4 120,28-32-80,18-59-408,16-42-40,23-37 0,28-19 0,43-12 0,52-21 0,29-21 0,2-35 0,-15-23 0,-61 21-1040,-25-2-3601</inkml:trace>
  <inkml:trace contextRef="#ctx0" brushRef="#br0" timeOffset="2871.059">7303 770 28726,'0'0'1548,"0"0"-929,27-9-293,192-55 352,-160 47-495,216-39 37,-272 55-225,0 0-1,0 0 1,0 0 0,0 0-1,0 1 1,0 0 0,0-1-1,0 1 1,1 0 0,-1 0-1,0 1 1,0-1-1,0 1 1,0 0 0,0-1-1,0 1 1,0 1 0,0-1-1,0 0 1,0 1 0,-1-1-1,1 1 1,0 0-1,-1 0 1,0 0 0,1 0-1,-1 0 1,0 1 0,0-1-1,0 1 1,0-1 0,-1 1-1,1 0 1,-1-1-1,1 1 1,-1 0 0,0 0-1,0 0 1,0 0 0,-1 0-1,1 1 1,-1-1 0,0 0-1,0 0 6,0 21-23,-1-1 1,-1 0-1,-1 0 0,0 0 0,-2 0 0,-1-1 0,-1 1 0,-2 1 23,-255 687-206,237-602 98,28-108 110,-1 1 0,1 0 0,0-1 0,0 1 0,0-1 0,1 0 0,-1 1 0,0-1 1,0 0-1,1 1 0,-1-1 0,1 0 0,-1 0 0,1 0 0,-1-1 0,1 1 0,0 0 0,-1 0 0,1-1 0,0 1 1,-1-1-1,1 0 0,0 1 0,0-1 0,0 0 0,0 0 0,-1 0 0,1 0 0,0 0 0,0-1 0,-1 1 0,1-1 1,0 1-1,0-1 0,-1 1 0,1-1 0,0 0 0,-1 0 0,2 0-2,16-8 21,0 0 0,0 0 0,-1-2-1,0-1 1,0 0 0,-2-1 0,1-1 0,3-5-21,-4 6 8,170-184-479,-149 140-995</inkml:trace>
  <inkml:trace contextRef="#ctx0" brushRef="#br0" timeOffset="3151.845">7278 1529 28702,'-28'118'2025,"21"12"-1529,7-30-232,26-23 72,8-21 80,15-19-136,18-4-128,29-12-88,36-21-32,-8-31-32,17-52 0,1-42-296,-20-16-432,-16 13-961,-30 16-4312</inkml:trace>
  <inkml:trace contextRef="#ctx0" brushRef="#br0" timeOffset="3434.6">8787 1 29334,'0'0'1231,"0"0"-739,-26 24-309,-81 84-87,102-104-88,0 1 1,0 0-1,0 0 1,1 0-1,0 1 0,0 0 1,0 0-1,1 0 1,0 0-1,0 0 0,1 1 1,0-1-1,0 1 0,0-1 1,1 1-1,0 0 1,0 0-1,0 0 0,1 0 1,0-1-1,1 1 1,-1 0-1,1 0 0,1 1-8,3-2 2,-1 0 0,1-1-1,0 0 1,1 0-1,-1 0 1,1 0-1,0-1 1,0 0-1,1 0 1,-1-1 0,1 0-1,0 0 1,0 0-1,0-1 1,0 0-1,0 0 1,0-1-1,0 0 1,1 0 0,-1-1-1,0 0 1,1 0-1,-1-1 1,6 0-2,616-13 278,-570 27-278,-58-13 0,0 1 1,0-1-1,0 0 1,0 1 0,0-1-1,0 1 1,0 0 0,-1-1-1,1 1 1,0 0 0,0 0-1,-1-1 1,1 1 0,0 0-1,-1 0 1,1 0 0,-1 0-1,1 0 1,-1 0-1,1 0 1,-1 0 0,0 0-1,1 0 1,-1 0 0,0 0-1,0 0 1,0 0 0,0 0-1,0 0 1,0 0 0,0 0-1,0 0 1,0 0 0,-1 0-1,1 0 1,0 0 0,-1 0-1,1 0 1,-1 0-1,1 0 1,-1 0 0,1 0-1,-1 0 1,1 0 0,-1-1-1,0 1 1,0 0 0,1 0-1,-1-1 1,0 1 0,0-1-1,0 1 1,0 0 0,0-1-1,-1 1 0,-117 63 131,-621 316-1709,650-330-1129</inkml:trace>
  <inkml:trace contextRef="#ctx0" brushRef="#br0" timeOffset="3698.377">8591 969 30166,'-21'110'881,"-11"16"-449,-2 17-280,-1-12 192,12-36-128,9-20-216,7-25-40,7-19-416,0-10-8,0-13-96,19-31-289,4-25-863,-3-14-2457</inkml:trace>
  <inkml:trace contextRef="#ctx0" brushRef="#br0" timeOffset="3947.876">8980 905 26110,'0'0'2145,"31"-9"-1139,1 0-834,163-27 600,-184 34-722,0 1-1,-1 0 1,1 0-1,0 1 1,0 1-1,0-1 1,0 2-1,-1 0 1,1 0-1,0 1 1,-1 0 0,0 0-1,0 1 1,0 1-1,0 0 1,-1 0-1,1 1 1,-1 0-1,-1 1 1,1 0-1,-1 0 1,0 0-1,-1 1 1,0 1-1,0-1 1,-1 1 0,0 0-1,0 1-49,-3 0 7,-1-1 1,0 1-1,-1 0 0,0 0 1,0 0-1,-1-1 0,-1 1 1,1 0-1,-1 0 0,-1 0 1,0-1-1,0 1 0,-1-1 1,-1 1-1,1-1 0,-1 0 1,-1 0-1,0-1 0,-3 6-7,-127 140-72,104-123-252,-1-2 1,-2-2 0,0-1-1,-2-1 1,-1-2 0,-1-2-1,-1-1 1,0-2 0,-8 0 323,-14-5-4304</inkml:trace>
  <inkml:trace contextRef="#ctx0" brushRef="#br0" timeOffset="3948.876">8858 1247 29494,'0'0'616,"-78"153"-616,39-68-1832,0-8-1673</inkml:trace>
  <inkml:trace contextRef="#ctx0" brushRef="#br0" timeOffset="4217.359">9059 1359 28246,'0'0'2201,"0"0"-1769,152 43-48,-85-8-24,-5 7 96,-9 4-296,-16 20-160,-17-12-352,-20-9-1233</inkml:trace>
  <inkml:trace contextRef="#ctx0" brushRef="#br0" timeOffset="4623.101">0 2752 29894,'0'0'770,"22"5"-467,92 14-209,58-14 17,83-10 192,846-88 686,1600-8-686,-2296 100-303,425-2 0,-1 36 0,-2 36 0,186 110-201,-688-114-581,-225-47-557,-44-15-1236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2:3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1498 24525,'0'0'4388,"0"0"-2860,0 0-933,0 0-123,0 0-17,-12 2-100,2 0-306,-18-2 136,59-32-27,97-69-144,-6-6 0,-4-5 1,-5-4-1,89-122-14,-145 163 0,-4-2 0,-4-2 0,-3-3 0,14-38 0,-60 172 0,-70 437 0,59-159 0,11-312 0,1 0 0,1 0 0,1 0 0,0 0 0,1-1 0,1 1 0,0-1 0,2 0 0,3 7 0,-6-17 0,-1-1 0,1 0 0,1 1 0,-1-2 0,1 1 0,0 0 0,0-1 0,1 0 0,-1 0 0,1-1 0,0 1 0,0-1 0,1-1 0,0 1 0,-1-1 0,1 0 0,0 0 0,0-1 0,0 0 0,1-1 0,-1 1 0,0-1 0,2 0 0,1-2 0,0 1 0,-1-1 0,1 0 0,0-1 0,-1-1 0,0 1 0,1-1 0,-1-1 0,0 0 0,-1 0 0,1 0 0,-1-1 0,0-1 0,0 1 0,0-1 0,-1-1 0,0 1 0,1-3 0,56-52 0,-3-2 0,-3-4 0,-2-2 0,-4-2 0,-3-2 0,-3-3 0,-4-1 0,-3-2 0,-3-2 0,19-69 0,-5 2 0,-7-1 0,13-103 0,-46 229 0,-8 80 0,-45 1146 0,-11-328 0,-86 348 0,139-1213 0,-26 181 0,-8 0 0,-32 88 0,67-276 0,0 1 0,0-1 0,-1 1 0,1-1 0,-1 0 0,0 1 0,0-1 0,0 0 0,0 0 0,0 0 0,-1 0 0,1 0 0,-1 0 0,0 0 0,0 0 0,0 0 0,0-1 0,-1 1 0,1-1 0,-1 0 0,1 0 0,-1 1 0,0-2 0,0 1 0,0 0 0,0-1 0,0 1 0,0-1 0,0 0 0,-1 0 0,1 0 0,0 0 0,-1-1 0,1 1 0,0-1 0,-1 0 0,1 0 0,-1 0 0,-2-1 0,-1-3 0,0 0 0,1-1 0,-1 0 0,1 0 0,0 0 0,0-1 0,1 0 0,0 0 0,0 0 0,0-1 0,1 0 0,0 0 0,0 0 0,0 0 0,1-1 0,-1-4 0,1 6 0,-30-66 0,4-1 0,3-1 0,3-2 0,4 0 0,2-1 0,5-1 0,2 0 0,3-17 0,6 54 0,2 1 0,1 0 0,3 0 0,1 0 0,1 0 0,3 1 0,1 0 0,1 1 0,3 0 0,1 1 0,2 0 0,5-6 0,52-79 0,5 4 0,5 3 0,5 4 0,5 4 0,52-43 0,-24 32-524,5 6 0,120-79 524,-131 109-1945</inkml:trace>
  <inkml:trace contextRef="#ctx0" brushRef="#br0" timeOffset="353.252">3273 849 30623,'0'0'596,"0"0"-351,0 0-96,28 7 194,422 77 460,-413-78-800,353 81 2,-380-85-5,0 0 0,0 1 0,0 0 0,0 1 0,-1 0 0,1 0 0,-1 1 0,0 1 0,0-1 0,-1 1 0,1 1 0,-1-1 0,-1 2 0,1-1 0,-1 1 0,-1 0 0,0 0 0,0 1 0,0 0 0,-1 0 0,0 0 0,-1 0 0,0 1 0,0 0 0,0 7 0,-4-12 0,0 1 0,-1 0 0,0 0 0,0 0 0,-1-1 0,0 1 0,0-1 0,0 1 0,0-1 0,-1 0 0,0 0 0,0 0 0,0 0 0,-1 0 0,0-1 0,0 1 0,0-1 0,0 0 0,-1 0 0,1-1 0,-1 1 0,0-1 0,0 0 0,-5 2 0,-296 165 0,299-167 0,-279 127 0,-199 103 0,480-229-41,-113 77 229,114-77-266,0-1 0,1 1 0,0 1 0,0-1 0,0 0 0,1 1 0,-1 0 0,1-1 0,0 1 0,1 0 0,-1 0 0,1 0-1,0 0 1,0 0 0,0 1 0,1-1 0,0 0 0,0 0 0,0 0 0,1 1 0,0-1 0,0 0 0,0 0 0,1 2 78,15 25-4211</inkml:trace>
  <inkml:trace contextRef="#ctx0" brushRef="#br0" timeOffset="733.324">5793 1631 30479,'0'0'774,"10"-19"-447,119-287 456,-100 134-715,-29 167-68,0-1 1,0 1 0,0-1 0,-1 1-1,0-1 1,0 0 0,0 1 0,0 0-1,-1-1 1,0 1 0,0 0 0,-1 0-1,0 0 1,1 0 0,-1 0 0,-1 1-1,1-1 1,-1 1 0,0 0 0,0 0-1,0 0 1,0 1 0,-1 0 0,1-1-1,-1 1 1,0 1 0,0-1 0,0 1-1,-2-1 0,-8 0 1,0 0-1,1 1 1,-1 1-1,0 0 1,0 1-1,0 0 1,0 1-1,0 1 1,0 1-1,1 0 1,-1 1-1,1 0 0,0 1 1,-10 5-1,-23 14 6,1 3 1,2 1-1,0 2 0,2 2 0,1 2 1,2 2-1,2 1 0,1 2 1,2 2-1,1 1 0,-11 23-6,21-30 20,2 2 0,1 0 0,2 1 0,2 1 0,2 1 0,1 0 0,2 1-1,2 0 1,1 0 0,3 1 0,1 0 0,2 1-20,2-40 0,-2 8 0,0 1 0,1-1 0,0 1 0,0-1 0,2 1 0,-1-1 0,2 1 0,-1-1 0,1 1 0,1-1 0,0 0 0,1 0 0,0 0 0,1-1 0,0 1 0,0-1 0,1 0 0,1-1 0,-1 1 0,2-1 0,-1-1 0,8 8 0,-2-10 0,1-1 0,0 1 0,-1-2 0,2 0 0,-1-1 0,0 0 0,1-1 0,-1-1 0,1 0 0,-1-1 0,1-1 0,13-2 0,15 1 0,-1-3 0,0-1 0,0-2 0,0-3 0,-1 0 0,-1-3 0,0-1 0,-1-2 0,-1-2 0,0-2 0,-2-1 0,0-1 0,-2-3 0,0 0 0,-2-2 0,-1-2 0,-2 0 0,-1-2 0,-1-2 0,9-15 0,-30 39-90,0 1 0,0-2 1,-1 1-1,0-1 0,-1 0 0,0 0 0,-1 0 1,0 0-1,-1-1 0,0 1 0,-1-1 0,0 0 1,-1 1-1,0-1 0,-1 0 0,0 1 0,-1-1 1,-2-8 89,-23-47-3473</inkml:trace>
  <inkml:trace contextRef="#ctx0" brushRef="#br0" timeOffset="1074.019">750 2900 31671,'45'-7'913,"187"-30"-730,89-8-183,174-12 0,250 13 0,807 78 0,-289 2 0,-1001-37 0,-204-3 0,-57 3-2,0 0 0,1 0 0,-1 0 1,0 0-1,0 0 0,1 0 0,-1 0 0,0 0 0,0 0 1,0 0-1,0 0 0,-1-1 0,1 1 0,0 0 0,0-1 0,-1 1 1,1-1-1,-1 1 0,1-1 0,-1 1 0,0-1 0,0 1 1,1-1-1,-1 1 0,0-1 0,0 1 0,0-1 0,-1 1 0,1-1 1,0 1-1,-1-1 0,1 1 0,-1-1 0,1 1 0,-1-1 1,0 1-1,1 0 0,-1-1 0,0 1 0,0 0 0,0-1 0,0 1 1,0 0-1,0 0 0,0 0 0,-1 0 0,1 0 0,0 0 1,0 1-1,-1-1 0,1 0 0,-1 1 0,1-1 0,-1 1 0,1-1 1,-1 1-1,1 0 0,-1-1 0,1 1 0,-1 0 2,-49-37-553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3:3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1205 28462,'0'0'1384,"0"0"-669,0 0-400,0 0-52,0 0 86,-1 6 34,1-7-376,0 1 1,1-1-1,-1 1 0,1-1 1,-1 1-1,1-1 0,-1 1 1,1 0-1,-1-1 1,1 1-1,-1 0 0,1 0 1,0-1-1,-1 1 0,1 0 1,-1 0-1,1 0 1,0 0-1,-1 0 0,1 0 1,0 0-1,-1 0 0,1 0 1,-1 0-1,1 0 1,0 0-1,-1 0 0,1 0 1,0 1-1,-1-1 0,1 0 1,-1 0-1,1 1 0,-1-1 1,1 0-1,-1 1 1,1-1-1,-1 1 0,1-1 1,-1 0-1,1 1 0,-1-1 1,0 1-1,1 0 1,-1-1-1,0 1 0,1-1 1,-1 1-1,0-1 0,0 1 1,0 0-1,0-1 1,1 1-1,-1-1 0,0 1 1,0 0-1,0-1 0,0 1 1,0 0-1,0-1 1,0 1-1,-1-1 0,1 1 1,0 0-1,0-1 0,0 1 1,-1-1-1,1 1 1,0-1-1,-1 1-7,60-37 239,14-24-213,-4-4 1,-2-3 0,-3-2-1,-3-3 1,5-15-27,-40 55 8,-15 17-8,85-104 0,-5-4 0,56-103 0,-118 170 0,-30 79 0,-116 495 0,92-335 0,8 1 0,8 0 0,8 1 0,13 75 0,-8-195 0,3 0 0,3-1 0,3 0 0,2-1 0,4-1 0,8 19 0,-24-74 0,-1-1 0,1 1 0,0 0 0,1-1 0,-1 1 0,1-1 0,1 0 0,-1 0 0,1-1 0,0 1 0,0-1 0,1 0 0,-1-1 0,1 1 0,0-1 0,0 0 0,1-1 0,-1 1 0,1-1 0,0 0 0,0-1 0,0 0 0,0 0 0,0-1 0,0 1 0,1-1 0,-1-1 0,0 0 0,1 0 0,-1 0 0,0-1 0,1 0 0,-1 0 0,0-1 0,0 0 0,0 0 0,0-1 0,3-1 0,117-82 0,-63 20 0,-2-3 0,-4-2 0,-3-3 0,-4-2 0,-2-3 0,-4-1 0,16-46 0,30-96 0,-11-5 0,-9-2 0,-10-3 0,26-213 0,-49 251 0,-31 165 0,8 54 0,4 287 0,40 952 0,-12-501 0,-35 224 0,-15-851 0,-6 1 0,-6-1 0,-6-1 0,-6-1 0,-6-1 0,-5-1 0,-39 84 0,72-205 0,-67 104 0,69-114 0,0 1 0,0-1 0,0 1 0,0-1 0,0 0 0,-1 0 0,1 0 0,0-1 0,-1 1 0,1-1 0,0 0 0,-1 0 0,1 0 0,0 0 0,-1 0 0,1-1 0,0 0 0,-1 1 0,1-1 0,0 0 0,0-1 0,0 1 0,0-1 0,0 1 0,0-1 0,0 0 0,1 0 0,-1 0 0,1 0 0,-1-1 0,1 1 0,0-1 0,0 1 0,0-1 0,0 0 0,0 0 0,0 0 0,1 0 0,-1-3 0,-19-28 0,1-1 0,3-1 0,1 0 0,1-2 0,2 0 0,-6-33 0,-4-6 0,4-1 0,4-1 0,3 0 0,3 0 0,4-1 0,3 0 0,4 0 0,3 0 0,4 0 0,3 1 0,4 0 0,15-39 0,-6 53 0,3 1 0,3 2 0,3 1 0,2 1 0,3 2 0,2 2 0,3 2 0,2 2 0,24-19 0,224-191-452,-168 160-1200</inkml:trace>
  <inkml:trace contextRef="#ctx0" brushRef="#br0" timeOffset="590.988">5842 938 29302,'-20'0'572,"-205"26"-128,76 17-286,1 6 0,3 7-1,2 6 1,4 6-1,2 7 1,3 5-1,5 6 1,-42 40-158,151-113 35,0 0 0,2 2 1,0 0-1,0 1 0,1 1 1,1 0-1,1 2 0,1-1 0,0 2 1,1 0-1,1 1 0,1 0 1,1 0-1,1 1 0,1 0 1,1 1-1,-1 9-35,9-26 5,0 0 0,1-1-1,-1 1 1,1-1 0,0 0 0,1 1 0,-1-1-1,1 0 1,0 0 0,1-1 0,-1 1 0,1-1 0,0 1-1,0-1 1,0 0 0,0-1 0,1 1 0,-1-1 0,1 0-1,0 0 1,0 0 0,1-1 0,-1 1 0,0-1-1,1-1 1,-1 1 0,1-1 0,0 0 0,-1 0 0,1 0-1,0-1 1,-1 0 0,1 0 0,1-1-5,113 21 100,1-6 0,79-3-100,-82-4 29,76 3-74,0 8 0,-2 9 1,172 47 44,-241-36-935,-23-5-1386</inkml:trace>
  <inkml:trace contextRef="#ctx0" brushRef="#br0" timeOffset="1074.347">9604 1661 30567,'2'-75'437,"0"41"-336,-1 0 0,-2 0 0,-1 0 0,-2 1 0,-1-1 0,-1 1 0,-9-26-101,9 38 29,-1 0-1,-1 0 1,-1 1 0,0 1 0,-2-1-1,0 2 1,-1-1 0,-1 2 0,0-1-1,-1 2 1,-1 0 0,-1 1 0,0 0-1,-1 1 1,-1 1 0,0 1-1,-1 0 1,0 2 0,0 0 0,-1 1-1,0 1 1,-1 1 0,0 0 0,0 2-1,-1 1 1,1 0 0,-5 1-29,-6 5 1,-1 1-1,1 2 1,0 1 0,1 1-1,0 2 1,0 1 0,0 1-1,2 2 1,-1 1-1,2 1 1,0 2 0,1 0-1,-16 15 0,-11 11 0,2 1 0,2 4 0,3 1 0,1 2 0,3 3 0,2 1 0,-8 15 6,4 1 1,3 3-1,3 2 1,3 1-1,4 1 1,3 2-1,4 1 0,4 1 1,3 1-1,3 1 1,0 46-7,12-92 8,1 0 1,2 0-1,2 1 0,1-1 1,6 21-9,-6-46 5,0 0 0,1 0 0,0 0 0,1-1 0,1 0 0,0 0 0,0 0 0,1-1 0,1 0 0,0 0 0,0-1 0,1 0-1,0 0 1,1-1 0,0-1 0,1 1 0,3 0-5,8 4 7,1-2-1,0-1 0,1-1 0,0-1 0,0-1 1,1-1-1,0-2 0,0 0 0,0-1 1,1-2-1,-1 0 0,1-2-6,21 1 0,-1-1 0,0-3 0,0-1 0,0-3 0,-1-1 0,0-2 0,-1-3 0,11-5 0,8-5-4,-1-3 0,-1-2 1,-2-2-1,-1-4 0,-2-1 0,-1-4 1,-3-1-1,-1-3 0,-2-2 0,-2-2 1,-2-2-1,-2-2 0,-3-2 0,-2-1 1,-2-2-1,-4-2 0,11-28 4,-36 73-132,-1 0 0,-1 0 0,-1 0 0,0-1 0,-1 1 0,0-1 0,-1 0 0,-1 0 0,0 0 0,-1 0 0,-1 0 0,0 0 1,-1 1-1,-1-1 0,0 0 0,-1 1 0,0-1 0,-2 1 0,-3-8 132,-36-39-2846</inkml:trace>
  <inkml:trace contextRef="#ctx0" brushRef="#br0" timeOffset="1529.086">0 4773 29062,'0'0'494,"36"-18"-284,-19 10-194,16-10 3,2 1 0,0 2 0,0 2 0,1 1-1,1 2 1,0 1 0,32-2-19,154 0 660,204 16-660,-371-3 67,362 12 457,843 22 894,233-65-1418,906-180 175,-1528 124-166,1571-93-638,-2252 173-1143</inkml:trace>
  <inkml:trace contextRef="#ctx0" brushRef="#br0" timeOffset="25794.549">585 5248 28830,'0'0'667,"0"0"-160,0 0-217,0 0-92,36-10 34,361-84 216,-57 25-250,141-28 301,189-2-499,-67 63 356,180 28-356,-27 1 99,1288-80 333,-1338 25-421,503-117-11,-63-36 0,-897 184 0,-248 30-5,0 1 0,-1-1-1,1 1 1,0 0 0,0-1 0,0 1-1,0 0 1,0 0 0,0 0 0,0 0-1,0 0 1,-1 0 0,1 0 0,0 0 0,0 0-1,0 0 1,0 0 0,0 1 0,0-1-1,0 0 1,0 1 0,-1-1 0,1 0 0,0 1-1,0-1 1,0 1 0,-1-1 0,1 1-1,0 0 1,-1-1 0,1 1 0,0 0-1,-1 0 1,1-1 0,-1 1 0,1 0 0,-1 0-1,0 0 1,1 0 0,-1-1 0,0 1-1,1 0 1,-1 0 0,0 0 0,0 0 0,0 0-1,0 0 1,0 0 0,0 0 0,0 0-1,0 0 1,0 0 0,-1-1 0,1 1-1,0 0 1,0 0 0,-1 0 0,1 0 0,-1 0-1,1-1 1,-1 1 0,1 0 0,-1 0 5,-28 28-1647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3:3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1660 28654,'0'0'1819,"26"-23"-1323,406-374-320,-407 373-165,89-78 19,-5-6 0,-4-3 0,-5-6 0,21-40-30,54-141 39,-159 284 44,-17 53-22,-62 255 257,34-188-227,5 2 0,4 1 0,5 0 0,5 1 0,5 0 0,5 8-91,-1-106 13,1-1-1,0 1 1,1-1 0,1 1 0,0-1 0,0 1-1,1-1 1,0 0 0,1 0 0,0 0-1,1-1 1,0 1 0,1-1 0,0 0 0,1-1-1,0 0 1,0 0 0,1 0 0,0-1-1,0 0 1,1 0 0,0-1 0,0 0 0,1-1-1,0 0 1,0 0 0,1-1 0,-1-1-1,1 0 1,0 0 0,11 2-13,-4-5 3,0 0 1,0-1-1,0 0 1,0-2-1,0 0 1,0-1-1,-1-1 1,1-1-1,-1 0 1,0-1-1,0-1 1,-1 0-1,0-2 0,0 0 1,1-2-4,23-17-1,-1-2 0,-2-1 1,-1-3-1,-1 0 0,1-6 1,39-48-19,-4-3 0,-4-3 0,-4-3 0,-4-2-1,34-83 20,42-128-525,25-112 525,-140 378 90,-37 215 2,-31 174 184,12 51-276,18 753 163,17-1113-163,-18 432 0,-59 314 0,67-709 0,-3 1 0,-4-2 0,-2 0 0,-3-2 0,-4 0 0,-22 38 0,48-103 0,0-1 0,-1 0 0,1 0 0,-1-1 0,0 1 0,0 0 0,-1-1 0,1 1 0,-1-1 0,0 0 0,0 0 0,0 0 0,0 0 0,0 0 0,-1-1 0,1 1 0,-1-1 0,0 0 0,1 0 0,-1 0 0,0-1 0,0 1 0,0-1 0,-1 0 0,1 0 0,0-1 0,0 1 0,0-1 0,-1 0 0,1 0 0,0 0 0,0-1 0,-1 1 0,1-1 0,0 0 0,0 0 0,0 0 0,0-1 0,0 0 0,0 0 0,0 0 0,1 0 0,-1 0 0,1-1 0,-1 1 0,-1-3 0,-10-14 0,0 0 0,1-1 0,0-1 0,2 0 0,1-1 0,0 0 0,2-1 0,1 0 0,0 0 0,1-5 0,-11-30 0,2-1 0,3 0 0,3-1 0,2 0 0,3 0 0,3-1 0,2 1 0,3-1 0,2 1 0,4 0 0,1 0 0,4 1 0,2 1 0,2 0 0,18-37 0,3 23-132,2 2 0,4 1 1,2 2-1,4 3 0,2 1 0,2 4 1,4 1-1,2 3 0,2 3 0,3 3 132,56-45-2611</inkml:trace>
  <inkml:trace contextRef="#ctx0" brushRef="#br0" timeOffset="391.151">4822 970 31111,'0'0'686,"0"0"-349,0 0-176,21 0 28,641 18 94,122 34-283,-587-30 0,-195-22 0,0 0 0,0 0 0,0 0 0,0 0 0,0 1 0,0-1 0,-1 1 0,1 0 0,0-1 0,0 1 0,0 0 0,-1 0 0,1 0 0,-1 0 0,1 1 0,0-1 0,-1 0 0,0 1 0,1-1 0,-1 0 0,0 1 0,0 0 0,0-1 0,0 1 0,0 0 0,0 0 0,0-1 0,-1 1 0,1 0 0,-1 0 0,1 0 0,-1 0 0,0 0 0,1 0 0,-1 0 0,0 0 0,0 0 0,-1-1 0,1 1 0,0 0 0,-1 0 0,1 0 0,-1 0 0,1 0 0,-1 0 0,0-1 0,0 1 0,0 0 0,0 0 0,0-1 0,0 1 0,-1-1 0,1 1 0,0-1 0,-1 0 0,0 1 0,-70 64 0,-53 23 0,-3-6 0,-136 63 0,175-97 0,-533 288 0,592-320-24,-69 62-496,92-62-3140,7-15-9940</inkml:trace>
  <inkml:trace contextRef="#ctx0" brushRef="#br0" timeOffset="765.433">9444 1710 28934,'0'0'1714,"0"0"-1031,-2-22-401,-24-165 381,15 140-601,-2 0 0,-2 1-1,-2 0 1,-2 2 0,-2 0 0,-2 1-1,-7-7-61,23 40 1,-1 1-1,-1-1 1,1 1-1,-1 1 0,-1 0 1,1 0-1,-2 1 1,1 0-1,-1 1 1,0 0-1,0 0 0,0 2 1,-1-1-1,0 1 1,0 1-1,0 0 0,0 1 1,0 0-1,0 1 1,-1 0-1,1 1 1,-1 0-1,1 1 0,0 1 1,-1 0-1,1 0 1,-7 3-1,-10 4 0,1 1 1,-1 1 0,2 1 0,-1 2-1,2 1 1,0 1 0,1 1 0,0 1-1,2 1 1,-15 16-1,7-6 1,2 2 0,2 1 0,0 2 0,3 0 0,0 2 0,3 0-1,1 2 1,1 0 0,2 1 0,2 1 0,2 0 0,2 1 0,-7 40-1,14-48 4,1 1 0,1-1 0,2 0 0,1 1 0,2-1 0,1 0 0,5 17-4,-7-41 0,1-1 0,0 0 0,1 0 0,-1 1 0,2-2 0,-1 1 0,1-1 0,0 1 0,0-1 0,1 0 0,0-1 0,1 0 0,-1 0 0,1 0 0,0-1 0,0 0 0,1 0 0,0-1 0,-1 0 0,2 0 0,6 2 0,10 2 0,0-2 0,0-1 0,1-1 0,-1-1 0,1-1 0,0-1 0,3-2 0,34-2-68,0-3-1,-1-3 1,0-2 0,-1-3 0,0-3-1,-2-2 1,0-3 0,-1-3 0,-1-2-1,-1-3 1,-2-1 0,-1-4 0,-2-1-1,-2-3 1,-1-2 0,-2-2 0,18-23 68,16-24-2473</inkml:trace>
  <inkml:trace contextRef="#ctx0" brushRef="#br0" timeOffset="26930.193">2226 3852 8874,'0'0'16666,"0"0"-12678,-20 0-3422,-84 0 265,107-9-197,22-5-405,165-47-17,134 0-96,2 14-1,192 2-115,1783-1 47,-1945 48-46,1946 53-472,-2123-48-3691,-62-6-12450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3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3010 10026 25958,'21'-7'3294,"240"-58"-1387,-89 40-1518,0 8 0,0 7 1,1 8-1,103 14-389,-192-3 6,0 4 0,-1 4-1,0 3 1,-1 4-1,-2 3 1,-1 4 0,-1 3-1,-2 4 1,48 32-6,-96-55 0,-1 2 0,-1 0 0,0 2 0,-1 1 0,-2 1 0,0 1 0,-1 1 0,-1 1 0,-1 0 0,-1 2 0,-1 0 0,-2 1 0,-1 1 0,-1 1 0,-1 0 0,-1 0 0,-2 2 0,-1-1 0,-2 1 0,-1 0 0,-1 0 0,-1 1 0,-2 0 0,-1-1 0,-2 1 0,-1 1 0,-6 4 0,-1 1 0,-2-1 0,-1-1 0,-2 0 0,-1-1 0,-2 0 0,-2-2 0,-1 0 0,-1-1 0,-8 7 0,-40 47 0,-4-3 0,-81 71 0,-163 133-6,138-132-446,7 9-1,-82 107 453,169-164-1994</inkml:trace>
  <inkml:trace contextRef="#ctx0" brushRef="#br0" timeOffset="249.29">4848 13899 31639,'0'0'1128,"0"0"-1128,0 0 0,0 106 0,0-102 0,0-33 0,14-21 0,-5-16-1480</inkml:trace>
  <inkml:trace contextRef="#ctx0" brushRef="#br0" timeOffset="669.386">208 8932 26886,'0'0'2074,"-2"29"-1333,-13 121-180,-102 692 894,57 106-376,46 402-1079,15-968-29,-2 94 29,21-1 0,21-1 0,32 77 0,61-6-1,-130-630-2042,-10-3-114</inkml:trace>
  <inkml:trace contextRef="#ctx0" brushRef="#br0" timeOffset="1318.103">814 8303 28934,'31'-37'89,"1"2"-1,2 1 1,2 2-1,1 1 1,1 1-1,1 3 1,2 1-1,0 2 1,2 2 0,1 1-1,0 3 1,1 2-1,3 1-88,158-25 274,2 10 0,0 9-1,2 8 1,78 12-274,2756 63 1171,-680 133-987,-605-42-32,-393-76-79,-1347-74-161,-51-1-46,9-1 156,-179 34 73,193-32-90,0 1 1,1 0-1,-1 0 0,1 1 1,0 0-1,0 0 1,1 1-1,-1 0 0,1 1 1,1-1-1,-1 1 1,1 1-1,0-1 1,1 1-1,0 0 0,0 0 1,1 1-1,0-1 1,0 1-1,-2 8-5,-4 22 1,2 1 0,2 0-1,2 1 1,1-1 0,2 16-1,10 466 0,22 0 0,28 35 0,-30-283 0,54 526 0,148 1586 0,-202-1912 0,-21 165 0,-8-585 0,-2-1 0,-2 1 0,-3-1 0,-2 0 0,-2 0 0,-17 47 0,26-94-47,-1 0 1,0-1-1,1 0 0,-2 1 1,1-1-1,-1 0 1,1-1-1,-2 1 0,1-1 1,0 1-1,-1-1 0,0 0 1,1-1-1,-2 1 1,1-1-1,0 0 0,-1-1 1,1 1-1,-1-1 0,0 0 1,0 0-1,0-1 1,0 0-1,0 0 0,0 0 1,0-1-1,0 0 0,-3 0 47,-48 2-2175</inkml:trace>
  <inkml:trace contextRef="#ctx0" brushRef="#br0" timeOffset="1657.386">2466 16157 31759,'276'-41'728,"95"5"-600,42 22-128,27 8-16,20 6 16,17 0 128,18 8-88,24-2-40,1 0 0,1-2 0,-14 7 0,-7-5 0,-16-6-248,-125 0-1376,-69-14-18629</inkml:trace>
  <inkml:trace contextRef="#ctx0" brushRef="#br0" timeOffset="-5746.924">3417 2882 30206,'0'36'695,"18"301"51,72 206 281,-68-379-951,-8-44-70,5 0-1,5-1 1,30 83-6,-53-194 0,1-1 0,0 0 0,0 0 0,1 0 0,0 0 0,0 0 0,0-1 0,1 1 0,0-1 0,0 0 0,1 0 0,0-1 0,0 1 0,0-1 0,1 0 0,-1 0 0,1-1 0,0 1 0,1-2 0,-1 1 0,3 0 0,4-2 0,0 0 0,0-1 0,0-1 0,0 0 0,0-1 0,0-1 0,0 0 0,-1 0 0,1-2 0,0 1 0,-1-2 0,0 1 0,0-2 0,9-4 0,38-24 0,-2-2 0,-1-3 0,-2-2 0,-2-3 0,27-30 0,93-103 0,-8-8 0,-9-7 0,97-159 0,37-102 21,-161 242-408,9 5 0,72-73 387,-147 205-1656</inkml:trace>
  <inkml:trace contextRef="#ctx0" brushRef="#br0" timeOffset="20507.351">1051 1360 27342,'0'0'1000,"-2"-23"-160,-34-364 914,35 373-1735,0 1 1,-1-1-1,0 1 0,-1 0 0,0 0 1,-2 0-1,1 0 0,-1 1 1,-1 0-1,0 0 0,-1 0 1,0 1-1,-1 0 0,0 0 1,-1 1-1,0 0 0,-1 1 1,0-1-1,0 2 0,-1 0 0,0 0 1,0 1-1,-1 0 0,0 1 1,-6-3-20,2 8 12,0 0 0,1 1 1,-1 0-1,0 2 0,1 0 1,-1 0-1,1 1 0,0 1 1,0 1-1,0 0 0,0 1 1,1 0-1,0 2 0,0-1 1,1 2-1,-3 2-12,-33 23 38,1 2 1,2 2-1,2 2 0,1 2 0,3 2 1,1 2-1,2 1 0,3 2 1,1 1-1,-4 14-38,23-38 12,2 1 0,0 0 0,2 1 0,1 0 0,1 1 0,1 0 0,2 0 0,0 0 0,3 1 0,0 0 0,2-1 0,1 1 0,4 22-12,-4-43 2,1 0 0,1 1 0,-1-1 0,2 0 0,-1 0 1,1-1-1,0 1 0,1-1 0,0 0 0,0 0 0,1 0 0,0-1 0,0 0 0,1 0 0,0-1 1,0 0-1,1 0 0,-1 0 0,1-1 0,1 0 0,-1-1 0,0 1 0,1-2 0,0 1 1,0-1-1,0-1 0,1 0 0,-1 0 0,0-1 0,1 0 0,7 0-2,22 1 4,0-2-1,0-2 1,0-2-1,-1-1 1,1-2-1,-1-1 1,-1-2-1,0-2 1,0-1-1,-1-2 1,-1-2-1,0-1 1,-2-1-1,0-2 1,-1-2-1,-1 0 1,-1-3-1,-2 0 1,3-5-4,196-200-296,-82 70-3382,-62 64-6191</inkml:trace>
  <inkml:trace contextRef="#ctx0" brushRef="#br0" timeOffset="20761.541">2452 1059 29902,'0'0'785,"0"0"-433,117-33-168,29-6 56,75-9 112,41-4 8,17 9-168,-2 9-96,-33 7-80,-14 5-16,-22 1-24,-36-4-288,-52 8-768,-48-3-2081</inkml:trace>
  <inkml:trace contextRef="#ctx0" brushRef="#br0" timeOffset="21060.916">4198 259 30038,'0'0'539,"29"4"-323,255 51-66,-275-53-143,78 21 142,0 4 1,-3 3-1,0 4 1,54 32-150,-130-62 7,0 1 0,1 0 1,-2 0-1,1 1 0,0 0 0,-1 0 0,0 0 0,-1 1 0,0 0 1,0 1-1,0 0 0,-1-1 0,0 2 0,0-1 0,-1 0 1,0 1-1,-1 0 0,0 0 0,0 0 0,-1 0 0,0 1 0,0 2-7,-2-5 4,-1-1 0,0 1-1,0-1 1,-1 0-1,1 1 1,-2-1 0,1 0-1,0 0 1,-1 0-1,0-1 1,-1 1 0,1-1-1,-1 1 1,0-1-1,0 0 1,-1 0 0,1-1-1,-1 0 1,0 1-1,-1-2 1,1 1 0,-1-1-1,-1 2-3,-60 42-24,-1-2 1,-3-3-1,-1-3 0,-67 24 24,53-37-1703,64-25-2770</inkml:trace>
  <inkml:trace contextRef="#ctx0" brushRef="#br0" timeOffset="21282.011">6290 74 30262,'0'0'825,"0"0"-553,-85 212 32,23-28 152,-5 49 56,-2 11-376,9-10-136,7-20 0,-2-25 0,15-55-432,8-38-2185</inkml:trace>
  <inkml:trace contextRef="#ctx0" brushRef="#br0" timeOffset="21889.617">6739 72 27022,'0'0'1208,"0"0"-350,0 0-308,0 0 22,-24-16 49,-89-39-200,107 55-407,1 0-1,-1 0 1,0 1 0,1 0-1,-1 0 1,1 0 0,-1 0 0,1 1-1,-1 0 1,1 0 0,0 1-1,0-1 1,0 1 0,1 0-1,-1 1 1,0-1 0,1 1-1,0 0 1,-2 2-14,-66 59 137,4 2 1,3 4-1,-16 24-137,-11 19 158,5 4-1,6 4 0,5 3 1,-41 94-158,97-179 21,3 0 0,0 1 1,3 1-1,2 1 0,1 0 1,3 0-1,1 1 0,2-1 1,2 2-1,2 25-21,1-62 0,-1-1 0,2 1 0,-1 0 0,1 0 0,0-1 0,0 1 0,1-1 0,0 1 0,1-1 0,-1 0 0,1 0 0,1 0 0,-1 0 0,1 0 0,1-1 0,-1 1 0,1-1 0,0 0 0,0-1 0,1 1 0,0-1 0,0 0 0,0-1 0,0 1 0,1-1 0,0 0 0,-1-1 0,2 0 0,-1 0 0,0 0 0,0-1 0,2 0 0,27 7 0,0-2 0,1-2 0,0-1 0,0-2 0,0-1 0,0-2 0,13-3 0,1-2 0,-1-2 0,0-3 0,-1-1 0,0-3 0,-1-2 0,-1-2 0,-1-2 0,-1-2 0,0-2 0,-2-1 0,-1-3 0,-1-2 0,-2-1 0,-1-2 0,-2-1 0,-1-2 0,-2-2 0,-2-1 0,-1-1 0,-2-2 0,-2-1 0,-2 0 0,-2-2 0,-2-1 0,0-7 0,-3 1 0,-2-1 0,-2-1 0,-3 0 0,-2-1 0,-3 0 0,-2 0 0,-5-55 0,3 98 0,0-1 0,-2 1 0,1 0 0,-2 0 0,0 0 0,0 0 0,-1 0 0,-1 0 0,0 1 0,-1 0 0,0 0 0,-1 0 0,0 0 0,-1 1 0,0 0 0,-1 0 0,0 1 0,-1 0 0,0 0 0,0 1 0,-1 0 0,0 1 0,-1 0 0,0 1 0,-2-2 0,-17 1-13,0 0 1,-1 2-1,1 2 1,-1 0-1,0 2 0,0 2 1,0 0-1,-2 2 13,6-1-47,-140 10-704,16 23-911</inkml:trace>
  <inkml:trace contextRef="#ctx0" brushRef="#br0" timeOffset="22346.55">1890 4488 29878,'0'0'649,"-30"168"-265,-2 2-64,-7 38-32,2 9 24,4-13-40,13-32-104,13-17-128,7-14-24,9-29-16,14-29-104,30-19-328,-9-26-945,2-22-5064</inkml:trace>
  <inkml:trace contextRef="#ctx0" brushRef="#br0" timeOffset="22657.497">3044 5432 22981,'0'0'7033,"0"0"-6536,136-11-257,0-1 72,55 2-8,28 1-32,9 5-176,-11 4-96,-19 0-24,-51 0-432,-29-4-1193</inkml:trace>
  <inkml:trace contextRef="#ctx0" brushRef="#br0" timeOffset="22939.697">6378 4745 26710,'0'0'4145,"-44"175"-3697,2 15-72,-8 49-104,-1 28-136,0 9-40,1-15-96,13-58-240,2-33-1537</inkml:trace>
  <inkml:trace contextRef="#ctx0" brushRef="#br0" timeOffset="26988.364">8073 12632 23077,'0'0'3954,"28"3"-2798,255 11-528,680-30 746,882-6-321,140-5-922,-512-58 269,1145-30 19,-1490 115-363,-1097 6-1100,-53 0-1138</inkml:trace>
  <inkml:trace contextRef="#ctx0" brushRef="#br0" timeOffset="27557.599">13439 7151 26798,'0'0'821,"0"0"-433,-6 29-145,-25 245 80,19 502 788,-10 69-84,-26 567 69,8-822-690,-32 679-61,66-661-336,13-43-16,24-6-541,25-1-1,99 404 549,-108-737-1329</inkml:trace>
  <inkml:trace contextRef="#ctx0" brushRef="#br0" timeOffset="32358.954">9580 7010 24221,'0'0'3888,"0"0"-1789,0 0-1480,-8-22-234,-41-140 324,49 149-684,0 0 0,0 0 0,-2 0-1,1 0 1,-2 0 0,1 0 0,-2 0-1,0 1 1,0-1 0,-1 1 0,-1 0 0,0 0-1,-1 1 1,0 0 0,0 0 0,-1 1-1,-1-1 1,0 2 0,0-1 0,-1 1-1,0 1 1,0 0 0,-1 0 0,0 1-1,-8-3-24,5 6 3,0 1 0,0 1 0,0 0 0,0 1 0,-1 0 0,1 2 0,0-1-1,0 2 1,0 0 0,0 0 0,0 1 0,0 1 0,1 1 0,-1 0 0,1 0 0,0 1 0,1 1-1,0 0 1,0 1 0,0 0 0,1 1 0,0 0 0,1 1 0,-7 8-3,-9 10 3,2 1-1,0 1 1,3 2 0,0 0 0,2 1 0,2 0 0,1 2-1,-8 25-2,9-12 4,1 0 0,3 1 0,2 0-1,2 1 1,3 0 0,1 17-4,0-50 0,2-1 0,0 1 1,0 0-1,2-1 0,0 1 0,1 0 0,1-1 1,0 0-1,1 1 0,1-1 0,0-1 0,1 1 1,1-1-1,1 0 0,0 0 0,0-1 0,2 0 1,0-1-1,0 0 0,1 0 0,1-1 0,0-1 1,1 0-1,0-1 0,0 0 0,1-1 0,9 4 0,-12-9 5,0 0 0,1-1-1,0-1 1,0 0-1,0 0 1,0-1 0,0-1-1,0 0 1,0-1 0,0 0-1,0-1 1,0 0 0,-1 0-1,1-2 1,-1 1-1,1-2 1,-1 1 0,-1-2-1,1 1 1,-1-1 0,1-1-1,-2 0 1,7-6-5,13-11 0,-2-2 0,-1-1 0,-1-2 0,-1 0 0,-2-1 0,-1-1 0,0-3 0,17-36 0,-4-1 0,-2-1 0,-4-2 0,7-35 0,-31 99-144,0 0 0,0 0 0,1 0 0,1 0 0,-1 1 0,1 0 0,1 0 1,0 1-1,0-1 0,1 1 0,0 1 0,0 0 0,0 0 0,3-1 144,30-18-2482</inkml:trace>
  <inkml:trace contextRef="#ctx0" brushRef="#br0" timeOffset="32642.925">10626 6981 29790,'0'0'913,"0"0"-369,163 0 176,-52-13-248,34-16-208,25-6-200,-11 0-64,-32 8 0,-35 8 0,-23 9 0,49-11-416,-14 4-608,-10-3-1137</inkml:trace>
  <inkml:trace contextRef="#ctx0" brushRef="#br0" timeOffset="32927.523">12312 6317 30390,'0'0'817,"-48"116"-433,9 0-56,-10 46 88,5 16-88,10 5-224,18-1-104,2-3-128,7-39-904,0-21-1969</inkml:trace>
  <inkml:trace contextRef="#ctx0" brushRef="#br0" timeOffset="33211.58">9225 8958 7874,'0'0'21076,"-21"139"-20292,5-4-95,-5 27-225,3 6-104,2-11-104,2-11-136,7-3-72,7-9-48,0-11-88,16-36-480,0-29-1473</inkml:trace>
  <inkml:trace contextRef="#ctx0" brushRef="#br0" timeOffset="33491.126">9948 9746 28446,'0'0'2249,"0"0"-2065,0 0-112,164 7-32,-58-7 0,30-9 32,34-7-72,10 3-144,-39 3-433,-35 2-1063</inkml:trace>
  <inkml:trace contextRef="#ctx0" brushRef="#br0" timeOffset="33784.526">12259 9446 30487,'0'0'624,"-13"-22"-371,10 17-251,-27-46 108,-3 1-1,-2 1 1,-2 2-1,-41-40-109,69 78 3,0 1 0,0 0 0,-1 1 0,0 0 0,0 1 0,-1 0-1,0 1 1,0 0 0,0 0 0,0 1 0,-1 1 0,0 0 0,0 0 0,0 1 0,0 1 0,0 0-1,0 1 1,0 0 0,0 0 0,0 2 0,0-1 0,0 2 0,-11 3-3,8 2 0,0 1 1,1 1-1,1 0 1,-1 1-1,2 1 1,0 0-1,0 0 1,1 1-1,0 1 1,1 0-1,1 0 1,0 1-1,-1 5 0,-11 21 3,1 2 0,2 0 0,2 1 0,3 1 0,1 1-1,2-1 1,2 2 0,2-1 0,0 41-3,4-76 4,0 0 0,0 0 0,1 0-1,1 0 1,0 0 0,0 1 0,1-1 0,0 0 0,1 0 0,0 0 0,1 0 0,1 0 0,-1-1-1,2 0 1,-1 1 0,1-1 0,1-1 0,0 1 0,0-1 0,1 0 0,0 0 0,1-1 0,-1 0-1,2 0 1,-1-1 0,1 0 0,9 5-4,1-6 13,-1-1 0,1-1 0,1-1 0,-1 0 1,0-2-1,1 0 0,-1-1 0,1-1 0,-1 0 0,0-2 0,1 0 0,-1-2 0,-1 0 0,1-1 0,16-7-13,5-8-76,-1-1 1,-1-2-1,-1-1 0,-1-2 0,-1-2 0,-2-1 0,7-10 76,31-35-1291</inkml:trace>
  <inkml:trace contextRef="#ctx0" brushRef="#br0" timeOffset="35261.908">15864 7219 27278,'0'0'2008,"0"0"-1416,-15-20-394,-102-118 382,107 127-558,-1 1-1,-1-1 1,0 2 0,0-1-1,-1 2 1,0 0 0,-1 0-1,1 1 1,-1 1-1,-1 1 1,1 0 0,-1 0-1,0 1 1,0 1 0,0 1-1,-1 0 1,1 1 0,0 1-1,-1 0 1,1 1 0,0 1-1,-1 0 1,1 1 0,0 0-1,0 2 1,1 0 0,-1 0-1,1 1 1,-6 4-22,-2 8 4,1 0-1,0 2 1,2 0-1,0 1 1,1 1-1,1 1 1,1 1-1,1 0 1,2 0 0,0 2-1,2 0 1,0 0-1,2 1 1,1 0-1,1 0 1,1 1-1,2 0 1,1 0 0,1 1-1,1-1 1,1 1-4,0-23 1,0 0 0,0 0 0,0-1 0,1 1 0,0 0 0,0-1 0,0 1 0,1-1 0,0 1 0,0-1 0,0 0 0,0 1 0,1-1 0,0 0 0,0-1 0,1 1 0,-1-1 0,1 1 0,0-1 0,0 0 0,0 0 0,1-1 0,0 1 0,-1-1 0,1 0 0,0 0 0,0-1 0,1 1 0,2 0-1,10 4 3,0 0 0,0-1 0,1-1 0,-1-1 0,1-1 0,0 0 0,1-1 0,-1-2 0,0 1 0,0-2 0,0-1 0,0 0 0,0-2 0,0 0 0,0-1 0,-1 0 0,0-2 0,0 0 0,6-5-3,183-107-701,-122 59-885</inkml:trace>
  <inkml:trace contextRef="#ctx0" brushRef="#br0" timeOffset="35545.672">16309 7132 29230,'0'0'704,"0"0"-119,194 2-57,-100-2-88,10 0-192,20 0-248,44 0-8,-25 0-528,-16 0-1425</inkml:trace>
  <inkml:trace contextRef="#ctx0" brushRef="#br0" timeOffset="35824.488">18339 7171 27430,'0'0'2536,"0"0"-1694,0-21-391,0-1-303,-18-117 692,10 117-790,-2 1 0,0 1 0,-1 0 0,-1 0-1,-1 1 1,-1 0 0,-1 1 0,0 1 0,-16-14-50,22 24-1,1-1-1,-1 1 0,-1 1 1,1 0-1,-1 0 1,0 0-1,0 2 1,-1-1-1,0 1 1,1 1-1,-1 0 1,-1 0-1,1 1 1,0 1-1,0 0 1,-1 0-1,1 1 1,-1 0-1,1 1 1,-10 2 1,7 4-1,0-1 1,1 2-1,0 0 1,0 0-1,1 1 0,0 1 1,1 0-1,0 1 1,0 0-1,1 0 1,1 1-1,0 1 1,1-1-1,0 1 1,0 1-1,2 0 1,0 0-1,0 0 1,1 0-1,1 1 0,1 0 1,0 0-1,1 0 1,0 0-1,1 11 1,-2-9-3,2 1-1,0 0 0,1 0 1,0 0-1,2-1 0,0 1 1,1 0-1,1-1 0,0 0 0,1 0 1,1 0-1,1 0 0,1-1 1,0 0-1,1-1 0,0 0 1,8 9 3,6 1-198,1-1 0,2 0 0,0-2 0,1-2 0,1 0 0,1-2 0,1-1 0,6 2 198,-10-5-546,34 21-2076</inkml:trace>
  <inkml:trace contextRef="#ctx0" brushRef="#br0" timeOffset="36058.55">15551 9056 29430,'-37'126'752,"-4"28"-375,-8 24-153,8-10 224,6-8-120,15-3-160,8-30-112,12-32-56,12-16-104,15-36-496,3-14-1569</inkml:trace>
  <inkml:trace contextRef="#ctx0" brushRef="#br0" timeOffset="36384.549">16019 9682 30286,'0'0'801,"0"0"-657,129 2-96,-26-2-8,36-2 0,33-19-40,1-10-104,-44 6-1129,-39 0-2447</inkml:trace>
  <inkml:trace contextRef="#ctx0" brushRef="#br0" timeOffset="36635.437">18097 8913 29958,'0'0'1825,"-46"162"-1641,9-15-144,0 35 16,7 13 240,18-6-176,12-17-120,17-25-360,6-49-1409,-5-34-1255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4:37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1852 22085,'0'0'5377,"0"0"-3191,-21 19-1274,-66 57-221,66-62-332,17-21-2,5-9-281,1 0 0,1 0 0,0 0 0,0 0-1,2 1 1,0 0 0,1 0 0,0 0 0,2 1 0,1-4-76,-3 6 14,428-848 13,-304 614-27,9 5 0,16 0 0,-29 91 0,-123 147 0,1 0 0,-1 0 0,1 1 0,0-1 0,0 1 0,0-1 0,0 1 0,0 0 0,0 1 0,1-1 0,-1 1 0,0 0 0,1 0 0,-1 0 0,1 0 0,-1 1 0,1 0 0,0 0 0,-1 0 0,1 1 0,-1-1 0,1 1 0,-1 0 0,1 0 0,-1 1 0,0-1 0,0 1 0,1 0 0,-1 0 0,0 1 0,-1-1 0,1 1 0,0 0 0,-1 0 0,1 0 0,-1 0 0,0 0 0,0 1 0,0 0 0,-1-1 0,1 1 0,-1 0 0,0 0 0,0 0 0,-1 1 0,1-1 0,-1 0 0,1 3 0,17 50 0,-2 0 0,-3 2 0,-2-1 0,1 41 0,-9-74 0,21 159 0,-16-81 0,5-1 0,4-1 0,5 0 0,4-1 0,4-2 0,5-1 0,6 3 0,-41-98 0,42 63 0,-42-64 0,1 0 0,-1 1 0,0-1 0,0 0 0,1 0 0,-1 0 0,0 0 0,1 0 0,-1 0 0,1 0 0,-1-1 0,1 1 0,0-1 0,-1 1 0,1-1 0,0 1 0,-1-1 0,1 0 0,0 0 0,-1 0 0,1 0 0,0 0 0,-1 0 0,1 0 0,0-1 0,-1 1 0,1 0 0,0-1 0,-1 0 0,1 1 0,-1-1 0,1 0 0,-1 0 0,1 0 0,-1 0 0,0 0 0,1 0 0,-1 0 0,0 0 0,0 0 0,0-1 0,0 1 0,0-1 0,0 1 0,92-191 0,-88 180 0,135-304 0,152-247 0,-189 425 0,-101 136 0,1 0 0,-1 0 0,1 0 0,0 0 0,0 0 0,0 1 0,-1-1 0,2 1 0,-1 0 0,0 0 0,0 0 0,0 0 0,0 1 0,1-1 0,-1 1 0,0 0 0,0 0 0,1 0 0,-1 0 0,0 0 0,1 1 0,-1-1 0,0 1 0,0 0 0,0 0 0,0 1 0,0-1 0,0 0 0,0 1 0,0 0 0,0 0 0,-1 0 0,1 0 0,-1 0 0,1 0 0,-1 1 0,0-1 0,0 1 0,2 2 0,7 17 0,0 1 0,-1 1 0,-2 0 0,0 0 0,-1 1 0,-2 0 0,-1 0 0,0 0 0,-1 20 0,11 156 0,-12 179 0,-1-29 0,0-342 0,-2 2 0,1 0 0,0 0 0,1-1 0,1 1 0,0 0 0,0-1 0,1 0 0,0 1 0,1-1 0,0 0 0,0-1 0,1 1 0,1 0 0,108 119-293,-51-80-1174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4:3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1034 605 29502,'-6'-74'454,"2"0"-157,-4 0 0,-3 1 0,-3 0 0,-17-51-297,30 119 35,0-1 0,-1 0-1,0 1 1,0-1 0,0 1 0,0 0 0,-1-1 0,0 1-1,0 0 1,-1 1 0,1-1 0,-1 1 0,0-1 0,0 1-1,0 0 1,-1 1 0,1-1 0,-1 1 0,0 0 0,0 0-1,0 0 1,-1 1 0,1-1 0,-1 2 0,1-1 0,-1 0-1,0 1 1,1 0 0,-1 0 0,0 1 0,0 0 0,0 0-1,1 0 1,-1 1 0,0-1 0,0 1 0,1 1-1,-1-1 1,0 1 0,1 0 0,0 0 0,-1 1 0,-3 2-35,-30 19 12,1 2 1,1 2 0,1 1-1,1 2 1,2 1 0,-22 29-13,4-9 4,2 1 0,2 3 0,3 2 0,3 1 0,2 3 0,3 1 0,2 1 1,4 2-1,2 1 0,4 1 0,2 2 0,-1 18-4,16-43-2,1 1 1,3 0-1,2 0 1,1 0-1,7 44 2,-4-77 0,-1 0 1,2 0-1,0 0 0,1 0 1,0-1-1,0 0 0,2 0 1,-1 0-1,1 0 0,1-1 1,0-1-1,1 1 0,0-1 1,1-1-1,0 0 0,0 0 1,1-1-1,0 0 0,0-1 1,1 0-1,0-1 0,0 0 1,0-1-1,10 3 0,3 1 0,1-2 0,0 0 0,0-2 0,0-1 0,1-1 0,-1-1 0,1-2 0,0 0 0,-1-2 0,1-1 0,-1-1 0,0-1 0,0-1 0,0-1 0,16-8 0,7-13 0,-2-2 0,-1-1 0,-1-3 0,-2-2 0,-2-1 0,-1-2 0,-2-2 0,3-8 0,149-195 0,-181 228-212,0 0 1,-1 0-1,-1-1 0,0 0 0,-2 0 1,0-1-1,0 0 0,-2 0 1,0 0-1,-1 0 0,-1 0 0,-1-1 212,1-45-4244</inkml:trace>
  <inkml:trace contextRef="#ctx0" brushRef="#br0" timeOffset="248.159">580 1100 30238,'0'0'1145,"0"0"-1001,0 0 104,90 162 176,-21-90 48,14 11-376,23 19-96,14 22 0,-1 24 0,-15-3 0,-37-40-808,-33-36-2345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4:4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27 2168,'0'0'24998,"0"0"-23990,0 0-176,0 0-200,0 0-80,0 0-239,-53-27-73,63 50 120,6 8-112,-5 4-32,-2 7-32,-4 5-104,-5 11-48,0 7-32,0 32-256,-12-12-632,-4-14-1961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4:2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1498 1 29366,'0'0'870,"0"0"-313,0 0-265,0 0-92,0 0 98,-14 29 97,-114 276 102,54-101-340,-29 69-89,13 4-1,-47 254-67,122-435-174,4 1 0,4 0 1,4 76 173,8-96-1657,6-39-1998</inkml:trace>
  <inkml:trace contextRef="#ctx0" brushRef="#br0" timeOffset="1315.542">3305 1601 29414,'0'0'960,"0"0"-695,0 0 71,0 0 88,0 0-88,69 137-88,-44-102-168,3 0-64,11 7-16,-7-9-584,-9-16-3417</inkml:trace>
  <inkml:trace contextRef="#ctx0" brushRef="#br0" timeOffset="1893.301">6150 1124 26982,'0'0'2208,"0"0"-1354,0 0-405,0 0-99,-2-20 4,-1-137 96,1-31-190,0 182-256,1 0 0,-1-1 0,0 1 0,0 0-1,-1 0 1,0 1 0,0-1 0,0 0 0,-1 1-1,0 0 1,0 0 0,0 0 0,0 0-1,-1 1 1,0-1 0,0 1 0,0 0 0,0 1-1,-1-1 1,0 1 0,1 0 0,-1 1 0,0-1-1,0 1 1,-1 0 0,1 1 0,0 0-1,-2-1-2,-6 1 0,0 1 1,-1 0 0,1 1 0,0 1 0,0 0 0,0 0 0,1 2 0,-1-1 0,1 2 0,-1 0 0,1 1 0,1 0-1,-1 1 1,1 0 0,0 1 0,-1 1-2,-46 34 5,3 3 0,1 2 0,3 2 0,1 3-1,4 1 1,1 3 0,3 2 0,-6 15-5,31-48 16,1 2 1,1 0-1,1 1 0,2 0 1,1 1-1,1 1 1,-6 30-17,16-56 10,0-1 1,0 1-1,0 0 1,1 0 0,0 0-1,0-1 1,0 1-1,0 0 1,1 0 0,0 0-1,0-1 1,0 1-1,1 0 1,-1-1 0,1 1-1,0-1 1,0 0-1,1 0 1,-1 0-1,1 0 1,0 0 0,0 0-1,0-1 1,1 1-1,-1-1 1,1 0 0,0 0-1,0 0 1,0 0-1,0-1 1,0 0 0,1 0-1,-1 0 1,1 0-1,-1-1 1,1 0 0,1 1-11,27 5 12,1 0 1,0-2 0,0-2-1,0-1 1,0-2 0,0-1-1,1-1 1,-1-3 0,-1 0-1,1-2 1,-1-2 0,0-1-1,-1-1 1,28-14-13,-15 6 0,0-2 0,-2-2 0,-1-1 0,-1-2 0,-1-3 0,-1 0 0,-2-3 0,14-15 0,111-123-544,-89 85-1441</inkml:trace>
  <inkml:trace contextRef="#ctx0" brushRef="#br0" timeOffset="2253.039">8371 388 2393,'-58'125'26589,"-11"38"-25012,-16 32-1041,-1 4-88,13-18-64,6 1-208,25 1-112,26-13-64,16-40-360,3-43-1209,15-47-17867</inkml:trace>
  <inkml:trace contextRef="#ctx0" brushRef="#br0" timeOffset="2596.106">10396 401 28998,'-77'145'1120,"-15"31"-311,-14 29-409,12-8-168,22-25-112,26 0-80,28-10-40,18-31-240,5-44-1081,13-52-8073</inkml:trace>
  <inkml:trace contextRef="#ctx0" brushRef="#br0" timeOffset="2954.381">12469 788 30374,'0'0'953,"0"0"-547,-13-22-259,-95-142 160,101 153-299,-1 0 0,0 0 0,0 1 1,-1 0-1,0 1 0,-1 0 0,0 0 0,0 1 0,-1 0 0,0 1 1,-1 0-1,1 1 0,-1 1 0,0-1 0,-1 2 0,1 0 1,-1 0-1,0 1 0,0 1 0,0 0 0,0 1 0,0 0 0,-1 1 1,1 1-1,0 0 0,-10 2-8,4 6 0,1 1 0,0 1 0,0 0 0,1 2 0,1 0 0,0 0 0,0 2 0,2 0 0,0 1 0,0 0 0,2 1 0,0 0 0,1 1 0,-16 24 0,2 1 1,2 1 0,2 1-1,2 1 1,2 1-1,2 0 1,2 1-1,2 1 1,2 0-1,2 0 1,3 1 0,2 3-1,0-40 0,0 0 1,1 0-1,1 1 1,0-1 0,1 1-1,0-1 1,1 0 0,1 0-1,0 0 1,1 0-1,0 0 1,1 0 0,0-1-1,1 0 1,0 0-1,1-1 1,1 0 0,-1 0-1,2 0 1,0-1 0,0 0-1,0-1 1,1 0-1,1-1 1,0 0 0,0 0-1,0-1 1,13 5-1,10-1 1,1-2 0,1-2 0,-1-1 0,1-2 1,1-1-1,-1-2 0,29-2-1,-25 1 1,0-2 1,0-2-1,-1-1 0,1-3 1,-1 0-1,-1-3 0,0-1 1,0-2-1,-1-1 0,-1-3 1,-1 0-1,2-4-1,-21 14-4,-1 0-1,0-2 1,0 0-1,-1 0 1,-1-1-1,1-1 1,-2 0 0,0-1-1,0-1 1,-1 1-1,-1-2 1,0 1-1,-1-2 1,-1 1 0,0-1-1,-1 0 1,-1-1-1,0 1 1,-1-6 4,-1-193-920,-20 113-701</inkml:trace>
  <inkml:trace contextRef="#ctx0" brushRef="#br0" timeOffset="3748.24">1 3585 28438,'0'0'816,"23"0"-476,208-20 324,836-161 635,119 35-1299,-248 96-18,320 47 18,399 73-4,-857-29 6,2737 29 53,-1693-196-135,-1527 96-88,-101 8-375,-76 4-3295,-31 0-9514</inkml:trace>
  <inkml:trace contextRef="#ctx0" brushRef="#br0" timeOffset="4012.29">14968 3770 28590,'0'0'0,"0"0"-15899</inkml:trace>
  <inkml:trace contextRef="#ctx0" brushRef="#br0" timeOffset="7730.166">4595 2783 11562,'0'0'5523,"0"0"-3082,0 0-633,-21-2-294,-62-8-653,80 9-799,0 0-1,0 0 1,0 0 0,0 0-1,1 0 1,-1-1 0,1 0-1,-1 1 1,1-1-1,-1 0 1,1 0 0,0 0-1,0-1 1,0 1 0,0 0-1,0-1 1,1 0-1,-1 1 1,1-1 0,0 0-1,0 1 1,0-1 0,0 0-1,0 0 1,0 0 0,1 0-1,-1 0 1,1 0-1,0-1-61,-7-20 2205,32 62 1970,36 64-3995,31 123 75,-69-161-219,2-2 0,2 0-1,4-2 1,30 44-36,-53-91 5,1-1 0,1 0 1,0-1-1,0 0 0,1-1 1,1 0-1,0-1 0,0 0 1,1-1-1,0 0 0,0-1 1,1-1-1,-1 0 0,2 0 1,-1-2-1,0 0 0,1 0 1,0-1-1,0-1 0,3 0-5,56-3 5,0-3 1,0-3-1,0-3 0,-1-4 0,0-3 0,-1-2 1,-2-4-1,0-3 0,30-18-5,724-325 0,-708 324 2,2 4 1,1 6-1,2 5 0,1 6 0,1 4 1,1 7-1,3 4-2,-94 7-1,1 1 1,0 2-1,-1 2 1,1 0-1,-1 3 0,0 0 1,0 2-1,-1 2 0,0 1 1,0 1-1,-2 2 1,1 1-1,6 6 1,1 11 1,-2 0 0,-2 3 0,-1 1 0,-1 1-1,-2 1 1,-2 2 0,-2 1 0,-1 1 0,-3 1 0,-1 1 0,-2 1 0,7 31-1,8 36 19,-6 2 0,-4 2 0,-6 0 0,-4 1 0,-6 0 0,-5 1 0,-6 29-19,7 68 8,2-166-8,-6-48 0,0-1 0,0 1 0,0 0 0,0 0 0,0-1 0,1 1 0,-1 0 0,0 0 0,0-1 0,1 1 0,-1 0 0,0-1 0,1 1 0,-1 0 0,1-1 0,-1 1 0,0 0 0,1-1 0,0 1 0,-1-1 0,1 1 0,-1-1 0,1 1 0,0-1 0,-1 0 0,1 1 0,0-1 0,-1 0 0,1 1 0,0-1 0,0 0 0,-1 0 0,1 0 0,0 0 0,0 0 0,-1 0 0,1 0 0,0 0 0,0 0 0,-1 0 0,1 0 0,0 0 0,0 0 0,-1 0 0,1-1 0,0 1 0,-1 0 0,1-1 0,0 1 0,-1-1 0,1 1 0,0 0 0,-1-1 0,1 1 0,-1-1 0,1 0 0,-1 1 0,1-1 0,-1 1 0,1-1 0,-1 0 0,1 0 0,108-175 0,-85 136 0,42-86 0,5 3 0,6 4 0,5 2 0,5 5 0,5 3 0,4 5 0,89-74 0,-129 135 0,1 1 0,3 3 0,1 3 0,2 2 0,1 4 0,1 2 0,1 3 0,2 2 0,0 4 0,1 3 0,64-6 0,-66 15 0,0 3 0,0 3 0,0 3 0,0 3 0,0 3 0,0 2 0,41 14 0,73 37 0,-3 7 0,57 36 0,234 90 0,-391-166 0,1-4 0,2-3 0,0-3 0,1-4 0,0-4 0,1-3 0,0-4 0,0-3 0,1-4 0,-2-4 0,1-3 0,-2-4 0,0-4 0,44-16 0,-18-7 0,-2-4 0,-1-4 0,-4-5 0,-1-5 0,-4-3 0,-2-5 0,-3-4 0,-4-3 0,62-71 0,-117 113-14,-1-1 0,-2-2 0,-1 0 0,-2-2 1,-1-1-1,-3-1 0,-1-1 0,-2-1 0,-1 0 0,-3-1 0,-1-1 0,6-44 14,-16 9-833</inkml:trace>
  <inkml:trace contextRef="#ctx0" brushRef="#br0" timeOffset="19026.246">9232 146 25253,'0'0'3993,"0"0"-3177,0 0-439,-51 112-249,51-50-128,0-10-601,0-7-2975</inkml:trace>
  <inkml:trace contextRef="#ctx0" brushRef="#br0" timeOffset="19027.246">9223 1153 25365,'0'0'3713,"0"0"-3161,-39 160-496,25-85-56,0-11-3088</inkml:trace>
  <inkml:trace contextRef="#ctx0" brushRef="#br0" timeOffset="19275.578">9442 1837 25685,'0'0'3737,"0"0"-3305,-7 115-432,-5-55-584,3-13-1912,2-11-9283</inkml:trace>
  <inkml:trace contextRef="#ctx0" brushRef="#br0" timeOffset="19276.578">9393 2441 27822,'0'0'1968,"0"0"-1183,-48 110-425,39-63-160,9 14-200,0-16-288,9-8-2337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4:5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23581,'0'0'5329,"0"0"-4609,0 0-24,0 0-111,0 0-153,0 0-104,0 0 56,81 0-144,-7-8-72,9-5-40,4-1-64,-4 1-32,-7 5-32,-7 4 0,-11 4-80,-8 0-456,-15 0-976,-17 0-3778</inkml:trace>
  <inkml:trace contextRef="#ctx0" brushRef="#br0" timeOffset="255.731">431 1 12283,'0'0'17147,"0"0"-16371,-67 114-119,44-40-201,5 24-64,2 24-104,4-8-160,5-8-88,5-13-40,2 11-152,0-15-552,0-14-1961</inkml:trace>
  <inkml:trace contextRef="#ctx0" brushRef="#br0" timeOffset="821.531">1168 148 10642,'0'0'12938,"0"0"-8236,0 0-3428,0 0-520,0 0-167,0 0-200,14-10-147,-6 3-195,-5 4-33,-1 0 1,1 1-1,0-1 0,0 1 0,0-1 0,0 1 0,0 0 0,1 0 0,-1 1 0,1-1 0,-1 1 1,1 0-1,-1 0 0,1 0 0,0 0 0,0 0 0,-1 1 0,1 0 0,0 0 0,0 0 1,-1 0-1,1 0 0,0 1 0,0 0 0,-1 0 0,1 0 0,2 1-12,5 3 31,1 1-1,-1 0 1,-1 1-1,1 1 1,-1-1-1,0 2 0,-1-1 1,0 1-1,0 1 1,-1 0-1,0 0 1,-1 0-1,0 1 1,-1 0-1,0 0 1,-1 1-1,0 0 1,-1 0-1,0 0 1,1 7-31,-4 1 2,0-1 1,-2 1 0,0 0-1,-2 0 1,0 0 0,-1 0-1,0-1 1,-2 0 0,-1 0-1,0 0 1,-1-1 0,-1 0-1,-1-1 1,0 0 0,-1 0-1,-1-1 1,-12 13-3,-10 18-265,-2-1 0,-2-2 0,-2-2 1,-2-1-1,-23 16 265,37-40-1453,10-13-899</inkml:trace>
  <inkml:trace contextRef="#ctx0" brushRef="#br0" timeOffset="1112.142">1954 67 29518,'0'0'1047,"0"0"-564,0 0-66,-26 11 39,-172 94 113,153-71-539,2 2 1,2 1 0,1 2 0,2 2 0,2 2 0,2 1-1,1 1 1,3 2 0,-20 41-31,43-76 0,0-1 0,0 1 0,1-1 0,1 2 0,0-1 0,1 1 0,0-1 0,0 1 0,2 0 0,0 1 0,0-1 0,1 0 0,1 1 0,0-1 0,1 0 0,0 1 0,1-1 0,1 0 0,0 0 0,0 0 0,1-1 0,1 1 0,1-1 0,-1 0 0,2 0 0,0-1 0,0 0 0,6 7 0,7-4 0,0-2 0,0 0 0,1-2 0,1 0 0,0-1 0,0-1 0,1-1 0,0-1 0,0-1 0,0-1 0,1-2 0,-1 0 0,1-1 0,-1-1 0,13-2 0,199-24-2722,-158 0-8007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5:0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638 328 29694,'0'0'823,"0"0"-343,0 0-145,0-23-10,-1-80-65,2 95-248,0 0 0,-1 1 0,-1-1 0,1 0 0,-1 0 0,0 1 0,-1-1 0,0 0 0,0 1 0,0-1 0,-1 1 0,0 0 0,-1 0 0,0 0 0,0 1 0,0-1 0,-1 1 0,0 0 0,0 0 0,0 0 0,-1 1 0,0 0 0,0 0 0,0 1 0,-1-1 0,1 1 0,-1 0 0,0 1 0,0 0 0,-1 0 0,1 1 0,0 0 0,-1 0 0,0 0 0,1 1-1,-1 0 1,0 1 0,0 0 0,0 0 0,1 0 0,-1 1 0,0 0 0,1 1 0,-8 2-12,-7 4 4,1 0 0,0 2 1,1 0-1,0 2 0,1 0 0,0 1 0,1 1 0,1 0 0,0 2 0,0 0 0,2 0 0,0 2 0,1 0 0,1 0 0,1 2 1,0-1-1,-7 19-4,5-15 22,1 2 0,1 0 0,2 0 1,0 1-1,1 0 0,2 0 1,1 1-1,0 0 0,3 1 0,-1 18-22,3-37 1,1-1 1,1 1-1,0-1 0,0 0 0,0 1 0,1-1 0,0 0 0,1 0 0,0 0 0,0 0 1,1-1-1,0 1 0,0-1 0,1 0 0,0 0 0,0 0 0,0-1 0,1 0 0,0 0 1,0 0-1,1-1 0,-1 0 0,1 0 0,0-1 0,1 1 0,-1-2 0,1 1 0,0-1 1,0 0-1,6 1-1,-1-1 0,0 0-1,1-1 1,-1 0 0,1-1 0,-1 0 0,1-2 0,-1 1-1,1-2 1,-1 1 0,0-2 0,0 0 0,0-1 0,0 0 0,0-1-1,-1 0 1,1-1 0,-1 0 0,9-7 0,-3-1 0,1-1 0,-2 0 0,0-2 0,-1 0 0,-1-1 0,-1 0 0,0-1 0,9-17 0,-17 23-179,-1 0 0,0 0 0,-1-1 0,0 1 0,-1-1 0,0 0 0,-2 0 0,1 0 0,-2 0 0,0 0 0,0 0 0,-1 0 0,-3-13 179,-8-30-6299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5:01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7 519 23789,'0'0'4256,"0"0"-2847,0 0-797,0 0-29,0 0-95,0 0-94,-2-6-109,1 4-277,0 1 0,1 0 0,-1-1 0,1 1 0,-1 0 0,1-1 0,0 1 0,-1-1 0,1 1 0,0 0 0,0-1 0,0 1 1,0-1-1,0 1 0,1-1 0,-1 1 0,0 0 0,1-1 0,-1 1 0,1-1 0,-1 1 0,1 0 0,0 0 0,-1-1 0,1 1 0,0 0 0,0 0 0,0 0 0,0 0 0,0 0 0,0 0 0,0 0 0,0 0 0,0 0 0,1 0 0,-1 1 0,0-1 0,1 0 0,-1 1 0,0-1 0,1 1 0,-1 0 0,0-1 0,1 1 0,-1 0 0,1 0 0,-1 0 1,1 0-9,80-22 93,2 3 1,0 4 0,0 3 0,1 5 0,0 3 0,77 7-94,-160-3 2,27 0-7,-1 1-1,0 1 1,0 2 0,0 1-1,-1 1 1,1 1 0,7 5 5,31 10-2640,-63-21-972</inkml:trace>
  <inkml:trace contextRef="#ctx0" brushRef="#br0" timeOffset="270.902">620 1 25814,'0'0'3928,"0"0"-3424,0 0-95,-25 168-17,25-91 0,0 24-40,0 26-128,4 22-144,6 6-64,-3-26-16,2-36-168,2-22-392,1-30-745,-5-16-3264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7:03.56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5410 0 26366,'0'0'3096,"0"0"-2736,0 0-224,0 0-64,0 0 128,0 0 145,0 0-145,-26 98-128,26-55-72,-11 30-24,-3-9-681,-7-10-4280</inkml:trace>
  <inkml:trace contextRef="#ctx0" brushRef="#br0" timeOffset="-144402.633">2908 1651 28630,'0'0'907,"0"0"-155,0 0-189,-9-22-75,-43-127 375,-16-57-283,64 196-580,-1 1-1,0 0 0,-1 1 0,0-1 0,0 1 1,-1 0-1,0 1 0,-1 0 0,1 0 0,-1 0 0,0 1 1,-1 0-1,0 1 0,0 0 0,0 0 0,0 1 0,-1 0 1,0 0-1,0 1 0,0 1 1,-8-1 0,1 2 0,-1 0 0,0 1 0,0 0 0,0 2 0,0 0 0,1 1 0,-1 1 0,1 1 0,0 0 0,0 1 0,0 1 0,1 0 0,0 2 0,1-1 0,-2 3 0,-20 14 0,0 1 0,1 2 0,2 2 0,1 1 0,-25 31 0,30-28 0,1 1 0,2 1 0,1 1 0,3 1 0,0 2 0,3-1 0,1 2 0,2 1 0,2 0 0,1 0 0,3 1 0,1 1 0,3-1 0,1 1 0,2 0 0,4 43 0,-1-77 0,0-1 0,1 0 0,0 0 0,1 0 0,0 0 0,0-1 0,1 1 0,0-1 0,0 0 0,1 0 0,0 0 0,1 0 0,-1-1 0,2 0 0,-1 0 0,1-1 0,0 0 0,0 0 0,0 0 0,1-1 0,0 0 0,0-1 0,0 1 0,1-2 0,-1 1 0,3-1 0,9 4 0,0-1 0,0-1 0,1-1 0,-1-1 0,1 0 0,0-2 0,-1 0 0,1-2 0,0 0 0,0-1 0,4-2 0,9-7 0,0-1 0,0-2 0,-1-1 0,-1-2 0,-1-1 0,0-2 0,-1 0 0,-1-2 0,-2-1 0,0-2 0,7-9 0,201-245 1,-144 161-113,-56 76-720,-8 15-1226</inkml:trace>
  <inkml:trace contextRef="#ctx0" brushRef="#br0" timeOffset="-144109.328">4424 1313 30390,'0'0'689,"0"0"-457,0 0-120,0 0 304,-81 151 96,51-55-160,-7 42-288,-2 47-64,2 14 0,16-8 0,17-32 0,4-63-136,0-32-2056</inkml:trace>
  <inkml:trace contextRef="#ctx0" brushRef="#br0" timeOffset="-143671.178">6283 1354 29054,'0'0'1112,"0"0"-695,0 0 167,-21 123-80,-4-32-72,-10 37-112,-4 42-136,0 15-88,11-7-64,14-18-32,14-46 0,0-13-400,21-30-680,2-34-1625</inkml:trace>
  <inkml:trace contextRef="#ctx0" brushRef="#br0" timeOffset="-143298.721">8186 1846 30991,'0'0'556,"3"-22"-334,3-2-201,5-112 34,-13 127-49,0-1-1,-1 1 0,0 0 0,-1 0 0,0 1 0,0-1 0,-1 1 0,0 0 0,0 0 0,-1 0 0,0 1 0,-1 0 0,1 0 0,-1 0 0,-1 1 0,1 0 1,-1 1-1,0-1 0,0 2 0,-1-1 0,1 1 0,-1 0 0,-7-1-5,-2-2 1,0 2 1,0 0 0,-1 1-1,0 1 1,0 1-1,0 1 1,0 0-1,0 2 1,0 0-1,0 1 1,-15 3-2,-1 6 4,1 1 0,0 1 0,1 2 1,0 2-1,1 1 0,1 1 0,1 2 0,-6 6-4,-6 5 0,1 1 1,2 3-1,1 1 0,2 2 0,1 1 0,-11 20 0,31-38 2,1 0-1,1 0 1,0 2 0,2 0-1,1 0 1,1 1 0,1 0-1,1 0 1,1 1 0,1 0-1,1 0 1,2 0 0,1 0-1,0 2-1,2-22 4,0 0-1,0 0 0,0 0 0,0 0 1,1 0-1,0-1 0,1 1 1,-1-1-1,1 1 0,0-1 1,0 0-1,0 0 0,1 0 1,0 0-1,0-1 0,0 1 1,1-1-1,-1 0 0,1-1 1,0 1-1,0-1 0,0 0 1,1 0-1,-1 0 0,1-1 0,1 1-3,163 32 194,-116-32-153,-1-2 0,1-3 0,-1-1 0,0-4 0,0-1 0,0-3 0,-1-2 0,-1-2 0,0-3 0,-2-1 0,40-23-41,-35 12-225,-2-3 0,-1-2 0,-1-3 0,-2-1-1,32-36 226,-14 11-2027</inkml:trace>
  <inkml:trace contextRef="#ctx0" brushRef="#br0" timeOffset="-133614.593">7280 2762 21501,'0'0'5946,"0"0"-4343,0 0-1188,-19-1 13,-62-5 115,39-14 390,28 8 120,109-4-708,169-23-345,1 11 0,2 11 0,61 13 0,-270 5 0,-1 3 0,1 2 0,-1 3 0,0 2 0,-1 2 0,28 13 0,-83-26 0,0 0 0,-1-1 0,1 1 0,-1 0 0,1 0 0,0 0 0,-1 1 0,1-1 0,0 0 0,-1 0 0,1 0 0,-1 0 0,1 0 0,-1 1 0,1-1 0,0 0 0,-1 1 0,1-1 0,-1 0 0,1 1 0,-1-1 0,0 1 0,1-1 0,-1 0 0,1 1 0,-1-1 0,0 1 0,1-1 0,-1 1 0,0 0 0,1-1 0,-1 1 0,0-1 0,0 1 0,0-1 0,0 1 0,0 0 0,1-1 0,-1 1 0,0-1 0,0 1 0,0 0 0,-1-1 0,1 1 0,0-1 0,0 1 0,0 0 0,0-1 0,0 1 0,-1-1 0,1 1 0,0-1 0,-1 1 0,1 0 0,0-1 0,-1 1 0,-31 20 0,24-17 0,-47 24-45,-4-6-182</inkml:trace>
  <inkml:trace contextRef="#ctx0" brushRef="#br0" timeOffset="-128198.126">6384 5731 21381,'0'0'7785,"0"0"-7721,0 0-64,0 0-1208,-18 108-9498,15-96 5521</inkml:trace>
  <inkml:trace contextRef="#ctx0" brushRef="#br0" timeOffset="-128197.126">6380 6071 16011,'0'0'10387,"0"0"-8947,0 0-1440,0 0-1520,0 0-13388</inkml:trace>
  <inkml:trace contextRef="#ctx0" brushRef="#br0" timeOffset="-142892.466">2072 3144 29086,'0'0'763,"0"0"-267,39 13-40,155 43-22,35-31 40,1124-18 552,1875-6-994,-2105 41-81,-737-22-625,-170-12-1564</inkml:trace>
  <inkml:trace contextRef="#ctx0" brushRef="#br0" timeOffset="-130821.439">7495 4995 30374,'0'0'785,"0"0"-241,0 0-128,0 0-16,0 0-152,156-8-248,-68-1 0,8-1 0,4 2 0,-6-1 0,-4 5 0,-10 0 0,-13 4 0,-11 0 0,-17-2-248,-14-2-1112,-18-4-3089</inkml:trace>
  <inkml:trace contextRef="#ctx0" brushRef="#br0" timeOffset="-130539.453">8075 4363 29478,'0'0'1385,"0"0"-1057,-25 153 176,4-41 16,0 27-96,1 12-296,8-8-128,7-27 0,5-33 0,0-23 0,33-1-8,1-14-1048,-2-18-1857</inkml:trace>
  <inkml:trace contextRef="#ctx0" brushRef="#br0" timeOffset="-130228.728">9374 4854 27430,'0'0'3774,"0"0"-2743,-14-21-848,-92-130 133,101 142-315,-1 1 0,1 0 0,-2 0 0,1 0 0,-1 1 0,-1 0 0,1 0 0,-1 0 0,0 1 0,0 1 0,-1-1 0,0 2 0,0-1 0,0 1 0,-1 0 0,1 1 0,-1 0 0,0 0 0,0 1 1,0 1-1,0 0 0,0 0 0,0 1 0,0 0 0,0 0 0,0 1 0,0 1 0,0 0 0,0 0 0,0 1 0,1 0 0,-2 1-1,-3 6 0,0 1 0,0 0 0,1 1 0,1 1 0,0 0 0,1 0 0,0 2 0,1-1 0,-7 13 0,-5 13 0,2 0 0,2 1 0,1 1 0,3 0 0,1 1 0,2 1 0,2 0 0,2 0 0,2 1 0,1 0 0,3 15 0,0-52 0,0-1 0,1 0 0,0 0 0,0 0 0,1 1 0,0-1 0,0 0 0,0 0 0,1 0 0,0 0 0,0 0 0,1-1 0,0 1 0,0-1 0,1 1 0,0-1 0,0 0 0,0 0 0,1-1 0,-1 0 0,1 1 0,1-1 0,-1-1 0,4 3 0,5 1 0,0-1 0,0 0 0,1-1 0,0-1 0,1 0 0,-1-1 0,1 0 0,0-2 0,0 0 0,0 0 0,0-2 0,0 0 0,0 0 0,0-2 0,0 0 0,-1-1 0,1 0 0,-1-2 0,1 1 0,-1-2 0,0 0 0,-1-1 0,0 0 0,0-1 0,0-1 0,-1 0 0,0-1 0,8-9 0,-7 9 0,-1-1 0,-1 0 0,0-1 0,0 0 0,-2-1 0,1 0 0,-1 0 0,-1-1 0,-1-1 0,0 0 0,-1 0 0,0 0 0,-1-1 0,-1 0 0,-2 1-302,-1 0 1,-1 1-1,0-1 0,-1 0 1,-1 0-1,0 1 0,-1-1 0,0 1 1,-3-8 301,-27-37-7335</inkml:trace>
  <inkml:trace contextRef="#ctx0" brushRef="#br0" timeOffset="-128629.69">6280 3759 12395,'0'0'16275,"0"0"-15435,0 0-400,0 0 16,0 0-7,0 0-193,0 0-168,-11 102-48,13-63-40,-2 38-48,0-9-1233,0-3-9825</inkml:trace>
  <inkml:trace contextRef="#ctx0" brushRef="#br0" timeOffset="-128381.763">6280 5097 28710,'0'0'808,"0"0"-808,0 0-728,-20 114-3809,13-85-9314</inkml:trace>
  <inkml:trace contextRef="#ctx0" brushRef="#br0" timeOffset="-124756.591">4101 3380 10402,'0'0'4073,"0"0"7466,0 0-10275,0 0-312,0 0-56,0 0 48,0 0-239,-2 33-201,-3-12-200,3 8-160,2 6-144,-7 25-56,0-8-1160,-2-8-9083</inkml:trace>
  <inkml:trace contextRef="#ctx0" brushRef="#br0" timeOffset="-124496.259">4048 4278 29566,'0'0'1217,"0"0"-913,0 0-56,0 0-176,0 0-72,0 0-464,0 0-2145</inkml:trace>
  <inkml:trace contextRef="#ctx0" brushRef="#br0" timeOffset="-124495.259">4136 4898 6089,'0'0'22989,"0"0"-22189,0 0-800,-40 109-112,34-75-4121</inkml:trace>
  <inkml:trace contextRef="#ctx0" brushRef="#br0" timeOffset="-124229.915">4186 5435 25261,'0'0'4665,"0"0"-4040,0 0-313,0 0-176,0 0-136,0 0-496,0 0-3849</inkml:trace>
  <inkml:trace contextRef="#ctx0" brushRef="#br0" timeOffset="-121182.617">2118 2876 6225,'0'0'15740,"0"0"-10459,0 0-4337,0 0-96,0 0-48,0 0-191,0 0-33,-17-39-40,17 66-88,0 2-128,3 4-104,-1 2-112,0 9-104,10 20-32,-3-8-624,-2-8-1145</inkml:trace>
  <inkml:trace contextRef="#ctx0" brushRef="#br0" timeOffset="-120929.808">2111 3523 29478,'0'0'1393,"0"0"-953,0 0-128,0 0-144,-26 128-168,26-72-192,0-10-1257,0-7-11697</inkml:trace>
  <inkml:trace contextRef="#ctx0" brushRef="#br0" timeOffset="-120745.968">2097 4209 28646,'0'0'2401,"0"0"-1801,0 0-136,0 0-176,0 0-288,0 0-96,0 0-1200</inkml:trace>
  <inkml:trace contextRef="#ctx0" brushRef="#br0" timeOffset="-120012.433">512 5681 16331,'0'0'13739,"0"0"-13034,0 0-377,0 0-128,0 0 232,143-16-80,-56 7-160,8 3-88,1 0-40,-3 6-16,-6 0-16,-9 0-24,-11 4-8,-9 11 0,-14 3-104,-10-1-408,-13-5-632,-14-10-2145</inkml:trace>
  <inkml:trace contextRef="#ctx0" brushRef="#br0" timeOffset="-119727.867">901 5186 29814,'0'0'881,"0"0"-505,-53 149-96,42-66 184,8 23-40,3 20-120,0-8-176,3-14-96,6-11-16,0-18-16,5 12-160,-3 21-448,-1-27-912,-3-25-8147</inkml:trace>
  <inkml:trace contextRef="#ctx0" brushRef="#br0" timeOffset="-119179.03">1620 5542 22661,'0'0'4529,"0"0"-2678,0 0-1016,-9-19-200,-28-62-73,36 79-538,0 0 0,0 0 1,0 0-1,1 0 0,-1-1 0,1 1 0,-1 0 0,1 0 0,0-1 0,0 1 0,0 0 0,0-1 0,0 1 0,1 0 0,-1 0 0,1-1 0,-1 1 1,1 0-1,0 0 0,0 0 0,0 0 0,0 0 0,0 0 0,0 0 0,1 0 0,-1 0 0,0 1 0,1-1 0,0 0 0,-1 1 0,1-1 0,0 1 1,0 0-1,0 0 0,0 0 0,0 0 0,0 0 0,0 0 0,0 0 0,0 0 0,1 1 0,-1-1 0,0 1 0,0 0 0,1 0 0,-1 0 0,0 0 1,1 0-1,-1 0 0,0 0 0,0 1 0,2 0-24,4-2 41,17-4-15,1 2 1,-1 1 0,0 1 0,0 1-1,1 1 1,-1 2 0,0 0 0,0 1-1,0 2 1,-1 1 0,1 0 0,-2 2-1,1 1 1,-1 1 0,16 10-27,-33-17 0,0 1 0,-1 0 0,0 0 0,1 1 0,-1 0 0,-1-1 0,1 1 0,-1 1 0,0-1 0,-1 1 0,0-1 0,0 1 0,0 0 0,-1 0 0,0 1 0,0-1 0,0 0 0,-1 1 0,-1-1 0,1 1 0,-1-1 0,0 1 0,-1-1 0,0 1 0,0-1 0,0 0 0,-1 1 0,-1 2 0,-5 13 0,-1-1 0,-1-1 0,-1 0 0,0 0 0,-2-1 0,0 0 0,-1-1 0,-8 7 0,-56 60-351,-4-3 0,-4-4-1,-92 66 352,176-143-1427</inkml:trace>
  <inkml:trace contextRef="#ctx0" brushRef="#br0" timeOffset="-118915.882">2532 5345 7122,'0'0'19616,"0"0"-15153,-24 2-4032,4 0-349,5-2-2,-1 1 0,1 1 0,0 0-1,0 1 1,0 1 0,1 0 0,-1 1-1,1 1 1,-14 7-80,8-4 15,0 1-1,1 2 1,0 0-1,0 1 1,2 0 0,-1 2-1,2 0 1,0 1-1,1 1 1,0 0-1,2 1 1,0 0-1,1 1 1,0 1 0,2-1-1,1 2 1,0 0-1,1 0 1,2 0-1,0 1 1,1 0-1,1 0 1,1 5-15,3-21 0,1 1 0,0-1 0,0 1 0,1-1 0,0 0 0,0 1 0,1-1 0,-1 0 0,1 0 0,1-1 0,-1 1 0,1-1 0,0 1 0,0-1 0,0 0 0,1-1 0,0 1 0,0-1 0,0 0 0,0 0 0,1 0 0,-1-1 0,1 0 0,0 0 0,0-1 0,0 1 0,3 0 0,188 35 0,-109-31-76,0-3 1,0-4-1,0-4 0,0-3 0,24-9 76,15-14-1893</inkml:trace>
  <inkml:trace contextRef="#ctx0" brushRef="#br0" timeOffset="251.494">5389 1244 28718,'0'0'680,"0"0"-680,0 0-296,0 0-2072</inkml:trace>
  <inkml:trace contextRef="#ctx0" brushRef="#br0" timeOffset="501.724">5456 2117 27814,'0'0'568,"-21"141"-568,14-79-14211</inkml:trace>
  <inkml:trace contextRef="#ctx0" brushRef="#br0" timeOffset="502.724">5444 3056 29254,'0'0'640,"0"0"-480,0 0-112,0 0-32,-14 106-16,28-83-288,2-2-1464</inkml:trace>
  <inkml:trace contextRef="#ctx0" brushRef="#br0" timeOffset="674.123">5467 3821 28670,'0'0'792,"0"0"-520,0 0-272,-39 110-160,37-101-2992</inkml:trace>
  <inkml:trace contextRef="#ctx0" brushRef="#br1" timeOffset="19402.315">883 821 27582,'0'0'785,"0"0"-317,0 0 34,0 0 10,0 0-128,-2 30-62,-2 120 44,40 289 210,67 1096 281,-73-1244-837,-29-283-22,0 3 2,1 0-1,0 0 0,0 0 0,1 0 0,0-1 0,1 1 0,0-1 1,1 0-1,0 0 0,1 0 0,0 0 1,-6-9-8,1 0-1,-1-1 1,0 1 0,0 0 0,1-1 0,-1 1-1,0 0 1,1-1 0,-1 1 0,1 0-1,-1-1 1,1 1 0,-1-1 0,1 1 0,0-1-1,-1 1 1,1-1 0,-1 0 0,1 1-1,0-1 1,-1 0 0,1 1 0,0-1 0,0 0-1,-1 0 1,1 0 0,0 0 0,0 0-1,-1 0 1,1 0 0,0 0 0,0 0 0,-1 0-1,1 0 1,0 0 0,-1 0 0,1 0-1,0-1 1,0 1 0,-1 0 0,1-1 0,0 1-1,-1 0 1,1-1 0,-1 1 0,1-1-1,0 1 1,-1-1 0,1 1 0,-1-1 0,1 1-1,-1-1 1,0 0 0,1 1 0,-1-1-1,0 0 1,1 0 8,11-44-433,-12 44 431,7-72-1169,-6-15-1583</inkml:trace>
  <inkml:trace contextRef="#ctx0" brushRef="#br1" timeOffset="19792.345">876 359 29462,'0'0'655,"31"-2"-327,467-27 564,1432-87-273,-267 60-615,1236-7 26,-2579 67-25,0 14 1,-1 14 0,77 28-6,88 46-1579,-406-91-2267</inkml:trace>
  <inkml:trace contextRef="#ctx0" brushRef="#br1" timeOffset="20120.51">9301 251 29974,'0'0'534,"0"0"-313,0 26-89,-3 429 716,-28 722 210,-97 458-1058,113-1502 0,1-97-433,-3-30-4410,1-5-12486</inkml:trace>
  <inkml:trace contextRef="#ctx0" brushRef="#br1" timeOffset="20619.185">0 3931 18396,'23'3'7639,"250"25"-4506,-44-16-2377,300-10 1177,390-54-1933,1886-128 414,-770 172-569,-877 17-2904,-996-9-1665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7:37.612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1403 1197 28870,'0'0'758,"0"0"-446,20-1-147,-4 1-111,-5 0 2,0 0 0,0-1 0,0 0 0,-1-1 0,1 0 0,0 0 0,-1-2 0,1 1 0,-1-1 0,0 0 0,0-1 0,5-4-56,33-29 119,-1-3 1,-1-2 0,-3-2 0,-2-2-1,-2-2 1,-2-1 0,26-48-120,-34 56 34,36-49-41,-4-4 0,-5-2 1,-3-3-1,8-32 7,-49 102-25,-4 23 21,-8 151 26,-14 86 63,3-97-20,6 0 0,9 74-65,-4-199 7,0-1 0,1 0 1,0 0-1,1 1 0,-1-1 0,1 0 0,1 0 0,-1-1 0,1 1 1,0 0-1,1-1 0,0 0 0,0 0 0,0 0 0,0 0 0,1 0 1,0-1-1,0 0 0,1 0 0,0 0 0,0-1 0,0 0 0,0 0 1,0-1-1,1 1 0,-1-1 0,1-1 0,0 1 0,0-1 0,0 0 0,5 0-6,-6-2 5,0-1 1,0 1 0,0-1 0,0 0 0,0-1 0,0 1 0,0-1 0,0-1 0,-1 1 0,1-1 0,-1 0 0,0 0 0,1 0 0,-1-1 0,-1 1 0,1-1 0,-1-1 0,1 1 0,-1-1 0,0 1 0,-1-1 0,4-5-7,42-55 18,-3-3 0,-3-1 0,-2-2 0,-4-2 1,10-33-19,-1 5-59,-5-2 0,-4-2 0,-4-2 0,4-45 59,-32 135 12,-2 42 4,7 180 65,16 194 95,40 986 192,-61-1194-368,-9 1 0,-9-1 0,-7-1 0,-9-1 0,-13 20 0,-36-3 0,72-199 0,0 0 0,-1-1 0,0 0 0,0 0 0,0-1 0,-1 0 0,0 0 0,0-1 0,0 0 0,0 0 0,-1-1 0,1 0 0,-1-1 0,0 1 0,0-2 0,0 1 0,0-1 0,0-1 0,0 0 0,0 0 0,0 0 0,0-1 0,0-1 0,0 0 0,0 0 0,0 0 0,1-1 0,-1 0 0,1-1 0,0 0 0,0-1 0,0 1 0,-4-5 0,-9-10 0,0-1 0,2 0 0,1-2-1,0 0 1,2-1 0,0-1 0,2-1 0,0 0 0,2 0-1,1-1 1,1-1 0,1 0 0,2 0 0,0-1 0,2 0-1,0-11 1,-8-22-26,3-1 0,2 0 0,3 0 0,3 0 0,2 0 0,3-1 0,3 1 0,3 1 0,2-1-1,3 2 1,3 0 0,2 0 0,2 2 0,4 0 0,1 2 0,4 1 26,10-3-198,2 2 0,2 1-1,3 3 1,2 2 0,3 2 0,1 3 0,2 1 0,2 3 0,2 3-1,1 2 1,2 3 0,36-12 198,-1 0-4011</inkml:trace>
  <inkml:trace contextRef="#ctx0" brushRef="#br0" timeOffset="161.68">5079 872 29310,'0'0'876,"0"0"-295,-22 16-169,-146 96 224,72-63-512,-1-4 1,-91 27-125,94-39-11,2 5 0,2 3 0,-37 25 11,20 16 10,103-79-10,1 0 0,-1 1 1,1 0-1,0 0 0,0 0 1,0 0-1,0 0 0,1 1 1,0-1-1,0 1 0,0 0 0,0-1 1,1 1-1,0 0 0,0 0 1,0 0-1,0 0 0,1 0 0,0 0 1,0 0-1,0 0 0,1 0 1,0 0-1,0 0 0,0 1 0,4 1 5,0-1 0,0 0 0,1 0-1,0 0 1,0-1 0,0 0 0,1 0 0,-1 0 0,1-1-1,0 0 1,0 0 0,1-1 0,-1 0 0,1 0-1,0-1 1,0 0 0,0 0 0,7 0-5,443 88 167,-138-31-1062,-228-49-770</inkml:trace>
  <inkml:trace contextRef="#ctx0" brushRef="#br0" timeOffset="162.68">6427 1458 29678,'0'0'1066,"-4"-20"-633,-34-139-147,32 136-250,-1-1-1,-1 1 1,-1 0 0,-1 1 0,-1 0-1,-1 1 1,-1 0 0,0 0 0,-2 2 0,0 0-1,-1 1 1,-7-6-36,19 21 0,0 0 1,1 0-1,-1 1 1,0-1-1,-1 1 0,1 0 1,0 0-1,-1 1 0,1-1 1,-1 1-1,1 0 0,-1 0 1,0 0-1,1 1 0,-1-1 1,0 1-1,1 0 0,-1 1 1,0-1-1,0 1 0,1 0 1,-1 0-1,1 1 0,-1-1 1,1 1-1,0 0 0,-1 0 1,1 0-1,0 1 0,0-1 1,-2 3-1,-9 13 1,1 0 1,0 0-1,1 1 1,1 1-1,1 0 1,1 1-1,1 0 1,1 0-1,-4 15-1,-13 39 6,2 1-1,4 1 1,4 1-1,3 0 1,3 1-1,3 0 1,5 14-6,0-88 7,1 0 1,0 1-1,0-1 0,1 0 1,0 0-1,0 1 0,0-1 1,0 0-1,1 0 1,0 0-1,0 0 0,1-1 1,-1 1-1,1 0 0,0-1 1,0 0-1,0 0 1,1 0-1,-1 0 0,1 0 1,0-1-1,0 1 0,0-1 1,1 0-1,-1 0 1,1-1-1,0 1 0,0-1 1,-1 0-1,1-1 0,1 1 1,-1-1-1,0 0 1,2 0-8,4 1 17,0-1 0,1 0 0,-1-1 1,0-1-1,0 0 0,0 0 0,0-1 1,0 0-1,0-1 0,0 0 1,-1-1-1,1 0 0,-1-1 0,0 0 1,0 0-1,-1-1 0,4-4-17,146-134 46,-119 103-52,161-127-1153,-152 138-447</inkml:trace>
  <inkml:trace contextRef="#ctx0" brushRef="#br0" timeOffset="163.68">7015 2302 31575,'0'0'752,"0"0"-328,0 0-408,0 0-16,0 0 0,0 0-120,0 0-1848</inkml:trace>
  <inkml:trace contextRef="#ctx0" brushRef="#br0" timeOffset="11979.936">3144 2951 26446,'0'0'3183,"0"0"-2209,0 0-796,0 0-106,0 0 95,0 0 92,23 2-46,187-2 92,249-55-57,394-30-67,95 76-136,-462 11-46,-265-12-1330,124-25 1331,-307 30-2645</inkml:trace>
  <inkml:trace contextRef="#ctx0" brushRef="#br0" timeOffset="12244.73">7282 3355 32439,'0'0'328,"0"0"-328,0 0 0,0 0 0,0 0-640,0 0-3289</inkml:trace>
  <inkml:trace contextRef="#ctx0" brushRef="#br0" timeOffset="24020.95">18268 1 23005,'0'0'4353,"0"0"-3849,0 0-336,0 124-64,5-78-72,-5 16-32,0-8-632,0-8-5457</inkml:trace>
  <inkml:trace contextRef="#ctx0" brushRef="#br0" timeOffset="25020.254">18448 6793 29406,'0'0'1257,"0"0"-1105,0 0-136,0 0 0,-2 110 32,2-73-48,2 9-120,0 6-297,-2 20-343,0-12-1000,0-10-16916</inkml:trace>
  <inkml:trace contextRef="#ctx0" brushRef="#br0" timeOffset="13710.978">13894 753 24789,'0'0'4619,"0"0"-3219,0 0-1032,0 0-127,0 0 58,-6 10 41,-83 240 371,-79 356-711,1 134 0,132-507 0,39-234 0,58-78-1016,-23 27-1729</inkml:trace>
  <inkml:trace contextRef="#ctx0" brushRef="#br0" timeOffset="14672.692">14681 2026 25669,'0'0'1770,"0"0"-678,0 0-435,0 0-36,0 0-73,0 0-165,2 15-112,4 45-41,-7-58-207,0 0 1,0 0-1,0 1 0,0-1 0,0 0 0,0 0 0,-1 0 0,1 0 1,0 0-1,-1-1 0,0 1 0,1 0 0,-1-1 0,0 1 0,0-1 1,0 0-1,0 0 0,0 1 0,0-1 0,0 0 0,-1-1 0,1 1 1,0 0-1,-1-1 0,1 1 0,0-1 0,-1 0 0,1 0 0,0 0 1,-1 0-1,1 0 0,0 0 0,-1-1 0,-1 0-23,1 1 36,-1 1-17,-1-1 0,1 0 0,0 0 0,0-1 0,0 1 0,-1-1 0,1 0 0,0 0 0,0 0 0,0-1 0,0 1 0,0-1 0,1 0 0,-1 0 0,0 0 0,1-1 0,0 1 0,-1-1 0,1 0 0,0 0 0,0 0 0,1 0 0,-1-1 0,1 1 0,-1-1 0,1 1 0,0-1 0,1 0 0,-1 0 0,0 0 0,1 0 0,0 0 0,0 0 0,0 0 0,1 0 0,0-1 0,-1 0-19,57-18 0,44 13 0,-103 35 0,-3-18 0,-1-1 0,0 0 0,0 0 0,-1-1 0,0 0 0,0 0 0,0-1 0,0 0 0,-1 0 0,1-1 0,-1 0 0,0-1 0,0 0 0,0 0 0,0-1 0,-6 0 0,39-28-822,3 6-1941</inkml:trace>
  <inkml:trace contextRef="#ctx0" brushRef="#br0" timeOffset="15414.164">16981 1510 27350,'0'0'1794,"0"0"-837,0 0-370,0-19-87,-6-155 464,6 167-949,0-1-1,0 1 1,-1-1-1,0 1 1,0 0-1,-1 0 1,1-1-1,-2 1 0,1 0 1,-1 0-1,0 1 1,-1-1-1,0 1 1,0 0-1,0-1 1,0 2-1,-1-1 1,0 1-1,0-1 1,-1 1-1,0 1 1,0-1-1,0 1 1,0 0-1,0 0 1,-1 1-1,0 0 0,0 0 1,0 0-1,0 1 1,0 0-1,0 1 1,0-1-1,-1 1 1,1 1-1,0 0 1,-1 0-1,1 0 1,-1 1-1,1 0 1,-5 1-15,-6 6 1,0 1 1,1 1 0,0 1 0,0 0 0,1 1-1,1 1 1,0 0 0,1 1 0,0 1-1,1 0 1,0 1 0,-3 7-2,-3 0 0,0 1 0,2 1 0,0 1 0,2 0 0,1 1 0,1 0 0,1 2 0,1-1 0,2 1 0,1 0 0,2 1 0,0 0 0,2 0 0,1 0 0,2 17 0,2-43 0,0 0 0,1 0 0,0-1 0,0 1 0,0-1 0,0 1 0,1-1 0,-1 0 0,1 0 0,0 0 0,0 0 0,0 0 0,0-1 0,1 1 0,-1-1 0,1 0 0,-1 0 0,1 0 0,0 0 0,0-1 0,-1 0 0,1 1 0,0-1 0,0-1 0,1 1 0,-1-1 0,0 1 0,0-1 0,0 0 0,0-1 0,0 1 0,0-1 0,0 0 0,0 0 0,0 0 0,0 0 0,0-1 0,0 1 0,-1-1 0,1 0 0,0 0 0,-1-1 0,21-11 0,-1-1 0,0-1 0,-2-1 0,0-1 0,0 0 0,-2-2 0,-1 0 0,9-13 0,38-39-8,68-53-711,-77 76-722</inkml:trace>
  <inkml:trace contextRef="#ctx0" brushRef="#br0" timeOffset="15805.234">18089 1019 30519,'0'0'896,"0"0"-304,0 0-32,-93 164-360,57-73-200,-10 27 0,-7 29 0,4-12 0,12-29 0,14-36 0,14-32 0,2-3 0,7 0 0,0-4 0,5-18 0,57-26-8,-4-22-1616,4-13-5050</inkml:trace>
  <inkml:trace contextRef="#ctx0" brushRef="#br0" timeOffset="16054.085">19003 1222 31039,'0'0'824,"0"0"-352,0 0-72,-101 151-368,66-86-32,1 5 0,1 7 0,6 4 0,-1 0 0,7-1 0,19 8 0,2-22-896,0-21-176</inkml:trace>
  <inkml:trace contextRef="#ctx0" brushRef="#br0" timeOffset="16495.905">20224 1541 29342,'0'0'550,"1"-19"-310,1-168 507,-2 183-727,0 1 1,0-1-1,0 1 1,0-1 0,0 1-1,-1-1 1,0 0-1,0 1 1,0-1 0,0 1-1,0 0 1,0-1-1,-1 1 1,0 0 0,0 0-1,0 0 1,0 0-1,0 0 1,0 1 0,-1-1-1,1 0 1,-1 1-1,0 0 1,0 0 0,0 0-1,0 0 1,0 0-1,0 1 1,0-1 0,-1 1-1,1 0 1,-1 0-1,1 0 1,-1 0 0,1 0-1,-1 1 1,1 0-1,-2 0-20,-10 2 31,1 1-1,-1 0 1,1 1 0,0 1-1,0 0 1,0 1-1,0 0 1,1 1-1,1 1 1,-1 0-1,1 0 1,0 2-1,1-1 1,0 2-1,1-1 1,0 1-1,0 1 1,1 0 0,0 1-31,-31 36 50,3 2 0,2 1 1,2 2-1,2 1 1,3 1-1,-4 16-50,22-47 17,1 1 0,2-1 0,0 2-1,1-1 1,2 0 0,1 1 0,0 18-17,2-38 3,1-1 0,0 1 0,0-1 1,1 1-1,-1 0 0,1-1 0,1 1 0,-1-1 0,1 0 1,1 1-1,-1-1 0,1 0 0,0 0 0,0 0 1,0-1-1,1 1 0,0-1 0,0 0 0,1 0 1,-1 0-1,1-1 0,0 1 0,0-1 0,1 0 1,-1-1-1,1 1 0,0-1 0,0 0 0,0-1 0,0 1 1,0-1-1,1-1 0,0 1-3,8 0 1,0 0 0,0-2 0,-1 0-1,1 0 1,0-1 0,0-1 0,0-1 0,-1 0 0,1-1 0,-1 0-1,0-1 1,0-1 0,-1 0 0,0-1 0,0 0 0,0-1 0,-1 0 0,3-4-1,14-11-34,-1-1 0,-1-1 0,-2-2 1,0-1-1,-2 0 0,18-30 34,-19 24-446,-1-1 1,-2-1-1,-2-1 0,-1 0 0,-1-1 0,-3-1 1,3-17 445,-3-4-3863</inkml:trace>
  <inkml:trace contextRef="#ctx0" brushRef="#br0" timeOffset="22054.927">13633 3573 24925,'0'0'1093,"0"0"187,0 0-33,0 0-480,0 0-89,16 5 899,133-20-422,146 36-1110,725-1-45,-34-37 0,-446-5 0,999-22 0,-375 45 0,-745 23 0,-1 19 0,10 19 0,-370-53 0,40-3-1290,-95-6-261</inkml:trace>
  <inkml:trace contextRef="#ctx0" brushRef="#br0" timeOffset="24291.407">18273 909 26694,'0'0'792,"0"0"-400,0 135-272,0-77-120,9 21-8,0-15-768,3-6-3377</inkml:trace>
  <inkml:trace contextRef="#ctx0" brushRef="#br0" timeOffset="24541.154">18354 2584 10642,'0'0'7191,"0"21"-2563,4 319 2603,-3-179-5685,-2 184-6476,-1-275-4902</inkml:trace>
  <inkml:trace contextRef="#ctx0" brushRef="#br0" timeOffset="24727.036">18347 3722 9442,'0'0'2801,"0"0"6489,-5 127-3897,5-73-4921,0 0-112,0-2 96,0 1-152,2 3-192,3 2-64,0 1-40,-3-1 496,2 0-504,1 12-120,-3-12-1048,1-10-3321</inkml:trace>
  <inkml:trace contextRef="#ctx0" brushRef="#br0" timeOffset="24728.036">18390 5180 25597,'0'0'0,"0"124"-1136,0-70 728</inkml:trace>
  <inkml:trace contextRef="#ctx0" brushRef="#br0" timeOffset="28185.565">13730 6053 25589,'0'0'3713,"0"0"-2603,0 0-683,0 0 33,0 0 17,-10-5-147,-52-44 119,58 42-444,0 1 1,-1 0-1,0 0 1,0 0-1,0 0 1,-1 1-1,0 0 0,0 0 1,0 1-1,-1 0 1,1 0-1,-1 0 1,0 1-1,0 0 1,0 0-1,-1 1 0,1 0 1,0 0-1,-1 1 1,0 0-1,1 0 1,-1 0-1,0 1 0,1 1 1,-1-1-1,0 1 1,1 0-1,-1 1 1,1 0-1,-1 0 1,1 1-1,0 0 0,0 0 1,0 0-1,0 1 1,1 0-1,-1 0 1,1 1-1,0 1-5,-13 10 0,2 0 0,0 2 0,2 0 0,0 1 0,0 0 0,2 1 0,1 1 0,0 0 0,2 1 0,0 0 0,1 0 0,2 1 0,-4 15 0,-2 22 0,2 2 0,3-1 0,3 1 0,2 39 0,1-84 0,1-1 0,0 1 0,2-1 0,0 0 0,1 1 0,0-1 0,2 0 0,0 0 0,0 0 0,2 0 0,0-1 0,0 0 0,2 0 0,0 0 0,0-1 0,1-1 0,1 1 0,1-1 0,-1-3 0,0 0 0,0 0 0,1-1 0,1-1 0,-1 0 0,1-1 0,1 0 0,-1 0 0,1-2 0,0 1 0,1-2 0,-1 0 0,1 0 0,0-1 0,0-1 0,0 0 0,0-1 0,0-1 0,0 0 0,0-1 0,0 0 0,0-1 0,0-1 0,0 0 0,8-4 0,4-4 0,-1-2 0,0-1 0,-1-1 0,0-2 0,-1 0 0,-1-1 0,-1-1 0,-1-1 0,0-1 0,-1 0 0,-2-2 0,0 0 0,-2-1 0,0 0 0,-2-1 0,4-10 0,-4 5 0,0 0 0,-3 0 0,0-1 0,-2 0 0,-1-1 0,-2 0 0,-1 0 0,-1 0 0,-2-1 0,-3-26 0,3 55-10,-2 0-1,1-1 1,0 1-1,-1 0 1,0-1 0,0 1-1,0 0 1,0 0-1,-1 0 1,0 0 0,1 0-1,-2 0 1,1 1-1,0-1 1,-1 1-1,1-1 1,-1 1 0,0 0-1,0 0 1,-1 0-1,1 0 1,0 1 0,-1-1-1,0 1 1,1 0-1,-1 0 1,0 0 0,0 1-1,0-1 1,0 1-1,-1 0 1,1 0 0,0 1-1,0-1 1,-1 1-1,1 0 1,0 0 0,-1 0-1,1 0 1,0 1-1,-3 1 11,-19 1-1717</inkml:trace>
  <inkml:trace contextRef="#ctx0" brushRef="#br0" timeOffset="29954.423">16322 5719 29590,'0'0'911,"0"0"-271,0 0-218,0 0-27,-10 28-9,-107 378 37,-2 37-423,104-269 0,15-174 0,0 1 0,0 0 0,0 0 0,0 0-1,1 0 1,-1 0 0,0 0 0,0 0 0,1 0 0,-1 0 0,0-1 0,1 1 0,-1 0-1,1 0 1,-1 0 0,1-1 0,-1 1 0,1 0 0,0-1 0,-1 1 0,1 0 0,0-1-1,-1 1 1,1-1 0,0 1 0,0-1 0,0 1 0,-1-1 0,1 0 0,0 1-1,0-1 1,0 0 0,0 0 0,0 0 0,0 0 0,0 1 0,0-1 0,0 0 0,-1-1-1,1 1 1,0 0 0,0 0 0,0 0 0,0 0 0,0-1 0,0 1 0,0 0 0,-1-1-1,1 1 1,0-1 0,0 1 0,0-1 0,50-27-422,-5-9-1078</inkml:trace>
  <inkml:trace contextRef="#ctx0" brushRef="#br0" timeOffset="30384.181">17331 6237 31079,'0'0'637,"0"0"-250,0-21-99,-2-127 87,1 141-375,0 0 0,-1 0 0,0 0 0,0 1 0,0-1 0,-1 1 0,0 0 0,-1-1 0,1 1 0,-1 1 0,0-1 0,-1 0 0,1 1 0,-1 0 0,0 0 0,0 1 0,-1-1 0,1 1 0,-1 0 0,0 0 0,0 1 0,0 0 0,-1 0 0,1 0 0,-1 1 0,0 0 0,1 0 0,-1 1 1,0 0-1,0 0 0,0 1 0,0-1 0,0 2 0,0-1 0,0 1 0,0 0 0,0 0 0,0 1 0,1 0 0,-1 0 0,0 0 0,1 1 0,0 0 0,0 1 0,-6 3 0,-9 8 0,1 2 0,0 1 0,2 0 0,0 1 0,1 1 0,1 1 0,0 0 0,2 1 0,1 1 0,0 0 0,2 0 0,1 1 0,-5 16 0,8-18 0,1 0 0,1 1 0,1-1 0,1 1 0,1 0 0,1 0 0,1 0 0,1 0 0,2 9 0,-1-25 0,0-1 0,0 0 0,0 0 0,0 0 0,1 0 0,0 0 0,1-1 0,-1 1 0,1-1 0,0 0 0,0 0 0,1 0 0,-1 0 0,1-1 0,0 0 0,0 0 0,1 0 0,-1-1 0,1 0 0,0 0 0,0 0 0,0 0 0,0-1 0,0 0 0,0-1 0,1 1 0,-1-1 0,1 0 0,-1-1 0,1 0 0,-1 0 0,1 0 0,-1-1 0,1 0 0,-1 0 0,0 0 0,1-1 0,-1 0 0,0 0 0,0-1 0,0 0 0,0 0 0,-1 0 0,1 0 0,3-4 0,22-17 0,0-2 0,-1-1 0,-2-1 0,-1-1 0,16-23 0,-4 7 0,25-27-257,-9 4-1030</inkml:trace>
  <inkml:trace contextRef="#ctx0" brushRef="#br0" timeOffset="30980.883">19457 5617 29126,'0'0'936,"0"0"-263,0 0-249,0 0 136,-37 154-16,16-57-56,-6 34-472,-8 29-16,1 3 0,6-28 0,12-39 0,11-36 0,5-9 0,0 1 0,28-8-128,9-11-936,4-27-1241</inkml:trace>
  <inkml:trace contextRef="#ctx0" brushRef="#br0" timeOffset="31326.763">20611 6177 30014,'0'0'1385,"1"-18"-951,1-219 219,-3 232-648,-1 0 0,0 0 0,0 1 0,0 0 0,-1-1 0,0 1 0,0 0 0,0 0 1,0 0-1,0 1 0,-1-1 0,0 1 0,0 0 0,0 0 0,0 0 0,0 0 0,0 1 0,-1-1 1,1 1-1,-1 0 0,0 1 0,1-1 0,-1 1 0,0 0 0,0 0 0,0 1 0,0-1 0,0 1 1,0 0-1,0 0 0,0 1 0,0-1 0,0 1 0,0 0 0,0 1 0,1-1 0,-1 1 1,0 0-1,1 0 0,-1 1 0,1-1 0,0 1 0,0 0 0,0 0 0,0 0 0,-1 2-5,-25 18 5,1 1 0,0 2-1,2 1 1,1 1 0,2 1-1,0 1 1,2 2 0,1 0-1,2 1 1,-1 5-5,-3 0 0,0 1 0,3 1 0,1 2 0,3-1 0,1 2 0,1 0 0,3 1 0,-1 15 0,11-53 0,0-1 0,0 1 0,0 0 0,1 0 0,0 0 0,0-1 0,0 1 0,1 0 0,0 0 0,0 0 0,0-1 0,1 1 0,0-1 0,0 1 0,0-1 0,1 0 0,-1 1 0,2-1 0,-1-1 0,0 1 0,1 0 0,0-1 0,0 0 0,0 0 0,0 0 0,1 0 0,0-1 0,-1 1 0,1-1 0,1-1 0,-1 1 0,0-1 0,1 1 0,-1-2 0,1 1 0,-1-1 0,1 1 0,0-1 0,0-1 0,1 1 0,11-3 0,-1 0 0,0-1 0,0-1 0,0 0 0,-1-2 0,0 0 0,0 0 0,0-2 0,0 0 0,-1 0 0,-1-2 0,0 1 0,0-2 0,-1 0 0,0-1 0,-1 0 0,0-1 0,-1 0 0,0-1 0,-1 0 0,1-5 0,197-280-443,-153 206-1547</inkml:trace>
  <inkml:trace contextRef="#ctx0" brushRef="#br0" timeOffset="73084.868">3368 13160 24333,'0'0'4992,"0"0"-3597,0 0-1150,0 0 19,0 0 108,14-1-96,49-2-74,78-5 77,0 7 1,32 7-280,-126 2 18,-1 1 1,0 3-1,-1 2 1,0 1-1,-1 3 1,-1 1-1,22 15-18,-43-23 0,-1 1 0,1 0 0,-2 2 0,0 1 0,-1 0 0,0 2 0,-2 0 0,1 1 0,-2 0 0,-1 1 0,0 1 0,-2 1 0,0 0 0,-1 1 0,-1 0 0,-1 0 0,-1 1 0,2 11 0,-5 2 0,-1 1 0,-2 0 0,-1 0 0,-2 0 0,-1 0 0,-2 0 0,-2 0 0,-1-1 0,-2 0 0,-2 0 0,-1 0 0,-1-2 0,-2 1 0,-2-2 0,-1 0 0,-1-1 0,-2 0 0,-14 15 0,-72 87 0,-6-5 0,-5-4 0,-6-6 0,-4-6 0,-106 71 0,206-161 0,-1 0 0,-1-2 0,-1-1 0,-1-1 0,0-1 0,-1-2 0,-1-2 0,-1-1 0,0-1 0,-1-2 0,0-1 0,-5-1 0,-44-11 0,84 3 0,-1-1 0,1 0 0,-1 0 0,1 0 0,-1 0 0,1-1 0,-1 1 0,1 0 0,0 0 0,0 0 0,0 0 0,0 0 0,0 0 0,0 0 0,0-1 0,0 1 0,0 0 0,0 0 0,0 0 0,1 0 0,-1 0 0,0 0 0,1 0 0,-1 0 0,1 0 0,0 0 0,-1 0 0,1 0 0,-1 0 0,1 0 0,0 0 0,0 1 0,0-1 0,0 0 0,-1 0 0,1 1 0,0-1 0,0 1 0,0-1 0,0 1 0,0-1 0,0 1 0,1 0 0,-1-1 0,0 1 0,133-43 0,34 18 0,0 8 0,1 7 0,95 8 0,-246 2 0,949 2 0,-622 14-1114,-292-15-1477</inkml:trace>
  <inkml:trace contextRef="#ctx0" brushRef="#br0" timeOffset="73899.778">5455 11924 26686,'0'0'2219,"0"0"-1342,0 0-558,-6 24 128,-32 175 441,-1 435 27,85-776-1090,-33 111 118,19-40-33,3 1 0,3 2 0,2 1 0,4 2 0,2 3 0,3 1 0,3 2 0,2 3 0,2 2 0,24-14 90,39 4 34,-115 62-21,1 1-1,0-1 1,-1 1 0,1 0 0,0 0 0,-1 0 0,1 1 0,0 0-1,0 0 1,0 0 0,0 0 0,-1 1 0,1 0 0,0 0-1,0 0 1,-1 0 0,1 1 0,-1 0 0,1 0 0,-1 0 0,0 0-1,0 1 1,0 0 0,0-1 0,0 2 0,0-1-13,7 15 66,0 0 1,-1 1-1,-2 1 1,1-1 0,-2 1-1,-1 1 1,0-1-1,-2 1 1,0 0 0,-2 0-1,0 0 1,-1 0-1,-1 4-66,5 402 295,-5-416-396,0-1 0,1 1 0,0-1 0,0 0-1,1 1 1,1-1 0,0 0 0,0 0 0,1 0 0,0-1 0,1 1 0,-1-1-1,2 0 1,0 0 0,0-1 0,0 0 0,4 3 101,27 20-3166</inkml:trace>
  <inkml:trace contextRef="#ctx0" brushRef="#br0" timeOffset="75991.919">11060 13187 28606,'0'0'888,"0"0"-336,-23 174 113,7-33-153,-3 48-120,3 18-88,2-1-144,5-24-56,2-29-32,3-7-40,1-30-16,3-29-16,0-27 0,0-17-24,0-3-240,16-19-168,12-5-448,-3-16-1329</inkml:trace>
  <inkml:trace contextRef="#ctx0" brushRef="#br0" timeOffset="76263.869">11629 13768 30054,'0'0'601,"0"0"-209,127 155-24,-61-78 48,10 6-88,5 2-176,2-2-104,-2-4-48,-5-7-8,-10-8 8,-10-10-48,-12-12 24,-10-17-384,-6-25-344,-10-2-585,-6-27-991</inkml:trace>
  <inkml:trace contextRef="#ctx0" brushRef="#br0" timeOffset="76471.565">12322 13867 29110,'0'0'712,"0"0"-472,-138 176 88,53-57 25,-16 26-201,-1 6-136,24-27-16,25-34-248,25-16-281,17-26-1039,6-17-2273</inkml:trace>
  <inkml:trace contextRef="#ctx0" brushRef="#br0" timeOffset="76660.915">12912 13668 30190,'0'0'633,"-14"158"-481,-16-13-48,-4 31 224,-1 7-32,10-9-160,13-19-88,8-10-48,4-29-16,7-6-232,13-37-96,-1-25-2433</inkml:trace>
  <inkml:trace contextRef="#ctx0" brushRef="#br0" timeOffset="806.858">2177 5331 24821,'0'0'1058,"0"0"1202,0 0-1461,0 0-496,0 25 89,4 154 598,-11 1192 1121,17-1304-2701,-4-69-283,-1-12-1136</inkml:trace>
  <inkml:trace contextRef="#ctx0" brushRef="#br0" timeOffset="1584.721">2965 6150 28854,'0'0'1463,"0"0"-1051,0 0-337,0 0 40,0 0 167,0 0 53,8-15-23,203-302-25,-149 202-279,-53 112-13,-9 25 3,0-12 6,-31 426 147,31-270-120,1-161-28,0 0-1,0 0 1,0-1 0,1 1 0,0 0 0,0-1 0,0 1 0,1-1 0,-1 1 0,1-1 0,0 0 0,0 0 0,1 0 0,-1-1 0,1 1 0,0-1 0,0 0 0,0 0 0,0 0 0,1-1 0,-1 1-1,1-1 1,-1 0 0,1 0 0,0-1 0,0 0 0,0 1 0,-1-1 0,1-1 0,1 1 0,-1-1 0,0 0 0,0 0 0,0 0 0,0-1 0,0 0 0,0 0 0,0 0 0,-1-1 0,1 1 0,0-1 0,-1 0-1,1-1 1,-1 1 0,1-1 0,-1 0 0,1-1-3,15-14 2,-1-1 1,-1-1-1,-1 0 0,-1-1 0,-1-1 0,-1-1 1,-1 0-1,-1-1 0,-1 0 0,-1 0 0,2-10-2,7-19-2,-2-1 0,-3 0-1,-2-1 1,-2-1 0,-3 0 0,-2 0-1,-3-38 3,10 187 70,74 900 159,-73-684-229,-15 88 0,1-388 0,3 14 0,-2-1 0,0 1 0,-2 0 0,0 0 0,-2 0 0,0-1 0,-2 0 0,0 0 0,-1 0 0,-2-1 0,0 0 0,-1 0 0,-1-1 0,-1-1 0,-3 4 0,10-18 0,0 0 0,0-1 0,-1 0 0,0 0 0,1 0 0,-1-1 0,0 1 0,-1-1 0,1-1 0,-1 1 0,1-1 0,-1 0 0,0-1 0,1 0 0,-1 0 0,0 0 0,0-1 0,0 0 0,0 0 0,0-1 0,0 1 0,1-2 0,-1 1 0,0-1 0,1 0 0,-1 0 0,1-1 0,-1 0 0,1 0 0,0 0 0,0-1 0,1 0 0,-1 0 0,1 0 0,0-1 0,-4-5 0,-4-7 0,0 0 0,2-1 0,0-1 0,1 0 0,1 0 0,1-1 0,0 0 0,2-1 0,0 1 0,2-1 0,0 0 0,1-1 0,1 1 0,1-1 0,1 1 0,1 0 0,1-1 0,1 0 0,1-14-14,1 0 1,2 1-1,1 0 0,2 1 1,1 0-1,2 1 0,1 0 1,2 1-1,1 0 0,2 1 1,4-4 13,41-53-661,4 2 0,3 4 1,4 2 660,17-17-1877</inkml:trace>
  <inkml:trace contextRef="#ctx0" brushRef="#br0" timeOffset="1851.66">4563 5547 25878,'0'0'5025,"0"195"-4513,5-4-128,6 41 48,1 10 40,2-9-408,11-32-64,5-6 0,-5-54-576,-4-34-1497</inkml:trace>
  <inkml:trace contextRef="#ctx0" brushRef="#br0" timeOffset="3018.581">2170 7504 28630,'0'0'1023,"0"0"-614,0 0-249,22-1 89,182-22 464,-31-11-449,2 7 1,0 9-1,148 3-264,522 20 346,-426-72-310,-159 18-7,-102 43-26,-159 6-3,0 0 1,0 0-1,0 1 0,0-1 1,0 0-1,0 1 0,0-1 1,1 1-1,-1-1 0,0 1 0,0-1 1,0 1-1,1-1 0,-1 1 1,0 0-1,1-1 0,-1 1 1,0 0-1,1 0 0,-1-1 1,1 1-1,-1 0 0,1 0 1,0 0-1,-1 0 0,1 0 1,0 0-1,0 0 0,0 0 1,-1 0-1,1 0 0,0 0 1,0-1-1,0 1 0,0 0 1,1 0-1,-1 0 0,0 0 0,0 0 1,0 0-1,1 0 0,-1 0 1,1 0-1,-1 0 0,1-1 1,-1 1-1,1 0 0,-1 0 1,1 0-1,0-1 0,-1 1 1,1 0-1,0-1 0,-1 1 1,1-1-1,0 1 0,0-1 1,0 1-1,0-1 0,0 1 1,-1-1-1,2 0 0,-56-1-620,31-11-612</inkml:trace>
  <inkml:trace contextRef="#ctx0" brushRef="#br0" timeOffset="3612.558">5337 5980 29390,'0'0'731,"0"0"-359,0 0-20,0 0 82,27 12 31,183 58 161,-161-62-584,-1 1 0,0 4 0,0 1 0,-1 2 0,-1 2 1,-1 2-1,0 2 0,8 8-42,-49-28 2,1 0-1,-1 1 1,1-1-1,-1 1 1,0 0-1,0 0 1,0 0-1,-1 1 1,1-1-1,-1 1 1,0 0-1,0 0 1,0 0 0,0 0-1,-1 0 1,1 1-1,-1-1 1,0 1-1,-1 0 1,1 0-1,-1-1 1,0 1-1,0 0 1,-1 0-1,1 0 1,-1 0 0,0 0-1,0 0 1,-1 0-1,1 0 1,-1 0-1,-1 0 1,1 0-1,0 0 1,-1-1-1,0 1 1,0-1-1,-1 1 1,-1 2-2,-14 13 0,-2-1 0,0 0 0,-1-2 0,-1 0 0,-1-1 0,-6 2 0,-11 9 0,-253 170-23,267-180-160,1 0 1,1 2-1,1 1 0,1 0 0,0 2 0,2 1 0,-13 17 183,12-6-1698</inkml:trace>
  <inkml:trace contextRef="#ctx0" brushRef="#br0" timeOffset="3989.306">6743 6441 31607,'0'0'664,"0"0"-380,-1-19-196,-26-167 36,25 182-124,2 0 0,0 0 0,0-1 0,-1 1 0,1 0 0,-1-1 0,0 1 0,-1 0 0,1 0 0,-1 0 0,0 0 0,0 0 0,0 0 0,0 0 0,-1 1 0,0-1 0,1 1 0,-1-1 0,0 1 0,-1 0 0,1 1 0,-1-1 0,1 0 0,-1 1 0,0 0 0,0 0 0,1 0 0,-2 0 0,1 1 0,0-1 0,0 1 0,0 0 0,-1 0 0,1 1 0,0-1 0,-1 1 0,1 0 0,-1 0 0,0 1 0,-1 3 0,0 0 0,0 1 0,0 0 0,1 0 0,0 0 0,0 1 0,0-1 0,1 1 0,0 0 0,0 1 0,0-1 0,1 1 0,0-1 0,0 1 0,0 0 0,1 3 0,-13 31 0,2 1 0,2 0 0,1 1 0,3 0 0,1 0 0,2 21 0,3-55 0,0 0 0,1 0 0,0 0 0,0 0 0,1 0 0,1 0 0,-1 0 0,1-1 0,1 1 0,0 0 0,0-1 0,0 0 0,1 0 0,0 0 0,1 0 0,0 0 0,0-1 0,1 0 0,0 0 0,0-1 0,0 1 0,5 2 0,-2-3 0,0 1 0,1-1 0,0-1 0,1 0 0,-1-1 0,1 0 0,0 0 0,0-1 0,0 0 0,0-1 0,0 0 0,1-1 0,-1-1 0,0 0 0,1 0 0,-1-1 0,1 0 0,-1-1 0,0 0 0,0-1 0,0 0 0,0-1 0,0 0 0,-1-1 0,0 0 0,0-1 0,0 0 0,-1 0 0,0-1 0,0 0 0,0-1 0,-1 0 0,6-7 0,5-7-216,0 0 1,-1-1-1,-1-1 0,-2-1 1,0-1-1,-2 0 0,5-13 216,-3 0-2291</inkml:trace>
  <inkml:trace contextRef="#ctx0" brushRef="#br0" timeOffset="4397.285">3877 7705 28686,'24'1'876,"256"17"-74,26-1-2,1-12 0,-1-15 0,63-19-800,-211 12 2,74-11-1,1 11-1,108 10 0,-331 7 0,1 1 0,-1 1 0,1 0 0,-1 0 0,0 1 0,0 1 0,0-1 0,-1 2 0,1-1 0,-1 1 0,0 1 0,0 0 0,-1 0 0,7 6 0,5 34-739,-20-40-875</inkml:trace>
  <inkml:trace contextRef="#ctx0" brushRef="#br0" timeOffset="4673.495">7056 7805 31591,'0'0'1176,"0"0"-1176,0 0 0,0 0 0,0 0 0,0 0 0,0 0 0,46-50 0,-18 29-1040,-3 3-2353</inkml:trace>
  <inkml:trace contextRef="#ctx0" brushRef="#br0" timeOffset="101305.045">831 9126 23141,'0'0'4829,"0"0"-3279,0 0-1072,0 0-126,0 0-2,-2 22 29,-29 326 490,-26 257-777,77-480-2868,2-89-2259</inkml:trace>
  <inkml:trace contextRef="#ctx0" brushRef="#br0" timeOffset="101560.361">1741 9878 30118,'0'0'1209,"0"0"-1065,0 0-88,0 0 320,0 0-8,-48 122-248,25-80-104,0 1-16,-14 13-464,12-10-1081,2-17-10489</inkml:trace>
  <inkml:trace contextRef="#ctx0" brushRef="#br0" timeOffset="102352.371">1619 9683 26166,'0'0'2640,"0"0"-1761,0 0-391,0 0 187,0 0-110,0 0-202,1 9-68,29 102 373,-24-99-667,-1 0 0,0 1 1,0 0-1,-2 0 1,1 0-1,-2 1 0,0-1 1,0 1-1,-1-1 1,-1 1-1,0-1 1,-1 1-1,-1 0 0,0-1 1,0 0-1,-2 1 1,1-1-1,-2 0 1,0-1-1,-5 11-1,-13 8-28,-1 0-1,-1-2 1,-2-1-1,-1-1 1,-1-1-1,-1-1 1,-2-2-1,0-1 1,-1-2-1,-1-1 1,-26 10 28,4-13-1567</inkml:trace>
  <inkml:trace contextRef="#ctx0" brushRef="#br0" timeOffset="103036.091">2372 10372 30342,'0'0'719,"0"0"-445,0 0-188,0 0 56,29-4 78,313-36 143,67 12 255,119 19-618,-377 17 1,0 7-1,-1 7 1,-1 6-1,-1 6 1,128 49-1,293 68 0,-376-123-483,-168-28-1162</inkml:trace>
  <inkml:trace contextRef="#ctx0" brushRef="#br0" timeOffset="103758.619">2225 9155 27870,'0'0'1120,"0"0"-456,-14 134-16,7-38-7,3 34-209,-6 32-120,6-11-96,-1-28-80,3-38-48,2-31-40,0-1-32,0 1 0,2-6-16,12-21-32,2-23-272,14-37-272,-5-23-305,-4-8-1815</inkml:trace>
  <inkml:trace contextRef="#ctx0" brushRef="#br0" timeOffset="104271.223">2296 9175 26638,'0'0'2352,"0"0"-1461,27-7-325,299-61 862,221 11-648,350 14-780,-81 44 89,-666 9-123,0 6-1,-1 7 0,-1 6 1,102 36 34,-213-54-50,-2 1-1,0 2 1,0 2 0,-1 1 0,-1 1 0,-1 2 0,17 14 50,-32-17-13,-17-16 25,0-1 1,0 0 14,-19-4 23,17 2-44,0 1 1,-1 0-1,1 0 0,0 0 0,-1 1 0,1-1 0,-1 0 0,1 1 1,-1 0-1,1 0 0,-1-1 0,1 1 0,-1 1 0,0-1 0,1 0 1,-1 1-1,1-1 0,0 1 0,-1 0 0,1 0 0,-1 0 0,1 0 1,0 0-1,0 0 0,-1 1 0,1-1 0,0 1 0,0-1 0,1 1 1,-1 0-1,0 0 0,0 0 0,1 0 0,-1 0 0,1 0 1,0 0-1,0 1 0,0-1 0,0 0 0,0 1 0,0-1 0,0 1 1,1-1-1,0 1 0,-1-1 0,1 2-6,-14 207 140,15-148-140,1 75 0,7 0 0,17 84 0,-22-198-148,1 0 1,1-1-1,1 0 1,1 0-1,1 0 0,11 18 148,-7-22-2251</inkml:trace>
  <inkml:trace contextRef="#ctx0" brushRef="#br0" timeOffset="104988.8">3702 8213 28582,'0'0'950,"-4"20"-372,-24 135 403,23 253 6,5-408-987,0 0 0,0 0 0,1-1 0,-1 1 0,0 0 0,0 0 0,0 0 0,1 0 0,-1 0 0,0 0 0,0-1 0,0 1 0,1 0 0,-1 0 0,0 0 0,0 0 0,1 0 0,-1 0 0,0 0 0,0 0 0,1 0 0,-1 0 0,0 0 0,0 0 0,1 0 0,-1 0 0,0 0 0,0 0 0,1 0 0,-1 1 0,0-1 0,0 0 0,0 0 0,1 0 0,-1 0 0,0 0 0,0 1 0,0-1 1,1 0-1,-1 0 0,0 0 0,0 1 0,0-1 0,0 0 0,0 0 0,1 0 0,-1 1 0,0-1 0,0 0 0,0 0 0,75-151-242,178-307-1002,-249 452 1246,-2 1 16,0-1-1,1 1 1,0 0 0,0 0-1,0 0 1,1 0 0,-1 1-1,1 0 1,0-1 0,1 1-1,-1 1 1,1-1 0,-1 1-1,1-1 1,0 1 0,1 1 0,-1-1-1,0 1 1,1 0 0,-1 0-1,1 0 1,4 0-18,-7 4 29,1 0 1,-1 0-1,0 0 1,0 1-1,0-1 1,0 1-1,0 0 0,-1 0 1,1 0-1,-1 0 1,0 0-1,0 1 1,0-1-1,0 0 0,0 1 1,-1 0-1,0-1 1,0 1-1,0 0 0,0 0 1,0 0-1,-1-1 1,1 5-30,1 1 58,14 95 395,-14-83-419,0-1 0,1 0 0,1 0 0,1 0 0,1 0 0,0-1 0,2 0 0,0 0 0,3 3-34,-6-17-63,0 1 1,0-1 0,1-1-1,0 1 1,0-1-1,0 0 1,0-1 0,0 1-1,1-1 1,0 0 0,0-1-1,0 0 1,0 0 0,0 0-1,0-1 1,0 0-1,0 0 1,1-1 0,-1 0-1,0 0 1,3-1 62,47 2-2322</inkml:trace>
  <inkml:trace contextRef="#ctx0" brushRef="#br0" timeOffset="105234.425">5102 8029 30166,'0'0'761,"0"0"-489,0 0-64,-149 141 264,84-83-224,-4 8-168,-7 3-80,0 3-88,0 11-376,18-19-1057,22-22-4056</inkml:trace>
  <inkml:trace contextRef="#ctx0" brushRef="#br0" timeOffset="105454.398">5045 8255 29318,'0'0'920,"0"0"-567,0 0 87,-67 151 72,46-89-184,3 5-232,6 3-88,5-8-8,7-12-248,10-31-216,15-15-449,3-4-1495</inkml:trace>
  <inkml:trace contextRef="#ctx0" brushRef="#br0" timeOffset="106031.654">5478 7807 29102,'0'0'766,"0"0"-349,0 0-125,0 0 55,0 0-135,14 20-133,43 63-58,-40-17-67,-18-52 0,-2-1-54,0 0 1,-1 0-1,-1 0 0,0 0 1,-1-1-1,0 0 0,-1 0 1,0 0-1,-1-1 0,0 0 1,-1-1-1,0 0 0,-1 0 1,-3 2 99,-16 20-85,30-32 84,0 0 0,0 0 1,-1 0-1,1 0 1,0 0-1,-1 0 0,1 1 1,0-1-1,0 0 0,-1 0 1,1 1-1,0-1 1,-1 0-1,1 1 0,-1-1 1,1 1-1,0-1 0,-1 1 1,1-1-1,-1 1 1,1-1-1,-1 1 0,0-1 1,1 1-1,-1 0 0,1-1 1,-1 1-1,0 0 0,0-1 1,1 1-1,-1 0 1,0-1-1,0 1 0,0 0 1,0 0-1,0-1 0,0 1 1,0 0-1,0-1 1,0 1-1,0 0 0,0 0 1,0-1-1,-1 1 0,1 0 1,0-1-1,0 1 1,-1 0-1,1-1 0,0 1 1,-1 0-1,1-1 0,-1 1 1,1-1-1,-1 1 1,1-1-1,-1 1 0,1-1 1,-1 1-1,0-1 0,1 0 1,-1 1-1,0-1 1,1 0-1,-1 1 0,0-1 1,10 0-20,-8-1 35,0 1 1,0 0 0,0 0-1,0-1 1,-1 1 0,1 0-1,0 0 1,0 0 0,0 0-1,0 0 1,0 0 0,0 0-1,0 0 1,0 0 0,0 1-1,0-1 1,0 0 0,0 1-1,-1-1 1,1 0 0,0 1-1,0-1 1,0 1 0,-1 0-1,1-1 1,0 1 0,0-1-1,-1 1 1,1 0 0,-1 0-1,1-1 1,-1 1 0,1 0-1,-1 0 1,1 0 0,-1 0-1,0-1 1,1 1 0,-1 0-1,0 0 1,0 0 0,0 0-1,1 0 1,-1 0 0,0 0-1,0 0 1,0 0 0,-1 0-1,1 0 1,0 0-16,0 94 694,36-92-672,-33-3-22,-1 1-1,1 0 1,-1-1-1,0 1 1,0 0-1,1 1 0,-1-1 1,0 0-1,0 1 1,0-1-1,0 1 1,-1-1-1,1 1 1,0 0-1,-1 0 1,1 0-1,-1 0 0,0 0 1,1 0-1,-1 0 1,0 1-1,0-1 1,0 0-1,-1 1 1,1-1-1,-1 0 1,1 1-1,-1-1 0,0 1 1,0-1-1,0 1 1,0-1-1,0 2 1,-10 85 20,-7-9 136,27-77-126,0-3-17,-1-1-1,1-1 1,0 1-1,0-2 1,-1 1 0,1-1-1,-1-1 1,0 0-1,0 0 1,0-1-1,-1 0 1,0 0-1,0-1 1,0 0-1,0 0 1,-1-1-1,0 0 1,0 0-1,-1-1 1,0 0-1,-1 0 1,1-1-1,-1 0-12,10-20-2307</inkml:trace>
  <inkml:trace contextRef="#ctx0" brushRef="#br0" timeOffset="106301.925">6208 8823 31839,'0'0'816,"0"0"-816,0 0-520,0 0-640</inkml:trace>
  <inkml:trace contextRef="#ctx0" brushRef="#br0" timeOffset="107844.546">6902 10454 29694,'0'0'1087,"0"0"-592,0 0-160,0 0 72,0 0-126,0-2-185,-30 18-220,31-16 95,-1 0 0,1 0 0,0-1 0,-1 1 0,1 0 0,0 0 0,-1 0 0,1 0 0,0 0 0,-1 0 0,1 0 0,0 0 0,-1 0 0,1 0 0,0 0 0,-1 1 0,1-1 0,0 0 0,-1 0 0,1 1 0,0-1 0,-1 0 0,1 1 0,-1-1 0,1 0 0,-1 1 0,1-1-1,-1 1 1,1-1 0,-1 1 0,1-1 0,-1 1 0,0 0 0,1-1 0,-1 1 0,0-1 0,1 1 0,-1 0 0,0-1 0,0 1 0,0 0 0,0-1 0,1 1 0,-1 0 0,0 0 0,0-1 0,0 1 0,0 0 0,-1-1 0,1 1 0,0 0 0,0-1 0,0 1 0,-1 0 0,1-1 0,0 1 0,0-1 0,-1 1 0,1 0 0,-1-1 0,1 1 0,0-1 0,-1 1 0,1-1 0,-1 1 0,1-1 0,-1 0 0,0 1 29,62 3 216,-59-4-249,43 0-1111,-39 0-1395</inkml:trace>
  <inkml:trace contextRef="#ctx0" brushRef="#br0" timeOffset="108283.915">6639 10799 23989,'0'0'4708,"-29"0"-3221,-314 13 294,-68 14-979,-24-18-802,-2836 1 0,2420-10 0,686-1 0,0-8 0,2-7 0,0-7 0,1-7 0,-59-23 0,188 43 0,-1-1 0,2-3 0,-1 0 0,2-2 0,0-1 0,-16-14 0,45 30 0,2 1 0,-1 0 0,0 0 0,0 0 0,1 0 0,-1 0 0,0-1 0,0 1 0,1 0 0,-1-1 0,0 1 0,1 0 0,-1-1 0,0 1 0,1-1 0,-1 1 0,1-1 0,-1 1 0,1-1 0,-1 0 0,1 1 0,-1-1 0,1 0 0,-1 1 0,1-1 0,0 0 0,0 1 0,-1-1 0,1 0 0,0 0 0,0 1 0,0-1 0,0 0 0,0 0 0,0 1 0,0-1 0,0 0 0,0 0 0,0 0 0,0 1 0,0-1 0,0 0 0,1 0 0,-1 1 0,0-1 0,1 0 0,-1 1 0,0-1 0,1 0 0,-1 1 0,1-1 0,-1 1 0,1-1 0,-1 0 0,1 1 0,0-1 0,-1 1 0,1 0 0,0-1 0,-1 1 0,1 0 0,0-1 0,-1 1 0,2 0 0,131-30-1528,-62 15-3041</inkml:trace>
  <inkml:trace contextRef="#ctx0" brushRef="#br0" timeOffset="108953.889">1808 10253 30334,'0'0'1182,"0"0"-576,-25 5-166,-167 42-235,98-7-205,2 4 0,2 3 0,2 5 0,2 3 0,3 4 0,-65 61 0,124-102 0,0 1 0,2 1 0,0 1 0,2 1 0,0 1 0,2 1 0,0 1 0,2 0 0,0 1 0,-9 23 0,24-47 0,0 0 0,-1 1 0,1-1 0,0 1 0,0-1 0,0 1 0,1-1 0,-1 1 0,1 0 0,-1-1 0,1 1 0,0 0 0,0-1 0,0 1 0,0 0 0,1-1 0,-1 1 0,1 0 0,-1-1 0,1 1 0,0-1 0,0 1 0,0-1 0,1 1 0,-1-1 0,0 0 0,1 0 0,0 1 0,0 0 0,188 8 0,-94-8 0,-1 4 0,1 4 0,-1 4 0,8 6 0,-61-9 55,-60-12-733,1-5-2436</inkml:trace>
  <inkml:trace contextRef="#ctx0" brushRef="#br0" timeOffset="78566.715">3458 16198 25429,'0'0'1325,"0"0"-366,0 0-354,0 0-210,0 0-116,0 0-23,-9 5 158,77 3 310,155-9-181,-1-10 0,22-12-543,194-12 199,-151 25-116,501-37-38,-328-15-33,-57 7 77,144 8-89,83 48 438,-185 26-9792,129 37 9354,-142 4-1295,36 29 7686,-268-49-5817,3-10 0,1-8 0,129 0-574,-25-31 809,184-30-809,-118 16 984,-374 15-1032,-1 1 0,1-1 0,-1 0 0,1 0 1,-1-1-1,1 1 0,-1 0 0,1 0 0,-1 0 0,0 0 1,1 0-1,-1 0 0,1-1 0,-1 1 0,1 0 0,-1 0 0,1-1 1,0 1-1,-1 0 0,1-1 0,-1 1 0,1-1 0,0 1 1,-1-1-1,1 1 0,0 0 0,-1-1 0,1 1 0,0-1 1,0 1-1,-1-1 0,1 1 0,0-1 0,0 0 0,0 1 0,0-1 1,0 1-1,0-1 0,0 1 0,0-1 0,0 1 0,0-1 1,0 1-1,0-1 0,0 0 0,0 1 0,0-1 0,1 1 1,-1-1-1,0 1 0,0-1 0,1 1 0,-1-1 0,0 1 1,1 0-1,-1-1 0,0 1 0,1-1 0,-1 1 0,1 0 0,-1-1 1,1 1-1,-1 0 48,-26-18-9689</inkml:trace>
  <inkml:trace contextRef="#ctx0" brushRef="#br0" timeOffset="99700.381">10954 16142 26318,'0'0'2998,"0"0"-1761,0 0-894,0 0-166,0 0 21,2 2-38,6 3-108,0-1 0,1 0-1,-1-1 1,1 0 0,-1 0 0,1-1 0,0 0 0,0 0 0,0-1 0,0 0 0,0-1 0,1 0 0,5-1-52,10 2 36,534 31 589,-335-14-625,0-10 0,0-10 0,0-10 0,13-11 0,258-46 0,3 22 0,8 21 0,-50 35-1054,-428-8-1557</inkml:trace>
  <inkml:trace contextRef="#ctx0" brushRef="#br0" timeOffset="113158.616">4310 16477 28174,'0'0'1086,"0"0"-492,0 0-348,0 0 18,0 0 135,0 0 53,13 2 8,124-18 97,1-23-423,1 7-1,2 6 0,1 6 1,25 4-134,25-5 1,361-58-1,-94 13 0,102 12 0,619 22 0,-162-69 0,238-10 0,81 121 0,-1304-9 0,2553 7 0,-2326-5 0,89 2 0,179 32 0,-487-33 0,0 1 0,-1 2 0,0 2 0,0 2 0,-1 1 0,-1 2 0,0 2 0,14 9 0,-46-8 1,-37-15-31,28-2 19,-41 0-484,-4 0-1218</inkml:trace>
  <inkml:trace contextRef="#ctx0" brushRef="#br0" timeOffset="117928.42">21007 13475 28190,'0'0'1847,"0"0"-980,0 0-560,0 0-139,0 0 76,19 0 54,12 0-240,-1 2-1,0 0 0,0 2 0,0 2 0,-1 0 0,7 4-57,-23-6 10,0 0 0,-1 0 0,0 1 0,0 0 0,-1 1 0,1 1 0,-1 0 0,0 0 0,-1 1 0,0 0 0,0 1 0,-1 0 0,0 1 0,-1 0 0,0 0 0,0 1 0,-1 0 0,0 0 0,-1 0 0,-1 1 0,1 0 0,-2 0 0,0 1 0,0-1 0,-2 1 0,1 1-10,-5 11-6,-2 0-1,0 0 1,-1-1-1,-2 1 1,-1-2-1,0 1 1,-2-1-1,-1 0 1,0-1-1,-2 0 0,0-1 1,-2 0-1,0-1 1,-1-1-1,-1-1 1,-1 0-1,-1-1 1,0-1-1,-12 7 7,-288 227-175,121-103 158,179-132 19,7-6-2,0-1 0,1 1 1,0 1-1,1 0 0,0 1 0,0 0 1,1 0-1,1 1 0,-4 6 0,13-17-1,0 1 0,-1 0 0,1-1-1,0 1 1,0-1 0,0 0 0,0 1-1,0-1 1,0 0 0,0 1 0,0-1 0,1 0-1,-1 0 1,0 0 0,1 0 0,-1 0-1,1 0 1,-1-1 0,1 1 0,-1 0 0,1-1-1,0 1 1,-1-1 0,1 0 0,0 1-1,-1-1 1,1 0 0,0 0 0,-1 0 0,1 0-1,0 0 1,-1-1 0,1 1 0,0 0-1,-1-1 1,1 1 0,0-1 0,-1 0 0,1 1-1,-1-1 1,1 0 0,-1 0 0,2-1 1,2 1 0,382-97 275,-282 78-210,2 6 0,-1 4 0,1 4 0,22 6-65,-52 0-2127,-49-2-1555</inkml:trace>
  <inkml:trace contextRef="#ctx0" brushRef="#br0" timeOffset="118353.362">22682 13046 29766,'0'0'584,"0"-28"-339,-10-187 212,-46 47 107,53 162-548,-1-1 0,0 1 0,0 0-1,0 0 1,-1 0 0,0 1 0,0-1 0,0 1-1,-1 0 1,1 1 0,-1-1 0,-1 1 0,1 1 0,0-1-1,-1 1 1,0 0 0,0 0 0,0 1 0,0 0-1,0 0 1,0 1 0,-4-1-16,5 2 10,0 1-1,0 0 0,0 0 1,-1 0-1,1 0 1,1 1-1,-1 0 0,0 0 1,0 1-1,1 0 0,-1 0 1,1 0-1,0 0 1,0 1-1,0 0 0,1 0 1,-1 0-1,1 1 1,0-1-1,0 1 0,0 0 1,-1 4-10,-67 126 83,70-129-77,-11 19 5,2 0 0,1 1 0,0 0-1,2 1 1,2 0 0,0 0 0,1 1-1,2-1 1,1 1 0,1 0 0,2-1 0,1 3-11,0-22 2,1-1 0,0 0 1,0 1-1,1-1 1,0-1-1,0 1 0,1-1 1,0 1-1,0-1 1,1 0-1,-1-1 0,1 0 1,0 0-1,1 0 1,-1 0-1,1-1 0,0 0 1,0-1-1,0 1 0,1-1 1,-1-1-1,1 1 1,-1-1-1,1-1 0,0 0 1,0 0-1,0 0 1,0-1-1,0 0 0,0 0 1,-1-1-1,1 0 1,0-1-1,0 1 0,0-2 1,-1 1-1,1-1 1,-1 0-1,0 0 0,0-1 1,0 0-1,-1-1 1,1 1-1,1-2-2,246-221-2497,-213 190-1920</inkml:trace>
  <inkml:trace contextRef="#ctx0" brushRef="#br0" timeOffset="119226.192">22749 14350 28782,'0'0'1040,"0"0"-303,0 0-161,0 0-64,0 0-168,0 0-176,0 0 176,104 19-120,-35-17-184,12-2-40,6 0 0,5 0 0,-2 0 0,2 0 0,23 0 0,-22 0-1152,-22 4-2833</inkml:trace>
  <inkml:trace contextRef="#ctx0" brushRef="#br0" timeOffset="119704.044">24599 14124 29606,'0'0'1026,"0"0"-643,0 0-169,0 0 114,22 0 121,348-5 227,-267 0-629,131-5-9,189 17-38,-322 6 0,-1 4 0,-1 4 0,-1 5 0,-1 4 0,78 36 0,-161-61-51,-10-4 8,0-1-1,0 1 1,-1 0-1,1 0 1,-1 1-1,1-1 0,-1 1 1,1-1-1,-1 1 1,0 0-1,1 0 1,-1 1-1,0-1 1,-1 1-1,1-1 1,0 1-1,-1 0 0,1 0 1,-1 0-1,0 1 1,0-1-1,0 0 1,0 2 43,-6 10-2075,-11-5-2760</inkml:trace>
  <inkml:trace contextRef="#ctx0" brushRef="#br0" timeOffset="120800.558">25603 12646 29950,'0'0'689,"0"0"-489,0 143-104,-4-60-16,-1 25 8,5 31-88,7-25 0,7-17-1905</inkml:trace>
  <inkml:trace contextRef="#ctx0" brushRef="#br0" timeOffset="121250.931">27262 14172 29246,'0'0'1273,"0"0"-857,0 0 0,0 0 104,0 0-112,157-81-192,-95 65-112,7 5-80,44 9-24,-14 2-352,-14 0-1232</inkml:trace>
  <inkml:trace contextRef="#ctx0" brushRef="#br0" timeOffset="122437.352">30169 13457 30110,'0'0'801,"-13"128"-153,-6-28-232,-1-1 48,1 1-152,-2-1-296,3-16-16,-1 11 0,-1 30 0,4-27-448,2-16-1424</inkml:trace>
  <inkml:trace contextRef="#ctx0" brushRef="#br0" timeOffset="122954.541">30520 14112 29134,'0'0'1064,"0"0"-599,0 0 151,182-35-56,-99 22-184,2 3-168,2 1-120,-4 3-48,-7 0-40,-7 4 0,-6 2-144,-1-6-368,-16 0-584,-18-5-1545</inkml:trace>
  <inkml:trace contextRef="#ctx0" brushRef="#br0" timeOffset="123207.443">31006 13679 29942,'0'0'873,"0"0"-425,-23 161 88,18-59-40,3 26-208,2 30-208,2 2-80,10-40-496,1-41-1625</inkml:trace>
  <inkml:trace contextRef="#ctx0" brushRef="#br0" timeOffset="124156.871">31943 14110 25870,'0'0'1657,"0"0"-733,0 0-74,0 0-22,0 0-213,20 0-176,963 10 686,-953-8-1409,0 0-1,-1 2 1,0 1-1,0 1 1,0 1-1,-1 2 1,0 1-1,0 1 1,14 9 284,-8 4-2998</inkml:trace>
  <inkml:trace contextRef="#ctx0" brushRef="#br0" timeOffset="125189.396">32697 13123 29014,'0'0'704,"0"176"-456,0-62-248,-3 4-272</inkml:trace>
  <inkml:trace contextRef="#ctx0" brushRef="#br0" timeOffset="124533.064">31609 14989 30414,'0'0'730,"0"0"-482,20 9-116,270 124 831,-279-125-983,0-1-1,-1 2 1,1-1-1,-2 2 1,0-1 0,0 1-1,0 1 1,-1-1-1,-1 1 1,0 1 0,-1-1-1,0 1 1,0 0-1,-1 1 1,-1-1-1,0 1 1,-1 0 0,0 0-1,-1 0 1,-1 1-1,0-1 1,-1 0 0,0 1-1,-1-1 1,0 0-1,-1 0 1,-1 0 0,0 0-1,0 0 1,-2 1 20,-7 13-46,0 0 0,-2-2 1,-1 0-1,-1 0 0,-1-1 0,-1-1 1,-1-1-1,-11 8 46,-71 95 36,101-124-35,-1-1 5,0 1 0,0-1-1,0 1 1,0-1 0,0 1-1,0 0 1,1-1-1,-1 1 1,0 0 0,0 0-1,0 0 1,1-1 0,-1 1-1,1 0 1,-1 0 0,1 0-1,-1 0 1,1 0-1,-1 0 1,1 0 0,0 0-1,-1 0 1,1 1 0,0-1-1,0 0 1,0 0 0,0 0-1,0 0 1,0 0 0,0 0-1,0 0 1,1 0-1,-1 0 1,0 1 0,1-1-1,-1 0 1,1 0 0,-1 0-1,1-1 1,-1 1 0,1 0-1,0 0 1,-1 0-1,1 0 1,0 0 0,0-1-1,-1 1 1,1 0 0,0-1-1,0 1 1,0-1 0,0 1-1,0-1 1,0 1 0,0-1-1,0 1 1,0-1-1,1 0-5,21-2 38,-1-1 0,0-2-1,0 0 1,0-1-1,-1-1 1,0-1-1,0-1 1,-1-1-1,0-1 1,-1 0-1,3-3-37,-8 5 5,58-33-294,-3-4 0,-1-2 0,-2-4 0,-2-3 289,3-7-1985</inkml:trace>
  <inkml:trace contextRef="#ctx0" brushRef="#br0" timeOffset="124909.326">32796 14589 26510,'0'0'3927,"-2"18"-2888,-17 126-465,-9 41-53,28-184-526,0 0 1,0 0-1,0-1 0,0 1 1,0 0-1,0 0 1,0 0-1,0-1 0,0 1 1,0 0-1,0 0 0,0-1 1,0 1-1,1 0 1,-1 0-1,0-1 0,1 1 1,-1 0-1,0-1 0,1 1 1,-1 0-1,1-1 1,-1 1-1,1-1 0,-1 1 1,1 0-1,0-1 0,-1 0 1,1 1-1,0-1 1,-1 1-1,1-1 0,0 0 1,-1 1-1,1-1 0,0 0 1,0 0-1,0 0 1,-1 1-1,1-1 0,0 0 1,0 0-1,-1 0 0,1 0 1,0 0-1,0-1 1,0 1-1,-1 0 0,1 0 1,0 0-1,0-1 0,-1 1 1,1 0-1,0-1 0,-1 1 1,1-1-1,0 1 1,-1-1-1,1 1 0,0-1 5,41-32-348,103-133-704,-143 163 1053,-1 1-1,0 0 1,1 0-1,-1-1 1,1 1-1,0 0 1,0 1-1,0-1 1,0 0-1,0 0 1,0 1-1,0-1 1,0 1-1,1 0 1,-1 0-1,1 0 1,-1 0-1,1 0 1,-1 0-1,1 1 1,-1-1-1,1 1 1,0 0-1,-1 0 1,1 0-1,-1 0 1,1 0-1,0 0 1,-1 1-1,1-1 1,-1 1-1,1 0 1,-1 0-1,1 0 1,-1 0-1,1 0 1,-1 0-1,0 1 1,0-1-1,1 1 0,6 16 98,-1 1 0,0 0 1,-1 0-1,-1 1 0,-1 0 0,0 0 0,-2 0 0,1 19-98,-4-37 7,13 172 55,-13-174-84,0 0 0,0 0 1,0-1-1,1 1 0,-1 0 1,0 0-1,0 0 0,0-1 1,0 1-1,1 0 0,-1 0 1,0 0-1,0 0 0,1-1 1,-1 1-1,0 0 0,0 0 1,0 0-1,1 0 0,-1 0 0,0 0 1,0 0-1,1 0 0,-1 0 1,0 0-1,1 0 0,-1 0 1,0 0-1,0 0 0,1 0 1,-1 0-1,0 0 0,0 0 1,1 0-1,-1 0 0,0 0 1,0 0-1,0 1 0,1-1 1,-1 0-1,0 0 0,0 0 22,8-30-2115,-3-12-3981</inkml:trace>
  <inkml:trace contextRef="#ctx0" brushRef="#br0" timeOffset="121769.28">28704 13336 29574,'0'0'768,"0"0"-543,-55 123-9,37-28 120,1 40 64,-1 39-104,0 19-120,-3-4-88,0-17-40,3-27-24,2-27-24,4-31 0,5-31-24,5-21-128,2-14-168,0-31-352,18-22-649,3-26-3208</inkml:trace>
  <inkml:trace contextRef="#ctx0" brushRef="#br0" timeOffset="122019.965">28974 14025 28534,'0'0'968,"0"0"-160,145 139-327,-85-75-81,-5 0-216,-6-2-120,-8-6-56,-6-12-8,-1-13-168,8-31-392,-10-2-793,-5-27-2280</inkml:trace>
  <inkml:trace contextRef="#ctx0" brushRef="#br0" timeOffset="122264.536">29474 13813 28278,'0'0'936,"0"0"-264,-129 174-168,73-91-103,8 2-209,7 5-192,1 21-32,15-19-617,4-24-1423</inkml:trace>
  <inkml:trace contextRef="#ctx0" brushRef="#br0" timeOffset="120129.119">24822 14985 30495,'0'0'644,"0"0"-388,0 0-162,0 0 57,26 22 125,84 74-64,-99-89-212,0 0-1,-1 1 1,0 0-1,0 1 1,-1 0 0,0 0-1,-1 1 1,0 0-1,0 0 1,-1 1-1,-1 0 1,0 0-1,0 1 1,-1 0 0,-1 0-1,0 0 1,0 0-1,-1 1 1,-1-1-1,0 1 1,-1 0-1,0 0 1,-1 0 0,-1 9 0,-6 10-51,-2-1 1,-1 0 0,-2-1 0,-1 0 0,-1-1 0,-1 0 0,-2-1 0,0-1-1,-2-1 1,-1 0 0,-2-1 0,0-2 0,-25 21 50,44-41 1,-165 183 13,141-117 49,28-66-49,1-1-1,0 1 0,0 0 1,1-1-1,-1 1 1,0-1-1,1 0 1,0 1-1,-1-1 1,1 0-1,0-1 1,0 1-1,0-1 1,0 1-1,0-1 1,1 0-1,-1 0 1,0 0-1,1 0 0,-1-1 1,0 1-1,1-1 1,-1 0-1,0 0 1,1 0-1,-1-1 1,1 1-1,-1-1 1,2 0-14,4 1 42,63 0 62,-1-3-1,0-3 1,0-3-1,-1-3 0,0-4 1,17-7-104,-69 17-182,0 0 0,-1-1 0,1 0 0,-1-2 0,-1 0 0,0-1 1,0 0-1,1-2 182,21-21-1897</inkml:trace>
  <inkml:trace contextRef="#ctx0" brushRef="#br0" timeOffset="120553.115">25785 14786 30495,'0'0'701,"0"0"-405,-5 23-117,-31 147 312,1 102-325,55-319-172,-4 14-17,2-8-113,2 1 0,1 0 0,2 2 0,2 0 0,1 2 0,5-2 136,-31 37 0,0 1 1,1-1 0,-1 0-1,1 0 1,-1 0 0,1 0-1,-1 1 1,1-1 0,0 0-1,-1 0 1,1 1 0,0-1-1,-1 0 1,1 1 0,0-1-1,0 1 1,0-1 0,0 1-1,0 0 1,-1-1 0,1 1-1,0 0 1,0-1 0,0 1-1,0 0 1,0 0 0,0 0-1,0 0 1,0 0 0,0 0-1,0 0 1,0 0 0,0 1-1,0-1 1,0 0 0,0 0-1,0 1 1,-1-1 0,1 1-1,0-1 1,0 1 0,0-1-1,0 1 1,-1-1 0,1 1-1,0 0 1,-1-1 0,1 1-1,0 0 1,-1 0 0,1-1-1,0 2 0,13 55 156,-12-42-106,109 387 313,-105-377-1352,-6-53-635,0-13-1891</inkml:trace>
  <inkml:trace contextRef="#ctx0" brushRef="#br0" timeOffset="127500.264">32022 17187 32767,'0'0'0,"0"0"0,0 0-64,0 0-552,0 0-1809</inkml:trace>
  <inkml:trace contextRef="#ctx0" brushRef="#br0" timeOffset="127700.901">32388 17373 28150,'0'0'3649,"0"0"-3353,0 0-296,0 0-256,0 0-1136</inkml:trace>
  <inkml:trace contextRef="#ctx0" brushRef="#br0" timeOffset="29505.509">14824 6594 29486,'0'0'704,"0"0"-407,0 0 143,0 0-16,0 0-8,37 122-144,-23-99-72,0-6-24,-3-3-48,-4-5 0,-2-3-48,-5-6-64,0 0-16,0-13-72,0-12-952,0-6-5114</inkml:trace>
  <inkml:trace contextRef="#ctx0" brushRef="#br0" timeOffset="133054.082">14921 6611 20236,'0'0'2681,"0"0"1536,0 0-2526,0 0-918,0 0-177,-5-2-126,-20-25 929,25 27-1322,0 0-57,-8 11-2,5-5-13,-1 0-1,0 1 1,-1-2 0,1 1 0,-1-1 0,0 1 0,0-1 0,-1-1 0,0 1 0,0-1 0,0 0 0,0 0 0,0-1 0,-1 0 0,0 0 0,1 0 0,-1-1 0,0 0 0,0 0 0,-1-1 0,1 0 0,-3 0-5,8-2-1,-1-1 0,0 0 0,1 1 0,-1-1 0,1 0 0,0-1 0,-1 1-1,1 0 1,0 0 0,0-1 0,1 0 0,-1 1 0,0-1 0,1 0 0,0 1 0,0-1 0,0 0 0,0 0 0,0 0 0,0 0 0,1 0 0,-1 0 0,1-1 0,0 1 0,0 0 0,0 0 0,0 0-1,1 0 1,-1 0 0,1 0 0,0 0 0,0 0 0,0 0 1,1 0 0,-1 1-1,1 0 0,0-1 0,-1 1 1,1 0-1,0 0 0,0 1 1,1-1-1,-1 0 0,0 1 0,1-1 1,-1 1-1,1 0 0,-1-1 1,1 1-1,-1 1 0,1-1 0,0 0 1,0 1-1,-1-1 0,1 1 1,0 0-1,0 0 0,-1 0 0,1 0 1,0 0-1,0 1 0,-1-1 0,1 1 1,0 0-1,-1 0 0,1 0 1,0 0-1,-1 0 0,1 0 0,-1 1 1,0-1-1,1 1 0,-1 0 1,0 0-1,2 1 1,-2 1 2,-1 0 1,1 0-1,0 0 1,-1 0-1,0 0 1,0 0-1,0 0 1,-1 1-1,1-1 1,-1 0-1,0 0 1,0 1-1,0-1 1,-1 0-1,0 0 1,0 0-1,0 0 1,0 1-1,0-1 1,-1 0-1,0-1 1,0 1-1,0 0 1,0-1-1,0 1 1,-1-1-1,0 1 1,1-1-1,-1 0 1,-1 0-1,1-1 1,0 1-1,-1 0 1,1-1-1,-1 0 1,0 0-1,1 0 1,-1-1-1,0 1 1,0-1-1,0 0 1,-1 0-1,1 0 1,0 0-1,0-1 1,0 0-1,-1 0 1,1 0-3,2 0 2,1 0-1,-1-1 1,1 1-1,-1 0 1,1-1 0,-1 0-1,1 1 1,-1-1 0,1 0-1,-1 0 1,1 0 0,0 0-1,0 0 1,-1 0-1,1 0 1,0 0 0,0 0-1,0-1 1,0 1 0,0 0-1,0-1 1,1 1 0,-1-1-1,0 1 1,1-1-1,-1 1 1,1-1 0,-1 1-1,1-1 1,0 1 0,0-1-1,0 0 1,0 1-1,0-1 1,0 0 0,0 1-1,0-1 1,1 1 0,-1-1-1,1 0-1,15-71-41,-12 66 38,-1 1 0,1-1 0,0 1-1,0-1 1,1 1 0,-1 1 0,1-1 0,1 1 0,-1-1 0,1 2-1,0-1 1,0 1 0,0-1 0,1 2 0,0-1 0,-1 1 0,1 0 0,0 0-1,1 1 1,-1 0 0,0 0 0,1 1 0,-1 0 3,-5 0 1,-1 1-1,1 0 1,-1 0-1,1-1 1,-1 1 0,1 0-1,-1 1 1,1-1 0,-1 0-1,0 0 1,1 1 0,-1-1-1,1 0 1,-1 1 0,0 0-1,1-1 1,-1 1-1,0 0 1,0-1 0,1 1-1,-1 0 1,0 0 0,0 0-1,0 0 1,0 0 0,0 0-1,0 1 1,0-1 0,-1 0-1,1 0 1,0 1-1,-1-1 1,1 0 0,-1 1-1,1-1 1,-1 1 0,0-1-1,1 1 1,-1-1 0,0 0-1,0 1 1,0-1 0,0 1-1,0-1 1,-1 1-1,1-1 1,0 1 0,-1-1-1,1 0 1,-1 1 0,1-1-1,-1 0 1,0 1 0,1-1-1,-1 0 1,0 1-1,-6 10-1148,5-11-1701</inkml:trace>
  <inkml:trace contextRef="#ctx0" brushRef="#br1" timeOffset="140308.392">9744 10792 24221,'0'0'6089,"0"0"-5352,0 0-201,0 0-128,0 0 128,0 0-296,187-51-240,-90 17 0,2-1 0,-5 2 0,-13 6 0,-5 19 0,-25 6-760,-24 2-1409</inkml:trace>
  <inkml:trace contextRef="#ctx0" brushRef="#br1" timeOffset="140619.342">9791 11137 27862,'0'0'968,"-10"20"-238,-65 172 577,65-117-1149,33-111-66,-3 8-96,1 1-1,2 0 0,0 2 1,2 1-1,0 1 1,2 1-1,1 1 0,0 2 1,1 1-1,1 1 1,1 1-1,0 2 0,2 1 5,87-7-2,-118 20 6,1 0-1,-1 0 1,0-1 0,0 1 0,0 1 0,0-1 0,0 0 0,0 0 0,1 1 0,-1-1 0,0 1 0,0 0 0,0 0-1,0 0 1,0 0 0,-1 0 0,1 0 0,0 0 0,0 0 0,-1 1 0,1-1 0,-1 1 0,1-1 0,-1 1-1,1 0 1,-1-1 0,0 1 0,0 0 0,0 0 0,0 0 0,0 0 0,-1 0 0,1 0 0,0 0 0,-1 0 0,0 0-1,1 0 1,-1 1 0,0-1 0,0 0 0,0 0 0,0 0 0,-1 0 0,1 0 0,0 0 0,-1 2-4,-3 12 38,1-1 0,-2 1 0,0-1 1,-1 1-1,-1-1 0,0-1 0,-1 0 1,-1 0-1,0 0 0,0-1 0,-2 0 1,0-1-1,0 0 0,-1-1 0,0-1 1,-2 2-39,7-6-2,-5 7-92,8-8 22,0 0-1,0 0 0,0 0 1,-1 0-1,1-1 0,-1 0 1,0 0-1,0 0 0,-1 0 1,1-1-1,-1 0 0,0 0 1,0-1-1,0 1 0,0-1 0,0-1 1,-1 1-1,1-1 0,0 0 1,-1 0-1,1-1 0,-1 0 1,-1 0 72,-10-10-2730</inkml:trace>
  <inkml:trace contextRef="#ctx0" brushRef="#br1" timeOffset="140892.379">10028 10591 28982,'0'160'1040,"0"37"-407,0-6-209,0 6 32,2 4-160,0-8-184,-2-15-104,0-39-8,0-38-272,-2-38-184,-14-28-208,4-12-665,-1-19 17</inkml:trace>
  <inkml:trace contextRef="#ctx0" brushRef="#br1" timeOffset="141058.144">9772 11526 29254,'0'0'784,"-53"129"-375,30-52-137,7 4-104,14-11-168,2-16-360,16-25-561,32-29-87,-4-25-752,-3-18-17500</inkml:trace>
  <inkml:trace contextRef="#ctx0" brushRef="#br1" timeOffset="141442.579">10659 10390 27358,'0'0'1211,"0"0"-303,0 0-79,0 0-152,1 19-247,0-6-370,0-2-26,0 1-1,0-1 0,-2 0 1,1 1-1,-1-1 0,-1 0 1,0 0-1,-1 0 0,0 0 1,-4 9-34,-2 0 37,4-13-32,1 1 0,-1-1-1,1 1 1,1-1 0,-1 1-1,2 0 1,-1 0-1,1 1 1,0-1 0,1 1-1,-1-1 1,2 1 0,-1-1-1,1 1 1,1-1-1,0 1 1,0-1 0,0 1-1,1-1 1,0 0 0,1 1-1,0-1 1,3 6-5,10-1 0,1 0 0,0-1 0,1 0 0,1-1 0,0-2 0,0 0 0,0 0 0,16 3 0,26 13 0,-53-23 1,0 0 0,0 1-1,0 0 1,-1 0 0,1 1 0,-1 0 0,0 1 0,0 0 0,0 0-1,-1 0 1,1 0 0,-1 1 0,-1 0 0,1 1 0,-1-1-1,0 1 1,0 0 0,-1 0 0,0 1 0,-1-1 0,1 1 0,-1 0-1,-1 0 1,1 0 0,-1 5-1,-3 4 1,-2 0 0,0 0 0,-1 0 0,-1 0 0,-1-1 0,0 0 0,-1 0 0,-1 0 0,0-1 0,-1 0 0,-1-1 0,0 0 0,-1 0 0,0-1 0,-4 2-1,4 0-2,-13 18-106,-2-2-1,-1 0 1,-1-1-1,-1-2 0,-2-1 1,-1-1-1,-1-2 1,-1-2-1,-17 9 109,50-29-47,0-1 0,-1 1 1,1-1-1,-1 1 0,1-1 1,-1 0-1,1 0 0,-1 1 0,0-1 1,1 0-1,-1-1 0,0 1 0,0 0 1,0 0-1,0-1 0,0 1 0,1-1 1,-1 0-1,0 1 0,0-1 0,0 0 1,0 0-1,0 0 0,0 0 0,0-1 1,0 1-1,0-1 0,0 1 0,0-1 1,0 1-1,0-1 0,0 0 1,1 0-1,-1 0 0,0 0 0,1 0 1,-1-1-1,0 1 0,1 0 0,0-1 1,-1 1-1,1-1 0,0 1 0,0-1 1,0 0-1,0 1 0,0-1 0,0 0 1,0 0-1,0 0 0,1 0 0,-1 0 1,1 0-1,0 0 0,-1 0 0,1 0 1,0 0-1,0 0 0,0 0 1,1 0-1,-1 0 0,0 0 0,1 0 47,0-47-2882,17-39-11133,-3 52 10583,6 4 4975,6 6 7533,13 4-1741,5 8-3678,94 7-2602,-104 7-340,-32-1-715,0 1 0,0 0 0,1-1 0,-1 1 1,0 1-1,0-1 0,1 0 0,-1 1 0,0-1 1,0 1-1,0 0 0,1 0 0,-1 0 0,-1 1 0,1-1 1,0 1-1,0 0 0,0-1 0,-1 1 0,1 1 1,-1-1-1,1 0 0,-1 0 0,0 1 0,0-1 0,0 1 1,0 0-1,-1 0 0,1-1 0,-1 1 0,0 0 1,1 1-1,-1-1 0,0 0 0,-1 0 0,1 3 0,3 35-855,-4-1-1061</inkml:trace>
  <inkml:trace contextRef="#ctx0" brushRef="#br1" timeOffset="141612.629">9846 12140 28430,'0'0'1144,"0"0"-632,166-27-23,-14-29-25,41-25-176,3-10-144,-37 14-80,-48 19-64,-22 6-144,-31 15-608,-12 6-1137</inkml:trace>
  <inkml:trace contextRef="#ctx0" brushRef="#br1" timeOffset="141781.352">10749 11806 27398,'0'0'1272,"0"0"-440,-78 162-424,61-98-56,17-10-175,0-6-121,5-7-56,9-5-16,0-5-185,-3-4-255,-2-11-136,-2-16-304,-4-2-480,-1-23-6802</inkml:trace>
  <inkml:trace contextRef="#ctx0" brushRef="#br1" timeOffset="141998.273">10171 12267 27238,'0'0'1296,"-56"147"-376,56-104-192,0 1-135,21-1-153,25-3-144,21-22-80,34-18 48,1-10-24,6-29-112,5-15-72,-14-10-56,25-28-8,21-42-488,-27 15-1041,-21 7-5792</inkml:trace>
  <inkml:trace contextRef="#ctx0" brushRef="#br1" timeOffset="142220.748">11525 11280 30366,'0'0'561,"0"0"-481,0 0-48,180 16 8,-99-45-40,29-37 0,-15 6-1905,-17-2-9585</inkml:trace>
  <inkml:trace contextRef="#ctx0" brushRef="#br1" timeOffset="142389.582">11979 10861 29094,'0'0'888,"-41"122"-279,25-39-313,2 15 8,7-1-160,7 0-88,0-9-56,2-16-232,19-22-472,0-21-881,-8-23-1143</inkml:trace>
  <inkml:trace contextRef="#ctx0" brushRef="#br1" timeOffset="143430.977">11864 10560 29214,'0'0'802,"0"0"-417,-4 26-10,-19 177 140,21-161-496,0-27-40,0 1 0,1 0 0,0 0 0,2-1 0,-1 1 1,2 0-1,0-1 0,1 1 0,1-1 0,0 1 0,1-1 0,1-1 0,0 1 0,1-1 0,0 0 1,1 0-1,7 8 21,-5-17-16,0-1 1,0 0 0,0 0-1,0-1 1,1 0 0,0-1-1,-1 0 1,1-1 0,0 0 0,0 0-1,0-1 1,-1-1 0,1 0-1,0 0 1,0-1 0,-1-1-1,1 0 1,-1 0 0,0-1-1,0 0 1,0-1 0,0 0-1,7-5 16,-10 7-5,100-29 387,-99 75 30,-53 79 82,28-88-420,-15 26-46,3 2 1,3 2-1,2 0 1,4 1-1,2 1 1,3 1-1,3 1 0,3 0 1,1 39-29,7-104 4,0 0 0,1 1 0,-1-1 1,1 0-1,0 1 0,0-1 0,0 0 0,0 1 0,1-1 1,-1 0-1,1 1 0,0-1 0,0 0 0,0 0 1,0 1-1,1-1 0,-1 0 0,1 0 0,0-1 0,0 1 1,0 0-1,0-1 0,0 1 0,0-1 0,1 1 0,-1-1 1,1 0-1,0 0 0,0 0 0,0-1 0,0 1 1,0-1-1,0 1 0,0-1 0,0 0 0,0 0 0,1-1 1,2 1-5,5-3-6,1-1 1,-1-1 0,0 0 0,-1 0 0,1-1 0,-1-1 0,0 1-1,0-2 1,-1 1 0,1-1 0,-2-1 0,1 0 0,-1 0 0,0-1 0,-1 0-1,0 0 1,0 0 0,-1-1 0,0 0 0,-1 0 0,0-1 0,0 0-1,-1 0 1,-1 0 0,0 0 0,-1 0 0,1-2 5,-3 14-3,0-1 0,0 0 0,0 0 0,1 0 0,-1 0 0,0 0 0,1 0 0,-1 0 0,0 0 3,-6 37-4,-116 302 82,113-316-66,7-14-6,0 1 1,0-1 0,-1 0-1,0 0 1,-1 0 0,0-1-1,0 1 1,-1-1 0,0 0-1,-1 0 1,0-1 0,0 1-1,0-1 1,-1-1 0,0 1-1,0-1 1,-1 0 0,1-1-1,-1 0 1,-1 0 0,1-1-1,-1 0 1,1 0 0,-1-1-1,0 0 1,-4 0-7,4-4 4,-1-2 0,1 1 0,-1-1 1,1-1-1,0 1 0,1-2 0,-1 1 0,1-1 1,-1-1-1,1 1 0,1-1 0,-1 0 0,1-1 1,0 0-1,1 0 0,0-1 0,0 0 0,0 0 0,1 0 1,0 0-1,1-1 0,0 0 0,0 0 0,1 0 1,0 0-1,1-1 0,0 1 0,0-1 0,0-7-4,-6-15-4,2-1 0,1 1 0,2-1 0,1 0-1,1 0 1,2 0 0,1 0 0,2-1 4,5-1-30,1 1 0,1 0 0,2 1 0,2 1 0,0 0 0,2 1-1,2 0 1,1 2 0,1 0 0,1 1 0,18-16 30,10-10-122,3 2 0,3 2 0,1 3 0,2 3 0,3 2 0,1 2 0,1 4 0,51-20 122,-79 39 18,2 3 1,0 1-1,1 1 0,0 3 0,0 1 1,1 1-1,21 1-18,-58 5 7,0 1 1,0-1-1,1 1 0,-1 0 0,0 0 1,0 0-1,0 0 0,0 0 0,0 1 1,0 0-1,0-1 0,0 1 0,0 0 1,0 0-1,0 1 0,0-1 1,0 1-1,-1-1 0,1 1 0,0 0 1,-1 0-1,0 0 0,1 0 0,-1 0 1,0 1-1,0-1 0,0 1 0,-1-1 1,1 1-1,-1 0 0,1 0 0,-1-1 1,0 1-1,0 0 0,0 0 1,0 0-1,-1 1 0,1-1 0,-1 0 1,0 0-1,0 0 0,0 0 0,0 0 1,0 0-1,-1 0 0,0 1 0,0 0-7,-1 24 32,-3 1-1,0 0 1,-2-1-1,-1 0 1,-1-1-1,-1 0 0,-1 0 1,-2-1-1,-8 12-31,-5 16 26,-112 258 82,123-152-56,15-153-53,0-1 0,0 1 0,1-1 0,0 1 0,0-1 0,0 1 0,1-1 0,0 0 0,0 0 0,1 0 0,0 0 0,0 0 0,0 0 0,1-1 0,-1 0 1,1 1-1,1-1 0,-1-1 0,1 1 0,0-1 0,0 0 0,0 0 0,0 0 0,1 0 0,-1-1 0,1 0 0,5 1 1,81 26-269,-91-29 261,-1-1 1,1 0 0,0 1-1,0-1 1,0 0-1,-1 1 1,1-1-1,0 1 1,0-1 0,-1 1-1,1 0 1,-1-1-1,1 1 1,0 0 0,-1-1-1,1 1 1,-1 0-1,0-1 1,1 1-1,-1 0 1,1 0 0,-1 0-1,0 0 1,0-1-1,0 1 1,1 0 0,-1 0-1,0 0 1,0 0-1,0 0 1,0 0-1,0-1 1,0 1 0,-1 0-1,1 0 1,0 0-1,0 0 1,-1 0 0,1-1-1,0 1 1,-1 0-1,1 0 1,-1-1-1,1 1 1,-1 0 0,1 0-1,-1-1 1,0 1 7,-143 96-72,121-81 72,-1-1 0,-1-1 0,-1-1 0,1-2 0,-2 0 0,0-2 0,0 0 0,0-2 0,-1-1 0,0-2 0,0 0 0,-1-2 0,1-1 0,-3-1 0,25-2-23,-1 0 1,1 0 0,0 0-1,0-1 1,0 0 0,0 0-1,0 0 1,1-1 0,-1 0-1,1 0 1,0-1-1,0 1 1,1-1 0,-1 0-1,1 0 1,0 0 0,0-1-1,1 0 1,0 1 0,0-1-1,0 0 1,1-1 0,0 1-1,0 0 1,0-1 0,0-3 22,-2-13-168,0 1 1,1-1 0,2 0-1,0 0 1,2 0 0,0 0-1,2-3 168,-3 17 26,1 0-1,0 0 1,1 1-1,0-1 1,0 0-1,1 1 1,0 0-1,1-1 1,0 1-1,0 0 1,0 1-1,1-1 1,0 1-1,1 0 1,0 0-1,0 1 1,0 0-1,1 0 1,0 0-1,0 1 1,0 0-1,1 0 1,-1 0-1,1 1 1,0 1-1,5-2-25,5 3 73,1 1 0,0 1 0,0 0 0,-1 2-1,1 0 1,0 1 0,-1 0 0,0 2 0,0 0 0,0 1-1,-1 1 1,1 1 0,-2 0 0,3 3-73,-15-9-1,88 39-448,-8-7-1520</inkml:trace>
  <inkml:trace contextRef="#ctx0" brushRef="#br1" timeOffset="147529.743">29317 12194 30951,'0'0'1240,"0"0"-1064,0 0 88,0 0-264,0 0-72,0 0-920,0 0-4081</inkml:trace>
  <inkml:trace contextRef="#ctx0" brushRef="#br1" timeOffset="145387.614">26486 10243 29542,'0'0'610,"0"0"-298,0 0-87,0 0 143,0 0-16,24 7-33,-12-4-272,-4-2-24,-1 0-1,0 1 1,0 0 0,0 0 0,0 1-1,0 0 1,-1 0 0,1 1 0,-1-1 0,0 2-1,0-1 1,0 0 0,-1 1 0,0 0 0,0 1-1,0-1 1,0 1 0,-1 0 0,0 0-1,0 0 1,0 0 0,-1 1 0,0 0 0,2 6-23,26 112 74,-5 2 0,-5 1 0,-6 1 1,-6 0-1,-5 0 0,-6 3-74,3-122-2,0 0 0,0-1 1,0 1-1,-1 0 0,-1 0 0,0-1 1,0 1-1,-1 0 0,0-1 0,-1 1 0,0-1 1,0 0-1,-1 0 0,0 0 0,0 0 1,-1-1-1,-1 1 0,1-1 0,-1-1 0,-1 1 1,1-1-1,-1 0 0,0 0 0,-1-1 1,0 0-1,0-1 0,-4 3 2,7-9-114,0 1-1,0-1 1,0 0-1,1 0 1,-1 0-1,0-1 1,0 1-1,1-1 1,-1-1-1,1 1 1,-1 0 0,1-1-1,0 0 1,0 0-1,0 0 1,1-1-1,-1 1 1,1-1-1,0 0 1,0 0-1,0 0 1,0 0 0,1-1-1,-1 1 1,1-1-1,0 1 1,1-1-1,-1-2 115,-27-51-3076</inkml:trace>
  <inkml:trace contextRef="#ctx0" brushRef="#br1" timeOffset="145746.794">26949 10853 25958,'0'0'4168,"0"0"-3599,0 0-113,138-19-256,-85 11-200,30-23-136,-14 1-1337,-7-5-8913</inkml:trace>
  <inkml:trace contextRef="#ctx0" brushRef="#br1" timeOffset="146017.628">27479 10461 29926,'0'0'745,"140"-9"-185,-6-18-128,41-10-144,-14 4-184,-32 4-104,-41 10-160,-12 1-200,-14 1-488,-11 0-1273</inkml:trace>
  <inkml:trace contextRef="#ctx0" brushRef="#br1" timeOffset="146253.781">28121 9891 29238,'0'0'1040,"-25"114"-263,11-21-193,5 29 40,4 27-144,1 5-456,2-30-24,-3-35 0,0-39 0,3-21 0,0-6-112,-1-11-440,-8-12 40,2-22-312,-3-16-1673</inkml:trace>
  <inkml:trace contextRef="#ctx0" brushRef="#br1" timeOffset="144226.865">24465 9909 29854,'0'0'793,"0"0"-184,19 22-149,60 76-94,-72-90-334,-1 1 1,-1 0 0,1 0-1,-2 1 1,1-1 0,-1 1 0,-1 0-1,0 0 1,0 0 0,-1 1-1,0-1 1,-1 1 0,0-1-1,0 1 1,-2-1 0,1 1 0,-1 0-1,-1-1 1,1 0 0,-2 1-1,-1 4-32,-5 8 0,-1-1 0,0-1 0,-2 0 0,0 0 0,-2-1-1,0-1 1,-1 0 0,-2 1 0,-38 39-23,-1-2 0,-4-3 0,-1-3 0,-3-2 1,-2-3-1,-56 28 23,79-38-472,54-33 178,216 1 149,-222-3 144,1 0 0,0 1 0,0 0 1,-1 0-1,1 0 0,-1 0 0,0 1 1,0 0-1,0 0 0,0 1 0,0-1 1,-1 1-1,1 0 0,-1 0 0,0 1 0,0-1 1,-1 1-1,1 0 0,-1 0 0,0 0 1,-1 0-1,1 0 0,-1 1 0,0-1 1,0 1-1,-1 0 0,1 0 1,4 171 1,-18-100 39,-4 0 0,-2-1 0,-16 32-40,-36 160 332,66-219-132,5-48-191,0 0 0,0 0 0,0 0 0,0 0 0,0 0 0,0 0 0,0 0 0,0 0 0,1-1 0,-1 1 0,0 0 0,0-1 0,1 1 0,-1-1 0,0 0 0,1 1 0,-1-1 0,1 0 0,-1 0 0,1 0 0,-1 0 1,0 0-1,1 0 0,-1 0 0,1 0 0,-1 0 0,0-1 0,1 1 0,-1-1 0,1 1 0,-1-1 0,0 1 0,0-1 0,1 0 0,-1 0 0,0 0 0,0 0 0,0 1 0,0-2-9,99-102 64,-9-26-403,-6-3 1,-6-4-1,18-54 339,112-274-3782,-174 373-14</inkml:trace>
  <inkml:trace contextRef="#ctx0" brushRef="#br1" timeOffset="144604.822">25108 10280 6481,'0'0'12939,"0"0"-7726,0 0-2791,27 4-1068,89 13-445,-106-16-836,0 1 0,0 0-1,-1 1 1,1 0 0,-1 1-1,1-1 1,-1 2 0,0-1-1,-1 1 1,1 1 0,-1 0-1,0 0 1,0 0 0,-1 1-1,0 0 1,2 3-73,-5-3 9,0 1-1,0 0 0,0 1 0,-1-1 1,0 1-1,-1-1 0,0 1 1,0 0-1,-1 0 0,0 0 1,-1-1-1,0 1 0,0 0 1,-1 0-1,0 0 0,0 0 1,-1 0-1,-1 0 0,1-1 1,-1 1-1,-1-1 0,1 0 1,-1 0-1,-1 0 0,-2 4-8,-51 75 51,-4-2 0,-3-3 0,-4-3 0,-3-3 0,-72 58-51,140-130 12,-180 165 869,177-142-701,47-32-126,26-18-72,-2-4 1,-1-2 0,-2-3-1,29-21 18,-42 25-54,31-18-4,151-72-8,-229 117 65,0-1-1,0 1 1,0 0 0,0 0-1,0 1 1,0-1 0,1 0-1,-1 0 1,0 0 0,0 1 0,1-1-1,-1 1 1,0-1 0,1 1-1,-1-1 1,0 1 0,1 0 0,-1 0-1,1-1 1,-1 1 0,0 0-1,1 0 1,-1 1 0,1-1 0,-1 0-1,1 0 1,-1 1 0,0-1-1,1 1 1,-1-1 0,0 1-1,0-1 1,1 1 0,-1 0 0,0 0-1,0 0 1,0-1 0,0 1-1,0 0 1,0 0 0,0 1 0,0-1-1,0 0 1,0 0 0,-1 0-1,1 1 1,0-1 0,-1 0 0,1 1-1,-1-1 1,1 0 0,-1 1-1,0-1 1,0 1 0,0-1-1,0 0 1,0 1 0,0-1 0,0 1-1,0-1 1,0 0 0,-1 1 1,0 9-45,-1 0 1,-1-1 0,0 1-1,0-1 1,-1 0 0,-1 0-1,1 0 1,-2 0-1,1-1 1,-1 0 0,-1 1 44,6-10-20,1 1-32,0 0 1,0 0-1,-1 0 0,1 0 1,-1 0-1,1 0 1,-1 0-1,0 0 1,1 0-1,-1 0 1,0-1-1,1 1 1,-1 0-1,0 0 1,0-1-1,0 1 0,0-1 1,0 1-1,1-1 1,-1 1-1,0-1 1,0 1-1,0-1 1,0 0-1,-1 1 1,1-1-1,0 0 0,0 0 1,0 0-1,0 0 1,0 0-1,0 0 1,0 0-1,0 0 1,0-1-1,0 1 1,-1 0 51,-5-9-1970</inkml:trace>
  <inkml:trace contextRef="#ctx0" brushRef="#br1" timeOffset="144874.637">25136 10069 28694,'0'0'1008,"9"21"-369,7 20-386,-2 1 0,-2 1 0,-1 0 0,4 40-253,6 174 523,-12 0 0,-11 25-523,0-75 115,2-38-42,0-166-69,0 0 0,0 0 0,0 0 0,0 1 0,0-1 1,1 0-1,-1 0 0,1 0 0,0 0 0,0 0 0,0 0 0,0 0 0,0 0 0,1 0 0,-1 0 0,1-1 1,0 1-1,0-1 0,0 1 0,0-1 0,0 0 0,1 1 0,-1-1 0,1 0 0,-1-1 0,1 1 0,0 0 1,0-1-1,0 0 0,0 1 0,0-1 0,0 0 0,0 0 0,0-1 0,0 1 0,0-1 0,0 0 0,1 1 1,-1-1-1,0-1 0,0 1 0,0 0 0,0-1 0,3 0-4,3-1 0,1 0 0,-1 0 0,1-1 0,-1-1 0,0 1 0,0-2 0,0 1 0,-1-1 0,0 0 0,0-1 0,0 0 0,0 0 0,6-8 0,287-289-620,-262 259 133,69-77-2327</inkml:trace>
  <inkml:trace contextRef="#ctx0" brushRef="#br1" timeOffset="145560.318">25949 10973 28598,'0'0'1024,"-76"108"-392,44-40-287,13 3-105,19-7-112,74-25-128,9-16-577,14-23-1239</inkml:trace>
  <inkml:trace contextRef="#ctx0" brushRef="#br1" timeOffset="147282.457">27617 9864 28302,'0'0'1006,"0"0"-486,0 0-199,0 0 58,22 21-35,-13-12-315,1 2-12,0 0 0,1-1-1,0 0 1,1 0 0,0-2-1,1 1 1,-1-2 0,1 0 0,1 0-1,0-1 1,0-1 0,0 0 0,0-1-1,1-1 1,13 2-17,63 3 18,1-5-1,0-4 1,0-4 0,24-6-18,46-3 0,-161 14 6,1 0 1,-1-1-1,1 1 0,-1 0 1,1 0-1,0 0 1,-1 0-1,1 0 1,-1 1-1,1-1 1,-1 0-1,1 1 1,-1-1-1,1 1 0,-1 0 1,0-1-1,1 1 1,-1 0-1,0 0 1,1 0-1,-1 0 1,0 0-1,0 0 0,0 0 1,0 0-1,0 0 1,0 1-1,0-1 1,0 0-1,-1 1 1,1-1-1,0 1 1,-1-1-1,1 1 0,-1-1 1,1 1-1,-1-1 1,0 1-1,0-1 1,0 1-1,0-1 1,0 1-1,0-1 1,0 1-1,0 0 0,-1-1 1,1 1-1,0-1 1,-2 2-7,-1 9 64,-1 0 1,0 0 0,-1 0 0,-1 0-1,0-1 1,0 0 0,-1 0 0,-1-1-1,0 0 1,0 0 0,-1-1 0,0 0-1,-1 0 1,-3 2-65,-15 17 74,-34 35-52,2 3 1,3 3-1,3 2 1,3 2-1,3 3 1,-25 56-23,69-122 0,-1-1 0,1 1 0,1 0 0,0 1 0,0-1 0,1 1 0,0-1 1,1 1-1,0-1 0,1 1 0,0 4 0,1-12 1,0 1 0,0 0 0,1 0 0,-1-1 0,1 1 0,0-1 1,0 1-1,0-1 0,1 0 0,-1 0 0,1 0 0,0 0 0,-1 0 0,1-1 0,1 1 0,-1-1 0,0 0 0,0 0 1,1 0-1,0 0 0,-1 0 0,1-1 0,0 0 0,-1 0 0,3 1-1,101 18 33,-84-20-28,-21-1-5,0 0 1,0 1-1,0-1 0,0 1 1,1-1-1,-1 1 1,0 0-1,0 0 0,0 0 1,1 0-1,-1 0 0,0 1 1,0-1-1,0 1 0,0-1 1,1 1-1,-1 0 1,0-1-1,0 1 0,0 0 1,0 1-1,-1-1 0,1 0 1,0 0-1,0 1 1,-1-1-1,1 1 0,-1 0 1,1-1-1,-1 1 0,0 0 1,0 0-1,0 0 0,0 0 1,0 0-1,0 0 1,0 0-1,0 0 0,-1 0 1,1 0-1,-1 1 0,-23 268 32,37-164-32,-13-104 0,0-1 0,0 1 0,0 0 0,0-1 0,1 1 0,-1 0 0,1-1 0,-1 0 0,1 1 0,0-1 0,0 0 0,0 0 0,0 0 0,1 0 0,-1 0 0,0-1 0,1 1 0,-1-1 0,1 0 0,0 1 0,-1-1 0,1 0 0,0-1 0,0 1 0,0 0 0,0-1 0,-1 1 0,1-1 0,0 0 0,0 0 0,0 0 0,0-1 0,0 1 0,0-1 0,2 0 0,4-4 0,0-1 0,0-1 0,0 0 0,-1 0 0,0 0 0,0-1 0,0 0 0,-1-1 0,-1 0 0,0 0 0,0 0 0,0-1 0,-1 1 0,-1-2 0,0 1 0,0 0 0,-1-1 0,0 1 0,0-3 0,-3 12 0,16-48-72,-2-2 0,-2 1-1,-2-1 1,-3-1 0,-2 0 0,-2-39 72,-3 91 2,0 0 0,0 1 1,0-1-1,0 1 1,0-1-1,-1 0 1,1 1-1,0-1 1,0 1-1,-1-1 0,1 0 1,0 1-1,0-1 1,-1 0-1,1 1 1,0-1-1,-1 0 1,1 0-1,0 1 1,-1-1-1,1 0 0,-1 0 1,1 0-1,0 0 1,-1 1-1,1-1 1,-1 0-1,1 0 1,-1 0-1,1 0 0,0 0 1,-1 0-1,1 0 1,-1 0-1,1 0 1,-1 0-1,1 0 1,0 0-1,-1-1 0,1 1 1,-1 0-1,1 0 1,0 0-1,-1-1 1,1 1-1,-1 0 1,1 0-1,0-1 0,-1 1 1,1 0-1,0-1 1,0 1-1,-1 0 1,1-1-1,0 1 1,0 0-1,-1-1 1,1 1-1,0-1 0,0 1 1,0 0-1,0-1 1,0 1-1,0-1 1,0 1-1,-1 0 1,1-1-1,0 1 0,1-1-2,-27 30 45,-131 281 191,126-238-241,-2-1-1,-4-1 1,-44 62 5,76-124 0,0 0 0,0-1 0,0 0 0,-1 0 0,0-1 0,0 1 0,-1-1 0,0-1 0,0 1 0,0-1 0,-1-1 0,1 1 0,-1-1 0,0 0 0,-1-1 0,1 0 0,0 0 0,-1-1 0,0 0 0,0 0 0,1-1 0,-1-1 0,0 1 0,0-1 0,0-1 0,-7 0 0,9-3 0,1 0 0,-1 0 0,1-1 0,0 0 0,1 0 0,-1 0 0,1-1 0,0 0 0,1 0 0,-1 0 0,1 0 0,0-1 0,1 1 0,-1-1 0,1 0 0,1 0 0,-1-1 0,1 1 0,1 0 0,-1-1 0,1 1 0,0-1 0,1 0 0,0 1 0,0-1 0,1 1 0,0-1 0,0 1 0,2-7 0,3-22 0,2 0 0,1 0 0,1 1 0,3 0 0,0 1 0,2 0 0,2 1 0,1 1 0,2 1 0,0 1 0,26-28 0,33-47-58,5 5-1,5 3 1,3 4 0,8 1 58,-76 71-27,2 1 0,0 2 1,1 0-1,1 2 0,0 1 1,1 1-1,0 1 0,2 2 1,-1 1-1,1 1 0,0 2 1,1 1-1,0 1 0,0 2 1,20 1 26,-40 1 18,0 1-1,0-1 1,0 2 0,0 0 0,-1 0 0,1 1 0,0 1 0,-1 0 0,0 1 0,1 0 0,-1 0 0,-1 1 0,1 0 0,-1 1 0,0 1 0,0-1 0,-1 2 0,1-1 0,-2 1 0,1 1 0,-1-1 0,-1 1 0,1 1 0,-1-1 0,-1 1-18,1 11 11,0 0 0,-2 0-1,0 0 1,-2 1 0,0-1 0,-1 1 0,-2 0 0,0 0-1,-1-1 1,-1 1 0,-1 0 0,-1-1 0,-1 0 0,-1 0-1,0 0 1,-2-1 0,-9 17-11,1 3 0,-70 215 0,83-238 0,1 0 0,0 0 0,1 0 0,1 1 0,0-1 0,1 0 0,1 0 0,1 0 0,0 0 0,2-1 0,-1 1 0,2-1 0,0 0 0,6 9 0,18 24 0,-23-40 0,0 0 0,-1 1 0,-1-1 0,1 2 0,-2-1 0,1 0 0,-1 1 0,-1 0 0,0 0 0,1 10 0,-6-16 0,-1 1 0,1-1 0,-1 1 0,-1-1 0,1 0 0,-1 0 0,0-1 0,0 1 0,0-1 0,0 0 0,-1 0 0,0 0 0,0-1 0,0 0 0,0 0 0,-1 0 0,1 0 0,-1-1 0,1 0 0,-1 0 0,0 0 0,0-1 0,0 0 0,-4 0 0,-3 4 0,-29 9-44,-2-3 0,0-1 1,0-2-1,0-2 0,-1-1 0,-29-3 44,65-1-93,-1-1 0,0 0 0,1-1 0,-1 0 0,1 0 0,0-1 0,-1 0-1,1-1 1,0 0 0,0 0 0,0-1 0,1 0 0,-1-1 0,1 0 0,0 0 0,0-1-1,1 0 1,0 0 0,0-1 0,0 0 0,1 0 0,-6-8 93,-1-7-302,2-1 0,0 0-1,1 0 1,1-1 0,1-1 0,2 1 0,0-1 0,2 0 0,0-1 0,2 1-1,1-8 303,1 32 63,0 0 0,0 1 0,1-1 0,-1 0 0,0 0 0,1 1 0,-1-1 0,0 0-1,1 0 1,-1 1 0,1-1 0,0 1 0,-1-1 0,1 0 0,-1 1 0,1-1 0,0 1-1,-1-1 1,1 1 0,0 0 0,0-1 0,-1 1 0,1 0 0,0 0 0,0-1 0,0 1-1,-1 0 1,1 0 0,0 0 0,0 0 0,0 0 0,0 0 0,-1 0 0,1 0 0,0 0-1,0 0 1,0 1 0,-1-1 0,1 0 0,0 0 0,0 1 0,-1-1 0,1 1-1,0-1 1,-1 0 0,1 1 0,0-1 0,-1 1 0,1 0 0,0-1 0,-1 1 0,1 0-1,-1-1 1,0 1 0,1 0 0,-1-1 0,1 1 0,-1 0 0,0 0 0,0-1 0,1 1-63,5 3 211,257 176 1367,17 3-2445,-208-132-1498</inkml:trace>
  <inkml:trace contextRef="#ctx0" brushRef="#br1" timeOffset="163821.541">21805 8822 27798,'0'0'1408,"-18"-18"-1006,-119-110-68,128 121-293,-1 0 0,0 0-1,0 1 1,0 0-1,-1 0 1,0 1-1,0 1 1,0 0 0,0 1-1,-1 0 1,0 0-1,1 1 1,-1 1-1,0 0 1,0 1 0,0 0-1,0 0 1,0 2-1,1-1 1,-1 2-1,0-1 1,1 1 0,0 1-1,-1 0 1,1 1-1,1 0 1,-1 1-1,1 0 1,0 0 0,0 1-1,1 1 1,0 0-1,-2 2-40,-9 10 50,1 2-1,1 0 1,1 1 0,1 0-1,0 2 1,2-1-1,1 2 1,2 0-1,0 1 1,1 0 0,2 0-1,1 1 1,1 0-1,1 0 1,2 1-1,1-1 1,1 1 0,2 14-50,-1-37 16,0 0-1,1 0 1,-1 0 0,1-1 0,1 1 0,-1 0 0,1-1 0,0 1 0,0-1 0,1 1 0,-1-1 0,1 0 0,1 0 0,-1 0 0,0-1 0,1 1 0,0-1 0,0 0 0,1 0 0,-1 0 0,1-1 0,0 1 0,0-1 0,0 0 0,0 0 0,0-1 0,1 0-1,-1 0 1,1 0 0,-1-1 0,1 1 0,5-1-16,-1 0 5,0 0-1,0-1 0,0 0 1,0-1-1,0 0 0,-1-1 1,1 0-1,0 0 0,0-1 1,-1-1-1,0 1 1,0-1-1,0-1 0,0 0 1,-1 0-1,1-1 0,-1 0 1,-1 0-1,7-7-4,168-161-157,-112 108-817,-11 5-904</inkml:trace>
  <inkml:trace contextRef="#ctx0" brushRef="#br1" timeOffset="164072.18">21964 9270 18132,'0'0'11522,"0"0"-10770,0 0-23,66 118-41,-36-99-120,-2-7-256,2-6-248,-2-6-64,22-4-96,-8-19-568,-3-8-1097</inkml:trace>
  <inkml:trace contextRef="#ctx0" brushRef="#br1" timeOffset="164240.278">23120 8660 11899,'0'0'15867,"0"0"-14467,0 0-712,0 0-328,0 0-360,0 0-608</inkml:trace>
  <inkml:trace contextRef="#ctx0" brushRef="#br1" timeOffset="164464.819">23104 8335 25958,'0'0'3544,"0"0"-2297,0 0-869,-10 20 96,-124 291 685,128-298-1158,-20 49 0,2 0 0,3 2 0,3 0 0,2 1-1,3 0 1,4 1 0,0 20-1,9-80-5,0-5 4,-1 0 0,1 0-1,-1 0 1,1 0 0,0-1 0,0 1-1,0 0 1,0 0 0,-1 0 0,1 0-1,0 0 1,0 0 0,1-1 0,-1 1-1,0 0 1,0 0 0,0 0 0,0 0-1,1 0 1,-1-1 0,1 1 0,-1 0-1,0 0 1,1 0 0,-1-1 0,1 1-1,-1 0 1,1-1 0,0 1 0,-1 0-1,1-1 1,0 1 0,-1-1 0,1 1-1,0-1 1,0 1 0,0-1 0,-1 0-1,1 1 1,0-1 0,0 0 0,0 0-1,0 0 2,95-63-2819,-46 6-3761</inkml:trace>
  <inkml:trace contextRef="#ctx0" brushRef="#br1" timeOffset="164666.552">23682 8426 25758,'0'0'4632,"0"0"-4103,0 139-57,-2-69 48,0 7-48,-1 2-240,1 0-168,2-7-64,0-7-8,0-20-336,41-43-376,-4-2-1097,2-29-6400</inkml:trace>
  <inkml:trace contextRef="#ctx0" brushRef="#br1" timeOffset="164945.457">24465 8492 30559,'0'0'816,"0"0"-272,-53 135-88,37-79-152,9-2-216,7-6-88,0-9-120,37-20-464,2-13-568,5-6-2137</inkml:trace>
  <inkml:trace contextRef="#ctx0" brushRef="#br1" timeOffset="165216.143">25009 8453 26222,'0'0'3744,"0"0"-3408,0 0-71,-9 151 223,18-99-208,21 0-24,7-2-256,25 4-128,-9-17-1385,-9-16-2944</inkml:trace>
  <inkml:trace contextRef="#ctx0" brushRef="#br1" timeOffset="165217.143">26108 8432 30062,'0'0'1217,"0"0"-1041,-53 127 48,18-55 112,-20 57-336,9-17-240,5-6-2513</inkml:trace>
  <inkml:trace contextRef="#ctx0" brushRef="#br1" timeOffset="165693.997">21517 9987 29254,'0'0'1175,"0"0"-457,0 0-129,0 0-29,36-15-184,80-28-328,2 5-1,65-11-47,596-96 0,5 33 0,4 35 0,236 29 0,-140 40-213,-863 8-1965,-18-2-4657</inkml:trace>
  <inkml:trace contextRef="#ctx0" brushRef="#br0" timeOffset="127249.989">21383 16826 26718,'0'0'699,"0"0"-393,0 0-167,28 11 4,186 63 1140,-3-30-693,2-10 0,145 3-590,59-16-1046,116-22 1046,-274-1-4,-191 2-5,355 0 778,57 23-769,-12 22 265,745 45-152,683-70 123,-1796-18-166,2145 13 680,-1848-33-3010,-332 13-2311</inkml:trace>
  <inkml:trace contextRef="#ctx0" brushRef="#br1" timeOffset="153807.579">24327 17684 26286,'0'0'1479,"0"0"40,0 0-998,-14-19-181,-46-66 22,15 0 86,43 78-424,-1-1 0,0 0 1,0 1-1,0 0 0,-1 0 0,0 0 1,0 0-1,-1 1 0,0-1 0,0 1 1,-1 0-1,1 1 0,-1-1 0,-1 1 1,1 0-1,-1 1 0,0 0 1,0 0-1,0 0 0,-6-2-24,8 6 3,-1 0 0,0 1 0,1-1 0,-1 1-1,1 1 1,-1-1 0,1 0 0,0 1 0,-1 0 0,1 1 0,0-1-1,0 1 1,0 0 0,1 0 0,-1 1 0,1-1 0,-1 1 0,1 0 0,0 0-1,1 0 1,-1 1 0,1-1 0,0 1 0,0 0 0,0 0 0,1 0 0,0 0-1,0 0 1,0 1 0,0-1 0,1 1 0,0-1 0,-1 6-3,-8 20 4,2 0-1,0 0 1,2 1 0,1 0 0,2 0-1,1 31-3,0-56 2,1-1-1,1 1 1,-1-1-1,1 1 1,0-1-1,1 1 1,-1-1-1,1 1 1,0-1-1,1 1 1,0-1-1,0 0 1,0 0-1,1 0 1,-1 0-1,2 0 1,-1 0-1,1-1 1,-1 0-1,1 0 1,1 0-1,-1 0 1,1 0-1,0-1 1,0 0-1,0 0 1,0 0-1,1-1 1,0 0-1,0 0 1,0 0-1,4 1-1,9-3-75,1 0 0,-1-2 0,1 0 0,-1-1 0,0-1 0,0-1 0,0-1 0,0 0 0,-1-1 0,0-1 0,0-1 0,-1-1 0,0 0 0,0-1 0,5-6 75,56-32-2538</inkml:trace>
  <inkml:trace contextRef="#ctx0" brushRef="#br1" timeOffset="154057.64">24726 17724 27406,'0'0'2920,"0"0"-2471,0 0-57,0 0-80,0 0-192,0 0-120,131 51-376,-76-61-1161</inkml:trace>
  <inkml:trace contextRef="#ctx0" brushRef="#br1" timeOffset="154228.615">25286 17614 29526,'0'0'1075,"0"0"-483,0 0-193,0 0-131,-10-22-142,-46-122-86,56 141-53,0 0 1,-1 0 0,1 0-1,-1 0 1,0 0 0,1 0-1,-1 1 1,-1-1 0,1 0-1,0 0 1,-1 1 0,1-1-1,-1 1 1,0-1 0,0 1-1,0 0 1,0 0 0,0 0-1,-1 0 1,1 0 0,-1 0 0,1 1-1,-1-1 1,1 1 0,-1 0-1,0-1 1,0 1 0,0 1-1,0-1 1,0 0 0,0 1-1,0-1 1,0 1 0,0 0-1,0 0 1,0 0 0,0 0-1,-2 1 13,0 7-7,-1 0 0,2 0 0,-1 1 0,1 0 0,1-1 0,-1 2 0,2-1 0,-1 0 0,1 0 0,0 1 0,1-1 0,0 1 0,1 8 7,0-18-1,-4 20-1,1 0 0,0 0-1,2 0 1,0 1-1,2-1 1,0 0 0,1 0-1,1 0 1,1 0-1,0 0 1,2 0 0,0-1-1,2 0 1,0-1-1,10 18 3,-14-33-24,0 1 0,0-1 0,1 1-1,-1-1 1,1 0 0,0-1 0,0 1 0,0-1-1,0 0 1,1-1 0,-1 1 0,0-1-1,1 0 1,-1 0 0,1 0 0,-1-1-1,1 0 1,0 0 0,-1-1 0,3 0 24,4 1-73,64-5-631,-3-19-658</inkml:trace>
  <inkml:trace contextRef="#ctx0" brushRef="#br1" timeOffset="154498.532">25984 17406 27214,'0'0'1001,"0"0"70,0 0-141,0 0-238,0 0-281,0-3-242,0-18-601,8 25-979,21 62 1150,-20-56 352,1-1 0,0 0 0,0-1 0,1 0 0,0-1 0,0 0 0,1-1 1,0 0-1,0-1 0,0 0 0,10 2-91,20 10-92,-17-6-456,0-1-1,0-1 0,1-1 1,1-2-1,-1 0 0,1-2 1,19 1 548,-4-4-4585</inkml:trace>
  <inkml:trace contextRef="#ctx0" brushRef="#br1" timeOffset="154747.571">26497 17462 27382,'0'0'1848,"0"0"-1576,0 0-144,-143-58 152,111 48 104,5 10-151,8 0-105,5 23-64,5 14 8,9 9 32,0 1-32,16 3-24,14-2-48,9-7 0,5-8-408,18-12-1057,-6-11-1183,-10-10 1799</inkml:trace>
  <inkml:trace contextRef="#ctx0" brushRef="#br1" timeOffset="155445.241">25917 17369 27070,'0'0'1810,"0"0"-1232,0 0-354,-24-5 108,-79-15 60,99 20-376,0-1 0,-1 0-1,1 1 1,-1 0 0,1 0-1,-1 0 1,1 1 0,-1 0-1,1-1 1,0 2-1,-1-1 1,1 0 0,0 1-1,0 0 1,0 0 0,0 0-1,0 0 1,0 1-1,1-1 1,-1 1 0,1 0-1,0 0 1,-1 0 0,1 1-16,-5 3 21,-7 8 51,1 0 0,0 0 1,1 1-1,1 1 0,0 0 1,1 1-1,1 0 0,1 1 1,1 0-1,0 0 0,1 1 1,1 0-1,1 0 0,1 0 1,1 1-1,1 0 0,0 19-72,2-33 17,0-1-1,0 0 1,0 0 0,1 0-1,0 0 1,0 1-1,1-1 1,0 0 0,0-1-1,0 1 1,1 0-1,0-1 1,0 1 0,0-1-1,0 0 1,1 0-1,0 0 1,0 0 0,1-1-1,-1 0 1,1 0-1,0 0 1,0 0 0,0-1-1,0 0 1,1 0-1,0 0 1,-1-1 0,4 1-17,11 2 10,0 0 0,0-2 0,0-1 0,1-1 0,-1 0 1,1-1-1,-1-2 0,0 0 0,1-1 0,-1-1 0,-1 0 1,1-2-1,-1-1 0,0 0 0,0-1 0,0-1 0,-2-1 1,1 0-1,-1-1 0,-1-1 0,0-1 0,0-1 1,-1 0-1,-1-1-10,2 0-9,-1 0 1,-1-1 0,-1 0-1,0-2 1,-1 1 0,-1-1-1,-1-1 1,0 0 0,-2-1 0,0 1-1,1-8 9,7-85-4721,-16 108-8941</inkml:trace>
  <inkml:trace contextRef="#ctx0" brushRef="#br1" timeOffset="155695.313">27283 17133 30727,'0'0'1392,"0"0"-1192,-7 176-40,32-23 112,26 50-272,-7-20-224,-3-28-3153</inkml:trace>
  <inkml:trace contextRef="#ctx0" brushRef="#br1" timeOffset="157616.538">21150 17024 25037,'0'0'4681,"0"0"-3944,0 0-473,0 0 224,0 0 24,0 0-136,-4 151-176,4-90-120,0 26-56,2 31-24,16 23-200,1-21-968,-3-33-4722</inkml:trace>
  <inkml:trace contextRef="#ctx0" brushRef="#br1" timeOffset="157880.342">22166 17625 30294,'0'0'1097,"0"0"-977,125-4 56,-22 4 32,38 0-64,43 15-144,0 14-80,-43-4-1112,-42-3-2953</inkml:trace>
  <inkml:trace contextRef="#ctx0" brushRef="#br1" timeOffset="162820.652">20316 16616 21749,'0'0'5925,"0"0"-4161,26 0-1213,351-14 889,107-23-806,2 21-1,239 31-633,-188 9 68,-175-12-67,-2 16 1,143 37-2,-213-7 0,-78-12 0,3-10 0,139 3 0,-55-28 0,348 26 0,-452-2 0,-256-16-814,29-15-885</inkml:trace>
  <inkml:trace contextRef="#ctx0" brushRef="#br1" timeOffset="168144.078">28488 15424 29686,'0'0'1721,"0"0"-1497,0 0-136,0 0 184,168 0 112,-87-12-104,11-7-168,11-4-112,6-1 0,-3 1 0,30-2 0,-30 6-440,-24 1-1833</inkml:trace>
  <inkml:trace contextRef="#ctx0" brushRef="#br0" timeOffset="77643.631">15842 13571 30599,'10'145'608,"-3"25"-392,2-13-152,0-1 320,0 10 32,-9 16-176,0 5-184,-16 4-56,-7-7-24,-14-16-640,7-46-744,0-37-3137</inkml:trace>
  <inkml:trace contextRef="#ctx0" brushRef="#br0" timeOffset="77133.772">13868 14327 30054,'0'0'553,"0"0"-417,182 0-56,-94 0 136,2 0-8,2 0-128,-5-2-80,-6-4-80,6-6-200,-20-1-545,-18-1-1935</inkml:trace>
  <inkml:trace contextRef="#ctx0" brushRef="#br0" timeOffset="77394.363">14292 13898 29606,'-21'121'608,"-2"30"-432,0 29-111,9-6 119,10-14 144,4-11-208,0-33-120,0-35-40,14-33-400,18-27-361,-2-11-951,0-10-6450</inkml:trace>
  <inkml:trace contextRef="#ctx0" brushRef="#br0" timeOffset="175407.137">13569 14100 29286,'0'0'870,"0"0"-430,25 5-87,366 93 1032,-248-48-1299,-2 8 1,-2 5 0,-3 6-1,-4 6 1,75 58-87,278 197 0,-476-324-28,-1-3 5,-1 0-1,1 1 0,-1 0 0,0 0 1,0 1-1,-1 0 0,1 0 0,-1 1 0,0-1 1,-1 1-1,0 1 0,1-1 0,-2 1 1,1 0-1,-1 0 0,0 0 0,-1 1 1,1-1-1,-2 1 0,1 0 0,-1 1 24,0 15-1641</inkml:trace>
  <inkml:trace contextRef="#ctx0" brushRef="#br0" timeOffset="74534.081">6399 14002 7746,'0'0'21604,"0"0"-20732,0 0-199,0 0-185,0 0 40,0 0-168,0 0-208,56-79-56,6 54 0,12 2-32,13 7-40,5 6-24,30 7 0,19 3-40,25 9-136,-10 9-472,-43-1-1177,-39-11-15794</inkml:trace>
  <inkml:trace contextRef="#ctx0" brushRef="#br0" timeOffset="74818.435">8242 13370 30110,'0'0'681,"0"0"-505,0 0 8,-6 116 208,6-31-72,0 41-144,0 36-16,0 18-16,0 1-48,0-11-48,-3-9-48,-4-7-16,3-38-416,-3-27-1385</inkml:trace>
  <inkml:trace contextRef="#ctx0" brushRef="#br0" timeOffset="75467.419">9182 14052 29582,'0'0'800,"0"0"-623,0 0 103,148 8 160,-65-8-144,20 0-144,6-2-104,22-2-48,33 4 0,-29 0-480,-22 0-2577</inkml:trace>
  <inkml:trace contextRef="#ctx0" brushRef="#br0" timeOffset="174768.058">6482 13465 27598,'0'0'792,"0"0"696,0 0-722,0 0-353,0 0-89,5 9-13,41 33 119,108 7-65,-69-27-252,341 96 54,24 27-167,-206-54 0,-4 11 0,-5 10 0,-5 10 0,-5 10 0,48 47 0,-259-172-43,-1 1 1,0 1-1,0 0 1,-1 1-1,0 0 0,-1 0 1,0 2-1,0-1 0,-1 1 1,-1 1-1,0 0 1,-1 0-1,0 0 0,-1 1 1,0 1-1,-2-1 1,1 1-1,-2 0 0,0 0 1,-1 0-1,0 3 43,-3-4-2650</inkml:trace>
  <inkml:trace contextRef="#ctx0" brushRef="#br0" timeOffset="186360.979">3591 15887 25477,'0'0'1042,"0"0"-389,0 0-384,0 0-103,0 0 216,9-2 422,249-37 545,540 36-676,-690 4-651,68 0 78,1-8-1,4-8-99,-123 7 17,-1-2-1,0-2 0,0-3 1,-2-2-1,0-3 0,-1-2 0,-1-3 1,9-8-17,45-40 6,-4-5 0,-3-4 0,-4-5 0,-3-4 0,-5-4 0,11-22-6,28-23 1,-6-5 1,-7-5-1,-7-5 1,-6-4-1,-8-5 1,-7-3-1,-7-4 1,-7-6-2,-9-46 1,-11-3 0,-9-2 1,-11-2-1,-9 0 0,-11-2 1,-14-155-2,2 297 2,-5 0 0,-3 1 0,-5-1 1,-3 2-1,-4 0 0,-32-84-2,30 108-20,-2 2 0,-3 0 0,-3 2 0,-2 1 0,-3 2 0,-2 1 1,-3 2-1,-2 2 0,-2 2 0,-3 1 0,-1 3 0,-3 2 0,-1 2 0,-2 2 0,-2 3 0,-2 2 0,-47-20 20,31 30-117,-2 3 0,0 4 0,-1 3-1,0 3 1,-1 4 0,0 3 0,-1 4 0,1 3-1,-70 11 118,1 11-192,1 5 0,2 8 0,2 5 0,1 7 0,3 6 0,-23 18 192,25-12-738,2 6 1,4 5-1,3 7 0,4 4 1,3 7-1,4 4 0,-66 72 738,26 4-2734,-69 102 2734,-282 444 2773,358-493-877,9 5 1,-76 179-1897,188-341 85,2 0 0,4 1 0,2 2 0,3 0 0,4 1 0,2 0 0,3 1 0,4 3-85,0-4 86,4 0 0,2 0 0,3 0 0,4 0-1,16 64-85,-4-57 62,2 0 0,5-2 0,2-2 0,3 0 0,4-3 0,3-1 0,3-1 0,2-3 0,4-1 0,2-3 0,36 32-62,228 154-1420,-244-197-447</inkml:trace>
  <inkml:trace contextRef="#ctx0" brushRef="#br0" timeOffset="186624.632">4706 15735 28246,'0'0'0</inkml:trace>
  <inkml:trace contextRef="#ctx0" brushRef="#br0" timeOffset="186883.818">4858 15793 29846,'0'0'0,"0"0"-5233</inkml:trace>
  <inkml:trace contextRef="#ctx0" brushRef="#br0" timeOffset="187134.966">4858 15793 27862,'9'129'3257,"-9"-121"-3257,5 9-1385,7-1-895</inkml:trace>
  <inkml:trace contextRef="#ctx0" brushRef="#br0" timeOffset="187135.966">5072 16121 29686,'0'0'656,"0"0"-471,0 0-185,0 0-137,0 0-319,0 0-600,0 0-3241</inkml:trace>
  <inkml:trace contextRef="#ctx0" brushRef="#br0" timeOffset="188667.842">19363 15396 21797,'-1'10'6957,"1"-13"-6867,12-1 1571,217 187-911,-203-165-723,0-1 0,1-1-1,1-1 1,0-1 0,1-2 0,1 0 0,-1-3 0,2 0 0,-1-2 0,1-1 0,29 2-27,29-4 13,-1-4 1,0-4-1,0-3 1,0-5-1,-1-3 0,-1-4 1,-1-3-1,-1-4 1,-1-4-1,-1-4 1,-2-3-1,54-35-13,-20 9-6,-2-5 0,-4-5 0,-3-4 0,-4-5 0,-3-4 0,-5-5-1,-3-3 1,-4-4 0,-5-4 0,-4-3 0,-5-4 0,-5-3 0,-5-2 0,12-39 6,26-114-50,50-229 50,-97 311 6,5-1-22,-8-2 1,-8-2-1,-9-1 1,-8-2-1,-5-65 16,-20 221 2,-1 0 0,-1 0 0,-2 0 0,-2 0 0,-1 0 0,-9-21-2,12 44 0,-2 0 0,0 0 0,0 1 0,-1 0 0,-1 0-1,0 1 1,-1 0 0,0 0 0,-1 1 0,0 0 0,-1 1 0,0 0-1,-1 0 1,0 1 0,0 1 0,-1 0 0,0 1 0,-7-3 0,-19-4-39,-2 1 1,0 2-1,0 1 1,-1 3-1,0 1 1,0 2-1,-24 2 39,-36 0-71,0 4-1,0 5 0,1 5 0,0 3 0,1 6 0,1 3 1,-36 17 71,-18 14-6,2 7 0,3 7 1,4 6-1,3 6 1,3 6-1,4 6 1,5 6-1,4 6 0,5 4 1,4 6-1,-33 51 6,57-58 8,5 3 0,5 5 0,5 3 0,5 3 0,-5 25-8,43-73-53,3 0 0,3 2 0,4 1-1,3 1 1,4 0 0,3 2 0,4 0 0,3 0-1,3 64 54,6-93-338,2 0 0,3-1-1,1 0 1,3 0-1,2-1 1,2-1-1,2 0 1,2-1-1,2 0 1,10 11 338,32 51-6070</inkml:trace>
  <inkml:trace contextRef="#ctx0" brushRef="#br0" timeOffset="188915.405">21316 15828 29238,'0'0'0</inkml:trace>
  <inkml:trace contextRef="#ctx0" brushRef="#br0" timeOffset="189087.155">21795 15902 12283,'0'0'18604,"0"0"-18604,0 0-2761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30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0 29494,'0'0'771,"-17"23"-208,-124 219 341,91-120-645,6 3 0,5 1-1,6 2 1,2 17-259,17 7 0,15-147 0,-1 0 0,1-1 0,0 1 0,0 0 0,0 0 0,1 0 0,-1-1 0,1 1 0,1-1 0,-1 1 0,0-1 0,1 0 0,0 0 0,0 0 0,0 0 0,1-1 0,-1 1 0,1-1 0,0 0 0,0 0 0,0 0 0,0 0 0,0-1 0,1 0 0,-1 0 0,1 0 0,1 0 0,132 21 0,-118-24 0,0-1 0,0-1 0,0 0 0,0-2 0,-1 0 0,0-2 0,0 0 0,-1-1 0,0 0 0,0-2 0,0 0 0,-2-1 0,1-1 0,-1 0 0,-1-1 0,0-1 0,-1 0 0,-1-1 0,0-1 0,0-2 0,-8 13 0,-2-1 0,1 1 0,0 0 0,-1-1 0,0 0 0,0 0 0,-1 0 0,0 0 0,0 0 0,0 0 0,-1-1 0,0 1 0,0-1 0,0 1 0,-1-1 0,0 1 0,0-1 0,-1 1 0,0-1 0,0 1 0,-1 0 0,1-1 0,-1 1 0,-1-2 0,-7 0 0,0 0 0,0 1 0,0 0 0,-1 1 0,0 0 0,0 0 0,-1 1 0,1 1 0,-1 0 0,0 1 0,-1 0 0,1 1 0,0 0 0,-1 0 0,1 2 0,-1 0 0,1 0 0,-2 1 0,-20 0-110,0 2-1,0 1 1,0 1-1,1 2 1,0 2-1,-6 3 111,-65 26-1393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29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0 123 30270,'0'0'789,"0"0"-412,27 5-114,35 6-16,0-3 0,1-3 0,54-3-247,173-20 355,171-38-355,-183 18-28,264-1 28,-484 37-296,0 2-1,0 3 0,0 2 1,0 3-1,-1 3 1,9 4 296,-45-8-2574</inkml:trace>
  <inkml:trace contextRef="#ctx0" brushRef="#br0" timeOffset="249.586">901 440 30799,'-50'130'640,"-6"24"-472,-4 20-104,10-14 24,20-21 80,16-23-112,14-25-56,16-21-400,16-32-897,5-20-1295</inkml:trace>
  <inkml:trace contextRef="#ctx0" brushRef="#br0" timeOffset="542.693">1915 361 30294,'-19'29'807,"-84"137"579,-74 163-1386,171-317 25,-17 32 6,2 1 1,2 1 0,2 1 0,2 0 0,2 1 0,2 1 0,2 0 0,0 35-32,10-80 0,0 0 0,0 0 0,1 0 0,0 0 0,0 0 0,0 0 0,0-1 0,1 1 0,0-1 0,-1 0 0,1 1 0,0-1 0,0-1 0,1 1 0,-1 0 0,1-1 0,-1 1 0,1-1 0,0 0 0,0-1 0,0 1 0,0-1 0,0 1 0,0-1 0,0 0 0,0-1 0,0 1 0,1-1 0,-1 0 0,0 0 0,1 0 0,-1 0 0,0-1 0,0 1 0,0-1 0,1-1 0,-1 1 0,2-1 0,22-6 0,-1-1 0,-1-1 0,1-1 0,-2-1 0,1-2 0,-2 0 0,0-2 0,-1 0 0,0-2 0,-2 0 0,0-2 0,-1 0 0,-1-1 0,15-23 0,-32 43 0,9-10 0,-1 0 0,1-1 0,-2 0 0,0-1 0,0 0 0,-1-1 0,-1 1 0,0-1 0,-1-1 0,-1 1 0,1-3 0,-6 13 0,-1 1 0,0-1 0,1 1 0,-1-1 0,0 1 0,-1-1 0,1 1 0,0 0 0,-1-1 0,0 1 0,0 0 0,0 0 0,0 0 0,-1 1 0,1-1 0,-1 0 0,1 1 0,-1 0 0,0-1 0,0 1 0,0 0 0,0 0 0,0 1 0,-1-1 0,1 1 0,0 0 0,-1-1 0,1 1 0,-1 1 0,1-1 0,-1 1 0,0-1 0,1 1 0,-1 0 0,0 0 0,1 1 0,-1-1 0,1 1 0,-1-1 0,1 1 0,-1 0 0,-1 1 0,-7-2 0,-252 5-420,189-4-1104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32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28598,'0'0'2201,"0"0"-1833,0 0-160,0 0-104,0 0 360,0 0 24,202 4-152,-66-24-336,37-5 0,11 2 0,-11 6 0,-18 15 0,-29 2-40,-34 0-1192,-20 0-2289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33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735 1 30639,'-23'21'718,"-219"232"197,174-171-844,5 4 0,3 2-1,4 2 1,4 3 0,4 2-1,5 2 1,-14 48-71,52-129 0,0-1 0,2 0 0,-1 1 0,2 0 0,0 0 0,1 0 0,1 0 0,0 0 0,1 3 0,2-13 0,1 0 0,0 1 0,0-1 0,1-1 0,-1 1 0,1-1 0,1 0 0,-1 0 0,1 0 0,-1-1 0,1 0 0,1 0 0,-1 0 0,0-1 0,1 0 0,0 0 0,0-1 0,-1 1 0,2-2 0,-1 1 0,0-1 0,0 0 0,0 0 0,1-1 0,-1 0 0,0 0 0,0-1 0,1 0 0,2-1 0,14 0 0,0-2 0,-1 0 0,1-1 0,-1-2 0,0 0 0,-1-1 0,0-2 0,0 0 0,-1-1 0,0-1 0,-1-1 0,-1-1 0,0-1 0,0 0 0,-2-1 0,0-2 0,-1 1 0,-1-2 0,3-5 0,-11 14 1,0 0-1,-1 0 1,0-1 0,-1 0-1,0-1 1,0 1 0,-2-1-1,1 1 1,-1-1-1,-1-1 1,0-6-1,-1 16-3,-1-1 0,0 0 0,0 0-1,-1 1 1,1-1 0,-1 0 0,0 0 0,0 1-1,0-1 1,0 1 0,-1-1 0,0 1 0,1-1 0,-1 1-1,0 0 1,0 0 0,-1 0 0,1 0 0,-1 0 0,0 1-1,1-1 1,-1 1 0,0-1 0,0 1 0,-1 0-1,1 0 1,0 1 0,-1-1 0,1 1 0,-1-1 0,1 1-1,-1 0 1,0 1 0,0-1 0,1 1 0,-1-1 0,0 1-1,0 0 1,1 0 0,-1 1 3,-23-1-239,1 2-1,-1 1 1,1 0 0,0 2 0,0 2-1,1 0 1,-13 6 239,-69 29-3366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32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42 31359,'0'0'656,"0"0"-488,159-21-120,-23 13 64,46 2 176,23 2-152,0 1-136,-18 3 0,-35 3 0,-30 13 0,-28 3 0,-29-1 0,-12 3 0,4 8-144,-13-2-1544,-12-8-4530</inkml:trace>
  <inkml:trace contextRef="#ctx0" brushRef="#br0" timeOffset="250.687">859 311 29206,'0'0'1953,"-122"119"-1737,14 13-136,-37 59-16,-3 23 280,22-5 112,31-22-128,40-46-208,20-32-120,17-32 0,11-31 0,7-17-64,35-25-320,13-4-296,5-8-1377</inkml:trace>
  <inkml:trace contextRef="#ctx0" brushRef="#br0" timeOffset="580.035">1286 519 31311,'-14'21'668,"-122"210"76,108-174-739,3 1 1,3 2 0,2 0-1,3 1 1,3 1-1,2 0 1,3 1-1,2 13-5,6-70 0,0 0 0,1-1 0,0 1 0,0 0 0,1-1 0,-1 1 0,1 0 0,0-1 0,1 1 0,-1-1 0,1 1 0,0-1 0,1 0 0,-1 0 0,1 0 0,0 0 0,0 0 0,0-1 0,1 1 0,0-1 0,0 0 0,0 0 0,0 0 0,1-1 0,-1 0 0,1 1 0,4 1 0,0 0 0,0 0 0,0-1 0,1 0 0,0 0 0,-1-1 0,1-1 0,0 0 0,1 0 0,-1-1 0,0 0 0,0 0 0,1-1 0,-1-1 0,0 0 0,0 0 0,0-1 0,0 0 0,0-1 0,0 0 0,0-1 0,-1 0 0,2-1 0,10-5 0,-1-2 0,0 0 0,-1-2 0,-1 0 0,0-1 0,0 0 0,-2-2 0,0 0 0,9-14 0,-19 26 0,0-1 0,-1-1 0,0 1 0,-1-1 0,0 0 0,0 0 0,0 0 0,-1-1 0,0 1 0,0-1 0,-1 1 0,0-1 0,0 0 0,-1 0 0,0 0 0,0 0 0,-1-1 0,0 1 0,0 0 0,-1 0 0,0 0 0,-1 0 0,0 0 0,0 0 0,0 1 0,-3-5 0,-8 0 0,0 1 0,-1 0 0,-1 1 0,0 1 0,0 0 0,0 1 0,-1 1 0,0 1 0,-1 0 0,0 1 0,0 0 0,0 2 0,0 0 0,0 0 0,-2 2 0,11 0 0,-189-55-1350,161 32-1525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1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571 287 29326,'0'0'806,"0"0"-193,0 0-245,0 0-42,0 0-12,-11-19-68,-59-109 22,68 120-260,0 1 0,-1-1 0,1 1 0,-2 0 0,1 0 0,-1 0 0,0 0 0,0 1 0,-1 0 0,0 0 0,0 0-1,-1 0 1,1 1 0,-1 0 0,0 0 0,-1 0 0,1 1 0,-1 0 0,0 0 0,0 1 0,0 0 0,0 0 0,-1 0 0,1 1 0,-1 0 0,0 1 0,1 0 0,-1 0 0,0 1 0,0-1 0,0 2 0,1-1 0,-1 1 0,0 0 0,0 1 0,1 0 0,-6 2-8,1 2 1,1 1 0,1 1 0,-1 0 0,1 0 0,1 1 0,-1 0 0,1 0 1,1 1-1,0 0 0,0 1 0,1 0 0,-1 3-1,-12 21 1,2 1-1,1 1 1,2 1 0,1 0 0,2 1-1,2 0 1,1 1 0,2 0 0,2 0-1,2 1 1,2 21-1,0-57-1,0 1 1,0-1 0,1 1-1,0-1 1,1 1-1,-1-1 1,1 1-1,0-1 1,0 0-1,0 1 1,1-1-1,0 0 1,0 0-1,0 0 1,1 0-1,0-1 1,0 1-1,0 0 1,0-1 0,1 0-1,-1 0 1,1 0-1,0 0 1,0-1-1,1 0 1,-1 1-1,1-2 1,0 1-1,-1 0 1,1-1-1,0 0 1,1 0-1,-1 0 1,3-1 0,3 3 2,1-1 0,0-1 0,1 0 0,-1-1 0,0 0 0,0-1 0,1 0 0,-1-1 0,0-1 0,0 0 0,0 0 0,0-1 0,0-1 0,0 0 0,-1 0 0,0-1 0,0-1 0,0 0 0,0 0 0,-1-1 0,0 0 0,7-8-2,232-193-967,-186 159-647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2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30230,'0'0'857,"0"0"-513,0 0-128,0 0-64,47 110-152,-24-108-200,0-2-2233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2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514 189 28414,'0'0'1451,"0"0"-584,0 0-350,0 0-105,0 0-35,-18-20-87,-94-104 0,107 119-288,-1 0 1,0 1 0,0 0 0,0 0-1,0 1 1,-1-1 0,1 1 0,-1 1-1,0-1 1,0 1 0,0 1 0,0-1-1,0 1 1,0 0 0,0 1-1,-1-1 1,1 2 0,0-1 0,0 1-1,0 0 1,0 0 0,0 1 0,0 0-1,0 0 1,0 1 0,0-1 0,1 2-1,0-1 1,-1 1 0,1 0 0,1 0-1,-1 0 1,0 1 0,1 0 0,0 0-1,0 1 1,-3 5-3,-8 10 3,0 0 0,2 1 1,1 1-1,0 1 0,2-1 0,1 2 0,1-1 1,1 2-1,1-1 0,1 1 0,1 0 0,2 0 1,0 0-1,2 1 0,1 15-3,-1-36 0,1 0 0,-1 0 0,1 1 0,1-1 0,-1 0 0,1 0 0,0 0 0,0 0 0,1 0 0,-1 0 0,1 0 0,1-1 0,-1 1 0,1-1 0,0 1 0,0-1 0,0 0 0,1 0 0,0 0 0,0-1 0,0 1 0,1-1 0,-1 0 0,1 0 0,0-1 0,0 1 0,1-1 0,2 1 0,3 0 0,-1-1 0,1-1 0,0 0 0,0 0 0,0-1 0,0 0 0,0-1 0,0 0 0,0-1 0,0 0 0,0-1 0,0 0 0,-1-1 0,1 0 0,-1 0 0,1-1 0,-1-1 0,0 0 0,6-4 0,170-129 0,33-80-1336,-161 155-897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2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1 29718,'0'0'945,"0"0"-297,-32 162-248,18-84 24,0 8-120,8-1-168,3 0-88,3-9-48,0-16-88,26-22-416,1-18 16,1-20-1529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4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525 455 30703,'0'0'666,"0"0"-258,-15-26-230,-83-170 141,89 174-273,-61-121 75,67 138-120,0 0 1,-1 0-1,0 1 0,0-1 1,0 1-1,0 0 0,0 0 0,-1 0 1,0 1-1,0 0 0,0 0 1,0 0-1,0 0 0,0 1 1,-1 0-1,0 0 0,1 0 0,-1 1 1,0-1-1,0 2 0,1-1 1,-1 1-1,0-1 0,-4 2-1,2 2 1,0 0-1,1 0 0,-1 1 1,1 1-1,-1-1 1,1 1-1,1 0 1,-1 1-1,1-1 0,0 1 1,0 1-1,0-1 1,1 1-1,0 0 0,1 0 1,-1 0-1,1 1 1,1 0-1,-1 0 0,1 0 1,1 0-1,0 0 1,-1 3-1,-14 39 1,2 2 1,2 0 0,2 0-1,3 1 1,2 0 0,2 0-1,3 1 1,2 17-2,-1-65-2,-1 0 1,1 0-1,1 0 0,-1 0 1,1 1-1,0-1 1,0 0-1,0 0 0,1 0 1,0-1-1,0 1 0,1 0 1,0-1-1,0 1 1,0-1-1,0 0 0,1 0 1,0 0-1,0-1 0,0 1 1,1-1-1,-1 0 1,1 0-1,0 0 0,0-1 1,1 0-1,-1 0 0,1 0 1,-1-1-1,1 0 1,0 0-1,3 1 2,0-1-6,0 0 0,0-1 0,0 0 1,0-1-1,1 1 0,-1-2 0,0 1 0,0-2 0,0 1 0,0-1 1,0 0-1,0-1 0,4-1 6,193-119-2174,-115 55-2125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4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30487,'0'0'1064,"0"0"-800,0 0-136,0 0 8,0 0-136,87 112-136,-64-104-1753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7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367 345 25782,'0'0'2495,"0"0"-1272,0 0-319,0 0-195,0 0-82,0 0-84,3-18-198,16-118-206,-17 130-139,-1-1 0,0 0 0,0 0 0,0 0 0,-1 1 0,-1-1 0,1 0 0,-1 0 0,0 0 0,0 1 0,-1-1 0,0 1 0,0-1 0,-1 1 0,1 0 0,-1-1 0,-1 1 0,1 1 0,-1-1 0,0 0 0,0 1 0,-1 0 0,0 0 0,0 0 0,0 1 0,0 0 0,-1 0 0,1 0 0,-1 0 0,-2 0 0,1 2 0,0 0 0,0 0 0,-1 0 0,1 1 0,0 1 0,-1-1 0,1 1 0,0 0 0,-1 0 0,1 1 0,0 0 0,0 1 0,-1-1 0,1 2 0,0-1 0,1 1 0,-1-1 0,0 2 0,1-1 0,0 1 0,-1 0 0,1 0 0,1 1 0,-1 0 0,1 0 0,0 0 0,0 1 0,0-1 0,0 3 0,-8 9 0,1 0 0,1 2 0,0-1 0,2 1 0,0 1 0,1 0 0,1 0 0,1 0 0,-3 16 0,4-13 0,1 0 0,1 0 0,1 0 0,1 1 0,1-1 0,1 0 0,1 1 0,1-1 0,2 7 0,-1-24 0,-1 0 0,1 0 0,0-1 0,0 0 0,0 0 0,1 0 0,-1 0 0,1-1 0,0 0 0,1 0 0,-1 0 0,1-1 0,0 1 0,0-1 0,0-1 0,0 1 0,0-1 0,0 0 0,1-1 0,-1 1 0,1-1 0,-1 0 0,1-1 0,0 0 0,-1 0 0,1 0 0,0-1 0,-1 0 0,1 0 0,-1-1 0,1 1 0,-1-1 0,0-1 0,0 1 0,0-1 0,0 0 0,0-1 0,2-1 0,34-19 0,-1-1-1,-1-1 1,-1-3 0,-2-1-1,22-24 1,29-22-31,107-82-1700,-118 94-1578</inkml:trace>
  <inkml:trace contextRef="#ctx0" brushRef="#br0" timeOffset="375.686">1765 399 30663,'0'0'682,"0"0"-339,-6-18-44,-4-14-212,-1 0-1,-2 1 1,-1 1 0,-2 0-1,0 1 1,-2 1 0,-1 1-1,-2 0 1,-4-3-87,16 21 0,-1 1 0,1 1 0,-1 0 0,-1 0 0,1 1 0,-1 0 0,0 1 0,-1 0 0,1 1 0,-1 0 0,0 1 0,0 0 0,0 1 0,0 1 0,0-1 0,0 2 0,-12 0 0,18 1 0,0 0 0,1 1 0,-1-1 0,1 1 0,-1 0 0,1 1 0,-1-1 0,1 1 0,0 0 0,0 1 0,1-1 0,-1 1 0,1 0 0,-1 0 0,1 0 0,1 0 0,-1 1 0,0 0 0,1 0 0,0 0 0,0 0 0,1 0 0,-1 0 0,1 2 0,-32 139 0,32-134 0,0-1 0,0 0 0,1 1 0,1-1 0,0 1 0,0 0 0,1-1 0,0 0 0,1 1 0,1-1 0,0 0 0,0 0 0,1 0 0,0 0 0,1-1 0,1 1 0,-1-1 0,1 0 0,1-1 0,0 0 0,0 0 0,1 0 0,0-1 0,1 0 0,0-1 0,0 0 0,0 0 0,1-1 0,0 0 0,0 0 0,0-2 0,7 3 0,-5-5-4,1-1-1,0 0 1,0-1 0,0 0 0,0-1-1,-1 0 1,1-1 0,0-1-1,-1 0 1,1 0 0,-1-2 0,0 1-1,0-1 1,-1-1 0,0 0-1,0-1 1,0 0 0,-1-1 0,0 0-1,0-1 1,-1 1 0,0-2-1,0 1 1,-1-2 0,-1 1 0,1-1-1,-2 0 1,0 0 0,0-1 0,-1 1-1,0-1 1,-1-1 0,2-10 4,2-13-1070,-7 6-1592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5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78 30583,'0'0'808,"0"0"-280,-60 131-104,32-67-64,5 7-296,2 3-64,10 1 0,11 8-112,2-17-928,17-24-1681</inkml:trace>
  <inkml:trace contextRef="#ctx0" brushRef="#br0" timeOffset="267.056">1420 300 30863,'0'0'640,"0"0"-311,9-23-137,30-77 84,-36 92-247,0 1 1,-1-1-1,0 1 0,0-1 0,-1 0 0,0 0 0,0 0 1,-1 1-1,0-1 0,-1 0 0,1 0 0,-2 0 0,1 0 1,-1 0-1,0 1 0,-1-3-29,-1 6 0,0 0 0,1 0 0,-2 1-1,1 0 1,0 0 0,-1 0 0,1 0 0,-1 0 0,0 1 0,0 0 0,0 0-1,0 1 1,0-1 0,0 1 0,-1 0 0,1 0 0,0 1 0,0 0-1,-1 0 1,1 0 0,0 0 0,-1 1 0,1 0 0,0 0 0,0 0 0,-1 1-1,1 0 1,0 0 0,1 0 0,-2 1 0,-7 5-2,0 1 0,1 0-1,0 1 1,1 1 0,0-1 0,1 2-1,0-1 1,1 1 0,-7 12 2,0-3 2,2 1-1,0 1 1,1 0-1,1 1 1,2 0 0,0 1-1,1 0 1,2 0-1,1 1 1,0 0 0,2 0-1,1 1 1,2-1-1,0 1 1,3 23-2,-1-45 0,-1 0 0,1 0 0,1 0 0,-1-1 0,1 1 0,0 0 0,0-1 0,0 0 0,0 1 0,1-1 1,0 0-1,0 0 0,0 0 0,0 0 0,1-1 0,-1 0 0,1 1 0,0-1 0,0 0 0,0-1 0,1 1 0,-1-1 0,0 0 0,1 0 0,0 0 0,-1-1 0,1 1 0,0-1 0,0 0 0,0-1 0,0 1 1,0-1-1,0 0 0,0 0 0,1 0 0,9-1-2,-1 0 0,1-1 1,-1-1-1,1 0 0,-1 0 0,0-2 1,0 0-1,-1 0 0,1-1 1,-1-1-1,-1 0 0,1-2 2,131-116-1207,-92 63-1192</inkml:trace>
  <inkml:trace contextRef="#ctx0" brushRef="#br0" timeOffset="1364.351">0 597 29430,'0'0'1913,"0"0"-1585,0 0-88,0 0-64,182-56 272,-48 49-216,34 7-232,12 0 0,-7 17 0,-14 12 0,-30-4 0,-35-6-1000,-29-7-4737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3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29830,'0'0'1153,"0"0"-601,-37 149-136,16-76-40,3 8-168,4 0-128,12 0-80,11-5-632,23-18-1441,7-29-2384</inkml:trace>
  <inkml:trace contextRef="#ctx0" brushRef="#br0" timeOffset="281.955">1457 384 30286,'0'0'689,"0"0"-371,2-18-122,9-117 585,-12 129-764,0 0 0,0 0 0,0 0 0,-1 0 0,1 1 0,-1-1 0,-1 0 0,1 1 0,-1 0 0,0-1 0,0 1 0,-1 0 0,0 0 0,1 1 0,-1-1 0,-1 1 0,1 0 0,-1 0 0,0 0 0,0 1 0,0 0 0,0 0 0,0 0 0,-1 0 0,1 1 0,-1 0 0,0 0 0,0 1 0,0-1 0,1 1 0,-3 0-17,-5-1-8,0 0-1,0 1 0,-1 1 1,1 0-1,0 0 0,-1 2 1,1-1-1,0 2 0,0 0 0,0 0 1,0 1-1,1 1 0,-12 5 9,8 0 1,2 1-1,-1 1 1,1-1-1,1 2 1,0 0 0,1 1-1,1 0 1,0 1-1,1 0 1,0 0-1,1 1 1,1 1-1,0-1 1,2 1-1,0 0 1,0 1-1,2 0 1,0 0-1,1 0 1,1 0 0,1 0-1,0 0 1,2 1-1,0-1 1,3 17-1,-2-24 2,1 0 0,0 0 1,1-1-1,0 0 0,1 0 1,0 0-1,0 0 0,1-1 0,0 0 1,1 0-1,0 0 0,0-1 1,1 0-1,0-1 0,0 1 1,1-1-1,0-1 0,0 0 1,1 0-1,-1-1 0,1 0 1,0-1-1,1 0 0,-1-1 0,1 0 1,0 0-1,0-1 0,-1 0 1,1-1-1,1-1-2,-9 1 0,11 1-3,1-1 1,0 0 0,0-1 0,0 0-1,0-1 1,-1-1 0,1 0-1,0-1 1,-1-1 0,0 0 0,14-6 2,77-73-1055,-73 40-898</inkml:trace>
  <inkml:trace contextRef="#ctx0" brushRef="#br0" timeOffset="3302.747">88 218 28846,'0'0'2017,"0"0"-1625,0 0-64,127 29 128,-23-10 8,45-5-200,36-4-264,13-3 0,-19 1 0,-43 0 0,-46 5 0,-23 1 0,-9 5 0,4 4 0,-2 6 0,0 20 0,-19-7-192,-22-9-1912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3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0 450 29542,'0'0'840,"0"0"-151,0 0-377,0 0-112,0 0 176,124 0-8,-31 0-128,8-4-112,5-2-64,-5 2-56,-9 4-8,-11 0 0,-9 0-240,1 0-480,-20-6-1097,-16-11-4112</inkml:trace>
  <inkml:trace contextRef="#ctx0" brushRef="#br0" timeOffset="249.038">650 1 29718,'0'0'729,"0"0"-217,-72 116-136,40-6 96,7 35-32,9 16-200,16-1-136,0-15-104,34-35-136,3-33-536,0-38-1649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1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28942,'0'0'1016,"0"0"-664,0 0-31,157 0 39,-79 0-24,14-2-128,7 0-112,3 2-72,-1 0-24,-4 2-144,9 25-440,-28 0-1177,-25-4-10401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1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 28542,'0'0'1744,"0"0"-1047,0 0-177,0 0-232,0 0 56,0 0 152,0 0-360,-42 153-136,40-97 0,2 2 0,0 5 0,0 3 0,7 21-416,9-17-1136,0-20-6514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2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31143,'0'0'680,"0"0"-512,0 0-168,0 0-16,0 0-512,0 0-2633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2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289 255 25870,'0'0'4643,"0"0"-3419,-17-23-1016,-59-75-89,53 68-13,17 20-56,-1 1 0,1 0-1,-1 1 1,-1-1 0,0 1 0,0 1-1,0-1 1,-1 2 0,0-1 0,-1 1-1,1 0 1,-2 0-50,9 6 0,1-1 0,-1 0 0,1 1 0,-1-1 0,1 1 0,-1-1 0,1 1 0,-1 0 0,0 0 0,1 0 0,-1 0 0,1 0 0,-1 0 0,0 0 0,1 0 0,-1 1 0,1-1 0,-1 0 0,1 1 0,-1-1 0,1 1 0,-1 0 0,1 0 0,-1 0 0,1-1 0,0 1 0,-1 0 0,1 0 0,0 1 0,0-1 0,0 0 0,0 0 0,0 1 0,0-1 0,0 0 0,0 1 0,1-1 0,-1 1 0,0-1 0,1 1 0,-1-1 0,1 1 0,-11 77 0,10-68 0,1-7 0,5 186 0,-4-181 0,1 0 0,0-1 0,0 1 0,1 0 0,0-1 0,1 0 0,0 0 0,0 0 0,0 0 0,1 0 0,1-1 0,-1 0 0,1 0 0,0 0 0,0-1 0,1 0 0,0 0 0,0-1 0,1 0 0,0 0 0,1-1-42,0-1 0,0 0 0,0-1 0,0 0-1,0 0 1,0-1 0,0 0 0,1-1 0,-1 0 0,0-1 0,1 0 0,-1 0 0,0-1 0,4-1 42,71-22-1653,-7-11-1890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2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311 63 28550,'0'0'1836,"0"0"-1003,0 0-364,0 0-70,0 0-92,0 0-117,-17-11-90,-59-33-60,72 42-38,-1 1-1,0 0 1,0 0 0,0 0-1,0 0 1,1 1-1,-1 0 1,0 0-1,0 0 1,0 1-1,0 0 1,0 0-1,0 0 1,1 0 0,-1 1-1,0 0 1,1 0-1,-1 0 1,1 0-1,0 1 1,0 0-1,0 0 1,0 0-1,0 0 1,1 0 0,-1 1-1,1 0 1,-3 3-2,1-2-1,-3 2 1,1 0 0,0 1 0,1-1 0,-1 1 0,1 1 0,1-1 0,0 1 0,0 0 0,0 0 0,1 0 0,1 1 0,0 0 0,0-1 0,1 1 0,0 0 0,0 0 0,1 1 0,1-1 0,0 0 0,0-6 0,1-1 0,-1 1 0,1-1 0,0 1 1,1-1-1,-1 0 0,1 1 0,-1-1 0,1 0 0,0 0 0,0 0 0,0 0 0,1 0 1,-1-1-1,1 1 0,-1-1 0,1 1 0,0-1 0,0 0 0,0 0 0,0 0 0,0 0 1,0-1-1,1 0 0,-1 1 0,1-1 0,-1 0 0,1 0 0,-1-1 0,1 1 0,3-1 0,120 4-42,-112-5-51,0-1 0,-1-1 0,1 0 0,-1-1 0,0-1-1,0 0 1,0-1 0,-1 0 0,1-1 0,-2-1 0,6-4 93,45-38-4954,-29 14-12394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23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0 516 30647,'0'0'589,"0"0"-349,0 0-164,34-3-3,324-32 530,-104 10-328,1230-182-11,-898 105-264,4 25 0,314 10 0,-374 68 0,86 28 0,-49 5-13,-549-34-402,-15-4-1405</inkml:trace>
  <inkml:trace contextRef="#ctx0" brushRef="#br0" timeOffset="248.72">5930 487 32767,'0'0'0,"0"0"0,0 0-5577</inkml:trace>
  <inkml:trace contextRef="#ctx0" brushRef="#br0" timeOffset="419.94">6147 384 32767,'0'0'0,"0"0"-56,0 0-6041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4:14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 29334,'0'0'1064,"0"0"-567,0 0-81,0 0 112,-35 161-64,24-80-96,-3 8-272,2 9-96,1 5 0,4-1 0,7-7 0,18-1-328,19-26-992,5-31-3593</inkml:trace>
  <inkml:trace contextRef="#ctx0" brushRef="#br0" timeOffset="314.889">1389 363 30895,'0'0'574,"0"0"-288,-17-23-182,-58-78-34,72 94-61,-1 0 0,0 1 0,0-1 0,-1 1 0,1 0 0,-1 0 0,-1 0 0,1 0 0,-1 1 0,0 0 0,0 1 0,0-1 0,-1 1 0,0 0-1,0 0 1,0 1 0,0 0 0,0 1 0,-1-1 0,1 1 0,-1 1 0,0-1 0,-2 1-9,5 2 0,0 1 0,0-1 0,0 1 0,1 0 1,-1 0-1,1 0 0,0 1 0,-1 0 0,1 0 0,0 0 0,1 0 1,-1 0-1,1 1 0,-1 0 0,1 0 0,0 0 0,0 0 0,1 0 1,-1 0-1,1 1 0,0-1 0,0 1 0,0 1 0,-38 116 8,32-82-6,2 0 0,2 0 1,1 1-1,2-1 1,3 28-3,-2-61-4,0-1 1,0 0 0,0 0 0,1 0-1,0 1 1,0-1 0,1 0 0,0 0-1,0 0 1,0-1 0,1 1 0,-1 0-1,1-1 1,1 0 0,-1 1 0,1-1-1,0 0 1,0-1 0,0 1 0,1-1 0,0 0-1,0 0 1,0 0 0,0-1 0,0 0-1,1 0 1,-1 0 0,2-1 3,0 0-8,1 0-1,1-1 1,-1 0 0,0 0 0,0-1 0,0 0 0,0-1-1,0 0 1,1 0 0,-1 0 0,-1-1 0,1-1-1,0 1 1,2-2 8,171-112-1281,-101 53-1008</inkml:trace>
  <inkml:trace contextRef="#ctx0" brushRef="#br0" timeOffset="4956.561">1302 1104 27350,'0'0'1472,"0"0"-416,0 0-271,0 0-177,0 0-128,0 0-120,-12 51 200,10-9-464,-3 8-96,-2 6 0,-2 4 0,-2 4 0,1 0 0,8 7 0,2-19-56,0-17-2497</inkml:trace>
  <inkml:trace contextRef="#ctx0" brushRef="#br0" timeOffset="6579.201">106 959 30214,'0'0'753,"0"0"-553,0 0-88,0 0 16,147 45 120,-52-37-16,32-1-152,27-1-80,-7 2-208,-38-2-1032,-49 3-3738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26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6940 2218 30431,'0'0'742,"0"0"-259,-20-10-161,0 0-226,-97-68 500,46-5-495,53 60-101,-1 0-1,-1 2 0,0 0 0,-2 1 1,0 2-1,-9-6 1,26 20 0,0 1 0,0 0 0,0 0 0,0 1 0,0-1 0,-1 1 0,1 0 0,-1 1 0,1-1 0,-1 1 0,0 0 0,0 1 0,1-1 0,-1 1 0,0 0 0,0 1 0,0-1 0,1 1 0,-1 0 0,0 1 0,1-1 0,-1 1 0,1 0 0,-1 0 0,1 1 0,0 0 0,0 0 0,0 0 0,0 0 0,1 1 0,-3 2 0,-9 14 0,1 1 0,1 0 0,1 1 0,0 1 0,2 0 0,1 1 0,1 0 0,1 0 0,-4 19 0,-5 22 0,2 0 0,3 0 0,4 1 0,2 0 0,3 1 0,4 43 0,-2-96 0,1 0 0,0 0 0,0-1 0,2 1 0,0 0 0,0-1 0,2 1 0,-1-1 0,2 0 0,-1 0 0,2 0 0,0 0 0,0-1 0,1 0 0,1-1 0,0 0 0,1 0 0,0 0 0,0-1 0,1 0 0,0-1 0,1 0 0,0-1 0,1 0 0,-1-1 0,1 0 0,1-1 0,3 1 0,-7-4 0,1-1 0,-1 1 0,0-2 0,1 0 0,0 0 0,-1-1 0,1 0 0,0 0 0,-1-1 0,1 0 0,-1-1 0,1 0 0,-1-1 0,0 0 0,0 0 0,0-1 0,0 0 0,-1 0 0,0-1 0,1-1 0,-2 1 0,1-1 0,-1 0 0,0-1 0,0 0 0,0-1 0,23-27 47,-2-1-1,-2-2 1,-1-1 0,-2-1-1,-2 0 1,2-9-47,-2 3-664,2 2-1,2 1 1,2 1-1,2 1 1,2 0 664,-3 10-5592</inkml:trace>
  <inkml:trace contextRef="#ctx0" brushRef="#br0" timeOffset="263.551">7516 2626 30719,'0'0'824,"0"0"-56,34 106-312,-20-62-456,0-3 0,2-6 0,3-3 0,20-20 0,-5-8 0,3-4-2641</inkml:trace>
  <inkml:trace contextRef="#ctx0" brushRef="#br0" timeOffset="773.571">9228 2216 27206,'0'0'2962,"0"0"-1857,0 0-471,0 0-42,0-17-355,0 9-227,1-4-9,0 0 0,-1 1 1,0-1-1,-1 0 1,0 0-1,-1 1 1,-1-1-1,0 1 0,0 0 1,-1 0-1,0 0 1,-1 0-1,0 0 1,-1 1-1,-6-8-1,4 11 0,0 1 0,-1 0 0,1 1 0,-2-1 0,1 2 0,0-1 0,-1 1 0,0 1 0,0 0 0,0 0 0,0 1 0,-1 0 0,1 1 0,0 0 0,-1 1 0,1 0 0,-1 0 0,1 1 0,-1 1 0,1 0 0,0 0 0,0 1 0,0 0 0,0 1 0,0 0 0,1 0 0,0 1 0,0 0 0,0 1 0,-13 12 0,2 1 0,0 0 0,1 2 0,1 0 0,1 1 0,1 1 0,1 0 0,1 1 0,1 1 0,1 0 0,2 0 0,0 1 0,2 1 0,0 0 0,2 0 0,1 0 0,2 1 0,-1 9 0,4-30 0,0 1 0,1 0 0,0-1 0,0 1 0,0-1 0,1 1 0,0-1 0,0 0 0,1 0 0,0 0 0,0 0 0,1 0 0,0 0 0,0-1 0,1 0 0,-1 0 0,1 0 0,0-1 0,1 1 0,0-1 0,0 0 0,0-1 0,0 0 0,0 0 0,1 0 0,0 0 0,0-1 0,0-1 0,2 2 0,3-1 0,0 1 0,0-2 0,0 0 0,0 0 0,0-1 0,1-1 0,-1 0 0,0 0 0,0-1 0,1-1 0,-1 0 0,0-1 0,0 0 0,-1 0 0,1-2 0,-1 1 0,9-6 0,10-11 0,-2-1 0,0-1 0,-1-2 0,-1 0 0,-1-2 0,-2-1 0,-1 0 0,-1-2 0,-1-1 0,-2 0 0,-1-1 0,1-7 0,77-92-891,-67 106-1483</inkml:trace>
  <inkml:trace contextRef="#ctx0" brushRef="#br0" timeOffset="1059.59">10296 1781 30991,'0'0'824,"0"0"-256,0 0-368,0 0-16,-57 153-184,43-39 0,3 31 0,4 9 0,2-26 0,5-37 0,0-39 0,0-12 0,2-3 0,10-2 0,22-22 0,1-13 0,-5-3-1992</inkml:trace>
  <inkml:trace contextRef="#ctx0" brushRef="#br0" timeOffset="1308.469">11255 1812 31575,'0'0'824,"0"0"-456,-2 128-368,2-35 0,0 32 0,0 24 0,0-12 0,0-31 0,0-42 0,4-23 0,12-9 0,-4-12-984</inkml:trace>
  <inkml:trace contextRef="#ctx0" brushRef="#br0" timeOffset="1712.278">12844 2108 31279,'0'0'968,"0"0"-660,-8-25-239,-54-155 59,59 171-127,0 0-1,0 1 1,0-1-1,-1 1 1,-1 0-1,1 0 1,-1 0-1,-1 1 1,1-1-1,-1 1 1,-1 1-1,1-1 0,-1 1 1,0 0-1,0 1 1,-1-1-1,0 1 1,0 1-1,0 0 1,0 0-1,-1 0 1,0 1-1,1 1 1,-1-1-1,0 1 1,0 1-1,-1 0 1,1 0-1,0 1 1,0 0-1,-8 1 0,2 5 0,-1 0 0,1 2 0,0-1 0,1 2 0,-1 0 0,2 1 0,-1 0 0,2 1 0,-1 1 0,1 0 0,1 0 0,0 1 0,1 0 0,1 1 0,0 1 0,0-1 0,2 1 0,0 0 0,-4 13 0,-8 12 0,1 1 0,3 1 0,1 0 0,2 1 0,2 0 0,2 1 0,2 0 0,1 0 0,3 1 0,2 4 0,-1-41 0,0 1 0,1 0 0,0-1 0,1 1 0,0-1 0,0 1 0,1-1 0,0 1 0,0-1 0,1 0 0,0 0 0,1 0 0,0 0 0,0-1 0,0 1 0,1-1 0,0 0 0,1-1 0,0 1 0,0-1 0,0 0 0,0-1 0,1 1 0,7 3 0,0 0 0,0-2 0,1 1 0,0-2 0,1 0 0,-1-1 0,1-1 0,0 0 0,0-1 0,0-1 0,1 0 0,-1-1 0,1-1 0,-1-1 0,0 0 0,1-1 0,-1-1 0,0 0 0,0-1 0,-1-1 0,1 0 0,-1-1 0,0-1 0,0-1 0,-1 0 0,0 0 0,0-2 0,-1 0 0,-1 0 0,6-6 0,2-4-40,-2 0 1,0-2-1,-1 0 1,-1 0-1,-1-2 1,-1 0-1,-1-1 0,-1 0 1,-1-1-1,-2 0 1,0 0-1,-2-1 1,-1 0-1,-1-1 1,1-24 39,-2-26-2712</inkml:trace>
  <inkml:trace contextRef="#ctx0" brushRef="#br0" timeOffset="10173.284">2957 1656 26262,'0'0'3856,"0"0"-3143,-72 122-273,40-51-48,11 10 96,3 8-72,6 23-216,5 19-200,7 22 0,0 9 0,0-15 0,7-31 0,3-39 0,-1-25 0,2-19 0,19-15-504,3-7-648,-4-11-1481</inkml:trace>
  <inkml:trace contextRef="#ctx0" brushRef="#br0" timeOffset="10444.027">3869 2139 27406,'0'0'3261,"24"0"-2215,368-8 8,110-66-1054,-414 65 0,-87 10-36,0-1-1,0 1 1,0 0-1,0 0 1,0 0 0,0 0-1,0 0 1,0 0 0,-1 0-1,1 0 1,0 0-1,-1 0 1,1 0 0,0 1-1,-1-1 1,0 0 0,1 0-1,-1 1 1,0-1-1,1 0 1,-1 1 0,0-1-1,0 0 1,0 1 0,0-1-1,-1 0 1,1 0-1,0 1 1,0-1 0,-1 0-1,1 0 1,-1 1 0,1-1-1,-1 0 1,1 0-1,-1 1 37,-13 21-3219</inkml:trace>
  <inkml:trace contextRef="#ctx0" brushRef="#br0" timeOffset="13181.276">5592 4851 26382,'0'0'1728,"0"0"-306,0 0-614,0 0-95,0 0-11,0 0-117,-3-5-223,2 6-361,1-1 0,0 1 0,0-1 0,-1 1 1,1-1-1,0 0 0,-1 1 0,1-1 0,-1 0 1,1 1-1,0-1 0,-1 0 0,1 1 0,-1-1 1,1 0-1,-1 0 0,1 1 0,-1-1 0,1 0 1,-1 0-1,1 0 0,-1 0 0,1 0 0,-1 0 1,0 0-1,1 0 0,-1 0 0,1 0 0,-1 0 1,1 0-1,-1 0 0,1 0 0,-1 0 0,1-1 1,-1 1-1,1 0 0,-1 0 0,1-1 0,-1 1 1,1 0-1,0-1 0,-1 1 0,1 0 0,-1-1 1,1 1-1,0-1 0,-1 1 0,1-1 0,0 1 1,-1-1-2,1 3 5,-44 238-5,-67 440 0,96-421 0,13-254 0,11-33-155,13-2-1020,5-2-1760</inkml:trace>
  <inkml:trace contextRef="#ctx0" brushRef="#br0" timeOffset="14029.734">6555 5728 26598,'0'0'2564,"0"0"-1553,0 0-505,0 0-5,0 0-25,0 0-106,-34 6 371,33-28-741,1 20 0,0 1 0,0 0 0,1-1 0,-1 1 0,0 0 0,1 0 0,-1-1 0,1 1 0,-1 0 0,1 0 0,-1 0 0,1 0 0,0 0 0,0 0 0,0 0 0,0 0 0,-1 0 0,1 0 0,0 0 0,1 0 0,-1 1 0,0-1 0,0 0 0,0 1 0,0-1 0,0 1 0,1-1 0,-1 1 0,0 0 0,1-1 0,-1 1 0,0 0 0,0 0 0,1 0 0,-1 0 0,0 0 0,1 0 0,-1 0 0,0 0 0,1 1 0,-1-1 0,0 1 0,0-1 0,0 1 0,1-1 0,-1 1 0,0-1 0,0 1 0,0 0 0,0 0 0,0 0 0,0 0 0,0-1 0,0 2 0,0 1 0,0 1 0,0 0 0,0 0 0,-1 0 0,1 0 0,-1 0 0,0 0 0,0 0 0,0 0 0,-1 0 0,1 0 0,-1 0 0,0 0 0,0 0 0,-1-1 0,1 1 0,-1 0 0,1-1 0,-1 1 0,0-1 0,-1 1 0,1-1 0,-1 0 0,1 0 0,-1 0 0,0-1 0,0 1 0,0 0 0,0-1 0,-1 0 0,1 0 0,-1 0 0,1 0 0,-1-1 0,0 1 0,1-1 0,-1 0 0,0 0 0,-2 0 0,4-2 0,-1-1 0,1 1 0,-1-1 0,1 0 0,0 1 0,0-1 0,0 0 0,0-1 0,0 1 0,0 0 0,1-1 0,-1 1 0,1 0 0,0-1 0,-1 0 0,1 1 0,0-1 0,0 0 0,1 0 0,-1 1 0,1-1 0,-1 0 0,1 0 0,0 0 0,0 0 0,0 0 0,0 1 0,1-1 0,-1 0 0,1 0 0,0 0 0,0 1 0,0-2 0,0-13 0,15 16 0,-3 11-279,-1-1-1114</inkml:trace>
  <inkml:trace contextRef="#ctx0" brushRef="#br0" timeOffset="14658.2">8398 5270 15411,'0'0'12146,"0"0"-9103,0 0-2410,0 0-10,0 0-99,0 0-246,-2-19-182,-10-64-83,11 75-13,-1 1 0,0 0 0,-1 0 0,1 1 0,-1-1 0,-1 1 0,1-1 0,-1 1 0,0 0 0,-1 0 0,0 0 0,1 1 0,-2 0 0,1 0 0,-1 0 0,1 1 0,-1-1 0,0 1 0,-1 1 0,1-1 0,-1 1 0,0 0 0,1 1 0,-1-1 0,0 2 0,-1-1 0,1 1 0,0 0 0,0 0 0,-1 0 0,1 1 0,0 1 0,-1-1 0,1 1 0,0 0 0,0 1 0,0 0 0,0 0 0,0 0 0,0 1 0,0 0 0,1 1 0,0-1 0,-1 1 0,1 0 0,0 1 0,0 0 0,-10 13 0,1 0 0,0 1 0,2 1 0,0 0 0,1 1 0,1 0 0,2 0 0,0 1 0,1 1 0,1-1 0,1 1 0,1 1 0,1-1 0,1 1 0,1-1 0,1 1 0,1 0 0,1 0 0,-1-19 0,0 0 0,0 0 0,0-1 0,1 1 0,0 0 0,0-1 0,0 1 0,0 0 0,1-1 0,-1 1 0,1-1 0,0 0 0,1 0 0,-1 0 0,1 0 0,0 0 0,0 0 0,0-1 0,0 1 0,1-1 0,-1 0 0,1 0 0,0 0 0,0 0 0,0-1 0,0 0 0,0 0 0,1 0 0,-1 0 0,1 0 0,-1-1 0,1 0 0,0 0 0,-1 0 0,1-1 0,0 0 0,0 0 0,3 0 0,10-4 0,1 0 0,-1-2 0,0 0 0,-1-1 0,1 0 0,-1-2 0,-1 0 0,0-1 0,0-1 0,-1 0 0,0-1 0,-1 0 0,0-1 0,-1-1 0,-1-1 0,0 1 0,-1-2 0,0 1 0,-2-2 0,1 0 0,88-133 0,-28 128-1110,-57 22-12,17-3-3463</inkml:trace>
  <inkml:trace contextRef="#ctx0" brushRef="#br0" timeOffset="14988.84">9368 5353 30711,'0'0'1192,"0"0"-633,-3-21-301,-29-129-211,26 136-47,0-1 0,-1 1 0,-1 0 0,0 0 0,-1 1 0,0 0 0,-1 1 0,-1 0 0,-6-6 0,12 14 0,1-1 0,-1 1 0,-1 0 0,1 0 0,0 1 0,-1 0 0,0 0 0,0 0 0,0 1 0,0-1 0,0 1 0,0 1 0,-1-1 0,1 1 0,-1 0 0,1 1 0,-1 0 0,1 0 0,-1 0 0,1 1 0,0-1 0,-1 2 0,1-1 0,-6 3 0,1 3 0,0 2 0,1-1 0,0 2 0,1-1 0,-1 1 0,2 1 0,0-1 0,0 1 0,1 1 0,0 0 0,1 0 0,0 0 0,1 0 0,1 1 0,0 0 0,0 0 0,1 0 0,0 11 0,-4 3 0,3 1 0,0-1 0,1 1 0,2 0 0,1 0 0,1 0 0,2 1 0,-2-24 0,1 0 0,0-1 0,0 1 0,0 0 0,1 0 0,-1-1 0,1 0 0,0 1-1,1-1 1,-1 0 0,1-1 0,0 1 0,0-1 0,0 1 0,0-1 0,0 0 0,1-1 0,-1 1 0,1-1 0,0 0 0,0 0 0,0 0 0,0-1 0,0 0 0,0 0-1,0 0 1,0 0 0,1-1 0,-1 0 0,0 0 0,0 0 0,1-1 0,-1 0 0,0 0 0,0 0 0,0-1 0,0 1 0,0-1 0,0 0 0,-1-1 0,1 1 0,-1-1-1,1 0 1,-1 0 0,0 0 0,1-1 0,231-176-1113,-140 105-273,-9 7-969</inkml:trace>
  <inkml:trace contextRef="#ctx0" brushRef="#br0" timeOffset="15356.109">10266 5260 22341,'0'0'6384,"0"0"-4665,0 0-1131,8-22-36,21-73-20,-20-49 104,-9 139-635,-1 0-1,0 1 0,0-1 1,-1 0-1,1 0 0,-1 1 1,0-1-1,0 1 0,0-1 1,-1 1-1,0 0 0,0 0 1,0 0-1,0 0 0,0 1 1,-1-1-1,0 1 0,0 0 1,0 0-1,0 0 0,0 0 1,0 1-1,-1 0 0,1 0 0,-1 0 1,0 0-1,1 1 0,-1 0 1,0 0-1,0 0 0,0 0 1,0 1-1,0 0 0,0 0 1,0 0-1,0 1 0,0-1 1,1 1-1,-1 0 0,0 1 1,0-1-1,1 1 0,-1 0 1,0 0-1,0 1 0,-9 7 0,0 1 0,1 0 0,0 1 0,1 0 0,0 1 0,1 0 0,0 1 0,1 0 0,1 1 0,0 0 0,1 1 0,1-1 0,0 2 0,-4 14 0,6-15 0,0 0 0,1 1 0,0 0 0,2 0 0,0 0 0,1 1 0,0-1 0,2 15 0,0-26 0,-1 0 0,1 0 0,0 0 0,1 0 0,0 0 0,-1 0 0,2-1 0,-1 1 0,1-1 0,0 1 0,0-1 0,0 0 0,1 0 0,0 0 0,0-1 0,0 1 0,0-1 0,1 0 0,-1 0 0,1-1 0,0 1 0,1-1 0,-1 0 0,0 0 0,6 1 0,8 0-53,0-1-1,0-2 1,0 1-1,0-2 1,0-1-1,0 0 1,0-2 0,0 0-1,0 0 1,-1-2-1,1-1 1,-1 0-1,0-1 1,-1-1 0,0-1-1,12-7 54,-19 11-87,84-40-1261,-6 0-891</inkml:trace>
  <inkml:trace contextRef="#ctx0" brushRef="#br0" timeOffset="15678.301">11437 5181 30911,'0'0'809,"0"0"-231,-2-24-185,-10-80-317,12 98-76,1 1 0,-2-1 0,1 1 0,0 0 0,-1-1 0,0 1 0,-1 0 0,1-1 0,-1 1 0,0 0 0,0 0 0,0 0 0,-1 1 0,0-1 0,0 0 0,0 1 0,0 0 0,-1 0 0,1 0 0,-1 0 0,0 0 0,-1 1 0,1 0 0,0 0 0,-1 0 0,0 0 0,0 1 0,0-1 0,0 2 0,0-1 0,0 0 0,0 1 0,0 0 0,-1 0 0,1 0 0,-1 1 0,1 0 0,0 0 0,-1 0 0,1 1 0,-1 0 0,1 0 0,0 0 0,0 0 0,-1 1 0,1 0 0,0 0 0,-1 1 0,-8 11 0,2 0 0,-1 1 0,2 1 0,0 0 0,1 0 0,0 1 0,1 0 0,1 1 0,1 0 0,1 0 0,0 0 0,1 1 0,1 0 0,1 0 0,1 3 0,-3 142 0,5-159 0,1 0 0,0 0 0,0 0 0,1 0 0,0 0 0,0-1 0,0 1 0,0 0 0,1-1 0,-1 1 0,1-1 0,0 0 0,1 0 0,-1 0 0,1 0 0,-1-1 0,1 1 0,0-1 0,1 0 0,-1 0 0,0-1 0,1 1 0,0-1 0,-1 0 0,1 0 0,0-1 0,0 1 0,0-1 0,5 1 0,2-2 0,0 1 0,1-2 0,-1 0 0,0 0 0,1-1 0,-1-1 0,0 0 0,0 0 0,-1-1 0,1-1 0,-1 0 0,0 0 1,0-1-1,0-1 0,-1 0 0,0 0 0,0-1 0,2-3 0,147-165-9,-109 102-448,-14 8-1679</inkml:trace>
  <inkml:trace contextRef="#ctx0" brushRef="#br0" timeOffset="16255.784">3049 7505 28918,'0'0'1096,"0"0"-335,0 0-345,0 0-72,0 0 64,0 0 120,0 0-232,152 23-296,-78-23 0,2-4 0,2-7 0,0 1 0,1 4 0,4 4 0,32 2 0,-21 0-160,-13 0-3993</inkml:trace>
  <inkml:trace contextRef="#ctx0" brushRef="#br0" timeOffset="18098.716">8695 7144 29870,'0'0'913,"0"0"-249,0 0-141,0 0-31,-13-21-230,-78-119-219,88 134-43,-1 1 0,0-1 0,0 1 0,0 0 0,0 0 0,-1 1 0,0-1 0,0 1 0,0 0 0,0 0 0,-1 0 0,0 1 0,1 0 0,-1 0 0,0 1 0,-1-1 0,1 1 0,0 1 0,-1-1 0,1 1 0,-1 0 0,1 0 0,-1 1 0,1 0 0,-1 0 0,0 1 0,1 0 0,-1 0 0,1 0 0,0 1 0,-2 0 0,-6 7 0,1-1 0,0 2 0,1 0 0,0 0 0,0 1 0,1 1 0,0 0 0,1 0 0,1 1 0,0 0 0,1 1 0,0 0 0,0 3 0,-3 4 0,0 0 0,2 1 0,1 1 0,0-1 0,2 1 0,0 0 0,2 1 0,1-1 0,0 1 0,2 0 0,1 17 0,0-36 0,1-1 0,-1 0 0,1 1 0,0-1 0,0 1 0,0-1 0,0 0 0,1 0 0,0 0 0,0 0 0,0 0 0,0 0 0,1 0 0,-1-1 0,1 1 0,0-1 0,0 1 0,0-1 0,0 0 0,1-1 0,0 1 0,-1 0 0,1-1 0,0 0 0,0 0 0,0 0 0,0 0 0,0-1 0,1 0 0,-1 0 0,0 0 0,1 0 0,-1-1 0,1 1 0,-1-1 0,1 0 0,-1 0 0,0-1 0,1 0 0,13-1 0,0-2 0,0 0 0,0-1 0,-1-1 0,0-1 0,0 0 0,0-2 0,-1 1 0,-1-2 0,1 0 0,-1-1 0,-1 0 0,0-2 0,-1 1 0,0-1 0,8-12 0,27-20 0,171-118-1510,-151 118-2005</inkml:trace>
  <inkml:trace contextRef="#ctx0" brushRef="#br0" timeOffset="18909.269">11540 6904 27886,'0'0'3678,"0"0"-2652,1-23-870,3-123-135,-4 142-21,-1 1 0,0 0 0,1 0 0,-1-1 0,0 1 0,-1 0 0,1 0 0,0 0 0,-1 0 0,0 0 0,0 1 0,0-1 0,0 0 0,0 1 0,0 0 0,-1-1 0,1 1 0,-1 0 0,0 0 0,1 0 0,-1 1 0,0-1 0,0 1 0,0-1 0,0 1 0,0 0 0,-1 0 0,1 0 0,0 1 0,0-1 0,-1 1 0,1 0 0,0 0 0,-1 0 0,1 0 0,0 0 0,-1 1 0,1-1 0,0 1 0,0 0 0,0 0 0,-1 1 0,1-1 0,0 0 0,1 1 0,-1 0 0,0 0 0,-2 2 0,-5 3 0,0 2 0,1-1 0,0 1 0,0 1 0,1 0 0,0 0 0,1 0 0,0 1 0,1 0 0,0 1 0,0 1 0,-9 22 0,2 1 0,2 0 0,1 1 0,2 0 0,1 1 0,2-1 0,2 1 0,1 35 0,1-63 0,0 0 0,0 1 0,1-1 0,0 1 0,1-1 0,0 0 0,0 1 0,1-1 0,1 0 0,0 0 0,0 0 0,1-1 0,0 1 0,1-1 0,0 0 0,0 0 0,1 0 0,0-1 0,0 0 0,1 0 0,4 3 0,-2-2 0,1 0 0,0-1 0,0 0 0,1 0 0,0-1 0,0-1 0,0 0 0,1-1 0,0 0 0,0 0 0,0-2 0,1 1 0,-1-1 0,1-1 0,0-1 0,0 1 0,0-2 0,-1 0 0,1-1 0,0 0 0,0 0 0,0-2 0,-1 0 0,1 0 0,-1-1 0,0 0 0,0-1 0,10-6 0,-12 3 0,0-1 0,-1 0 0,0-1 0,0 0 0,-1 0 0,-1-1 0,0 0 0,0 0 0,-1-1 0,0 0 0,-1 0 0,-1 0 0,0-1 0,0 1 0,-1-1 0,-1 0 0,0 0 0,0-7 0,-4-148-2521,-15 94-4160</inkml:trace>
  <inkml:trace contextRef="#ctx0" brushRef="#br0" timeOffset="19992.877">1885 8973 27134,'0'0'2459,"0"0"-1687,0 0-504,0 0 148,0 0 88,0 0-3,21 13-123,-8-3-324,1-1-24,0 1 0,0-2 0,1 0 0,0 0 0,0-2-1,1 0 1,-1 0 0,1-2 0,12 3-30,85 1 2,0-4-1,0-5 1,0-5-1,-1-5 1,0-5-1,0-5 1,13-9-2,-11 8 1,135-27-1,155-34 0,2 17 0,4 19 0,45 15 0,-180 29 0,498-23 0,-322-19 0,410-29 0,-823 72 0,760-55 0,88-37 0,519 41 0,-1243 45 0,939-68 0,-948 59 0,1 6 0,0 8 0,154 16 0,9 9 0,225-15 0,-360-8 0,-154 2 0,-43 19 0,-28-4-161,-18-3-646</inkml:trace>
  <inkml:trace contextRef="#ctx0" brushRef="#br0" timeOffset="18348.667">9815 6740 27886,'0'0'3953,"0"0"-3465,0 0-56,-53 131-424,39-76-8,3 8 0,6 5 0,3 3 0,2 1 0,0-3 0,0-7 0,16-12 0,16-21 0,-2-17-1144,-2-12-1545</inkml:trace>
  <inkml:trace contextRef="#ctx0" brushRef="#br0" timeOffset="18550.774">10467 6727 31567,'0'0'752,"0"0"-392,0 0-272,-5 154-88,-4-92 0,4 2 0,5-1 0,0-5 0,7-2 0,19-19-968,-3-14-3849</inkml:trace>
  <inkml:trace contextRef="#ctx0" brushRef="#br0" timeOffset="16786.068">5848 7366 27438,'0'0'2326,"0"0"-1261,0 0-434,0 0-20,0 0-104,-4-4-337,-35-89-151,35 86-19,0 1 0,-1 0 0,1 0 0,-1 0 0,0 1 0,-1 0 0,1 0 0,-1 0 0,0 0 0,0 1 0,-1 0 0,1 0 0,-1 1 0,0 0 0,0 0 0,0 0 0,0 1 0,-1 0 0,1 1 0,-1 0 0,1 0 0,-1 0 0,1 1 0,-1 0 0,1 0 0,-1 1 0,1 0 0,-1 1 0,1-1 0,0 1 0,-1 1 0,1 0 0,0-1 0,1 2 0,-1-1 0,0 1 0,1 0 0,-3 3 0,-7 10 0,2 0 0,0 1 0,1 0 0,0 1 0,2 1 0,0 0 0,1 0 0,2 1 0,0 0 0,1 1 0,1 0 0,0 0 0,2 0 0,1 1 0,1-1 0,1 1 0,1-1 0,0 1 0,2 0 0,2 8 0,-2-23 0,-1 0 0,1-1 0,0 1 0,1-1 0,0 0 0,0 0 0,0 0 0,1 0 0,0 0 0,0-1 0,1 1 0,0-1 0,0-1 0,0 1 0,1-1 0,0 1 0,0-2 0,0 1 0,1-1 0,-1 0 0,1 0 0,0 0 0,0-1 0,1-1 0,-1 1 0,1-1 0,-1 0 0,1-1 0,0 1 0,-1-2 0,1 1 0,0-1 0,0 0 0,-1-1 0,1 1 0,0-2 0,-1 1 0,1-1 0,0 0 0,-1-1 0,0 0 0,0 0 0,6-3 0,6-7 1,-2 0 0,1 0 0,-2-2 0,1 0 0,-2-1 0,0 0 0,-1-2 0,-1 1 0,-1-2 0,0 1 0,5-14-1,65-88-190,-50 85-1550,-5 7-3567</inkml:trace>
  <inkml:trace contextRef="#ctx0" brushRef="#br0" timeOffset="17363.962">6544 7660 30959,'0'0'1453,"4"3"-1111,-2-2-342,-1 0 1,1 0-1,0 0 0,0 0 1,0-1-1,0 1 1,0 0-1,0-1 1,0 0-1,0 1 0,0-1 1,0 0-1,0 0 1,0 0-1,0 0 1,0 0-1,0-1 0,0 1 1,0-1-1,0 1 1,0-1-1,0 0 1,0 1-1,-1-1 0,1 0 1,0 0-1,0-1 1,-1 1-1,1 0 1,-1-1-1,1 1 0,-41-46 0,37 42 0,0-1 0,0 0 0,1 0 0,-1 0 0,1 0 0,0 0 0,1 0 0,0 0 0,0 0 0,0 0 0,1-1 0,-1 1 0,1 0 0,1 0 0,-1 0 0,1 1 0,0-1 0,1 0 0,-1 1 0,1-1 0,0 1 0,1 0 0,-1 0 0,1 0 0,0 0 0,0 1 0,0-1 0,1 1 0,0 0 0,-1 1 0,1-1 0,3-1 0,-6 6 0,-1-1 0,1 1 0,-1-1 0,1 1 0,-1 0 0,0 0 0,1 0 0,-1 0 0,0 0 0,0 0 0,0 0 0,0 0 0,0 1 0,0-1 0,0 0 0,0 1 0,-1-1 0,1 0 0,0 1 0,-1-1 0,1 1 0,-1-1 0,1 1 0,-1-1 0,0 1 0,0-1 0,0 1 0,0 0 0,0-1 0,0 1 0,0-1 0,0 1 0,0-1 0,-1 1 0,1-1 0,-1 1 0,1-1 0,-1 1 0,0-1 0,0 1 0,0 0 0,1 4 0,-1 0 0,0 1 0,-1-1 0,1 1 0,-1-1 0,-1 0 0,1 0 0,-1 0 0,0 0 0,0 0 0,0-1 0,-1 1 0,0-1 0,0 0 0,-1 0 0,1-1 0,-1 1 0,-5 3 0,10-8-1,-1 0 0,1 1-1,0-1 1,-1 0 0,1 0 0,-1 0-1,1 0 1,-1 0 0,1 1 0,0-1-1,-1 0 1,1 0 0,-1 0 0,1 0-1,-1 0 1,1 0 0,-1 0 0,1-1-1,0 1 1,-1 0 0,1 0 0,-1 0-1,1 0 1,0 0 0,-1-1 0,1 1-1,-1 0 1,1 0 0,0-1 0,-1 1-1,1 0 1,0-1 0,0 1 0,-1 0-1,1-1 1,0 1 0,-1 0 0,1-1-1,0 1 1,0 0 0,0-1 0,0 1-1,-1-1 1,1 1 0,0-1 0,0 1-1,0 0 1,0-1 0,0 1 0,0-1-1,0 1 1,0-1 0,0 1 0,0-1-1,0 1 1,1 0 0,-1-1 0,0 1-1,0-1 1,0 1 0,0 0 0,1-1 0,-1 1-1,0-1 1,1 1 1,-1-4-84,0-14-743</inkml:trace>
  <inkml:trace contextRef="#ctx0" brushRef="#br0" timeOffset="29189.828">7525 8160 24701,'0'0'1433,"0"0"1167,0 0-1106,0 0-914,0 0-239,-5 6-55,2-2-242,0 0 1,0 0 0,1 0-1,-1 1 1,1-1 0,0 1-1,1 0 1,-1-1-1,1 1 1,0 0 0,0 0-1,0 0 1,1 0 0,-1 0-1,1 0 1,0 0 0,1 0-1,0 0 1,0 1-45,84 281 484,-67-229-484,-11-27 0,1-1 0,2 0 0,1-1 0,1 0 0,1 0 0,2-2 0,0 0 0,2 0 0,1-2 0,14 15 0,-28-36 0,0-1 0,0 0 0,0 0 0,0 0 0,0 0 0,1-1 0,-1 1 0,1-1 0,0 0 0,0-1 0,-1 1 0,1-1 0,0 0 0,0 0 0,1 0 0,-1-1 0,0 0 0,0 0 0,0 0 0,0-1 0,0 0 0,0 1 0,0-2 0,0 1 0,0-1 0,0 1 0,-1-1 0,5-3 0,118-89 0,-101 70 0,34-27 0,3 3 0,2 2 0,2 4 0,1 2 0,3 4 0,0 2 0,3 4 0,0 2 0,16 0 0,-1 11 0,1 3 0,1 5 0,0 3 0,0 4 0,33 6 0,12-2 0,-118-2 0,259 18 0,-259-14 0,0 0 0,-1 1 0,1 1 0,-1 0 0,0 1 0,-1 2 0,1-1 0,-2 2 0,1 0 0,-2 1 0,1 0 0,-1 1 0,-1 1 0,0 0 0,2 6 0,-1 1 0,-1 0 0,-1 0 0,0 2 0,-2-1 0,7 20 0,0-1 0,-15-89 0,-1 25 0,0 1 0,2 0 0,1 0 0,0 0 0,2 0 0,1 1 0,0 0 0,2 0 0,0 1 0,3-2 0,-5 3 0,1 1 0,1 0 0,0 1 0,2 0 0,0 0 0,1 1 0,0 1 0,2 0 0,0 1 0,1 0 0,0 1 0,1 0 0,0 2 0,1 0 0,1 1 0,0 0 0,0 2 0,1 0 0,0 1 0,20-5 0,-10 11 0,-1 1 0,1 1 0,-1 1 0,0 2 0,1 1 0,-1 1 0,-1 2 0,1 0 0,-1 2 0,4 3 0,-4-2 0,36 16 0,2-3 0,0-2 0,2-4 0,0-2 0,0-4 0,39 2 0,-79-12 0,0-1 0,0 0 0,-1-2 0,1-2 0,-1 0 0,1-1 0,-1-2 0,-1-1 0,22-9 0,-5-4 0,-1-2 0,-1-2 0,-1-1 0,-1-2 0,-2-2 0,-1-1 0,-1-2 0,-2-1 0,-1-1 0,12-21 0,-2-41-1220,-41 85-1777</inkml:trace>
  <inkml:trace contextRef="#ctx0" brushRef="#br0" timeOffset="34511.176">10209 10238 23581,'0'0'6549,"0"0"-4864,0 0-1261,0 0-24,-12-11-281,-88-71-110,91 79-9,-1 0 0,0 1 0,0 0 0,0 1 0,0 0 0,0 1 0,0 0 0,0 0 0,0 1 0,0 0 0,0 1 0,0 0 0,0 1 0,1 0 0,-1 0 0,1 1 0,0 0 0,0 1 0,0 0 0,1 0 0,-1 1 0,-8 5 0,1 1 0,0 1 0,1 0 0,0 1 0,1 0 0,0 1 0,1 1 0,1 0 0,1 1 0,0 0 0,2 1 0,-1 0 0,2 0 0,1 1 0,0 0 0,1 1 0,1-1 0,1 1 0,1 0 0,1 0 0,0 0 0,1 0 0,2 7 0,0-18 0,1 0 0,-1 0 0,2 0 0,-1 0 0,1-1 0,1 1 0,-1-1 0,1 0 0,1 0 0,0 0 0,0 0 0,0-1 0,1 0 0,0 0 0,0 0 0,1-1 0,0 0 0,0 0 0,0-1 0,1 0 0,0 0 0,0-1 0,0 0 0,0 0 0,1-1 0,0 0 0,-1-1 0,1 0 0,0 0 0,0-1 0,0 0 0,0 0 0,0-1 0,1 0 0,-1-1 0,0 0 0,0 0 0,0-1 0,0 0 0,-1-1 0,1 0 0,-1 0 0,8-5 0,7-8 0,-1-1 0,-1-1 0,-1-1 0,0-1 0,-2-1 0,0-1 0,-1 0 0,-2-1 0,0-1 0,-1 0 0,-2-1 0,0 0 0,-2-1 0,-1 0 0,4-18 0,11-72-551,-19 110-1595</inkml:trace>
  <inkml:trace contextRef="#ctx0" brushRef="#br0" timeOffset="34868.973">11195 9906 30270,'0'0'953,"0"0"-527,0 0-31,0 0 75,-7 27-249,-33 186-189,32 280-32,8-481-14,-2-10 9,1 1 0,1 0 0,-1 1 0,0-1-1,1 0 1,0 0 0,-1 0 0,1 0 0,0 0 0,1 0 0,-1 1 0,0-1 0,1 0 0,0 0 0,0 0 0,0 0 0,0 0 0,0 0 0,1-1 0,-1 1 0,1 0 0,0-1 0,-1 1 0,1-1-1,1 1 1,-1-1 0,0 0 0,0 0 0,1 0 0,-1 0 0,1 0 0,0-1 0,0 1 0,-1-1 0,1 0 0,0 0 0,0 0 0,0 0 0,0 0 0,0 0 0,3-1 5,21 1-1107</inkml:trace>
  <inkml:trace contextRef="#ctx0" brushRef="#br0" timeOffset="35305.904">12315 10273 30999,'0'0'736,"0"0"-424,0 0-83,0 0 134,2-22-244,12-159-110,-14 177-9,0 0 0,-1 0 0,1-1 0,-1 1 0,0 0 0,0 0 0,0 0 0,0 0 0,-1 1 0,1-1 0,-1 0 0,0 0 0,-1 1 0,1-1 0,0 1 0,-1 0 0,0 0 0,0 0 0,0 0 0,0 0 0,0 1 0,0-1 0,-1 1 0,1 0 0,-1 0 0,0 0 0,0 0 0,1 1 0,-1 0 0,0 0 0,0 0 0,0 0 0,-1 0 0,1 1 0,0 0 0,0-1 0,0 2 0,0-1 0,-1 1 0,-3-1 0,0 1 0,0 0 0,0 0 0,0 1 0,0 0 0,1 1 0,-1 0 0,1 0 0,0 0 0,0 1 0,0 0 0,0 0 0,1 1 0,-1 0 0,1 0 0,1 1 0,-1-1 0,1 1 0,0 0 0,0 1 0,0-1 0,1 1 0,-1 2 0,-69 174 0,67-154 0,1 0 0,2 0 0,0 0 0,3 1 0,0-1 0,1 1 0,2-1 0,1 1 0,5 17 0,-6-40 0,0 1 0,0-1 0,0 0 0,1-1 0,0 1 0,0 0 0,1-1 0,0 0 0,0 1 0,0-2 0,1 1 0,0 0 0,0-1 0,0 0 0,1 0 0,-1-1 0,1 1 0,1-1 0,-1 0 0,0-1 0,1 0 0,0 0 0,0 0 0,0-1 0,0 0 0,0 0 0,0-1 0,0 0 0,1 0 0,-1 0 0,0-1 0,1-1 0,-1 1 0,0-1 0,1 0 0,-1-1 0,0 1 0,0-1 0,0-1 0,0 0 0,0 0 0,-1 0 0,1 0 0,-1-1 0,5-4 0,4-6-33,0 0 1,-1 0-1,0-2 0,-2 0 0,0 0 1,0-1-1,-2 0 0,0-1 0,-1 0 1,-1-1-1,0 0 0,-2 0 0,0-1 1,-1 0-1,-1 0 0,-1 0 0,-1 0 1,0-10 32,-1-30-2948</inkml:trace>
  <inkml:trace contextRef="#ctx0" brushRef="#br0" timeOffset="33368.18">8896 10068 24853,'0'0'2279,"0"0"-1109,0 0-346,0 0-68,0 0-113,-16 0 1599,14-6-2242,0 1 0,0 0 0,0 0 0,0 0 0,-1 0 0,0 0 0,0 0 0,0 1 0,-1-1 0,0 1 0,1 0 0,-1 0 0,-1 1 0,1-1 0,0 1 0,-1 0 0,0 0 0,0 0 0,0 1 0,0-1 0,0 1 0,0 1 0,-1-1 0,1 1 0,-1 0 0,1 0 0,-1 0 0,1 1 0,-1 0 0,1 0 0,-1 0 0,0 1 0,1 0 0,-1 0 0,-4 1 0,-3 9 0,1 0 0,1 0 0,0 2 0,0-1 0,1 1 0,1 0 0,0 1 0,0 0 0,2 1 0,0 0 0,1 0 0,-4 12 0,-3 12 0,2 0 0,2 2 0,1-1 0,2 1 0,2 0 0,2 0 0,1 0 0,3 19 0,1-49 0,0-1 0,0 1 0,1-1 0,1 0 0,0-1 0,0 1 0,0-1 0,1 0 0,1 0 0,0-1 0,0 1 0,0-2 0,1 1 0,0-1 0,1 0 0,-1-1 0,1 0 0,1 0 0,-1-1 0,1 0 0,0-1 0,0 0 0,0 0 0,1-1 0,-1-1 0,1 0 0,-1 0 0,1-1 0,0 0 0,0-1 0,0 0 0,0-1 0,-7 1 0,-8-23-475,4 7-1515</inkml:trace>
  <inkml:trace contextRef="#ctx0" brushRef="#br0" timeOffset="33964.151">8817 9647 28262,'0'0'1754,"0"0"-798,0 0-207,0 0-70,-6 7-360,0 0-315,0 1 0,1-1 0,-1 1 0,2 0 0,-1 0 0,1 0 0,1 1 0,0-1 0,0 1 0,0 0 0,1 0 0,0 6-4,-15 178 0,8 153 0,6-111 0,1 148 0,3-393-21,1 0 1,0 0-1,0 0 1,1 1-1,1-1 1,-1 1-1,2 0 1,-1 0-1,1 0 1,0 0-1,1 1 1,3-3 20,-2 0-157,31-48-1857</inkml:trace>
  <inkml:trace contextRef="#ctx0" brushRef="#br0" timeOffset="37018.248">5933 10696 29150,'0'0'850,"0"0"-258,0 0-89,-4-22-33,-19-125 99,23 139-547,-1 0 1,1 0-1,-1 0 1,-1-1 0,1 1-1,-1 0 1,-1 0 0,1 1-1,-1-1 1,-1 0-1,0 1 1,0 0 0,0 0-1,-1 0 1,0 0 0,0 1-1,0 0 1,-1 0-1,0 0 1,0 1 0,-1 0-1,1 0 1,-1 1 0,0-1-1,-1 1 1,1 1-1,-1 0 1,-3-1-23,5 2 0,0 1 0,0 1 0,0-1 0,0 1 0,-1 0 0,1 1 0,0-1 0,0 1 0,0 1 0,0-1 0,0 1 0,0 0 0,0 0 0,0 0 0,1 1 0,-1 0 0,1 0 0,0 1 0,0 0 0,0-1 0,0 1 0,1 1 0,-4 3 0,-68 133 0,58-81 0,2 0 0,3 1 0,3 0 0,3 1 0,2 0 0,3 0 0,3 9 0,-1-58 0,0 0 0,1 0 0,0 1 0,1-1 0,1 0 0,0 0 0,0-1 0,2 1 0,-1-1 0,2 1 0,0-1 0,0-1 0,1 1 0,0-1 0,4 3 0,-8-8 0,1 0 0,0-1 0,0 0 0,0 1 0,0-2 0,1 1 0,0 0 0,0-1 0,0 0 0,1 0 0,-1-1 0,1 1 0,0-1 0,0 0 0,0-1 0,0 0 0,0 1 0,1-2 0,-1 1 0,1-1 0,-1 0 0,1-1 0,-1 1 0,1-1 0,0 0 0,-1-1 0,1 0 0,-1 0 0,1 0 0,-1-1 0,0 0 0,1 0 0,-1-1 0,0 1 0,0-1 0,-1-1 0,5-2 0,23-28 0,-1-1 0,-2-2 0,-2-1 0,-1-1 0,-2-1 0,-2-1 0,-2-2 0,12-34 0,-28 68 0,3-12-217,2 1 0,0 0 0,1 0 0,1 1 0,1 1 0,0 0 0,1 1 1,1 0-1,1 1 217,10-4-3953</inkml:trace>
  <inkml:trace contextRef="#ctx0" brushRef="#br0" timeOffset="37506.654">7292 11001 31631,'0'0'581,"0"0"-319,0 0-68,-23-1-95,18-2-99,0 1 0,0-1 0,0 1 0,0-2 0,1 1 0,-1 0 0,1-1 0,0 0 0,0 0 0,0 0 0,1 0 0,0 0 0,-1-1 0,1 0 0,1 0 0,-1 0 0,1 0 0,8 0 0,3 8 0,0 0 0,0 1 0,0 0 0,-1 1 0,0 0 0,0 0 0,0 1 0,0 0 0,-1 0 0,0 1 0,-1 0 0,1 0 0,-1 0 0,0 1 0,-1 0 0,1 2 0,14 14 0,-8-10-127,-18-27-506</inkml:trace>
  <inkml:trace contextRef="#ctx0" brushRef="#br0" timeOffset="38529.221">7511 6566 28550,'0'0'1334,"0"0"-818,0 20 16,39 757 1294,-25-577-1817,-13-183-9,26 355 0,26 62 0,-44-388 0,-7-47-48,0 1 0,0-1-1,0 0 1,-1 0 0,1 0 0,0 0-1,-1-1 1,1 1 0,-1 0 0,0-1 0,1 1-1,-1-1 1,0 1 0,0-1 0,0 1-1,0-1 1,0 0 0,0 0 0,0 0 0,-1 1-1,1-1 1,-1 0 0,1 0 0,-1 0-1,0 0 1,1 0 0,-1 0 0,0 0-1,0 0 1,-1 0 0,1 0 48,12-52-2898</inkml:trace>
  <inkml:trace contextRef="#ctx0" brushRef="#br0" timeOffset="38886.504">7649 6506 30575,'0'0'597,"22"-3"-377,543-123 340,-288 68-292,2 12-1,2 12 1,130 7-268,668 21 12,-196 51-379,-519-2-2979,-320-43 1178</inkml:trace>
  <inkml:trace contextRef="#ctx0" brushRef="#br0" timeOffset="39151.902">12050 6151 30511,'0'0'760,"0"0"-568,20 166-128,15-35 152,9 53 304,-3 28-152,-4 3-232,-16-10-136,-12-26 0,-2-9 0,-3-19 0,1-29 0,0-41-1024,-3-37-2825</inkml:trace>
  <inkml:trace contextRef="#ctx0" brushRef="#br0" timeOffset="39731.102">7490 9323 28838,'0'0'902,"0"22"-438,3 223 709,65 632 217,-24 57-1390,-44-928 0,1 25 0,1 0 0,2 0 0,1 0 0,2 0 0,1-1 0,1 1 0,4 6 0,5-22-13,-3-50-277,8-158-4133,-17 89-4654</inkml:trace>
  <inkml:trace contextRef="#ctx0" brushRef="#br0" timeOffset="40088.9">8062 9446 30759,'0'0'584,"28"-11"-368,253-88-72,540-78 632,-620 130-697,20-7-10,1 9 1,2 11 0,62 4-70,-117 25 0,-1 7 0,0 8 0,144 28 0,-192-18 0,181 32 0,1-15 0,57-9 0,44 11-2291,-363-31 253</inkml:trace>
  <inkml:trace contextRef="#ctx0" brushRef="#br0" timeOffset="40434.557">12851 8884 29062,'0'0'1591,"0"0"-1147,0 0-325,5 20 192,56 238 890,234 1085-1162,-259-1062-39,-46-270-507,-8-11-2027</inkml:trace>
  <inkml:trace contextRef="#ctx0" brushRef="#br0" timeOffset="41004.342">7972 11585 27950,'0'0'1534,"0"0"-869,0 0-162,0 0 112,26 7-42,-4 0-463,170 23 562,-7-40-628,-1-8 0,-1-8 1,116-34-45,-191 38 12,486-103-12,543-99 0,-19 77 0,-891 127 0,2 9 0,83 12 0,-252 4 0,0 2 0,-1 3 0,0 3 0,0 2 0,11 7 0,-42-9 0,-38-11 0,-104 3-737,40-3-2951</inkml:trace>
  <inkml:trace contextRef="#ctx0" brushRef="#br0" timeOffset="61497.154">8737 9647 25709,'0'0'1604,"0"0"-352,0 0-380,0 0-168,0 0-140,-5-10-129,-22-42 176,24 106 54,4 926-314,19-753-351,-35-383 0,-28-533 0,35 407-224,16 1412 448,5-1185-1606,-12 13-1941</inkml:trace>
  <inkml:trace contextRef="#ctx0" brushRef="#br0" timeOffset="62042.727">7947 11844 30166,'0'0'789,"0"0"-379,0 0-256,0 0-36,0 0 154,0 0 57,30 0-47,281-19-40,552-147-237,-346 59-5,-509 106-30,16-6-81,1 1 0,0 1 0,0 1 0,0 2 0,1 0 0,-1 2 0,1 1-1,-1 0 1,0 2 0,0 1 0,0 2 0,20 6 111,-17 5-1734</inkml:trace>
  <inkml:trace contextRef="#ctx0" brushRef="#br0" timeOffset="62296.048">10232 11674 30495,'0'0'1552,"0"0"-1552,0 0-576,0 0 400,117 11 152,-47-7 16,-11 0-288,1-4-2313</inkml:trace>
  <inkml:trace contextRef="#ctx0" brushRef="#br0" timeOffset="62476.946">11665 11647 32767,'0'0'0,"0"0"-2008</inkml:trace>
  <inkml:trace contextRef="#ctx0" brushRef="#br0" timeOffset="62693.841">12158 11529 32535,'0'0'0,"0"0"-1440</inkml:trace>
  <inkml:trace contextRef="#ctx0" brushRef="#br0" timeOffset="75109.022">1909 275 19588,'0'0'3878,"0"0"-1481,18-18 178,55-59-1421,-71 74-1104,1 0 1,-1 1-1,0-1 1,0 0-1,0 0 1,0 0 0,0-1-1,-1 1 1,0 0-1,1 0 1,-1-1-1,0 1 1,-1-1-1,1 1 1,-1-1 0,1 1-1,-1-1 1,0 0-1,0 1 1,-1-2-51,0-5 140,-1 3-97,-1 1 1,-1 0-1,1 0 0,-1 0 1,0 1-1,0-1 1,-1 1-1,0 0 1,0 0-1,0 0 1,0 1-1,-1 0 1,0 0-1,0 0 1,0 1-1,0 0 1,0 0-1,-1 0 1,1 1-1,-1 0 1,0 0-1,1 1 1,-1 0-1,0 0 0,0 0 1,0 1-1,0 0 1,0 1-1,0-1 1,-1 2-44,-25 0 30,0 1 0,0 2 0,1 2 0,0 0 1,0 3-1,1 0 0,0 2 0,1 1 0,0 2 0,1 1 0,1 1 1,1 1-1,0 1 0,1 2 0,1 1-30,-35 25 26,2 3 0,3 2 0,2 2 0,2 3 0,3 2 0,2 2 0,3 2 0,3 1 0,3 3 0,-12 32-26,12-18 1,3 1 0,4 2-1,4 0 1,4 2 0,3 1 0,4 0 0,4 1-1,3 0 1,5 1 0,5 42-1,12-61 0,2 0 0,4 0 0,3-2 0,2-1 0,4-1 0,2-1 0,3-1 0,3-2 0,21 24 0,74 141 0,-104-177 0,-2 1 0,-2 2 0,-3 0 0,-2 1 0,-2 1 0,-3 1 0,-2 0 0,-3 1 0,1 35 0,-16-1 0,-4 0 0,-4-1 0,-4 0 0,-3-1 0,-5-1 0,-3-2 0,-4-1 0,-4-1 0,-3-2 0,-20 25 0,-164 296 0,-183 237 0,107-237-55,335-387-762,-23-14 782,0 1 32,0 1 0,0 0-1,-1 0 1,0 2 0,0-1-1,0 2 1,-1-1 0,0 1 0,0 1-1,0 0 1,7 8 3,12 15 1,-2 0-1,-2 2 1,0 1 0,-3 1-1,-1 0 1,-1 2 0,-2 1-1,-1 3 0,43 129 23,-7 3 0,-8 3 0,-8 1 0,-8 1 0,-7 2 0,-6 48-23,-15-217 2,123 1749 768,-50-922-742,-72-816-28,-1 1 0,1 0 0,1-1 0,1 1 0,1-1 0,0 0 0,2 0 0,1-1 0,1 0 0,2 4 0,-9-25-98,1 1 0,-1-1 0,0 1-1,1-1 1,-1 0 0,0 0 0,1 0 0,-1 0 0,0 0 0,1-1 0,-1 1-1,0-1 1,1 0 0,-1 1 0,0-1 0,0 0 0,0 0 0,0 0-1,0-1 1,0 1 0,0 0 0,0-1 0,0 0 0,-1 1 0,1-1 0,0 0-1,-1 0 1,0 1 0,1-1 0,-1-1 0,0 1 0,0 0 0,0 0 0,0 0-1,-1 0 1,1-2 98,14-23-4621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24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542 3743 28918,'0'0'1002,"0"0"-446,21-7-135,250-64 485,52 8-674,4 14 1,0 14-1,110 11-232,814-37 91,-222 10-91,-209 72-15,-241 9 53,18-26-38,-173-30 63,133 1 27,-555 25-133,0-1 0,0 1 0,0 0 0,0 0 0,0 0 0,0 0 0,0 0 0,0 0-1,0 0 1,0 0 0,0 1 0,0-1 0,0 1 0,0 0 0,0-1 0,0 1 0,0 0 0,-1 0 0,1 0 0,0 1 0,-1-1 0,1 0 0,-1 0 0,1 1-1,-1-1 1,0 1 0,1 0 0,-1-1 0,0 1 0,0 0 0,1 1 43,-2 4-2034</inkml:trace>
  <inkml:trace contextRef="#ctx0" brushRef="#br0" timeOffset="253.381">8139 3855 32263,'0'0'504,"0"0"-504,0 0 0,0 0 0,0 0 0,0 0 0,0 0 0,-11 51 0,-17-34-8,3-5-2641</inkml:trace>
  <inkml:trace contextRef="#ctx0" brushRef="#br0" timeOffset="417.792">8450 3971 31839,'0'0'0</inkml:trace>
  <inkml:trace contextRef="#ctx0" brushRef="#br0" timeOffset="-1429.909">5419 966 29894,'-4'18'866,"-20"165"-189,8 2 1,8-1-1,11 82-677,-3-106-25,-1-29 25,-2-33 0,5 0 0,3 0 0,18 86 0,-22-176 0,0 0 0,1 0 0,-1 0 0,2 0 0,-1 0 0,1-1 0,0 1 0,1-1 0,0 0 0,0 0 0,1 0 0,-1 0 0,1-1 0,2 2 0,-4-7-13,-1 0-1,1 0 1,-1 0 0,1 0-1,0 0 1,-1-1 0,1 1-1,0-1 1,-1 0 0,1 0-1,0 0 1,0 0 0,-1 0-1,1-1 1,0 1 0,0-1-1,-1 0 1,1 1 0,-1-1-1,1 0 1,-1-1 0,1 1-1,-1 0 1,0-1 0,1 0-1,-1 1 1,0-1 0,0 0-1,0 0 1,0 0 0,-1 0-1,1 0 1,0-1 13,46-54-1792,-5-15-2169</inkml:trace>
  <inkml:trace contextRef="#ctx0" brushRef="#br0" timeOffset="-1173.85">6066 1539 30262,'0'0'777,"0"0"15,134 134-320,-68-63-24,6 4-432,-1 1-16,-2 3 0,-4-4 0,-10-9 0,-11-12 0,-7-17 0,7-33 0,-12-4-712,-5-20-945</inkml:trace>
  <inkml:trace contextRef="#ctx0" brushRef="#br0" timeOffset="-968.343">6656 1385 29206,'0'0'1897,"0"0"-1345,-148 112-176,77-39 8,-1 28-72,1 24-272,11 24-40,26-12 0,31-6-208,3-42-808,10-42-1569</inkml:trace>
  <inkml:trace contextRef="#ctx0" brushRef="#br0" timeOffset="-720.397">7342 1418 31327,'0'133'816,"3"31"-288,-1-2-432,7 6-96,10-3 0,4-13 0,2-30 0,-4-35 0,-5-29 0,4-8 0,-1-11-568,-10-10-2201</inkml:trace>
  <inkml:trace contextRef="#ctx0" brushRef="#br0" timeOffset="-2397.159">1175 1613 28606,'0'0'1379,"0"0"-612,0 0-218,0 0-81,0 0-139,9-3-64,31-10-200,0 3 1,1 1-1,1 2 1,-1 2-1,1 2 1,21 1-66,-47 1 11,12 0-11,180 5 0,-197-3 0,-1 1 0,1 0 0,-1 1 0,0 1 0,0-1 0,0 2 0,0-1 0,0 1 0,-1 1 0,0 0 0,0 0 0,-1 0 0,1 1 0,-1 1 0,-1-1 0,0 1 0,6 8 0,-4 3 0,0-1 0,-2 1 0,0 0 0,-1 0 0,-1 1 0,-1 0 0,-1 0 0,-1 0 0,0 0 0,-2 0 0,0 0 0,-1 1 0,-1-1 0,-1 0 0,-1 0 0,-1-1 0,-2 8 0,-6 15 0,-1-2 0,-2 1 0,-1-2 0,-3 0 0,-1-2 0,-1 0 0,-3-1 0,0-1 0,-3-2 0,0 0 0,-6 1 0,-23 21 0,-4-2 0,-1-3 0,-3-2 0,-2-3 0,-36 16 0,84-51 0,0 0 0,-1-1 0,0-1 0,0-1 0,-1-1 0,0 0 0,0-2 0,0-1 0,-1 0 0,1-2 0,-2 0 0,69-7 0,20 11 0,0 2 0,0 4 0,-1 2 0,0 3 0,-2 3 0,0 3 0,-1 2 0,25 16 0,45 13 0,-112-44 0,0-2 0,1 0 0,0-1 0,0-1 0,0-1 0,1-1 0,-1-1 0,1-1 0,0-1 0,-1-1 0,1 0 0,0-2 0,-1 0 0,13-5 0,-24 3 0,0-1 0,0 0 0,-1 0 0,0-1 0,0 0 0,-1-1 0,0 1 0,0-2 0,0 1 0,-1-1 0,-1 0 0,6-11 0,42-65-575,-5-3 1,-3-2-1,6-27 575,-42 94-290,49-112-2081</inkml:trace>
  <inkml:trace contextRef="#ctx0" brushRef="#br0" timeOffset="-2085.038">3184 1242 28870,'0'0'1002,"0"0"-317,-8-20-198,-60-130 332,64 144-785,-5-11-9,0 0 0,-2 0 0,0 1 0,-1 0 1,0 1-1,-1 1 0,-1 0 0,-1 0 1,0 1-1,0 1 0,-1 1 0,0 0 0,-1 1 1,-3 0-26,16 9 0,0 0 1,0 0-1,0 1 1,0 0-1,0-1 1,0 2-1,0-1 1,0 0-1,1 1 1,-1-1-1,0 1 1,0 1-1,0-1 1,1 0-1,-1 1 1,0-1-1,1 1 1,-1 0-1,1 1 1,0-1-1,0 0 1,0 1-1,0 0 1,0 0-1,1-1 1,-2 4-1,-14 23 0,1 0 0,2 2 1,1 0-1,1 1 0,2 0 1,1 1-1,1 0 0,2 0 1,-1 23-1,-6 110 40,15-160-35,1 0 0,0 0 0,1-1 1,-1 1-1,1-1 0,0 1 1,1-1-1,-1 0 0,1 0 1,0-1-1,0 1 0,1-1 0,-1 0 1,1 0-1,0 0 0,0-1 1,0 0-1,0 0 0,1 0 1,-1 0-1,1-1 0,0 0 0,0 0 1,0-1-1,0 0 0,0 0 1,0 0-1,0 0 0,0-1 0,0 0 1,0-1-1,0 1 0,0-1 1,0 0-1,1-1-5,17-1-19,0-1 1,0-1-1,0-1 0,-1-2 0,0 0 1,-1-1-1,1-2 0,-2 0 1,0-1-1,12-10 19,-1 4-140,59-34-804,-9 6-1302</inkml:trace>
  <inkml:trace contextRef="#ctx0" brushRef="#br0" timeOffset="-1801.816">3732 1802 31023,'0'0'1016,"0"0"-960,0 0-8,0 0 0,129-27 128,-62 17 0,11 1-176,45 9 0,-15 0-1040,-16 0-3425</inkml:trace>
  <inkml:trace contextRef="#ctx0" brushRef="#br0" timeOffset="80754.889">2309 224 26830,'0'0'2420,"-23"-10"-1652,-149-75-508,121 60-75,-1 2-1,-1 2 0,-2 2 1,-50-10-185,84 25 34,-1 1 1,1 1-1,-1 0 1,1 2-1,-1 0 1,0 2-1,1 0 1,-1 1-1,1 1 1,0 2-1,0 0 1,1 1-1,0 0 1,-18 11-35,-25 20 30,2 4 0,2 1 0,1 4 0,3 2 0,-31 35-30,-29 45 61,5 6-1,5 4 0,8 4 1,5 5-1,7 3 1,7 5-1,6 2 0,-20 78-60,39-85 34,7 2 0,6 2 1,7 1-1,7 2 0,7 1 0,7 0 0,7 85-34,6-168 37,4 0 0,3 0 1,3-1-1,4-1 0,18 54-37,-22-93 12,2 0 1,1-1-1,2-1 0,1 0 0,1-1 1,2-1-1,1-1 0,2-1 1,1-1-1,1-1 0,1 0 0,22 15-12,-21-22 5,1-2-1,1-1 1,0-2-1,1 0 0,1-3 1,0 0-1,1-2 1,0-1-1,0-1 1,1-2-1,0-2 0,0-1 1,0-1-1,0-2 1,8-1-5,29-5-1,1-2 0,-1-4 1,-1-2-1,0-4 1,-1-2-1,45-22 1,97-51 0,-4-9 0,-5-8 0,-5-10 0,-6-7 0,-5-9 0,43-50 0,-110 90 0,-4-5 0,-4-4 0,-6-5 0,-4-5 0,-5-4 0,-6-4 0,-5-4 0,57-118 0,-117 194-14,-2-2 0,-3 0 0,-2-1 0,-2-1 0,-3-1 0,-2 1 0,-3-2 0,-2 1 0,-2-1 0,-3 0-1,-3 0 1,-2 1 0,-2 0 0,-3 0 0,-17-53 14,3 45-1,-4 1 0,-2 1-1,-3 1 1,-2 2-1,-3 2 1,-2 1 0,-3 3-1,-2 1 1,-2 2-1,-3 2 1,-1 2 0,-2 3-1,-3 2 1,-1 2 0,-1 3-1,-2 3 1,-2 2-1,-1 3 1,-1 3 0,-1 2-1,0 4 1,-2 2-1,-1 3 1,1 3 0,-2 4-1,1 2 1,-9 3 1,68 2 3,8-1-5,-1 1-1,1-1 1,-1 1 0,1 0 0,-1 0-1,1-1 1,-1 1 0,1 0-1,-1 1 1,1-1 0,-1 0-1,1 0 1,-1 1 0,1-1 0,0 0-1,-1 1 1,1 0 0,-1-1-1,1 1 1,0 0 0,0 0-1,-1-1 1,1 1 0,0 0-1,0 0 1,0 0 0,0 1 0,0-1-1,0 0 1,0 0 0,0 0-1,1 1 1,-1-1 0,0 0-1,1 1 1,-1-1 0,1 1 0,0-1-1,-1 2 3,1 10-198,1 0-1,1 1 1,0-1-1,1 0 0,0 0 1,1 0-1,0 0 1,1-1-1,0 0 0,3 3 200,35 65-3058</inkml:trace>
  <inkml:trace contextRef="#ctx0" brushRef="#br0" timeOffset="81285.281">5276 2982 27710,'0'0'1539,"0"0"-652,28-4-270,193-20 449,568-54-129,-436 38-926,-315 35-11,22-2 0,0 1 0,1 4 0,0 2 0,32 5 0,-25 15 0,-71-15 0,-57 11-448,28-4-1793</inkml:trace>
  <inkml:trace contextRef="#ctx0" brushRef="#br0" timeOffset="85152.788">7142 3403 32647,'19'-10'100,"60"-28"-80,-61 39-20,-24 10 0,-9 6 0,14-89 0,1 49 0,0 21 0,-2-5 0,-53-108-500,20 64-2001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37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28798,'0'0'1470,"0"0"-786,0 0-359,0 0-110,0 0-36,0 0-6,22 5 97,219 28 148,650 1-183,-570-9-235,2-13 0,0-15 0,211-32 0,-27-39 0,414-43 0,-123 91 0,-699 29 0,-1 5 0,0 3 0,0 5 0,-2 4 0,83 29 0,344 119 0,-524-169-25,0 1 1,0-1-1,1 0 1,-1 0-1,0 0 0,0 0 1,1 0-1,-1 0 1,0 0-1,1 0 0,-1 0 1,1-1-1,-1 1 1,1 0-1,0 0 0,0 0 1,-1 0-1,1-1 1,0 1-1,0 0 0,0 0 1,0-1-1,0 1 0,1 0 1,-1 0-1,0 0 1,0-1-1,1 1 0,-1 0 1,1 0-1,-1 0 1,1 0-1,-1 0 0,1 0 1,0 0-1,0 0 1,-1 0-1,1 0 0,0 0 1,0 0-1,0 1 1,0-1-1,0 0 0,0 1 1,0-1-1,0 0 1,0 1-1,0-1 0,1 1 1,-1 0-1,0-1 1,0 1-1,0 0 0,1 0 1,-1 0-1,0 0 1,0 0-1,0 0 0,1 0 1,-1 0-1,0 0 1,0 1-1,0-1 0,1 0 1,-1 1-1,0-1 0,0 1 1,0-1-1,1 1 25,-20-37-4167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37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0 32767,'0'0'0,"0"0"0,0 0-56,0 0-600,-143 25-2161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55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1 951 27750,'0'0'1296,"0"0"-344,0 0-195,0 0-137,0 0-184,22-2-165,216-15-43,2 10 1,-1 11-1,227 34-228,-76 49 0,-389-87-53,0 0 1,1 0-1,-1 0 0,0 0 1,0 0-1,0 0 0,0 0 0,1 0 1,-1 1-1,0-1 0,0 1 1,0-1-1,0 1 0,0-1 1,0 1-1,0-1 0,0 1 1,0 0-1,0-1 0,0 1 0,-1 0 1,1 0-1,0 0 0,0 0 1,-1 0-1,1 0 0,-1 0 1,1 0-1,-1 0 0,1 0 1,-1 0-1,1 0 0,-1 0 0,0 0 1,0 1-1,0-1 0,0 0 1,0 0-1,0 0 0,0 0 1,0 2 52,-17 1-2305</inkml:trace>
  <inkml:trace contextRef="#ctx0" brushRef="#br0" timeOffset="1015.068">1017 1 29702,'0'0'1169,"0"0"-769,0 180 8,-9-86-48,6 20-160,3 27-200,0-23-496,0-19-3721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55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30086,'0'0'601,"0"0"-323,0 0-46,13 19 167,-10-15-373,2 5 22,0-1 0,1 0 0,0 0 0,1 0 0,0-1 0,0 0-1,0 0 1,1-1 0,0 0 0,0 0 0,1-1 0,-1 0 0,1-1 0,0 1-1,0-2 1,1 1 0,6 0-48,105 21 255,-78-19-244,0 2 0,0 2 0,-1 2-1,0 2 1,-1 1 0,-1 3 0,6 4-11,-40-18 0,1 0 0,-1 1 0,0 0 0,0 0 0,-1 0 0,1 1 0,-1 0 0,0 0 0,-1 0 0,0 1 0,0-1 0,0 1 0,-1 0 0,1 0 0,-2 0 0,1 1 0,-1-1 0,0 1 0,-1-1 0,0 1 0,0 0 0,-1 0 0,1-1 0,-2 1 0,1 0 0,-1-1 0,0 1 0,-1 0 0,0-1 0,-1 4 0,-11 14-8,0-1 0,-2-1 0,-1 0 1,-1-1-1,0-1 0,-2-1 0,0-1 0,-1 0 0,-1-2 0,-1 0 0,-9 4 8,32-21 0,-249 158-65,267-153 129,52-9-54,0-3 0,-1-4 0,1-2-1,-2-3 1,27-12-10,10-19-749,-43 2-2759,-21 6-5719</inkml:trace>
  <inkml:trace contextRef="#ctx0" brushRef="#br0" timeOffset="380.395">1201 9 30238,'0'0'787,"0"0"-407,-2 24-73,-14 191 559,13-125-810,7-110-126,0 1 0,1-1 1,1 1-1,1 1 0,1-1 1,1 1-1,0 1 0,1-1 1,2 0 69,-10 15-21,1-6 8,0 1 1,0-1-1,1 1 0,0 0 0,1 0 0,0 1 0,0-1 0,1 1 0,-1 0 1,2 1-1,-1-1 0,1 1 0,0 1 0,0-1 0,0 1 0,1 0 0,0 1 1,0 0-1,0 0 0,0 0 0,1 1 0,-1 1 0,1-1 0,0 1 1,0 1-1,0 0 0,5 0 13,-5 7 58,0 0 0,0 1 0,-1 1 0,0-1 0,0 1 0,-1 1 0,0-1 0,-1 1 0,0 1 0,0-1 0,-1 1-1,0 0 1,-1 0 0,0 0 0,0 1 0,-1-1 0,-1 1 0,0 0 0,1 5-58,20 181 27,-46-277-2928,5 27-1055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12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21690 2009 27190,'0'0'2675,"0"0"-1687,0 0-442,0 0-97,0 0-155,13-4-70,277-87 151,-180 51-371,1 4-1,2 5 1,1 5 0,2 5 0,0 5-1,0 5 1,13 5-4,-119 7 0,1-1 0,-1 1 0,1 1 0,-1 0 0,0 1 0,0 0 0,0 0 0,0 1 0,-1 0 0,1 1 0,-1 0 0,0 0 0,0 1 0,-1 0 0,0 1 0,0 0 0,0 0 0,-1 1 0,0 0 0,0 0 0,-1 0 0,0 1 0,-1 0 0,0 0 0,0 1 0,-1-1 0,0 1 0,-1 0 0,0 0 0,0 0 0,-1 1 0,-1-1 0,0 2 0,-3 33 0,-3 0 0,-2-1 0,-1 1 0,-3-1 0,-1-1 0,-2 0 0,-3-1 0,-1 0 0,-1-2 0,-3 0 0,-19 26 0,36-56 0,-30 56 0,-3 0 0,-3-3 0,-3-1 0,-6 2 0,-16-11 0,65-53-4,-1 0 0,0 0 0,0 0 0,0-1 0,0 1-1,1 0 1,-1-1 0,0 0 0,1 1 0,-1-1 0,0 0 0,1 0 0,-1 0 0,1 0 0,-1 0 0,1 0 0,-1 0-1,1 0 1,0-1 0,0 1 0,-1-1 0,1 1 0,0-1 0,0 1 0,1-1 0,-1 0 0,0 1 0,0-1 0,1 0-1,-1 1 1,1-1 0,0 0 0,-1 0 0,1 0 0,0 0 0,0 1 0,0-1 0,0 0 0,1 0 0,-1 0 4,-1-3-48,-9-72-1196,7-18-1094</inkml:trace>
  <inkml:trace contextRef="#ctx0" brushRef="#br0" timeOffset="269.658">22669 1304 29886,'-35'168'793,"-4"39"-233,-4-2-184,-1-2-48,7-6 32,9-14-80,12-40-184,9-41-72,7-38-24,0-31-224,5-12-216,36-32-216,-2-22-665,1-25-2567</inkml:trace>
  <inkml:trace contextRef="#ctx0" brushRef="#br0" timeOffset="577.996">23429 1611 30086,'0'0'1097,"4"27"-663,19 191 136,-20-115-377,-4 1 1,-5-1-1,-9 41-193,7-129 0,6-55 0,3 9-23,1 0 0,2 0 0,1 0 0,2 0-1,1 1 1,1 0 0,1 0 0,2 1 0,1 1 0,1 0 0,1 1 0,2 0-1,0 1 1,2 1 0,5-4 23,-20 24 0,-1 0-1,1 0 0,1 1 1,-1-1-1,0 1 0,1 0 1,0 0-1,0 0 0,0 1 1,0 0-1,1 0 0,-1 0 1,1 1-1,0-1 1,0 1-1,0 1 0,0-1 1,0 1-1,0 0 0,0 1 1,0-1-1,1 1 0,-1 0 1,0 1-1,0-1 0,0 1 1,0 1-1,0-1 0,0 1 1,0 0-1,0 0 1,0 1-1,-1-1 0,1 1 1,4 4 0,-3 7 26,0 0 0,-1 1 1,0 0-1,-1 0 1,-1 0-1,-1 1 0,0-1 1,-1 1-1,0 0 0,-1 0 1,-1 0-1,-1 0 1,0 0-1,-2 9-26,-4 12 19,0 0-1,-3-1 1,0 0 0,-3-1-1,-1 0 1,-1-1 0,-2 0-1,-6 6-18,-63 149-1931,82-178-2368</inkml:trace>
  <inkml:trace contextRef="#ctx0" brushRef="#br0" timeOffset="1284.542">24436 1395 30575,'0'0'768,"0"0"-472,0 0 56,0 0 56,0 0-72,0 0-304,74 124-32,-42-99 0,0 4 0,-2 27-384,-11-4-664,-15-4-1497</inkml:trace>
  <inkml:trace contextRef="#ctx0" brushRef="#br0" timeOffset="1541.678">24222 2162 4361,'0'0'21643,"0"0"-16811,0 0-4383,0 0-226,0 0 4,0 0 106,17-9-97,-9 5-212,-2-1-19,-1 0 0,2 1 0,-1 0 0,0 0-1,1 1 1,0 0 0,0 0 0,0 0 0,0 1 0,0 0-1,0 0 1,0 1 0,1 0 0,-1 1 0,1-1 0,-1 1-1,1 1 1,-1-1 0,0 1 0,1 1 0,-1-1 0,0 1 0,0 0-1,0 1 1,0 0 0,0 0 0,4 3-5,-5 5-11,1 0 1,-1 0 0,-1 1-1,0 0 1,-1 0-1,0 1 1,-1-1-1,0 1 1,0 10 10,-3-23-1,27 398-340,-27-396 344,-1 0-1,1 0 1,0 0 0,0-1 0,-1 1-1,1 0 1,0 0 0,1 0-1,-1 0 1,0 0 0,0-1 0,1 1-1,-1 0 1,1 0 0,0-1 0,-1 1-1,1 0 1,0-1 0,0 1-1,0 0 1,0-1 0,0 1 0,1-1-1,-1 0 1,0 1 0,1-1 0,-1 0-1,1 0 1,-1 0 0,1 0 0,-1 0-1,1 0 1,0-1 0,0 1-1,-1 0 1,1-1 0,0 1 0,0-1-1,0 0 1,-1 0 0,1 1 0,0-1-1,0 0 1,0-1 0,0 1 0,0 0-1,-1 0 1,1-1 0,0 1-1,0-1 1,0 0 0,-1 1 0,1-1-1,0 0 1,-1 0 0,1 0 0,-1 0-1,1 0 1,-1-1 0,0 1 0,1 0-1,-1-1-2,73-102 11,23-87-1275,-56 99-789</inkml:trace>
  <inkml:trace contextRef="#ctx0" brushRef="#br0" timeOffset="2139.551">25040 1165 29390,'0'0'1154,"0"0"-751,20-1-158,227-34 84,9-36-1433,-254 72 1081,-1-1 0,0 0 0,1 1 0,-1-1 0,0 0 0,0 1 0,1 0-1,-1-1 1,0 1 0,0 0 0,0-1 0,0 1 0,1 0 0,-1 0 0,-1 0 0,1 0 0,0 0 0,0 0-1,0 0 1,0 1 0,-1-1 0,1 0 0,-1 0 0,1 1 0,-1-1 0,1 0 0,-1 0 0,0 1 0,1-1-1,-1 1 1,0-1 0,0 0 0,0 1 0,0-1 0,0 0 0,0 1 0,-1-1 0,1 0 0,0 1 0,-1-1-1,1 0 1,-1 1 0,1-1 0,-1 0 0,0 0 0,1 0 0,-1 1 0,0-1 0,0 0 0,0 0 0,0 0-1,0 0 1,0-1 0,-1 2 23,-154 222 500,-149 191 1643,263-351-1724,81-60-376,43-44-132,49-11-98,-129 51 185,0 0 0,0 1 0,-1-1 0,1 0 0,0 1 0,0 0 0,0-1 0,0 1 0,0 0 0,-1 0 0,1 0 0,0 0 0,-1 0 0,1 1 0,-1-1 0,1 0 0,-1 1-1,0-1 1,1 1 0,-1-1 0,0 1 0,0 0 0,0-1 0,0 1 0,0 0 0,-1 0 0,1 0 0,-1 0 0,1 0 0,-1 0 0,1 0 0,-1 0 0,0-1 0,0 1 0,0 0 0,0 0 0,0 0 0,-1 0 0,1 0 0,-1 0 0,1 0 0,-1 0 0,0 0 0,0 0 2,1 8 2,-5 24 1,-1-1-1,-1 1 1,-2-1-1,-2-1 0,0 0 1,-3 0-1,0-2 1,-16 24-3,18-28 1,-146 260 192,307-489-470,-122 165 199,-11 13 54,2 0-1,0 1 1,1 1 0,2 1 0,0 1 0,2 1 0,0 0-1,15-9 25,-35 27 10,0 0 0,0 0 0,0 0 0,0 0-1,0 1 1,1-1 0,-1 1 0,0 0 0,1 0 0,-1 0-1,1 0 1,-1 0 0,1 1 0,-1 0 0,1-1-1,0 2 1,-1-1 0,1 0 0,-1 1 0,1-1 0,-1 1-1,1 0 1,-1 0 0,1 0 0,-1 1 0,0-1-1,0 1 1,0 0 0,0 0 0,0 0 0,0 0 0,0 0-1,0 1 1,-1-1 0,0 1 0,1 0-10,5 17 76,0 1 0,-2 0 0,-1 0 1,0 0-1,-1 1 0,-2-1 0,0 1 1,-1 0-1,-1 0 0,-1-1 0,-2 5-76,2 26-2,0 166 2,7-189-3,8-45-19,-11 12 8,105-170-1445,-49 78-580</inkml:trace>
  <inkml:trace contextRef="#ctx0" brushRef="#br0" timeOffset="2388.815">26701 524 31399,'0'0'1176,"0"0"-1064,0 0-64,9 143-24,-2-91-16,2 0-8,7-9 0,5-9 0,11-14-8,12-20-600,41-22-176,-7-22-985,-4-4-2031</inkml:trace>
  <inkml:trace contextRef="#ctx0" brushRef="#br0" timeOffset="2830.855">27316 657 21469,'0'0'4993,"0"0"-3080,0 0-827,0 0-174,0 0-201,-10 21-195,6-10-455,-2 4-10,-1 0 1,0-1 0,0 1 0,-2-2 0,0 1 0,0-1 0,-1-1 0,-1 0 0,0 0 0,-3 1-52,-566 502 192,553-490-208,27-25 7,0 0 0,0 0 0,1 0-1,-1 0 1,0 0 0,0 0 0,1 0 0,-1 0-1,0 0 1,1 1 0,-1-1 0,0 0 0,0 0-1,1 0 1,-1 0 0,0 0 0,0 0 0,0 0-1,1 1 1,-1-1 0,0 0 0,0 0 0,0 0-1,1 1 1,-1-1 0,0 0 0,0 0 0,0 0-1,0 1 1,0-1 0,1 0 0,-1 0-1,0 1 1,0-1 0,0 0 0,0 1 0,0-1-1,0 0 1,0 0 0,0 1 0,0-1 9,198-94-1396,-169 75 995,1 2 0,1 2 0,1 0 0,0 2 0,1 2 0,0 1 0,1 1 0,7 0 401,-38 10 48,-1 0-1,0 0 1,0-1-1,1 1 0,-1 1 1,0-1-1,0 0 1,0 0-1,0 1 1,0-1-1,-1 1 1,1 0-1,0-1 0,-1 1 1,1 0-1,-1 0 1,1 0-1,-1 0 1,0 0-1,0 0 1,0 1-1,0-1 0,-1 0 1,1 0-1,0 1 1,-1-1-1,0 1 1,1-1-1,-1 0 1,0 1-1,0-1 1,0 1-1,-1-1 0,1 0 1,-1 1-1,1-1 1,-1 0-1,0 1 1,0-1-1,0 0 1,0 0-1,0 0 0,0 0 1,-1 0-1,1 0-47,-9 24 287,-1 0-1,-1 0 0,-2-2 1,0 0-1,-1 0 0,-15 16-286,5-6 176,-161 255 382,170-238-593,26-52-191,107-91-1189,-84 59 925,21-19-331,-14 11-578,3 2 1,0 2-1,3 2 1,11-5 1398,-53 37 194,-1 0-1,1 0 1,-1 0-1,1 1 1,0-1-1,0 1 1,1 0-1,-1 0 1,0 0-1,1 1 1,-1-1-1,1 1 1,-1 0-1,1 0 1,-1 1-1,1-1 1,0 1-1,-1 0 1,1 1-1,0-1 1,-1 1-1,1 0 1,0 0-1,-1 0 1,0 0 0,1 1-1,-1 0 1,0 0-1,0 0 1,1 1-1,-2-1 1,1 1-1,0 0 1,-1 0-1,1 0 1,-1 0-1,3 4-193,2 18 201,-1 0-1,-2 0 0,0 0 0,-1 1 1,-2 0-1,-1 0 0,-1-1 1,-1 1-1,-1 0 0,-2 2-200,5-22-94,-1 0-1,0-1 0,-1 1 1,1 0-1,-1-1 0,0 1 0,-1-1 1,1 1-1,-1-1 0,0 0 1,0 1-1,-1-1 0,0 0 1,0-1-1,0 1 0,0 0 1,-1-1-1,1 0 0,-1 0 1,-1 0-1,1 0 0,0 0 1,-1-1-1,0 0 0,-3 2 95,-14-3-3267</inkml:trace>
  <inkml:trace contextRef="#ctx0" brushRef="#br0" timeOffset="3100.855">26954 1422 30198,'16'114'801,"0"19"-241,-4-3-256,-10-28-112,-2-40-80,0-6-112,0 0-168,-2 0-440,-7-12-945,-8-28-4152</inkml:trace>
  <inkml:trace contextRef="#ctx0" brushRef="#br0" timeOffset="3376.741">26090 1217 29214,'0'0'859,"0"0"-388,8 22 106,77 270 1017,-80-263-1590,-1 0 1,-1 0-1,-1 0 0,-2 0 1,-1 0-1,-1 0 0,-1 0 1,-2 0-1,-1 0 0,-1-1 1,-1 0-1,-6 11-4,1-12 0,0 0 0,-2 0 0,-1-1 0,-1-1 0,-1-1 0,-1-1 0,-1 0 0,-1-1 0,-13 9 0,-23-3 0,52-49-107,9 17 102,-1 0-1,1 0 1,0 1 0,0-1-1,0 1 1,0 0-1,1 1 1,-1-1 0,1 1-1,-1-1 1,1 1-1,0 1 1,0-1 0,0 1-1,0 0 1,0 0-1,5 0 6,40-1 21,0 3 0,-1 1 0,1 3-1,-1 2 1,0 2 0,0 2 0,-1 3-1,-1 1 1,-1 3 0,31 16-21,-32-17-9,107 41-15,10 7-67,3-7 1,3-8-1,3-7 91,-79-28-1480</inkml:trace>
  <inkml:trace contextRef="#ctx0" brushRef="#br0" timeOffset="4124.848">28470 904 30655,'0'0'722,"21"3"-319,142 33 321,35 57-461,-195-91-269,0-1 1,-1 1-1,1 0 1,-1 0-1,0 0 1,0 0-1,1 0 1,-1 1-1,0-1 0,-1 0 1,1 1-1,0 0 1,-1-1-1,0 1 1,1 0-1,-1 0 1,0 0-1,0 0 1,-1 0-1,1 0 0,-1 0 1,1 0-1,-1 0 1,0 0-1,0 0 1,0 0-1,-1 0 1,1 0-1,-1 0 0,0 0 1,1 0-1,-1 0 1,-1 0-1,1 0 1,-1 1 5,-77 88-399,-408 294 238,315-257 308,52-40 347,96-69-393,23-20-98,-4 7 6,22-12-9,347-190 0,-309 166 0,-18 8 0,0 1 0,2 3 0,0 0 0,1 3 0,1 1 0,20-2 0,-59 14 0,1 1 0,-1 0 0,0 0 0,0-1 0,1 2 0,-1-1 0,0 0 0,0 0 0,1 1 0,-1-1 0,0 1 0,0 0 0,0-1 0,0 1 0,0 0 0,0 0 0,0 1 0,0-1 0,0 0 0,-1 0 0,1 1 0,0 0 0,-1-1 0,1 1 0,-1 0 0,1-1 0,-1 1 0,0 0 0,0 0 0,0 0 0,0 0 0,0 0 0,-1 0 0,1 1 0,0-1 0,-1 0 0,0 0 0,1 0 0,-1 1 0,0-1 0,0 0 0,0 0 0,-1 1 0,1-1 0,0 0 0,-1 0 0,0 0 0,1 0 0,-1 1 0,0-1 0,0 0 0,0 0 0,0 0 0,0-1 0,-1 1 0,1 0 0,-12 30 0,0 0 0,-2-2 0,-1 0 0,-2 0 0,-1-2 0,-1 0 0,-9 7 0,28-33 0,-359 437 0,316-376 0,48-51 0,79-71 0,-71 47 0,373-381-171,-298 332 160,-85 60 15,0 0 0,0-1 0,1 1 0,-1 0 0,0 0 0,1 1-1,-1-1 1,1 0 0,-1 1 0,0-1 0,1 1 0,-1 0 0,1 0 0,0 0-1,-1 0 1,1 0 0,-1 1 0,0-1 0,1 1 0,-1-1 0,1 1 0,-1 0-1,0 0 1,1 0 0,-1 0 0,0 1 0,0-1 0,0 0 0,0 1-1,0 0 1,0-1 0,0 1 0,-1 0 0,1 0 0,-1 0 0,1 0 0,-1 0-1,0 0 1,1 2-4,36 170 31,-32-132-31,44 167 0,-46-200 0,0-1 0,0 1 0,1-1 0,0 0 0,1 0 0,-1 0 0,2-1 0,-1 0 0,1 0 0,0-1 0,0 0 0,1 0 0,0 0 0,0-1 0,0 0 0,1-1 0,-1 0 0,1 0 0,0-1 0,9 2 0,-6-2 0,-1-1 0,0 0 0,0 0 0,1-2 0,-1 1 0,1-1 0,-1-1 0,1 0 0,-1-1 0,0 0 0,0-1 0,0 0 0,0 0 0,0-1 0,0-1 0,-1 0 0,0 0 0,0-1 0,-1-1 0,1 1 0,-1-1 0,-1-1 0,1 0 0,-1 0 0,-1 0 0,1-1 0,-2-1 0,3-2 0,52-136-2136,-49 81-1985</inkml:trace>
  <inkml:trace contextRef="#ctx0" brushRef="#br0" timeOffset="4790.713">21932 2900 29534,'0'0'734,"0"0"-198,0 0-183,0 0-142,0 0 68,33 6 126,40 6-254,1-3 0,0-4-1,0-2 1,3-5-151,668-83 112,-353 59-112,302 21 0,-237 33 0,219 51 0,258 20 0,214-81 0,-991-18 0,1636-18 0,-1611 25 0,-273-40-2953,17 7-6561</inkml:trace>
  <inkml:trace contextRef="#ctx0" brushRef="#br0" timeOffset="9515.603">22257 6149 30286,'0'0'665,"0"0"-393,0 0-40,124 4 16,-69-4-56,3 0-104,-3 0-88,5 0-216,-16 0-472,-16 0-2169</inkml:trace>
  <inkml:trace contextRef="#ctx0" brushRef="#br0" timeOffset="9768.248">22162 6456 30959,'0'0'656,"0"0"-392,0 0 16,0 0 192,141-2-336,-65-11-136,9 3 0,0 2 0,12 8 0,-21 0-1008,-25 0-2121</inkml:trace>
  <inkml:trace contextRef="#ctx0" brushRef="#br0" timeOffset="8576.482">18891 6520 21061,'0'0'8625,"0"0"-7704,0 0-297,0 0-328,0 0-168,0 0 64,55 21 192,5-9-104,16 1-104,12-7-96,8-4-80,6-2 0,4 0 0,0-10-128,27-23-520,-27 4-1033,-27 0-3864</inkml:trace>
  <inkml:trace contextRef="#ctx0" brushRef="#br0" timeOffset="8848.224">20190 5898 29998,'0'0'1209,"0"0"-1041,0 0 160,131 110-48,-66-58 96,9 6-32,4 4-280,3 2-64,-5 5 0,-14 3 0,-14-3 0,-13-3 0,-12-10 0,-7-16-152,-4-32-544,-3-8-592,-5-10-1089</inkml:trace>
  <inkml:trace contextRef="#ctx0" brushRef="#br0" timeOffset="9125.518">20920 5788 29494,'0'0'896,"-69"116"-327,-7-6-233,-27 35-72,-10 9-144,16-26-80,19-18-40,34-43-392,21-30-1481</inkml:trace>
  <inkml:trace contextRef="#ctx0" brushRef="#br0" timeOffset="15099.767">32299 5367 30294,'0'0'1023,"0"0"-749,0 0-221,17 20 26,55 67 169,-67-79-220,0 0 1,0 0-1,0 1 0,-1-1 1,-1 1-1,0 0 1,0 0-1,0 0 0,-1 1 1,0-1-1,-1 1 1,0-1-1,-1 1 0,0-1 1,0 1-1,-2 3-28,2 15 17,-2 5-14,-2-1 1,0 1 0,-3-1 0,0 0-1,-12 31-3,1-2-29,-2 82 21,21-140 6,0 1 0,1-1 0,-1 1 0,1-1 0,-1 0-1,1 1 1,0-1 0,0 0 0,0 0 0,1 0 0,-1-1 0,1 1 0,-1 0 0,1-1 0,0 0 0,0 1 0,0-1-1,0-1 1,1 1 0,-1 0 0,0-1 0,1 1 0,-1-1 0,1 0 0,0 0 0,-1-1 0,1 1 0,0-1-1,-1 0 1,1 1 0,0-2 0,0 1 0,-1 0 0,1-1 0,0 0 0,-1 0 0,1 0 0,-1 0 0,1 0 0,-1-1-1,0 1 1,1-1 0,-1 0 0,0 0 0,0-1 0,0 1 0,-1 0 0,2-2 2,106-122-1819,-59 54-431</inkml:trace>
  <inkml:trace contextRef="#ctx0" brushRef="#br0" timeOffset="15423.887">32955 5135 29086,'0'0'1382,"0"20"-810,-11 124-81,-1-23 13,21-114-577,121-125-2583,-119 111 2585,0 1 0,1 0 0,0 1 0,0 0 0,0 1 0,0 0 0,1 1 0,-1 1 0,1 0-1,0 0 1,-1 1 0,1 1 0,5 1 71,-9-1 115,0 1 0,1 0 0,-1 1 0,0 0 0,0 0 0,0 1 0,0 0 0,-1 1 0,1 0 0,-1 0 0,0 1 0,0 0 0,-1 0 0,1 1 0,-1 0 0,0 0 0,-1 1 0,1-1 0,-1 2 0,-1-1 0,1 1 0,-1-1 0,-1 1 0,1 1 0,-1-1 0,-1 1-1,0 0 1,1 2-115,3 67-257,-7-60-1257</inkml:trace>
  <inkml:trace contextRef="#ctx0" brushRef="#br0" timeOffset="13756.319">29571 5664 28726,'0'0'1126,"0"0"-267,0 26-205,-4 180 320,-65 129-546,119-428-717,-17 35 106,-3 3 29,2 2-1,2 1 1,2 2-1,28-28 155,-63 75 5,1 1-1,-1-1 0,0 1 0,1 0 1,-1-1-1,1 1 0,0 0 0,0 0 1,0 0-1,0 0 0,0 1 0,0-1 1,0 0-1,1 1 0,-1 0 0,1-1 1,-1 1-1,1 0 0,-1 0 0,1 1 1,0-1-1,-1 0 0,1 1 0,0 0 1,0-1-1,-1 1 0,1 0 0,0 0 1,0 1-1,-1-1 0,1 1 0,0-1 1,0 1-1,-1 0 0,1 0 0,-1 0 1,1 0-1,-1 1 0,1-1 0,-1 0 1,0 1-1,0 0 0,0 0 0,0 0 1,0 0-1,0 0 0,0 0 0,0 0-4,3 18 86,0 0-1,-2 1 0,0-1 0,-1 0 1,-1 1-1,-1 0 0,-1-1 0,-1 1-85,1 34 109,2 88-14,-1-142-97,0 0 0,1 0-1,0 1 1,-1-1 0,1 0 0,0 0-1,-1 0 1,1 0 0,0 0 0,0 0-1,0 0 1,0 0 0,0 0 0,0-1-1,0 1 1,0 0 0,0-1 0,0 1-1,1 0 1,-1-1 0,0 1 0,0-1-1,1 0 1,-1 0 0,0 1 0,0-1 0,1 0-1,-1 0 1,0 0 0,1 0 0,-1 0-1,0-1 1,1 1 0,-1 0 0,0 0-1,0-1 1,1 1 0,-1-1 0,0 1-1,0-1 1,0 0 0,0 1 0,0-1-1,0 0 1,0 0 0,0 0 0,0 0-1,0 0 1,0 0 0,0-1 2,118-133-1101,-71 70 454,-37 51 486,-6 6 69,1 0 0,-1 0 0,2 1 1,-1-1-1,1 1 0,0 1 0,1-1 0,0 1 1,0 0-1,0 1 0,0 0 0,1 0 0,0 1 1,0 0-1,5-1 92,-12 6 26,1 0 0,0 0 0,0 0 0,-1 0 0,1 1 0,-1-1 0,1 1 0,-1-1 0,0 1 1,0 0-1,1 0 0,-1 0 0,0 0 0,-1 0 0,1 0 0,0 1 0,-1-1 0,1 0 0,-1 1 0,0 0 0,0-1 0,0 1 0,0 0 0,0-1 0,0 1 0,-1 0 1,1 0-1,-1 0 0,0 0 0,0 2-26,5 12 117,40 57-77,-15-51-4090,0-8-13294</inkml:trace>
  <inkml:trace contextRef="#ctx0" brushRef="#br0" timeOffset="14051.67">30907 6043 29094,'0'0'1266,"0"0"-793,0 0-55,0 0 46,0 0-160,-4-19-163,3 14-128,-47-146-26,46 146 2,-1 1-1,1-1 0,-1 1 1,1 0-1,-1-1 0,0 1 1,-1 1-1,1-1 0,-1 0 0,0 1 1,0 0-1,0 0 0,0 0 1,0 0-1,-1 0 0,1 1 1,-1 0-1,1 0 0,-1 0 1,0 1-1,0 0 0,0 0 1,0 0-1,0 0 0,0 1 1,0 0-1,0 0 0,0 0 1,0 0-1,-1 1 0,1 0 0,1 0 1,-6 2 11,0 3-2,1 0 0,0 1 1,1 0-1,-1 0 0,1 1 0,1 0 1,0 0-1,0 1 0,0 0 0,1 0 1,0 0-1,1 1 0,0 0 1,1 0-1,0 1 0,0-1 0,1 1 1,1 0-1,0-1 0,-1 6 2,1-10 12,-1-1 0,1 1-1,1 0 1,-1 0 0,1 1 0,0-1 0,0 0-1,1 0 1,-1 0 0,1 1 0,1-1 0,-1 0-1,1 0 1,0 1 0,1-1 0,0 0 0,0 0-1,0-1 1,0 1 0,1 0 0,0-1 0,0 1-1,1-1 1,-1 0 0,1 0 0,0 0 0,0-1-1,1 1 1,0-1 0,-1 0 0,2 0-1,-1-1 1,0 0 0,0 0 0,1 0 0,0 0-1,0-1 1,3 1-12,6 0-40,0-1-1,0 0 1,0-1-1,0-1 1,0-1-1,0 0 1,0-1 0,0 0-1,0-1 1,0-1-1,-1 0 1,13-6 40,112-62-4196,-80 35-4371</inkml:trace>
  <inkml:trace contextRef="#ctx0" brushRef="#br0" timeOffset="14785.153">31354 5747 25878,'0'0'1461,"0"0"-966,0 0-260,0 0 383,0 0 313,0 0-113,-3-2-223,-3-2-464,3 2-92,1 0 0,-1-1 0,0 1 0,0 0 0,0 0 0,0 1 0,0-1 0,0 1 0,-1-1-1,1 1 1,0 0 0,-1 0 0,1 1 0,-1-1 0,1 1 0,-1 0 0,0-1 0,1 2 0,-1-1 0,1 0 0,-1 1 0,1-1 0,-1 1 0,1 0 0,0 0 0,-1 1 0,1-1 0,0 1 0,0-1 0,0 1 0,-2 1-39,-6 12 11,0 0 0,1 1 0,0 0 0,2 0 0,0 1 0,0 0 0,2 1 0,0-1 0,1 1 0,1 0 0,1 1 1,0-1-1,1 13-11,1 54 25,2-83-21,0 0 0,1 0 0,-1 0 0,0 0 0,1 0 0,-1-1-1,1 1 1,-1-1 0,1 1 0,0-1 0,0 0 0,0 1 0,0-1 0,0 0 0,0 0 0,0 0 0,0 0 0,0-1 0,0 1 0,0-1-1,0 1 1,1-1 0,-1 0 0,0 0 0,0 0 0,1 0 0,-1 0 0,0 0 0,0 0 0,0-1 0,1 1 0,-1-1 0,0 0 0,0 0-1,0 0 1,0 0 0,1-1-4,16-7-7,-1 0 1,-1-2-1,0 0 0,-1-1 0,0-1 0,-1 0 0,0-1 1,8-10 6,-14 15-24,33-34-514,-1-2 1,-3-2-1,-1-1 1,-3-2-1,-2-1 0,-2-2 1,13-33 537,16-77-4632,-24-8-4638,-24 13 2753,-10 107 11404,-1 3 9865,-19 508-10898,-5-287-3639,7-68-342,5 0 1,5 1-1,4 28 127,9-85-1416,10-14-1602</inkml:trace>
  <inkml:trace contextRef="#ctx0" brushRef="#br0" timeOffset="12060.875">26866 5741 21917,'0'0'7081,"0"0"-5255,0 0-1438,23 11 48,158 78 395,-134-67-659,-19-11-157,0 2-1,0 1 1,-1 1-1,-1 1 1,0 1-1,-2 2 1,0 0-1,19 20-14,-40-35 0,0 1 0,0-1 0,0 1 0,0-1 0,-1 1 0,0 0 0,0 0 0,0 0 0,0 0 0,-1 0 0,0 0 0,0 0 0,0 0 0,-1 1 0,0-1 0,0 0 0,0 1 0,-1-1 0,1 0 0,-1 0 0,0 0 0,-1 1 0,1-1 0,-1 0 0,0-1 0,-1 1 0,1 0 0,-1-1 0,0 1 0,0-1 0,-3 4 0,-24 21-6,-1-1 0,-1-2-1,-1-2 1,-2 0 0,0-3 0,-29 14 6,-93 61-27,156-96 27,0 0 0,1 0 0,-1 0 1,0 0-1,0 1 0,0-1 0,1 0 0,-1 1 0,0-1 0,0 1 1,1-1-1,-1 0 0,0 1 0,1 0 0,-1-1 0,0 1 0,1-1 1,-1 1-1,1 0 0,-1-1 0,1 1 0,-1 0 0,1 0 1,-1-1-1,1 1 0,0 0 0,0 0 0,-1 0 0,1 0 0,0-1 1,0 1-1,0 0 0,0 0 0,0 0 0,0 0 0,0 0 0,0-1 1,0 1-1,0 0 0,1 0 0,-1 0 0,0 0 0,0-1 0,1 1 1,-1 0-1,1 0 0,-1-1 0,1 1 0,-1 0 0,1-1 0,-1 1 1,1 0-1,0-1 0,-1 1 0,1-1 0,0 1 0,49 11 45,259-10-34,-107-31-48,-191 26-112,-1-1 1,0 0 0,0-1 0,0 0 0,-1 0-1,1-1 1,-1 0 0,-1-1 0,1 0-1,-1 0 1,0-1 0,-1 0 0,0 0 0,5-8 148,18-29-2393</inkml:trace>
  <inkml:trace contextRef="#ctx0" brushRef="#br0" timeOffset="12441.549">27862 5054 28214,'0'0'2461,"0"0"-1707,-4 26-407,-20 151 340,17-35-383,7-142-304,1 1 0,-1-1 0,0 1 0,1 0 0,-1-1 0,0 1 0,1-1 0,-1 1 0,1-1 0,-1 1 0,1-1 0,-1 1 0,1-1 0,-1 0 0,1 1 0,-1-1 0,1 0 0,-1 1 0,1-1 0,0 0 0,-1 0 0,1 1 0,0-1 0,-1 0 0,1 0 0,0 0 0,-1 0 0,1 0 0,0 0 0,-1 0 0,1 0 0,0 0 0,-1 0 0,1-1 0,0 1 0,-1 0 0,1 0 0,0-1 0,-1 1 0,1 0 0,-1-1 0,1 1 0,-1 0 0,1-1 0,-1 1 0,1-1 0,-1 1 0,1-1 0,-1 1 0,1-1 0,-1 1 0,0-1 0,1 0 0,-1 1 0,0-1 0,170-208-156,-163 201 154,0-3-1,0 0 1,1 1 0,1 0 0,0 1-1,0 0 1,1 0 0,0 1 0,0 0-1,1 1 1,0 0 0,0 1 0,1 0-1,-1 1 1,1 0 0,1 1 0,-1 0 0,1 1-1,4-1 3,-13 5 2,0 0 0,-1 0-1,1 1 1,0-1-1,0 1 1,-1-1 0,1 1-1,-1 0 1,0 0-1,1 1 1,-1-1 0,0 1-1,-1 0 1,1-1-1,0 1 1,-1 1 0,1-1-1,-1 0 1,0 0 0,0 1-1,0-1 1,-1 1-1,1 0 1,-1 0 0,0 1-2,27 102 146,-16 149-150,-25-186-1684,-1-53-1969</inkml:trace>
  <inkml:trace contextRef="#ctx0" brushRef="#br0" timeOffset="12898.688">26155 5992 28702,'0'0'1072,"0"0"-504,0 0-39,0 0-193,135 37-16,-82-37-120,5 0-120,0-6-80,6-19-176,-11 2-656,-18-2-3129</inkml:trace>
  <inkml:trace contextRef="#ctx0" brushRef="#br0" timeOffset="13068.4">26274 5622 29894,'0'0'905,"0"0"-489,0 0-56,-18 150 64,18-86-64,7 13-168,16 6-192,18 33-88,-4-19-984,-5-18-10507</inkml:trace>
  <inkml:trace contextRef="#ctx0" brushRef="#br0" timeOffset="11014.022">24164 6137 28302,'0'0'1528,"0"0"-1072,0 0-79,0 0-129,0 0 80,0 0 160,0 0-176,134 25-160,-63-25-72,7-3-48,3-9-8,0 2-24,22-1-176,-20 3-400,-16 4-1465</inkml:trace>
  <inkml:trace contextRef="#ctx0" brushRef="#br0" timeOffset="11279.984">25116 5720 27662,'0'0'3529,"0"0"-3185,59 126 184,-22-49-120,9 12-112,3 5-296,4 3 0,0-6 0,-3-4 0,-6-10 0,-7-15 0,-9-16 0,-8-15 0,-3-17 0,3-30-80,-1-24-936,-3-11-1425</inkml:trace>
  <inkml:trace contextRef="#ctx0" brushRef="#br0" timeOffset="11561.849">25657 5811 30022,'0'0'873,"-83"110"-321,23-29-240,-14 12-40,3 5-144,-5 28-128,21-26-296,16-20-1441</inkml:trace>
  <inkml:trace contextRef="#ctx0" brushRef="#br0" timeOffset="19096.482">19824 6390 26982,'0'0'2403,"0"0"-1663,0 0-547,0 0 72,29 5 83,216 23 253,-12-39-376,-1-9 0,4-11-225,320-28 33,-31 51-100,116 29 67,34 1-12,2218-25 35,1078 9 85,-2741 23 356,-295 21-335,-855-36-246,-99 1-914,-24-10-135,-14-4-734</inkml:trace>
  <inkml:trace contextRef="#ctx0" brushRef="#br0" timeOffset="19832.215">21559 5853 27046,'0'0'2872,"0"0"-2061,0 0-692,32 3-70,304 14 254,684-61 101,340 30-347,-80 71-69,-697-21 18,1019 8 16,-331-15 21,-782-10-14,2292 55 457,-2220-74-1250,-600 0-71,-16 0-1011</inkml:trace>
  <inkml:trace contextRef="#ctx0" brushRef="#br0" timeOffset="23141.645">11646 6607 11787,'0'0'15895,"0"0"-12116,0 0-3308,0 0-164,-4 29 62,-24 355-210,27 157-159,18-387 0,-16-152-28,-1 0 1,1 0-1,-1 0 0,1 0 0,0 0 1,0 0-1,0 0 0,0 0 0,0-1 1,0 1-1,0 0 0,1-1 0,-1 1 1,0-1-1,1 1 0,0-1 1,-1 1-1,1-1 0,0 0 0,0 0 1,-1 0-1,1 0 0,0 0 0,0-1 1,0 1-1,0-1 0,0 1 0,0-1 1,0 1-1,0-1 0,1 0 1,-1 0-1,0 0 0,0 0 0,0-1 1,0 1-1,0-1 0,0 1 0,0-1 1,0 1-1,0-1 0,0 0 0,0 0 1,0 0 27,23-25-2037</inkml:trace>
  <inkml:trace contextRef="#ctx0" brushRef="#br0" timeOffset="23406.439">12173 6869 30198,'0'0'833,"0"0"-1,85 118-312,-43-58-136,2 0-384,-1-2 0,-1-2 0,-1-8 0,-4-9 0,-7-8 0,-7-12 0,9-19-168,-9-19-1016,-2-12-1593</inkml:trace>
  <inkml:trace contextRef="#ctx0" brushRef="#br0" timeOffset="23687.576">12625 6827 29758,'0'0'1257,"0"0"-713,0 0 72,-113 160-144,67-92-352,0 5-120,-3 1 0,8 1 0,6-2-264,14-22-944,8-20-3337</inkml:trace>
  <inkml:trace contextRef="#ctx0" brushRef="#br0" timeOffset="23931.195">13166 6417 30847,'0'0'1024,"0"0"-496,44 182-160,-17-49-368,-1 39 0,-8 19 0,-11-3 0,-7-20 0,0-46 0,-2-34 0,-3-35 0,-2-17 0,0-14-1056,-2-11-13155</inkml:trace>
  <inkml:trace contextRef="#ctx0" brushRef="#br0" timeOffset="22093.237">7946 6686 29110,'0'0'999,"0"0"-411,0 0-302,0 0-1,21 9 200,181 59 313,-201-67-795,71 13 40,0 4-1,-2 3 1,0 3-1,-2 3 1,65 35-43,-125-58 0,1 0 0,-1 1 0,0 0 0,-1 0 0,1 1 0,-1 0 0,0 0 0,0 1 0,-1 0 0,0 0 0,0 1 0,0 0 0,-1-1 0,-1 2 0,1-1 0,-1 1 0,-1-1 0,1 1 0,-1 0 0,-1 0 0,0 1 0,0-1 0,-1 0 0,0 1 0,-1-1 0,0 1 0,0-1 0,-1 1 0,0-1 0,-1 0 0,0 0 0,0 1 0,-1-1 0,0 0 0,-1-1 0,0 1 0,-21 29 0,-2-1 0,-1-2 0,-2 0 0,-2-2 0,0-2 0,-2-1 0,-2-1 0,-14 8 0,44-33 0,-69 54 0,-2-3 0,-3-3 0,-64 29 0,137-78 0,8-3 0,-1 1 0,0-1 0,1 0 0,-1 1 0,0-1 0,0 1 0,0-1 0,1 0 0,-1 1 0,0-1 0,0 1 0,0-1 0,0 0 0,0 1 0,0-1 0,0 1 0,0-1 0,0 1 0,0-1 0,0 1 0,0-1 0,0 0 0,0 1 0,0-1 0,0 1 0,-1-1 0,1 1 0,0-1 0,519-95 0,-392 75 0,0 6 0,115 3 0,-35 8-2031,-180-6-547</inkml:trace>
  <inkml:trace contextRef="#ctx0" brushRef="#br0" timeOffset="22501.998">9528 5915 17708,'0'0'10947,"0"0"-8261,0 22-2319,0 145 369,-20 166-413,26-369-323,2 1 0,2 0 0,1 0 0,2 1 0,1 0 0,1 1 0,20-30 0,-30 51 0,1 0 0,0 0 0,1 1 0,0 0 0,1 0 0,0 1 0,1 0 0,0 0 0,0 1 0,1 1 0,0-1 0,1 1 0,0 1 0,0 0 0,0 1 0,1 0 0,0 0 0,0 2 0,1-1 0,7-1 0,-17 7 0,0-1 0,0 0 0,0 1 0,-1-1 0,1 1 0,0 0 0,0 0 0,-1 0 0,1 0 0,-1 0 0,1 1 0,-1-1 0,1 1 0,-1 0 0,0-1 0,0 1 0,0 0 0,0 0 0,0 1 0,0-1 0,0 0 0,-1 1 0,1-1 0,-1 1 0,0-1 0,0 1 0,0 0 0,0-1 0,0 1 0,0 2 0,13 93 0,-15 248 0,9-278-251,10-29-2661,7-8-7912</inkml:trace>
  <inkml:trace contextRef="#ctx0" brushRef="#br0" timeOffset="22752.458">10233 7327 31727,'0'0'784,"0"0"-568,0 0-176,0 0-40,118-52 0,-51 33 0,4 7 0,33 3 0,-19 7 0,-16 2-2288</inkml:trace>
  <inkml:trace contextRef="#ctx0" brushRef="#br0" timeOffset="-7804.995">4697 2189 23749,'0'0'4896,"0"0"-3460,0 0-885,0 0-136,0 0-107,7-7 272,117 4 96,-18 3-591,1 5 0,81 14-85,-150-13-2,-2 2 1,1 1-1,-1 2 1,0 2-1,-1 0 1,-1 3-1,0 1 1,-2 1-1,22 16 2,-41-23 0,0 0 0,-1 0 0,0 1 0,-1 1 0,0 0 0,-1 1 0,0 0 0,-1 0 0,-1 1 0,-1 0 0,0 0 0,0 1 0,-2 0 0,0 0 0,-1 0 0,0 1 0,-1 0 0,-1-1 0,-1 1 0,-1 0 0,0 0 0,-1 0 0,0 0 0,-2-1 0,0 1 0,-1-1 0,0 1 0,-2-1 0,0 0 0,0-1 0,-5 7 0,-18 24 0,-3-2 0,-1-1 0,-2-1 0,-2-2 0,-2-2 0,-1-1 0,-2-2 0,-2-2 0,0-2 0,-2-2 0,-41 19 0,2-3 0,-1-4 0,-3-4 0,0-4 0,-93 22 0,111-40 0,146-13 0,370-49 0,-182 19 0,0 12 0,124 14 0,-316 8-71,0 4 1,-1 3-1,65 20 71,-129-31-24,47 11-1156</inkml:trace>
  <inkml:trace contextRef="#ctx0" brushRef="#br0" timeOffset="-7072.645">6994 1345 28662,'0'0'936,"0"0"-150,0 0-257,0 0-110,0 0-48,0 0-123,-4 11-108,-4 25-44,2 0 0,1 1 0,2-1 0,1 1 1,2 0-1,3 17-96,-2 58 79,-30 334-59,30-437-20,2-17 0,-1 1 0,63-174 0,7 3 0,11-3 0,-68 149 0,0 2 0,2-1 0,1 2 0,2 0 0,1 1 0,0 2 0,3 0 0,22-20 0,-43 43 0,0 1 0,0 0 0,0 0 0,0 0 0,0 0 0,0 1 0,1 0 0,-1-1 0,0 1 0,1 0 0,-1 0 0,1 1 0,-1-1 0,1 1 0,-1 0 0,1 0 0,-1 0 0,1 0 0,0 0 0,-1 1 0,1 0 0,-1 0 0,0 0 0,1 0 0,-1 0 0,0 1 0,0-1 0,1 1 0,-1 0 0,0 0 0,-1 0 0,1 0 0,0 1 0,-1-1 0,1 1 0,-1-1 0,0 1 0,0 0 0,0 0 0,0 0 0,0 0 0,-1 1 0,2 1 0,13 35 0,-2 1 0,-1 0 0,-2 1 0,-2 0 0,-2 1 0,-2 0 0,-1 3 0,2 6 0,2 8 0,45 222 0,-13-263-279,-37-19 129,16 1-1741</inkml:trace>
  <inkml:trace contextRef="#ctx0" brushRef="#br0" timeOffset="-6651.08">8800 2695 30406,'0'0'1177,"0"0"-745,0 0-272,0 0 112,0 0 48,148-37-320,-74 30 0,6 5 0,8 2 0,2 4 0,9 17 0,-3 2 0,40 14 0,-25-6-128,-19-4-1664</inkml:trace>
  <inkml:trace contextRef="#ctx0" brushRef="#br0" timeOffset="-6261.079">11005 2058 28782,'0'0'1488,"0"0"-791,0 0-457,0 0-96,0 0 408,-11 110-128,11-29-72,2 37-264,12 36-88,4 10 0,1-11 0,-6-31 0,1-43 0,0-19 0,21 11 0,-3-13-104,0-15-1800</inkml:trace>
  <inkml:trace contextRef="#ctx0" brushRef="#br0" timeOffset="-5808.256">12265 2678 29014,'0'0'1521,"0"0"-1249,0 0 112,0 0 16,145 2 24,-71-2-104,11 0-112,12 0-88,4-2-64,5 0-56,40 2-192,-27 0-608,-17-2-2609</inkml:trace>
  <inkml:trace contextRef="#ctx0" brushRef="#br0" timeOffset="-5434.581">13839 2146 26030,'0'0'3515,"0"0"-2400,0 0-731,0 18 80,7 1095 795,-8-1099-1273,15 60-256,-13-74 188,0 0 0,0 0 0,1 0 1,-1 0-1,0-1 0,1 1 0,-1 0 0,0 0 0,0-1 1,0 1-1,1-1 0,-1 1 0,0-1 0,0 1 0,0-1 1,0 0-1,0 1 0,0-1 0,0 0 0,0 0 0,0 0 1,0 0-1,-1 0 0,1 0 0,0 0 0,-1 0 0,1 0 1,-1 0-1,1-1 0,-1 1 0,1 0 0,-1 0 0,0 0 1,1-1-1,-1 1 0,0-1 82,12-37-4972</inkml:trace>
  <inkml:trace contextRef="#ctx0" brushRef="#br0" timeOffset="-5153.113">14320 2388 31303,'0'0'672,"0"0"-464,161 62-152,-78-16 184,5 10 48,-5 14-288,0 9 0,-7 4 0,-12 0 0,-11-12 0,-11-18 0,-17-13 0,-9-19 0,-9-15 0,-7-23-144,0-18-920,0-11-1481</inkml:trace>
  <inkml:trace contextRef="#ctx0" brushRef="#br0" timeOffset="-4867.208">14809 2328 30046,'0'0'737,"0"0"-393,-106 189-80,57-96 120,1 6-96,4 3-176,14-17-112,3 4-184,8-2-432,12-27-1281,3-22-7345</inkml:trace>
  <inkml:trace contextRef="#ctx0" brushRef="#br0" timeOffset="-4588.489">15355 2036 30599,'0'0'728,"0"0"-512,0 0-8,101 165 264,-60-38 56,1 49-512,-8 23-16,-13 4 0,-9-22 0,-8-34 0,-4-29 0,5-33 0,0-27 0,-3-12 0,2-13-1416,-4-12-4193</inkml:trace>
  <inkml:trace contextRef="#ctx0" brushRef="#br0" timeOffset="-3323.527">5096 4283 26350,'0'0'1315,"0"0"-562,0 0-364,0 0 1,0 0 186,0 0-95,3 3-95,4 0-315,0-1 1,0 1-1,0-1 0,1 0 0,-1-1 1,0 0-1,1 0 0,0 0 1,-1-1-1,1 0 0,-1-1 1,1 1-1,2-2-71,23 1 136,947-36 417,9 17-394,-474 18-103,522-63-46,-791 44-7,694-31 197,192 10-117,-92-32-83,-312 20 0,-565 33 0,0 8 0,7 7 0,1385 19 0,-1435-11 0,-1 5 0,1 6 0,13 8 0,-244-81-815,57 29-2491</inkml:trace>
  <inkml:trace contextRef="#ctx0" brushRef="#br0" timeOffset="-1807.821">18571 2193 28966,'0'0'2329,"4"166"-1697,5-2-24,-2 29-376,3 8-232,-4-8 0,4-28 0,1-7 0,8-19 0,-3-44 0,-2-30-2128</inkml:trace>
  <inkml:trace contextRef="#ctx0" brushRef="#br0" timeOffset="-2333.278">16649 2695 30310,'0'0'753,"0"0"-425,125-4-32,-31 6 80,1 12 40,11 1-128,6-3-288,-15-5 0,9-5 0,-11 0 0,-17-2 0,-16 0 0,-13 0 0,-17 0-192,-14 0-464,-9 0-768,-9 0-1393</inkml:trace>
  <inkml:trace contextRef="#ctx0" brushRef="#br0" timeOffset="-2056.645">17209 2305 29606,'0'0'929,"0"0"-465,0 0-112,-37 162 184,37-65-96,0 30-136,19 20-168,1-10-136,1-29 0,-5-32 0,3-22 0,24 17-576,-1-13-648,-3-17-2081</inkml:trace>
  <inkml:trace contextRef="#ctx0" brushRef="#br0" timeOffset="21440.014">8842 3864 24701,'0'0'3418,"22"2"-2328,255 15 173,-69-16-813,44-2-259,1 12 0,71 20-191,-220-16 19,413 56 199,64-17-218,788 4 470,1165 148-450,-1016-53-36,-552-60-154,-741-42-360,-183-28-330,-33-3-1149</inkml:trace>
  <inkml:trace contextRef="#ctx0" brushRef="#br0" timeOffset="33188.034">6386 4563 22613,'0'0'3923,"0"0"-2486,0 0-588,0 0-295,0 0-128,5-12-92,-1 2-262,46-61 451,-28 60-455,-1 2 1,2 1-1,-1 0 1,1 2-1,0 0 1,0 2-1,1 0 1,0 2 0,-1 1-1,9 1-68,22-4 60,177-26 109,0-11-1,141-46-168,-236 54 63,38-3-6,2 8 0,1 8-1,0 8 1,30 7-57,813-33 32,-633 20-152,327 27 120,-58 11-878,38-31 878,-633 10 4,1130 13 291,252 3-28,84 49-183,-1073-62-65,13-4-7,0 21 1,257 50-13,-540-30-6,-183-39-73,0 0 0,0 0-1,1 0 1,-1 1-1,0-1 1,0 0-1,1 1 1,-1-1-1,0 1 1,0-1-1,0 1 1,0 0-1,0 0 1,0-1-1,0 1 1,0 0-1,0 0 1,0 0-1,0 0 1,-1 0-1,1 0 1,0 0 0,0 0-1,-1 0 1,1 0-1,-1 1 1,1-1-1,-1 0 1,0 0-1,1 0 1,-1 1-1,0 0 80,-6-1-4461</inkml:trace>
  <inkml:trace contextRef="#ctx0" brushRef="#br0" timeOffset="46702.553">15258 1329 28750,'0'0'640,"-21"-13"-149,-144-84 292,139 86-709,0 0-1,-1 1 1,0 2 0,0 1 0,-1 1-1,0 1 1,0 2 0,0 0 0,-1 2-1,1 2 1,0 0 0,-1 2 0,1 1-1,1 1 1,-1 1 0,1 2-1,-8 3-73,-29 17 47,2 4-1,1 2 1,1 3-1,3 2 1,0 3-1,3 2 1,2 2-1,2 3 1,2 2-1,2 2 0,3 2 1,2 2-1,2 1 1,4 2-1,1 2 1,4 1-1,2 1 1,0 12-47,-9 33 2,5 2-1,4 2 1,6 0 0,5 1 0,4 1 0,6 1 0,6 73-2,1-116 0,3 0 0,3-1 0,3 0 0,4 0 0,2-1 0,4-1 0,3-1 0,3 0 0,2-2 0,4-1 0,2-2 0,4 0 0,-23-42 0,1 0 0,1-1 0,2-1 0,0-1 0,0 0 0,2-1 0,0-1 0,1-1 0,1-1 0,1-1 0,0-1 0,0-1 0,1-1 0,1-1 0,0-1 0,0-1 0,1-1 0,0-2 0,24 3 0,13-7 0,1-2 0,-1-4 0,0-2 0,0-3 0,-1-2 0,0-3 0,-1-3 0,-1-3 0,-1-2 0,-1-3 0,-1-2 0,-2-3 0,33-24 0,-22 14 0,-2-2 0,-2-3 0,-2-3 0,-2-2 0,-3-3 0,41-51 0,-66 68 0,-2-1 0,-2-1 0,-1-2 0,-2 0 0,-2-1 0,-2-2 0,-2 0 0,-2 0 0,-1-2 0,-3 0 0,4-36 0,-8-1 0,-4 0 0,-4 0 0,-3 0 0,-4 0 0,-4 0 0,-3 2 0,-3 0 0,-5 0 0,-2 2 0,-4 1 0,-4 2 0,-29-51 0,44 91 0,-1 1 0,-1 1 0,-2 1 0,-2 1 0,-9-9 0,29 36-11,0 1 1,-1 0-1,1 0 1,-1 0-1,0 0 1,-1 1-1,1 0 1,0 0-1,-1 1 1,0-1-1,0 1 0,1 0 1,-1 1-1,0-1 1,0 1-1,-1 0 1,1 1-1,0 0 1,0 0-1,0 0 0,0 0 1,-1 1-1,1 0 1,0 1-1,0-1 1,0 1-1,1 0 1,-1 0-1,0 1 0,1 0 1,0 0-1,-1 0 1,1 1-1,0 0 11,-33 27-574,1 1-1,2 3 1,1 0-1,-22 33 575,-32 49-3192</inkml:trace>
  <inkml:trace contextRef="#ctx0" brushRef="#br0" timeOffset="51887.003">3753 545 10682,'0'0'13459,"0"0"-9834,0 0-1806,0 0-905,0 0-474,1-9-139,2-15-72,-2 60-22,-1 13-68,50 790 508,40 689-342,-24-885-305,-54-573 0,-7-113-91,-1-417-3129,-3 302-879</inkml:trace>
  <inkml:trace contextRef="#ctx0" brushRef="#br0" timeOffset="52363.831">4085 329 28750,'0'0'544,"33"-4"-309,449-67-110,-159 9 64,97-19 861,324-17-1050,-40 85 18,-179 39-59,234 52 41,-565-56-33,1671 199 412,-1239-164-172,373-24-207,-715-35-52,-50-5-571,0 9 0,-1 11 0,0 10 1,150 38 622,-340-49-4515</inkml:trace>
  <inkml:trace contextRef="#ctx0" brushRef="#br0" timeOffset="52845.682">11639 230 26550,'0'0'2402,"0"0"-1260,0 0-540,0 0-253,0 0-86,-6 25 82,3-10-293,-4 16 44,1 1 0,2 0 0,1 0 0,2 1 1,1 27-97,15 59 207,4 0 1,19 56-208,-2-14 98,25 159-64,-13 4 0,0 235-34,-37-273 0,-13-1 0,-23 127 0,-14-198 0,38-208-241,-3-6-966</inkml:trace>
  <inkml:trace contextRef="#ctx0" brushRef="#br0" timeOffset="55222.768">1191 5073 26758,'0'0'1353,"0"0"552,0 0-960,0 0-365,0 0-17,-6 2-129,-22 8-236,26-10-197,1-1 0,-1 1 0,1 0 0,-1-1 0,1 1 0,-1-1 0,1 1 0,-1-1 0,1 0 0,-1 1 0,1-1 0,0 0 0,-1 0 0,1 0 0,0 0 0,0 0 0,0-1 0,0 1 0,0 0 0,0 0 0,0-1 0,0 1 0,0-1 0,1 1-1,-1-1 1,0 1 0,1-1 0,-1 1 0,1-2-1,-3-3 3,-3-8-3,0 1 0,-1-1 0,-1 1 0,0 1 0,-1 0 0,0 0 0,0 0 0,-2 1 0,1 1 0,-1 0 0,-1 0 0,0 1 0,0 1 0,-1 0 0,1 0 0,-2 2 0,1-1 0,-1 2 0,-1-1 0,7 5 0,-1-1 0,1 1 0,-1 0 0,1 1 0,-1 0 0,1 0 0,-1 1 0,1 0 0,-1 0 0,1 1 0,-1 0 0,1 1 0,0 0 0,0 0 0,0 1 0,1 0 0,-1 0 0,1 1 0,0 0 0,0 0 0,0 0 0,1 1 0,0 0 0,0 1 0,1-1 0,-1 1 0,1 0 0,0 2 0,-24 41 0,2 1 0,2 2 0,3 0 0,2 1 0,2 2 0,3-1 0,3 2 0,1 0 0,4 0 0,2 1 0,2 0 0,3 6 0,-2-11 0,13 165 0,-8-205 0,1-1 0,1 1 0,0-1 0,0 0 0,1 0 0,1-1 0,0 0 0,0 0 0,1 0 0,1-1 0,0 0 0,0-1 0,1 0 0,0 0 0,0-1 0,1-1 0,0 1 0,0-2 0,1 0 0,0 0 0,0-1 0,1 0 0,-1-1 0,1-1 0,0 0 0,0 0 0,5-1 0,0-2 0,0 0 0,1-1 0,-1-1 0,0-1 0,0-1 0,0 0 0,-1-1 0,1-1 0,-1-1 0,0 0 0,-1-1 0,0-1 0,0-1 0,-1 0 0,0-1 0,-1 0 0,0-1 0,-1-1 0,0 0 0,-1-1 0,8-12 0,3-4 0,0 0 0,-2-2 0,-2-1 0,-1-1 0,-1 0 0,-2-1 0,-1-1 0,-2 0 0,-2 0 0,-1-2 0,-2 1 0,-1-1 0,-2 0 0,-1-36 0,-2 51 0,-1 1 0,-1 0 0,0-1 0,-2 1 0,-1 0 0,0 0 0,-2 1 0,0-1 0,-2 1 0,-9-18 0,11 24 0,-2 1 0,0 0 0,0 0 0,-1 1 0,-1 0 0,0 1 0,-1 0 0,0 1 0,-4-3 0,14 14-2,1-1 1,0 1-1,-1-1 1,1 1-1,-1-1 1,1 1-1,-1 0 1,0-1-1,1 1 1,-1 0-1,1 0 0,-1-1 1,0 1-1,1 0 1,-1 0-1,1 0 1,-1 0-1,0 0 1,1 0-1,-1 0 1,0 0-1,1 0 0,-1 0 1,0 0-1,1 0 1,-1 0-1,1 1 1,-1-1-1,0 0 1,1 0-1,-1 1 1,1-1-1,-1 0 0,1 1 1,-1-1-1,1 0 1,-1 1-1,1-1 1,-1 1-1,1-1 1,0 1-1,-1-1 1,1 1-1,0-1 0,-1 1 1,1 0-1,0-1 1,0 1-1,-1-1 1,1 1-1,0 0 1,0-1-1,0 1 1,0 0-1,0-1 0,0 1 1,0 0-1,0-1 1,0 1-1,0-1 1,0 1-1,1 0 1,-1-1-1,0 1 2,4 46-1292,8-10-1278</inkml:trace>
  <inkml:trace contextRef="#ctx0" brushRef="#br0" timeOffset="55628.723">1915 5826 25197,'0'0'5250,"0"0"-4754,0 0-176,0 0 184,0 0-32,0 0-160,0 0-96,23 134-216,-23-94 0,-17 5 0,-10 5 0,-10 6 0,-5 2 0,-1-4 0,-8-4-440,7-13-1056,12-20-10139</inkml:trace>
  <inkml:trace contextRef="#ctx0" brushRef="#br0" timeOffset="56282.327">2677 5023 25685,'0'0'2632,"0"0"-1729,0 0-377,0 0 130,0 0-79,1 23-172,14 145 241,10 32-98,-16-107-670,5 0 0,3-1 0,8 14 122,-24-104-99,-1 1-1,0-1 1,0 0 0,1 0-1,-1 1 1,1-1-1,0 0 1,0 0-1,0 0 1,0 0 0,0 0-1,0 0 1,1 0-1,-1 0 1,0 0-1,1-1 1,0 1 0,-1 0-1,1-1 1,0 0-1,0 1 1,0-1-1,0 0 1,0 0 0,0 0-1,0 0 1,0 0-1,0 0 1,0-1-1,1 1 1,-1-1 0,0 0-1,1 1 1,-1-1-1,0 0 1,0 0 0,1 0-1,-1-1 100,15-6-4981</inkml:trace>
  <inkml:trace contextRef="#ctx0" brushRef="#br0" timeOffset="56576.606">3460 5017 29078,'0'0'1681,"0"0"-1377,0 118 8,0-53 232,0 5-104,5 3-200,2 1-112,0-1-88,-3-9-40,1-8 0,0-10 0,2-15-80,2-23-320,5-8-608,-5 0-1457</inkml:trace>
  <inkml:trace contextRef="#ctx0" brushRef="#br0" timeOffset="56844.761">4105 5034 24349,'0'0'6570,"0"0"-6122,-2 107-312,0-46 192,2 5 104,0 4-168,0 5-176,0 0-40,7-3-48,0-5 0,-5-11-64,0-11-200,7-16-208,1-23-216,-1-6-1073,-2-4-3920</inkml:trace>
  <inkml:trace contextRef="#ctx0" brushRef="#br0" timeOffset="57093.645">4785 5073 30126,'0'0'1649,"0"0"-1257,7 180 80,7-51-344,11 29-128,-2 5 0,-4-30 0,-6-36 0,-6-32 0,-2-9 0,-1 2 0,-4 2 0,0-10-832,-2-25-3385</inkml:trace>
  <inkml:trace contextRef="#ctx0" brushRef="#br0" timeOffset="59562.098">0 6908 28774,'0'0'884,"0"0"-264,0 0-161,0 0-48,0 0-39,0 0-109,9 3-71,3-1-146,0 0 0,0-2 0,0 1-1,1-1 1,-1-1 0,0 0 0,0-1 0,0 0 0,-1-1 0,1 0 0,0-1 0,-1 0 0,3-2-46,25-6 74,146-32-36,2 8 0,1 8 1,173-3-39,-26 2 6,472-67-6,-70 5 0,379 16 0,-263 75 0,-794 3 0,0 3 0,-1 2 0,0 3 0,13 6 0,29-48 0,-97 31 0,-3 1 0,0-1 0,1 0 0,-1 0 0,1 0 0,-1 1 0,1-1 0,-1 0 0,1 0 0,-1 0 0,1 0 0,-1 0 0,1 0 0,-1 0 0,1 0 0,-1 0 0,1 0 0,-1 0 0,1 0 0,-1 0 0,1 0 0,-1-1 0,1 1 0,-1 0 0,1 0 0,-1 0 0,1-1 0,-1 1 0,0 0 0,1-1 0,-1 1 0,0 0 0,1-1 0,-1 1 0,0-1 0,1 1 0,-1 0 0,0-1 0,1 1 0,-1-1 0,0 1 0,0-1 0,0 1 0,0-1 0,0 1 0,1-1 0,-1 1 0,0-1 0,0 1 0,0-1 0,0 1 0,0-1 0,0 1 0,-1-1 0,1 1 0,0-1 0,0 1 0,0-1 0,0 1 0,0-1 0,-1 1 0,1 0 0,0-1 0,-1 1 0,1-1 0,0 1 0,-1-1 0,1 1 0,-1-1 0,-11-30 0,54 69 0,-40-38 0,0-1 0,-1-1-6,0 0 1,0 0-1,0 0 1,0 0-1,0 0 0,0 0 1,-1-1-1,1 1 1,-1 0-1,0-1 0,0 1 1,0 0-1,0 0 0,0-1 1,0 1-1,-1 0 1,1-1-1,-1 1 0,1 0 1,-1 0-1,0 0 1,0 0-1,0-1 0,0 1 1,0 0-1,-1 1 1,1-1-1,0 0 0,-1 0 1,0 1-1,1-1 0,-1 0 1,0 1-1,0 0 1,0-1-1,0 1 0,0 0 1,0 0 5,-5-6-231,-11-11-1990</inkml:trace>
  <inkml:trace contextRef="#ctx0" brushRef="#br0" timeOffset="62002.38">17511 3945 29246,'0'0'2463,"0"0"-1568,6 3-744,12 1-150,1-1 0,-1-1 0,1 0 0,0-2 0,0 0 1,-1-1-1,1 0 0,0-2 0,-1 0 0,7-3-1,14 0 1,221-24-1,1 12 0,111 12 0,-350 6 0,-1 2 0,1 0 0,-1 1 0,0 1 0,1 1 0,-2 1 0,1 1 0,-1 1 0,0 0 0,-1 2 0,0 0 0,0 1 0,6 6 0,4 14 0,-63-8-56,14-7-799,-2-5-2355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20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28222,'0'0'1143,"0"0"-126,0 0-144,0 0-176,0 0-277,0 0-206,-1 10-98,-11 286-55,14-197-57,-2 266-4,-1-353 0,1-1 0,0 0 0,1 1 0,0-1 0,1 0 0,0 0 0,0 0 0,1 0 0,1 0 0,0-1 0,4 7 0,-6-15-23,0-1 0,0 0-1,1 1 1,-1-1 0,1 0 0,-1 0 0,1-1 0,-1 1-1,1-1 1,0 1 0,-1-1 0,1 0 0,-1 0 0,1 0-1,0 0 1,-1 0 0,1 0 0,0-1 0,-1 0 0,1 1-1,-1-1 1,1 0 0,-1 0 0,1 0 0,-1-1 0,0 1-1,0 0 1,0-1 0,1 0 0,-1 1 0,-1-1 0,1 0-1,0 0 1,0 0 0,-1 0 0,1-1 0,-1 1 0,0 0-1,1 0 1,-1-1 23,32-40-2010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21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29678,'0'0'3089,"0"0"-3089,0 0 0,0 126 0,0-66 0,7 11 0,2-1 0,3 1 0,-3-7 0,5-10 0,-8-6 0,-3-7 0,-3-12 0,0-14-1856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21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30559,'0'0'1448,"0"0"-976,0 164-184,0-79-288,0 6 0,0-1 0,2-8 0,5-7 0,0-15 0,0-14 0,-2-11 0,-3-12 0,3-13 0,-1-10 0,12-33 0,0-15-1264,3-14-13171</inkml:trace>
  <inkml:trace contextRef="#ctx0" brushRef="#br0" timeOffset="210.915">711 71 31487,'0'0'1168,"0"0"-1056,9 116-112,0-60 0,0 8 0,3 9 0,-5 24 0,-3-3 0,-4 5 0,0-4 0,0-34 0,3-32-952,1-23-1041,3-10-14746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19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792 413 30511,'0'0'976,"0"0"-377,0 0-134,-18-23-274,-56-75-166,9-11-25,60 97 0,-1-1 0,-1 2 0,1-1 0,-2 0 0,0 1 0,0 1 0,-1 0 0,0 0 0,-1 0 0,0 1 0,-1 1 0,0-1 0,-9-4 0,10 8 0,0 0 0,0 1 0,0 0 0,-1 1 0,1 0 0,-1 0 0,0 1 0,0 1 0,0-1 0,0 2 0,0 0 0,0 0 0,0 1 0,0 0 0,0 1 0,0 1 0,0-1 0,1 2 0,-1-1 0,1 1 0,0 1 0,0 0 0,0 0 0,1 1 0,0 1 0,0-1 0,0 1 0,0 2 0,-17 25 0,2 2 0,2 0 0,1 2 0,2 0 0,1 1 0,2 1 0,2 0 0,2 1 0,1 1 0,3 0 0,1 0 0,2 1 0,2-1 0,2 1 0,1 0 0,3 8 0,-3-16 0,2 1 0,1-1 0,1 1 0,2-1 0,2 0 0,1-1 0,2 0 0,1 0 0,2-1 0,9 16 0,-19-40 0,0-1 0,1 0 0,0 0 0,1 0 0,-1-1 0,2 1 0,-1-1 0,1-1 0,0 1 0,0-1 0,1 0 0,-1-1 0,1 0 0,1 0 0,-1-1 0,1 0 0,-1 0 0,1-1 0,0 0 0,1 0 0,-1-1 0,0-1 0,1 0 0,-1 0 0,1 0 0,-1-1 0,1-1 0,-1 0 0,1 0 0,-1 0 0,0-2 0,0 1 0,5-3 0,1-4 0,-1 0 0,-1-1 0,0-1 0,0 0 0,-1-1 0,-1 0 0,0-1 0,0 0 0,-1-1 0,1-3 0,16-22 0,-1-1 0,-1-2 0,-3 0 0,-1-1 0,-2-1 0,-3-1 0,-1-1 0,-2 0 0,-2 0 0,-3-2 0,-1 1 0,-2-7 0,-5 45 0,-10-170 0,10 174 0,-1 0 0,0 0 0,-1 0 0,1 0 0,-1 0 0,0 1 0,0-1 0,-1 0 0,0 1 0,1 0 0,-1-1 0,-1 1 0,1 0 0,0 1 0,-1-1 0,0 1 0,0-1 0,0 1 0,0 0 0,-1 0 0,1 1 0,-1 0 0,0-1 0,1 1 0,-1 1 0,0-1 0,0 1 0,0 0 0,0 0 0,0 0 0,-1 1 0,-1 0 0,4 0 1,0 0 0,1 0 0,-1 0 0,0 1 0,0 0 0,0-1 0,1 1 0,-1 0-1,0 0 1,1 0 0,-1 1 0,1-1 0,-1 1 0,1-1 0,-1 1 0,1 0 0,0 0 0,0 0 0,0 0 0,0 0 0,1 0 0,-1 1 0,0-1 0,1 1-1,0-1 1,-1 1 0,1-1 0,0 1 0,0 0 0,1 0 0,-1-1 0,0 1 0,1 0 0,0 2-1,12 100-396,11-60-1424</inkml:trace>
  <inkml:trace contextRef="#ctx0" brushRef="#br0" timeOffset="722.088">1621 1045 31583,'0'0'709,"0"0"-363,-3 0-233,-186 21-97,186-23-16,0 0 0,0-1 0,1 1 0,-1-1 0,0 0 0,1 0 0,0 0 0,0 0 0,0 0 0,0 0 0,0 0 0,1-1 0,0 1 0,-1-1 0,1 1 0,0-1 0,1 1 0,-1-1 0,1 0 0,-1 1 0,1-1 0,0 0 0,0 1 0,1-1 0,-1 0 0,1 1 0,0-1 0,0 0 0,0 1 0,0-1 0,1 1 0,-1 0 0,1-1 0,2-2 0,-1 1 0,-1 1 0,1-1 0,0 1 0,1 0 0,-1 0 0,1 0 0,-1 0 0,1 1 0,0-1 0,1 1 0,-1 0 0,1 0 0,-1 1 0,1-1 0,0 1 0,0 0 0,0 1 0,0-1 0,0 1 0,0 0 0,0 0 0,1 0 0,-1 1 0,0 0 0,1 0 0,2 0 0,-4 3 0,-1 0 0,1 0 0,-1 0 0,0 0 0,0 0 0,0 1 0,0 0 0,-1-1 0,0 1 0,0 0 0,0 0 0,0 0 0,0 1 0,-1-1 0,0 0 0,1 0 0,-2 1 0,1-1 0,0 1 0,-1-1 0,0 1 0,0-1 0,-1 1 0,1-1 0,-1 1 0,0-1 0,0 0 0,0 1 0,-1-1 0,1 0 0,-1 0 0,0 0 0,0 0 0,-1 0 0,1 0 0,-2 2 0,0 0 0,-1 0 0,1 0 0,-1-1 0,0 1 0,0-1 0,-1-1 0,1 1 0,-1-1 0,0 0 0,0 0 0,-1-1 0,1 0 0,-1 0 0,0 0 0,0-1 0,0 0 0,0 0 0,0-1 0,0 0 0,0 0 0,0 0 0,-1-1 0,1 0 0,5-3 0,0 0 0,0 0 0,0 0 0,1 0 0,-1 0 0,1 0 0,0 0 0,0 0 0,0 0 0,0-1 0,1 1 0,-1 0 0,1-1 0,0 1 0,0 0 0,0-1 0,0 1 0,1 0 0,-1-1 0,1 1 0,0 0 0,0 0 0,0-1 0,0 1 0,1 0 0,0 0 0,1-3 0,1 1 0,0 0 0,0 0 0,1 0 0,0 1 0,-1 0 0,2-1 0,-1 2 0,0-1 0,1 1 0,-1-1 0,1 2 0,0-1 0,0 0 0,0 1 0,1 1 0,-1-1 0,0 1 0,1 0 0,-1 0 0,1 0 0,-1 1 0,1 0 0,2 1 0,-8 0 0,0 0 0,0 0 0,0 0 0,1 0 0,-1 0 0,0 0 0,0 0 0,0 1 0,-1-1 0,1 0 0,0 1 0,0-1 0,-1 1 0,1-1 0,-1 0 0,1 1 0,-1-1 0,0 1 0,1-1 0,-1 1 0,0 0 0,0-1 0,0 1 0,0-1 0,0 1 0,-1-1 0,1 1 0,0-1 0,-1 1 0,1-1 0,-1 1 0,1-1 0,-1 1 0,0-1 0,0 0 0,0 1 0,0-1 0,1 0 0,-2 0 0,1 0 0,0 0 0,0 0 0,0 0 0,0 0 0,-1 0 0,1 0 0,0 0 0,-1-1 0,1 1 0,-2 0 0,-67 26 0,71-69 0,42-54 0,-38 93-343,-4 3-1370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24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1 149 29502,'0'0'1505,"0"0"-1011,0 0-246,0 0 253,22-12-68,2 0-421,0 0 0,1 2 0,0 1 0,0 0 0,1 2 0,0 1 0,21-1-12,681-31 0,-476 31 0,-58 0 0,156-5 0,169 22 0,-487-8 0,-12-2 0,0 1 0,1 1 0,-1 1 0,0 1 0,-1 0 0,1 2 0,10 4 0,-22 2-232,-10-9-928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25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572 302 30775,'0'0'625,"0"0"-322,0 0-61,0 0 172,-15-20-97,-46-67-233,19 3-77,41 78-7,0 1 0,-1-1 0,0 0 0,0 1 0,-1-1 0,1 1 0,-1 0 0,0 0 0,-1 0 0,1 0 0,-1 1 0,0-1 0,0 1 0,0 0 0,-1 0 0,1 0 0,-1 1 0,0 0 0,0 0 0,0 0 0,-1 0 0,1 1 0,-1 0 0,1 0 0,-1 0 0,0 1 0,-6-1 0,4 2 0,-1 0 0,0 0 0,1 1 0,-1 0 0,0 0 0,1 1 0,-1 0 0,1 1 0,0 0 0,0 0 0,0 1 0,0 0 0,1 0 0,-1 0 0,1 1 0,0 1 0,0-1 0,1 1 0,0 0 0,0 1 0,0-1 0,-3 6 0,-89 168 0,87-159 0,2 1 0,1 0 0,0 0 0,2 0 0,0 1 0,2 0 0,0 0 0,2 0 0,0 1 0,2-1 0,0 1 0,2-1 0,1 0 0,0 0 0,2 0 0,1 0 0,7 18 0,-6-26 0,1-2 0,0 1 0,1-1 0,1 0 0,0-1 0,1 0 0,0 0 0,1-2 0,0 1 0,0-1 0,1-1 0,1 0 0,-1-1 0,2-1 0,-1 0 0,1-1 0,0 0 0,0-1 0,0-1 0,6 1 0,-10-3 0,1-1 0,-1 0 0,1-1 0,-1 0 0,1-1 0,-1 0 0,1 0 0,-1-2 0,0 1 0,0-1 0,0-1 0,0 0 0,-1-1 0,1 0 0,-1 0 0,0-1 0,0 0 0,-1-1 0,0 0 0,5-5 0,148-184-38,-120 138-251,3-1-1344</inkml:trace>
  <inkml:trace contextRef="#ctx0" brushRef="#br0" timeOffset="253.891">1258 677 31111,'0'0'1656,"0"0"-1656,0 0 0,81 129 0,-49-106 0,-4-9 0,-3-5 0,-7-5 0,-6-4 0,-7 0 0,-5 0 0,0-2 0,-3-13 0,-11 1 0,1-3 0,10-4 0,3 7 0,0-3-3761</inkml:trace>
  <inkml:trace contextRef="#ctx0" brushRef="#br0" timeOffset="685.446">2530 538 29646,'0'0'1491,"0"0"-1005,0 0-166,0 0 176,-1-20-213,-4-69-238,5 80-45,0 0 0,-1 1 0,0-1 0,0 1 0,-1-1 0,0 1 0,0-1 0,-1 1 0,0 0 0,0 0 0,-1 0 0,0 1 0,-1-1 0,1 1 0,-2 0 0,1 0 0,-1 1 0,0 0 0,0 0 0,0 0 0,-1 1 0,0-1 0,0 2 0,0-1 0,-1 1 0,0 0 0,0 1 0,0-1 0,0 2 0,0-1 0,0 1 0,-1 0 0,1 1 0,-1 0 0,0 0 0,1 1 0,-1 0 0,-1 1 0,-1-1 0,1 1 0,-1 0 0,0 1 0,1 0 0,-1 1 0,1 0 0,-1 0 0,1 1 0,0 1 0,1 0 0,-1 0 0,1 1 0,0 0 0,0 0 0,1 1 0,0 0 0,0 1 0,1 0 0,-1 0 0,2 0 0,-1 1 0,1 0 0,1 1 0,0-1 0,0 1 0,1 0 0,0 0 0,0 0 0,1 1 0,1-1 0,0 1 0,0 0 0,1-1 0,0 2 0,-2 5 0,1 0 0,1 0 0,0 0 0,1 0 0,1 1 0,0-1 0,1 0 0,1 0 0,1 0 0,1-1 0,0 1 0,1-1 0,0 0 0,2 0 0,0-1 0,0 0 0,2-1 0,-1 1 0,2-2 0,10 11 0,-15-19 1,1 0-1,-1 0 1,1-1 0,0 0-1,0-1 1,0 1-1,1-1 1,-1-1 0,1 1-1,-1-1 1,1-1 0,0 1-1,0-1 1,0-1 0,0 0-1,0 0 1,0 0 0,0-1-1,0 0 1,-1 0-1,1-1 1,0 0 0,-1-1-1,3 0 0,15-8-51,0 0 0,-1-1 0,-1-2-1,0 0 1,0-2 0,9-9 51,207-180-2983,-177 150-519</inkml:trace>
  <inkml:trace contextRef="#ctx0" brushRef="#br0" timeOffset="1030.687">3357 735 30126,'6'-17'2201,"8"-25"-2113,-1-1 0,-3 0 0,-1-1 0,-3 0 0,0-12-88,-5 49 0,0 1 0,0 0 0,0 0 0,-1 0 0,0 0 0,0 0 0,-1 0 0,0 0 0,0-1 0,0 1 0,-1 1 0,0-1 0,0 0 0,0 0 0,-1 1 0,0-1 0,0 1 0,0 0 0,-1 0 0,1 0 0,-1 0 0,-1 1 0,1-1 0,-1 1 0,1 0 0,-1 0 0,0 1 0,0 0 0,-1 0 0,1 0 0,-1 0 0,-1 0 0,-1 2 0,1 0 0,-1 0 0,0 0 0,0 1 0,1 0 0,-1 1 0,0-1 0,1 2 0,-1-1 0,0 1 0,1 0 0,-1 1 0,1-1 0,0 1 0,0 1 0,0 0 0,1 0 0,-1 0 0,1 1 0,0-1 0,0 2 0,0-1 0,1 0 0,0 1 0,0 0 0,0 1 0,1-1 0,-1 1 0,-7 12 0,1 1 0,1-1 0,0 2 0,2-1 0,0 1 0,1 1 0,2-1 0,0 1 0,-1 9 0,3-13 0,1 0 0,0 0 0,1 0 0,1 0 0,1 0 0,0 0 0,1 0 0,1 0 0,6 17 0,-7-32-40,1 0 1,-1 0-1,1 0 1,0 0-1,0 0 1,0 0-1,1-1 0,-1 0 1,1 0-1,-1 0 1,1 0-1,0 0 1,0 0-1,-1-1 1,1 0-1,0 0 0,0 0 1,0 0-1,1-1 1,-1 0-1,0 1 1,0-2-1,0 1 0,0 0 1,0-1-1,0 0 1,0 1-1,0-2 1,0 1-1,0 0 1,0-1-1,0 0 0,-1 0 1,1 0-1,-1 0 1,1-1-1,-1 1 1,0-1-1,0 0 0,0 0 1,0 0-1,1-2 40,46-33-2315</inkml:trace>
  <inkml:trace contextRef="#ctx0" brushRef="#br0" timeOffset="1358.708">3972 706 9722,'0'0'17719,"0"0"-13773,0 0-3541,23-4 237,74-22-348,-93 24-292,0 1 0,0-1 0,-1-1-1,1 1 1,0 0 0,-1-1 0,1 0-1,-1 0 1,0 0 0,0 0-1,0 0 1,-1-1 0,1 1 0,-1-1-1,1 0 1,-1 1 0,-1-1 0,1 0-1,0 0 1,-1-1 0,1-2-2,2-4 2,2-6-2,-1-1 0,-1 0 0,0 0 0,-1-1 0,-1 1 0,-1-1 0,-1 0 0,0 1 0,-3-19 0,2 33 0,-1-1 0,1 1 0,-1-1 0,0 1 0,0-1 0,0 1 0,-1 0 0,1 0 0,-1 0 0,0 1 0,0-1 0,0 1 0,-1-1 0,1 1 0,-1 0 0,0 0 0,0 1 0,0-1 0,0 1 0,0 0 0,-1 0 0,1 0 0,-1 1 0,1-1 0,-1 1 0,0 0 0,1 0 0,-1 1 0,0-1 0,1 1 0,-1 0 0,0 1 0,0-1 0,1 1 0,-1 0 0,0 0 0,1 0 0,-1 1 0,1 0 0,-1-1 0,1 1 0,0 1 0,0-1 0,0 1 0,0 0 0,0 0 0,1 0 0,-1 0 0,-2 3 0,-6 8 0,1 0 0,0 0 0,1 1 0,1 0 0,0 1 0,1 0 0,1 1 0,0 0 0,1 0 0,1 0 0,0 0 0,2 1 0,0 0 0,1 0 0,1 0 0,0 0 0,1 0 0,1 0 0,2-13 0,0-1 0,0 1 0,0-1 0,1 0 0,-1 0 0,1 0 0,0-1 0,0 1 0,0-1 0,1 0 0,-1 0 0,1-1 0,0 1 0,0-1 0,0 0 0,0 0 0,0-1 0,0 1 0,0-1 0,0 0 0,1-1 0,-1 1 0,0-1 0,1 0 0,-1 0 0,0-1 0,1 1 0,-1-1 0,0 0 0,0-1 0,0 0 0,2 0 0,9-1-78,0-1 1,0 0-1,0-1 1,0-1-1,-1 0 1,0-1-1,-1-1 1,1-1-1,3-3 78,13-6-938,31-19-3115</inkml:trace>
  <inkml:trace contextRef="#ctx0" brushRef="#br0" timeOffset="1657.238">4900 84 27814,'0'0'3569,"0"0"-2554,0 0-762,2 20-152,40 300-86,-23-190-15,5 0 0,7-1 0,5-1 0,-15-64 0,-17-89 0,-14-20-84,-9-9-336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32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22941,'0'0'6313,"0"0"-4663,30 1-1098,490 4 759,562-41-1311,105 62 0,-13 81 0,-1054-92-208,-118-15-832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30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614 452 8378,'0'0'17828,"0"0"-13792,0 0-3658,0 0-17,-24-21-55,-79-67-153,96 80-135,0 1-1,-1 1 1,0 0-1,0 0 1,0 0-1,-1 1 0,0 0 1,0 1-1,0 0 1,-1 0-1,1 1 1,-1 0-1,0 1 1,0 0-1,0 1 1,0 0-1,0 0 1,0 1-1,0 0 1,0 1-1,0 0 1,0 1-1,1 0 1,-1 0-1,0 1 1,1 1-1,-1-1 1,1 2-1,0-1 1,0 1-1,1 0 1,-1 1-1,1 0 1,1 0-1,-1 1 1,1 0-1,0 0 1,0 1-1,1 0 1,0 0-1,1 0 1,0 1-1,-2 4-17,-8 11 36,1 0-1,1 1 0,1 0 1,1 1-1,1 0 0,2 1 1,1 0-1,0 0 0,2 0 1,2 1-1,0 0 0,2 23-35,0-41 3,0-1 0,1 1 0,1 0 1,0 0-1,0 0 0,1 0 0,0-1 0,0 1 0,1-1 0,1 1 0,0-1 0,0 0 0,0-1 0,1 1 0,1-1 0,-1 0 0,1 0 0,1 0 0,-1-1 0,1 0 0,1 0 0,-1-1 0,1 0 0,0 0 1,1-1-1,-1 0 0,1 0 0,7 2-3,0-2 2,1-1 0,1-1 0,-1 0 0,0-1 0,1-1 0,-1-1 0,1 0 0,-1-1 0,0-1 0,1-1 0,-1 0 0,0-1 0,0-1 0,-1-1 0,0 0 0,1-1 0,-2-1 0,1 0 0,-2-1 0,1-1 0,-1 0 0,0-1 0,0-1-2,11-11-362,0-1 0,-1-1 0,-2-1 0,0-1 0,11-20 362,-26 36-321,34-48-3034</inkml:trace>
  <inkml:trace contextRef="#ctx0" brushRef="#br0" timeOffset="248.94">974 730 30310,'0'0'1241,"0"0"-1057,0 0 56,0 0 232,59 129-272,-42-106-200,12-11-64,-1-4-552,-9-8-1505</inkml:trace>
  <inkml:trace contextRef="#ctx0" brushRef="#br0" timeOffset="855.534">1904 434 28286,'0'0'875,"0"0"-108,0 0-27,-9-19-163,-31-58-173,37 72-381,-1 0 0,1 0 0,-1 1 0,0 0-1,0-1 1,0 1 0,0 0 0,-1 1 0,1-1 0,-1 1-1,0 0 1,0 0 0,-1 1 0,1-1 0,0 1-1,-1 0 1,0 1 0,1-1 0,-1 1 0,0 0-1,0 1 1,1-1 0,-1 1 0,0 0 0,0 1-1,0-1 1,0 1 0,1 0 0,-1 1 0,0-1-1,1 1 1,0 0 0,-1 1 0,1-1 0,0 1 0,0 0-1,0 0 1,0 1 0,1 0 0,-1-1 0,1 2-1,0-1 1,0 0 0,1 1 0,-1-1 0,1 1-1,0 0 1,0 0 0,0 1-23,-6 8 0,0 1 0,1 1 0,0 0 0,1 0 0,1 0 0,1 1 0,0 0 0,1 0 0,1 0 0,0 0 0,1 0 0,1 1 0,1 4 0,0-17 0,0 0 0,0-1 0,0 1 0,0 0 0,1 0 0,0-1 0,0 1 0,0 0 0,0-1 0,1 1 0,0-1 0,0 1 0,0-1 0,1 0 0,-1 0 0,1 0 0,0 0 0,0-1 0,0 1 0,0-1 0,1 1 0,0-1 0,-1 0 0,1-1 0,0 1 0,1-1 0,-1 0 0,0 0 0,1 0 0,-1 0 0,1-1 0,-1 1 0,1-1 0,0-1 0,-1 1 0,1-1 0,0 1 0,8-1 5,0 0 0,0-1 0,0 0 0,0-1 0,0 0 0,0-1 0,-1 0 0,1-1 0,-1-1 0,0 0 1,0-1-1,-1 0 0,0 0 0,0-1 0,0-1 0,-1 0 0,0 0 0,1-3-5,156-180-2246,-165 188 2171,48-66-3936</inkml:trace>
  <inkml:trace contextRef="#ctx0" brushRef="#br0" timeOffset="1138.329">2330 154 22269,'0'0'8770,"0"0"-8130,0 0-24,0 153-144,0-91-472,3 5 0,-3 7 0,0 3 0,9 8 0,0-23-32,0-20-2369</inkml:trace>
  <inkml:trace contextRef="#ctx0" brushRef="#br0" timeOffset="1403.948">3075 432 30655,'0'0'1182,"0"0"-816,-12-20-205,-37-63 119,45 76-275,0-1 0,-1 1 0,0 0 0,0 0 0,0 1 0,-1 0 0,0 0 0,0 0-1,0 0 1,-1 1 0,0 0 0,0 1 0,0 0 0,-1 0 0,0 0 0,1 1 0,-1 0 0,0 0 0,0 1-1,-1 0 1,1 1 0,0 0 0,-1 0 0,1 0 0,-4 2-5,8-1 0,0 1 0,0 0 0,0 0 0,0 0 0,0 0 0,0 1 0,0 0 0,0 0 0,1 0 0,-1 0 0,1 0 0,-1 1 0,1 0 0,0-1 0,0 1 0,0 0 0,1 1 0,-1-1 0,1 0 0,-1 1 0,1 0 0,0-1 0,1 1 0,-1 0 0,1 0 0,-1 0 0,1 0 0,0 0 0,1 0 0,-1 0 0,1 0 0,-1 1 0,1-1 0,1 1 0,-2 7 0,0 0 0,2 0 0,-1-1 0,1 1 0,1-1 0,0 1 0,1-1 0,0 1 0,0-1 0,1 0 0,1 0 0,2 2 0,-2-3-3,1-1 0,0-1 0,1 1 1,0-1-1,0 0 0,1 0 0,0-1 0,1 0 0,-1 0 1,1-1-1,1 0 0,-1-1 0,1 0 0,0-1 0,0 0 0,0 0 1,0-1-1,1 0 0,-1-1 0,1 0 0,0-1 0,2 0 3,-3-2-159,0 0 0,-1-1 0,1-1 0,-1 1 0,0-2 0,0 1-1,0-1 1,0-1 0,-1 1 0,0-1 0,0-1 0,0 0 0,0 0 0,-1 0-1,0-1 1,0 0 0,-1 0 0,0-1 0,2-3 159,37-44-5348</inkml:trace>
  <inkml:trace contextRef="#ctx0" brushRef="#br0" timeOffset="1666.867">3526 0 30735,'0'0'1112,"0"0"-392,37 123-520,-19-38-200,-2 33 0,-6 35 0,-6 9 0,-4-23 0,0-37 0,0-26 0,0-30-832,-9-9-6810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39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0 293 24973,'0'0'3056,"0"0"-1784,30 0-413,190-1 401,364-92-269,-527 87-971,1 3 1,-1 3 0,0 2-1,0 3 1,52 11-21,8 6 21,270 37 63,-297-55-49,0-4 1,0-4-1,0-4 0,23-8-35,-101 14 1,275-47 5,243-9-6,-164 52 0,-163 5 0,-1-8 0,57-16 0,-11-16 0,-67 9 0,2 8 0,67 5 0,-156 17 0,0 4 0,0 4 0,89 18 0,-56-4 0,0-4 0,1-6 0,100-7 0,-71-23 0,-157 19-9,0-1 0,0 1 1,0-1-1,0 1 0,0-1 0,0 1 1,0-1-1,-1 0 0,1 1 0,0 0 1,-1-1-1,0 1 0,1-1 0,-1 1 1,0 0-1,1-1 0,-1 1 0,0 0 1,0-1-1,0 1 0,0 0 0,0 0 0,-1 0 1,1 0-1,0 0 0,0 0 0,-1 1 1,1-1-1,0 0 0,-1 1 0,1-1 1,-1 1-1,1-1 0,-1 1 0,0-1 9,-34-20-1533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0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29286,'0'0'808,"0"0"-343,0 0 175,139 0-56,-91 0-72,5 0-168,4 2-216,1-2-128,4 0 0,30 0 0,-13-10-376,-12-7-2353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1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29806,'0'0'690,"0"0"-429,0 0-130,0 0 150,0 0 23,0 0-86,19 7 75,173 54 217,30-28-426,1-10 1,1-10 0,166-13-85,-246-1 19,466-13-560,-463 4-950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2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27510,'0'0'2727,"0"0"-1936,0 0-591,27 0 193,418-30 716,392 17-1069,58-3-43,-871 15 3,544-38 0,164 25 0,-615 19 0,0 5 0,-1 6 0,32 10 0,-136-22-413,-11-8-1655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2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32143,'0'0'0,"0"0"-2417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2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32695,'0'0'0,"0"0"-3001</inkml:trace>
  <inkml:trace contextRef="#ctx0" brushRef="#br0" timeOffset="1">0 0 31695,'58'11'256,"-58"-11"-256,-5-6-2457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33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4341 345 30062,'-2'-21'2254,"1"9"-2108,1-7-123,0 0 1,-2 0-1,0 0 1,-2 0-1,0 0 1,-1 1-1,0 0 1,-2 0-1,0 0 1,-1 0-1,-1 1 1,-1 1-1,-4-6-23,11 19 0,-1 0 0,0 0 0,0 0 0,0 1 0,-1-1 0,1 1 0,0 0 0,-1 0 0,1 1 0,-1 0 0,0-1 0,1 1 0,-1 1 0,0-1 0,0 1 0,0 0 0,0 0 0,1 0 0,-1 1 0,0-1 0,0 1 0,1 1 0,-1-1 0,0 1 0,1-1 0,-1 1 0,1 0 0,0 1 0,0-1 0,0 1 0,0 0 0,0 0 0,0 0 0,-1 2 0,-7 10 0,1 0 0,1 1 0,0 0 0,0 0 0,2 1 0,0 0 0,1 1 0,1 0 0,1 0 0,0 0 0,1 1 0,1 0 0,1-1 0,1 1 0,0 0 0,2 0 0,2 18 0,-2-30 0,0 0 0,1 0 0,0-1 0,0 1 0,0-1 0,1 1 0,0-1 0,0 0 0,1 0 0,0 0 0,0-1 0,0 1 0,1-1 0,-1 0 0,1 0 0,1-1 0,-1 0 0,1 1 0,-1-2 0,1 1 0,0-1 0,0 0 0,1 0 0,-1 0 0,1-1 0,-1 0 0,1-1 0,0 1 0,0-1 0,0 0 0,-1-1 0,1 0 0,0 0 0,0 0 0,0-1 0,0 0 0,0 0 0,4-2 0,-3 0 0,0 0 0,-1 0 0,1-1 0,-1 0 0,1 0 0,-1 0 0,0-1 0,-1 0 0,1-1 0,-1 0 0,0 0 0,0 0 0,-1 0 0,4-7 0,-8 12 0,43-57-337,-14 3-1350</inkml:trace>
  <inkml:trace contextRef="#ctx0" brushRef="#br0" timeOffset="-1291.046">1152 382 29222,'0'0'887,"0"0"-209,0 0-98,-11-19-50,-35-59-177,43 73-334,0 0 0,0 0 0,-1 0 0,0 1 0,0-1 1,0 1-1,0 0 0,-1 0 0,1 0 0,-1 0 1,0 1-1,0 0 0,-1 0 0,1 0 0,0 1 0,-1 0 1,0 0-1,1 0 0,-1 1 0,0 0 0,0 0 1,0 0-1,0 1 0,0 0 0,0 0 0,-2 0-19,2 4 1,0-1 0,1 1 0,-1-1-1,1 2 1,0-1 0,0 0 0,0 1-1,1 0 1,0 0 0,0 1 0,0-1-1,0 1 1,1 0 0,0 0 0,0 0-1,1 0 1,0 0 0,0 1 0,0-1 0,1 1-1,-1-1 1,2 1 0,-1 0 0,1 4-1,-1-8 0,-10 207 0,11-203 0,1 0 0,0 1 0,0-1 0,1 0 0,-1 0 0,2 0 0,-1 0 0,1 0 0,0-1 0,0 1 0,1-1 0,0 0 0,0 0 0,0 0 0,1 0 0,0-1 0,0 0 0,0 0 0,1 0 0,0-1 0,0 1 0,0-1 0,0-1 0,0 1 0,1-1 0,0 0 0,0-1 0,0 0 0,0 0 0,0 0 0,0-1 0,0 0 0,0 0 0,5-1 0,5-2-8,0-1 0,0-1 0,-1 0 1,1-1-1,-1-1 0,-1-1 0,1 0 0,-1-1 0,0-1 1,-1 0-1,0-1 0,0 0 0,-1-1 0,0-1 0,-1 0 0,-1-1 1,0 0-1,0 0 0,-2-2 0,1 1 0,-2-1 0,0-1 8,39-46-511,-20 30-2142</inkml:trace>
  <inkml:trace contextRef="#ctx0" brushRef="#br0" timeOffset="-1027.497">1772 639 32103,'0'0'664,"0"0"-664,0 0 0,0 0 0,0 0 0,76 112 0,-44-104 0,-4-5 0,-7-3-3169</inkml:trace>
  <inkml:trace contextRef="#ctx0" brushRef="#br0" timeOffset="-765.97">2369 1 29670,'0'0'1561,"0"0"-1385,-17 105 136,13-40 232,-1 13-232,1 9-192,-1 9-88,3-3-32,2-10-56,0-17-424,14-22-696,2-27-2001</inkml:trace>
  <inkml:trace contextRef="#ctx0" brushRef="#br0" timeOffset="-501.2">3053 278 31391,'0'0'620,"0"0"-280,-9-17-35,-28-58-203,35 71-102,1 0 0,-1 0 0,0 0 0,0 0 1,0 0-1,-1 0 0,1 1 0,-1-1 0,0 1 1,0 0-1,0 0 0,0 0 0,-1 0 0,1 1 1,-1-1-1,1 1 0,-1 0 0,0 0 0,0 0 1,0 0-1,0 1 0,-1 0 0,1 0 0,0 0 1,-1 0-1,1 1 0,0-1 0,-1 1 0,1 0 1,0 0-1,-1 1 0,1 0 0,0-1 0,-1 1 1,1 1-1,0-1 0,0 1 0,0-1 0,0 1 0,0 0 1,0 1-1,1-1 0,-1 1 0,1-1 0,-1 1 1,1 0-1,0 0 0,-1 2 0,-3 8 0,0 0 0,1 1 0,1-1 0,0 1 0,1 0 0,0 1 0,2-1 0,-1 1 0,2 0 0,0-1 0,0 1 0,1 0 0,2 3 0,-2-12-10,0-1 0,0 0 1,1 0-1,0 1 0,0-1 0,0 0 0,1 0 0,-1 0 1,1 0-1,1-1 0,-1 1 0,1 0 0,-1-1 1,1 1-1,1-1 0,-1 0 0,0 0 0,1-1 0,0 1 1,0-1-1,0 1 0,0-1 0,1 0 0,-1-1 1,1 1-1,0-1 0,0 0 0,-1 0 0,1-1 1,1 1-1,-1-1 0,0 0 0,0 0 0,0-1 0,1 1 1,2-2 9,5 0-61,-1 0 0,1-2 0,0 1 0,-1-2 0,0 0 1,0 0-1,0-1 0,0 0 0,-1-1 0,1-1 0,-2 0 1,1 0-1,-1-1 0,0 0 0,-1-1 0,1 0 0,-2 0 1,1-1-1,-2 0 0,1-1 0,-1-1 61,47-58-3154,-11 4-6984</inkml:trace>
  <inkml:trace contextRef="#ctx0" brushRef="#br0" timeOffset="-309.763">3537 125 30471,'0'0'1664,"0"0"-1304,0 0-88,0 145-272,0-89 0,0 4 0,0 0 0,0-2 0,0-10 0,0-17-960,4-18-5818</inkml:trace>
  <inkml:trace contextRef="#ctx0" brushRef="#br0" timeOffset="6808.817">0 237 30198,'0'0'1129,"0"0"-1001,0 0-48,0 0 168,0 0 168,0 0-248,0 0-104,166-4-32,-110-7-16,-1-1-16,5-5-368,-12 5-840,-20 2-1969</inkml:trace>
  <inkml:trace contextRef="#ctx0" brushRef="#br0" timeOffset="7062.544">60 480 30150,'0'0'1609,"0"0"-1441,0 0-40,0 0 416,0 0-376,0 0-168,0 0 0,152-5 0,-76-3 0,-9 2-1152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5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1769 25982,'0'0'3506,"0"0"-2313,0 0-749,0 0-48,0 0 3,-12-8-44,-34-28-99,34-14-39,13 39-206,3-8-10,1 0-1,1 0 1,0 1 0,2-1-1,0 2 1,1-1-1,0 1 1,2 0 0,0 1-1,0 1 1,2 0 0,7-8-1,-13 15 0,84-100 0,4 5 0,4 4 0,5 4 0,4 5 0,3 5 0,123-71 0,-181 122 0,1 3 0,2 2 0,1 2 0,1 2 0,1 4 0,1 2 0,1 2 0,0 3 0,1 3 0,0 3 0,38 0 0,-69 7 0,0 0 0,1 3 0,-1 0 0,0 2 0,0 1 0,-1 2 0,1 1 0,-1 1 0,-1 2 0,0 0 0,0 2 0,20 14 0,-49-51-116,-13-14-720,-5-5-1141</inkml:trace>
  <inkml:trace contextRef="#ctx0" brushRef="#br0" timeOffset="263.192">1966 0 30479,'0'0'978,"0"0"-646,0 0-90,25 12 91,155 75 70,-172-83-403,15 7 0,0 0 0,0 2 0,-2 1 0,1 1 0,-2 0 0,0 2 0,-1 0 0,0 1 0,2 5 0,-19-20 0,0 0 0,0 1 0,0-1 0,-1 0 0,1 1 0,-1-1 0,0 1 0,0-1 0,0 1 0,0 0 0,-1-1 0,1 1 0,-1 0 0,0 0 0,0-1 0,-1 1 0,1 0 0,-1 0 0,1-1 0,-1 1 0,0-1 0,-1 1 0,1-1 0,-1 1 0,1-1 0,-1 0 0,0 1 0,0-1 0,-1 0 0,0 1 0,-89 77 0,82-74 0,-59 41-274,-3-2 0,-2-4 0,-36 14 274,14-15-3307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8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0 28014,'0'0'1859,"0"0"-1063,0 0-229,0 0-72,0 0-76,-12 30-69,-3 6-305,2 1-1,1 0 1,2 1-1,2 0 1,1 0-1,1 10-44,-8 515 0,14-522 0,2 0 0,1 0 0,2-1 0,2 1 0,2-2 0,14 40 0,-22-78-15,0 0 0,1 0 0,-1 0 1,0 0-1,1 0 0,-1 0 0,1 0 0,0 0 0,-1-1 0,1 1 0,-1 0 1,1-1-1,0 0 0,0 1 0,-1-1 0,1 0 0,0 0 0,0 0 0,-1 0 1,1 0-1,0 0 0,0-1 0,-1 1 0,1-1 0,0 1 0,-1-1 0,1 1 1,0-1-1,-1 0 0,1 0 0,-1 0 0,1 0 0,-1 0 0,0 0 0,1 0 1,-1 0-1,0-1 0,0 1 0,0 0 0,0-1 0,0 1 0,0-1 0,0 0 1,-1 1-1,1-1 0,0 1 0,-1-1 0,1 0 0,-1 1 0,0-1 0,1 0 1,-1 0 14,27-45-1916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9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 30743,'0'0'1128,"0"143"-632,-3-56-96,-1 17-400,-1-1 0,1-14 0,-1 11 0,3-9 0,-1-8 0,1-8 0,0-15 0,2-10 0,-3-11 0,1-8 0,2-12 0,-2-7-40,2-10-3729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9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32015,'0'0'752,"0"0"-752,0 0 0,0 0-944,0 0-14491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9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30358,'0'0'1081,"0"0"-401,85 108-128,-41-54-456,9 2-96,2 2 0,3-2 0,-3-4 0,-6-2 0,-6-7 0,-10-6 0,-8-8 0,-7-12 0,1-17 0,-5-10-1376,-3-17-2673</inkml:trace>
  <inkml:trace contextRef="#ctx0" brushRef="#br0" timeOffset="186.984">500 0 30198,'0'0'1249,"0"0"-977,-101 110 184,48-48 16,-5 9-352,-2 1-120,5 5 0,4 0 0,12 8-152,11-17-1048,17-24-3689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47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140 642 30414,'0'0'693,"0"0"-343,0 0-76,25-7 110,194-33 231,-169 37-607,1 3 0,-1 1 0,1 3 0,-1 2 0,18 6-8,-53-9 0,0 1 0,-1 0 0,1 1 0,-1 1-1,0 0 1,-1 1 0,1 0 0,-1 1 0,-1 1 0,0 0-1,0 0 1,0 2 0,-2-1 0,1 1 0,-1 1 0,-1 0 0,0 0-1,-1 1 1,0 0 0,0 1 0,-2 1 0,0 1 0,-1-1 0,-1 1 0,-1 0 0,0 0 0,-1 0 0,-1 1 0,0-1 0,-1 0 0,-1 1 0,0-1 0,-1 0 0,-1 0 0,-1 0 0,0 0 0,-1-1 0,-1 1 0,0-1 0,-1-1 0,-1 1 0,0-1 0,-1 0 0,0-1 0,-4 4 0,-28 27 0,-1-1 0,-3-2 0,-1-2 0,-2-2 0,-2-2 0,-1-2 0,-1-3 0,-2-2 0,0-2 0,-2-3 0,-48 13 0,71-24 0,0 0 0,-1-3 0,0-1 0,0-1 0,-1-2 0,-16 0 0,52-5 0,-1 0 0,1-1 0,-1 1 0,0 0 0,1 0 0,-1 0 0,1 0 0,-1-1 0,1 1 0,-1 0 0,0 0 0,1-1 0,-1 1 0,1 0 0,-1 0 0,0-1 0,0 1 0,1-1 0,-1 1 0,0 0 0,1-1 0,-1 1 0,0-1 0,0 1 0,0 0 0,1-1 0,-1 1 0,0-1 0,0 1 0,0-1 0,0 1 0,0-1 0,0 1 0,0-1 0,0 1 0,0-1 0,0 1 0,0-1 0,0 1 0,-1 0 0,1-1 0,0 1 0,0-1 0,0 1 0,0-1 0,-1 1 0,1 0 0,0-1 0,-1 1 0,1-1 0,0 1 0,27-10 0,1 2 0,1 0 0,-1 2 0,1 2 0,0 0 0,1 2 0,-1 1 0,28 3 0,9 0 0,0 4 0,0 3 0,0 2 0,58 19 0,-57-13 0,2-3 0,0-3 0,0-3 0,63 0 0,-123-8-23,0-1 1,0 0-1,0 0 0,-1-1 1,1 0-1,-1 0 0,1-1 1,-1 0-1,0-1 0,0 0 1,0 0-1,0 0 0,-1-1 1,0 0-1,0-1 0,0 0 1,0 0-1,-1-1 23,27-31-1496</inkml:trace>
  <inkml:trace contextRef="#ctx0" brushRef="#br0" timeOffset="421.554">2201 312 30695,'0'0'609,"0"0"-216,-3-20-27,-36-122 293,36 133-658,-1 0 0,-1 0 1,0 0-1,0 1 0,0-1 1,-1 2-1,0-1 0,-1 0 1,0 1-1,0 0 0,0 1 1,-1 0-1,0 0 0,0 0 1,0 1-1,-1 1 0,0-1 1,0 1-1,0 1 0,0-1 1,-1 2-1,0-1 0,1 1 1,-1 1-1,0 0 0,0 0 1,0 1-1,1 0 0,-1 1 1,0 0-1,0 0 0,0 1 1,1 1-1,-9 2-1,6 4 0,0 0 0,0 1 0,1 1 0,0 0 0,1 0 0,1 1 0,-1 0 0,2 1 0,0 0 0,0 0 0,1 1 0,1 0 0,0 0 0,1 1 0,1-1 0,0 1 0,1 0 0,0 0 0,2 0 0,-1 1 0,2-1 0,0 0 0,2 14 0,-2-22 0,1 0 0,0 0 0,0 0 0,0 0 0,1 0 0,0 0 0,1 0 0,-1 0 0,1-1 0,0 0 0,1 1 0,0-1 0,0 0 0,0 0 0,0-1 0,1 0 0,0 1 0,0-2 0,1 1 0,0 0 0,-1-1 0,1 0 0,0-1 0,1 1 0,-1-1 0,1 0 0,0-1 0,-1 1 0,1-1 0,0-1 0,0 1 0,0-1 0,0-1 0,1 1 0,-1-1 0,2 0 0,3-1-2,1 1 0,-1-2-1,0 1 1,0-2 0,0 1 0,0-2 0,0 0-1,-1 0 1,0-1 0,0 0 0,0-1 0,0 0 0,-1-1-1,5-4 3,114-73-2383,-73 48-2557</inkml:trace>
  <inkml:trace contextRef="#ctx0" brushRef="#br0" timeOffset="696.358">2204 1102 28926,'0'0'2105,"0"0"-1793,0 0 184,0 0-88,0 0 112,117-17-520,-50 9 0,2 4 0,2 4 0,-6 0 0,18 4 0,-19 8 0,-13-1-1360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59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0 29222,'0'0'1621,"0"0"-1103,0 0-228,0 0 135,-9 19-38,3-5-332,-40 133 185,27 346-231,19-487-37,3 33-3,27-43-2451,-6-19-1946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59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 26926,'0'0'3785,"0"0"-3241,0 0 56,0 151 88,-7-91-464,0 9-224,-2 3 0,-2 5 0,1 0 0,-1-5 0,2-5 0,4-11 0,3-17 0,2-22-640,4-15-1161,10-2-8025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00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427 398 30358,'0'0'713,"0"0"-203,3-22 20,12-180 126,-14 196-656,0-1 0,-1 1 0,1-1 0,-2 1 0,1 0 0,0-1 0,-1 1 0,-1 0 0,1-1 0,-1 1 0,0 0 0,0 0 0,-1 0 0,1 0 0,-1 1 0,-1-1 0,1 1 0,-1-1 0,0 1 0,0 0 0,-1 1 0,1-1 0,-1 1 0,0 0 0,0 0 0,0 0 0,-1 1 0,0 0 0,1 0 0,-1 0 0,0 1 0,0 0 0,0 0 0,-1 0 0,1 1 0,-3 0 0,-5 3 0,1 1 0,0 1 0,0 0 0,0 1 0,1 0 0,-1 1 0,1 0 0,1 1 0,-1 1 0,1 0 0,0 0 0,1 1 0,0 0 0,0 1 0,1 0 0,1 1 0,-1 0 0,2 0 0,0 0 0,0 1 0,1 0 0,0 1 0,1 0 0,0 0 0,-7 13 0,1 0 0,1 1 0,1 0 0,1 0 0,2 1 0,0 0 0,2 0 0,2 0 0,0 1 0,2-1 0,1 7 0,-1-26 0,1 0 0,1 0 0,-1-1 0,1 1 0,1-1 0,-1 1 0,1-1 0,1 0 0,0 0 0,0 0 0,0 0 0,1-1 0,0 0 0,1 0 0,0 0 0,0-1 0,0 0 0,0 0 0,1 0 0,0-1 0,1 0 0,-1 0 0,1-1 0,0 0 0,0 0 0,0-1 0,0 0 0,1 0 0,-1-1 0,1 0 0,0-1 0,0 0 0,5 0 0,0 0 0,0-2 0,0 1 0,0-2 0,0 0 0,0-1 0,-1 0 0,1-1 0,-1 0 0,0-1 0,0-1 0,-1 0 0,1 0 0,-1-2 0,-1 1 0,1-1 0,-1-1 0,-1 0 0,0-1 0,7-8 0,-4 5-43,-1 0 1,-1-1-1,-1-1 0,0 0 1,0 0-1,-2-1 0,0 0 1,0-1-1,-2 1 0,1-6 43,12-64-3266,-15 17-6724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2:57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758 305 29822,'0'0'810,"0"0"-179,0 0-129,-15-18-28,-52-62-146,12-3-127,52 75-201,0 0 0,-1 1 0,0-1 0,-1 1 0,0 0 0,0 1 0,0-1 0,-1 1 0,0 0-1,0 0 1,0 1 0,-1 0 0,0 0 0,0 0 0,0 1 0,0 0 0,-1 1 0,0-1 0,1 2 0,-1-1 0,-1 1 0,-5-1 0,4 1 0,-1 2 0,0-1 0,1 1 0,-1 1 0,0 0 0,1 0 0,-1 1 0,1 0 0,0 1 0,0 1 0,0-1 0,0 1 0,0 1 0,1 0 0,0 0 0,0 1 0,0 0 0,1 1 0,0 0 0,0 0 0,-5 6 0,-15 19 0,2 2 0,1 0 0,1 2 0,2 1 0,2 0 0,2 2 0,1 0 0,1 1 0,3 0 0,1 1 0,2 1 0,2 0 0,2 0 0,2 0 0,1 28 0,1-58 0,1-1 0,1 1 0,0 0 0,0-1 0,1 1 0,1-1 0,0 0 0,0 1 0,1-1 0,1 0 0,0 0 0,0 0 0,1-1 0,0 0 0,1 0 0,0 0 0,1 0 0,1 0 0,-1-2 0,0-1 0,1 0 0,0-1 0,0 1 0,1-2 0,-1 1 0,1-1 0,1 0 0,-1-1 0,1 0 0,-1-1 0,1 0 0,0 0 0,0-1 0,1 0 0,-1-1 0,0 0 0,0-1 0,1 0 0,-1 0 0,0-1 0,1-1 0,-1 0 0,3-1 0,11-3 0,0-1 0,0-2 0,-1 0 0,-1-1 0,1-2 0,-2 0 0,0-1 0,0-1 0,11-11 0,-10 8 0,-2-1 0,0-1 0,-1 0 0,-1-2 0,-1 0 0,-1 0 0,-1-2 0,-1 0 0,-1-1 0,-1 0 0,-1-1 0,-1 0 0,-1-1 0,-1 0 0,-1 0 0,-2-1 0,-1 0 0,-1 0 0,-1 0 0,-1 0 0,-3-23 0,1 43 0,-1 1 0,1-1 0,-1 0 0,-1 1 0,1 0 0,-1-1 0,0 1 0,-1 0 0,1 0 0,-1 1 0,0-1 0,-1 1 0,1 0 0,-1 0 0,0 0 0,-1 1 0,-1-2 0,6 6-22,-1-1 0,1 1 0,0 0 0,0 0 0,-1 0 0,1 0 0,0 0-1,0 0 1,-1 0 0,1 1 0,0-1 0,0 0 0,-1 1 0,1-1 0,0 1 0,0-1 0,0 1 0,0-1 0,0 1 0,0 0 0,0 0-1,0 0 1,0-1 0,0 1 0,0 0 0,0 0 0,0 0 0,1 0 0,-1 0 0,1 1 0,-1-1 0,0 0 0,1 0 0,0 0-1,-1 1 1,1-1 0,0 0 0,-1 0 0,1 1 0,0-1 0,0 0 0,0 0 0,0 1 0,0-1 0,1 0 0,-1 0 0,0 1 0,1-1-1,-1 0 1,0 0 0,1 0 0,0 1 0,-1-1 0,1 0 0,0 0 0,-1 0 0,1 0 0,0 0 0,0 0 0,0 0 22,7 28-2749</inkml:trace>
  <inkml:trace contextRef="#ctx0" brushRef="#br0" timeOffset="251.07">1293 857 31495,'0'0'992,"0"0"-752,0 0-200,0 0-40,0 0 0,0 0 0,0 0 0,60 58 0,-49-48 0,-4 3 0,0-3 0,-5 0 0,1-3 0,-3-7-2248</inkml:trace>
  <inkml:trace contextRef="#ctx0" brushRef="#br0" timeOffset="1200.92">2500 231 27710,'0'0'2246,"0"0"-1329,0 0-343,0 0-3,0 0-141,0 0-186,-16-16-176,-50-50-61,63 63-7,0 0 0,1 0 0,-1 0 0,0 1 0,-1-1 0,1 1 0,0 0 0,-1 0 0,1 0 0,-1 0 0,0 0 0,0 1 0,0 0 0,1 0 0,-1 0 0,0 0 0,0 0 0,-1 1 0,1 0 0,0 0 0,0 0 0,-1 0 0,-10 1 0,2 2 0,-1 2 0,1 0 0,0 0 0,0 1 0,0 1 0,1 0 0,0 0 0,0 2 0,1-1 0,0 1 0,0 1 0,1 0 0,1 1 0,0 0 0,0 0 0,1 1 0,0 0 0,1 0 0,1 1 0,0-1 0,-1 5 0,-3 3 0,1 0 0,1 0 0,1 1 0,1 0 0,1 0 0,1 1 0,1 0 0,0-1 0,2 1 0,0 0 0,2 0 0,0 0 0,3 6 0,-3-21 0,1 0 0,0 0 0,1 0 0,0 0 0,0-1 0,0 1 0,1-1 0,0 0 0,0 0 0,0 0 0,1 0 0,0-1 0,0 0 0,0 0 0,1 0 0,0 0 0,0-1 0,0 0 0,0 0 0,1-1 0,0 0 0,-1 0 0,1-1 0,0 1 0,0-1 0,0-1 0,6 1 0,0 0 0,0 0 0,0-1 0,1-1 0,-1 0 0,0 0 0,0-2 0,0 0 0,0 0 0,0-1 0,-1-1 0,1 0 0,-1 0 0,0-1 0,0-1 0,2-2 0,4-3 0,-1-2 0,0 0 0,-1-2 0,0 1 0,-2-2 0,1 0 0,-2-1 0,0 0 0,-1-1 0,-1 0 0,-1-1 0,0 0 0,-1-1 0,-2 0 0,0 0 0,-1-1 0,0 1 0,-2-1 0,-1-1 0,0 1 0,-2 0 0,0-1 0,-2-4 0,1 22 0,0-1 0,0 1 0,-1 0 0,1-1 0,-1 1 0,0 0 0,0 0 0,0 0 0,-1 0 0,0 0 0,0 0 0,0 0 0,0 1 0,0-1 0,-1 0 0,1 1 0,-1 0 0,0 0 0,0 0 0,0 0 0,-1 0 0,1 1 0,-1-1 0,1 1 0,-1 0 0,0 0 0,0 0 0,0 0 0,0 1 0,0 0 0,0 0 0,0 0 0,0 0 0,-1 1 0,-1-1 0,-17 33-1107,22-7-1163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00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1491 0 27182,'0'0'2147,"0"0"-1471,0 0-258,0 0 100,0 0-62,0 0-109,23 2-112,150 9 166,1138-9-14,-155 46-387,-617-7 0,530 112 0,-902-127 0,1-7 0,159-4 0,-77-15 0,-94-3 0,0 6 0,-1 7 0,73 18 0,-188-21 0,1 3 0,-1 1 0,-1 1 0,0 3 0,-1 1 0,8 6 0,-45-22 0,1 0 0,-1 1 0,1-1 0,-1 1 0,0-1 0,1 1 0,-1-1 0,0 1 0,0 0 0,1 0 0,-1-1 0,0 1 0,0 0 0,0 0 0,0 0 0,0 1 0,0-1 0,0 0 0,-1 0 0,1 0 0,0 1 0,-1-1 0,1 0 0,0 1 0,-1-1 0,0 0 0,1 1 0,-1-1 0,0 1 0,0-1 0,0 0 0,0 1 0,0-1 0,0 1 0,0-1 0,0 1 0,0-1 0,-1 0 0,1 1 0,-1-1 0,1 1 0,-1-1 0,0 0 0,1 0 0,-1 1 0,0-1 0,0 0 0,0 0 0,0 0 0,0 0 0,0 0 0,0 0 0,0 0 0,0 0 0,0 0 0,0-1 0,-1 1 0,1 0 0,0-1 0,-1 1 0,1-1 0,-1 1 0,1-1 0,0 0 0,-1 0 0,-52 21-159,-14-3-634</inkml:trace>
  <inkml:trace contextRef="#ctx0" brushRef="#br0" timeOffset="6476.323">21 1391 19500,'0'0'4524,"0"0"-2182,0 0-1011,0 0-325,0 0-201,0-4-189,0-16-129,-21 18 1421,45 539-1660,-11-317-248,29-386-1066,-15 87-1637</inkml:trace>
  <inkml:trace contextRef="#ctx0" brushRef="#br0" timeOffset="6988.185">601 1290 30350,'0'0'1329,"0"0"-585,0 0-400,0 0-344,0 0 0,16-129 0,40 57 0,11-13 0,9-4 0,0-3 0,-7 9 0,4 3 0,-20 24-472,-18 18-10706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09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 30431,'0'0'1056,"0"0"-928,0 0-48,0 0 176,0 0 48,149-30-176,-91 22-88,2 0-40,-5 4-56,7 4-232,-13 0-312,-19 0-1737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3:10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27494,'0'0'4073,"0"0"-3513,0 0-24,0 0-432,0 0-104,0 0 0,0 0 0,83-8 0,-39 8 0,22 2 0,-8 12 0,-17 1-1416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5:59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30671,'0'0'1080,"0"0"-864,0 0-136,0 0 112,0 0 240,201 6-336,-70-6-96,35-6 0,7-4 0,-28 3 0,-37 7 0,-39 0 0,-4 0 0,11 11 0,37 14 0,-14-2 0,-26-7-1360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5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3832 1371 29286,'0'0'1489,"0"0"-1225,145-4 128,-39-8 104,0 1-104,7 3-216,-3 2-104,-25 6-72,1 0-24,-10 10-312,-23 7-384,-26-3-1401</inkml:trace>
  <inkml:trace contextRef="#ctx0" brushRef="#br0" timeOffset="253.926">4136 967 29390,'0'0'1024,"0"0"-559,0 122 183,0-49-16,0 28-184,7 28-288,11 28-160,-2-3 0,-4-40-648,-3-44-2457</inkml:trace>
  <inkml:trace contextRef="#ctx0" brushRef="#br0" timeOffset="-1398.659">1 1433 27670,'0'0'1288,"0"0"-400,0 0-119,0 0-177,0 0-216,0 0 24,32 38 8,16-24-144,12-3-152,12-3-112,8-2 0,12-2 0,23-4 0,33 0-224,-28 0-1312,-19 0-18021</inkml:trace>
  <inkml:trace contextRef="#ctx0" brushRef="#br0" timeOffset="-1040.803">1528 882 29126,'0'0'812,"0"0"-421,-1 26-31,-4 389 1161,18-105-964,35 179-557,-22-363-21,-26-124-10,0-1 1,1 0-1,-1 0 1,1 1 0,-1-1-1,1 0 1,-1 0-1,1 0 1,0 0-1,-1 1 1,1-1-1,0 0 1,0-1 0,0 1-1,0 0 1,0 0-1,0 0 1,0 0-1,0-1 1,0 1 0,0 0-1,0-1 1,1 1-1,-1-1 1,0 0-1,0 1 1,1-1 0,-1 0-1,0 0 1,1 0-1,-1 1 1,0-1-1,0-1 1,1 1 0,-1 0-1,0 0 1,1 0-1,-1-1 1,0 1-1,0-1 1,0 1 0,1-1-1,-1 1 1,0-1-1,0 0 1,0 1-1,0-1 1,0 0 0,0 0-1,0 0 1,0 0-1,0 0 1,-1 0-1,1 0 1,0 0 0,0 0-1,-1 0 1,1 0-1,-1-1 1,1 1-1,-1 0 1,0 0 0,1-1-1,-1 1 1,0 0-1,0-1 31,21-40-2475</inkml:trace>
  <inkml:trace contextRef="#ctx0" brushRef="#br0" timeOffset="-839.58">2060 1371 26222,'0'0'4265,"0"0"-3673,143 83-136,-79-35 24,3 6-16,0 2-192,-5 2-256,-6-2-16,-8-5 0,-11-9 0,-10-9 0,-1-20-392,-8-11-400,-4-2-1385</inkml:trace>
  <inkml:trace contextRef="#ctx0" brushRef="#br0" timeOffset="-667.786">2521 1251 12507,'0'0'17355,"0"0"-16578,-99 147-385,53-68-24,2 8-120,7 4-232,12 25-16,9-20-584,9-28-1897</inkml:trace>
  <inkml:trace contextRef="#ctx0" brushRef="#br0" timeOffset="-447.779">3007 967 29878,'0'0'929,"0"174"-105,0-33-272,0 19 24,0-9-568,0-14-8,0-36 0,11-11 0,3-30-1096,0-25-14868</inkml:trace>
  <inkml:trace contextRef="#ctx0" brushRef="#br0" timeOffset="34829.253">1599 1 29334,'-21'9'862,"-104"49"-109,4 5-1,-90 62-752,172-94 87,2 2 0,2 1-1,0 2 1,3 1-1,1 1 1,2 2-1,1 1 1,3 2 0,1 0-1,2 1 1,2 1-1,1 4-86,-12 30 4,3 1 0,4 1 0,3 1 0,4 1-1,3 1 1,4 0 0,1 58-4,10-81 0,1-1 0,4-1 0,2 1 0,2-1 0,4 0 0,1-1 0,3-1 0,3-1 0,2 0 0,3-2 0,2-1 0,2-1 0,2-1 0,11 9 0,-9-11 0,1-3 0,3 0 0,1-3 0,3-1 0,1-2 0,2-2 0,1-2 0,2-2 0,1-2 0,2-3 0,1-1 0,1-3 0,1-2 0,2-3 0,0-2 0,38 6 0,-42-16 0,1-3 0,-1-1 0,1-4 0,0-1 0,-1-3 0,0-2 0,0-2 0,0-3 0,-1-1 0,0-3 0,11-7 0,19-11 0,-1-4 0,-2-3 0,-2-4 0,-1-3 0,-3-3 0,-2-3 0,-3-3 0,-2-3 0,-2-3 0,-4-2 0,-2-3 0,-3-3 0,-3-1 0,-4-3 0,36-74 0,-60 94-16,-3-1 0,-2 0-1,-3-2 1,-2 1 0,-2-2 0,-3 0 0,-2 0 0,-3-56 16,-3 69-3,-2-1 1,-1 1 0,-3 0 0,-2 0 0,-1 0 0,-3 1-1,-1 1 1,-3 0 0,-1 1 0,-2 0 0,-2 2 0,-1 0-1,-2 2 1,-2 0 0,-2 2 0,-1 1 0,-1 1-1,-3 2 1,-7-6 2,16 19 2,-1 0 0,-1 2 0,-1 0-1,0 2 1,-1 1 0,0 2-1,-1 0 1,0 2 0,-1 1 0,0 2-1,-1 0 1,1 3 0,-1 0 0,0 2-1,0 1 1,0 1 0,0 2 0,0 1-1,0 2 1,-5 2-2,-12 7-204,1 3 0,0 1 0,2 2 0,0 3 0,-1 2 204,-54 34-2149</inkml:trace>
  <inkml:trace contextRef="#ctx0" brushRef="#br0" timeOffset="-184544.468">1272 2702 30623,'0'0'720,"0"0"-320,0 0-232,0 0-48,0 0 72,122 0 152,33 6-144,61 5-200,24-5 0,-3-6 0,-25 0 0,-39 0 0,-12 0 0,-18 6 0,-9 13 0,-40-3-520,-23-1-1329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41:50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2281 2514 24061,'0'0'5157,"0"0"-3499,0 0-1107,0 0-114,0 0-62,-6 0-2,47 0-315,17-2-31,1 4 0,-1 2 0,0 2 0,19 7-27,-63-11 0,0 1-1,0 1 1,-1 0-1,1 1 1,-1 0-1,-1 1 0,1 1 1,-1 0-1,0 1 1,0 0-1,-1 1 1,0 0-1,-1 0 0,0 1 1,0 1-1,-1 0 1,-1 0-1,1 0 1,-2 1-1,5 9 1,-6-2 0,-1-1 0,0 1 0,-1 0 0,-1 0 0,-1 1 0,-1-1 0,-1 0 0,0 1 0,-1-1 0,-2 0 0,0 0 0,0 0 0,-2 0 0,-1 0 0,0-1 0,-1 0 0,-1 0 0,0-1 0,-2 0 0,-6 9 0,-5 7 0,-2-1 0,-1-1 0,-2-1 0,-1-1 0,-1-2 0,-1 0 0,-1-2 0,-2-2 0,0 0 0,-1-2 0,-1-2 0,-1-1 0,-1-2 0,-1-1 0,0-2 0,0-2 0,-1-1 0,-1-1 0,-9-2 0,-16 2 0,66-2 0,121 21 0,37-7 0,0-6 0,1-8 0,109-11 0,-249 5-88,1-1-1,0-1 1,-1-1 0,1-1-1,-1-1 1,0-1-1,0 0 1,0-2 0,-1 0-1,0-1 1,-1-2 0,1 0-1,-2-1 1,0 0-1,14-12 89,-7-9-2819</inkml:trace>
  <inkml:trace contextRef="#ctx0" brushRef="#br0" timeOffset="503.806">4267 1813 28454,'0'0'1143,"0"0"-454,0 0-207,0 0 39,-10-20-122,-35-66-170,42 78-215,0 1 0,-1 0 0,0 1-1,0-1 1,-1 1 0,0 0 0,0 0-1,0 0 1,-1 1 0,1-1-1,-2 1 1,1 1 0,0-1 0,-1 1-1,0 0 1,0 1 0,0 0 0,0 0-1,0 0 1,-1 1 0,1 0-1,-1 0 1,0 1 0,1 0 0,-1 1-1,0-1 1,0 1 0,0 1 0,1 0-1,-1 0 1,0 0 0,1 1-1,-1 0 1,1 0 0,-1 1 0,1 0-1,0 1 1,0-1 0,1 1 0,-1 0-1,-2 3-13,-12 12 6,2 0 0,0 1 0,2 1 0,0 0 0,1 2 0,1 0 0,2 0-1,0 1 1,1 1 0,2 0 0,0 1 0,2 0 0,1 0 0,0 1 0,3 0 0,0 0 0,1 0-1,2 1 1,2 26-6,-1-49 2,1-1-1,0 1 0,0 0 1,0 0-1,1 0 0,-1-1 1,1 1-1,0-1 0,1 1 1,-1-1-1,1 0 0,0 0 1,0 0-1,0 0 0,0-1 1,0 1-1,1-1 0,0 0 1,0 0-1,0 0 0,0 0 1,0-1-1,1 1 0,-1-1 1,1 0-1,-1-1 0,1 1 1,0-1-1,0 0 0,-1 0 1,1 0-1,0-1 1,3 0-2,2 1 3,1-1 0,-1-1 1,1 0-1,-1 0 0,1-1 1,-1 0-1,1-1 0,-1 0 1,0-1-1,-1 0 1,1 0-1,-1-1 0,1 0 1,-1-1-1,3-3-3,7-8-13,-1-1-1,-1-1 1,-1-1-1,0 0 1,-2-1-1,0-1 1,-1 0-1,-2-1 1,3-8 13,-9 23-123,-1 0 1,1 1 0,0-1 0,1 1 0,0 0 0,0 0-1,0 1 1,1 0 0,0 0 0,0 0 0,0 1-1,1 0 1,1 0 122,24-13-1739</inkml:trace>
  <inkml:trace contextRef="#ctx0" brushRef="#br0" timeOffset="812.639">4873 3047 30334,'0'0'697,"0"0"-457,0 0-112,0 0 400,0 0-56,150-73-136,-76 59-304,11 1-32,7 5 0,5 6 0,36 2 0,-22 0 0,-21 8-968</inkml:trace>
  <inkml:trace contextRef="#ctx0" brushRef="#br0" timeOffset="1410.026">7258 2752 14795,'0'0'12772,"0"0"-9548,0 0-2576,0 0-95,0 0-103,15-4-200,171-33-212,1 8-1,66 3-37,21 6 0,1 12 0,12 12 0,-35 18 0,-2 10 0,120 36 0,-362-67 0,173 43-53,-208-41-1292,-10-3-1034</inkml:trace>
  <inkml:trace contextRef="#ctx0" brushRef="#br0" timeOffset="2500.732">8571 1527 30222,'0'0'633,"-10"157"-225,6-49 32,4 2-24,0 37-232,25 7-184,1-40-312,-6-44-2041</inkml:trace>
  <inkml:trace contextRef="#ctx0" brushRef="#br0" timeOffset="1834.136">7843 3416 29750,'0'0'1257,"0"0"-889,0 0-282,0 0 157,0 0 232,27 16-92,89 57-206,-105-67-176,1 0 0,-1 1 0,0 1 0,0 0 0,-1 0 0,0 1 0,0 0 0,-1 1 0,0 0 0,-1 1 0,0 0 0,-1 0 0,0 0 0,-1 1 0,0 0 0,-1 0 0,0 1 0,-1-1 0,-1 1 0,0 0 0,0 0 0,-1 0 0,-1 0 0,0 1 0,-1-1 0,0 0 0,-1 1 0,-3 8-1,-4-1-17,-2 0 0,0-1-1,-2-1 1,0 0 0,-1 0 0,-1-2 0,-1 1-1,0-2 1,-1 0 0,-1-1 0,0 0 0,-1-2 0,-1 0-1,0-1 1,0 0 0,-2-2 0,1-1 0,-22 7 17,25-7 4,0-1 0,-1-1 0,0-1 0,0-1 0,-1 0 0,0-1 0,1-1 0,-12 0-4,103-24 20,18 7 44,1 5 1,1 3-1,-1 4 1,37 7-65,-125-5-1,226 25-147,-169-51-1802,-41-3-609</inkml:trace>
  <inkml:trace contextRef="#ctx0" brushRef="#br0" timeOffset="2239.084">9041 3235 29974,'0'0'1027,"0"0"-659,-1 26-109,-6 84 163,-31 93 166,46-226-774,2 0 1,0 1 0,2 1-1,0 0 1,1 0-1,1 1 1,1 1 0,1 0-1,1 1 1,0 1 0,1 1-1,1 0 1,18-11 185,-31 22 20,-1 0 1,1 0-1,-1 1 1,1 0-1,1 0 0,-1 0 1,0 1-1,1 0 1,0 0-1,-1 1 1,1 0-1,0 0 0,1 0 1,-1 1-1,0 0 1,0 1-1,0-1 1,1 1-1,-1 1 0,0-1 1,0 1-1,0 1 1,1-1-1,-1 1 1,-1 1-1,1-1 1,0 1-1,0 0 0,-1 0 1,0 1-1,0 0 1,0 0-1,0 1 1,1 1-21,1 11 110,0 1 1,-2 0-1,0 0 0,-1 1 1,-1 0-1,-1-1 1,0 1-1,-1 0 1,-2 1-1,0-1 1,0 0-1,-4 15-110,3-1 18,-13 23-120,-6-76-746,19 16 664,-10-31-1894</inkml:trace>
  <inkml:trace contextRef="#ctx0" brushRef="#br0" timeOffset="27783.056">1475 4481 22053,'0'0'1119,"0"0"-505,0 0 429,0 0 1925,0 0-1609,-7-7-645,-22-24-87,15 24 269,13 7-722,1 0-101,0 0-42,0 0 5,9 0 291,467-9 406,-393 10-733,428-18 0,-191-10 0,143 15 0,486 13 0,429 120 0,-773-34 0,193 21 0,-234-71 0,228 23 0,-653-47 0,0-5 0,0-7 0,0-6 0,50-12 0,-50 2 0,-1 6 0,2 6 0,17 7 0,8 33 0,-266-67-73,43 13-294</inkml:trace>
  <inkml:trace contextRef="#ctx0" brushRef="#br0" timeOffset="-184548.077">3143 689 26446,'0'0'2161,"-9"-17"-1431,2 2-641,3 6-33,0 0 0,-1-1 0,0 1 0,-1 1 0,0-1 0,0 1-1,-1 0 1,0 1 0,0-1 0,-1 1 0,0 1 0,-4-3-56,-4 1 49,-1 1 0,0 1 0,0 1 0,-1 0 0,1 2 0,-1 0 0,0 0 0,0 2 0,0 0 0,0 1 0,0 1 0,0 1 0,1 0 0,-1 2 0,0-1 0,1 2 0,0 1 0,0 0 0,0 1 0,-3 3-49,-64 35 31,3 3-1,2 4 1,2 3-1,2 4 0,4 3 1,2 3-1,3 3 1,3 2-1,3 4 0,-15 28-30,-29 39 45,6 4 0,6 5 0,8 4 0,5 3 0,8 4 0,-22 83-45,57-131 28,5 1 0,5 1 0,4 1 0,6 1 0,5 1 0,4 106-28,8-158 5,3 0 0,2 0 0,4-1 0,2 0 0,3-1 0,3 0-1,14 30-4,-11-42 16,3 0-1,1-2 0,3-1 0,2-2 0,2 0 0,2-2 0,2-2 0,1-1 1,3-2-1,1-2 0,2-1 0,1-3 0,2-1 0,2-3 0,0-1 0,2-3 0,1-2 1,1-2-1,0-2 0,2-3 0,25 4-15,-15-11 11,0-4 0,1-2-1,-1-3 1,1-2 0,0-4 0,-1-2 0,0-3 0,-1-3 0,0-3-1,42-17-10,26-15 20,-2-6-1,-2-6 0,-4-5 0,50-37-19,-8-11 9,-5-6-1,-5-7 0,-6-7 0,-5-7 1,-7-5-1,-7-6 0,-6-6 1,-7-5-1,-3-13-8,-15 18 3,-7-4-1,-8-4 1,31-93-3,-78 162-1,-4-2-1,-4-2 1,-5 0 0,-4-1 0,-4-2 0,-6 1 0,-3-11 1,-6 63-11,-2-1 0,-2 1 0,-2 0 0,-3 0 0,-2 1 0,-2 0 0,-2 1 0,-2 0-1,-2 1 1,-3 1 0,-1 1 0,-2 1 0,-2 1 0,-9-9 11,-4 4-6,-2 1 1,-2 2-1,-2 1 0,-2 3 0,-2 2 1,-1 2-1,-2 2 0,-1 3 0,-2 2 1,-1 2-1,-1 3 0,-1 2 0,-1 3 1,-1 3-1,0 2 0,-43-4 6,-14 2 6,0 6-1,-1 5 1,0 5-1,0 5 1,1 5-1,0 6 1,0 4-1,2 6 1,1 4-1,1 6 1,2 4 0,2 5-1,2 5 1,-41 29-6,17-5 29,3 6 0,4 6 0,4 5 0,4 5 0,4 5 0,4 5 0,6 4 0,4 5 0,1 10-29,67-89 1,3 2 0,0 2 0,3 0-1,1 1 1,2 1 0,2 2 0,2-1 0,1 2 0,3 0 0,1 1-1,3 1 1,1-1 0,2 1 0,1 33-1,10-49-107,0 1-1,2-1 1,2-1 0,0 1-1,2-2 1,1 1-1,2-1 1,0-1 0,2-1-1,1 0 1,1-1 0,1-1-1,1 0 1,1-2 0,1 0-1,9 5 108,75 76-2539</inkml:trace>
  <inkml:trace contextRef="#ctx0" brushRef="#br0" timeOffset="-184282.501">4403 4067 32135,'0'0'248,"0"0"-248,0 0-1752,0 0 111,0 0-279</inkml:trace>
  <inkml:trace contextRef="#ctx0" brushRef="#br0" timeOffset="-184111.805">4482 4168 32255,'0'0'512,"0"0"-512,0 0-680,36 119-704,-22-86-305,-9-13-2344</inkml:trace>
  <inkml:trace contextRef="#ctx0" brushRef="#br0" timeOffset="-183944.044">4164 4394 32767,'0'0'0,"0"0"0,0 0-2328</inkml:trace>
  <inkml:trace contextRef="#ctx0" brushRef="#br0" timeOffset="-183943.044">4194 4403 32559,'0'0'208,"0"0"-208,0 0-3081</inkml:trace>
  <inkml:trace contextRef="#ctx0" brushRef="#br0" timeOffset="-181644.616">31 4832 22133,'0'0'2338,"0"0"-655,0 0 353,0 0-1254,-4-19-442,-10-58-10,9 57-66,5 20-244,-1-1 1,0 1-1,1-1 1,-1 1 0,1-1-1,-1 1 1,1-1-1,-1 0 1,1 1 0,-1-1-1,1 0 1,0 1-1,-1-1 1,1 0-1,0 1 1,0-1 0,0 0-1,-1 0 1,1 0-1,0 1 1,0-1 0,0 0-1,0 0 1,0 0-1,0 1 1,0-1 0,1 0-1,-1 0 1,0 1-1,0-1 1,1 0 0,-1 0-1,0 1 1,1-1-1,-1 0 1,0 1 0,1-1-1,-1 0 1,1 1-1,0-1 1,-1 1 0,1-1-1,-1 1 1,1-1-1,0 1 1,-1-1 0,1 1-1,0 0 1,-1-1-1,1 1 1,0 0 0,0 0-1,-1 0 1,1-1-1,0 1 1,0 0-1,0 0 1,-1 0 0,1 0-1,0 0 1,0 0-21,9-1 31,89-7 1543,4-44-1574,-76 33 0,-6 4 0,1 0 0,1 2 0,0 0 0,1 2 0,0 0 0,1 2 0,0 1 0,1 1 0,0 1 0,0 1 0,0 1 0,551 1 0,-530 3 0,241-1 0,111-21 0,510-99 0,-8-13 0,-328 101 0,-452 41 0,-123 10 0,-33 24-489,15-22-1447</inkml:trace>
  <inkml:trace contextRef="#ctx0" brushRef="#br0" timeOffset="-180782.614">6465 4233 23709,'0'0'3882,"0"0"-2327,0 0-868,0 0-283,0 0 32,0 0 15,4 15-76,-3-4-296,-1-8-55,0 1 0,1 0 0,-1-1 0,1 1 0,0 0 0,0-1-1,0 1 1,0-1 0,1 1 0,-1-1 0,1 0 0,0 1 0,0-1 0,0 0-1,0 0 1,1 0 0,-1-1 0,1 1 0,0 0 0,0-1 0,0 0-1,0 0 1,0 0 0,0 0 0,0 0 0,4 1-24,34 5 112,0-2 0,0-1-1,1-2 1,-1-2 0,29-4-112,7 2 9,19 1-9,37-2 0,1 6 0,-1 5 0,42 13 0,662 159 0,-679-161 0,1-7 0,0-7 0,106-12 0,-180-4 0,0-3 0,0-4 0,48-17 0,-182 22-315,11 4-1258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5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3249 1075 29926,'0'0'734,"0"0"-357,0 0-153,0 0 128,10 1 153,-5-1-472,0 1 0,0-1 0,0-1 0,0 1 0,0-1 0,0 0 0,0 0 1,0 0-1,0-1 0,0 1 0,-1-1 0,1 0 0,0-1 0,-1 1 0,0-1 1,0 0-1,0 0 0,0 0 0,3-4-33,54-54 5,-4-2 0,-2-2-1,-2-3 1,23-45-5,26-32 1,-93 133-1,-7 7 0,1 1 0,0-1 0,0 1 0,0-1 0,0 1 0,1 0 0,0 0 0,-1 1 0,2-1 0,-1 1 0,0 0 0,1 0 0,-1 0 0,1 0 0,0 1 0,0 0 0,0 0 0,0 0 0,0 1 0,1-1 0,14 17 0,-14 1 0,-1 0 0,0 0 0,-2 1 0,0 0 0,-1 0 0,0 0 0,-1 0 0,-2 15 0,1-22 0,2 490 0,-1-487 0,0 0 0,1-1 0,0 1 0,1 0 0,0-1 0,1 0 0,1 1 0,0-1 0,5 10 0,-8-19 0,0 0 0,0 1 0,0-1 0,1 0 0,-1 0 0,1 0 0,-1 0 0,1 0 0,0-1 0,0 1 0,0-1 0,1 0 0,-1 0 0,0 0 0,1 0 0,-1-1 0,1 1 0,0-1 0,0 0 0,-1 0 0,1 0 0,0-1 0,0 1 0,0-1 0,0 0 0,0 0 0,-1 0 0,1-1 0,0 0 0,0 1 0,0-1 0,3-2 0,3-2 0,0 0 0,-1-1 0,0 0 0,0-1 0,0 0 0,-1-1 0,0 0 0,0 0 0,-1 0 0,0-1 0,-1 0 0,0-1 0,2-4 0,52-81 0,-5-3 0,-4-3 0,-4-1 0,-5-2 0,20-83 0,-9-11 0,-45 199 0,2 109 0,35 387 0,11 135 0,-27 89 0,-27-636 0,1-52 0,-2 0 0,-1 0 0,-1 0 0,-2 0 0,-1 0 0,-2 0 0,-1-1 0,-2 0 0,-8 22 0,14-48 0,0 0 0,0 1 0,-1-2 0,0 1 0,0 0 0,0-1 0,0 0 0,-1 0 0,0 0 0,0 0 0,0-1 0,-1 0 0,1 0 0,-1 0 0,0-1 0,0 0 0,0 0 0,-1 0 0,1-1 0,-1 0 0,0 0 0,1-1 0,-1 0 0,0 0 0,0 0 0,0-1 0,1 0 0,-1-1 0,0 1 0,0-1 0,0 0 0,1-1 0,-1 0 0,-5-2 0,1-5 0,0 0 0,1-1 0,0 0 0,0 0 0,1-1 0,1-1 0,0 0 0,0 0 0,1 0 0,1-1 0,0 0 0,1 0 0,0 0 0,-1-6 0,-8-29 0,2-1 0,1 0 0,4 0 0,1-1 0,2 0 0,3 0 0,1 0 0,3 1 0,3-9 0,6 16-8,2 0 0,1 0 0,2 2 0,2 0 0,2 1 0,1 1 0,2 1 0,2 1 0,1 1 0,2 1 0,1 2-1,1 1 1,19-13 8,84-98-1141,-95 90-526</inkml:trace>
  <inkml:trace contextRef="#ctx0" brushRef="#br0" timeOffset="389.45">2236 264 30382,'0'0'737,"0"0"-337,140 0-8,-59-6-16,7-13-88,-1-1-120,-4-3-144,-7 4-24,-14 7-72,-6 12-472,-17 0-760,-21 0-1761</inkml:trace>
  <inkml:trace contextRef="#ctx0" brushRef="#br0" timeOffset="735.529">2252 337 29302,'0'0'795,"0"0"-259,-1 18-208,16 163 422,0-66-585,-5 1 0,-5 0 0,-5 25-165,0-115 9,-5 111-8,-6-1 0,-5-1 0,-6-1 0,-16 40-1,-46 128-36,79-290 37,0 1 0,0-1-1,2 1 1,-1 0 0,2 0 0,0 0 0,0 0 0,1 1 0,1-1-1,0 0 1,1 8-1,2-18 1,-1-1 1,1 1-1,0-1 0,-1 1 0,1-1 0,0 0 0,1 0 0,-1 0 1,0-1-1,1 1 0,-1-1 0,0 1 0,1-1 0,0-1 1,-1 1-1,1 0 0,0-1 0,-1 1 0,1-1 0,0 0 1,-1-1-1,1 1 0,3-1-1,1 1 7,54-2 43,0-2 1,-1-3-1,1-3 1,-2-3 0,0-2-1,6-5-50,-30 10-9,388-71-2550,-299 63-1452</inkml:trace>
  <inkml:trace contextRef="#ctx0" brushRef="#br0" timeOffset="1389.791">5155 123 29886,'0'0'863,"0"0"-253,0 0-293,0 0-100,0 0 105,26-4 5,372-64-102,-301 49-225,1 5 0,0 4 0,21 3 0,-118 19 0,-9-2 0,-1 0 0,-1 2 0,1-1 0,1 1 0,0 0 0,1 1 0,1 0 0,-1 0 0,2 0 0,0 1 0,0 3 0,-10 187 0,24-6 0,9 1 0,8-2 0,14 26 0,-23-110 0,-5 2 0,-4 0 0,-8 82 0,0-187-111,-1 0 1,-1 0-1,0 0 1,0-1-1,-1 1 1,0-1-1,-1 1 1,0-1-1,0 0 1,-1 0-1,0-1 1,0 1-1,-1-1 1,0-1-1,-6 7 111,-20 15-3711</inkml:trace>
  <inkml:trace contextRef="#ctx0" brushRef="#br0" timeOffset="1654.838">5274 1852 9962,'0'0'20901,"0"0"-19869,0 0-752,0 0 0,0 0 32,93 106-312,6-91 0,34-9 0,35-6 0,21 0 0,-14 0 0,-48-8-1008,-44-3-2953</inkml:trace>
  <inkml:trace contextRef="#ctx0" brushRef="#br0" timeOffset="1934.137">6998 855 31303,'0'0'712,"0"0"-512,0 0-136,0 0 184,0 0-8,0 0-240,80 110 0,-64-62 0,-16 28-504,0-9-984,-9-15-1801</inkml:trace>
  <inkml:trace contextRef="#ctx0" brushRef="#br0" timeOffset="2094.06">6659 1436 30182,'0'0'1007,"0"0"-583,0 0-248,0 0 86,30-1 111,201-9-35,71-8-333,-300 17-5,1 0 0,-1 1 0,0-1 0,1 1 0,-1 0 0,0 0 0,1-1 0,-1 2 0,0-1 0,0 0 0,1 0 0,-1 1 0,0-1 0,1 1 0,-1 0 0,0 0 0,0 0 0,0 0 0,0 0 0,0 0 0,0 0 0,0 1 0,0-1 0,0 1 0,-1-1 0,1 1 0,-1 0 0,1-1 0,-1 1 0,0 0 0,1 0 0,-1 0 0,0 0 0,0 1 0,0-1 0,-1 0 0,1 0 0,-1 0 0,1 1 0,-1-1 0,1 0 0,-1 1 0,0-1 0,0 0 0,-1 1 0,1-1 0,0 0 0,-1 0 0,1 1 0,-1-1 0,0 0 0,1 0 0,-1 0 0,-1 2 0,-89 93 0,-556 427-48,580-458-1595,62-60-955</inkml:trace>
  <inkml:trace contextRef="#ctx0" brushRef="#br0" timeOffset="2278.607">6908 1989 29870,'0'0'1137,"0"0"-537,-16 176-184,-3-86 24,5 5-136,5 2-304,7-1 0,2-9 0,0-17 0,18-20-232,3-25-296,16-33-152,-5-23-625,-4-17-1039</inkml:trace>
  <inkml:trace contextRef="#ctx0" brushRef="#br0" timeOffset="2547.891">7555 1865 25798,'0'0'3876,"0"0"-2306,0 0-929,0 0-248,-23 14-81,-152 99-135,-69 84-177,239-194 0,1 0 0,0 0 0,0 1 0,0-1 0,0 1 0,1 0 0,-1 0 0,1 0 0,0 1 0,0-1 0,1 1 0,-1-1 0,1 1 0,0 0 0,0 0 0,1 0 0,-1 0 0,1 0 0,0 0 0,1 0 0,-1 1 0,1-1 0,0 0 0,0 0 0,1 1 0,-1-1 0,1 0 0,1 2 0,6-1 0,0 1 0,0-1 0,1-1 0,-1 1 0,1-2 0,1 1 0,-1-1 0,1-1 0,-1 1 0,1-2 0,0 1 0,0-1 0,1-1 0,5 0 0,-16-1 0,317 18-32,-284-19-263,1-1 0,-1-2-1,1-1 1,-1-2 0,-1-1 0,31-12 295,4-6-958</inkml:trace>
  <inkml:trace contextRef="#ctx0" brushRef="#br0" timeOffset="2780.276">8018 1299 30655,'0'162'1088,"0"41"-552,0 6-136,0 15-312,0 4-88,0-6 0,0-15 0,0-33 0,5-49 0,-3-50 0,-2-44 0,0-31-416,0-46-168,-16-10-1337,0-17-9481</inkml:trace>
  <inkml:trace contextRef="#ctx0" brushRef="#br0" timeOffset="3046.672">8004 1929 17236,'0'0'13427,"0"0"-12379,120-2-464,-62 14-248,4 13-200,-2 6-136,27 25 0,-17-8-560,-1-11-3321</inkml:trace>
  <inkml:trace contextRef="#ctx0" brushRef="#br0" timeOffset="3298.001">9569 1371 30775,'0'0'864,"0"0"-392,0 0-264,129-33 96,-56 29-160,10 4-144,3 0 0,-6 8 0,-1 36-480,-22-5-1360,-25 1-18285</inkml:trace>
  <inkml:trace contextRef="#ctx0" brushRef="#br0" timeOffset="3558.307">9764 1842 30030,'0'0'1729,"0"0"-1377,0 0-200,0 0-96,0 0 208,166 4-104,-14-22-160,-13 1-344,-17 0-1769</inkml:trace>
  <inkml:trace contextRef="#ctx0" brushRef="#br0" timeOffset="8617.776">11923 1156 27606,'0'0'2746,"0"0"-1619,0 0-667,0 0-263,0 0 2,15-19 126,200-224-218,21-42-107,-173 231 0,-62 54 0,1 0 0,-1 0 0,1 1 0,-1-1 0,1 1 0,-1-1 0,0 1 0,1-1 0,-1 1 0,0 0 0,1 0 0,-1 0 0,0 0 0,0 0 0,0 0 0,0 0 0,0 0 0,0 0 0,0 0 0,0 0 0,0 1 0,0-1 0,-1 0 0,1 1 0,-1-1 0,1 0 0,-1 1 0,1-1 0,-1 1 0,0-1 0,1 1 0,-1-1 0,0 1 0,0-1 0,0 1 0,-1-1 0,1 1 0,0-1 0,0 1 0,-1-1 0,1 1 0,-1-1 0,1 2 0,5 467 0,-6-460 0,1 0 0,0 0 0,0 0 0,1 0 0,0 0 0,1 0 0,0 0 0,0 0 0,1-1 0,1 1 0,0-1 0,0 0 0,0 0 0,1 0 0,1-1 0,0 1 0,0-1 0,0-1 0,1 1 0,0-1 0,0 0 0,1-1 0,0 0 0,0 0 0,1-1 0,-1 1 0,1-2 0,0 0 0,0 0 0,1 0 0,-1-1 0,10 1 0,-9-4 0,1-2 0,-1 0 0,0 0 0,0-1 0,0 0 0,-1-1 0,1 0 0,-1 0 0,0-1 0,0 0 0,0-1 0,-1 0 0,0 0 0,0-1 0,0 0 0,-1 0 0,0-1 0,0 0 0,-1 0 0,0-1 0,-1 1 0,3-7 0,55-77-1,-5-4-1,-4-1 1,-4-3 0,-4-2-1,22-79 2,-12 2-193,-61 289 320,-29 705-54,55 393-73,-20-1148 0,-2 1 0,-2 0 0,-4-1 0,-2 1 0,-2-2 0,-7 15 0,16-66 0,0-1 0,0 0 0,-1-1 0,0 1 0,0 0 0,-1-1 0,1 1 0,-2-1 0,1 0 0,0-1 0,-1 1 0,0-1 0,0 0 0,-1 0 0,0 0 0,0-1 0,0 0 0,0 0 0,0 0 0,-1-1 0,0 0 0,1 0 0,-1-1 0,0 0 0,0 0 0,-1-1 0,1 1 0,0-2 0,0 1 0,-1-1 0,1 0 0,-8-1 0,6-3 0,0 0 0,0 0 0,1-1 0,-1 0 0,1 0 0,0-1 0,0 0 0,1-1 0,0 0 0,0 0 0,0 0 0,1-1 0,0 0 0,1 0 0,0 0 0,0-1 0,0 0 0,1 0 0,1 0 0,0 0 0,0-1 0,1 1 0,0-1 0,0 0 0,1 0 0,-12-47 0,2 0 0,4-1 0,1 0 0,3 0 0,3 0 0,2 0 0,3-5 0,5 2 0,2 0 0,4 1 0,1 0 0,3 1 0,3 2 0,21-38 0,-29 68-178,1 1 1,1 0-1,1 0 1,1 2-1,1 1 1,2 0-1,0 1 1,1 2-1,1 0 0,1 2 1,1 0-1,0 2 1,1 1-1,16-6 178,55-26-3091</inkml:trace>
  <inkml:trace contextRef="#ctx0" brushRef="#br0" timeOffset="8896.032">14324 2035 29566,'0'0'1147,"0"0"-640,0 0-32,0 0 154,-13-18-250,-74-115-315,84 128-64,-1-3 0,0 0 0,0 1 0,-1-1 0,0 1 0,0 0 0,-1 0 0,0 1 0,0 0 0,0 0 0,-1 0 0,0 1 0,0 0 0,0 0 0,-1 1 0,1 0 0,-1 0 0,-4-1 0,8 5 0,1 0 0,0 0 0,0 1 0,-1-1 0,1 1 0,0 0 0,0 0 0,0 0 0,0 0 0,0 0 0,0 1 0,0-1 0,0 1 0,0 0 0,1 0 0,-1 0 0,1 0 0,-1 0 0,1 1 0,0-1 0,0 1 0,0 0 0,0-1 0,0 1 0,1 0 0,-1 0 0,1 0 0,0 0 0,-1 2 0,-29 100 0,27-82 0,0 0 0,1 1 0,1 0 0,2 0 0,0-1 0,1 1 0,5 22 0,-5-42 0,1 1 0,-1-1 1,1 0-1,0 1 0,0-1 0,0 0 0,0 0 1,1-1-1,-1 1 0,1 0 0,0-1 0,0 0 0,1 0 1,-1 0-1,1 0 0,-1 0 0,1-1 0,0 1 1,0-1-1,0 0 0,0 0 0,1-1 0,-1 1 1,0-1-1,1 0 0,-1 0 0,1 0 0,-1-1 0,1 1 1,0-1-1,-1 0 0,1-1 0,-1 1 0,1-1 1,-1 0-1,1 0 0,-1 0 0,0-1 0,158-65-90,-85 16-685,-7 1-1528</inkml:trace>
  <inkml:trace contextRef="#ctx0" brushRef="#br0" timeOffset="9408.721">15441 1946 28374,'0'0'2008,"0"0"-1286,0 0-459,0 0 3,0 0 34,0 18-77,-12 116-32,11-133-191,0-1 0,0 1 0,0 0 0,1-1 0,-1 1 0,0 0 0,-1-1 0,1 1 0,0-1 0,0 1 0,0-1 0,0 0 0,0 0 0,0 1 0,0-1 0,-1 0 0,1 0 0,0 0 0,0 0-1,0 0 1,0 0 0,-1-1 0,1 1 0,0 0 0,0 0 0,0-1 0,0 1 0,0-1 0,0 1 0,0-1 0,0 0 0,0 1 0,0-1 0,0 0 0,0 0 0,0 1 0,1-1 0,-1 0 0,0 0 0,0 0 0,1 0 0,-1 0 0,1 0 0,-1 0 0,1 0 0,-1 0 0,1 0 0,0-1 0,-1 1 0,1 0 0,0 0 0,0 0 0,0 0 0,0 0 0,0-1 0,0 1 0,0 0 0,0 0 0,1 0 0,-1-1 0,-2-2-6,0 0 1,0 0 0,0 0 0,1-1 0,-1 1 0,1-1 0,0 1 0,1-1-1,-1 1 1,1-1 0,0 0 0,0 1 0,0-1 0,1 0 0,-1 1-1,1-1 1,0 1 0,1-1 0,-1 1 0,1 0 0,0-1 0,0 1-1,0 0 1,1 0 0,-1 0 0,1 1 0,0-1 0,0 1 0,0-1 0,0 1-1,1 0 1,-1 0 0,1 0 0,0 1 0,0-1 0,0 1 0,0 0-1,0 0 1,1 0 0,0 1 5,-3 1 12,0 0 0,0 0 0,-1 0 0,1 1 0,0-1 0,0 1 0,-1-1 0,1 1 0,0 0 0,-1-1 0,1 1 0,-1 0 0,1 0 0,-1 0 0,1 0 0,-1 0 0,0 1 0,1-1 0,-1 0 0,0 1 0,0-1 0,0 1 0,0-1 0,0 1 0,0-1 0,-1 1 0,1 0 0,-1-1 0,1 1 0,-1 0 0,1 0 0,-1-1 0,0 1 0,0 0 0,0 0 0,0 0 0,0-1 0,0 1 0,0 0 0,-1 0 0,1-1 0,0 1 0,-1 0 0,0 0 0,0 0-12,0 0 3,0 0 1,-1-1-1,1 0 0,0 1 0,-1-1 0,1 0 0,-1 0 0,1 0 0,-1 0 0,0 0 0,0 0 0,1 0 1,-1 0-1,0-1 0,0 1 0,0-1 0,0 1 0,1-1 0,-1 0 0,0 0 0,0 1 0,0-1 1,0-1-1,0 1 0,0 0 0,0 0 0,0-1 0,-1 0-3,2-16-505,3-3-1286</inkml:trace>
  <inkml:trace contextRef="#ctx0" brushRef="#br0" timeOffset="10364.334">16911 1328 27854,'0'0'1736,"0"0"-841,0 0-389,0 0-130,19 1 16,-9 0-351,0-1 1,0 0 0,0 0-1,0-1 1,0 0-1,0-1 1,-1 0-1,1 0 1,0-1 0,-1-1-1,0 0 1,0 0-1,0 0 1,0-1-1,-1 0 1,0-1 0,2-2-42,29-23 23,-3-1 0,0-2 0,-2-2 0,-2 0 1,-1-3-1,-2 0 0,-2-2 0,-2-1 0,-1-1 0,-3-1 1,-1-1-1,-2-1 0,0-8-23,-8-46 0,-15 103 0,-31 111 0,17-1 0,6 2 0,5-1 0,5 1 0,5 9 0,-3-109 0,0 0 0,1 1 0,1-1 0,0 0 0,1 0 0,1 0 0,0 0 0,1-1 0,1 1 0,0-1 0,1 0 0,0 0 0,1-1 0,1 0 0,0 0 0,1-1 0,9 11 0,-15-21 0,1 1 0,-1-1 0,1 0 0,0 0 0,-1-1 0,1 1 0,0-1 0,0 0 0,0 0 0,0 0 0,0 0 0,0-1 0,0 0 0,0 0 0,1 0 0,-1 0 0,0 0 0,0-1 0,0 0 0,0 0 0,0 0 0,0 0 0,0-1 0,-1 1 0,1-1 0,0 0 0,-1 0 0,1-1 0,-1 1 0,0-1 0,0 1 0,0-1 0,0 0 0,0 0 0,2-4 0,21-22 0,0-2 0,-2-1 0,-2-1 0,-1-1 0,16-35 0,10-22-24,-4-3 0,-5-1 0,-3-2 0,-5-1 0,-4-2 0,6-59 24,-27 146 139,-6 193-134,16 1187-5,2-1084 0,-16 170 0,-1-429 0,-2 0 0,0-1 0,-1 1 0,-2-1 0,0 0 0,-1 0 0,-2 0 0,0-1 0,-6 11 0,10-29 0,1 1 0,-1 0 0,0-1 0,0 1 0,-1-1 0,1 0 0,-1-1 0,0 1 0,0-1 0,0 0 0,0 0 0,0-1 0,-1 1 0,1-1 0,-1 0 0,0-1 0,0 1 0,0-1 0,1 0 0,-1-1 0,0 1 0,0-1 0,0 0 0,0-1 0,0 0 0,0 0 0,0 0 0,0 0 0,1-1 0,-1 0 0,0 0 0,1-1 0,0 1 0,-1-1 0,1 0 0,0-1 0,1 1 0,-1-1 0,-3-3 0,-15-20 0,1-1 0,1-1 0,1-1 0,2-1 0,1 0 0,1-1 0,2-1 0,1-1 0,1 0 0,3 0 0,0-1 0,3 0 0,0 0 0,3-1 0,0-9 0,0-237 0,6 262 9,2-1 0,0 1 0,1 0 0,0 1 1,2-1-1,1 1 0,0 1 0,1 0 0,1 0 0,1 1 0,0 0 0,1 1 1,1 0-1,0 1 0,13-9-9,24-19-977,3 3 1,0 2 0,3 3-1,9-2 977,35-19-8026</inkml:trace>
  <inkml:trace contextRef="#ctx0" brushRef="#br0" timeOffset="10615.659">18979 1718 28998,'0'0'1336,"0"0"-479,0 0-177,12 143-64,-12-77-336,0 11-280,-7 8 0,7 25 0,0-21-464,0-25-1625</inkml:trace>
  <inkml:trace contextRef="#ctx0" brushRef="#br0" timeOffset="11530.982">19763 1222 26166,'0'0'3020,"0"0"-1936,0 0-605,0 0-37,0 0-16,0 0-53,27 6-28,-14-2-302,-3-1-22,0 0-1,1-1 1,-1 0-1,1 0 1,0-1-1,-1-1 1,1 0-1,0 0 1,-1-1-1,1 0 1,-1-1-1,1 0 1,-1-1-1,0 0 1,1-1-1,-2 0 1,1 0-1,3-3-20,40-26 2,-3-1-1,-1-3 1,-1-2 0,-3-2-1,-1-2 1,-2-1 0,-2-3-1,-2-1 1,-2-2 0,-3-1-1,-2-2 1,3-11-2,-21 39 0,-21 46 0,-5 17 0,8-24 0,-29 79 0,4 1 0,4 2 0,4 1 0,4 1 0,4 0 0,3 42 0,10-133 0,0-1 0,1 1 0,0 0 0,0 0 0,0 0 0,1 0 0,0-1 0,0 1 0,1 0 0,0-1 0,0 1 0,1-1 0,-1 0 0,2 0 0,-1 0 0,0 0 0,1 0 0,0-1 0,1 1 0,-1-1 0,1 0 0,0-1 0,0 1 0,0-1 0,1 0 0,-1 0 0,1-1 0,0 1 0,0-1 0,1-1 0,-1 1 0,1-1 0,-1 0 0,1 0 0,0-1 0,-1 0 0,1 0 0,0-1 0,0 0 0,0 0 0,-1 0 0,2-1 0,3-4 0,0 0 0,-1 0 0,1-1 0,-1-1 0,-1 1 0,1-2 0,-1 1 0,-1-1 0,1-1 0,-1 1 0,-1-1 0,1-1 0,2-5 0,40-62 0,-4-3 0,-4-2 0,-3-1 0,-3-2 0,-5-2 0,-3-1 0,1-23 0,19-52 0,-48 162 0,0 0 0,0 0 0,0 0 0,0 0 0,1 0 0,-1 0 0,0 0 0,0 0 0,0 0 0,1 1 0,-1-1 0,1 0 0,-1 0 0,0 0 0,1 0 0,0 1 0,-1-1 0,1 0 0,-1 0 0,1 1 0,0-1 0,0 0 0,-1 1 0,1-1 0,0 1 0,0-1 0,0 1 0,-1-1 0,1 1 0,0 0 0,0-1 0,0 1 0,0 0 0,0 0 0,0 0 0,0 0 0,0 0 0,0 0 0,0 0 0,0 0 0,0 0 0,0 0 0,0 0 0,17 151 0,-8 739 0,-8-251 0,5 103 0,-7-741 0,1 3 0,0-1 0,0 1 0,0 0 0,-1 0 0,1-1 0,-1 1 0,0 0 0,0 0 0,-1 0 0,1-1 0,-1 1 0,0 0 0,1 0 0,-2-1 0,1 1 0,0 0 0,-1-1 0,0 0 0,0 1 0,0-1 0,0 0 0,0 0 0,-1 0 0,1 0 0,-1 0 0,0-1 0,1 1 0,-2-1 0,1 0 0,0 1 0,0-2 0,-1 1 0,1 0 0,-1-1 0,-2 2 0,-1-3 0,0 0 0,0 0 0,0 0 0,0-1 0,0 0 0,0-1 0,0 1 0,0-1 0,0-1 0,0 1 0,1-1 0,0 0 0,-1-1 0,1 1 0,0-1 0,1-1 0,-1 1 0,1-1 0,0 0 0,0 0 0,0 0 0,1-1 0,-1 1 0,1-1 0,-2-5 0,-76-171 0,64 114 0,2 0 0,4-1 0,3 0 0,3-1 0,3 0 0,3-6 0,-1 48 0,2-1 0,2 1 0,0 0 0,2 0 0,1 0 0,1 0 0,1 1 0,2 0 0,0 1 0,2 0 0,1 1 0,1 0 0,11-14 0,2 4-191,2 2-1,1 1 1,1 1 0,2 2-1,1 1 1,1 2-1,1 1 1,10-3 191,36-24-2694</inkml:trace>
  <inkml:trace contextRef="#ctx0" brushRef="#br0" timeOffset="11877.069">21928 1823 29430,'0'0'1407,"0"0"-956,0 0-187,0 0 81,0 0 1,0 0-130,16 15-117,45 48-63,-60-62-36,0 0 0,1 1 0,-1-1 0,0 0 0,0 0 0,0 0 0,0 1 0,-1-1 0,1 0 0,0 1 0,0-1 0,-1 1 1,1-1-1,-1 1 0,0-1 0,1 1 0,-1-1 0,0 1 0,0-1 0,0 1 0,0 0 0,0-1 0,0 1 0,0-1 0,0 1 1,-1-1-1,1 1 0,-1-1 0,1 1 0,-1-1 0,0 1 0,1-1 0,-1 0 0,0 1 0,0-1 0,0 0 0,0 0 0,0 1 0,0-1 1,0 0-1,-1 0 0,-3 5-2,-247 200-630,252-205 642,-1 0-1,1 0 1,-1 0 0,1 1 0,0-1 0,0 0 0,0 0-1,-1 1 1,1-1 0,0 0 0,0 0 0,1 1 0,-1-1-1,0 0 1,0 0 0,1 1 0,-1-1 0,1 0 0,-1 0-1,1 0 1,-1 0 0,1 0 0,0 1 0,-1-1 0,1 0-1,0 0 1,0-1 0,0 1 0,0 0 0,0 0 0,0 0-1,0-1 1,0 1 0,0 0 0,0-1 0,0 1 0,0-1-1,0 1 1,1-1 0,-1 0 0,0 1 0,0-1 0,1 0-1,-1 0 1,0 0 0,0 0 0,1 0 0,-1 0-1,0 0 1,0-1 0,1 1 0,-1 0 0,0-1 0,0 1-1,0-1 1,1 1 0,-1-1 0,0 1 0,1-2-10,3 3 24,371 1 17,-326-2-834</inkml:trace>
  <inkml:trace contextRef="#ctx0" brushRef="#br0" timeOffset="12208.402">23785 1338 28998,'0'0'952,"0"0"-632,0 0 81,0 0-97,129 69-32,-92-28-160,11 25-112,-9-7-224,-4-14-1889</inkml:trace>
  <inkml:trace contextRef="#ctx0" brushRef="#br0" timeOffset="12484.016">24508 1367 30190,'0'0'689,"0"0"-481,0 0-120,0 0-88,118 19-64,-81-19-1673</inkml:trace>
  <inkml:trace contextRef="#ctx0" brushRef="#br0" timeOffset="12485.016">25043 1432 28998,'0'0'1048,"0"0"-511,0 0-377,0 0-160,0 0-1513</inkml:trace>
  <inkml:trace contextRef="#ctx0" brushRef="#br0" timeOffset="18268.241">9495 5516 28398,'0'0'1496,"0"-18"-575,0 13-878,1-12 80,-2 0-1,0 0 1,0 1 0,-2-1 0,0 1-1,0-1 1,-2 1 0,0 0 0,-7-15-123,7 22 7,1 0 0,-2 0 0,1 1 0,-1-1 1,0 1-1,-1 0 0,0 1 0,0 0 0,0 0 0,-1 0 1,0 1-1,-1 0 0,1 1 0,-1 0 0,0 0 0,0 1 1,-1 0-1,1 0 0,-1 1 0,0 0 0,0 1 0,0 0 1,0 1-1,0 0 0,0 1 0,-1 0 0,-8 1-7,10 3-1,0 1 1,0 0-1,0 1 0,1 0 0,0 0 0,0 1 0,1 0 0,0 1 1,0-1-1,0 1 0,1 0 0,0 1 0,1 0 0,0 0 0,0 0 1,1 0-1,0 1 0,1-1 0,0 1 0,0 0 0,1 0 1,0 4 0,-11 36 10,3 1 0,1 0 0,3 1 0,2 0 1,2 0-1,4 30-10,-3-75 18,0 0-1,1 0 1,0 0-1,0-1 1,0 1 0,1 0-1,0 0 1,0 0 0,1-1-1,0 1 1,0-1-1,0 1 1,1-1 0,0 0-1,1 0 1,-1 0 0,1 0-1,0-1 1,0 1-1,1-1 1,0 0 0,-1-1-1,2 1 1,-1-1 0,1 0-1,-1 0 1,1 0-1,0-1 1,0 0 0,1 0-1,-1-1 1,4 2-18,2-2 0,-1 0 0,1-1 1,0 0-1,0-1 0,-1-1 0,1 1 1,0-2-1,0 0 0,-1 0 0,1-1 1,-1 0-1,0-1 0,0 0 0,0-1 0,0 0 1,-1-1-1,0 0 0,0-1 0,0-1 0,10-9 0,0 0 0,-1-2 0,-1-1 0,-1 0 0,-1-1 0,-1 0 0,-1-2 0,4-8 0,83-182-835,-67 123-1035</inkml:trace>
  <inkml:trace contextRef="#ctx0" brushRef="#br0" timeOffset="21041.265">6182 9240 29302,'0'0'827,"0"0"-388,0 0-128,0 0 94,0 0 66,29-5-59,-12 2-357,-4 2-26,0-1 1,1 0-1,-1-1 1,0-1-1,0 0 1,-1-1-1,1 0 1,-1-1-1,0 0 1,-1-1-1,1 0 1,-2-1-1,1 0 1,9-10-30,20-26 15,-2-3-1,-2-1 1,-1-2 0,-4-1-1,-1-1 1,-3-2 0,-2-1-1,-2 0 1,1-16-15,-14 40 0,-2 54 0,17 313 0,-25-334 0,-1 0 0,1 1 0,-1-1 0,1 1 0,0-1 0,0 0 0,0 1 0,1-1 0,-1 1 0,0-1 0,1 1 0,-1-1 0,1 0 0,0 1 0,0-1 0,0 0 0,0 0 0,0 0 0,1 0 0,-1 0 0,1 0 0,-1 0 0,1 0 0,0 0 0,-1-1 0,1 1 0,0-1 0,0 1 0,0-1 0,0 0 0,1 0 0,-1 0 0,0 0 0,0 0 0,1 0 0,-1-1 0,0 1 0,1-1 0,-1 1 0,1-1 0,-1 0 0,1 0 0,-1 0 0,0 0 0,1-1 0,-1 1 0,1-1 0,-1 1 0,0-1 0,2 0 0,10-11 0,0-1 0,-1 0 0,-1-1 0,0 0 0,0-1 0,-2 0 0,0-1 0,0 0 0,-1-3 0,6-5 0,23-40-203,-3-1 0,-2-2 0,-4-1 0,19-69 203,-34 121 449,-5 50-175,55 534-190,-48-378-79,23 484-5,-39-642 0,2-2 0,-1 0 0,-1 1 0,-2-1 0,-1 0 0,-2 1 0,-1-2 0,-1 1 0,-1-1 0,-2 0 0,-1 0 0,-2 1 0,10-22 0,0-1 0,-1 0 0,0 0 0,0 0 0,-1 0 0,1 0 0,-1-1 0,-1 0 0,1 0 0,-1-1 0,0 1 0,-1-1 0,1-1 0,-1 1 0,0-1 0,0 0 0,0 0 0,-1-1 0,1 0 0,-1-1 0,0 1 0,1-2 0,-1 1 0,0-1 0,0 0 0,0 0 0,-1-1 0,1 0 0,0-1 0,-5-1 0,4-3 0,0 0 0,0-1 0,0 0 0,1-1 0,0 1 0,0-2 0,1 1 0,0-1 0,0 0 0,1-1 0,0 0 0,0 0 0,1 0 0,0 0 0,1-1 0,0 0 0,-1-5 0,-9-20 0,2 0 0,2-1 0,1 0 0,2 0 0,1-1 0,2 0 0,2 0 0,1 0 0,2 0 0,1 0 0,2 1 0,2-1 0,1 1 0,2 0 0,1 0 0,14-30 0,-4 31-115,1 2 0,2 0-1,1 1 1,1 2 0,2 0 0,1 2 0,1 1-1,2 1 1,18-11 115,-39 29-182,63-52-2456</inkml:trace>
  <inkml:trace contextRef="#ctx0" brushRef="#br0" timeOffset="21652.497">8092 9443 29134,'0'0'1541,"0"0"-949,0 0-254,-20-15-12,-66-48-41,84 61-278,0 0 0,0 0 0,0 1-1,0-1 1,0 0 0,0 1 0,-1-1-1,1 1 1,0 0 0,-1-1 0,1 1-1,-1 0 1,1 1 0,-1-1 0,0 0 0,1 1-1,-1-1 1,0 1 0,1 0 0,-1 0-1,0 0 1,1 0 0,-1 1 0,0-1-1,0 1 1,1-1 0,-1 1 0,1 0 0,-1 0-1,1 0 1,-1 1 0,1-1 0,0 0-1,-1 1 1,1-1 0,0 1 0,0 0-1,0 0 1,0 0 0,1 0 0,-1 0 0,1 0-1,-2 3-6,-21 102-23,23-99 34,1-4-10,-3 7 10,1-1 1,0 1-1,0 0 0,2 0 0,-1 0 0,1 0 0,1 0 1,0 0-1,0-1 0,1 1 0,1 0 0,-1 0 0,2-1 0,0 0 1,0 0-1,0 0 0,2 0 0,-1-1 0,1 1 0,0-1 1,1-1-1,2 2-11,-6-8 1,1 0-1,-1 0 1,1 0 0,0-1 0,0 1 0,0-1 0,0 0 0,0 0 0,0-1 0,0 1-1,0-1 1,0 0 0,0 0 0,0 0 0,0-1 0,0 1 0,1-1 0,-1 0 0,-1 0-1,1 0 1,0-1 0,0 0 0,0 1 0,-1-1 0,1 0 0,-1-1 0,0 1 0,1-1-1,-1 1 1,0-1 0,0 0-1,79-104-2,-35 22 41,-1 3-1116,-13 27-3973,-2 8-13795</inkml:trace>
  <inkml:trace contextRef="#ctx0" brushRef="#br0" timeOffset="22325.383">9854 8332 31655,'0'0'1112,"0"0"-1112,0 170 0,3-42 0,10 44 0,-1 17 0,4 6 0,3-21 0,-1-60 0,-4-33-1824</inkml:trace>
  <inkml:trace contextRef="#ctx0" brushRef="#br0" timeOffset="21933.993">8647 8678 31271,'0'0'752,"0"0"-296,0 0-192,171-2-240,-111 4-24,-3 12 0,8 13 0,-15-4-728,-15-2-1873</inkml:trace>
  <inkml:trace contextRef="#ctx0" brushRef="#br0" timeOffset="22122.925">8661 8991 30999,'0'0'792,"0"0"-272,0 0-144,0 0-296,168-25-80,-106 15 0,10 5 0,13 5-184,-18 7-1432,-19 5-7834</inkml:trace>
  <inkml:trace contextRef="#ctx0" brushRef="#br0" timeOffset="17187.279">5936 5479 28654,'0'0'1483,"0"0"-948,0 0-322,0 0 106,24-10 78,152-70 286,-145 59-653,-1-1 1,-1-2-1,-1 0 0,-1-2 0,-2-1 0,0-2 0,-2 0 1,-1-1-1,-2-1 0,-1-1 0,-1-1 0,-2 0 0,9-26-30,-24 73-76,-26 249 147,25-131 20,0-128-91,0 0 0,1 0 0,-1 0 0,1 0 0,-1 0 0,1 0 0,1-1 1,-1 1-1,0 0 0,1-1 0,0 1 0,0-1 0,0 0 0,0 1 0,0-1 1,1 0-1,-1 0 0,1-1 0,0 1 0,0 0 0,0-1 0,0 0 0,1 0 0,-1 0 1,0 0-1,1 0 0,0 0 0,-1-1 0,1 0 0,0 0 0,0 0 0,-1 0 0,1-1 1,0 1-1,0-1 0,0 0 0,0 0 0,0-1 0,0 1 0,0-1 0,-1 1 1,1-1-1,0-1 0,0 1 0,-1 0 0,3-2 0,7-7 0,0 0 0,-1 0 0,0-1 0,-1 0 0,0-1 0,-1-1 0,0 0 0,-1 0 0,-1 0 0,0-1 0,4-12 0,-10 24 0,20-43-7,-1 0 0,-2-1 0,-3-1 0,-1-1 0,-2 0 0,-3-1 0,-2-1-1,-2 1 1,-2-1 0,-2-36 7,14 149 71,146 854-71,-135-722 0,-8 1 0,-8 0 0,-15 161 0,5-350 0,-1 1 0,0-1 0,0 0 0,-1 0 0,1 0 0,-2 0 0,1 0 0,-1 0 0,0 0 0,-1 0 0,1-1 0,-1 1 0,-1-1 0,1 1 0,-1-1 0,0 0 0,-1-1 0,1 1 0,-1-1 0,0 0 0,-1 0 0,1 0 0,-1-1 0,0 0 0,0 0 0,0 0 0,0-1 0,-1 0 0,1 0 0,-1-1 0,0 0 0,0 0 0,0 0 0,0-1 0,0 0 0,-3 0 0,1-4 0,1 1 0,-1-2 0,1 1 0,0-1 0,0 0 0,0-1 0,1 0 0,0 0 0,0 0 0,0-1 0,1 0 0,-1 0 0,1-1 0,1 0 0,-1 0 0,1 0 0,1-1 0,-1 0 0,1 0 0,1 0 0,-1 0 0,1 0 0,1-1 0,0 0 0,0 1 0,0-1 0,1 0 0,0-3 0,-4-34-43,1 0 0,2-1 0,3 1 1,1 0-1,3-1 0,1 1 0,3 1 0,1-1 0,2 2 1,3-1-1,1 2 0,2 0 0,2 1 0,2 1 0,2 1 1,1 1-1,2 1 0,1 2 0,3 0 0,0 2 0,2 2 0,2 1 1,1 1-1,2 1 43,24-15-2069</inkml:trace>
  <inkml:trace contextRef="#ctx0" brushRef="#br0" timeOffset="17497.538">7836 6150 30959,'0'0'764,"0"0"-207,0 0-210,-11-18-223,-66-110-108,72 121-16,1 1 0,-1 0 0,0 0 0,-1 0 0,1 1 0,-1-1 0,0 1 0,-1 1 0,1-1 0,-1 1 0,0 0 0,0 1 0,0-1 0,0 1 0,-1 1 0,1 0 0,-1 0 0,-7-1 0,10 5 0,-1 1 0,0 0 0,1 0 0,-1 0 0,1 0 0,0 1 0,0 0 0,1 0 0,-1 1 0,1-1 0,0 1 0,0 0 0,0 0 0,1 0 0,-1 1 0,1-1 0,1 1 0,-1 0 0,1-1 0,0 1 0,0 0 0,1 1 0,0-1 0,0 0 0,0 0 0,1 1 0,-1-1 0,2 0 0,-1 1 0,-1 154 0,2-156 0,0 0 0,0 0 0,1 0 0,-1 0 0,1 0 0,0 0 0,1 0 0,-1-1 0,1 1 0,0-1 0,0 1 0,0-1 0,1 0 0,-1-1 0,1 1 0,0 0 0,0-1 0,1 0 0,-1 0 0,0 0 0,1-1 0,0 1 0,0-1 0,0 0 0,0-1 0,0 1 0,0-1 0,5 1 0,88-13 0,34-89-831,-77 45-1051</inkml:trace>
  <inkml:trace contextRef="#ctx0" brushRef="#br0" timeOffset="17750.93">8108 5176 30174,'0'0'793,"0"0"-305,0 0-264,122-6 8,-76 6-88,-2 4-144,7 25-88,-14-4-624,-14 0-1985</inkml:trace>
  <inkml:trace contextRef="#ctx0" brushRef="#br0" timeOffset="17935.442">8161 5551 27526,'0'0'3137,"0"0"-2785,0 0 64,0 0-104,0 0-96,145 15-216,-71-11-8,-14 0-768,-5-2-4553</inkml:trace>
  <inkml:trace contextRef="#ctx0" brushRef="#br0" timeOffset="15602.902">1165 5495 26366,'0'0'2955,"0"0"-2106,0 0-663,29-8-22,-3 1-107,-7 3-6,0-1 0,0-1-1,0 0 1,-1-2 0,0 0-1,0-1 1,-1-1 0,-1 0-1,10-8-50,9-12 20,-1 0 1,-2-3-1,-1 0 0,-1-2 0,-3-1 0,0-2 0,-3 0 0,-1-2 0,-2 0 0,-1-2 0,-3 0 1,-1-1-1,0-8-20,-9 40-7,-5 35 0,-2-14 9,2 59 53,3-1 0,3 0 0,4 0 0,2-1 0,2 0 0,15 31-55,-29-89 7,1-1 1,-1 0-1,1 0 0,1-1 0,-1 1 0,1-1 0,1 0 0,0 1 0,0-2 0,0 1 0,0-1 0,1 0 0,0 0 0,1 0 0,-1-1 0,1 0 0,0 0 0,0-1 0,1 0 0,-1 0 0,1-1 0,0 1 0,0-2 0,0 1 0,6 0-7,-7-5 6,0 0-1,0 0 0,-1 0 0,1-1 0,-1 0 1,1 0-1,-1-1 0,0 0 0,-1 0 0,1 0 0,-1-1 1,1 0-1,-1 0 0,-1 0 0,1-1 0,-1 1 0,0-1 1,0 0-1,-1 0 0,1-1 0,-2 1 0,1-1 1,-1 1-1,1-1 0,-2 0 0,1 0-5,1 0 1,36-90-2,-5-2 0,-4-1-1,-4-1 1,11-94 1,-21 53 227,-11 158 172,41 363-174,48 516-229,-93-891 4,8 116 0,-5 0 0,-6 1 0,-7 28 0,9-135 0,0-1 0,-1 1 0,-1-1 0,0 1 0,-1-1 0,-1 0 0,0 0 0,-1 0 0,0-1 0,-1 1 0,0-1 0,-1 0 0,0-1 0,-1 0 0,0 0 0,-1 0 0,0-1 0,-1-1 0,0 0 0,0 0 0,-1-1 0,0 0 0,0 0 0,-1-2 0,0 1 0,-1-1 0,-10 3 0,19-9 0,0 1 0,0-1 0,0 1 0,0-1 0,0 0 0,0-1 0,0 1 0,0-1 0,0 1 0,0-1 0,0-1 0,0 1 0,0 0 0,1-1 0,-1 0 0,0 0 0,1 0 0,-1 0 0,1-1 0,0 1 0,0-1 0,0 0 0,0 0 0,0 0 0,1 0 0,-1 0 0,1-1 0,0 0 0,-10-19 0,2 0 0,0-1 0,2-1 0,1 1 0,1-1 0,1 0 0,1-1 0,1 1 0,1-11 0,-5-5 0,1-1 0,3 0 0,2 0 0,1 0 0,2 0 0,2 0 0,2 0 0,2 1 0,1 0 0,2 0 0,2 1 0,2 1 0,1 0 0,3 1 0,0 1 0,3 0 0,24-30 0,-4 21-413,2 2 0,1 3 0,3 1 0,14-6 413,-54 40-195,73-55-3055</inkml:trace>
  <inkml:trace contextRef="#ctx0" brushRef="#br0" timeOffset="19445.316">1252 8927 27566,'0'0'2488,"0"0"-1739,0 0-484,0 0 7,26 0 107,90-15-31,-102 6-325,0 0 1,-1-1 0,0 0-1,-1-1 1,0-1-1,-1 0 1,0 0 0,-1-1-1,-1 0 1,0-1-1,0 0 1,-1-1-24,13-17 20,23-37-73,-3-1 1,-4-2-1,19-51 53,-2-7-208,-50 156 223,-29 477 390,51-389-273,-25-111-126,1 0 0,0 0 0,0 0 1,0 0-1,0 0 0,0 0 0,1-1 0,-1 1 1,1-1-1,0 0 0,0 0 0,0 0 0,0 0 0,0 0 1,0-1-1,0 1 0,1-1 0,-1 0 0,0 0 1,1 0-1,-1 0 0,1 0 0,-1-1 0,1 0 0,-1 0 1,1 0-1,-1 0 0,1 0 0,-1-1 0,1 0 1,-1 1-1,2-2-6,7-5 0,1 0 1,-1-1-1,-1-1 1,1 0-1,-2 0 1,1-1 0,-1-1-1,-1 0 1,0 0-1,0-1 1,-1 0-1,-1 0 1,0-1 0,0 0-1,-1 0 1,3-13-1,-2 12-1,22-46-45,-3-2-1,-3 0 1,-3-1 0,-2-2 0,7-51 46,-25 116 5,0 1 1,0-1-1,0 0 0,0 1 0,0-1 1,0 0-1,1 1 0,-1-1 0,0 0 1,0 1-1,0-1 0,0 0 1,1 1-1,-1-1 0,0 0 0,0 1 1,1-1-1,-1 0 0,0 0 0,0 0 1,1 1-1,-1-1 0,0 0 1,1 0-1,-1 0 0,0 0 0,1 1 1,-1-1-1,1 0 0,-1 0 0,0 0 1,1 0-1,-1 0 0,0 0 1,1 0-1,-1 0 0,0 0 0,1 0 1,-1 0-1,1 0 0,-1 0 0,0 0 1,1-1-1,-1 1-5,22 122 4,19 89-4,19 82 0,-14 4 0,7 264 0,-51-493 0,1-33 0,-2 1 0,-1-1 0,-2 0 0,-2 1 0,-1-1 0,-8 28 0,11-55 0,-1 0 0,0 0 0,0 0 0,-1-1 0,0 0 0,0 0 0,0 0 0,-1 0 0,0 0 0,-1-1 0,0 0 0,1 0 0,-2-1 0,1 0 0,-1 0 0,0 0 0,0-1 0,0 0 0,0 0 0,-1-1 0,0 1 0,1-2 0,-1 1 0,0-1 0,0-1 0,-1 1 0,1-1 0,0-1 0,-1 0 0,2 0 0,1 0 0,-1-1 0,1 0 0,0 0 0,0-1 0,-1 0 0,1 0 0,0 0 0,1-1 0,-1 0 0,0 0 0,1 0 0,0-1 0,-1 1 0,1-1 0,1-1 0,-1 1 0,1-1 0,-1 0 0,1 0 0,1 0 0,-1 0 0,-2-6 0,-53-146 0,51 115 0,1-1 0,3 0 0,1 0 0,2 0 0,2 0 0,2 0 0,1 0 0,3 1 0,1 0 0,2 0 0,6-10 0,1 18-149,1 2 0,2 0 0,2 1 0,1 1 0,1 1 0,1 1 0,1 1 0,2 1 0,1 2 0,0 1 0,2 1 0,30-16 149,-55 34-134,78-53-4705</inkml:trace>
  <inkml:trace contextRef="#ctx0" brushRef="#br0" timeOffset="19761.508">3498 8651 29798,'0'0'1569,"0"0"-1009,0 0-283,0 0 65,-18 18-152,-115 123-159,23-28-31,-5-5 0,-17 5 0,127-108 0,3-5 0,1 1 0,0-1 0,0 1 0,0-1 0,0 1 0,0 0 0,0 0 0,1-1 0,-1 1 0,0 0 0,0 0 0,0 0 0,1 0 0,-1 0 0,0 0 0,1 0 0,-1 0 0,1 0 0,0 0 0,-1 0 0,1 1 0,0-1 0,-1 0 0,1 0 0,0 0 0,0 0 0,0 1 0,0-1 0,0 0 0,0 0 0,1 0 0,-1 1 0,0-1 0,0 0 0,1 0 0,-1 0 0,1 0 0,-1 0 0,1 0 0,0 0 0,-1 0 0,1 0 0,0 0 0,47 25 0,-33-20 0,520 199-463,-466-183-1627</inkml:trace>
  <inkml:trace contextRef="#ctx0" brushRef="#br0" timeOffset="20166.17">4422 9211 30254,'0'0'826,"0"0"-373,0-21-135,-2-130 529,0 142-845,1 0 0,-1 0 0,-1 0 0,0 0 0,0 0 1,-1 1-1,0-1 0,0 1 0,-1 0 0,0 0 1,-1 1-1,1-1 0,-2 1 0,1 1 0,-1-1 0,0 1 1,0 0-1,0 1 0,-1-1 0,0 1 0,0 1 0,0 0 1,-1 0-1,1 1 0,-1 0 0,0 0 0,0 1 0,0 0 1,0 0-1,-1 1 0,1 0 0,-6 1-2,7 4 0,1-1 0,-1 1 0,1 1 0,0-1 0,1 1 0,-1 1 0,1-1 0,0 1 0,0 0 0,1 0 0,0 1 0,0-1 0,0 1 0,1 0 0,0 1 0,1-1 0,-1 1 0,1-1 0,1 1 0,-1 0 0,2 0 0,-1 3 0,-7 14 0,3 0 0,0 0 0,1 1 0,1 0 0,2 0 0,0 0 0,2 0 0,1 1 0,2 9 0,-2-26 0,0-1 0,1 0 0,-1 0 0,2 0 0,-1 0 0,1 0 0,1 0 0,-1-1 0,2 1 0,-1-1 0,1 0 0,0-1 0,1 1 0,0-1 0,0 0 0,0 0 0,1-1 0,0 0 0,0 0 0,1 0 0,0-1 0,0-1 0,0 1 0,0-1 0,1 0 0,-1-1 0,9 2 0,-6-3 0,0 0 0,1-1 0,-1 0 0,1-1 0,-1 0 0,1-1 0,-1-1 0,0 1 0,1-2 0,-1 0 0,0 0 0,0-1 0,-1 0 0,1-1 0,-1 0 0,0 0 0,0-1 0,-1-1 0,0 0 0,0 0 0,0-1 0,-1 0 0,0 0 0,-1-1 0,1 0 0,-2 0 0,1-1 0,-2 1 0,1-1 0,-1-2 0,77-155-437,-58 93-1559</inkml:trace>
  <inkml:trace contextRef="#ctx0" brushRef="#br0" timeOffset="15977.898">3014 5062 29430,'0'0'1799,"0"0"-1248,0 0-375,0 0 138,25 11 39,168 65-209,158 32-144,-347-107 0,0 0 0,0 0 0,0 1 0,-1-1 0,1 1 0,0 0 0,-1 0 0,0 0 0,1 1 0,-1-1 0,0 1 0,0-1 0,0 1 0,-1 0 0,1 0 0,-1 1 0,1-1 0,-1 0 0,0 1 0,0 0 0,-1-1 0,1 1 0,-1 0 0,0 0 0,0 0 0,0 0 0,0 0 0,-1 0 0,1 0 0,-1 0 0,0 0 0,0 0 0,-1 0 0,1 0 0,-1 0 0,0 0 0,0 0 0,0-1 0,-1 1 0,1 0 0,-1 0 0,0-1 0,0 1 0,-21 25 0,-2-1 0,-1-1 0,-1-1 0,-2-1 0,-30 20 0,15-10 0,-256 208-636,285-232-1040</inkml:trace>
  <inkml:trace contextRef="#ctx0" brushRef="#br0" timeOffset="16321.49">4378 5649 27774,'0'0'2949,"0"0"-2025,-1-19-595,-30-126 302,27 133-625,0 0 1,0 1-1,-1-1 1,0 1-1,-1 1 0,-1-1 1,1 1-1,-2 0 1,1 0-1,-1 1 0,-1 0 1,0 1-1,0 0 1,-1 0-1,1 1 0,-2 0 1,1 0-1,-1 1 1,0 1-1,0 0 0,-1 1 1,1 0-1,-1 0 1,0 1-1,-7 0-6,12 5-2,0 1 1,0 0-1,1 0 1,-1 1-1,1 0 0,0 0 1,0 0-1,0 1 1,0 0-1,1 0 0,0 1 1,0-1-1,0 1 1,1 0-1,0 0 0,0 1 1,1-1-1,-1 1 1,1 0-1,1 0 0,-1 0 1,1 0-1,1 0 1,-1 1-1,1-1 1,0 6 1,-1-6-3,-7 27 0,1 1 0,2 0 0,2 1 1,1-1-1,1 1 0,2 0 0,2 1 3,-2-29 1,1-1 1,0 1-1,0-1 1,0 1-1,1-1 1,1 0-1,-1 0 1,1 0-1,0 0 1,0 0-1,1-1 0,0 1 1,0-1-1,1 0 1,0 0-1,0-1 1,0 1-1,0-1 1,1 0-1,0-1 1,0 1-1,1-1 0,-1 0 1,1-1-1,0 1 1,-1-1-1,1-1 1,1 1-1,-1-1 1,0-1-1,1 1 1,-1-1-1,1-1 0,-1 1 1,1-1-1,-1 0 1,1-1-1,-1 0 1,1 0-1,-1-1 1,0 0-1,0 0 1,1 0-1,5-4-1,10-8-6,-1-1 1,0 0-1,-1-2 1,-1-1-1,0 0 1,-2-2-1,12-14 6,-8 10-54,44-50-705,-10 7-1262</inkml:trace>
  <inkml:trace contextRef="#ctx0" brushRef="#br0" timeOffset="24911.787">1047 4036 26094,'0'0'1653,"0"0"-140,0 0-785,0 0-277,0 0-57,-15-4-39,4 1-297,1 0-3,1 0 0,-1 1 0,0 0 0,0 0 0,0 1 0,0 0 0,-1 1 0,1 0 0,0 1 0,0 0 0,-3 1-55,-2 6 18,0 0 1,0 1-1,1 1 0,0 0 1,1 1-1,0 0 1,1 1-1,0 0 0,1 1 1,-9 13-19,-25 36 59,3 1 0,3 2 0,2 2 1,3 1-1,-9 34-59,9-26 26,3 2 1,4 1-1,3 0 1,4 2-1,4 1 0,2 0 1,5 1-1,3 0 1,4 0-1,4 10-26,5-46 3,3 0 1,2 0-1,1-1 0,3 0 0,2-2 1,1 0-1,3-1 0,1-1 0,2-1 1,2-1-1,24 26-3,-33-43-2,-2 0 0,0 2 1,-1 0-1,-2 1 0,-1 0 0,-1 1 1,-1 0-1,-1 0 0,-1 2 2,-4 4 0,0 0 0,-3 1-1,0-1 1,-3 1 0,0-1 0,-3 1 0,0-1-1,-2 0 1,-2-1 0,-1 0 0,-1 0 0,-1-1-1,-5 5 1,-37 68 5,-3-3-1,-5-2 1,-16 12-5,43-60 0,-7 11 3,-14 22 6,-3-3 0,-66 68-9,69-111-1046,66-43 1038,-1 0 1,1 1-1,0 0 0,0 1 0,0 0 0,0 0 0,1 1 0,-1 1 0,1 0 0,-1 0 0,1 1 0,0 0 0,-1 1 0,1 0 0,-1 1 0,1 0 0,-1 0 0,0 1 1,0 1-1,0-1 0,0 2 0,-1 0 0,8 4 8,0 8 6,0 1 1,-2 0-1,0 1 1,-1 1-1,-1 0 1,-1 1-1,-1 1 1,-1 0-1,6 17-6,52 144 120,-8 3 0,-9 2-1,-7 3 1,1 68-120,36 357 268,-43-286 143,35 109-411,-26-266 79,-44-166-127,0-1 1,1 0 0,0 0-1,0 0 1,0 0-1,1-1 1,0 0 0,0 0-1,0 0 1,1 0 0,-1-1-1,1 0 1,0 0 0,0-1-1,1 0 1,-1 0-1,1 0 1,0 0 0,-1-1-1,1-1 1,0 1 0,0-1-1,0 0 1,1 0-1,-1-1 1,0 0 0,5-1 47,40 3-1757</inkml:trace>
  <inkml:trace contextRef="#ctx0" brushRef="#br0" timeOffset="28874.961">1720 7112 26206,'0'0'2846,"0"0"-1857,0 0-688,0 0-138,0 0 21,15-8 24,169-60 280,-101 59-450,1 3 0,0 3 0,32 6-38,-86-2 4,667 45 29,386-66 39,-190 10-59,14 45-3,-567-26-26,323 50 16,-337-19-88,284-3 88,263 19 80,-444-20 72,182-18-152,-194 9 154,-110 6-198,-270-35-757,-24-8-1293</inkml:trace>
  <inkml:trace contextRef="#ctx0" brushRef="#br0" timeOffset="30531.105">16867 3710 27134,'0'0'2328,"0"0"-1367,0 0-553,0 0-232,0 0-96,0 0 248,64 21 64,-1-17-88,17-4-80,29 0-104,31 0-56,35-6-8,12-7-32,-8 3-24,-3 8-32,-18 2-432,-38 0-560,-18 0-1905</inkml:trace>
  <inkml:trace contextRef="#ctx0" brushRef="#br0" timeOffset="30995.875">20666 3536 28846,'0'0'1713,"0"0"-1273,0 0-256,0 0 0,0 0 176,166 6 0,-30-6-88,53-6-144,18-2-80,0 6-48,-11 2 0,-21 2-264,-41 10-360,-24 1-2049</inkml:trace>
  <inkml:trace contextRef="#ctx0" brushRef="#br0" timeOffset="35133.879">33954 4933 30951,'0'0'792,"0"0"-304,0 0-288,0 0 16,0 0-96,0 0-120,39 106 0,-39-102-368,-5 0-1528</inkml:trace>
  <inkml:trace contextRef="#ctx0" brushRef="#br0" timeOffset="34104.628">32820 3613 29454,'0'0'1385,"0"0"-1105,0 0-72,0 0-8,-124 110 80,73-42-96,-6 9-120,-5 4-64,2 1-168,7-3-312,2 4-673,16-23-743,12-20-9338</inkml:trace>
  <inkml:trace contextRef="#ctx0" brushRef="#br0" timeOffset="34307.787">32479 4295 27750,'0'0'1282,"5"19"-440,24 136 67,-28 29-748,9-175-1383,6-34 588,24-50-290,-22 33 1036,1 1-1,2 1 0,2 1 0,1 1 0,2 1 1,2 2-1,1 0 0,2 2 0,1 1 0,1 2 0,2 1 1,1 2-1,1 1 0,6-1-111,6 6-130,0 2-1,2 2 1,0 2 0,1 3-1,1 2 1,0 2 0,6 2 130,-28 3-4532</inkml:trace>
  <inkml:trace contextRef="#ctx0" brushRef="#br0" timeOffset="34885.134">33226 3818 28006,'0'0'1536,"-11"21"-722,-68 205 385,-51 461-554,114-578-3164,102-363-634,29 9 3564,-111 235-255,0 1 0,1 0 0,0 1 0,0-1-1,1 1 1,0 0 0,0 0 0,1 0 0,0 1 0,1 0 0,0 1 0,0 0-1,0 0 1,0 0 0,1 1 0,0 1 0,0-1 0,0 1 0,1 1-1,0 0 1,-1 0 0,1 1 0,0 0 0,5 0-156,-12 3 21,1-1 0,-1 1 0,1 0 0,-1 0 0,0 0 0,1 0 0,-1 1 0,0-1 0,0 1 0,0 0 0,0 0 1,0 0-1,-1 0 0,1 0 0,-1 1 0,1-1 0,-1 1 0,0 0 0,0 0 0,0 0 0,0 0 0,0 0 0,-1 0 0,1 0 0,-1 0 0,0 1 0,0-1 0,0 0 0,-1 1 0,1-1 1,-1 1-1,0-1 0,1 1 0,-2-1 0,1 4-21,-23 126 194,15-114-186,-1 0-1,-2 0 1,1-1 0,-2 0 0,-1-1-1,0 0 1,-1-1 0,-1-1 0,0 0-1,-1-1 1,-10 7-8,126-77 113,-7 41 30,-92 16-142,0 1 0,0-1 0,-1 0 0,1 1 0,0 0 0,-1-1 0,1 1 0,-1-1 0,0 1 0,0 0 0,1-1 0,-1 1 0,0 0 0,0-1 0,0 1 0,-1 0 0,1-1 1,0 1-1,-1 0 0,1-1 0,-1 1 0,1-1 0,-1 1 0,0-1 0,0 1 0,0-1 0,0 0 0,0 1 0,0-1 0,0 0 0,0 0 0,0 1 0,0-1 0,-1 0-1,-61 63-66,-37 58-4,99-121 72,0 1 0,0-1 0,0 0 0,0 1 0,1 0 0,-1-1 1,0 1-1,1-1 0,-1 1 0,1 0 0,-1 0 0,1-1 0,0 1 0,0 0 1,0 0-1,0-1 0,0 1 0,0 0 0,0-1 0,1 1 0,-1 0 0,0 0 0,1-1 1,0 1-1,-1-1 0,1 1 0,0 0 0,0-1 0,0 1 0,0-1 0,0 0 0,0 1 1,0-1-1,1 0 0,-1 0 0,0 0 0,1 0 0,-1 0 0,1 0 0,-1 0 0,1 0 1,-1 0-3,75 7-66,-64-8 28,58 0-521,-2 0-896</inkml:trace>
  <inkml:trace contextRef="#ctx0" brushRef="#br0" timeOffset="32643.234">30664 3747 28390,'0'0'2321,"0"0"-2009,0 0-176,0 0 248,0 0 120,205 0-96,-113-2-184,12-6-136,2 2-88,-19 2 0,-1 0 0,-17 1-232,-12-9-456,-20 0-1025,-21-5-4480</inkml:trace>
  <inkml:trace contextRef="#ctx0" brushRef="#br0" timeOffset="32912.144">31067 3223 28382,'0'0'1136,"0"0"-496,0 0-191,-41 130 167,32-24-32,-5 39-112,-2 44-136,-1 14-184,-3-10-152,4-29 0,4-52 0,3-35-144,2-30-376,0-18-160,2-23-417,1-6-407,4-2-3041</inkml:trace>
  <inkml:trace contextRef="#ctx0" brushRef="#br0" timeOffset="33174.859">31394 3656 11106,'0'0'18188,"0"0"-17212,0 0-191,111 170-385,-95-85 16,-11 9-96,-5 5-168,-5-2-128,-20-5-24,-8-14-304,-3-19-208,-22-30-288,12-19-1225,0-10-8257</inkml:trace>
  <inkml:trace contextRef="#ctx0" brushRef="#br0" timeOffset="33422.301">31058 4017 28318,'0'0'1463,"0"0"-641,0 0-400,0 0-116,0 0-53,0 0-104,19 9-69,60 30-50,-76-37-34,-1 0 1,1 0-1,0 1 1,-1-1 0,0 1-1,1-1 1,-1 1-1,0 0 1,-1 0-1,1 0 1,0 0-1,-1 0 1,0 0 0,1 1-1,-1-1 1,-1 0-1,1 1 1,0-1-1,-1 0 1,0 1-1,0-1 1,0 1 0,0-1-1,0 1 1,-1-1-1,1 0 1,-1 1-1,0-1 1,0 1 3,0 0-18,-2 6-23,-1 0-1,-1 0 0,0-1 1,0 1-1,-1-1 0,0-1 1,0 1-1,-1-1 0,0 0 1,-1 0-1,0-1 0,0 0 1,-8 5 41,-45 50-71,61-62 73,-1 1-1,0-1 0,0 1 0,1-1 0,-1 1 1,0 0-1,1-1 0,-1 1 0,0 0 1,1 0-1,-1-1 0,1 1 0,-1 0 1,1 0-1,0 0 0,-1 0 0,1-1 1,0 1-1,0 0 0,-1 0 0,1 0 0,0 0 1,0 0-1,0 0 0,0 0 0,0 0 1,0 0-1,1 0 0,-1 0 0,0-1 1,0 1-1,1 0 0,-1 0 0,0 0 1,1 0-1,-1 0 0,1-1 0,-1 1 0,1 0 1,-1 0-1,1-1 0,0 1 0,-1 0 1,1-1-1,0 1 0,0-1 0,-1 1 1,1-1-1,0 1 0,0-1 0,0 1 0,0-1 1,0 0-1,0 0 0,0 1-1,61 2 63,-46-4-64,179-25-121,-180 37-1954,-15 8 205</inkml:trace>
  <inkml:trace contextRef="#ctx0" brushRef="#br0" timeOffset="33607.92">30567 4830 27382,'0'0'1840,"0"0"-824,0 0-362,0 0-317,0 0-141,25 1 82,99-1 6,-56-11-191,1-4 1,-2-3-1,50-20-93,46-12 48,-56 36-472,-105 16 361,-1 0 0,0 0 0,0 0 0,0 0 0,0 0 0,0 0 0,0 0 0,0 0 0,-1 1 0,1-1 0,-1 0 0,0 0 0,1 1 0,-1-1 0,0 0 0,-1 1 0,1-1 0,0 0 0,-1 0 0,1 1 0,-1-1 0,1 0 0,-1 0 0,0 0 0,0 0 0,0 1 0,0-2 0,-1 1 0,1 0 0,0 0 0,-1 0 0,1 0 0,-1-1 0,0 1 0,0-1 0,1 1 0,-3 0 63,-216 219-1167,163-170 1144,-236 201 192,265-232-546,18-16-1563</inkml:trace>
  <inkml:trace contextRef="#ctx0" brushRef="#br0" timeOffset="33858.132">31475 4890 28934,'0'0'1424,"0"0"-687,0 0-153,97 122-232,-74-82-176,9 5-176,-7-12-264,1-12-1505</inkml:trace>
  <inkml:trace contextRef="#ctx0" brushRef="#br0" timeOffset="13497.158">26165 1568 29766,'0'0'906,"0"0"-314,0 0-211,0 0-90,0 0 31,25 8 10,93 9-178,-108-20-152,1-1 0,-1 1 1,0-2-1,0 1 0,0-1 0,0-1 0,-1 0 0,0 0 0,0-1 0,-1 0 0,5-4-2,59-50 0,-2-4 0,-2-2 0,-4-3 0,-3-2 0,-4-4 0,18-31 0,-65 89 0,0 1 0,0-1 0,-2-1 0,0 1 0,-1-1 0,-1-1 0,-1 1 0,-1-1 0,0 0 0,-2 0 0,0 0 0,-1-4 0,-1-57 0,0 81 0,-1 0 0,1 0 0,0 1 0,-1-1 0,1 0 0,0 0 0,-1 0 0,1 1 0,-1-1 0,1 0 0,0 0 0,-1 0 0,1 0 0,-1 0 0,1 0 0,0 0 0,-1 0 0,1 0 0,-1 0 0,1 0 0,-1-1 0,1 1 0,0 0 0,-1 0 0,1 0 0,0 0 0,-1-1 0,1 1 0,-1 0 0,1 0 0,0-1 0,-1 1 0,1 0 0,0 0 0,0-1 0,-1 1 0,1 0 0,0-1 0,0 1 0,0 0 0,-1-1 0,1 1 0,0-1 0,0 1 0,0 0 0,0-1 0,0 1 0,0-1 0,0 1 0,0-1 0,0 1 0,0 0 0,0-1 0,0 1 0,0-1 0,0 1 0,0 0 0,0-1 0,0 1 0,-42 120 0,34-85 0,-12 61 0,3 2 0,5 1 0,4 0 0,4 0 0,10 89 0,-4-160 0,1-1 0,1 1 0,2-1 0,0 0 0,2-1 0,1 1 0,2-2 0,0 1 0,1-1 0,9 11 0,-20-33 0,1 0 0,-1 0 0,1 1 0,0-1 0,0 0 0,0 0 0,0-1 0,0 1 0,1 0 0,-1-1 0,1 1 0,0-1 0,0 0 0,0 0 0,0 0 0,0 0 0,0-1 0,0 1 0,1-1 0,-1 0 0,0 1 0,1-2 0,-1 1 0,1 0 0,-1-1 0,1 0 0,0 1 0,-1-1 0,1-1 0,-1 1 0,1-1 0,-1 1 0,1-1 0,-1 0 0,1 0 0,-1 0 0,1-1 0,-1 1 0,0-1 0,0 0 0,11-15 0,-1 0 0,-1-1 0,0-1 0,-2 0 0,0 0 0,-1-1 0,5-17 0,-7 19 0,93-242 0,-11-3 0,17-117 0,-69 259-73,-25 111 66,-6 35 19,-5 181 55,-40 661-66,29-557-1,-47 770 0,55-1053 0,-2 0 0,0 0 0,-2-1 0,-1 1 0,-1-1 0,-2-1 0,0 0 0,-1 0 0,-2-1 0,0 0 0,-2-1 0,-1-1 0,0 0 0,-19 18 0,31-35 0,1-1 0,-1 0 0,0 0 0,-1 0 0,1-1 0,0 1 0,-1-1 0,0 0 0,0-1 0,0 1 0,0-1 0,0 0 0,0 0 0,-1 0 0,1-1 0,-1 0 0,1 0 0,-1 0 0,0-1 0,1 1 0,-1-1 0,1-1 0,-1 1 0,0-1 0,1 0 0,-1 0 0,1-1 0,0 0 0,-1 0 0,1 0 0,0 0 0,0-1 0,0 0 0,1 0 0,-1 0 0,1-1 0,-1 1 0,1-1 0,0 0 0,-2-3 0,-13-28 0,1 0 0,2-1 0,1-1 0,2-1 0,2 0 0,1 0 0,2-1 0,2 0 0,1-1 0,2 1 0,2-1 0,2 0 0,1-7 0,-1-1 0,1 1 0,2 0 0,2 0 0,2 0 0,3 1 0,1 0 0,2 1 0,2 0 0,3 1 0,18-33 0,12-7-99,3 3 0,4 1 0,3 3-1,3 3 1,4 3 0,2 2 0,4 4 0,2 3 0,3 3 0,2 3 0,3 4-1,5 3 100,-14 10-1731</inkml:trace>
  <inkml:trace contextRef="#ctx0" brushRef="#br0" timeOffset="13873.152">28266 2033 31311,'0'0'645,"0"0"-243,0 22-129,3 168-137,8-144-136,-10-45 0,-1 0 0,0-1 0,1 1 0,-1 0 0,0-1 0,1 1 0,-1-1 0,1 1 0,-1-1 0,1 1 0,-1-1 0,1 1 0,-1-1 0,1 1 0,0-1 0,-1 0 0,1 1 0,0-1 0,-1 0 0,1 1 0,0-1 0,0 0 0,-1 0 0,1 0 0,0 0 0,-1 0 0,1 0 0,0 0 0,0 0 0,-1 0 0,1 0 0,0 0 0,-1 0 0,1-1 0,0 1 0,0 0 0,-1 0 0,1-1 0,0 1 0,-1 0 0,1-1 0,-1 1 0,1-1 0,-1 1 0,1-1 0,-1 1 0,1-1 0,-1 1 0,1-1 0,-1 0 0,1 1 0,-1-1 0,0 0 0,1 1 0,-1-1 0,0 0 0,0 1 0,0-1 0,0 0 0,1 0 0,-1 1 0,0-1 0,177-273-815,-171 264 785,1 0 0,0 1 0,0 0-1,1 0 1,1 1 0,-1 0 0,1 1 0,1 0-1,-1 0 1,1 1 0,0 0 0,1 0 0,-1 1-1,1 1 1,0 0 0,0 1 0,11-3 30,-16 8 46,-1 0 0,1 0 1,0 1-1,-1-1 1,1 1-1,-1 0 0,0 1 1,0-1-1,0 1 0,0 0 1,-1 1-1,1-1 0,-1 1 1,0-1-1,-1 1 0,1 1 1,-1-1-1,0 0 1,0 1-1,-1-1 0,1 1 1,-1 0-1,-1 0 0,1 0 1,-1 0-1,0 0 0,0 0 1,-1 4-47,1-8-3,80 322 36,-81-324-36,1 2-14,-1 1-1,1-1 1,-1 1-1,1-1 1,0 1-1,0-1 1,0 0-1,0 0 1,0 1 0,0-1-1,1 0 1,-1 0-1,1 0 1,-1 0-1,1 0 1,0-1-1,0 1 1,0-1-1,0 1 1,0-1-1,0 1 1,0-1-1,0 0 1,1 0-1,-1 0 1,0 0-1,1-1 1,2 1 17,3-2-2461</inkml:trace>
  <inkml:trace contextRef="#ctx0" brushRef="#br0" timeOffset="31638.663">26895 3754 23413,'0'0'7282,"0"0"-6786,0 0-320,148-7 80,-42-3 208,57-7 96,61-3-440,15-1-120,-15 9 0,-61 9 0,-61 3 0,-36 11 0,-15 12 0,7 10 0,-10-2-480,-13-12-2929</inkml:trace>
  <inkml:trace contextRef="#ctx0" brushRef="#br0" timeOffset="38323.732">14807 6225 26206,'0'0'3443,"0"0"-2228,0 0-695,0 0-127,0 0-52,-8 6 244,69 69-521,333 381-64,-230-321 0,-155-130 0,1 0 0,-1 0 0,1-1 0,0 0 0,-1-1 0,2 0 0,-1-1 0,0 0 0,0 0 0,1-1 0,-1-1 0,1 0 0,-1 0 0,1-1 0,-1 0 0,1-1 0,-1 0 0,0-1 0,8-2 0,100-70 0,47-79 0,161-211 0,273-403 0,-383 481 0,-72 106 0,-127 168-542,-19 21-671,-6 18-4426</inkml:trace>
  <inkml:trace contextRef="#ctx0" brushRef="#br0" timeOffset="40771.872">1853 11315 26574,'0'0'2344,"0"0"-1537,0 0-378,0 0 40,21 2-39,130 5 182,114-63 22,214 22-284,-237 23-307,1079-117 32,-1152 121-75,592-46 0,-601 31 0,-33 3 0,1 5 0,52 5 0,428 30 0,-383 6 0,187 10 0,-39-53 0,-202 0 0,0 8 0,1 7 0,0 7 0,17 11 0,21 6 0,0-8 0,5-10 0,247-5 0,-511 9-1294,3-6-3381</inkml:trace>
  <inkml:trace contextRef="#ctx0" brushRef="#br0" timeOffset="45571.681">5857 12240 23965,'0'0'4594,"0"0"-3225,0 0-1072,0 0-158,-3 25 73,-12 199 316,6-113-447,-4 0 0,-6-1 1,-4-1-1,-5-1 0,-24 56-81,50-160 2,-189 555 217,175-497-106,97-53 37,313-52 186,-137 6-171,519-52 107,-598 87-471,-178 2 142,1 0 0,0 0-1,0 0 1,0 0 0,0 0 0,0 0-1,0 0 1,-1 0 0,1 0-1,0 1 1,0-1 0,0 0 0,0 1-1,-1-1 1,1 0 0,0 1-1,0-1 1,-1 1 0,1-1 0,0 1-1,-1-1 1,1 1 0,0 0-1,-1-1 1,1 1 0,-1 0 0,1-1-1,-1 1 1,1 0 0,-1 0-1,0-1 1,1 1 0,-1 0 0,0 0-1,0 0 1,1 0 0,-1-1-1,0 1 1,0 0 0,0 0 0,0 0-1,0 0 1,0 0 0,0 0-1,-1 0 58,-12 0-3608</inkml:trace>
  <inkml:trace contextRef="#ctx0" brushRef="#br0" timeOffset="45807.259">6961 13272 29726,'0'0'1225,"0"0"-792,0 0-129,0 0 131,24 18-46,82 56-171,36-18-178,-25-6-43,-114-46 3,0 1 0,0-1 0,-1 1 0,1 0 0,-1-1 0,0 1 0,0 0 0,0 0 0,-1 0 0,0 0 0,0 1 0,0-1 0,-1 0 0,0 0 0,0 1 0,0-1 0,0 0 0,-1 1 0,0-1 0,0 0 0,-1 0 0,1 0 0,-3 4 0,-14 37 0,-2 0 0,-2-2 0,-2 0 0,-13 15 0,19-29 0,-103 166-1104,73-122-1025</inkml:trace>
  <inkml:trace contextRef="#ctx0" brushRef="#br0" timeOffset="50990.813">14243 13218 29654,'0'0'985,"0"0"-673,0 0 88,0 0 16,0 0-160,0 0-128,143 19-80,-109-19-48,-1 0-64,-13 0-360,-6 0-1073,-14-2-3784</inkml:trace>
  <inkml:trace contextRef="#ctx0" brushRef="#br0" timeOffset="51254.18">14261 13496 28654,'0'0'1961,"0"0"-1481,0 0-88,0 0 208,0 0-56,0 0-408,0 0-136,122-19 0,-82 13 0,3 2 0,17 4 0,-9 0-936,-12 0-4569</inkml:trace>
  <inkml:trace contextRef="#ctx0" brushRef="#br0" timeOffset="52652.95">16503 12721 29134,'0'0'1446,"0"0"-617,0 0-151,0 0-131,-2 8-419,-16 103-127,6 0 1,4 1 0,5 2-2,-2 18 0,-2 255 0,-23-327 0,2 97 0,25-186 0,2-1 0,1 0 0,2 0 0,1 1 0,1-1 0,1 1 0,2-2 0,1 6 0,14-41 0,-3-1 0,-3 0 0,-3-2 0,-2 1 0,-3-25 0,-16-550 0,-22 1141 0,12 310 0,26-727 0,-3-99 0,-1-269 0,18-233 0,28 248 0,-45 251 0,0 53 0,-21 614 0,17-445-93,8-158-732,4-14-1522</inkml:trace>
  <inkml:trace contextRef="#ctx0" brushRef="#br0" timeOffset="53436.164">17724 13633 25349,'0'0'4551,"0"0"-3206,0 0-890,0 0-40,0 0-159,0 0-117,0 8-34,1 11-61,0-14-39,0 0 0,0 1 0,0-1 0,-1 1 0,0-1-1,0 1 1,0-1 0,-1 1 0,0-1 0,0 0 0,0 1 0,-1-1 0,1 0 0,-1 0 0,-1 0 0,1 0-1,-1 0 1,1 0 0,-1-1 0,-1 1 0,1-1 0,-1 0-5,2-2 0,0-1 0,0 1 0,0-1 0,0 0 0,0 0 0,0 0 0,0 0 0,0 0 0,0 0 0,-1-1 0,1 1 0,0-1 0,0 1 0,-1-1 0,1 0 0,0 0 0,-1 0 0,1 0 0,0-1 0,-1 1 0,1-1 0,0 1 0,-1-1 0,1 0 0,0 0 0,0 0 0,0 0 0,0 0 0,0 0 0,0 0 0,0-1 0,0 1 0,1-1 0,-1 1 0,0-1 0,1 0 0,-1 0 0,1 0 0,0 0 0,0 0 0,0 0 0,0 0 0,0 0 0,0 0 0,0 0 0,1-1 0,-1 1 0,1 0 0,-1-1 0,1 1 0,0 0 0,0-1 0,0-1 0,-1 0 0,-1 0 0,1-1 0,0 1 0,0-1 0,1 1 0,-1-1 0,1 1 0,0-1 0,0 1 0,0-1 0,1 1 0,0-1 0,0 1 0,0-1 0,0 1 0,1 0 0,-1 0 0,1-1 0,0 1 0,0 0 0,1 1 0,-1-1 0,1 0 0,0 1 0,0-1 0,0 1 0,1 0 0,-1 0 0,1 0 0,-1 1 0,1-1 0,0 1 0,0 0 0,0 0 0,0 0 0,1 0 0,-1 1 0,0 0 0,2 0 0,-3 2 0,-1 1 0,1 0 0,-1 0 0,0 1 0,0-1 0,0 0 0,0 1 0,-1-1 0,1 1 0,0 0 0,-1-1 0,0 1 0,0 0 0,0 0 0,0 0 0,0 0 0,-1 0 0,1 0 0,-1 0 0,0 0 0,1 0 0,-2 0 0,1 0 0,0 1 0,-1-1 0,1 0 0,-1 0 0,-1 2 0,2 7 0,0-7 0,0 0 0,-1 1 0,1-1 0,-1 0 0,0 0 0,-1 0 0,1 0 0,-1 0 0,0 0 0,0 0 0,-1-1 0,1 1 0,-1-1 0,0 1 0,0-1 0,-1 0 0,1 0 0,-1 0 0,0-1 0,0 1 0,-3 1 0,6-5 0,0 0 0,0 0 0,0 0 0,0-1 0,0 1 0,1 0 0,-1 0 0,0-1 0,0 1 0,0 0 0,0-1 0,1 1 0,-1-1 0,0 1 0,0-1 0,1 1 0,-1-1 0,0 0 0,1 1 0,-1-1 0,1 0 0,-1 0 0,1 1 0,-1-1 0,1 0 0,-1 0 0,1 0 0,0 0 0,-1 1 0,1-1 0,0 0 0,0 0 0,0 0 0,0 0 0,0 0 0,0 0 0,0 0 0,0 0 0,0 1 0,0-1 0,0 0 0,0 0 0,1 0 0,-1 0 0,0 0 0,1 0 0,-1 1 0,1-1 0,-1 0 0,1 0 0,-1-4 0,-1-6 0,1 1 0,0-1 0,0 0 0,1 1 0,1-1 0,0 0 0,0 1 0,1 0 0,0-1 0,1 1 0,0 0 0,1 1 0,2-5 0,-7 15 0,0 0 0,-1-1 0,1 1 0,0-1 0,0 1 0,0-1 0,0 1 0,0 0 0,0-1 0,0 1 0,0-1 0,1 1 0,-1 0 0,0-1 0,0 1 0,0-1 0,1 1 0,-1-1 0,0 1 0,0-1 0,1 1 0,-1-1 0,1 1 0,-1-1 0,0 0 0,1 1 0,-1-1 0,1 1 0,-1-1 0,1 0 0,-1 0 0,1 1 0,-1-1 0,1 0 0,-1 0 0,1 1 0,-1-1 0,1 0 0,0 0 0,-1 0 0,1 0 0,-1 0 0,1 0 0,-1 0 0,1 0 0,0 0 0,-1 0 0,1 0 0,-1 0 0,1-1 0,-1 1 0,1 0 0,-1 0 0,1-1 0,-1 1 0,1 0 0,-1-1 0,1 1 0,-1 0 0,1-1 0,-1 1 0,1-1 0,-1 1 0,0 0 0,1-1 0,-1 1 0,0-1 0,1 1 0,-1-1 0,5 46 0,-4-44 0,-1 1 0,1-1 0,-1 1 0,1 0 0,-1-1 0,0 1 0,0 0 0,0-1 0,0 1 0,0-1 0,0 1 0,0 0 0,0-1 0,-1 1 0,1 0 0,-1-1 0,1 1 0,-1-1 0,0 1 0,1-1 0,-1 1 0,0-1 0,0 0 0,0 1 0,0-1 0,0 0 0,0 0 0,-1 0 0,1 0 0,0 0 0,-1 0 0,1 0 0,0 0 0,-1 0 0,1 0 0,-1-1 0,1 1 0,-1-1 0,0 1 0,1-1 0,-1 0 0,0 0 0,1 1 0,-1-1 0,1 0 0,-1 0 0,0-1 0,1 1 0,-3 0 0,3 0-4,0-1 0,0 1-1,-1 0 1,1 0 0,0 0 0,0-1-1,-1 1 1,1-1 0,0 1 0,0-1 0,0 1-1,0-1 1,0 0 0,0 1 0,0-1 0,0 0-1,0 0 1,0 0 0,0 0 0,0 0-1,0 0 1,1 0 0,-1 0 0,0 0 0,1 0-1,-1-1 1,1 1 0,-1 0 0,1 0 0,0 0-1,-1-1 1,1 1 0,0 0 0,0-1-1,0 1 5,-1-2-57,-5-16-970</inkml:trace>
  <inkml:trace contextRef="#ctx0" brushRef="#br0" timeOffset="50178.452">13153 13272 28094,'0'0'2497,"0"0"-2153,0 185-16,7-44 232,16 43-88,-2 19-224,-3-6-136,-8-24-72,-6-49-24,-4-31-16,0-31-8,0-22-40,0-9-64,0-12-80,-7-15-88,-16-40-352,5-20-1545,2-12-8169</inkml:trace>
  <inkml:trace contextRef="#ctx0" brushRef="#br0" timeOffset="50451.317">13294 13759 30406,'0'0'1057,"0"0"-441,0 0-208,124 38-128,-87-17-280,9 5 0,-9-5 0,-12-2-1128</inkml:trace>
  <inkml:trace contextRef="#ctx0" brushRef="#br0" timeOffset="47737.664">8742 12654 29014,'0'0'752,"0"0"-520,0 0 136,133 25 81,-66-25-137,7 0-144,2 0-88,-5-2-56,-9 0-24,-9 2-56,-16 10-376,-14 13-457,-16 0-1919</inkml:trace>
  <inkml:trace contextRef="#ctx0" brushRef="#br0" timeOffset="47988.226">8956 12957 25653,'0'0'2457,"-2"33"-1415,2 429 635,63-48-1105,-59-389-561,1-1 1,1 0-1,1 0 0,1-1 0,2 0 0,0-1 0,1 0 0,1 0 0,6 6-11,-16-26-19,0 1-1,1-1 1,-1 0-1,1 1 1,0-1 0,0-1-1,-1 1 1,1 0-1,0-1 1,0 1-1,1-1 1,-1 0-1,0 0 1,0 0-1,1-1 1,-1 1-1,0-1 1,1 0-1,-1 1 1,0-2-1,1 1 1,-1 0-1,0-1 1,1 1-1,-1-1 1,0 0 0,0 0-1,1 0 1,-1-1-1,0 1 1,0-1-1,-1 0 1,1 1-1,0-1 1,0 0-1,-1-1 1,1 1-1,-1 0 1,0-1-1,0 0 1,0 1-1,0-1 1,0 0-1,-1 0 1,1 0 0,-1 0-1,1 0 1,0-3 19,73-146-3252,-45 79-602</inkml:trace>
  <inkml:trace contextRef="#ctx0" brushRef="#br0" timeOffset="48551.024">9481 13527 23253,'0'0'2627,"18"-20"-990,123-133 264,-125 137-1734,1 0 0,0 1-1,1 1 1,1 1 0,0 0-1,0 1 1,1 2 0,1 0 0,0 1-1,0 0 1,1 2 0,15-3-167,-34 11 5,1 1 1,0-1 0,0 0-1,0 1 1,-1 0 0,1 0-1,-1 0 1,0 0 0,1 1-1,-1-1 1,0 1 0,0 0-1,-1 0 1,1 0 0,-1 0-1,1 0 1,-1 1 0,0-1-1,0 1 1,0-1 0,-1 1-1,1 0 1,-1 0 0,0 0-1,0 0 1,0 0-1,-1 0 1,1 0 0,-1 0-1,0 0 1,0 0 0,-1 0-1,1 0 1,-1 2-6,3 15 13,4 20 10,-5-22-19,1-1 0,1 1 0,1-1 0,0 1 0,1-1 1,1 0-1,1-1 0,1 0 0,0 0 0,6 8-4,-12-22 7,1 0-1,-1 0 1,0 0 0,1 0-1,0-1 1,-1 1-1,1-1 1,0 0 0,0 0-1,1 0 1,-1 0 0,0 0-1,1-1 1,-1 1-1,1-1 1,-1 0 0,1 0-1,-1-1 1,1 1 0,0-1-1,0 1 1,-1-1-1,1 0 1,0-1 0,-1 1-1,1-1 1,0 1 0,-1-1-1,1 0 1,-1 0-1,1-1 1,-1 1 0,1-1-1,-1 0 1,0 0-7,95-91 284,-61 35-273,-2-2-1,-3-2 1,-3-1-1,-2-1 1,-4-1-1,-2-1 1,3-26-11,-17 64 54,-6 45 76,-2 14-106,0 96 114,6-1 1,18 102-139,23 23 4,-9-57-4,-8 2 0,-1 117 0,-26-247 0,-9 235 0,6-291 0,0 1 0,-1-1 0,0 1 0,-1-1 0,0 0 0,0 0 0,-1 0 0,0-1 0,-1 1 0,0-1 0,0 0 0,-1-1 0,-1 1 0,1-1 0,-1 0 0,0 0 0,-1-1 0,0 0 0,0-1 0,-1 0 0,0 0 0,0 0 0,0-1 0,0-1 0,-1 0 0,0 0 0,0-1 0,-8 2 0,14-5 0,-1 0 0,1 0 0,-1-1 0,1 1 0,-1-1 0,1 0 0,0-1 0,-1 1 0,1-1 0,0 1 0,0-1 0,0-1 0,0 1 0,0-1 0,1 1 0,-1-1 0,1 0 0,0 0 0,-1 0 0,1-1 0,1 1 0,-1-1 0,0 0 0,1 0 0,0 0 0,-2-4 0,-33-123 0,32 62-67,4 0 1,2 0-1,3 0 1,3 1-1,3-1 1,3 2-1,3 0 0,3 0 1,3 2-1,3 0 1,2 2-1,4 1 0,10-13 67,7-11-1217,-9 14-1293</inkml:trace>
  <inkml:trace contextRef="#ctx0" brushRef="#br0" timeOffset="48894.29">11101 12727 30863,'0'0'581,"0"0"-345,0 0-89,0 0 172,27 3-61,174 19-98,-160-20-147,114 21-10,-152-19 0,1-1-1,0 1 0,-1-1 0,1 1 1,-1 0-1,0 0 0,0 1 0,-1-1 1,0 1-1,1-1 0,-1 1 1,-1 0-1,1 0 0,-1 0 0,0 0 1,0 0-1,0 0 0,0 0 0,-1 0 1,0 0-1,0 0 0,-1 0 1,1 0-1,-1 0 0,0 0 0,-1 0-2,2 22 25,-36 524 78,21-186-103,-12-277-450,-6-38-4600,3-13-11575</inkml:trace>
  <inkml:trace contextRef="#ctx0" brushRef="#br0" timeOffset="49147.194">10969 14029 30463,'0'0'776,"0"0"-512,0 0 224,0 0-80,178 39-216,-93-39-144,60-10-48,-23-17-536,-16-2-1193</inkml:trace>
  <inkml:trace contextRef="#ctx0" brushRef="#br0" timeOffset="49300.546">12361 13044 29958,'0'0'753,"0"0"-553,0 0-136,0 0-64,129 46-8,-129 1-400,0-5-1529,-5-5-7465</inkml:trace>
  <inkml:trace contextRef="#ctx0" brushRef="#br0" timeOffset="49519.236">11958 13544 28078,'0'0'1915,"0"0"-1201,0 0-505,0 0 38,28-7 37,186-52-67,10-3-222,-223 62 5,0 0 0,0 0 0,0 1 0,0-1 0,0 0 0,0 1 0,0-1 0,0 0 0,0 1 0,0-1 0,0 1 0,0 0 0,0-1 0,0 1 1,0 0-1,-1-1 0,1 1 0,0 0 0,-1 0 0,1 0 0,0 0 0,-1 0 0,1-1 0,-1 1 0,1 0 0,-1 0 0,0 0 0,1 0 0,-1 1 0,0-1 0,0 0 0,0 0 0,0 0 0,0 0 1,0 0-1,0 0 0,0 0 0,0 0 0,0 0 0,-1 0 0,1 0 0,0 0 0,-1 0 0,1 0 0,-1 0 0,1 0 0,-1 0 0,1 0 0,-1 0 0,0 0 0,1-1 0,-1 1 0,-1 1 0,-75 105 131,-454 544-40,519-637-659,16-24-488,18-28-3057,11-11-7822</inkml:trace>
  <inkml:trace contextRef="#ctx0" brushRef="#br0" timeOffset="49705.087">12213 13774 21621,'0'0'6681,"0"0"-5705,0 0-160,46 120-255,-39-51-249,-4 5-160,-1 7-112,-2 2-24,0-10-16,2-13-176,3-23-417,11-37-375,-2-8-152,2-27-1841</inkml:trace>
  <inkml:trace contextRef="#ctx0" brushRef="#br0" timeOffset="49909.755">12603 13793 27750,'0'0'1200,"0"0"-648,0 0-256,0 0 160,0 0-215,-150 76-89,118-34 56,6 1 88,13-1-8,8-3-96,5-4-56,14-3-40,18-5-40,7-5-48,10-5-8,31-17-152,-11 0-504,-9-4-1505</inkml:trace>
  <inkml:trace contextRef="#ctx0" brushRef="#br0" timeOffset="55636.295">18952 13158 26350,'0'0'2107,"0"0"-1192,0 0-358,0 0-6,0 0-128,0 0-115,0 10-102,3 28-36,-2-37-155,0 1 1,0 0 0,0-1 0,0 0-1,0 1 1,0-1 0,0 1-1,0-1 1,1 0 0,-1 0 0,0 0-1,1 0 1,-1 0 0,1 0-1,-1 0 1,1 0 0,0-1 0,-1 1-1,1-1 1,0 1 0,-1-1-1,1 0 1,0 1 0,0-1-1,-1 0 1,1 0 0,0 0 0,0 0-1,0-1 1,-1 1 0,1 0-1,0-1 1,-1 1 0,1-1-16,6 0 71,1-2-49,0 0 0,0 0 0,0-1 0,-1-1 1,1 0-1,-1 0 0,0 0 0,0-1 0,-1 0 0,0-1 0,0 1 0,0-2 0,-1 1 0,0-1 0,5-7-22,1 0 12,22-25-20,-1-2 1,-2-1-1,-2-2 1,-2 0-1,-2-2 1,13-38 7,-25 63 3,-16 61 10,0-15-13,-30 453 193,34-290-126,-2-182-67,1 1 0,-1 0 0,1-1 0,0 1 0,1 0 0,-1-1 0,1 1 0,0-1 0,1 1 0,-1-1 0,1 1 0,0-1 0,1 0 0,-1 0 0,1 0 0,0 0 0,0-1 0,1 1 0,-1-1 0,1 1 0,0-1 0,0 0 0,0-1 0,1 1 0,-1-1 0,1 0 0,0 0 0,0 0 1,0-1-1,0 0 0,1 0 0,-1 0 0,0 0 0,1-1 0,-1 0 0,1 0 0,0-1 0,-1 1 0,1-1 0,0 0 0,-1-1 0,1 1 0,0-1 0,-1 0 0,1-1 0,4-1 0,5-8 0,0-1 0,-1 0 0,0-1 0,-1 0 0,0-1 0,-1-1 0,-1 0 0,4-7 0,33-47 0,-3-2 0,-3-2 0,-3-2 0,-4-2 0,7-29 0,-25 55 0,-4-2 0,-1 1 0,-2-2 0,-2-14 0,-3 30 0,-4 145 0,33 878 0,-15-289 0,-19-661 0,2-17 0,-1 0 0,0 0 0,-1 0 0,-1 1 0,-1-1 0,0 0 0,-2-1 0,0 1 0,-1 0 0,0-1 0,-2 0 0,0 0 0,-1-1 0,0 0 0,-9 12 0,14-25 0,0 0 0,0 0 0,-1 0 0,1-1 0,-1 1 0,0-1 0,1 0 0,-1 0 0,0 0 0,0 0 0,0-1 0,0 0 0,-1 0 0,1 0 0,0 0 0,-1-1 0,1 1 0,0-1 0,-1 0 0,1 0 0,0-1 0,0 1 0,-1-1 0,1 0 0,0 0 0,0-1 0,0 1 0,0-1 0,0 0 0,0 0 0,0 0 0,0 0 0,1-1 0,0 0 0,-1 1 0,1-1 0,0-1 0,0 1 0,0 0 0,1-1 0,-1 1 0,1-1 0,0 0 0,0 0 0,0 0 0,0 0 0,-18-42-14,2-1-1,1-1 1,3 0-1,2-1 1,2-1-1,3 0 1,1 0 0,3-1-1,2 1 1,2-1-1,4-24 15,-3 50 2,1-1-1,0 1 0,2 0 1,1 0-1,1 1 0,1 0 1,1 0-1,1 0 0,2 1 1,0 1-1,7-10-1,14-15-163,2 1-1,2 2 1,1 2 0,3 1 0,1 2-1,2 2 1,2 1 163,37-29-2018</inkml:trace>
  <inkml:trace contextRef="#ctx0" brushRef="#br0" timeOffset="60992.224">20848 13179 29030,'0'0'2089,"0"0"-1569,0 0-296,0 0 40,-62 122 120,57-80-152,0 5-208,5 9-24,0 7 0,0 11-128,0-12-1088,7-22-6730</inkml:trace>
  <inkml:trace contextRef="#ctx0" brushRef="#br0" timeOffset="61961.298">21723 13177 12243,'0'0'14945,"0"0"-11450,0 0-3094,0 0-185,0 0 9,0 0 70,23-9-101,-14 5-181,15-5 8,-1-1-1,0-1 1,-1-1 0,-1-1-1,0-1 1,18-16-21,-7 2-42,-1-1 0,-2-2 0,-1-1 0,-2-1 0,-1-1-1,-1-2 1,-2 0 0,-2-1 0,-1-1 0,-2-1 0,11-39 42,-25 177-11,-15 343 604,11-436-582,1-1 1,0 1-1,0-1 1,0 1-1,1-1 1,0 1 0,0-1-1,0 1 1,0-1-1,1 0 1,0 0-1,0 0 1,1 0 0,-1 0-1,1 0 1,0 0-1,0-1 1,1 0-1,-1 1 1,1-1-1,0 0 1,0-1 0,0 1-1,1-1 1,-1 0-1,1 0 1,0 0-1,0-1 1,0 0 0,0 1-1,0-2 1,0 1-1,1-1 1,-1 0-1,1 0 1,-1 0 0,1-1-1,-1 1 1,1-2-1,-1 1 1,1 0-1,-1-1 1,2-1-12,9-6 0,-1-2 0,0 0 0,-1 0 0,0-1 0,-1-1 0,0-1 0,-1 0 0,-1 0 0,0-1 0,0-1 0,-2 1 0,1-2 0,-2 1 0,0-1 0,-1-1 0,1-4 0,12-23 0,-2-2-1,-2 0 1,-2-1 0,-2-1 0,-2 0-1,-2-1 1,-2 1 0,-3-1-1,-1-9 1,12 189 3,71 1001-3,-70-325 0,-15-795 0,0 42 0,-2 1 0,-2-1 0,-3 0 0,-2 0 0,-9 26 0,18-78 0,0 0 0,0 0 0,0 0 0,0 0 0,0 0 0,-1 0 0,1 0 0,-1 0 0,1-1 0,-1 1 0,0 0 0,1 0 0,-1 0 0,0-1 0,0 1 0,-1 0 0,1-1 0,0 1 0,0-1 0,-1 0 0,1 1 0,-1-1 0,1 0 0,-1 0 0,0 0 0,1 0 0,-1 0 0,0 0 0,0 0 0,1 0 0,-1-1 0,0 1 0,0-1 0,0 0 0,0 1 0,0-1 0,0 0 0,0 0 0,0 0 0,0 0 0,0-1 0,0 1 0,0 0 0,0-1 0,1 0 0,-1 1 0,0-1 0,0 0 0,0 0 0,1 0 0,-1 0 0,0 0 0,1 0 0,-1 0 0,1-1 0,-1 1 0,1-1 0,-8-8 0,0-1 0,1 0 0,1-1 0,-1 0 0,2 0 0,0 0 0,0-1 0,1 0 0,-2-10 0,-22-82-213,4-1-1,5 0 1,4-2-1,6 0 1,4 0 0,6-64 213,0 136-56,-2 15 50,0-1 0,2 1 0,1 0 0,0 0 0,2 0 0,0 0 0,1 0 0,2 1 0,0-1 0,1 1 0,1 1 0,0 0 0,2 0 0,0 0 0,5-4 6,116-128-1865,-68 90-1549</inkml:trace>
  <inkml:trace contextRef="#ctx0" brushRef="#br0" timeOffset="62270.317">23359 13405 16684,'0'0'11551,"0"0"-8699,0 0-2284,0 0-205,0 0-63,18 23-118,52 79-104,-67-98-77,-1-1 0,0 2 1,1-1-1,-2 0 0,1 0 1,0 1-1,-1-1 1,0 1-1,0-1 0,0 1 1,-1-1-1,0 1 0,1-1 1,-1 1-1,-1 0 0,1-1 1,-1 1-1,0-1 1,0 1-1,0-1 0,-1 1 1,0 2-2,0-4-2,-7 17-72,-1-1 0,0 0 1,-2 0-1,-1-1 0,0-1 0,-1 0 1,0-1-1,-2-1 0,-4 4 74,-42 47-305,62-65 307,-1 0 0,0-1 0,0 1 0,1 0 0,-1 0-1,1 0 1,-1 0 0,1 0 0,-1 0 0,1-1-1,0 1 1,-1 0 0,1 0 0,0 0 0,0 0 0,0 1-1,-1-1 1,1 0 0,0 0 0,1 0 0,-1 0 0,0 0-1,0 0 1,0 0 0,0 0 0,1 0 0,-1 0-1,1 0 1,-1 0 0,1-1 0,-1 1 0,1 0 0,-1 0-1,1 0 1,0 0 0,-1-1 0,1 1 0,0 0 0,0-1-1,-1 1 1,1 0 0,0-1 0,0 1 0,0-1 0,0 1-1,0-1 1,0 0 0,0 1 0,0-1 0,0 0-1,0 0-1,54 14 154,-53-14-153,198 0-1478,-132-14-2365</inkml:trace>
  <inkml:trace contextRef="#ctx0" brushRef="#br0" timeOffset="62553.176">24856 13146 30559,'0'0'848,"0"0"-400,0 0-40,125 16-184,-84-3-16,1-1-208,8 9-32,-10-4-976,-11-5-2633</inkml:trace>
  <inkml:trace contextRef="#ctx0" brushRef="#br0" timeOffset="62755.855">25547 13121 29790,'0'0'2041,"0"0"-1697,0 0 200,0 0-496,0 0-48,0 0 0,0 0 0,116 54-88,-84-54-1688,-4 0-3506</inkml:trace>
  <inkml:trace contextRef="#ctx0" brushRef="#br0" timeOffset="62943.096">25905 13044 27822,'0'0'2480,"0"0"-1847,0 0 7,0 0-256,0 0-184,0 0-200,96 120-656,-86-105-3993</inkml:trace>
  <inkml:trace contextRef="#ctx0" brushRef="#br0" timeOffset="63945.445">27126 13409 29150,'0'0'746,"0"0"-158,21 1-69,-7 0-437,3 0 6,0 0 1,1-1 0,-1-1-1,0 0 1,0-2-1,0 0 1,0 0-1,11-5-88,10-6 6,0-1 0,0-2 0,-2-2 0,0-1 0,-1-2 0,-2-1-1,0-2 1,-1-1 0,-2-2 0,0-1 0,-3-1 0,0-1-1,-2-1 1,-1-2 0,-2 0 0,-1-2 0,-2 0 0,-1-1-1,-2-1 1,-2 0 0,3-15-6,-9 9 252,-7 657-209,-1-605-32,-1 0 1,2-1-1,-1 1 1,1 0 0,0-1-1,1 1 1,0-1-1,0 0 1,0 1-1,1-1 1,0 0-1,0 0 1,1-1-1,0 1 1,0-1-1,1 0 1,0 0-1,0 0 1,0-1-1,1 1 1,-1-1 0,1-1-1,0 1 1,1-1-1,-1 0 1,1 0-1,0-1 1,0 0-1,0 0 1,0-1-1,4 1-11,2-1 0,-1-2 0,1 1 0,0-2 0,-1 0 0,1 0 0,-1-1 0,1-1 0,-1 0 0,0 0 0,0-1 0,0-1 0,0 0 0,-1-1 0,0 0 0,0-1 0,0 0 0,3-4 0,14-11-64,-2-1 0,0-1 0,-2-2 0,-1 0 0,13-19 64,-13 13 2,-1 0 0,-2-2 1,-1 0-1,-1-1 0,-2-1 0,-2 0 0,-1-1 0,-2-1 0,-2 1 0,-1-2 0,-2 1 0,-2-1 0,-1 0 1,-2-8-3,-1 21 422,0 57-355,38 1293-67,-36-1221 0,1 99 0,-8-1 0,-15 51 0,-14-94 0,32-153 0,0-1 0,0 1 0,0 0 0,-1-1 0,0 0 0,0 1 0,0-1 0,-1 0 0,1-1 0,-1 1 0,0 0 0,0-1 0,0 0 0,0 0 0,-1 0 0,1-1 0,-1 0 0,0 1 0,0-2 0,1 1 0,-1 0 0,0-1 0,-1 0 0,1 0 0,0-1 0,0 1 0,0-1 0,0 0 0,-1-1 0,1 1 0,0-1 0,0 0 0,0 0 0,0 0 0,0-1 0,0 0 0,0 0 0,1 0 0,-5-3 0,-4-6 0,0 0 0,0-1 0,1 0 0,1-1 0,0-1 0,1 0 0,1 0 0,0-1 0,0 0 0,2 0 0,-3-9 0,-7-12 0,2-2 0,1 0 0,2 0 0,2-1 0,2-1 0,1 1 0,2-1 0,2-1 0,1 1 0,2 0 0,2-1 0,2 1 0,2 0 0,1 1 0,2-1 0,2 1 0,1 1 0,2 0 0,2 1 0,17-30 0,2 15-123,2 2 1,2 2-1,2 1 0,38-32 123,1 5-1273,-9 12-1292</inkml:trace>
  <inkml:trace contextRef="#ctx0" brushRef="#br0" timeOffset="64274.883">29289 13525 30334,'0'0'709,"-1"23"-228,-12 144 218,6-61-414,33-166-361,2-22-175,-16 43 77,1 0-1,1 1 0,3 1 0,1 0 0,1 1 0,2 1 0,5-3 175,-23 34 22,0-1 0,1 1-1,-1 0 1,1 0 0,0 0 0,0 1-1,0-1 1,0 1 0,1 0-1,0 0 1,-1 1 0,1 0 0,0-1-1,0 1 1,0 1 0,1-1-1,-1 1 1,0 0 0,1 0 0,-1 1-1,0-1 1,1 1 0,-1 0-1,0 1 1,1-1 0,-1 1 0,1 0-1,-1 0 1,0 1 0,0 0-1,0 0 1,0 0 0,0 0 0,0 1-1,-1 0 1,1 0 0,-1 0-1,0 0 1,2 2-22,8 20-10,0 1 0,-2 0 0,-1 1 0,-1 0 0,-1 1 0,-1 0 0,-2 0 0,-1 0 0,-1 1 0,-1 0 0,-2 0 0,0 0 0,-2 0 0,-3 10 10,4-12-476,0 9-3930</inkml:trace>
  <inkml:trace contextRef="#ctx0" brushRef="#br0" timeOffset="65906.53">18920 14560 28894,'0'0'847,"0"0"-177,0 0-297,0 0 63,7 19 45,67 123 292,-51-112-737,1-2 1,1 0 0,1-2-1,2-1 1,0-1 0,2-2-1,0-1 1,23 12-37,-40-28 0,0 0 0,0-1 0,0 0 0,1-1 0,-1-1 0,1 0 0,0-1 0,0 0 0,-1-1 0,1 0 0,0-2 0,0 1 0,-1-2 0,1 0 0,-1 0 0,0-1 0,0-1 0,5-2 0,28-15 0,-1-2 0,-1-1 0,-1-3 0,13-11 0,-30 20 0,28-19 0,-6 2 0,2 3 0,1 1 0,1 3 0,21-6 0,-58 28 0,1 1 0,1 1 0,-1 0 0,1 1 0,0 1 0,-1 1 0,1 0 0,1 1 0,-1 1 0,0 0 0,0 2 0,0 0 0,0 0 0,-1 2 0,1 0 0,-1 1 0,9 4 0,209 129 0,-192-107 0,1-3 0,1-2 0,1-2 0,2-1 0,13 2 0,-30-15 0,0-1 0,1-1 0,0-2 0,0-2 0,1 0 0,0-2 0,-1-2 0,1 0 0,-1-3 0,1 0 0,-1-2 0,0-1 0,0-2 0,-1-1 0,3-2 0,36-23 0,0-2 0,-3-3 0,22-20 0,7-3 0,-86 55 0,0 1 0,0-1 0,1 2 0,-1-1 0,1 1 0,1 1 0,-1 0 0,1 0 0,0 1 0,-1 0 0,1 1 0,0 0 0,1 1 0,-1 0 0,0 1 0,0 0 0,0 1 0,1 0 0,-1 1 0,0 0 0,2 1 0,129 119 0,-120-105 0,1 0 0,1-1 0,0-2 0,1 0 0,0-2 0,1-1 0,0 0 0,1-2 0,0-1 0,0-2 0,1 0 0,0-2 0,0-1 0,0-1 0,16-2 0,21-2 0,0-3 0,-1-3 0,0-3 0,0-2 0,-1-4 0,8-5 0,72-30 0,-106 36 0,0 1 0,1 2 0,1 1 0,0 2 0,1 2 0,-1 2 0,1 1 0,12 2 0,-36 5 0,-1 2 0,0-1 0,0 2 0,0 0 0,0 1 0,-1 0 0,0 1 0,0 1 0,-1 0 0,0 1 0,0 1 0,1 2 0,50 30 0,-31-25 0,1-2 0,0-2 0,1 0 0,0-3 0,1-1 0,0-1 0,1-3 0,-1 0 0,1-3 0,0-1 0,33-3 0,-37 0 0,0 0 0,-1-2 0,1-2 0,-1-1 0,-1-1 0,1-2 0,-1-1 0,-1-1 0,0-2 0,-1-1 0,2-3 0,-26 16-69,0-1 1,-1 1-1,0-1 0,1 0 0,-1 0 1,-1 0-1,1-1 0,0 0 0,-1 1 1,1-1-1,-1 0 0,0-1 0,-1 1 1,1 0-1,-1-1 0,0 0 1,0 1-1,0-1 0,-1 0 0,1 0 1,-1 0-1,0 0 0,-1 0 0,1 0 1,-1 0-1,0-1 69,0-25-4294</inkml:trace>
  <inkml:trace contextRef="#ctx0" brushRef="#br0" timeOffset="68031.185">25310 15074 30366,'0'0'1099,"0"0"-701,0 0-182,26-10 93,169-62 66,260-91-371,-286 133-4,-161 30 0,0 0 0,-1 0 0,1 1 0,0 0 0,-1 1 0,1-1 0,-1 1 0,0 1 0,1 0 0,-1 0 0,0 0 0,-1 0 0,1 1 0,0 1 0,-1-1 0,0 1 0,0 0 0,-1 0 0,1 1 0,-1-1 0,0 1 0,-1 0 0,5 7 0,27 36 0,-27-35 0,0 0 0,1-1 0,0 0 0,1-1 0,0 0 0,1 0 0,0-1 0,1-1 0,0 0 0,1-1 0,0-1 0,0 0 0,8 3 0,17-4 0,0-2 0,-1-2 0,1-2 0,1-1 0,-1-2 0,-1-1 0,1-3 0,0-1 0,-1-1 0,-1-3 0,0-1 0,0-1 0,32-18 0,250-91 0,-292 115 0,0 2 0,0 1 0,0 2 0,1 0 0,-1 2 0,1 1 0,26 4 0,192 80 0,-167-69 0,1-4 0,1-4 0,-1-3 0,1-3 0,25-6 0,7 3 0,650 1-329,-718 0-1190</inkml:trace>
  <inkml:trace contextRef="#ctx0" brushRef="#br0" timeOffset="66797.462">21421 9426 29990,'0'0'723,"0"0"-220,0 0-99,0 0-73,-23 1 4,5-1-263,7 0-46,1 0 0,0 0 0,0 1 0,0 0 0,0 1 0,0 0 0,0 1 0,0 0 0,1 0 0,-1 1 0,1 0 0,0 1 0,0 0 0,-3 3-26,-517 432 45,549-468-1071,-14 22 930,12-15-97,1 1-1,0 1 1,2 1-1,0 1 1,1 1-1,1 0 0,12-5 194,-33 20 28,-1 0 0,1 0 0,-1 1 0,1-1 0,-1 0 0,1 1-1,0-1 1,-1 1 0,1-1 0,0 1 0,-1 0 0,1 0-1,0 0 1,0 0 0,-1 0 0,1 0 0,0 0 0,-1 1-1,1-1 1,0 0 0,-1 1 0,1 0 0,0-1 0,-1 1 0,1 0-1,-1 0 1,1 0 0,-1 0 0,0 0 0,1 0 0,-1 0-1,0 0 1,0 1 0,0-1 0,0 0 0,0 1 0,0-1 0,0 1-1,0-1 1,0 1 0,0 0-28,10 78 697,-10-60-614,7 337 505,-8-176-604,8-1-1,11 22 17,-18-192-23,0 1-1,0-1 1,1 0-1,1-1 1,0 1-1,0 0 1,1-1-1,0 1 1,0-1-1,1 0 0,0-1 1,1 1-1,0-1 1,4 4 23,50 15-2765,-33-25-174</inkml:trace>
  <inkml:trace contextRef="#ctx0" brushRef="#br0" timeOffset="67048.119">21415 9922 29622,'0'0'893,"28"-7"-183,190-26 293,-209 33-983,0-1 0,0 1 0,0 1 0,0 0 0,0 0 0,0 1 0,0 0 0,0 0 0,-1 1 0,1 0 0,-1 0 0,0 1 0,1 1 0,-2-1 0,1 1-1,-1 0 1,1 1 0,-1 0 0,-1 0 0,1 0 0,-1 1 0,0 0 0,-1 0 0,0 1 0,0 0 0,0 0 0,-1 1-20,1 7 0,-1 1 0,0 0 0,-1 0 0,-1 0 0,-1 0 0,-1 0 0,0 0 0,-1 0 0,0 0 0,-2 0 0,0 0 0,-1 0 0,-1 0 0,0-1 0,-1 0 0,-1 0 0,-1-1 0,0 0 0,0 0 0,-2-1 0,-6 8 0,-16 23-8,-2-1 1,-1-2-1,-3-1 0,-39 32 8,63-60-178,-1-1 0,0 0 0,0-1 0,-1-1 0,-1 0 0,0-2 0,0 0 0,0 0 0,-1-2 0,0 0 0,-1-1 0,1-1 1,-4 0 177,-33-2-1985</inkml:trace>
  <inkml:trace contextRef="#ctx0" brushRef="#br0" timeOffset="67316.017">21244 10117 29110,'0'0'1345,"0"0"-585,0 0-144,157 76-80,-97-34-152,6 3-368,6 5-16,31 23 0,-13-11-528,-16-8-2361</inkml:trace>
  <inkml:trace contextRef="#ctx0" brushRef="#br0" timeOffset="70614.283">28869 11025 32655,'0'0'112,"0"0"-112,0 0 0,0 0 0,0 0 0,0 0-7042</inkml:trace>
  <inkml:trace contextRef="#ctx0" brushRef="#br0" timeOffset="69443.179">26487 9244 28798,'0'0'1392,"0"0"-839,0 0-41,0 0 24,155-27-80,-75 19-144,8 5-104,-1 3-208,-1 0 0,-10 17 0,-12 4 0,-6 2 0,-3 6-520,-16-9-816,-13-5-1777</inkml:trace>
  <inkml:trace contextRef="#ctx0" brushRef="#br0" timeOffset="69691.138">26821 9372 28302,'0'0'1488,"-101"164"-727,39-15-201,-5 30-72,12 7-56,11 1-112,3-11-88,4 9-152,4-7-24,10-10-40,14-15-16,7-34-128,2-32-296,18-21-312,5-33-881,0-16-1551</inkml:trace>
  <inkml:trace contextRef="#ctx0" brushRef="#br0" timeOffset="70352.064">27008 9432 28302,'0'0'1386,"0"20"-865,-38 394 962,5-125-1184,30-118-1067,14-196 114,11-40 297,15-48 209,4 1 0,5 2 1,5 3-1,63-98 148,-108 196 73,-3 4-6,-1 1 1,1-1-1,0 1 0,0 0 1,0 0-1,0 0 0,1 0 0,-1 0 1,1 1-1,0 0 0,1 0 0,-1 0 1,0 0-1,1 1 0,-1-1 1,2 1-68,4 38 592,-42 409 499,32-442-1091,0 0 0,0 0 0,0 0 0,1 0 0,0-1 0,-1 1 0,1 0 1,0 0-1,0 0 0,0-1 0,1 1 0,-1 0 0,1-1 0,-1 0 0,1 1 1,0-1-1,0 0 0,0 0 0,0 0 0,0 0 0,0 0 0,1 0 0,-1 0 1,1-1-1,-1 1 0,1-1 0,0 0 0,-1 0 0,1 0 0,0 0 0,2 0 0,100 7-2,-81-9 2,-16-1 0,0 1 0,0-1 0,0 1 0,1 1 0,-1-1 0,0 2 0,0-1 0,0 1 0,1 0 0,-1 1-1,0-1 1,0 2 0,0-1 0,-1 1 0,1 0 0,-1 1 0,1 0 0,-1 0 0,0 1 0,-1 0 0,1 0 0,-1 0 0,0 1 0,0 0 0,-1 0 0,1 0 0,-1 1 0,-1 0 0,1 0 0,-1 0 0,-1 0 0,2 5 0,-4 12 6,-1 0 1,-1 0-1,-2 0 1,0 0-1,-2-1 1,0 1-1,-1-1 1,-2 0-1,0-1 1,-2 0-1,0 0 1,-1-1 0,-2 0-1,0-1 1,-1 0-1,-1-2 1,0 1-1,-2-2 1,0 0-1,-4 2-6,7-1 12,0 0-1,-1-1 1,0 0-1,-2-2 0,1 0 1,-2-1-1,0 0 1,-1-2-1,0 0 0,-1-1 1,0-1-1,-1-1 1,0 0-1,-1-2 1,1-1-1,-19 3-11,36-10 0,1 0 0,-1-1 0,1 0 0,-1 1 0,1-1 0,-1-1 0,1 1 0,0 0 0,0-1 0,0 0 0,0 0 0,1 1 0,-1-2 0,1 1 0,0 0 0,0 0 0,0-1 0,0 1 0,0-1 0,1 0 0,0 1 0,-1-1 0,1 0 0,1 0 0,-1 0 0,1 0 0,-1 0 0,1 0 0,0 0 0,0 0 0,1 1 0,-1-1 0,1 0 0,0 0 0,0 0 0,0 0 0,1 1 0,-1-1 0,1 0 0,0 1 0,2-3 0,8-20 0,1 1 0,1 0 0,1 2 0,1-1 0,2 2 0,0 0 0,17-15 0,-17 17 0,52-57-20,4 4 1,3 2-1,65-44 20,-41 45-516,-14 15-949</inkml:trace>
  <inkml:trace contextRef="#ctx0" brushRef="#br0" timeOffset="75768.278">15436 11771 26598,'0'0'2467,"0"0"-1494,-2 24-594,-12 264 771,27-14-736,13-1 1,20 58-415,-43-312 16,198 1165 339,-66-402-355,-117-541 0,-17-240 0,-1 0 0,0 0 0,0 0 0,-1 0 0,1 0 0,0 0 0,0 0 0,0 0 0,-1 0 0,1 0 0,-1 0 0,1 0 0,0 0 0,-1 0 0,0 0 0,1 0 0,-1 0 0,0 0 0,1 0 0,-1-1 0,0 1 0,0 0 0,0-1 0,1 1 0,-1 0 0,0-1 0,0 1 0,0-1 0,0 0 0,0 1 0,0-1 0,0 0 0,0 1 0,0-1 0,0 0 0,0 0 0,0 0 0,-1 0 0,1 0 0,0 0 0,0 0 0,0-1 0,0 1 0,0 0 0,0 0 0,0-1 0,0 1 0,0-1 0,0 1 0,0-1 0,-1 1-2,0-1 0,0 1 0,0-1 0,0 1 0,0-1 0,0 0 0,0 0 0,0 0 0,0 0 0,0 0 0,0 0 0,1-1 0,-1 1 0,1-1 0,-1 1 0,1-1 0,-1 1 0,1-1 0,0 0 0,0 0 0,0 0 0,0 1 0,0-1 0,0 0 0,0 0 0,1 0 0,-1 0 0,1-1 0,0 1 0,-1-1 2,-31-169-2082,20 75-1193</inkml:trace>
  <inkml:trace contextRef="#ctx0" brushRef="#br0" timeOffset="76869.778">16199 11452 28590,'0'0'879,"0"0"-336,0 0-135,27-6-45,92-16 5,88 15 288,283 35-375,136 13 298,-428-15-519,385 33-20,-117-57-40,-167-4 0,127 22 0,-195-3 0,-1-9 0,1-11 0,112-20 0,983-39 0,-1205 59 0,1152-17 0,434-80 0,40 54 0,-1600 46 0,0 7 0,-1 6 0,0 6 0,-1 7 0,-2 6 0,36 17 0,-177-48 0,25 9 0,0-2 0,1 0 0,1-2 0,-1-1 0,1-1 0,6-2 0,233 9 0,-102-4 0,0-8 0,-1-6 0,85-19 0,-103 12 0,129-12 0,2 12 0,44 13 0,-305 3-5,0 0 0,0 2 0,0 0 0,0 1 0,-1 0 0,0 1 0,0 1 0,-1 1 0,0 0 0,0 1 5,8 3-47,-21-11-694,-2-1-1110</inkml:trace>
  <inkml:trace contextRef="#ctx0" brushRef="#br0" timeOffset="77241.689">30307 11838 29150,'0'0'626,"-1"26"-57,-1 403 1026,56 261-783,2 77-797,-53-575-15,-9 0 0,-27 168 0,-31 18 0,63-372-127,0 0 0,0-1 0,-1 1 0,1-1 0,-1 0 0,0 1 0,-1-1-1,1 0 1,-1 0 0,0 0 0,-1-1 0,1 1 0,-1-1 0,0 0 0,0 0 0,0 0 0,0 0 0,-3 1 127,-16 0-6475</inkml:trace>
  <inkml:trace contextRef="#ctx0" brushRef="#br0" timeOffset="78095.859">16028 15752 21341,'0'0'2936,"0"0"-871,0 0-977,0 0-736,0 0-352,0 0-472,79-143-1080,-42 87-8763</inkml:trace>
  <inkml:trace contextRef="#ctx0" brushRef="#br0" timeOffset="78958.04">16171 15348 27182,'0'0'956,"0"0"-499,0 0-146,0 0-23,0 0 128,0 0 123,25-12-80,158-69-51,-29 42-251,2 7 0,1 6 0,0 7 0,2 8 0,115 7-157,621-19 437,-616 0-288,0 13 0,1 12 1,133 23-150,-108 18 74,-44-5-70,1-11-1,54-9-3,181-28 0,-155-2 0,218 25 0,211-2 0,-392-12 0,-269 6 0,0 4 0,-1 6 0,76 21 0,571 90 0,-538-94 0,202 36-63,-67-8-6,3-15 0,236-5 69,-385-43 4,-1-10 1,9-10-5,-156 16 2,363-46-4,313 6 2,-182 40-3,-538 8-51,-1-1 0,0-1 0,1 0-1,-1-1 1,0 0 0,0-1 0,0-1 0,0 0-1,-1-1 1,0 0 0,0-1 0,0-1 0,0 0-1,-1-1 1,0 0 0,-1 0 0,0-2-1,0 1 1,-1-1 0,4-6 54,2-28-2258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0 571 25405,'0'0'3527,"0"0"-2418,0 0-821,10 18 120,105 228 946,-102-216-1257,-3-4-56,0 0 0,2-1-1,1-1 1,1 0 0,1-1-1,1 0 1,0-2 0,2 1-1,1-2 1,3 1-41,-15-16 7,0-1-1,1 0 1,0-1-1,-1 0 1,1 0 0,1-1-1,-1 1 1,0-2 0,0 1-1,1-1 1,-1-1-1,1 0 1,-1 0 0,1 0-1,-1-1 1,0 0-1,1-1 1,-1 0 0,0 0-1,0-1 1,0 0 0,0 0-1,-1-1 1,1 0-1,-1-1 1,0 1-7,130-90 0,158-157 15,128-153-15,-91 84-382,-282 273-1163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9.3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31191,'0'0'1128,"0"0"-944,0 0 0,0 0-120,0 0-64,0 0-176,0 0-1704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6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0 27566,'0'0'1702,"0"0"-1149,0 0-234,0 0 40,0 0 127,6 21-39,0-3-359,-2-9-53,0 1 0,-1 0 0,-1 1 0,1-1 0,-2 0 0,1 1 0,-2-1 0,1 1 0,-1-1 0,-1 1 0,0-1 0,-2 8-35,-13 122 122,17-137-143,1 1 1,-1 0-1,1-1 1,0 1 0,-1-1-1,2 0 1,-1 0-1,0 0 1,1 0 0,-1 0-1,1 0 1,0 0 0,0-1-1,0 1 1,0-1-1,0 0 1,1 0 0,-1 0-1,1-1 1,-1 1-1,1-1 1,0 0 0,-1 0-1,1 0 1,0 0 0,0-1-1,0 1 1,0-1-1,-1 0 1,1 0 0,0-1-1,0 1 1,0-1-1,0 0 1,-1 0 0,1 0-1,0 0 1,0-1 20,18 1-154,282-54-158,-166 40 656,-152 32-20,-285 217 99,-63 75-3494,306-274-1429</inkml:trace>
  <inkml:trace contextRef="#ctx0" brushRef="#br0" timeOffset="346.209">59 1043 29662,'0'31'810,"-15"277"211,-28 131-306,43-438-729,0 1 1,0-1-1,0 1 0,0-1 0,0 1 0,0-1 0,0 0 1,0 1-1,1-1 0,-1 1 0,1-1 0,-1 1 1,1-1-1,-1 0 0,1 1 0,0-1 0,0 0 0,-1 0 1,1 0-1,0 1 0,0-1 0,0 0 0,1 0 1,-1 0-1,0 0 0,0-1 0,0 1 0,1 0 0,-1 0 1,0-1-1,1 1 0,-1-1 0,0 1 0,1-1 1,-1 0-1,1 1 0,-1-1 0,1 0 0,-1 0 0,1 0 1,-1 0-1,1 0 0,-1-1 0,1 1 0,-1 0 0,0-1 1,1 1-1,-1-1 0,1 1 0,-1-1 0,0 1 1,1-1-1,-1 0 0,0 0 0,0 0 0,0 0 0,0 0 1,0 0-1,0 0 0,0 0 0,0 0 0,0 0 1,0-1-1,0 1 0,-1 0 0,1-1 0,-1 1 0,1 0 1,-1-1 13,94-185-1285,-54 93 688,4-15 180,5 3 0,5 1 0,42-57 417,-80 140 169,2 0 0,1 2 0,0 0 0,2 1 0,0 0 0,1 2 0,0 1 0,2 1 0,0 0 0,0 2 0,1 1 0,16-5-169,-35 13 51,1 1-1,-1-1 0,1 1 1,0 0-1,0 1 0,0 0 0,0 0 1,0 0-1,1 1 0,-1 0 1,0 1-1,1-1 0,-1 2 0,0-1 1,1 1-1,-1 0 0,0 0 1,1 1-1,-1 0 0,0 0 0,0 0 1,0 1-1,-1 1 0,1-1 1,-1 1-1,0 0 0,0 0 0,0 1 1,0-1-1,-1 1 0,0 1 1,0-1-1,0 1 0,0 1-50,0 11 29,-2 1-1,0-1 1,-1 1 0,-1 0 0,-1 0-1,0 0 1,-1-1 0,-1 1-1,-1 0 1,-1-1 0,-1 0-1,0 1 1,-1-2 0,-1 1-1,-1-1 1,0 0 0,-1 0-1,-1-1 1,-1-1 0,0 1-29,6-5-116,-1 0 1,0 0 0,-1-1-1,0 0 1,0 0 0,-1 0-1,0-1 1,-1-1 0,0 1-1,0-1 1,-1-1 0,0 0-1,0 0 1,-1-1 0,0 0-1,0-1 1,0 0 0,-1-1-1,1 0 1,-1-1 0,-2 0 115,-26-1-3446</inkml:trace>
  <inkml:trace contextRef="#ctx0" brushRef="#br0" timeOffset="594.544">492 1122 10322,'0'0'20036,"-37"174"-19315,-16-31-425,-9 19-208,2-9-72,7-16-16,23-27-56,9-29-616,8-27-1457</inkml:trace>
  <inkml:trace contextRef="#ctx0" brushRef="#br0" timeOffset="873.797">702 1493 30655,'0'0'872,"96"135"208,-17-13-920,1 4-160,-6-10 0,-7-14 0,9-19 0,37-19 0,-7-14-440,-19-40-2657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5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30286,'0'0'725,"0"0"-397,21-1-202,233-39 387,-158 11-428,-53 15-542,1 1-1,1 2 1,0 2-1,1 2 1,25 1 457,-69 7-106,0 1 0,0 0 0,0 0 0,0 0 0,0 0 0,0 0 0,-1 0 0,1 0 0,-1 0 0,0 1 1,0-1-1,1 1 0,-1-1 0,-1 1 0,1-1 0,0 1 0,-1-1 0,1 1 0,-1 0 0,0-1 0,0 1 0,0 0 0,0-1 1,0 1-1,-1 0 0,1-1 0,-1 1 0,0-1 0,0 1 0,0 0 0,0-1 0,0 0 0,-1 2 106,-69 206 278,11-31 1225,7 2 1,4 23-1504,33-50 926,16-153-917,0 0 1,0 0-1,0 0 1,0-1 0,0 1-1,0 0 1,0 0 0,1-1-1,-1 1 1,0 0 0,0 0-1,1-1 1,-1 1 0,0 0-1,1-1 1,-1 1 0,1 0-1,-1-1 1,1 1 0,-1-1-1,1 1 1,-1-1 0,1 1-1,0-1 1,-1 1 0,1-1-1,0 1 1,-1-1 0,1 0-1,0 1 1,0-1 0,-1 0-1,1 0 1,0 0 0,0 1-1,-1-1 1,1 0 0,0 0-1,0 0 1,0 0-1,-1-1 1,1 1 0,0 0-1,0 0 1,-1 0 0,1 0-1,0-1 1,0 1 0,-1 0-1,1-1 1,0 1 0,-1-1-1,1 1 1,0-1-10,42-25 377,247-186-43,-284 209-516,-1 0 0,0-1 1,0 0-1,0 0 0,0 0 0,0-1 1,-1 1-1,0-1 0,0 0 0,0 0 1,-1-1-1,0 1 0,0-1 0,0 0 1,0 1-1,-1-1 0,0 0 0,0-2 182,0-23-3550</inkml:trace>
  <inkml:trace contextRef="#ctx0" brushRef="#br0" timeOffset="249.34">35 739 28910,'-16'106'816,"16"18"-272,0 0-263,18-28 23,14-34 56,12-10-48,14 2-80,15-3-72,17-5-64,2-21-48,7-21-48,0-6-80,35-85-376,-23 2-729,-24-12-2607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3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569 218 29438,'0'0'985,"0"0"-601,0 0-240,0 0 136,127 36-8,-60-24-48,9-2-72,4 1-104,1-1-48,-5 5-16,-9 1-128,-21 15-288,-21-2-961,-20-2-2343</inkml:trace>
  <inkml:trace contextRef="#ctx0" brushRef="#br0" timeOffset="252.324">0 1054 27454,'0'0'2784,"0"0"-2415,0 0-145,0 0-168,0 0 88,182 37 224,-4-39-32,24-19-80,-4-3-112,-20 7-96,-33 9-16,-25 8-32,-30 0-16,-28 0-224,-5 12-312,-13 5-1057,-9-3-3624</inkml:trace>
  <inkml:trace contextRef="#ctx0" brushRef="#br0" timeOffset="423.866">1118 693 29718,'0'0'721,"-104"160"-201,21-17-152,-9 23 0,9 2-96,16-13-144,21-16-72,14-29-56,13-29-16,15-33-128,4-28-120,0-9-248,27-30-945,3-16-367,0-23-3281</inkml:trace>
  <inkml:trace contextRef="#ctx0" brushRef="#br0" timeOffset="597.56">1037 1413 22869,'0'0'5857,"0"0"-4697,76 147-319,-37-25-345,5 32-80,-3-13 48,-1-34-136,-4-40-184,4-42-96,15-11-32,12-14-16,20-19 0,24-57-16,22-55-256,19-51-200,-2-22-560,-46 41-465,-40 34-2536</inkml:trace>
  <inkml:trace contextRef="#ctx0" brushRef="#br0" timeOffset="864.85">2426 326 29502,'0'0'1337,"0"0"-1145,0 0-136,0 0-56,0 0 16,0 0 0,127 104-16,-116-54-16,-11 35-192,-18-11-1289,-12-7-1879</inkml:trace>
  <inkml:trace contextRef="#ctx0" brushRef="#br0" timeOffset="1047.66">1965 1212 27966,'0'0'1522,"0"0"-737,0 0-481,0 0-217,0 0-10,23-15 82,347-217-27,-365 229-137,4-3-8,1 1 1,0 0-1,0 0 0,0 1 1,0 0-1,1 1 0,-1 0 1,1 0-1,0 2 0,0-1 0,0 1 1,0 1-1,0 0 0,7 1 13,-15 0 0,0 0 0,0 1 0,0 0-1,0-1 1,-1 1 0,1 0 0,-1 0 0,1 1-1,-1-1 1,0 0 0,0 1 0,0 0 0,0-1-1,0 1 1,-1 0 0,1 0 0,-1 0 0,0 0 0,0 0-1,0 0 1,0 0 0,0 0 0,-1 0 0,0 1-1,1-1 1,-1 0 0,0 2 0,4 65 73,-2-1-1,-4 1 1,-2-1-1,-11 50-72,-7 169 1090,23-287-1092,0 0 0,0 0 0,0 0-1,0 0 1,0-1 0,0 1 0,0 0 0,0 0-1,1-1 1,-1 1 0,0-1 0,1 1-1,-1-1 1,0 1 0,1-1 0,-1 0 0,1 0-1,-1 0 1,0 1 0,1-1 0,-1-1 0,1 1-1,-1 0 1,0 0 0,1-1 0,-1 1 0,0 0-1,1-1 1,-1 1 0,0-1 0,1 0-1,-1 1 1,0-1 0,0 0 0,0 0 0,0 0-1,0 0 1,1 0 2,93-95-1319,-53 41-1024</inkml:trace>
  <inkml:trace contextRef="#ctx0" brushRef="#br0" timeOffset="1531.547">3405 1 26806,'0'0'3272,"0"0"-2567,0 0-345,0 0-80,0 0 160,-103 163-72,17-40-168,-31 51-64,-17 27-80,5-4-56,30-37 0,39-63-80,28-43-304,32-54-264,0-4-985,18-33-3008</inkml:trace>
  <inkml:trace contextRef="#ctx0" brushRef="#br0" timeOffset="1783.871">3707 173 28654,'0'0'1064,"117"29"-71,-52 2-673,2 10 136,-12 9-320,-9 6-72,-11 4-64,-8 17-152,-11-15-544,-13-14-1689</inkml:trace>
  <inkml:trace contextRef="#ctx0" brushRef="#br0" timeOffset="1974.365">4013 575 26382,'0'0'4209,"0"0"-3769,0 0-304,-73 137-48,45-81 80,-4 2-48,-3-4-80,1-7-40,-3-5-208,2-15-392,-2-15-297,-9-22-615,7-23-1225,2-11-16971</inkml:trace>
  <inkml:trace contextRef="#ctx0" brushRef="#br0" timeOffset="2234.667">3357 677 26582,'0'0'1352,"0"147"-256,0-50-336,9 1-79,5-11-129,9-21-208,5 5-136,11-1-88,9-12-56,17-16-8,8-11 24,15-13 56,9-9-16,6-9-120,8-2-64,43-73-344,-29 0-1089,-13-12-5432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2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65 289 24453,'0'0'4623,"0"0"-3288,0 0-797,0 0-178,0 0-69,-11-5-71,5 3-185,5 2-32,0 1 1,0-1-1,0 0 0,1 1 0,-1-1 1,0 0-1,0 0 0,0 0 1,0 0-1,0 0 0,0 0 0,0 0 1,1 0-1,-1 0 0,0 0 0,0 0 1,0-1-1,0 1 0,0 0 1,0-1-1,1 1 0,-1 0 0,0-1 1,0 1-1,1-1 0,-1 1 0,0-1 1,0 0-1,1 1 0,-1-1 1,1 0-1,-1 1 0,1-1 0,-1 0 1,1 0-1,-1 0 0,1 1 0,0-1 1,-1 0-1,1 0 0,0 0 1,0 0-1,0 0 0,-1 0 0,1 1 1,0-1-1,0 0 0,0 0 0,1 0 1,-1 0-1,0 0 0,0 0 1,0 0-1,1 1 0,-1-1 0,0 0 1,1 0-1,-1 0 0,1 0 0,-1 1 1,1-1-1,-1 0 0,1 1 0,-1-1 1,1 0-1,0 1 0,-1-1 1,2 0-4,38-18 26,2 2 1,0 1-1,0 3 1,2 1-1,-1 2 1,1 2-1,1 2 1,-1 2 0,1 2-1,0 1 1,0 3-1,20 4-26,-39-1 4,-1 1 0,0 1 0,0 1-1,0 2 1,-1 0 0,-1 1 0,0 2 0,0 0-1,-2 1 1,1 2 0,-2 0 0,0 1-1,-1 1 1,-1 0 0,4 7-4,-11-13 9,-1 0 1,-1 1-1,0 0 1,-1 1-1,0 0 1,-1 0-1,0 0 1,-1 1-1,-1 0 1,-1 0-1,0 1 1,0-1-1,-2 1 1,0 0-1,-1 0 0,0 0 1,-2 0-1,0-1 1,0 1-1,-2 0 1,0 0-1,0-1 1,-2 0-1,0 0 1,-5 12-10,-19 23 7,-1-2 0,-3-1 0,-1-1 1,-2-2-1,-3-2 0,-1-1 0,-28 20-7,26-19 2,-1-2 0,-2-2 0,-2-2-1,-1-2 1,-2-2 0,-1-3 0,-1-1 0,-2-3-1,-20 5-1,57-25-32,-1-1-1,0 0 0,-1-2 1,1 0-1,0-1 0,-1-1 1,1 0-1,-3-2 33,18 0-76,-1 1 0,0-1 0,1-1 0,-1 1 1,1-1-1,0 1 0,-1-1 0,1 0 0,1 0 0,-1 0 0,0 0 1,1-1-1,-1 1 0,1-1 0,0 0 0,0 1 0,1-1 0,-1 0 1,1 0-1,0 0 0,0 0 0,0 0 0,0 0 0,1-1 0,0 1 0,0 0 1,0 0-1,0 0 0,1 0 0,-1-1 0,1 1 0,0 0 0,0 0 1,1 0-1,1-3 76,8-55-3274</inkml:trace>
  <inkml:trace contextRef="#ctx0" brushRef="#br0" timeOffset="339.765">1542 1 24789,'0'0'4335,"0"0"-2979,0 0-971,-21 11-125,-139 93 399,113-56-510,3 2 0,1 1-1,3 3 1,2 1 0,2 2-1,-2 11-148,24-40 4,2 1 1,1 0-1,1 1 0,2 0 0,0 1 0,3 0 0,0 0 0,2 0 0,1 0 1,2 1-1,1-1 0,1 0 0,2 0 0,1 0 0,1 0 0,2-1 0,1 0 1,1 0-1,2-1 0,1 0 0,1-1 0,10 13-4,-12-24 1,1 0 0,1-1 0,1-1 0,0 0-1,1-1 1,0-1 0,1 0 0,1-1 0,0-1 0,0-1 0,1 0 0,1-2 0,0 0-1,0-1 1,0-1 0,13 2-1,28 4-65,0-3 0,1-3 1,-1-2-1,48-4 65,70-9-994,-24-19-632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44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4338 1133 30022,'0'0'581,"0"0"-259,0 0 21,-10-19 113,-80-120 155,72 118-588,-2 2-1,0 0 1,-1 1 0,-1 1 0,0 1 0,-1 1-1,-1 1 1,0 1 0,-1 2 0,-1 0-1,1 1 1,-2 2 0,1 1 0,-8-1-23,29 7 2,-1 1 0,1-1 1,-1 1-1,1 0 1,0 0-1,-1 1 0,1 0 1,-1 0-1,1 0 1,0 1-1,0-1 0,0 1 1,0 0-1,0 1 1,0-1-1,0 1 0,1 0 1,-1 0-1,1 1 0,0-1 1,0 1-1,0 0 1,1 0-1,-1 0 0,1 1 1,0-1-1,0 1 1,1-1-1,-1 1 0,1 0 1,0 0-1,0 0 1,1 1-1,-1 0-2,-12 43 4,3 1-1,2 1 1,2 0-1,2 0 1,2 0 0,3 0-1,5 47-3,-4-72 1,0-1 0,2 1 0,0-1 0,2 1 0,1-1-1,1-1 1,1 1 0,4 6-1,-9-26 0,-1 0 0,1 0 0,1 0 0,-1-1 0,1 0 0,-1 1 0,1-1 0,1 0 0,-1-1 0,0 1 0,1-1 0,0 0 0,0 0 0,0 0 0,0-1 0,0 0 0,1 0 0,-1 0 0,0 0 0,1-1 0,0 0 0,-1 0 0,1-1 0,0 1 0,-1-1 0,1 0 0,0-1 0,-1 0 0,1 0 0,1 0 0,8-2 0,1-1 0,-1-1 0,0 0 0,0-1 0,0-1 0,-1 0 0,0-1 0,-1 0 0,11-9 0,242-234-149,-166 153-656,-13 12-978</inkml:trace>
  <inkml:trace contextRef="#ctx0" brushRef="#br0" timeOffset="249.632">5161 1338 29734,'0'0'2177,"0"0"-1785,0 0-280,0 0-72,0 0-40,-32 108-616,2-108-5538</inkml:trace>
  <inkml:trace contextRef="#ctx0" brushRef="#br0" timeOffset="-754.555">157 642 15803,'0'0'3553,"-12"21"-800,-76 135 3284,77-137-5533,-35 95 2003,49-112-2485,0 0 0,-1 0 0,1-1-1,0 1 1,0-1 0,0 1 0,0-1 0,0 0-1,0 0 1,0 0 0,0-1 0,1 1 0,-1-1-1,0 0 1,0 0 0,0 0 0,1 0-1,-1 0 1,0-1 0,0 1 0,1-1 0,-1 0-1,0 0 1,0 0 0,0 0 0,0-1-1,0 0-21,133-84 291,-61 19-267,-3-3 0,-4-3 0,-3-2 0,-3-4 0,17-32-24,-16 45 3,-61 66-3,0 0-1,-1 0 1,1 1 0,0-1-1,-1 0 1,1 1 0,0-1-1,-1 1 1,1 0 0,-1 0-1,1-1 1,-1 1 0,1 0-1,-1 0 1,0 0 0,1 1 0,-1-1-1,0 0 1,0 0 0,0 1-1,0-1 1,0 1 0,0-1-1,0 1 1,0-1 0,-1 1-1,1-1 1,0 1 0,-1 0-1,0-1 1,1 1 0,-1 0-1,0-1 1,0 1 0,0 0 0,0 0-1,0-1 1,0 1 0,0 0-1,-1-1 1,1 1 0,-1 0 0,1 0 0,16 362 14,-17-260-12,0-17 3,-1-23 0,3 1 0,3-1 1,11 58-6,-15-118 0,0 0 1,1 1 0,-1-1-1,1 0 1,0 0-1,1 0 1,-1 0 0,1 0-1,-1 0 1,1 0-1,0-1 1,1 1 0,-1 0-1,1-1 1,-1 0-1,1 0 1,0 0 0,0 0-1,0 0 1,1 0-1,-1-1 1,1 0-1,-1 1 1,1-1 0,0-1-1,0 1 1,0 0-1,0-1 1,0 0 0,0 0-1,0 0 1,0-1-1,1 1 1,-1-1 0,0 0-1,3 0 0,0-1 2,-1 0 0,1-1 0,-1 0 0,1 0 0,-1 0 0,0-1 0,0 1-1,0-2 1,0 1 0,0-1 0,-1 1 0,0-2 0,0 1 0,0 0 0,0-1 0,0 0 0,-1 0-1,0-1 1,0 1 0,-1-1 0,1-1-2,51-74 8,-3-3-1,-5-2 0,-3-2 1,-4-1-1,-3-3 0,18-80-7,73-337 18,-100 440-9,-19 76-25,4 168 52,-11 171 82,19 470 84,5-518-177,-2-61-2,-11 0 1,-11 91-24,-5-278 0,-2-1 0,-2 0 1,-2-1-1,-2 0 0,-2 0 0,-19 42 0,30-82 1,-1 0 0,-1 0 0,1 0 0,-1 0 0,-1-1 0,1 0 0,-1 0 1,-1 0-1,1-1 0,-1 1 0,0-1 0,0-1 0,-1 1 0,0-1 0,0 0 0,0-1 0,0 1 0,-1-2 0,0 1 0,0-1 0,0 0 0,0 0 0,0-1 0,-1 0 0,1-1 0,-1 0 0,1 0 0,-1-1 0,1 0 0,-9-1-1,10 0 0,0-1 0,0 0-1,0 0 1,0 0 0,0-1 0,1 0-1,-1 0 1,1 0 0,0-1 0,0 0-1,0-1 1,1 1 0,-1-1 0,1 0-1,0 0 1,1-1 0,-1 1 0,1-1-1,0 0 1,0 0 0,1-1 0,-1-1 0,-17-35-15,2-1 0,2-1 1,1-1-1,3 0 0,2-1 1,2-1-1,2 1 0,2-1 1,2 0-1,2-10 15,-2 7-9,3-1 0,1 1 0,3 0 0,2 0 1,3 0-1,1 0 0,3 2 0,2-1 0,12-25 9,-7 25-47,3 0 0,1 1-1,3 1 1,2 1 0,2 2 0,2 1 0,2 2 0,38-37 47,121-89-1517,-100 87-782</inkml:trace>
  <inkml:trace contextRef="#ctx0" brushRef="#br0" timeOffset="-360.579">3168 494 29830,'0'0'566,"0"0"-295,0 0-11,-20 18 186,-143 113 212,-666 374-466,807-490-193,9-8 14,1 0 0,0 1 0,1 0-1,0 1 1,0 0 0,0 1 0,2 0 0,-1 0-1,1 1 1,1 1 0,-5 7-13,12-17 0,1 1 1,0-1 0,-1 1-1,1 0 1,0-1-1,1 1 1,-1-1-1,0 1 1,1-1 0,-1 1-1,1-1 1,0 1-1,0-1 1,0 0-1,0 1 1,0-1 0,0 0-1,1 0 1,-1 0-1,1 0 1,0 0-1,-1 0 1,1 0 0,0 0-1,0-1 1,0 1-1,0-1 1,0 0-1,1 1 1,-1-1-1,0 0 1,1 0 0,-1 0-1,1-1 1,-1 1-1,1 0 1,-1-1-1,1 0 1,-1 0 0,1 0-1,70 19 15,1-3 1,0-3 0,66 2-16,54 8 2,189 50-2043,-304-61-819</inkml:trace>
  <inkml:trace contextRef="#ctx0" brushRef="#br0" timeOffset="1765.13">825 2798 16275,'0'0'11828,"0"0"-9123,0 0-2553,0 0-93,24-1 25,285-10 294,434 26-266,1073-16 491,-1229-15-367,-89 14-462,-465 6-757,-21 4-1762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31391,'0'0'0,"0"0"-560,0 0-1105,0 0-231,0 0-14772</inkml:trace>
  <inkml:trace contextRef="#ctx0" brushRef="#br0" timeOffset="170.04">0 1 30927,'164'138'864,"-164"-131"-864,-5 3-288,-36 5-96,2-3-345,-1-6-3039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49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1094 27454,'0'0'2598,"0"0"-1811,0 0-589,0 0 42,0 0 110,11 6 35,-8-5-359,0 1-6,-1 0 0,1-1-1,0 1 1,0-1-1,-1 0 1,1 0 0,0 0-1,0 0 1,0 0-1,1-1 1,-1 1-1,0-1 1,0 0 0,0 0-1,0 0 1,0-1-1,0 1 1,0-1 0,0 1-1,0-1 1,0 0-1,0 0 1,0 0 0,0-1-1,0 1 1,-1-1-1,1 1 1,0-1-1,-1 0 1,0 0 0,2-2-20,44-45 24,-3-3 0,-2-2 0,-2-1 1,-3-3-1,22-45-24,-11 23 0,-4-3 0,-3-1 0,-4-2 0,22-77 0,-51 152 0,-5 41 0,2 185 0,-3-53 0,6-1 0,8 0 0,8 7 0,28-12 0,-51-152 0,0 0 0,0 0 0,1 0 0,0 0 0,-1-1 0,1 1 0,1-1 0,-1 0 0,0 0 0,1 0 0,0 0 0,-1-1 0,1 1 0,0-1 0,0 0 0,1 0 0,-1 0 0,0-1 0,1 0 0,-1 0 0,1 0 0,-1 0 0,1 0 0,-1-1 0,1 0 0,-1 0 0,1 0 0,0-1 0,-1 0 0,1 1 0,-1-1 0,0-1 0,4 0 0,4-5 0,0 0 0,0-1 0,-1 0 0,1-1 0,-2-1 0,1 1 0,-2-1 0,1-1 0,-1 0 0,-1-1 0,0 1 0,0-1 0,4-11 0,-9 18 0,86-148-10,-7-3 0,-7-4 0,-7-3-1,-7-2 1,20-99 10,-54 156 6,-25 136 39,-38 347-45,12 150 0,26 126 0,50 712 0,-62-1012 0,10-345 0,-1 0 0,1 1 0,-1-1 0,-1 0 0,1 0 0,-1 0 0,0 0 0,-1 0 0,1 0 0,-1 0 0,0-1 0,-1 1 0,1-1 0,-1 0 0,0 0 0,0-1 0,-1 1 0,0-1 0,1 0 0,-1 0 0,-1 0 0,1-1 0,0 1 0,-1-1 0,0-1 0,1 1 0,-1-1 0,0 0 0,-1 0 0,1-1 0,0 0 0,0 0 0,-1 0 0,1-1 0,0 0 0,-1 0 0,1-1 0,0 0 0,0 0 0,-5-1 0,-1-4 0,-1 0 0,1 0 0,0-2 0,1 1 0,-1-2 0,2 1 0,-1-2 0,1 1 0,0-1 0,1-1 0,-6-9 0,-10-13 0,2 0 0,2-1 0,1-2 0,1 0 0,3-1 0,1 0 0,1-2 0,2 1 0,2-2 0,2 1 0,1-1 0,2-1 0,2 1 0,2-1 0,1 1 0,2-1 0,2 1 0,2 0 0,1 0 0,2 1 0,2-1 0,12-25 0,26-34-170,4 2 0,5 2 0,3 3 1,5 2-1,4 4 0,3 3 0,4 2 0,39-28 170,-40 38-2146</inkml:trace>
  <inkml:trace contextRef="#ctx0" brushRef="#br0" timeOffset="247.302">2620 893 31127,'0'0'1016,"0"0"-960,0 0-48,0 0-8,122 12 24,-83-10-24,1-2-8,-11 9-568,-5-3-1225,-18 0-3880</inkml:trace>
  <inkml:trace contextRef="#ctx0" brushRef="#br0" timeOffset="436.794">2512 1357 30959,'0'0'680,"0"0"-504,0 0-112,0 0 256,161-18 96,-87-1-264,4 0-152,23 11 0,-20 6-704,-16 2-3105</inkml:trace>
  <inkml:trace contextRef="#ctx0" brushRef="#br0" timeOffset="3029.125">4304 644 21309,'0'0'1413,"0"0"2151,0 0-2149,0 0-667,-5 18-23,-15 55-79,20-72-620,-1 0 0,1 0 0,-1 0 0,1 0 0,-1 0 0,1 0 0,0 1 0,0-1 0,0 0 0,-1 0 0,1 0 0,0 0 0,0 0 0,1 1 0,-1-1 0,0 0 0,0 0 0,0 0 0,1 0 0,-1 0 0,1 0 0,-1 0 0,1 0 0,-1 0 0,1 0 0,-1 0 0,1 0 1,0 0-1,0 0 0,-1 0 0,1 0 0,0-1 0,0 1 0,0 0 0,0-1 0,0 1 0,0-1 0,0 1 0,0-1 0,0 1 0,0-1 0,0 0 0,1 1 0,-1-1 0,0 0 0,0 0 0,0 0 0,0 0 0,0 0 0,1 0 0,-1 0 0,0 0 0,0-1 0,0 1 0,0 0 0,0-1 0,1 1-26,7-1 165,11 4-141,0-2 1,1-1-1,-1 0 0,0-1 1,0-2-1,0 0 0,0 0 1,0-2-1,-1-1 0,0 0 0,0-2 1,0 0-1,13-9-24,11-13-5,-1-3-1,-2-2 1,-1-1-1,-2-2 1,-2-1-1,-1-2 1,-3-1 0,-1-2-1,-2-1 1,-2-1-1,-2-1 1,7-24 5,-31 109 0,-82 287 16,65-227-24,5 2 1,4-1-1,4 40 8,5-126-3,-1-1 0,2 1 1,0-1-1,0 1 0,1-1 0,1 1 0,0-1 0,0-1 1,1 1-1,1-1 0,0 1 0,0-1 0,5 4 3,-8-11-3,0 0 1,0-1-1,1 1 0,-1-1 0,1 0 0,0 0 0,0 0 0,0-1 1,0 1-1,0-1 0,1 0 0,-1 0 0,1-1 0,-1 1 0,1-1 1,0 0-1,-1 0 0,1-1 0,0 1 0,0-1 0,-1 0 0,1 0 0,0-1 1,0 1-1,-1-1 0,1 0 0,0 0 0,-1-1 0,1 0 0,-1 1 1,1-1-1,-1-1 0,0 1 0,0-1 0,0 1 0,0-1 0,0-1 3,27-22-1,0-2 0,-3-1 0,0-1 0,-2-1 0,-1-1 0,9-18 1,15-17-87,-3-1 0,-3-3 1,-3-1-1,-3-2 0,-4-2 1,-3-1-1,-3-1 0,7-43 87,-19-57 675,-32 342-416,-24 770 113,22-363 101,28 72-473,-4-298 47,-4-335-47,0 0 0,-1-1 1,-1 1-1,1 0 0,-2-1 0,1 1 1,-1 0-1,-1-1 0,0 0 0,0 1 0,0-1 1,-2 0-1,1-1 0,-1 1 0,0-1 1,0 0-1,-1 0 0,-1-1 0,1 1 0,-1-1 1,0-1-1,-1 1 0,1-1 0,-1-1 1,0 1-1,-1-2 0,1 1 0,-1-1 0,0 0 1,-6 1-1,5-2-6,0 0 0,0-1-1,-1 0 1,1 0 0,-1-1 0,1-1 0,-1 0 0,1 0 0,-1-1 0,1-1 0,-1 1 0,1-2 0,0 1 0,0-2 0,0 1 0,0-1 0,0-1 0,1 1 0,0-2 0,0 1 0,0-1 0,1-1-1,0 0 1,0 0 0,0 0 0,-4-7 6,-4-16-39,2 0 0,1 0 0,1-1 0,2-1 0,1 1 0,2-2 0,1 1 0,1-1 0,2 0 0,1 0 0,2 0 0,2-17 39,-2 39-9,0-49-42,3 0 0,2 1 0,3 0 0,2 0 1,3 0-1,3 2 0,21-53 51,9-5-22,4 1 0,5 3 0,5 3 0,5 2 0,75-93 22,-30 79-940,-32 50-2553,-22 26-5783</inkml:trace>
  <inkml:trace contextRef="#ctx0" brushRef="#br0" timeOffset="3438.093">6654 1673 29774,'0'0'649,"0"0"-239,-1-18-207,-12-124 317,11 125-492,0 1 0,-2 0 0,0 0 0,0 1 0,-1-1 0,-1 1-1,-1 0 1,0 0 0,-1 1 0,0 0 0,-1 0 0,-1 1 0,0 0 0,-4-2-28,11 13 0,0-1 1,0 1-1,-1 0 1,1 0-1,-1 0 1,1 1-1,-1-1 1,0 1-1,1 0 1,-1 0-1,0 0 1,0 0-1,0 1 1,0-1 0,0 1-1,0 0 1,0 1-1,0-1 1,0 1-1,0-1 1,1 1-1,-1 0 1,0 1-1,0-1 1,1 0-1,-1 1 1,1 0-1,-1 0 1,1 0-1,0 1 1,-1-1-1,1 1 1,1-1-1,-1 1 1,0 0-1,1 0 1,-1 0-1,0 3 0,-75 135-4,67-102 10,1 0 0,2 0 0,2 1 0,1 0 1,3 1-1,1 28-6,0-65 0,0 1 0,0-1 1,1 0-1,0 0 0,-1 1 0,1-1 1,1 0-1,-1 1 0,1-1 1,-1 0-1,1 0 0,1 1 0,-1-1 1,0 0-1,1 0 0,0 0 1,0-1-1,0 1 0,1 0 0,-1-1 1,1 1-1,-1-1 0,1 0 0,0 0 1,1 0-1,-1 0 0,0-1 1,1 1-1,0-1 0,-1 0 0,1 0 1,0 0-1,0 0 0,2 0 0,5-4-7,-1 0 1,1-1-1,0 0 0,-1-1 1,0 0-1,0 0 0,0-1 1,0 0-1,-1-1 0,0 0 0,0-1 1,0 1-1,-1-2 0,0 1 1,0-1-1,-1-1 0,0 1 0,-1-1 1,0 0-1,0-1 0,-1 1 1,1-2 6,-5 8-10,84-129-2400,-60 77-2346</inkml:trace>
  <inkml:trace contextRef="#ctx0" brushRef="#br0" timeOffset="6402.156">8043 1513 25613,'0'0'1689,"0"0"-997,0 0-397,0 0-78,0 0 28,2 9-30,4 64 116,-9-70-280,0-2 1,-1 1-1,1 0 0,-1-1 1,0 1-1,1-1 0,-1 0 1,0 0-1,0-1 0,1 1 1,-1-1-1,0 0 0,0 0 1,0 0-1,0 0 0,0-1 1,1 1-1,-3-1-51,5-1 1,0 0-1,0 0 1,0 0 0,0 0-1,0 0 1,1 0 0,-1 0-1,1 0 1,-1-1 0,1 1-1,0 0 1,0 0 0,0 0-1,0 0 1,0-1 0,0 1-1,0 0 1,1 0 0,-1 0-1,1 0 1,0 0 0,0 0-1,0 0 1,0 0 0,0 0-1,1-1 0,-1 1 16,1 1-1,0 0 0,-1-1 0,1 1 0,0 0 1,0 0-1,0 1 0,0-1 0,0 0 0,0 0 0,0 1 1,0 0-1,0-1 0,0 1 0,0 0 0,0 0 1,0 0-1,0 0 0,0 0 0,0 0 0,0 1 0,0-1 1,0 1-1,0 0 0,0-1 0,0 1 0,0 0 0,0 0 1,0 0-1,-1 0 0,1 0 0,0 1 0,-1-1 1,1 0-1,-1 1 0,0 0 0,1-1 0,-1 1 0,0 0 1,0-1-1,0 1 0,0 0 0,0 0 0,0 0 1,0 0-1,-1 0 0,1 0 0,-1 0 0,0 0 0,1 0 1,-1 0-1,0 0 0,0 0 0,0 0 0,-1 2-15,-47 1 595,45-7-591,0 1-1,1 0 1,-1 0-1,1-1 1,-1 0-1,1 1 1,-1-1-1,1 0 1,0 0-1,0 0 1,0-1 0,0 1-1,0 0 1,1-1-1,-1 1 1,1-1-1,-1 0 1,1 1-1,0-1 1,0 0-1,0 0 1,1 0-1,-1 1 1,1-1-1,-1 0 1,1 0 0,0 0-1,0 0 1,0 0-1,1 0 1,-1 0-1,1 0 1,-1 0-1,1 0-3,-1-1 0,1 1 0,0 1-1,1-1 1,-1 1-1,0-1 1,1 1-1,-1 0 1,1-1 0,0 1-1,0 0 1,0 0-1,0 0 1,0 0-1,0 1 1,0-1-1,1 0 1,-1 1-1,1 0 1,-1-1 0,1 1-1,-1 0 1,1 1-1,0-1 1,0 0-1,-1 1 1,1-1-1,0 1 1,0 0-1,0 0 1,-1 0 0,1 0-1,0 0 1,0 1-1,-1 0 1,1-1-1,0 1 1,0 0-1,-1 0 1,1 0 0,-1 1-1,1-1 1,-1 0-1,0 1 1,1 0-1,-1-1 1,0 1-1,0 0 1,0 0-1,0 1 1,-1-1 0,1 0-1,0 0 1,-1 1-1,0-1 1,0 1-1,1-1 1,-1 1-1,-1 0 1,1-1 0,0 1-1,-1-1 5,0-1-1,0 1 0,0-1 0,0 1 1,0-1-1,0 1 0,-1-1 1,1 1-1,0-1 0,-1 1 0,1-1 1,-1 1-1,0-1 0,1 0 0,-1 1 1,0-1-1,0 0 0,0 0 0,0 0 1,0 1-1,0-1 0,0 0 0,0 0 1,0 0-1,-1-1 0,1 1 0,0 0 1,-1 0-1,1-1 0,0 1 1,-1-1-1,1 1 0,-1-1 0,1 0 1,-1 1-1,1-1 0,-1 0 0,1 0 1,-1 0-1,1 0 0,-1 0 0,1 0 1,-1-1-1,1 1 0,-1-1-3,0 1-9,1-1 0,0 0 0,0 1-1,0-1 1,0 0 0,0 0 0,0 0 0,0 0 0,0 0-1,0 0 1,0 0 0,1 0 0,-1-1 0,0 1 0,1 0-1,-1 0 1,1 0 0,-1-1 0,1 1 0,0 0 0,-1-1-1,1 1 1,0 0 0,0-1 0,0 1 0,0 0 0,0-1-1,0 1 1,1 0 0,-1-1 0,0 1 0,1 0 0,0-2 9,-1-4-153,1-29-1763,3-3-3480</inkml:trace>
  <inkml:trace contextRef="#ctx0" brushRef="#br0" timeOffset="7459.322">9121 1001 28542,'0'0'954,"0"0"-476,0 0-222,0 0 45,0 0 63,23-2-12,-9 1-304,-4 1-25,0 0-1,0-1 1,0 0-1,0-1 1,0 0-1,-1-1 1,1 0 0,-1 0-1,1-1 1,-1 0-1,-1-1 1,1 1-1,0-2 1,-1 0-1,6-5-22,30-32 22,-2-3 0,-2-1 0,-3-2 0,-1-2 0,-3 0 0,-2-3 0,8-21-22,-37 72 18,-17 50 0,-11 17-15,4 2 1,2 0 0,4 1-1,2 1 1,3 0 0,4 1-1,2 0 1,4 36-4,1-98 0,0 0 1,1-1-1,1 1 0,-1 0 0,1-1 1,0 1-1,0-1 0,1 1 0,0-1 1,0 0-1,0 0 0,1 0 0,0-1 1,0 1-1,1-1 0,-1 0 0,1 0 1,0-1-1,0 1 0,1-1 0,-1 0 1,1-1-1,0 1 0,0-1 0,0 0 1,1-1-1,-1 1 0,1-1 0,-1-1 1,1 1-1,0-1 0,-1 0 1,1 0-1,0-1 0,0 0 0,0 0 1,-1-1-1,1 0 0,0 0 0,0-1 1,-1 1-1,3-2 0,5-6 1,-1 1 0,0-2 1,-1 0-1,0 0 0,-1-1 1,0-1-1,0 0 0,-2 0 1,1-1-1,5-10-1,24-38 2,-2-2 0,-2-2 1,-4 0-1,-2-3 0,-4 0 0,-2-1 0,-4-2 0,5-40-2,-8-79 322,-1 912-93,-16-501-211,0 44-2,-11-1 1,-13 6-17,3-117 45,-7 0-1,-40 121-44,67-262 6,0 0-1,-1 0 0,0-1 0,-1 1 1,0-1-1,-1 0 0,0 0 1,-1 0-1,0-1 0,-1 0 0,0 0 1,0 0-1,-1-1 0,0 0 0,-1-1 1,0 0-1,0 0 0,-1-1 1,0 0-1,0-1 0,-1 0 0,0 0 1,0-1-1,0-1-5,4-4 1,1-2 1,0 1-1,0-1 1,0 0-1,0 0 1,0-1-1,0 0 1,1 0-1,-1 0 1,1-1-1,0 0 1,0 0-1,0 0 1,0 0-1,1-1 1,0 0-1,0 0 1,0 0-1,0 0 1,1-1-1,0 1 1,0-1-1,1 0 1,-1 0-1,1 0 1,1 0-1,-1-3-1,-16-41-6,2 0-1,2-2 1,3 1-1,2-1 1,2-1-1,3 0 1,2-28 6,-1 34-14,3-1 1,2 1-1,2 0 1,2 0-1,2 0 1,2 0-1,2 1 1,12-29 13,-5 25-40,2 1 1,1 1-1,3 1 0,2 1 1,2 1-1,19-20 40,94-47-557,-52 55-209,-3 5-849</inkml:trace>
  <inkml:trace contextRef="#ctx0" brushRef="#br0" timeOffset="7710.909">10918 1362 14859,'0'0'15644,"0"0"-15108,0 0-320,0 0-32,0 0 128,-30 138-24,30-86-168,0 4-120,14 15-104,0-13-680,-5-15-2593</inkml:trace>
  <inkml:trace contextRef="#ctx0" brushRef="#br0" timeOffset="10868.597">17025 990 23189,'0'0'6353,"0"0"-4620,0 0-1203,0 0-27,20 0-119,-14 0-368,5 0-12,0 0 0,-1-1 0,1 0 1,0 0-1,-1-1 0,1-1 0,-1 0 1,0 0-1,0-1 0,0 0 0,0-1 1,0 0-1,-1 0 0,3-4-4,39-29 0,-3-2 0,-1-2 0,-3-2 0,-1-2 0,-2-2 0,-2-2 0,-3-1 0,-2-2 0,13-29 0,-47 83 0,0-1 0,0 0 0,0 0 0,1 0 0,-1 1 0,0-1 0,0 0 0,1 0 0,-1 0 0,0 1 0,0-1 0,1 0 0,-1 0 0,0 0 0,0 0 0,1 0 0,-1 0 0,0 0 0,1 0 0,-1 0 0,-115 372 0,106-335 0,1 0 0,2 1 0,2 0 0,1 0 0,2 0 0,2 1 0,3 16 0,-3-49 0,0 0 0,0 0 0,1 0 0,-1 0 0,2-1 0,-1 1 0,0 0 0,1-1 0,0 0 0,1 0 0,-1 0 0,1 0 0,0 0 0,0-1 0,0 0 0,1 0 0,-1 0 0,1 0 0,0-1 0,0 1 0,0-1 0,1 0 0,-1-1 0,1 0 0,0 0 0,0 0 0,-1 0 0,1-1 0,0 0 0,0 0 0,0-1 0,0 1 0,0-1 0,1-1 0,-1 1 0,0-1 0,0 0 0,-1 0 0,1-1 0,0 0 0,0 0 0,1-1 0,16-9 0,-2 0 0,0-1 0,0-1 0,-1-1 0,-1-1 0,0-1 0,-2 0 0,0-2 0,0 0 0,3-7 0,17-23 0,-3-1 0,-2-2 0,-2-1 0,-2-1 0,-3-1 0,-2-2 0,-3 0 0,-2-2 0,-3 0 0,-2 0 0,-3-1 0,2-54 0,-11 105 0,-1 7 0,0 24 0,-39 697 0,38-693 0,-19 439 0,-21-2 0,-23 24 0,34-317 0,-7-1 0,-8-3 0,-42 98 0,18-136 0,67-123 0,-1-1 0,0-1 0,0 1 0,0 0 0,-1-1 0,1 1 0,-1-1 0,0 0 0,0 0 0,0-1 0,0 1 0,0-1 0,0 0 0,-1 0 0,1 0 0,-1-1 0,0 0 0,1 1 0,-1-2 0,0 1 0,0 0 0,0-1 0,0 0 0,1 0 0,-1-1 0,0 1 0,-2-1 0,1-2 0,0-1 0,0 1 0,1-1 0,-1 0 0,1 0 0,0 0 0,0-1 0,0 0 0,0 0 0,1 0 0,0-1 0,0 1 0,1-1 0,-1 0 0,1 0 0,0 0 0,1-1 0,0 0 0,-1 3 0,-15-40 0,1 0 0,3-1 0,1-1 0,2 0 0,2-1 0,3 0 0,1 0 0,2-39 0,2 48 0,1-1 0,2 0 0,2 1 0,1 0 0,2 0 0,1 0 0,3 1 0,0 0 0,3 1 0,1 0 0,1 1 0,16-22 0,13-13 0,4 1 0,2 3 0,3 2 0,3 3 0,3 2 0,6-2 0,194-135-2059,-176 136-1371</inkml:trace>
  <inkml:trace contextRef="#ctx0" brushRef="#br0" timeOffset="11274.23">19076 1558 29854,'0'0'1205,"0"0"-507,0 27-169,-1 162-48,-19 23-481,35-210 0,-15-2 0,115-167 0,-88 128-64,1 1 1,3 1-1,0 1 1,3 2-1,1 1 1,35-25 63,-66 55 11,0-1 0,0 1 0,0 1 0,1-1 1,-1 1-1,1-1 0,0 1 0,-1 0 1,1 1-1,0-1 0,0 1 0,0 0 0,0 0 1,0 1-1,0-1 0,0 1 0,0 0 1,1 1-1,-1-1 0,0 1 0,0 0 0,0 0 1,0 1-1,-1-1 0,1 1 0,0 0 0,-1 1 1,1-1-1,-1 1 0,0-1 0,1 2 1,-1-1-1,-1 0 0,4 3-11,11 21 0,-1 0 0,-2 1 0,0 1 0,-2 0 0,-1 1 0,3 15 0,54 115 0,-51-138-395,-17-21-1579</inkml:trace>
  <inkml:trace contextRef="#ctx0" brushRef="#br0" timeOffset="9645.463">14540 976 30743,'0'0'1512,"0"0"-1440,0 0-32,0 0-8,0 0-8,0 0-8,117 72-16,-85-63-632,-2-7-1641</inkml:trace>
  <inkml:trace contextRef="#ctx0" brushRef="#br0" timeOffset="9895.794">15026 959 29766,'0'0'1777,"0"0"-1601,0 0-96,0 0-48,0 0 312,0 0-16,0 0-328,156 11-16,-112-9-1192,-2-2-2049</inkml:trace>
  <inkml:trace contextRef="#ctx0" brushRef="#br0" timeOffset="9896.794">15758 972 29670,'0'0'1921,"0"0"-1497,0 0 24,0 0-144,127 49-304,-92-36 0,18 10 0,-10-5 0,-10-1-1088</inkml:trace>
  <inkml:trace contextRef="#ctx0" brushRef="#br0" timeOffset="9070.874">11835 955 19748,'0'0'7536,"0"0"-5467,0 0-1574,0 0-82,0 0-15,11-21-46,86-145-10,-39 76-263,-5-2-1,-3-2 0,23-68-78,-70 169 45,-43 169 103,-70 348 147,95-325-179,14-193-107,0-1 0,1 1 1,-1-1-1,1 1 0,1-1 0,-1 1 0,1-1 0,0 1 0,0-1 0,0 1 1,1-1-1,0 0 0,0 0 0,0 0 0,1 0 0,0 0 0,0-1 0,0 1 0,0-1 1,1 1-1,-1-1 0,1 0 0,0-1 0,1 1 0,-1-1 0,1 0 0,-1 0 1,1 0-1,0 0 0,0-1 0,0 0 0,0 0 0,0 0 0,1-1 0,-1 0 0,1 0 1,3 0-10,3-2 3,1-1 0,-1-1 0,0 0 0,0 0 1,0-1-1,-1-1 0,1 0 0,-1-1 1,0 0-1,0-1 0,-1 0 0,0 0 0,0-1 1,-1 0-1,0-1 0,0 0 0,-1-1 0,0 0 1,-1 0-1,0 0 0,-1-1 0,2-4-3,42-62-25,-4-2 1,-3-2-1,-4-2 0,-3-2 0,-4-1 0,14-63 25,0-102-73,-85 696 301,7 411-132,26-441-95,-51 320-1,55-722 0,-3 36 9,-3 0 0,-2 0 0,-1-1 0,-3-1 0,-6 10-9,20-55 1,-1 1-1,1-1 0,-1 1 0,0-1 1,0 0-1,0 1 0,0-1 0,-1 0 1,1 0-1,-1 1 0,1-1 0,-1 0 0,1-1 1,-1 1-1,0 0 0,0 0 0,0-1 1,0 1-1,0-1 0,-1 0 0,1 1 1,0-1-1,-1 0 0,1 0 0,-1-1 1,1 1-1,-1 0 0,1-1 0,-1 0 1,1 1-1,-1-1 0,1 0 0,-1 0 1,1-1-1,-1 1 0,0 0 0,1-1 1,-1 0-1,1 1 0,0-1 0,-1 0 0,1 0 1,0-1-1,-1 1 0,1 0 0,0-1 1,0 1-1,0-1 0,0 0 0,0 1 1,1-1-1,-1 0 0,0 0 0,1 0 1,-1-1-1,-17-28-11,2 0 0,1 0 0,2-2 0,0 0 1,3 0-1,0-1 0,3-1 0,0 0 0,1-17 11,-9-38-45,4-1 0,4-1 0,4 0 0,4 0 0,6-21 45,0 62-13,2 2 1,2-1 0,2 1-1,2 1 1,3 0-1,1 1 1,3 1-1,1 1 1,13-15 12,-16 33-108,2 1 1,1 2-1,1 0 1,1 1-1,1 1 1,1 2-1,1 0 1,0 2 0,2 1-1,0 1 1,1 1-1,0 2 1,1 1-1,0 2 1,10-2 107,40-13-2541</inkml:trace>
  <inkml:trace contextRef="#ctx0" brushRef="#br0" timeOffset="9381.087">13439 1482 29110,'0'0'1232,"0"0"-871,0 0-236,0 0 79,0 0 137,9 21-35,29 70-153,-36-86-151,-1-1 0,1 0-1,-1 0 1,0 1 0,-1-1-1,1 1 1,-1-1 0,0 0 0,0 1-1,0-1 1,-1 1 0,0-1 0,1 0-1,-2 1 1,1-1 0,0 0-1,-1 0 1,0 0 0,0 0 0,0 0-1,0 0 1,-1 0 0,1-1-1,-1 1 1,0-1 0,0 0 0,-1 1-2,-7 9-11,-138 156-322,148-168 334,0-1 0,0 1 0,1-1 0,-1 1 1,0 0-1,0 0 0,1 0 0,-1-1 0,1 1 1,-1 0-1,1 0 0,-1 0 0,1 0 0,-1 0 1,1 0-1,0 0 0,0 0 0,-1 0 0,1 0 0,0 0 1,0 0-1,0 0 0,0 0 0,0 0 0,0 0 1,0 0-1,1 1 0,-1-1 0,0 0 0,1 0 0,-1-1 1,0 1-1,1 0 0,-1 0 0,1 0 0,0 0 1,-1 0-1,1 0 0,0-1 0,-1 1 0,1 0 1,0 0-1,0-1 0,0 1 0,-1-1 0,1 1 0,0-1 1,1 1-2,53 4 124,-43-5-93,32-3-38,0-3-1,-1-1 1,0-2 0,0-2-1,-1-2 1,37-16 7,-38 14-322,18-6-1213</inkml:trace>
  <inkml:trace contextRef="#ctx0" brushRef="#br0" timeOffset="15724.334">2136 3999 20100,'0'0'5456,"0"0"-4057,22-1-1215,314 1 1847,661 21-1424,-729-23-906,863-10 265,141-25 122,-561-2 348,2107-65-168,-774 131 127,708-90-363,-964 8-275,-380 5 244,-833 29 11,-568 20-21,1 0 0,-1 0 0,1 1 0,-1 0 0,1 1 0,-1-1 0,1 1 0,-1 1 0,0-1 0,0 2 0,1-1 0,-1 1 0,-1-1 0,1 2 0,0-1 0,-1 1 0,1 0 0,-1 1 0,0-1 0,-1 1 0,4 3 9,-9-7-3,0 0 1,0 0 0,1 0-1,-1 0 1,0 1-1,0-1 1,0 0 0,0 0-1,0 0 1,-1 0 0,1 0-1,0 0 1,0 0-1,-1 0 1,1 0 0,-1 0-1,1 0 1,-1 0 0,1 0-1,-1-1 1,1 1-1,-1 0 1,0 0 0,1 0-1,-1-1 1,0 1-1,0 0 1,0-1 0,0 1-1,1-1 1,-1 1 0,0-1-1,0 1 1,0-1-1,0 1 1,0-1 0,0 0-1,0 0 1,0 0-1,0 1 1,0-1 0,-1 0-1,1 0 1,0 0 0,0-1-1,0 1 1,0 0-1,0 0 1,0-1 0,0 1-1,0 0 1,0-1 0,0 1-1,0-1 1,0 1 2,-5 0-103,-12 0-725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4:37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0 726 29478,'0'0'1171,"0"0"-689,0 0-264,0 0 57,25-14 101,170-108 122,-140 81-448,-29 19-33,1 2-1,0 1 1,2 1-1,0 1 1,1 2-1,30-11-16,-57 25-1,0 0 1,0-1-1,0 1 1,0 1-1,0-1 1,1 0-1,-1 1 1,0 0-1,0-1 1,1 1-1,-1 1 1,0-1-1,0 0 1,1 1-1,-1 0 1,0-1-1,0 1 1,0 1-1,0-1 1,0 0-1,0 1 1,0-1-1,0 1 1,0 0-1,-1 0 1,1 0-1,-1 0 1,0 1-1,1-1 1,-1 1-1,0-1 1,0 1-1,-1 0 1,1-1-1,0 1 1,-1 0-1,0 0 1,0 0-1,0 1 1,0-1-1,0 0 1,-1 0-1,1 0 1,-1 1-1,0-1 1,0 0-1,0 3 1,15 264 14,-12-109-11,32-45 3,-34-114-5,1 0-1,0 0 0,0 1 1,0-1-1,0 0 0,0-1 0,1 1 1,-1 0-1,0-1 0,1 1 1,0-1-1,-1 0 0,1 0 0,0 0 1,-1 0-1,1 0 0,0 0 1,0-1-1,0 0 0,0 1 0,0-1 1,-1 0-1,1 0 0,0-1 1,0 1-1,0-1 0,0 1 0,0-1 1,-1 0-1,1 0 0,0 0 1,-1 0-1,1-1 0,-1 1 1,1-1-1,-1 1 0,1-1 0,-1 0 1,1-2-1,19-15 5,-1-2 0,-1 0-1,-1-1 1,-1-2 0,-1 1 0,-1-2 0,5-11-5,-19 33 0,125-222-124,-10-5-1,17-68 125,-79 205-105,-55 93 103,1 0 1,0 0 0,-1-1 0,1 1 0,0 0 0,-1 0 0,1 0 0,0 0 0,-1 0 0,1 0 0,0 0 0,-1 0 0,1 0 0,0 0-1,-1 0 1,1 0 0,0 0 0,-1 1 0,1-1 0,0 0 0,-1 1 0,1-1 0,-1 0 0,1 1 0,0-1 0,-1 0 0,1 1-1,-1-1 1,1 1 0,-1-1 0,0 1 0,1 0 0,-1-1 0,1 1 0,-1-1 0,0 1 0,0 0 0,1-1 0,-1 1 0,0 0-1,0-1 1,0 1 0,0 0 0,1-1 0,-1 1 0,0 0 0,0-1 0,-1 1 0,1 0 0,0-1 0,0 1 0,0 0 1,6 203 98,-2 1096 169,-3-1220-265,2-28 1,-2 1 0,-3-1 0,-2 0 0,-3-1 0,-2 5-3,4-43 5,1-1-1,-2 1 0,0-1 0,0 0 0,-1 0 1,0-1-1,-1 0 0,-1 0 0,0-1 0,0 0 1,-1-1-1,0 0 0,0 0 0,-1-1 1,0 0-1,-1-1 0,0-1 0,0 0 0,0 0 1,-1-1-1,0-1 0,0 0 0,0 0 0,0-2 1,0 1-1,-10-1-4,11 0 0,0 0-1,0-1 1,0-1 0,0 0 0,0 0-1,-1-1 1,1-1 0,0 0 0,0 0 0,1-2-1,-1 1 1,1-1 0,-1-1 0,1 0-1,1-1 1,-1 0 0,1 0 0,0-1-1,0-1 1,1 1 0,0-2 0,0 1-1,1-1 1,0 0 0,1-1 0,-1 0-1,2 0 1,0-1 0,-1-2 0,4-1-24,0 0 1,1 0-1,1 0 1,0 0-1,1 0 1,1 0-1,0 0 1,0 0-1,2 1 1,0-1-1,0 0 1,1 1-1,1 0 0,0 0 1,1 0-1,0 0 1,1 1-1,1 0 1,0 1-1,0 0 1,1 0-1,1 0 1,2-1 23,69-96-1294,-2 6-1128</inkml:trace>
  <inkml:trace contextRef="#ctx0" brushRef="#br0" timeOffset="315.156">2283 394 30222,'0'0'941,"0"0"-671,24 16-216,-13-9-48,13 10 8,1-1-1,0-1 1,1-1 0,1-2 0,0-1 0,25 7-14,330 54 306,-160-38-140,-208-31-141,-9-3-15,0 0 1,0 0-1,0 1 0,0 0 1,0 0-1,0 0 1,0 0-1,0 1 1,-1 0-1,1 0 0,0 0 1,-1 1-1,0 0 1,0-1-1,0 2 0,0-1 1,0 0-1,2 3-10,-6-4 7,0-1-1,-1 1 1,1 0 0,0 0-1,-1-1 1,1 1 0,-1 0-1,0 0 1,1-1 0,-1 1-1,0-1 1,0 1-1,0-1 1,0 1 0,0-1-1,0 1 1,-1-1 0,1 0-1,0 0 1,-1 0-1,1 0 1,-1 0 0,1 0-1,-1 0 1,1 0 0,-1 0-1,0-1 1,1 1 0,-1-1-1,-1 1-6,-4 3 21,-377 201 98,241-122-130,4 6 1,-29 30 10,155-109-78,1 1 0,0 0 1,0 1-1,1 0 1,0 0-1,1 2 0,1-1 1,0 1-1,1 0 1,0 1-1,-5 15 78,-1 8-1518</inkml:trace>
  <inkml:trace contextRef="#ctx0" brushRef="#br0" timeOffset="689.741">4306 759 30631,'0'0'1016,"-10"-18"-694,-95-199-173,96 198-124,6 6-14,-1 0 1,-1 1-1,0-1 1,0 1-1,-2 0 1,1 0-1,-2 1 1,1 0-1,-1 0 1,-1 1-1,0 0 1,-1 0-1,0 1 0,0 0 1,-1 1-1,0 0 1,0 1-1,-1 0 1,1 1-1,-3 0-11,9 6-1,1 0 1,-1 0-1,0 0 0,1 1 0,-1 0 1,0 0-1,1 0 0,-1 1 0,1 0 0,0-1 1,-1 2-1,1-1 0,0 0 0,0 1 0,1 0 1,-1-1-1,0 2 0,1-1 0,0 0 0,0 1 1,0-1-1,0 1 0,0 0 0,1 0 0,0 0 1,-1 0-1,0 3 1,-20 37 0,1 1 0,2 1 0,2 1 0,3 1 0,1 0 0,3 0 0,1 1 0,3 1 0,2-1 0,2 1 0,3 25 0,-1-51 0,0-16 0,0 0 0,0 0 0,1 0 0,0 0 0,1 0 0,0 0 0,0 0 0,1 0 0,-1 0 0,2-1 0,-1 1 0,1 0 0,0-1 0,1 0 0,0 0 0,2 3 0,1-5 0,0 1 1,1-1-1,0 0 0,0 0 0,1-1 1,-1-1-1,1 1 0,0-1 1,-1 0-1,2-1 0,-1 0 1,0-1-1,0 0 0,0 0 1,1-1-1,-1 0 0,8-1 0,-16 1 0,22-1 0,0-2 0,0 0-1,0-1 1,0-1 0,0-1-1,-1-1 1,0-1 0,-1-1-1,0-1 1,0-1 0,-1-1-1,0 0 1,-1-2 0,-1 0-1,0-1 1,8-9 0,196-194-2473,-134 117-3064</inkml:trace>
  <inkml:trace contextRef="#ctx0" brushRef="#br0" timeOffset="25689.235">102 2160 17948,'0'0'10071,"0"0"-7539,0 0-2076,0 0-210,0 0-71,8-1 29,339-72 289,3 15 0,246-4-493,-570 60 4,293-17 100,273 19-104,-150 66-1,-171-18 38,-128-33-36,0-5 1,0-7 0,31-8-2,164-32 0,-428 36-533,36 1-1238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8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677 264 29878,'0'0'757,"0"0"-251,0 0 42,0 0 35,0 0-256,-12-23-183,-39-73-120,44 83-24,0 1 0,0 0 0,-2 0 0,1 1 0,-1 0 0,-1 0 0,0 1 0,0 0 0,-1 1 0,-6-4 0,12 10 0,-1 0 0,0 0 0,1 1 0,-1 0 0,0 0 0,0 0 0,-1 1 0,1 0 0,0 0 0,0 0 0,0 1 0,-1 0 0,1 0 0,0 1 0,-1 0 0,1 0 0,0 0 0,0 1 0,0 0 0,0 0 0,0 0 0,0 1 0,-9 6 0,1 0 0,-1 0 0,2 2 0,0 0 0,0 0 0,1 1 0,0 1 0,1 0 0,1 0 0,-5 8 0,-15 24 0,1 3 0,3 0 0,2 1 0,2 2 0,2 0 0,2 2 0,3 0 0,2 0 0,2 1 0,3 1 0,2-1 0,2 1 0,3 14 0,1-60 0,0-1 0,1 0 0,-1 1 0,1-1 0,1 0 0,0 0 0,0 0 0,0 0 0,1 0 0,0-1 0,1 1 0,0-1 0,0 0 0,1 0 0,-1 0 0,1 0 0,1-1 0,-1 0 0,1 0 0,0 0 0,1-1 0,-1 0 0,6 4 0,-1 0 0,1-1 0,0 0 0,1-1 0,0 0 0,0-1 0,0 0 0,1-1 0,0-1 0,0 0 0,0-1 0,0-1 0,1 0 0,-1-1 0,1 0 0,-1-1 0,1-1 0,-1 0 0,1-1 0,-1-1 0,0 0 0,0 0 0,0-2 0,0 0 0,-1 0 0,6-5 0,14-13 0,-1-3 0,-1 0 0,-1-2 0,-2-1 0,0-2 0,-2 0 0,-2-2 0,-1-1 0,-1 0 0,-2-2 0,-2 0 0,-1-2 0,-2 0 0,5-20 0,-9 28 0,-2-1 0,-1 0 0,-1 0 0,-2-1 0,-1 0 0,-1 0 0,-2 0 0,-2-9 0,0 33 0,0 0 0,0 0 0,-1 0 0,0 0 0,-1 1 0,1-1 0,-2 0 0,1 1 0,-1 0 0,0 0 0,0 0 0,-1 0 0,0 1 0,0 0 0,-1 0 0,0 0 0,0 0 0,0 1 0,0 0 0,-1 1 0,0-1 0,0 1 0,0 0 0,-1 1 0,1 0 0,-1 0 0,0 1 0,0 0 0,0 0 0,-7 0 0,13 2-10,0 0 0,1 0 0,-1 1 0,0-1 0,0 1 0,0-1 0,0 1 1,1 0-1,-1-1 0,0 1 0,1 0 0,-1 0 0,1 0 0,-1 1 0,1-1 0,-1 0 0,1 1 0,0-1 0,0 0 0,-1 1 0,1 0 0,0-1 1,0 1-1,1 0 0,-1-1 0,0 1 0,1 0 0,-1 0 0,1 0 0,-1-1 0,1 1 0,0 0 0,-1 0 0,1 0 0,0 0 0,1 0 0,-1 0 1,0-1-1,0 1 0,1 0 0,-1 0 0,1 0 0,0 1 10,-1 3-146,0 32-1409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9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0 513 24789,'0'0'3613,"0"0"-2142,0 0-728,0 0-140,0 0-62,0 0-119,4-8-138,173-215 17,-5-31-301,-159 226 0,-32 66 0,-8 30 0,3 1 0,3 2 0,3 0 0,3 0 0,3 2 0,4-1 0,0 50 0,7-116 0,1 0 0,-1 0 0,1 0 0,0 0 0,1 1 0,-1-1 0,1 0 0,0 0 0,1 0 0,-1 0 0,1 0 0,1-1 0,-1 1 0,1 0 0,0-1 0,0 0 0,0 0 0,1 0 0,0 0 0,0 0 0,0-1 0,0 1 0,1-1 0,0 0 0,0-1 0,0 1 0,0-1 0,0 0 0,1 0 0,0-1 0,1 1 0,3 1 0,0-2 0,0 1 0,1-2 0,-1 1 0,0-1 0,1-1 0,-1 0 0,1 0 0,-1-1 0,1 0 0,-1-1 0,0 0 0,0-1 0,0 0 0,0-1 0,0 1 0,-1-2 0,1 0 0,-1 0 0,0 0 0,-1-1 0,2-2 0,14-11 0,-1-1 0,0-1 0,-2-1 0,0-1 0,-2-1 0,-1-1 0,2-4 0,10-18 0,-3-1 0,-1-2 0,-3 0 0,-2-2 0,-2 0 0,-3-1 0,-2 0 0,-2-2 0,-3 1 0,-1-11 0,-24 238 0,4 56 0,11 1 0,10-1 0,21 104 0,-12-183 0,-7 1 0,-6 1 0,-10 73 0,5-212 0,0 1 0,-1-1 0,-1 0 0,0 1 0,-1-1 0,-1 0 0,0 0 0,0-1 0,-1 1 0,-1-1 0,0 0 0,-1 0 0,0-1 0,0 0 0,-2 0 0,1-1 0,-1 0 0,-1-1 0,1 1 0,-2-2 0,1 1 0,-1-2 0,-1 1 0,-1-1 0,7-3 0,-1-1 0,1 0 0,-1 0 0,0 0 0,0-1 0,0 0 0,0-1 0,0 1 0,0-1 0,0-1 0,-1 1 0,1-1 0,0-1 0,0 1 0,-1-1 0,1 0 0,0-1 0,0 0 0,0 0 0,0 0 0,1-1 0,-1 0 0,1 0 0,-1-1 0,1 0 0,0 0 0,0 0 0,1-1 0,-1 0 0,1 0 0,0 0 0,1-1 0,-1 0 0,1 0 0,0 0 0,-1-2 0,-4-16 0,2-1 0,0 0 0,2 0 0,0 0 0,2-1 0,0 1 0,2-1 0,1 0 0,2-3 0,-1-12-1,3 1 0,1 0 0,1 0 1,3 0-1,1 1 0,2 0 0,2 1 0,1 1 0,2 0 0,1 1 1,2 1-1,2 1 0,1 0 0,9-8 1,12-11-394,3 1-1,1 2 1,4 2-1,29-20 395,-6 9-1843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9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 30334,'0'0'793,"0"0"-497,-9 110-88,0-69 16,4-3-224,3-16-384,2-11-2601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0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0 474 29022,'0'0'1565,"0"0"-987,0 0-147,21-6 61,-10 3-431,6-2 11,0 0 0,0-1-1,0-1 1,-1 0 0,0-2 0,-1 1-1,0-2 1,8-6-72,5-7 4,-2-1 1,0-1-1,-2-1 1,-1-1-1,-1-1 0,-1-1 1,-1-1-1,-2 0 1,-1-2-1,7-20-4,-19 35 0,-9 24 0,-14 29 0,2 3 0,3 1 0,1 0 0,1 1 0,3 0 0,1 1 0,3 0 0,1 0 0,2 41 0,0-78 0,1 1 0,0-1 0,0 0 0,1 1 0,-1-1 0,1 0 0,0 0 0,0 0 0,1 1 0,-1-1 0,1-1 0,1 1 0,-1 0 0,0 0 0,1-1 0,0 1 0,0-1 0,1 0 0,-1 0 0,1 0 0,0-1 0,0 1 0,0-1 0,0 0 0,0 0 0,1 0 0,0 0 0,-1-1 0,1 0 0,0 0 0,0 0 0,0-1 0,0 0 0,1 0 0,-1 0 0,3 0 0,4-3 0,-1-1 0,1 0 0,-1-1 0,0 0 0,0 0 0,0-2 0,-1 1 0,1-1 0,-1-1 0,-1 1 0,1-2 0,-1 0 0,-1 0 0,1 0 0,-1-1 0,-1 0 0,0-1 0,0 1 0,-1-1 0,0-1 0,1-1 0,37-58-12,-2-2 1,-3-1-1,-4-2 0,-3-2 0,2-17 12,-34 93 0,0 0 0,0 1 0,-1-1 0,1 0 0,0 0 0,0 0 0,0 1 0,0-1 0,0 0 0,0 0 0,0 0 0,1 0 0,-1 1 0,0-1 0,0 0 0,1 0-1,-1 1 1,0-1 0,1 0 0,-1 0 0,0 1 0,1-1 0,-1 0 0,1 1 0,0-1 0,-1 1 0,1-1 0,-1 1 0,1-1 0,0 1 0,-1-1 0,1 1 0,0 0 0,0-1 0,-1 1-1,1 0 1,0-1 0,0 1 0,0 0 0,-1 0 0,1 0 0,0 0 0,0 0 0,0 0 0,-1 0 0,1 0 0,0 0 0,0 0 0,0 0 0,-1 1 0,1-1 0,0 0 0,0 1 0,19 136 53,11 83-46,8 50-7,-12 2 1,-10 29-1,-15-216 0,-2 1 0,-5-1 0,-3-1 0,-4 1 0,-4-2 0,-13 39 0,-15-35 0,7-58 0,30-25 0,-1 0 0,1-1 0,-1 1 0,1-2 0,-1 1 0,0-1 0,0 0 0,-1-1 0,1 0 0,0 0 0,0-1 0,0 0 0,-1 0 0,1-1 0,0 0 0,0 0 0,0-1 0,0 0 0,0-1 0,-6-2 0,4-2 0,0 0 0,0 0 0,1-1 0,0 0 0,1-1 0,0 0 0,0 0 0,1-1 0,0 0 0,1 0 0,0-1 0,0 1 0,1-1 0,1 0 0,0-1 0,0 1 0,-1-12 0,-1-6 0,1 1 0,1-1 0,2 0 0,1 0 0,1-1 0,1 1 0,2-3 0,6-9 0,1-1 0,1 2 0,3-1 0,1 2 0,2 0 0,2 1 0,19-29 0,-6 14-321,3 1 1,1 2-1,3 1 1,2 2-1,8-5 321,-47 51-33,70-77-2172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0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0 27854,'0'0'1206,"0"0"-288,0 0-175,0 0-160,0 0-152,5 19-172,15 61-133,-19-77-127,0 0-1,0 0 0,-1 0 1,1 0-1,-1 1 0,0-1 1,0 0-1,0 0 1,-1 0-1,1 0 0,-1 0 1,1 0-1,-1 0 0,0 0 1,0 0-1,0 0 0,-1 0 1,1-1-1,-1 1 1,0 0-1,1-1 0,-1 1 1,0-1-1,0 0 0,-1 1 1,1-1-1,-2 1 2,-8 10-104,-156 147-1802,167-159 1931,0-1-1,0 1 0,0-1 0,1 1 1,-1-1-1,0 1 0,0-1 0,1 1 1,-1 0-1,0 0 0,1-1 0,-1 1 1,1 0-1,-1 0 0,1 0 0,-1 0 1,1-1-1,0 1 0,-1 0 0,1 0 0,0 0 1,0 0-1,0 0 0,0 0 0,0 0 1,0 0-1,0 0 0,0 0 0,0 0 1,0 0-1,0 0 0,0 0 0,1 0 1,-1-1-1,0 1 0,1 0 0,-1 0 1,1 0-1,-1 0 0,1 0 0,-1-1 1,1 1-1,0 0 0,-1-1 0,1 1 1,0 0-1,0-1 0,-1 1 0,1-1 0,0 1 1,0-1-1,0 1 0,0-1 0,0 0 1,-1 1-1,1-1 0,0 0 0,0 0 1,0 1-1,0-1 0,0 0 0,0 0-24,65 6 74,-63-6-50,31-3-308,1 0 0,-1-2 1,-1-2-1,1-1 0,-1-2 1,-1-1-1,27-13 284,17-7-2955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2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1 996 30206,'0'0'821,"0"0"-353,0 0-148,0 0 23,0 0 83,26-16-262,184-118-145,-138 71-19,-4-2 0,-2-3 0,-3-4 0,-3-1 0,-4-4 0,35-64 0,-79 128 0,-13 22 0,1-7 0,-22 357 0,21-132 0,1-220 0,-1 0 0,1 0 0,0-1 0,1 1 0,-1 0 0,1-1 0,1 1 0,-1 0 0,1-1 0,0 0 0,1 1 0,-1-1 0,1 0 0,1 0 0,-1 0 0,1-1 0,0 1 0,0-1 0,0 0 0,1 0 0,0 0 0,0-1 0,0 0 0,1 0 0,-1 0 0,1-1 0,0 1 0,0-1 0,0-1 0,7 3 0,-2-2 0,0-1 0,1 0 0,-1-1 0,1 0 0,-1-1 0,1 0 0,-1-1 0,1 0 0,-1-1 0,0 0 0,0-1 0,0 0 0,0 0 0,0-2 0,0 1 0,-1-1 0,0-1 0,0 0 0,4-3 0,12-10 0,-2-1 0,0 0 0,-1-2 0,-1-1 0,-1-1 0,11-17 0,2-5-44,-3-2-1,-3-1 1,-1-1 0,-2-1-1,-3-2 1,-2 0 0,-2-1-1,-3-1 1,-2 0 0,-3-1-1,-2 0 1,0-44 44,-8 6 87,-11 85 294,0 40-320,-4 274-58,16-219-3,8 576 0,2-474 0,-8 1 0,-8-1 0,-8 0 0,-9 0 0,-7-2 0,-21 51 0,45-220 0,-1 0 0,0 0 0,-1-1 0,-1 0 0,-1 0 0,0-1 0,-1 0 0,0 0 0,-2-1 0,-8 9 0,15-19 0,0 1 0,0-1 0,0 0 0,-1 0 0,1-1 0,-1 1 0,0-1 0,0 0 0,0-1 0,0 0 0,-1 0 0,1 0 0,-1 0 0,1-1 0,-1 0 0,1-1 0,-1 0 0,0 0 0,1 0 0,-1 0 0,1-1 0,-1-1 0,1 1 0,-1-1 0,1 0 0,0 0 0,-1-1 0,1 1 0,-1-2 0,-6-6 0,0 0 0,0 0 0,1-1 0,1-1 0,0 0 0,0-1 0,1 0 0,1 0 0,0-1 0,1 0 0,0-1 0,2 0 0,-1 0 0,2-1 0,0 1 0,1-1 0,-2-13 0,-1-1 0,1-1 0,2 0 0,1-1 0,1 1 0,2 0 0,1-1 0,2 1 0,0 0 0,3 0 0,0 0 0,2 1 0,1 0 0,2 0 0,0 1 0,2 1 0,2 0 0,15-24 0,46-53-286,4 4 1,5 3-1,4 3 1,23-12 285,-97 92-236,56-54-2355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2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38 30727,'0'0'634,"0"18"-359,-10 126 319,-19 71-57,29-215-537,0-1 0,0 1 0,0 0 0,1-1 0,-1 1 0,0 0 0,1-1 0,-1 1 0,0 0 0,0 0 0,1-1 0,-1 1 0,0 0 0,1 0 0,-1 0 0,1-1 0,-1 1 0,0 0 0,1 0 0,-1 0 0,0 0 0,1 0 0,-1 0 0,1 0 0,-1 0 0,0 0 0,1 0 0,-1 0 0,1 0 0,-1 0 0,0 0 0,1 0 0,-1 0 0,1 0 0,-1 1 0,0-1 0,1 0 0,-1 0 0,0 0 0,1 1 0,-1-1 0,0 0 0,1 0 0,-1 1 0,0-1 0,0 0 0,1 1 0,-1-1 0,0 0 0,0 1 0,0-1 0,1 1 0,-1-1 0,0 0 0,0 1 0,0-1 0,0 0 0,0 1 0,0-1 0,0 1 0,0-1 0,0 0 0,0 1 0,0-1 0,0 1 0,0-1 0,1 0 0,104-137 0,-89 116-1,5-10-62,2 1-1,1 1 1,2 1-1,1 1 1,0 1-1,2 2 1,22-14 63,-46 34 6,1 1 1,-1-1 0,0 2 0,1-1-1,-1 0 1,1 1 0,0 0 0,0 0 0,0 1-1,0 0 1,0 0 0,0 0 0,0 1 0,0 0-1,1 0 1,-1 0 0,0 1 0,0 0-1,0 0 1,0 1 0,0-1 0,0 1 0,-1 0-1,1 1 1,0 0 0,-1 0 0,0 0 0,0 0-1,0 1 1,0 0 0,0 0 0,-1 0-1,0 1 1,2 2-7,5 10 23,-1 1-1,0 1 1,-2 0 0,0 0-1,-2 1 1,0 0-1,-1 0 1,0 0 0,0 14-23,9 36 11,-8-48-416,0-13-1623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3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1 732 29742,'0'0'705,"0"0"-292,0 0-186,22-16 33,337-230 316,118-115-908,-400 312 257,-77 49 75,1 0 0,0 0 0,0 0 0,-1 0 0,1 0 0,0 1 0,0-1-1,-1 0 1,1 0 0,0 1 0,0-1 0,-1 1 0,1-1 0,0 1 0,-1-1 0,1 1 0,-1-1 0,1 1 0,-1-1 0,1 1-1,-1-1 1,1 1 0,-1 0 0,1-1 0,-1 1 0,0 0 0,1 0 0,-1-1 0,0 1 0,0 0 0,0 0 0,0-1-1,1 1 1,-1 0 0,0 0 0,0 0 0,0-1 0,-1 1 0,1 0 0,0 0 0,0-1 0,0 1 0,0 0 0,-1 0 0,1-1-1,0 1 1,-1 0 0,1 0 0,-1-1 0,1 1 0,-1 9 9,-68 416 845,72-280-506,-2-141-346,1 0 0,-1 0-1,1-1 1,0 1-1,0-1 1,1 0-1,-1 1 1,1-1-1,0 0 1,0 0 0,0-1-1,0 1 1,1-1-1,0 1 1,-1-1-1,1 0 1,1-1-1,-1 1 1,0-1 0,0 1-1,1-1 1,-1-1-1,1 1 1,0-1-1,0 1 1,-1-2-1,1 1 1,1 0-2,12-1 0,-1 0 0,1-1 0,-1-1 0,1-1 0,-1 0 0,0-1 0,0-1 0,-1-1 0,1 0 0,-1-1 0,0-1 0,-1 0 0,0-1 0,0-1 0,-1-1 0,0 0 0,-1 0 0,0-1 0,-1-1 0,0 0 0,-1-1 0,-1 0 0,4-8 0,37-47 0,-3-2 0,-3-3 0,-4-1 0,-3-2 0,22-65 0,-33 84 0,-13 83 0,1 355 0,-3-120 0,2 18 0,-19 177 0,0-387 0,-4-1 0,-2 0 0,-3 0 0,-3-2 0,-3 0 0,-28 61 0,46-119 0,-1-1 0,0 1 0,0-1 0,0 0 0,-1 0 0,0 0 0,0-1 0,0 1 0,-1-1 0,1 0 0,-1 0 0,0-1 0,-1 0 0,1 1 0,-1-2 0,0 1 0,0-1 0,0 0 0,-1 0 0,1 0 0,-1-1 0,1 0 0,-1-1 0,0 1 0,0-1 0,1 0 0,-1-1 0,0 0 0,-2 0 0,-6-4 0,-1 0 0,1-1 0,0-1 0,0 0 0,0-1 0,1-1 0,0 0 0,0-1 0,1 0 0,0-1 0,1-1 0,0 0 0,1 0 0,0-1 0,1-1 0,0 0 0,1 0 0,0-1 0,1 0 0,1 0 0,0-1 0,1 0 0,1 0 0,0-1 0,-1-9 0,2 12 0,0-1 0,0 0 0,2 1 0,0-2 0,0 1 0,1 0 0,1 0 0,0 0 0,1 0 0,1-1 0,0 1 0,1 0 0,1 1 0,0-1 0,0 1 0,1-1 0,7-10 0,10-7 0,2 1 0,0 1 0,2 2 0,2 0 0,0 2 0,1 1 0,26-16 0,340-222-2353,-273 186-919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3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29582,'0'0'1039,"0"0"-748,21 9-182,148 59 519,55 31 103,-220-97-719,-1 0-1,0 0 0,0 0 1,0 1-1,0-1 0,0 0 1,0 1-1,-1 0 1,1 0-1,-1 0 0,0 0 1,0 0-1,0 0 0,0 1 1,0-1-1,-1 1 1,0-1-1,1 1 0,-1-1 1,-1 1-1,1 0 0,0-1 1,-1 1-1,0 0 1,0 0-1,0 0 0,0-1 1,-1 1-1,1 0 0,-1 0 1,0-1-1,0 1 1,-1-1-1,0 3-11,-8 6 0,0 0 0,0-1 0,-1-1 0,-1 1 0,0-2 0,0 0 0,-1 0 0,0-1 0,-11 5 0,4-2 0,-165 112-2442,173-109-933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543 299 2393,'0'0'23119,"0"0"-19369,0 0-2513,0 0-937,0 0 264,0 0 141,0 0-301,0-23-246,1 8-144,0 9-13,0-1 1,-1 0 0,0 0-1,0 0 1,0 0 0,-1 0-1,0 1 1,0-1 0,-1 0-1,0 1 1,0-1 0,0 1 0,-1 0-1,0-1 1,0 1 0,-1 0-1,0 1 1,0-1 0,0 1-1,0 0 1,-5-4-2,-5-4-16,-1 1-1,-1 0 1,0 2-1,0-1 1,-1 2 0,-1 0-1,1 2 1,-1-1-1,-1 2 1,1 1 0,-1 0-1,0 1 1,0 1-1,0 1 1,0 0 0,-1 2-1,-10 1 17,20 2 6,1 1 0,-1 1 0,0-1 0,1 2 0,0-1-1,0 1 1,1 1 0,0-1 0,0 1 0,0 1 0,1 0-1,0 0 1,0 0 0,1 1 0,1-1 0,-1 2 0,1-1 0,1 0-1,-1 1 1,2 0 0,-1 0 0,1 0 0,1 1 0,0-1 0,1 1-1,0-1 1,0 1 0,1 0 0,0-1 0,1 1 0,1 4-6,-2-6 8,1 0 0,-1 1 0,2-1 0,-1 0 0,1 0 0,1 0 0,0-1 0,0 1 0,0 0 0,1-1 0,1 0 0,-1 0 0,1 0 0,1-1 1,-1 1-1,1-1 0,1-1 0,-1 1 0,1-1 0,0 0 0,1 0 0,-1-1 0,4 1-8,10 5 0,1 0 0,1-2 0,0-1 0,0-1 0,1-1 0,-1-1 0,1 0 0,0-2 0,1-1 0,-1-1 0,0-2 0,24-2 0,-33 2-105,0 0-1,0-2 1,0 1-1,0-2 1,-1 0-1,1-1 1,-1 0-1,0-1 1,-1-1 0,1 0-1,-2-1 1,1 0-1,-1-1 1,0 0-1,1-3 106,32-33-3259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1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30302,'0'0'801,"0"0"-505,0 0-16,0 0 144,0 0-216,119 0-208,-50 4-8,-9 2-480,-7-4-1313</inkml:trace>
  <inkml:trace contextRef="#ctx0" brushRef="#br0" timeOffset="265.3">676 57 25557,'0'0'4601,"0"0"-4256,0 0-201,0 0-144,0 0-665,0 0-3303</inkml:trace>
  <inkml:trace contextRef="#ctx0" brushRef="#br0" timeOffset="266.3">1231 63 28406,'0'0'1872,"0"0"-1375,0 0 79,126 112-576,-89-98-1681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8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91 29470,'0'0'2105,"0"0"-1817,0 0-64,0 0 296,0 0-360,0 0-160,0 0 0,23 105 0,-23-55 0,-5-8-1624</inkml:trace>
  <inkml:trace contextRef="#ctx0" brushRef="#br0" timeOffset="6677.899">240 1 26494,'0'0'1361,"0"0"-398,0 0-296,0 0-86,0 0-146,0 0-181,-7-1 67,-1 57 195,3-45-483,-1 1 1,0-1-1,-1-1 0,0 1 0,-1-1 1,0 0-1,-1-1 0,0 0 0,0 0 1,-1-1-1,0 0 0,-1-1 0,0 0 1,0 0-1,0-2 0,-1 1 1,0-1-34,11-4 4,0 0 1,-1 0-1,1 0 0,-1-1 1,1 1-1,-1 0 1,1-1-1,-1 1 1,1-1-1,-1 1 1,1-1-1,-1 0 1,0 0-1,1 1 1,-1-1-1,0 0 1,1-1-1,-1 1 1,0 0-1,1 0 1,-1-1-1,1 1 1,-1-1-1,1 1 1,-1-1-1,1 0 1,-1 0-1,1 1 0,-1-1 1,1 0-1,0 0 1,0 0-1,-1-1 1,1 1-1,0 0 1,0 0-1,0-1 1,0 1-1,0 0 1,1-1-1,-1 1 1,0-1-1,1 1 1,-1-1-1,1 0 1,-1 1-1,1-1 1,0 1-1,0-1 1,-1 0-5,1-5-2,0 0 0,0 0 1,0 0-1,1 0 1,0 0-1,0 0 0,1 0 1,-1 0-1,2 0 1,-1 1-1,1-1 0,0 1 1,0 0-1,1 0 1,-1 0-1,2 0 0,-1 1 1,0-1-1,1 1 1,0 0-1,0 1 0,1-1 1,-1 1-1,1 0 1,0 0-1,0 1 0,1 0 1,-1 0-1,0 0 1,1 1-1,0 0 0,-1 0 1,1 1-1,0-1 1,7 1 1,-14 48 82,-32-33-68,30-13-170,2-3-462,0-7-736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8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466 407 29830,'0'0'767,"0"0"-323,-9-20-168,-66-127 242,67 134-491,-2-8-15,-2 1 0,0 0 0,0 0 0,-2 1 1,-1 1-1,0 0 0,-1 2 0,-1-1 0,0 2 0,-18-12-12,32 25 1,0 0 0,0 0 0,-1 1 0,1-1-1,0 1 1,-1-1 0,1 1 0,-1 0 0,0 1 0,1-1 0,-1 1 0,0-1 0,1 1 0,-1 0 0,0 0 0,1 1 0,-1-1 0,0 1-1,1 0 1,-1 0 0,1 0 0,-1 0 0,1 1 0,-1-1 0,1 1 0,0 0 0,0 0 0,0 0 0,0 0 0,0 1 0,0-1 0,1 1 0,-1 0-1,1 0 0,-53 116 46,47-88-38,1 0 1,2 1-1,1-1 0,1 1 1,2 0-1,1 0 0,2 0 0,1-1 1,2 1-1,4 15-8,-7-37-8,1 0 0,0 0 0,1-1 0,0 1 0,0-1 0,1 1 0,0-1 0,1-1 0,0 1 1,0-1-1,1 0 0,0 0 0,0-1 0,1 0 0,0 0 0,0-1 0,1 0 0,-1-1 0,1 0 0,3 1 8,142-2-1335,-86-20-844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9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29686,'0'0'833,"0"0"-297,0 0-160,0 0 216,25 128-256,-22-92-336,-1-7-112,-2-9-1224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0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0 723 29590,'0'0'762,"0"0"-355,0 0 107,0 0-16,22-4-114,-8 1-327,0 1-19,0 0 0,-1-1-1,0-1 1,1 0 0,-2-1 0,1 0 0,0-1 0,-1-1 0,0 0 0,10-8-38,24-24 4,-2-3-1,-1-1 1,-3-2 0,-2-2 0,-1-1 0,-3-2-1,-2-1 1,-3-2 0,-1-1 0,-3-1-1,14-49-3,-31 80-107,-20 56 52,-12 33 68,3 2 0,4 0 0,2 1 0,3 0 0,3 1 0,3 0 0,3 1 0,4 9-13,0-73 2,1 0 0,0-1 0,0 0 0,0 1 0,1-1 0,0 0 0,0 0 0,0 0 1,1-1-1,-1 1 0,1-1 0,0 0 0,1 0 0,-1 0 0,1-1 0,-1 1 0,1-1 1,0 0-1,0-1 0,0 1 0,1-1 0,-1 0 0,1 0 0,-1-1 0,1 1 0,0-1 0,-1 0 1,1-1-1,0 0 0,0 1 0,-1-2 0,1 1 0,0-1 0,0 0 0,-1 0 0,1 0 1,-1-1-1,2-1-2,14-7 5,-1-1 1,-1 0-1,0-2 1,0 0-1,-1-2 1,-1 0-1,0-1 1,-1 0-1,-1-1 1,-1-1 0,0 0-1,-2-1 1,11-21-6,1 2-5,-1-1 0,-3-1 0,-1 0 1,-2-2-1,-2 0 0,-2-1 1,-1-1-1,-3 1 0,-1-2 0,-3 1 1,0-10 4,11 203 90,79 1021-87,-87-1047-3,-6 0 0,-9 69 0,-25-34 0,30-152 0,0 1 0,-1-1 0,0 0 0,0 0 0,0 0 0,-1 0 0,0 0 0,0-1 0,0 0 0,0 0 0,-1 0 0,0 0 0,0-1 0,-1 1 0,1-1 0,-1-1 0,0 1 0,0-1 0,0 0 0,0 0 0,0-1 0,-1 0 0,-1 0 0,0-1 0,-1 0 0,1-1 0,0 1 0,0-2 0,-1 1 0,1-1 0,0 0 0,0-1 0,0 0 0,0 0 0,0-1 0,0 0 0,1 0 0,-1-1 0,1 0 0,0 0 0,0-1 0,0 0 0,1 0 0,0 0 0,0-1 0,0 0 0,1 0 0,-1-1 0,2 1 0,-1-1 0,1 0 0,0-1 0,0 1 0,1-1 0,-1 0 0,-11-28-9,2 1 0,1-2-1,1 1 1,2-2 0,2 1 0,2-1 0,1 0 0,2 0-1,1-9 10,2 16-54,1-1 0,2 1-1,1 0 1,1 0 0,2 1 0,1 0-1,1 0 1,2 1 0,1 0 0,1 1-1,1 1 1,2 0 0,0 1-1,2 1 1,1 0 0,1 2 0,1 0-1,0 2 1,2 0 0,6-2 54,79-60-968,-31 29-3344,1 5-10669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0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29950,'0'4'625,"0"-4"-281,0 3-8,120 13-24,-83-3-264,0-5-48,-3 8-416,-9-1-441,-13-5-5568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0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30326,'0'0'657,"0"0"-361,0 0 128,141-47-136,-74 32-232,36 5-56,-15 8-496,-10-2-2433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1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 28382,'0'0'986,"-1"18"-350,-29 298 2127,-35 124-2763,52-341 0,4 2 0,5 99 0,4-190-127,0 0 0,1-1 0,0 1 0,0-1 0,1 1 0,0-1 0,1 0 0,0 0-1,0 0 1,1 0 0,4 7 127,6 1-2411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1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153 116 25149,'0'0'5771,"0"0"-4303,0 0-1261,0 8-35,-23-15-172,20 4 0,0 0 0,0-1 0,1 1 0,-1-1 0,1 0 0,-1 0 0,1 0 0,1 0 0,-1 0 0,0 0 0,1-1 0,0 1 0,0 0 0,0-1 0,0 1 0,1-1 0,0 1 0,0-1 0,0 1 0,1 0 0,-1-3 0,3 5 0,-1 0 0,1 0 0,-1 0 0,1 0 0,0 1 0,0-1 0,0 1 0,0-1 0,0 1 0,0 0 0,0 0 0,0 1 0,0-1 0,0 0 0,1 1 0,-1 0 0,0 0 0,0 0 0,0 0 0,1 1 0,-1-1 0,0 1 0,0 0 0,0 0 0,0 0 0,0 0 0,0 0 0,2 2 0,-3 0 0,-1 0 0,1 0 0,-1 1 0,0-1 0,0 0 0,0 1 0,0-1 0,-1 1 0,0-1 0,1 1 0,-1-1 0,0 1 0,-1-1 0,1 1 0,-1-1 0,1 1 0,-1-1 0,0 0 0,0 1 0,-1-1 0,1 0 0,-1 0 0,1 0 0,-1 0 0,0 0 0,0 0 0,-1 0 0,1 0 0,0-1 0,-1 1 0,-2 1 0,-2 3 0,-1 0 0,0-1 0,0 0 0,0 0 0,-1-1 0,1 0 0,-1 0 0,-1-1 0,1-1 0,0 1 0,-1-1 0,0-1 0,0 0 0,0 0 0,-4 0 0,12-5 0,0 1 0,0-1 0,0 0 0,0 1 0,1-1 0,-1 0 0,1 0 0,0 0 0,0 0 0,0 0 0,0-1 0,0 1 0,0 0 0,1 0 0,0-1 0,0 1 0,0 0 0,0 0 0,0-1 0,0 1 0,1 0 0,0 0 0,0 0 0,0-1 0,0 1 0,0 0 0,1-1 0,1-3 0,0 1 0,1 0 0,0-1 0,0 2 0,0-1 0,1 0 0,0 1 0,0 0 0,0 0 0,1 0 0,-1 1 0,1 0 0,0 0 0,0 0 0,1 1 0,-1 0 0,1 0 0,0 0 0,0 1 0,0 0 0,0 1 0,0-1 0,0 1 0,0 1 0,4-1 0,-9 3 0,0-1 0,0 0 0,0 1 0,0-1 0,0 1 0,-1 0 0,1 0 0,0 0 0,-1 0 0,1 0 0,-1 0 0,0 0 0,0 0 0,0 1 0,0-1 0,0 0 0,0 1 0,0-1 0,-1 1 0,1-1 0,-1 1 0,0-1 0,0 1 0,0-1 0,0 1 0,0-1 0,-1 1 0,1-1 0,-1 0 0,1 1 0,-1-1 0,0 1 0,0-1 0,-1 2 0,-4 3 0,-1-1 0,1-1 0,-1 1 0,0-1 0,-1 0 0,1-1 0,-1 1 0,0-2 0,0 1 0,0-1 0,-1 0 0,1-1 0,-1 0 0,0 0 0,1-1 0,-1 0 0,0-1 0,0 0 0,0 0 0,-5-1 0,24-13-157,14 3-866,1-1-1102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2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0 628 29934,'0'0'701,"0"0"-341,0 0 26,0 0 41,0 0-80,27-9-142,-20 6-194,18-5 9,-1-1-1,-1-1 1,1-1 0,-2-1-1,0-1 1,0-1 0,-1-1-1,3-4-19,42-41-34,-3-3 1,-2-3-1,-4-3 0,-2-2 0,31-56 34,-61 78 23,-49 115 6,3-6-5,3 0 0,2 2 1,3 0-1,3 1 0,2 0 0,3 0 0,4 47-24,1-101 5,0-1-1,1 1 1,1 0-1,-1 0 1,2-1 0,-1 1-1,1-1 1,0 0-1,1 0 1,0 0-1,0 0 1,0 0-1,6 5-4,-8-11 4,1 1 0,-1 0-1,1-1 1,0 1 0,0-1-1,0 0 1,0 0-1,1 0 1,-1 0 0,1 0-1,-1-1 1,1 0 0,-1 1-1,1-1 1,0-1-1,0 1 1,-1-1 0,1 1-1,0-1 1,0 0 0,0 0-1,-1-1 1,1 1-1,0-1 1,0 0 0,-1 0-1,1 0 1,0 0 0,-1-1-1,1 1 1,-1-1-1,0 0 1,1-1-4,14-9 1,-2-1 0,0-1 0,-1-1 0,0 0-1,-1-1 1,-1-1 0,0 0 0,-2 0 0,7-13-1,-18 30 0,43-75-31,-3-1-1,-4-2 1,-3-1 0,6-31 31,-21 92-20,-10 57 24,35 631 137,-37-185-141,-5-473-13,0 0-1,-1-1 1,0 1 0,-1 0-1,0-1 1,-1 1 0,0-1-1,0 1 1,-2-1 0,1 0-1,-2 0 1,1 0 0,-1-1-1,-1 0 1,0 0 0,0 0-1,-1 0 1,0-1 0,-1 0-1,0-1 1,0 0 0,-1 0-1,0-1 1,-1 0 0,1 0-1,-1-1 1,0 0 0,-1-1-1,0 0 1,1-1 0,-1 0-1,-1-1 1,-10 2 13,11-6-15,0 0 0,1 0 0,-1-1 0,1-1 0,-1 0 0,1-1 0,0 0 0,0 0 0,0-1 0,1 0 0,0-1 0,0 0 1,0 0-1,0-1 0,1 0 0,1 0 0,-1-1 0,1 0 0,0-1 0,1 1 0,0-1 0,0-1 0,1 1 0,0-1 0,1 0 0,0 0 0,1 0 0,0 0 0,0-1 0,1 0 0,0 1 0,1-1 0,0-4 15,-1-3-2,0 0 0,1 0 0,1 0-1,0 0 1,2 0 0,0 0 0,1 1 0,0-1-1,2 1 1,0-1 0,1 1 0,1 1-1,0-1 1,1 1 0,1 0 0,1 1-1,0 0 1,1 1 0,2-3 2,182-173-1263,-104 113-915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3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30262,'0'0'801,"0"0"-489,0 107 48,0-57-128,0 10-232,3-12-360,6-15-2441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3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1 601 29766,'0'0'805,"0"0"-377,0 0-102,0 0 74,0 0-38,32-9-129,-16 4-212,12-3-5,0-1 0,0-1 0,-1-1 0,-1-1 0,0-2-1,-1-1 1,22-16-16,-8 2-34,-2-2 0,0-1-1,-3-2 1,-1-2-1,-1-1 1,-2-1 0,-2-1-1,-2-2 1,5-11 34,-27 45-5,-1 1 0,0-1-1,0 0 1,-1 0 0,0 0 0,0 0 0,0-1 0,-1 1 0,0 0 0,-1-1-1,1 1 1,-2-1 0,0-6 5,-31 18 44,25 5-36,0 0-1,0 1 1,1 0 0,0 0-1,0 1 1,1 0-1,1 0 1,0 0 0,0 0-1,-1 8-7,-10 45 56,3 0 1,3 1-1,3 0 0,2 0 1,4 40-57,0-70 16,-3-20-12,1 1 1,1 0 0,1 0-1,0 0 1,1 0 0,0 0 0,2 0-1,0 0 1,0-1 0,2 1-1,0-1 1,0 0 0,2 0-1,0-1 1,0 0 0,2 0 0,-1-1-1,2 0 1,5 6-5,-12-16 1,0-1 0,0 1 0,0-1 0,0 0 0,0 0 0,0 0 0,1-1-1,-1 1 1,1-1 0,-1 0 0,1 0 0,-1 0 0,1 0 0,0-1 0,0 1 0,-1-1 0,1 0 0,0 0 0,-1-1 0,1 1 0,0-1 0,-1 1 0,1-1 0,0 0-1,-1-1 1,1 1 0,-1-1 0,0 1 0,1-1 0,-1 0 0,0 0 0,0 0 0,0-1 0,0 1 0,-1-1 0,1 0 0,-1 1 0,0-1 0,1 0 0,-1-1-1,0 1 0,74-150 38,-71 140-39,46-139-240,-7-3 0,-5-6 241,2-8-528,-31 152 555,-10 59 86,0-19-65,0 44 95,22 717 637,-8-614-776,-6 0 0,-11 88-4,4-245 0,-1-1 0,0 1 0,0 0 0,-2 0 0,1 0 0,-2-1 0,1 1 0,-2-1 0,0 1 0,0-1 0,-1 0 0,-1-1 0,0 1 0,0-1 0,-1 0 0,-1-1 0,0 0 0,0 0 0,-1 0 0,0-1 0,0-1 0,-1 1 0,-3 1 0,3-5 0,0-1-1,1 0 0,-1 0 1,-1-1-1,1 0 1,0 0-1,-1-1 1,1-1-1,-1 0 1,0 0-1,1-1 1,-1-1-1,0 0 1,1 0-1,-1-1 1,1 0-1,-1-1 1,1 0-1,0 0 1,0-1-1,1-1 1,-1 0-1,1 0 1,0 0-1,0-2 1,0 1-1,1-1 1,0 0-1,1 0 1,-1-1-1,1 0 1,1-1-1,0 1 1,0-1-1,0-1 1,1 1-1,-1-4 1,2 0-26,0-1 0,1 0 0,0 0 0,1 0 0,1 0 0,0 0 0,0-1 0,2 1 0,0 0 0,1 0 0,0 0 0,1 0 0,0 0 0,1 0 0,1 1 0,2-4 26,112-194-256,-95 175 169,2 1 0,2 1 0,0 1 1,3 2-1,0 1 0,34-24 87,150-101-2303,-122 93-2024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4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0 29686,'0'0'1189,"0"0"-833,0 0-247,0 0 75,19 18 20,59 57-99,-75-73-104,-1 0 0,1 1-1,-1-1 1,0 1 0,0 0-1,0 0 1,0 0 0,0 0-1,-1 0 1,1 0-1,-1 0 1,0 0 0,0 1-1,0-1 1,-1 0 0,1 1-1,-1-1 1,0 1-1,1-1 1,-1 1 0,-1-1-1,1 0 1,-1 1 0,1-1-1,-1 1 1,0-1 0,0 0-1,0 0 1,-1 0-1,1 1 1,-1-1 0,0 0-1,0-1 1,0 1 0,0 0-1,0-1 1,0 1-1,-2 0 0,-161 114-172,152-111 174,12-5-2,1-1 1,-1 0 0,0 0-1,1 0 1,-1 0 0,0-1 0,1 1 0,-1 0 0,0 1 0,1-1 0,-1 0 0,0 0 0,1 0-1,-1 0 1,1 0 0,-1 1 0,0-1 0,1 0 0,-1 1 0,1-1 0,-1 0 0,1 1 0,-1-1-1,1 1 1,-1-1 0,1 0 0,-1 1 0,1 0 0,-1-1 0,1 1 0,0-1 0,-1 1-1,1-1 1,0 1 0,0 0 0,-1-1 0,1 1 0,0-1 0,0 1 0,0 0 0,0-1 0,0 1-1,0 0 1,0-1 0,0 1 0,0 0 0,0-1 0,0 1 0,0 0 0,1-1 0,-1 1 0,0-1-1,0 1 1,1 0 0,-1-1 0,0 1 0,1-1 0,-1 1 0,0-1 0,1 1 0,-1-1-1,1 1 1,-1-1 0,1 1 0,0-1-1,29 3-271,1-2-1,-1 0 1,1-3 0,0 0-1,-1-2 1,0-1-1,0-2 1,0-1 0,-1-1-1,21-10 272,49-17-5801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5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1 651 29870,'0'0'870,"0"0"-214,0 0-139,0 0-207,0 0-118,30-23-64,211-155-59,-175 127-120,-4-3 0,-1-3 0,-3-3 0,1-7 51,-58 67-1,-1 0 0,0 0 0,0 0-1,0 1 1,1-1 0,-1 0 0,0 0-1,0 0 1,0 0 0,1 0 0,-1 0-1,0 0 1,0 1 0,1-1 0,-1 0 0,0 0-1,0 0 1,1 0 0,-1 0 0,0 0-1,0 0 1,1 0 0,-1 0 0,0 0-1,0 0 1,0 0 0,1-1 0,-1 1-1,0 0 1,0 0 0,1 0 0,-1 0 0,0 0-1,0 0 1,0 0 0,1-1 1,-10 27 6,8-26-6,-12 33 21,1 0 1,1 1 0,2 0 0,1 1-1,2 0 1,1 0 0,2 0-1,1 0 1,2 1 0,2 0-22,-2-29 2,1 1 0,1-1 0,-1 1 1,1-1-1,0 0 0,1 0 0,0 0 0,0 0 0,0 0 0,1-1 1,0 1-1,0-1 0,1 0 0,0 0 0,0-1 0,0 1 0,1-1 0,-1 0 1,1-1-1,1 1 0,-1-1 0,0 0 0,1-1 0,0 0 0,0 0 1,0 0-1,0-1 0,0 0 0,1 0 0,-1-1 0,1 0 0,-1 0 1,1-1-1,-1 0 0,1 0 0,-1 0 0,1-1 0,1-1-2,3-1 3,0 0-1,0 0 1,0-1-1,0-1 1,-1 0-1,0-1 1,0 0-1,0-1 1,-1 0-1,0 0 1,0-1-1,-1 0 0,0-1 1,0 0-1,-1-1 1,-1 0-1,1 0 1,-1-1-3,12-18 1,-1-1 0,-2 0 0,-1-2 0,-1 0 0,9-33-1,-5-4-37,-3-2 0,-3 0 1,-3 0-1,-1-25 37,0 148 31,-4-10-15,30 353 102,-16 367-118,-22-689 3,-3 0-1,-3 0 1,-3-1-1,-3-1 1,-3 0-1,-13 25-2,30-88 1,0 0-1,0 0 1,-1 0-1,0-1 1,0 1-1,0-1 1,-1 0-1,-1 0 1,1 0-1,-1 0 1,0-1-1,0 0 1,-1 0-1,0 0 1,0-1-1,0 0 1,-1 0-1,0 0 1,0-1-1,0 0 1,0 0-1,-1-1 1,1 0-1,-1 0 1,0-1-1,0 0 1,0 0-1,0-1 1,0 0-1,0-1 1,0 1-1,-3-2 0,-4-5 0,1-1 0,-1-1 0,2 0 0,-1-1 0,1 0 0,0-1 0,1 0 0,0-1 0,1-1 0,0 0 0,1 0 0,0-1 0,1-1 0,1 1 0,0-1 0,0-1 0,2 0 0,0 0 0,0 0 0,2 0 0,-1-2 0,1 3-13,-1 0-1,2 0 1,0 0 0,0 0 0,2-1-1,0 1 1,0 0 0,1-1 0,1 1-1,0-1 1,1 1 0,1 0-1,0 0 1,1 0 0,1 0 0,0 1-1,0 0 1,2-1 0,0 2 0,0-1-1,6-6 14,168-154-1240,-95 101-706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5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87 16187,'0'0'11879,"0"0"-8881,3 19-2481,11 146 517,-38-108-882,21-63-152,7-12-71,1-1 0,0 1 0,2 0 0,0 1 0,1-1 0,0 1 0,2 1 1,0 0-1,0 0 0,2 1 0,0 0 0,0 1 0,2 1 0,0 0 0,0 0 0,13-7 71,-22 15-5,0 1 0,0-1-1,0 2 1,0-1 0,1 0 0,0 1 0,0 0-1,0 0 1,0 1 0,0 0 0,0 0-1,0 0 1,1 1 0,-1 0 0,1 0 0,-1 1-1,1-1 1,-1 1 0,1 1 0,0-1-1,-1 1 1,0 1 0,1-1 0,1 1 5,1 8 93,0 1 0,0 0 1,-1 0-1,-1 1 0,0 0 0,0 0 1,-1 1-1,-1 0 0,0 0 0,-1 0 1,0 0-1,-1 1 0,1 10-93,-2-15 13,29 123 22,-31-153-264,0-8-918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24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31487,'0'0'824,"0"0"-736,0 0-40,0 0-24,0 0-24,122 33-208,-89-30-1392</inkml:trace>
  <inkml:trace contextRef="#ctx0" brushRef="#br0" timeOffset="267.668">618 15 30871,'0'0'728,"0"0"-200,0 0-136,0 0-144,0 0-248,143 13-56,-90-26-1232,-3-1-4337</inkml:trace>
  <inkml:trace contextRef="#ctx0" brushRef="#br0" timeOffset="268.668">1267 100 27822,'0'0'2512,"0"0"-2127,141 56-273,-63-35-112,-4-6-1497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1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25701,'0'0'3157,"0"0"-2253,0 0-536,0 0 41,0 0-55,16 14-88,53 46-61,-68-59-199,1 1-1,0-1 1,0 0-1,-1 0 1,1 0 0,0 0-1,0 0 1,0 0-1,0-1 1,1 1 0,-1-1-1,0 1 1,0-1-1,0 0 1,0 0 0,0 0-1,1 0 1,-1 0-1,0 0 1,0-1 0,0 1-1,0-1 1,0 1-1,0-1 1,0 0-1,0 0 1,0 0 0,0 0-1,0 0 1,0 0-1,-1-1 1,1 1 0,0 0-1,-1-1 1,1 0-1,-1 1 1,0-1 0,1 0-1,-1 0-5,6-5 14,126-174 100,-87 109-113,-45 70-2,-1 1 0,0 0 0,0 0 0,0 0 0,1-1 0,-1 1 1,0 0-1,1 0 0,-1 0 0,1 0 0,0 0 0,-1 0 0,1 0 0,0 0 0,0 0 1,-1 0-1,1 0 0,0 0 0,0 1 0,0-1 0,0 0 0,0 1 0,0-1 0,0 0 1,0 1-1,0 0 0,1-1 0,-1 1 0,0-1 0,0 1 0,0 0 0,1 0 0,-1 0 1,0 0-1,0 0 0,0 0 0,1 0 0,-1 0 0,0 0 0,0 1 0,0-1 0,0 0 1,1 1-1,-1-1 0,0 1 0,0-1 0,0 1 0,0 0 0,0-1 0,0 1 0,0 0 1,0 0-1,0 0 0,0 0 1,19 223-4,-19-152 9,11 219 39,-12-287-39,1 0 0,-1 0 0,1 0 0,0 0 0,0 0 0,0 0 0,0 0 0,1 0 0,-1 0 0,1 0 0,0 0 0,1-1 0,-1 1 0,0-1-1,1 0 1,0 0 0,0 0 0,0 0 0,0 0 0,0-1 0,0 1 0,1-1 0,-1 0 0,1 0 0,0 0 0,0 0 0,0-1 0,0 1 0,0-1 0,0 0 0,0 0 0,0-1 0,0 1 0,0-1 0,0 0 0,1 0 0,-1 0-1,0-1 1,0 1 0,0-1 0,0 0 0,0 0 0,0-1 0,0 1 0,0-1 0,0 0 0,-1 0 0,1 0 0,-1 0 0,1-1 0,-1 0 0,0 1 0,0-2-5,19-17 12,-2-1-1,0-1 1,-2-1 0,0 0-1,-2-1 1,-1-1 0,-1-1-1,-1 0 1,2-10-12,-14 36 0,34-79 1,-4-2 0,-4 0 0,-3-2 0,4-39-1,-21 112 26,-7 46-8,0-24-22,3 321 232,37 240-228,1-279 68,-12-109-37,-8 1 0,-5 91-31,-16-268 3,1 0 1,-1 0 0,-1 0 0,1 0 0,-1 0 0,-1-1 0,0 1 0,0 0-1,0 0 1,-1-1 0,0 0 0,0 1 0,-1-1 0,0 0 0,0-1-1,-1 1 1,0-1 0,0 0 0,0 0 0,-1 0 0,0-1 0,0 1-1,0-2 1,-1 1 0,0-1 0,0 0 0,0 0 0,0-1 0,-3 1-4,3-2 0,0 0 1,0 0 0,-1-1 0,1 0-1,-1 0 1,1-1 0,-1 0 0,1-1-1,-1 1 1,1-1 0,0-1 0,-1 1-1,1-1 1,0-1 0,0 1 0,0-1-1,0-1 1,1 1 0,-1-1 0,1 0 0,0 0-1,0-1 1,0 0 0,1 0 0,-1 0-1,1-1 1,0 0 0,1 0 0,-4-5-1,-9-15-21,1-1 0,1 0 0,1-1 0,2-1 1,1 0-1,-3-13 21,4 18-40,2-1 1,0-1 0,2 1-1,0-1 1,2 0-1,1-1 1,1 1-1,1 0 1,2-1-1,0 1 1,2-1-1,1 1 1,1 0 0,1 1-1,2-1 1,0 1-1,3-5 40,13-10-265,2 0 0,1 2 1,2 0-1,2 3 0,1 0 0,1 2 0,2 1 265,-33 30-30,84-79-2000</inkml:trace>
  <inkml:trace contextRef="#ctx0" brushRef="#br0" timeOffset="298.203">1931 469 28502,'0'0'890,"0"-11"-98,0 9-599,1-26-123,-13 34 1777,3 13-1805,3-6-28,0-1 1,0 1 0,-1-1 0,0-1 0,-1 1 0,-1-1 0,0-1-1,0 1 1,-1-1 0,0-1 0,-2 1-15,-353 245 100,355-247-103,0 0 0,0 0 0,1 1 0,1 0 0,-1 1-1,1 0 1,1 1 0,0-1 0,1 1 0,0 1 0,-3 6 3,7-14-2,1 1 1,-1 0-1,1 0 1,0 0-1,0 0 0,0 0 1,1 0-1,0 1 1,0-1-1,0 0 1,1 0-1,-1 0 0,1 0 1,0 0-1,1 0 1,-1 0-1,1 0 0,0 0 1,1-1-1,-1 1 1,1-1-1,-1 1 0,1-1 1,1 0-1,-1 0 1,0 0-1,1-1 1,0 1-1,1 0 2,19 10-146,0 0-1,1-1 1,0-2 0,1 0-1,0-2 1,1-1 0,0-1-1,0-1 1,0-2 0,1 0-1,0-2 1,0-1 0,0-1-1,15-3 147,-28 3-234,61 1-1692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55:07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1325 1299 26446,'0'0'3170,"0"0"-2173,0 0-765,0 0 43,0 0 102,13 3 51,-7-2-397,-1 1-1,1-1 1,-1 0-1,1 0 1,0-1-1,-1 0 1,1 0-1,0 0 1,-1-1-1,1 0 1,-1 0-1,1 0 1,-1-1-1,1 1 1,-1-1-1,0-1 1,0 1-1,0-1 1,0 0-1,0 0 1,3-3-31,39-37 25,-2-3 0,-2-1 0,-3-2 0,-1-2 0,-3-1 1,-2-2-1,-2-2 0,8-24-25,-17 59 0,-22 69 0,-1-38 0,-57 588 0,57-593 0,1 0 0,-1 0 0,1 0 0,0 0 0,0 0 0,0 0 0,1-1 0,-1 1 0,1 0 0,1-1 0,-1 1 0,0-1 0,1 0 0,0 1 0,0-1 0,0-1 0,1 1 0,-1 0 0,1-1 0,0 0 0,0 0 0,0 0 0,1 0 0,-1 0 0,0-1 0,1 0 0,0 0 0,0 0 0,-1-1 0,1 0 0,0 1 0,0-2 0,0 1 0,0-1 0,0 1 0,5-2 0,0 2 0,0-1 0,0 0 0,0-1 0,0-1 0,0 1 0,0-1 0,0-1 0,-1 0 0,1 0 0,-1-1 0,0 0 0,0-1 0,0 0 0,-1 0 0,1-1 0,-1 0 0,-1-1 0,4-2 0,121-146 0,-98 107 0,-1-2 0,-3-1 0,-3-1 0,-1-1 0,-3-1 0,-2-2 0,-3 0 0,-2-1 0,4-29 0,-11-10 0,29 1112 0,-25-765 0,1 450 0,-13-688 0,-1 1 0,0-1 0,-1 1 0,-1 0 0,0-1 0,-1 0 0,0 1 0,-1-1 0,-1 0 0,0-1 0,0 1 0,-2-1 0,1 0 0,-1-1 0,-1 1 0,0-1 0,-1-1 0,0 0 0,0 0 0,-1-1 0,-2 2 0,3-7 0,1 1 0,0-1 0,-1 0 0,0-1 0,0 0 0,0 0 0,0-1 0,-1 0 0,1-1 0,0 0 0,-1 0 0,1-1 0,-1-1 0,1 1 0,0-1 0,-1-1 0,1 0 0,0 0 0,0-1 0,0 0 0,0 0 0,0-1 0,1-1 0,0 1 0,0-1 0,0-1 0,0 1 0,1-1 0,0 0 0,0-1 0,1 0 0,-6-7 0,-1-7 0,1-1 0,0-1 0,2 0 0,1 0 0,1-1 0,1 0 0,1-1 0,1 0 0,1 0 0,1 0 0,1 0 0,2 0 0,1-17 0,-1 8 0,1-1 0,2 1 0,1 0 0,1 0 0,2 1 0,2 0 0,1 0 0,1 1 0,2 0 0,1 1 0,2 0 0,1 1 0,1 1 0,1 1 0,2 0 0,13-12 0,28-24-327,3 4 0,2 2 0,30-17 327,-32 24-863,33-26-1494</inkml:trace>
  <inkml:trace contextRef="#ctx0" brushRef="#br0" timeOffset="267.284">3557 1234 29246,'0'0'736,"0"0"-456,0 0-111,145 17 319,-110-7-360,-5 5-128,-16 18-200,-7-4-1297,-7 0-2264</inkml:trace>
  <inkml:trace contextRef="#ctx0" brushRef="#br0" timeOffset="471.736">3433 1674 30791,'0'0'744,"0"0"-640,0 0-24,0 0 112,0 0 32,147 4-184,-48-4-40,-13 0-808,-13 0-3241</inkml:trace>
  <inkml:trace contextRef="#ctx0" brushRef="#br0" timeOffset="20175.932">0 513 30022,'0'0'897,"0"0"-585,0 0-56,0 0 200,168 2-24,-80 2-168,11 1-136,2-1-128,3 4 0,-7 0 0,-3 1 0,-13 1 0,-10-8-616,-20-2-976,-26 0-11019</inkml:trace>
  <inkml:trace contextRef="#ctx0" brushRef="#br0" timeOffset="20530.194">83 551 27606,'0'0'2670,"0"0"-1831,-7 22-545,2-5-225,-24 149 575,31 101-187,-11 367-313,-3-362-112,12-262-32,0 0 1,1 0-1,0-1 0,1 1 1,0-1-1,0 1 1,1-1-1,0 0 0,1 0 1,0 0-1,0 0 0,1-1 1,0 1-1,0-1 1,1 0-1,0-1 0,1 0 1,0 0-1,0 0 0,0-1 1,1 0-1,0 0 1,0-1-1,0 0 0,1 0 1,-1-1-1,1 0 0,1 0 1,-1-1-1,0-1 1,1 1-1,8 0 0,32 0 0,1-2 0,-1-2 0,0-3 0,0-2 0,-1-1 0,1-3 0,-2-2 0,3-3 0,82-17 0,296-73-1874,-310 67-1189</inkml:trace>
  <inkml:trace contextRef="#ctx0" brushRef="#br0" timeOffset="21015.876">2302 22 29950,'0'0'622,"0"0"-261,0 0-121,0 0 134,28-5 28,-6 1-328,1 0-25,1 0 1,0 2 0,0 0 0,0 2-1,0 0 1,-1 2 0,11 2-50,80 18 58,-2 5 0,94 36-58,-72 5-96,-133-66 112,0 1 0,0-1-1,-1 1 1,1-1 0,-1 1 0,1 0 0,-1-1 0,0 1 0,0-1-1,0 1 1,0 0 0,0-1 0,-1 1 0,1-1 0,-1 1 0,0-1-1,0 1 1,0-1 0,0 0 0,0 1 0,0-1 0,0 0-1,-1 0 1,0 2-16,-8 19-4,-6 195 4,17-161 0,8 253 0,25 111 0,11 64-431,-45-452-954</inkml:trace>
  <inkml:trace contextRef="#ctx0" brushRef="#br0" timeOffset="21204.563">2633 2018 31655,'0'0'1000,"0"0"-888,0 0-112,0 0 0,159 112 0,-80-93 0,11-2 0,66 1 0,-24-3-624,-22-1-2689</inkml:trace>
  <inkml:trace contextRef="#ctx0" brushRef="#br0" timeOffset="21457.847">3795 1851 30487,'0'0'1112,"0"0"-848,0 0-136,0 0 240,0 0-56,0 0-216,62 134-96,-30-94 0,-4 9-488,-8-9-848,-15-7-2385</inkml:trace>
  <inkml:trace contextRef="#ctx0" brushRef="#br0" timeOffset="21749.084">3451 2319 30406,'0'0'617,"0"0"-343,0 0-92,0 0 252,23 0-19,300 9-25,-319-9-391,0-1 1,0 1 0,0 0-1,-1 0 1,1 0 0,0 1-1,0-1 1,0 1 0,0 0-1,-1 0 1,1 0 0,-1 1 0,1-1-1,-1 1 1,1 0 0,-1 0-1,0 0 1,0 0 0,0 1-1,0-1 1,0 1 0,0 0-1,-1 0 1,1 0 0,-1 0-1,0 0 1,0 0 0,0 1-1,0-1 1,-1 1 0,1-1 0,-1 1-1,0 0 1,0-1 0,0 1-1,-1 0 1,1 0 0,-1 0 0,-3 5 2,-1 0 0,0 0 0,0 0 0,-1-1 1,0 1-1,0-1 0,-1 0 0,0-1 0,-1 0 0,0 0 1,0 0-1,0 0 0,-1-1 0,0-1 0,-6 4-2,-6 7 2,-580 453-606,594-464-324,9-9-4426,15-17-12378</inkml:trace>
  <inkml:trace contextRef="#ctx0" brushRef="#br0" timeOffset="21969.152">3580 2829 27670,'0'0'1856,"0"0"-831,14 116-433,-14-58 0,0 0-144,0 0-200,0-6-176,9-12-72,7-18-104,7-19-368,30-35-272,-6-17-889,1-11-5512</inkml:trace>
  <inkml:trace contextRef="#ctx0" brushRef="#br0" timeOffset="22156.66">4149 2684 26430,'0'0'2103,"0"0"-886,0 0-543,0 0-183,-26 12-95,-158 80 46,144-68-359,10-7 10,1 1 0,0 2 0,2 0 0,0 2 0,1 1 0,-9 12-93,34-34 4,0 0 0,0 0 0,0 0 1,0 0-1,0 0 0,0 0 1,0 0-1,1 0 0,-1 1 0,0-1 1,1 0-1,-1 0 0,0 1 1,1-1-1,0 0 0,-1 1 0,1-1 1,0 1-1,0-1 0,0 0 1,0 1-1,0-1 0,0 1 0,0-1 1,0 1-1,0-1 0,1 0 1,-1 1-1,1-1 0,-1 0 0,1 1 1,-1-1-1,1 0 0,0 0 1,0 1-1,0-1 0,-1 0 0,1 0 1,0 0-1,0 0 0,0 0 1,1 0-1,-1-1 0,0 1 0,0 0 1,0 0-1,1-1 0,-1 1 1,0-1-1,1 1 0,-1-1 0,0 0 1,2 1-5,81 13 125,-80-14-119,267 2-4,-258-3-90,-1 0 0,1 0 0,-1-1 0,0-1 0,1 0 0,-1-1 0,-1 0 0,1-1-1,-1 0 1,1-1 0,1-1 88,36-38-4935,-26 10-11233</inkml:trace>
  <inkml:trace contextRef="#ctx0" brushRef="#br0" timeOffset="22360.12">4292 2238 29278,'0'0'2145,"0"0"-1601,5 187-48,6-63-192,1 30-304,-1 9 0,-1-5 0,-1-7 0,-2-32 0,0-32 0,9-23 0,-5-39-976,-4-15-2225</inkml:trace>
  <inkml:trace contextRef="#ctx0" brushRef="#br0" timeOffset="22630.393">4649 2858 31335,'0'0'1152,"0"0"-872,0 0-280,127 125 0,-99-86 0,4 9 0,-7-9 0,-11-6-1136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01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0 30358,'0'0'745,"0"0"-537,21 208 0,-21-13 344,0 51 72,-5 26-552,-15 0-72,-1-30 0,-7-16 0,3-23 0,2-18 0,-5-21 0,-4-28 0,4-42-600,1-38-2801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05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120 231 27558,'0'0'1392,"0"0"-352,0 0-559,0 0 15,0 207-24,-18-6-128,-1 33-64,-4 7-64,2-19-88,5-34-56,2-13-56,8-41-16,3-36 0,3-38-40,0-33-176,0-27-536,0-27-1209,9-21-5632</inkml:trace>
  <inkml:trace contextRef="#ctx0" brushRef="#br0" timeOffset="265.092">961 0 28358,'23'2'892,"-22"-2"-882,18 0 36,0 1-1,-1 1 1,1 1-1,0 1 0,-1 0 1,0 1-1,0 1 1,0 1-1,-1 1 0,9 5-45,11 15 126,-1 2 0,-1 1 0,-2 1 0,-2 2 0,0 2-1,-3 0 1,-1 2 0,-2 1 0,-1 1 0,-2 1 0,-2 1-1,-2 1 1,-2 1 0,7 32-126,-5-14 64,-2 1 1,-3 0-1,-3 2 0,-3-1 1,-3 1-1,-3 0 0,-2-1 1,-3 1-1,-3 0 1,-3-1-1,-3-1 0,-13 40-64,22-90-4,0 1-17,0 1 1,-1-1 0,0 0 0,-1 0 0,-1 0 0,0-1-1,-1 0 1,0 0 0,-1-1 0,0 0 0,-1-1 0,-2 2 20,-125 64-2849,64-57-2539</inkml:trace>
  <inkml:trace contextRef="#ctx0" brushRef="#br0" timeOffset="550.741">479 693 22717,'0'0'7337,"185"-37"-6920,-36 26-289,-1 5 80,-33 6 88,-41 0-80,-28 10-104,-9 11-112,-30 31-120,-7-4-720,-10-1-1473</inkml:trace>
  <inkml:trace contextRef="#ctx0" brushRef="#br0" timeOffset="813.946">675 1338 28486,'0'0'752,"0"0"-544,0 0-88,166-75 136,-97 15-144,14-40-112,-18 13-632,-19 9-2360</inkml:trace>
  <inkml:trace contextRef="#ctx0" brushRef="#br0" timeOffset="814.946">1032 336 22797,'0'0'6321,"-7"187"-5441,-6-13-183,-4 31-321,-3 3-136,-6-24-128,6-30-112,8-47-416,1-32-2865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04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1041 29614,'0'0'776,"0"0"-343,0 0-265,159-42-40,-71 20 0,8-5-88,4-7-40,-4-3-176,6-29-937,-26 8-1799,-21 2-16884</inkml:trace>
  <inkml:trace contextRef="#ctx0" brushRef="#br0" timeOffset="261.794">747 543 9722,'0'0'14923,"-2"37"-11242,-6 573-1807,7 54-711,-5-541-1117,-5 1 1,-5-2 0,-6 0-1,-11 22-46,-18 0-41,49-141 34,0 0 1,1 0-1,-1 0 0,-1-1 1,1 1-1,0 0 0,-1-1 1,1 0-1,-1 0 0,0 0 1,1 0-1,-1 0 0,0 0 1,0-1-1,-1 1 0,1-1 1,0 0-1,0 0 0,-1 0 1,1 0-1,0-1 0,-1 1 1,1-1-1,-1 0 0,1 0 1,0 0-1,-1-1 0,1 1 1,-1-1-1,1 0 0,0 0 1,0 0-1,-1 0 0,1 0 1,0-1-1,0 1 0,0-1 1,0 0-1,0 0 0,1 0 1,-1 0-1,1-1 0,-1 1 1,-1-3 6,-8-16-5,0 0 0,1-1 0,1 0 0,1-1 0,2 1 1,0-2-1,1 1 0,1-1 0,2 0 0,0 0 0,1-4 5,2 27 0,-4-20 1,1-1-1,1 0 0,1 0 1,1 0-1,1 0 0,0 0 0,2 1 1,1-1-1,0 1 0,2-1 1,0 2-1,2-1 0,8-17 0,27-30-306,2 2 0,4 2 0,37-37 306,-51 60-450,56-67-3215,-9 6-7408</inkml:trace>
  <inkml:trace contextRef="#ctx0" brushRef="#br0" timeOffset="1053.816">1988 0 25701,'0'0'3216,"0"0"-2200,0 0-744,0 0-73,0 0 18,0 0-101,7 20-82,17 62-60,-24-80 9,0 0 0,1 0 0,-1 1 0,0-1 0,0 0 0,0 0 0,0 0 0,-1 0 0,1 0 0,-1 1 0,1-1 0,-1 0 0,0 0 0,0 0 0,1 0 0,-1-1 0,-1 1 0,1 0 0,0 0 0,0 0 0,-1-1 0,1 1 0,-1-1-1,1 1 1,-1-1 0,0 0 0,0 1 0,1-1 0,-1 0 0,0 0 0,0 0 0,0-1 0,0 1 0,-1 0 17,-8 5-197,-253 135-3951,57-34 5399,163-76 270,51-30-1133,210-73-83,-139 40-290,-38 16-6,-18 6 5,1 1 0,0 0 0,0 2 0,0 1 0,1 1 0,0 0 0,0 2 0,17 0-14,-40 4 3,0-1 0,0 0 0,0 1 0,0-1 0,0 1 0,0-1-1,0 1 1,0 0 0,0-1 0,0 1 0,0 0 0,0 0 0,-1 0 0,1 0-1,0-1 1,0 1 0,-1 0 0,1 0 0,-1 0 0,1 0 0,-1 1-1,1-1 1,-1 0 0,0 0 0,1 0 0,-1 0 0,0 0 0,0 1 0,0-1-1,0 0 1,0 0 0,0 0 0,0 0 0,0 1 0,-1-1 0,1 0 0,0 0-1,-1 0 1,1 0 0,-1 0 0,1 0 0,-1 0 0,0 1-3,0 2 12,-5 16 16,-2-1 0,0-1-1,-1 1 1,-1-1 0,0-1 0,-1 0-1,-1 0 1,-1-1 0,-4 4-28,-11 15 17,-224 279 26,227-276-41,25-38-3,-1 1 0,1-1-1,0 1 1,-1-1 0,1 1-1,0-1 1,0 1 0,-1-1-1,1 1 1,0-1 0,0 1-1,0-1 1,0 1 0,0-1-1,0 1 1,0-1-1,0 1 1,0-1 0,0 1-1,0-1 1,0 1 0,0-1-1,0 1 1,0 0 0,0-1-1,1 1 1,-1-1 0,0 0-1,0 1 1,1-1 0,-1 1-1,0-1 1,1 1 0,-1-1-1,0 0 1,1 1 0,-1-1-1,1 0 1,-1 1-1,1-1 1,-1 0 0,1 1-1,-1-1 1,1 0 0,-1 0-1,1 0 1,-1 0 0,1 1-1,-1-1 1,1 0 0,-1 0-1,1 0 1,-1 0 0,1 0-1,-1 0 1,1 0 0,-1-1-1,1 1 1,-1 0 0,1 0-1,0 0 1,-1 0-1,0-1 1,1 1 0,-1 0-1,1 0 1,-1-1 1,43-12-187,-41 12 170,314-154-2831,-128 105 3342,-187 51-482,1-1-1,-1 1 1,0 0 0,1 0 0,-1 0-1,0 0 1,0 0 0,0 0 0,1 0-1,-1 0 1,0 1 0,0-1 0,-1 0-1,1 1 1,0-1 0,0 0 0,-1 1-1,1-1 1,-1 1 0,1-1 0,-1 1-1,0 0 1,1-1 0,-1 1 0,0-1-1,0 1 1,0 0 0,0-1 0,0 1-1,-1-1 1,1 1 0,0-1 0,-1 1-1,1-1 1,-1 1 0,0-1 0,1 1-1,-1-1 1,0 1 0,0-1 0,0 0-1,0 0 1,0 1 0,0-1 0,0 0-1,0 0 1,-1 0 0,1 0 0,0 0-1,-1 0 1,1-1 0,-1 1 0,1 0-12,-32 37 337,-2-1 0,-1-1 0,-2-2 0,-39 26-337,17-12 79,-479 387 610,527-425-674,7-7-11,0 0 1,1 1-1,-1-1 0,1 1 0,-1 0 0,1 0 0,0 1 0,1-1 0,-1 1 0,1 0 1,0-1-1,0 2 0,1-1 0,-1 0 0,1 0 0,0 1 0,0 0 0,0 2-4,13 1 11,15-8-7,-1-2 0,1-1 0,-1-1-1,1-1 1,-1-2 0,-1 0 0,1-1 0,20-10-4,-2 3 2,128-43 2,207-56 8,-308 106-289,-66 40-979,-10-19 1131,0 0 1,-2 0-1,0 0 0,0-1 1,-1 0-1,-1-1 1,0 0-1,-10 9 125,-8 11-81,-54 63-40,11-15 869,3 4 0,4 2 0,-50 90-748,101-152 102,0 1-1,2 1 1,1 0 0,1 0-1,2 1 1,0 0-1,2 0 1,1 0-1,1 1 1,1 0-1,1 0 1,2-1 0,2 10-102,0-25 3,1 0 1,0 0-1,1 0 0,0-1 1,1 0-1,0 0 1,1 0-1,0-1 1,0 0-1,1-1 1,1 1-1,-1-1 0,2-1 1,-1 0-1,1 0 1,0-1-1,1 0 1,0-1-1,0 0 1,0-1-1,1 0 1,-1-1-1,1 0 0,0 0 1,0-2-1,1 1 1,-1-2-1,1 0 1,-1 0-1,1-1 1,-1 0-1,1-1 0,-1-1 1,12-3-4,-12 2-128,-1-1 0,0-1 0,1 1 0,-2-2 0,1 0 0,-1 0 0,1-1 0,-2 0 0,1-1 0,-1 0 0,0 0 0,-1-1 0,0 0 0,-1-1 0,1 0 0,-2 0 0,1 0-1,-2-1 1,1 0 0,-2 0 0,1 0 0,-1-1 0,-1 0 0,0-1 128,20-56-3294</inkml:trace>
  <inkml:trace contextRef="#ctx0" brushRef="#br0" timeOffset="1303.613">2205 2121 25645,'0'0'1590,"-15"22"-574,-159 257 638,152-242-1536,-123 179 155,135-203-271,-2-1-1,1 0 0,-1-1 0,-1-1 1,0 0-1,0 0 0,-1-2 1,0 1-1,-1-2 0,1 0 1,-2-1-1,1 0 0,-1-1 0,-10 2-1,11-3-17,0-1 0,0 0 0,0-1 0,0-1 0,0-1-1,0 0 1,0 0 0,-1-2 0,1 0 0,0 0 0,1-1-1,-1-1 1,1-1 0,-1 0 0,1-1 0,0 0 0,1-1-1,0-1 1,0 0 0,1-1 0,0 0 0,0-1 0,1 0-1,-5-6 18,13 11 4,-1 0 0,1-1 0,0 1 0,1-1-1,-1 0 1,1 0 0,0 0 0,0 0-1,1 0 1,0-1 0,0 1 0,0 0 0,1-1-1,0 1 1,0 0 0,1-1 0,0 1 0,0 0-1,0 0 1,1-1 0,-1 1 0,2 0-1,-1 1 1,1-1 0,0 0 0,0 1 0,0-1-1,1 1 1,0 0 0,0 0 0,4-4-4,25-20 38,1 1 0,2 2-1,1 1 1,0 2 0,17-6-38,18-13-11,241-145-1617,-185 107-2465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02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0 958 1592,'0'0'27942,"0"0"-27158,219-72-455,-14-5 39,46-14-64,23-9-112,1 9-48,-34 14-16,-10 11-80,-24 8-48,-32 8 0,-46 13-72,-37-3-272,-41 11-1097,-32 2-4728</inkml:trace>
  <inkml:trace contextRef="#ctx0" brushRef="#br0" timeOffset="268.264">1590 0 18500,'0'0'8355,"-9"29"-6173,-50 204-282,-18 178-1900,29-145 432,-200 955 699,218-1037-1060,7 1 0,8 0-1,8 76-70,12-181-134,-5-78 115,0-1 1,0 0 0,0 0-1,0 0 1,0 1 0,0-1-1,0 0 1,0 0-1,0 0 1,1 0 0,-1 1-1,1-1 1,-1 0 0,0 0-1,1 0 1,0 0 0,-1 0-1,1 0 1,0 0 0,-1 0-1,1 0 1,0-1 0,0 1-1,0 0 1,0 0 0,0-1-1,0 1 1,0 0-1,0-1 1,0 1 0,0-1-1,0 1 1,0-1 0,0 0-1,1 0 1,-1 1 0,0-1-1,0 0 1,0 0 0,0 0-1,1 0 1,-1 0 0,0 0-1,0 0 1,0-1-1,0 1 1,1 0 0,-1-1-1,0 1 1,0-1 0,0 1-1,0-1 1,0 0 0,0 1-1,0-1 1,0 0 0,0 1-1,0-1 1,-1 0 0,1 0 18,52-61-3466,-12-7-5069</inkml:trace>
  <inkml:trace contextRef="#ctx0" brushRef="#br0" timeOffset="531.823">1841 1093 26710,'0'0'2568,"62"114"-2256,-18 27 72,-3 35 73,-13 13-49,-19-9-168,-9-24-136,-4-9-72,-26-6-32,-12-10 0,-4-30-112,-11-28-384,15-34-1161,5-33-5360</inkml:trace>
  <inkml:trace contextRef="#ctx0" brushRef="#br0" timeOffset="811.663">1364 1856 28718,'0'0'510,"20"0"-274,129-1 189,-144 1-415,0 0 0,-1 1 0,1-1-1,0 1 1,-1 0 0,1 0 0,-1 0 0,1 1 0,-1-1-1,0 1 1,1 0 0,-1 0 0,0 1 0,0-1 0,-1 1-1,1 0 1,0 0 0,-1 0 0,0 1 0,0-1 0,0 1-1,0 0 1,0 0 0,-1 0 0,0 0 0,0 0 0,0 0-1,0 0 1,0 1 0,-1-1 0,0 1 0,0 0-10,0 4-19,0 0-1,-1 1 1,0-1 0,0 0 0,-1 1 0,0-1 0,-1 0-1,0 0 1,0 0 0,-1 0 0,0 0 0,-1-1 0,0 1-1,0-1 1,-1 0 0,-2 3 19,-72 103-319,80-112 325,-1-1 0,1 1-1,0 0 1,0-1 0,0 1 0,0-1-1,0 1 1,0-1 0,0 0-1,0 1 1,0-1 0,1 0-1,-1 0 1,0 0 0,1 0-1,-1 0 1,1 0 0,-1 0 0,1 0-1,0-1 1,-1 1 0,1-1-1,0 1 1,-1-1 0,1 0-1,0 1 1,0-1 0,-1 0 0,1 0-1,0 0 1,0 0 0,0-1-1,-1 1 1,1 0 0,0-1-1,-1 1 1,1-1 0,0 0-6,6 1 15,253-6-83,-219 8-1221,-21 7-2447</inkml:trace>
  <inkml:trace contextRef="#ctx0" brushRef="#br0" timeOffset="1081.479">1274 3096 28870,'0'0'952,"0"0"-279,-53 122-161,86-111-128,77-34-144,68-73-136,36-36-80,9-30-24,-18-6-16,-37 17-248,-48 39-624,-37 25-2049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01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0 23005,'0'0'2654,"0"0"-807,0 0-504,0 0-439,0 0-333,8 25-2,26 107-65,-26 60-89,-16-20-114,-7-1-1,-9-1 1,-18 54-301,27-148 19,-30 139-7,8 1-1,11 1 0,4 108-11,23-288-76,6-35-363,37-84-2632,-23 18-1913</inkml:trace>
  <inkml:trace contextRef="#ctx0" brushRef="#br0" timeOffset="278.035">662 579 29998,'31'-6'579,"296"-37"-209,-279 41-329,18-4 94,1 3 1,-1 4-1,0 2 0,0 3 0,41 10-135,-100-16 12,1 1-1,-1 0 0,0 1 1,0-1-1,0 1 1,0 1-1,0-1 1,0 1-1,-1 0 1,1 1-1,-1 0 0,0 0 1,0 0-1,0 1 1,0-1-1,-1 2 1,0-1-1,0 0 1,0 1-1,-1 0 0,0 0 1,0 0-1,0 1 1,-1-1-1,0 1 1,0 0-1,-1 0 1,0 0-1,0 0 0,-1 0 1,1 5-12,-2 0 2,0 0 0,-1-1 0,0 1 0,-1 0 0,0-1 0,-1 1 1,0-1-1,-1 0 0,0 0 0,-1 0 0,0-1 0,-1 1 0,0-1 0,0-1 0,-1 1 1,-5 4-3,-144 137 12,136-134-13,-198 157-77,-177 105 78,221-188-1221,141-81-434</inkml:trace>
  <inkml:trace contextRef="#ctx0" brushRef="#br0" timeOffset="564.936">2099 537 29326,'0'0'579,"0"0"-290,0 0-89,-21 4 103,11-3-259,-4 1 11,0 0 0,0 1 0,0 1 0,0 0 0,1 1 0,0 0 1,0 1-1,0 0 0,0 1 0,-10 9-55,-12 11 115,1 2 1,1 1-1,2 2 0,1 1 0,2 2 0,-22 32-115,39-50 43,1 0-1,0 1 1,2-1-1,0 2 0,0-1 1,2 1-1,1 0 1,0 1-1,1-1 0,1 1 1,1 0-1,1 0 1,0 0-1,2 0 0,0-1 1,3 11-43,0-18 1,2 0 1,0 0 0,0 0 0,1-1 0,0 0 0,1 0-1,0-1 1,1 0 0,0 0 0,1-1 0,0 0-1,0-1 1,1 0 0,0-1 0,0 0 0,0-1-1,1 0 1,0-1 0,1 0 0,-1-1 0,1 0-1,0-1 1,0 0 0,0-1 0,0-1 0,0 0 0,0-1-1,11-1-1,22 4-93,-1-3 0,0-2-1,0-1 1,0-3-1,0-2 1,-1-1 0,39-15 93,165-86-3878,-156 52-2714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0:59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0 156 28750,'0'0'968,"200"-6"-296,-34-21-191,16-6-161,-32 1-56,-44 10-136,-44 11-88,-18 5-40,2 0-128,-11 0-985,-15-1-1647</inkml:trace>
  <inkml:trace contextRef="#ctx0" brushRef="#br0" timeOffset="247.726">470 349 27822,'0'0'920,"-39"124"-208,18-43-232,0 16-40,5 1-119,5-1-225,4-3-96,7-11-208,0-25-1305,0-31-2920</inkml:trace>
  <inkml:trace contextRef="#ctx0" brushRef="#br0" timeOffset="434.608">912 334 29190,'0'120'928,"0"38"-263,-16 37-273,-16 16 104,0-5-112,-3-1-184,5-14-144,5-25-40,6-44-16,6-37-40,3-35-72,3-26-192,-9-11-56,-18-36-272,-3-18-297,2-22-2423</inkml:trace>
  <inkml:trace contextRef="#ctx0" brushRef="#br0" timeOffset="685.587">369 763 28702,'0'0'891,"0"0"-222,0 0-351,0 0-178,23-8-32,0 0-88,-11 2-17,0 1 0,0 1 0,1 0 0,-1 1 0,1 0-1,-1 1 1,1 1 0,0 0 0,0 0 0,0 1 0,7 1-3,-13 0-73,0-1 0,0 1 0,0 0 0,0 1 1,0 0-1,-1 0 0,1 0 0,-1 1 0,1 0 0,-1 0 0,0 0 1,0 1-1,0 0 0,-1 0 0,1 1 0,-1 0 0,0-1 0,0 2 0,-1-1 1,0 0-1,1 1 0,-2 0 0,1 0 0,-1 0 0,0 1 0,0-1 1,-1 1-1,0-1 0,0 1 0,0 0 0,-1 0 0,0 0 0,0 0 0,-1 0 1,0 0-1,-1 4 73,-5 10-216,-1-1 1,-2 0-1,0 0 1,-1-1-1,0 0 1,-2 0 0,0-2-1,-1 1 1,-1-2-1,-1 0 1,0 0-1,-1-1 1,-7 4 215,7-4 36,-28 31 834,-3-3 0,-1-1 0,-2-3 0,-2-2 0,-34 18-870,148-94 422,-50 29-580,1 0-1,1 2 1,0-1 0,0 2-1,0 0 1,1 0 0,0 2-1,1 0 1,-1 0-1,1 1 1,10 0 158,9 6-4203,-16 12-11618</inkml:trace>
  <inkml:trace contextRef="#ctx0" brushRef="#br0" timeOffset="999.606">247 1879 25317,'0'0'2138,"0"0"-1163,0 0-583,0 0-86,28-29-168,264-262-854,-124 139-1360,6 8-1,59-30 2077,-142 113 803,3 5-1,2 3 0,55-19-802,-120 58 374,0 0-1,2 3 0,-1 1 0,1 1 1,1 1-1,-1 2 0,31-1-373,-57 7 37,-1 0 1,0 1-1,0 0 0,0 0 1,0 0-1,0 0 0,0 1 1,0 0-1,0 0 0,-1 1 1,1 0-1,-1 0 0,1 0 1,-1 1-1,0-1 0,0 1 1,-1 0-1,1 1 0,-1-1 1,0 1-1,0 0 0,-1 0 1,1 0-1,-1 0 0,0 1 1,0-1-1,-1 1 0,0 0 1,0 0-1,0 0 1,-1 0-1,0 0 0,0 0 1,0 0-1,-1 4-37,1 24 11,-2-1 0,-2 1-1,-1-1 1,-1 1 0,-2-1 0,-1-1 0,-2 0-1,-1 0 1,-2 0 0,-1-2 0,-1 0 0,-1 0-1,-2-2 1,-1 0 0,-1-1 0,-2-1 0,0-1-1,-2 0 1,-15 10-11,20-17-15,-1 0 0,-1-2-1,-1 0 1,0-2 0,-1 0-1,-1-2 1,0 0 0,0-2-1,-1 0 1,0-2 0,-1-1-1,-20 3 16,40-9-96,-1 0 0,1-1 0,-1 0 0,0 0 0,1-1 0,-1 0 0,1 0 0,0 0 0,-1-1 1,1 0-1,0 0 0,0 0 0,0-1 0,0 0 0,0 0 0,1-1 0,-1 1 0,1-1 0,0-1 0,0 1 0,1-1 0,-1 1 0,1-1 0,0 0 0,0-1 0,0 1 0,1-1 0,0 0 0,-1-4 96,-20-56-4317</inkml:trace>
  <inkml:trace contextRef="#ctx0" brushRef="#br0" timeOffset="1268.906">1405 1161 27726,'0'0'2136,"63"106"-1351,-13-35-329,12 7-112,14-5-120,12-9-160,48-6-64,-21-16-704,-9-21-4249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0:58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27606,'0'0'1176,"0"0"-640,0 0-64,147 0 281,-11 0-153,58 0-216,25-14-136,-5-9-144,-25 2-56,-56 9-16,-34 3-24,-32 7 0,-21 2-8,-9 2-32,-14 19-184,-32 29-464,-35-7-737,-16 1-1991</inkml:trace>
  <inkml:trace contextRef="#ctx0" brushRef="#br0" timeOffset="266.019">763 338 22581,'0'0'4425,"0"0"-3761,0 0 256,0 0 144,49 168-111,-61-35-361,-55 55-208,-20 30-176,-5 0-128,16-30-64,27-59-16,19-44 0,14-41-152,9-24-184,7-20-488,0-18-1177,10-18-5585</inkml:trace>
  <inkml:trace contextRef="#ctx0" brushRef="#br0" timeOffset="531.665">1054 962 29198,'-12'152'976,"-27"30"-311,-5-10-385,5 2-56,9-16-88,12-38-88,11-37-48,7-42-56,0-41-504,0 0-729,2-18-2503</inkml:trace>
  <inkml:trace contextRef="#ctx0" brushRef="#br0" timeOffset="532.665">1144 1296 30190,'0'0'721,"2"122"-177,2-49-240,13 2 24,1-13-96,12-13-168,5-11-64,27-22-344,-9-9-456,-5-7-2249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0:57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401 519 10162,'0'0'3481,"0"0"-2649,0 0 3569,0 0-768,0 0-2425,0 0-808,0-7-400</inkml:trace>
  <inkml:trace contextRef="#ctx0" brushRef="#br0" timeOffset="820.573">0 668 4761,'0'0'19051,"9"-19"-14590,-4 8-4341,1-5-4,1 1 0,1 0 0,1 0 0,0 0 0,1 1 0,0 1 0,1 0 0,4-4-116,5-1 84,0 1-1,1 1 1,1 1 0,1 1-1,0 1 1,0 0 0,1 2-1,1 1 1,0 1 0,0 2-1,1 0 1,-1 1 0,2 2 0,-1 0-1,0 2 1,1 1 0,-1 1-1,1 1 1,-1 2 0,0 0-1,0 2 1,0 1 0,0 1-1,-1 1 1,0 1 0,-1 1-1,0 2 1,5 3-84,-2 4 9,-1 2 0,-1 2 0,-1 0-1,0 1 1,-2 1 0,-1 1 0,-1 1 0,-2 1-1,0 1 1,-2 0 0,-1 1 0,-2 1 0,0 0 0,-2 1-1,-2 0 1,-1 1 0,-1-1 0,-2 2 0,-2-1 0,0 0-1,-2 1 1,-2-1 0,-1 1 0,-2-1 0,-1 0-1,-9 32-8,-9-11 2,-2-1-1,-3-2 1,-1 0-1,-3-2 1,-2-1-1,-3-2 1,-1-2-1,-22 20-1,-60 62 10,-5-6 0,-5-4 0,-131 86-10,176-158-120,83-113-1104,20 5-1001</inkml:trace>
  <inkml:trace contextRef="#ctx0" brushRef="#br0" timeOffset="1098.007">2352 0 27598,'0'0'1324,"-17"19"-644,-177 168 362,-11 2-328,9 9 0,-107 145-714,269-305 48,3 0 0,1 2 0,2 2-1,1 0 1,3 2 0,1 1 0,3 0 0,1 2 0,3 0-1,1 1 1,3 0 0,2 1 0,2 0 0,-1 35-48,8-75 0,1-1 1,0 1 0,0-1 0,1 1 0,0-1-1,0 1 1,1-1 0,0 1 0,1-1 0,0 0-1,0 0 1,0-1 0,1 1 0,0-1 0,1 1-1,0-1 1,0 0 0,0-1 0,1 0 0,0 1-1,0-2 1,1 1 0,0-1 0,0 0-1,0 0 1,0-1 0,1 0 0,-1 0 0,1-1-1,0 0 1,0 0 0,8 1-1,42 12 0,1-3 0,0-2 0,1-3 0,0-2 0,44-2 0,49-1-295,-1-6 0,1-6 0,-2-7 0,0-7 0,139-40 295,-138 17-2374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20.9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32063,'0'0'0,"0"0"-1344,0 0-19293</inkml:trace>
  <inkml:trace contextRef="#ctx0" brushRef="#br0" timeOffset="302.116">21 187 28894,'0'0'0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16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1399 151 23461,'0'0'3757,"0"0"-2214,0-19-767,0-110 942,0 129-1696,0 0 0,0 0 0,1 1 0,-1-1 0,0 0 0,0 0 0,1 0 0,-1 0 0,0 0 0,1 1 0,-1-1 0,0 0 0,0 0 0,1 0 0,-1 0 0,0 0 0,1 0-1,-1 0 1,0 0 0,1 0 0,-1 0 0,0 0 0,1 0 0,-1 0 0,0 0 0,0-1 0,1 1 0,-1 0 0,0 0 0,1 0 0,-1 0 0,0 0 0,0-1 0,1 1 0,-1 0 0,0 0 0,0 0 0,0-1 0,1 1 0,-1 0 0,0 0 0,0-1 0,0 1 0,0 0 0,1-1-22,30 180 492,-24 25-481,-8 0-1,-10 0 0,-24 119-10,16-156 0,7 0 0,7 6 0,5-172-1,-1 0-1,1 0 1,-1 0-1,1 0 1,-1 0-1,1 1 1,0-1-1,0 0 1,-1 0 0,1 0-1,0 1 1,0-1-1,0 0 1,0 0-1,1 1 1,-1-1-1,0 0 1,0 0 0,1 0-1,-1 1 1,1-1-1,-1 0 1,1 0-1,-1 0 1,1 0-1,0 0 1,-1 0-1,1 0 1,0 0 0,0 0-1,0 0 1,0-1-1,0 1 1,0 0-1,0 0 1,0-1-1,0 1 1,0-1 0,0 1-1,0-1 1,1 1-1,-1-1 1,0 0-1,0 0 1,0 1-1,1-1 1,-1 0 0,0 0-1,0 0 1,1 0-1,-1-1 1,0 1-1,0 0 1,0 0-1,1-1 1,-1 1 0,0-1-1,0 1 1,0-1-1,0 1 1,0-1-1,0 0 1,0 1-1,0-1 1,0 0-1,0 0 1,0 0 0,0 0-1,-1 0 1,1 0 1,61-115-2265,-36 51-858</inkml:trace>
  <inkml:trace contextRef="#ctx0" brushRef="#br0" timeOffset="283.941">1816 448 27870,'0'0'1676,"0"0"-1117,24-9-315,84-25 56,-97 31-264,0 0 0,1 1 0,-1 1-1,1 0 1,-1 1 0,1 0 0,0 0 0,-1 1-1,1 1 1,-1 0 0,1 1 0,-1 0 0,0 0-1,0 1 1,-1 1 0,1 0 0,-1 0 0,0 1-1,0 1 1,-1-1 0,1 1 0,-2 1 0,1 0-1,-1 0 1,0 1 0,-1 0 0,0 0-1,0 1 1,-1-1 0,0 1 0,-1 1 0,0-1-1,-1 1 1,0 0 0,0 0 0,-2 0 0,1 1-1,-1-1 1,-1 1 0,0-1 0,0 1 0,-1 0-1,-1-1 1,-1 4-36,-4 2 10,-2-1 0,0 0 0,0 0 0,-2 0 0,0-1 0,-1-1 0,0 0 0,-1 0 0,-1-1 0,0-1 0,0 0 0,-1 0 0,-1-2 0,-1 1-10,-8 9 3,-217 164-1105,211-166-1254,15-15-3740</inkml:trace>
  <inkml:trace contextRef="#ctx0" brushRef="#br0" timeOffset="547.651">2613 456 25373,'0'0'4005,"0"0"-2852,-24 5-797,8-2-294,2-1-4,0 1 0,0 0-1,0 1 1,0 0-1,1 1 1,0 1-1,0 0 1,0 1 0,1 0-1,0 1 1,-5 4-58,0 3 62,0 0 0,1 2-1,0 0 1,2 1 0,0 0 0,1 1 0,1 1 0,0 0 0,2 0 0,0 1 0,2 1 0,0-1 0,1 2-1,2-1 1,0 0 0,1 1 0,1 0 0,1 0 0,1 7-62,1-20 0,1-1 1,0 1-1,0-1 0,0 1 1,1-1-1,1 0 0,0 0 1,0 0-1,1 0 0,0 0 1,0-1-1,1 0 0,0 1 0,0-2 1,1 1-1,0-1 0,0 0 1,1 0-1,0 0 0,0-1 1,1 0-1,0-1 0,0 0 1,0 0-1,7 3 0,1-1-41,-1-1-1,1 0 1,0-1-1,0 0 1,1-2 0,-1 0-1,1-1 1,0 0-1,0-1 1,16-2 41,98-24-4226,-49-6-7922</inkml:trace>
  <inkml:trace contextRef="#ctx0" brushRef="#br0" timeOffset="826.029">3212 122 30647,'0'0'661,"0"0"-412,0 29-121,-8 437 919,-19 277-1012,-7-532-35,32-207-47,1 1 1,-1-1-1,1 0 1,-1 0-1,0-1 0,-1 1 1,1 0-1,-1-1 0,1 1 1,-1-1-1,0 0 1,-1 0-1,1 0 0,0 0 1,-1-1-1,1 1 0,-1-1 1,0 0-1,0 0 1,0 0-1,0-1 0,0 1 1,0-1-1,-1 0 0,0 0 47,-30 1-1763</inkml:trace>
  <inkml:trace contextRef="#ctx0" brushRef="#br0" timeOffset="1136.105">261 342 1992,'0'0'27454,"0"0"-26558,0 0-511,0 0-161,0 0 96,0 0 112,163-14-120,-73 5-136,9-3-104,0-1-48,-7 3-24,-13 4-16,-8 6-312,-20 0-744,-21-2-1865</inkml:trace>
  <inkml:trace contextRef="#ctx0" brushRef="#br0" timeOffset="1419.243">620 481 23965,'-17'22'4277,"-137"205"-2305,131-187-1810,2 0-1,2 1 0,1 1 0,3 0 1,1 1-1,2 1 0,2 0 0,2 1 0,-1 24-161,9-57 27,0 0 0,1-1 0,1 1 0,0 0-1,0-1 1,1 1 0,0-1 0,1 0 0,1 0-1,-1 0 1,2-1 0,-1 1 0,2-1 0,-1-1-1,1 1 1,1-1 0,0 0 0,0-1 0,0 0-1,1 0 1,1-1 0,-1 0 0,1-1 0,0 0-1,1 0 1,-1-1 0,1 0 0,0-1 0,0 0-1,1-1 1,4 0-27,24-2-39,1-2 0,-1-2-1,0-2 1,0-2 0,0-1 0,-1-2-1,0-2 1,-1-1 0,26-14 39,-26 13-133,109-40-858,-21 5-1734</inkml:trace>
  <inkml:trace contextRef="#ctx0" brushRef="#br0" timeOffset="1733.672">3599 435 30511,'0'0'568,"0"0"-343,0 0-173,24-5-33,78-17-6,-96 19-11,0 1 0,0 0 0,0 1 0,0-1 0,0 1-1,1 0 1,-1 1 0,0-1 0,0 1 0,1 1 0,-1-1 0,0 1 0,0 0 0,1 0 0,-1 1 0,0 0 0,0 0-1,-1 0 1,1 1 0,0 0 0,-1 0 0,0 0 0,1 1 0,-1 0 0,-1 0 0,1 0 0,-1 0 0,1 1-1,-1 0 1,0 0 0,-1 0 0,1 0 0,-1 0 0,0 1 0,-1 0 0,1-1 0,1 6-2,9 190 680,-20-114-539,-4-1-1,-3 0 1,-5 0 0,-3-1-141,7-22-3,-54 114-3090,46-146-2668</inkml:trace>
  <inkml:trace contextRef="#ctx0" brushRef="#br0" timeOffset="1998.591">3329 1460 30839,'0'0'1024,"0"0"-832,0 0 96,118 0-8,-40-5-144,42-17-136,-19 1-312,-11-2-1753</inkml:trace>
  <inkml:trace contextRef="#ctx0" brushRef="#br0" timeOffset="2266.159">4794 315 28998,'0'0'984,"0"0"-151,0 0-401,0 0-192,0 0 168,0 0-144,14 106-176,9-54-88,-2 6-32,-19 29-528,-2-15-1041,0-11-3872</inkml:trace>
  <inkml:trace contextRef="#ctx0" brushRef="#br0" timeOffset="2547.032">4304 1033 29350,'0'0'818,"0"0"-395,0 0-139,25-9 48,173-52 70,-176 54-392,1 1 0,0 1-1,-1 1 1,1 1 0,1 1-1,-1 1 1,0 1 0,12 2-10,-33-1-1,0 0 0,0 1 0,-1-1-1,1 1 1,0-1 0,-1 1 0,1 0 0,-1 0 0,0-1 0,1 1 0,-1 0 0,0 0 0,0 0 0,-1 1 0,1-1-1,0 0 1,-1 0 0,1 0 0,-1 0 0,1 1 0,-1-1 0,0 0 0,0 1 0,0-1 0,-1 0 0,1 0 0,0 1-1,-1-1 1,1 0 0,-1 0 0,0 0 0,0 0 0,0 0 0,0 0 0,0 0 0,0 0 0,-2 2 1,-8 13-1,-2 0-1,0-1 1,0 0 0,-2-1 0,0 0 0,0-2 0,-2 1 0,0-2 1,-8 9-3,-430 333-121,400-307 64,62-47-180,71-23-1651,-34 3-311</inkml:trace>
  <inkml:trace contextRef="#ctx0" brushRef="#br0" timeOffset="2802.091">4548 1406 26350,'0'0'2848,"0"0"-2384,0 0 192,0 0-15,0 153-225,0-84-216,0 5-112,0 5-64,-5-2-24,1-9-8,-1-14-104,0-17-136,3-20-152,2-25-145,0-23-367,2-15-2696</inkml:trace>
  <inkml:trace contextRef="#ctx0" brushRef="#br0" timeOffset="2982.701">5071 1234 28046,'0'0'976,"0"0"-400,0 0-104,-175 89-184,101-39-95,3 6-73,8-1-48,15-3-40,20-4 72,21-11 40,7-6-48,35-10-40,18-6-16,9-9-40,5-6-8,23-4-440,-16-17-417,-17-4-1519</inkml:trace>
  <inkml:trace contextRef="#ctx0" brushRef="#br0" timeOffset="3200.808">5331 974 28470,'0'0'1688,"-4"121"-1191,-6-7-49,3 39 104,3 7 48,4-9-240,0-35-208,0-37-152,0-13 0,0-3 0,0 7 0,0 7 0,0-7 0,0-22-648,0-48-576,0-12-665,0-32-7777</inkml:trace>
  <inkml:trace contextRef="#ctx0" brushRef="#br0" timeOffset="3467.596">5304 1582 28214,'0'0'1208,"0"0"-656,117 23 49,-46 2-217,12 8-200,-2 2-176,0 13-8,-21-11-616,-24-6-1513</inkml:trace>
  <inkml:trace contextRef="#ctx0" brushRef="#br0" timeOffset="3827.57">0 2550 27718,'0'0'1252,"31"0"-272,307 0 339,-75-1-873,1886-113 625,-1262 49-1090,96 15 19,19 42 0,-256 60 0,-734-52 0,-9 0 0,0-1 0,0 1 0,0 0 0,0 0 0,0 0 0,0 0 0,0 1 0,0-1 0,0 1 0,0 0 0,-1-1 0,1 1 0,0 1 0,0-1 0,-1 0 0,1 1 0,-1-1 0,1 1 0,-1 0 0,0-1 0,1 1 0,1 3 0,-15 12 0,-124 42-880,51-35-1281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10.54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6690 965 30751,'0'0'664,"0"0"-504,0 0-120,0 0 0,9 139-40,-9-73 0,-37 42-168,-2-17-961,-7-10-3111</inkml:trace>
  <inkml:trace contextRef="#ctx0" brushRef="#br0" timeOffset="280.21">5725 1906 28206,'0'0'1975,"0"0"-1459,40-5-422,339-66 10,75-40 49,-325 99-16,-128 12-135,0 1-1,0 0 1,0-1-1,0 1 1,0 0 0,0 0-1,-1 0 1,1 0-1,0 0 1,0 0-1,-1 0 1,1 0-1,0 0 1,-1 0-1,1 0 1,-1 0-1,0 1 1,1-1 0,-1 0-1,0 0 1,0 0-1,0 1 1,0-1-1,0 0 1,0 0-1,0 1 1,0-1-1,0 0 1,0 0 0,-1 0-1,1 1 1,0-1-1,-1 0 1,1 0-1,-1 0 1,0 0-1,1 0 1,-1 0-1,0 0-1,-5 11 19,-1 0 0,0-1 0,0 0 1,-2-1-1,1 0 0,-1 0 0,0 0 0,-1-2 0,0 1 0,-5 2-19,-12 13 28,-709 559 92,440-359-105,153-103-54,125-79-880,18-39-916</inkml:trace>
  <inkml:trace contextRef="#ctx0" brushRef="#br0" timeOffset="528.05">6556 2240 28862,'0'0'2113,"-30"174"-1817,-27-8-136,-12 27-24,-1-6 288,11-26-112,22-53-192,16-31-80,12-32-40,9-20 0,0-10-72,4-15-184,38-40-184,-3-20-841,2-14-1759</inkml:trace>
  <inkml:trace contextRef="#ctx0" brushRef="#br0" timeOffset="794.197">7123 2091 26798,'0'0'1965,"0"0"-1338,-26 12-349,4-1-182,-147 92 792,152-91-796,-1 2 0,1 0 0,1 1 0,1 0 0,0 1 0,1 1 0,1 1-1,0 0 1,2 0 0,0 1 0,1 1 0,1-1 0,0 2 0,2-1 0,0 1 0,2 0 0,0 1 0,1 3-92,4-20 6,1 0 0,-1 0-1,1 0 1,1 0 0,-1-1 0,0 1 0,1 0 0,0-1 0,0 1-1,1-1 1,-1 0 0,1 1 0,0-1 0,0-1 0,0 1-1,1 0 1,-1-1 0,1 0 0,0 1 0,0-1 0,0-1 0,0 1-1,1-1 1,-1 1 0,0-1 0,1-1 0,0 1 0,0-1 0,-1 1-1,4-1-5,154 17-303,-148-18 56,0-1 0,0-1-1,-1 0 1,1-1 0,0 0 0,-1-1 0,0 0 0,0-1 0,0-1 0,0 0-1,-1-1 1,0 0 0,10-8 247,26-24-4617</inkml:trace>
  <inkml:trace contextRef="#ctx0" brushRef="#br0" timeOffset="978.145">7604 1850 29862,'-6'130'739,"-5"0"-1,-17 64-738,-2 13 586,-65 734 256,79-697-842,15-243-2,1-1 0,0 1-1,0-1 1,-1 1 0,1-1 0,0 1 0,0 0-1,0-1 1,0 1 0,-1 0 0,1-1 0,0 1-1,0-1 1,0 1 0,0 0 0,0-1 0,1 1 0,-1 0-1,0-1 1,0 1 0,0-1 0,1 1 0,-1 0-1,0-1 1,0 1 0,1-1 0,-1 1 0,1-1-1,-1 1 1,0-1 0,1 1 0,-1-1 0,1 1-1,-1-1 1,1 0 0,-1 1 0,1-1 0,-1 0-1,1 1 1,0-1 0,-1 0 0,1 0 0,0 0 0,-1 1-1,1-1 1,-1 0 0,1 0 0,0 0 0,-1 0-1,1 0 1,0 0 0,-1 0 0,1 0 0,0-1-1,-1 1 1,1 0 2,26-39-553,15-152-2506,-29 88-1312</inkml:trace>
  <inkml:trace contextRef="#ctx0" brushRef="#br0" timeOffset="1230.039">7664 2439 30382,'0'0'841,"0"0"-577,0 0-192,145 129-48,-80-69-24,-12-10-144,-7-15-1713</inkml:trace>
  <inkml:trace contextRef="#ctx0" brushRef="#br0" timeOffset="-532.992">3868 40 29694,'0'0'761,"0"0"-476,0 0-216,25 0 2,189 15 232,217 76-165,-425-90-137,0 0 1,0-1-1,0 2 0,0-1 0,0 1 0,0 0 0,-1 0 0,1 0 0,-1 1 0,1 0 1,-1 0-1,0 1 0,0-1 0,-1 1 0,1 0 0,-1 0 0,0 1 0,0-1 0,0 1 1,0 0-1,-1 0 0,0 0 0,0 0 0,0 1 0,-1-1 0,0 1 0,0 0 0,0 0 1,0 0-1,-1 5-1,-42 327 533,22-143-106,8 1 0,13 154-427,26-85 29,-17-202-45,-4 0 0,-1 0 0,-4 1 0,-3-1 0,-6 49 16,-12-44-613,-5-20-1010</inkml:trace>
  <inkml:trace contextRef="#ctx0" brushRef="#br0" timeOffset="-264.729">3734 2433 31047,'0'0'856,"0"0"-672,0 0-120,164 19-32,-61-19-8,36-9-24,26-22-192,-24 2-1168,-26-2-17012</inkml:trace>
  <inkml:trace contextRef="#ctx0" brushRef="#br0" timeOffset="-3579.59">1059 946 23965,'0'0'3846,"0"0"-2540,21-2-678,221-5 350,-90 22-620,-1 5 0,89 28-358,-230-46 9,2-1-4,0 0 0,0 1 1,0 0-1,-1 1 0,1 1 0,-1-1 1,0 2-1,0 0 0,-1 0 1,1 1-1,-1 0 0,0 0 0,-1 1 1,1 1-1,-1 0 0,-1 0 1,1 1-1,-2-1 0,1 2 0,-1-1 1,-1 1-1,5 8-5,-6 1 2,0 0-1,-1 1 1,-1-1-1,-1 1 1,0 0 0,-2 0-1,0-1 1,-2 1-1,0 0 1,-1-1 0,0 1-1,-2-1 1,-1 0 0,0 0-1,-1-1 1,-1 0-1,-1 0 1,-4 7-2,-15 22 2,-2-1 1,-2-2-1,-2-1 0,-1-1 0,-3-2 1,-3 1-3,-14 12-27,-2-1 0,-2-4 1,-2-1-1,-2-4 0,-30 14 27,85-52-85,0-1-1,0-1 0,0 1 0,0-1 1,-1-1-1,1 1 0,-1-2 0,1 1 0,-1-1 1,0 0-1,1-1 0,-1 0 0,0 0 1,0-1-1,1 0 0,-6-2 86,-12-14-1799</inkml:trace>
  <inkml:trace contextRef="#ctx0" brushRef="#br0" timeOffset="-3327.324">2746 754 48,'0'0'29030,"0"0"-28126,0 0-415,-196 180-65,83-49 24,-14 39-112,12 18-24,30-3-40,46-26-24,39-45-8,4-31-224,38-27-16,41-14 0,55-11 0,60-17 0,42-14-72,-47-12-992,-36-25-1945</inkml:trace>
  <inkml:trace contextRef="#ctx0" brushRef="#br0" timeOffset="-1322.321">170 61 8834,'0'0'19580,"0"0"-18588,0 0-512,0 0-248,0 0 201,132-12-49,-13 1-184,3 1-56,-9-5-96,-18 5-16,-28 8-16,-3 2-16,-4 0-192,-25 6-1137,-24 0-11433</inkml:trace>
  <inkml:trace contextRef="#ctx0" brushRef="#br0" timeOffset="-961.107">431 185 28334,'0'0'742,"-18"30"-372,-138 265 254,100-134-406,8 3 0,6 2-1,8 2 1,7 1-1,7 1 1,6 62-218,-2 159 228,19 40-228,-4-419 2,1 0-1,0 0 1,1 0 0,0 0-1,0 0 1,2 0 0,-1-1-1,2 1 1,-1-1 0,1 0-1,1 0 1,0 0 0,1 0-1,0-1 1,1 0 0,0 0-1,0-1 1,1 0 0,0 0-1,4 3-1,20 7 7,1-2 0,0-2-1,1-1 1,0-1-1,1-2 1,1-1-1,0-2 1,0-2-1,0-1 1,1-2 0,0-1-1,3-2-6,-32 1 1,598 12 348,-470-17-412,1-6 1,-2-5 0,0-7 0,-2-5 0,60-24 62,-77 11-890,-20-4-1297</inkml:trace>
  <inkml:trace contextRef="#ctx0" brushRef="#br1" timeOffset="15921.26">548 4139 24685,'0'0'3878,"0"0"-2652,0 0-758,0 0-124,-6-19 6,-12-60-40,18 77-299,0 0 0,1-1 0,-1 1 0,1 0-1,0-1 1,0 1 0,-1 0 0,1 0 0,1 0 0,-1 0-1,0 0 1,0 0 0,1 0 0,-1 1 0,1-1 0,0 0-1,-1 1 1,1-1 0,0 1 0,0-1 0,0 1 0,0 0-1,0 0 1,0 0 0,0 0 0,0 0 0,1 1 0,-1-1-1,0 1 1,1-1 0,0 1-11,8-4 38,41-13 66,1 3-1,1 2 1,-1 2 0,2 2 0,31 1-104,389-19 267,143 23-267,-335 5 62,187-4-41,995 18 18,1094 39-31,-1964-33-3,-571-20-16,-25 0-451,-31-2-350,-12 0-1101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27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 29286,'0'0'771,"0"0"-304,32-2-172,64-4-27,0 4 0,0 5 0,38 7-268,-114-10 14,-1 1-1,1 1 1,-1 1 0,0 1 0,0 0 0,0 1 0,0 1-1,-1 1 1,0 1 0,0 0 0,-1 2 0,0 0-1,-1 0 1,0 2 0,0 0 0,-2 0 0,1 2 0,-2 0-1,1 0 1,-2 2 0,0-1 0,9 17-14,-15-12 4,0 0 0,-1-1 0,-1 2 0,-1-1 1,-1 0-1,-1 1 0,-1-1 0,0 0 0,-2 1 0,0-1 0,-1 0 1,-1 1-1,-1-2 0,-1 1 0,-1-1 0,0 0 0,-2 0 0,0-1 0,-4 6-3,-196 231-110,47-94-486,50-59-2845,4-9-9011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1:28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29894,'0'0'1393,"0"0"-1217,0 0-120,0 0-56,0 0-1265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29198,'31'0'692,"503"0"826,777-66-159,-770 64-1838,-502 12-2644,-37-4 84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 28998,'0'0'842,"-21"29"-271,-161 247-1,129-172-455,6 1 0,4 2 0,5 2 0,5 2 0,-8 58-115,40-166 1,-4 18 2,0 1 0,2 0 1,0 0-1,2 1 0,0-1 0,2 0 1,0 1-1,3 7-3,-3-26-1,1 1 1,0-1-1,1 0 1,-1 0-1,1 0 1,0 0 0,0 0-1,0-1 1,1 1-1,-1-1 1,1 0-1,-1 0 1,1 0-1,0 0 1,1-1-1,-1 0 1,0 0 0,1 0-1,-1 0 1,1 0-1,-1-1 1,1 0-1,0 0 1,-1-1-1,1 1 1,0-1-1,0 0 1,-1 0 0,1 0-1,0-1 1,0 0-1,-1 0 1,1 0-1,0 0 1,1-2 0,12-6-42,-1 0 0,0-2 0,-1 0-1,0-1 1,-1 0 0,-1-2 0,0 1 0,0-2 0,-2 0 0,0 0 0,8-14 42,-5 12-39,-1-1 0,-1-1-1,-1 0 1,-1 0 0,0-1 0,-2-1-1,0 0 1,-1 0 0,-1 0 0,-1-1 0,-1 0-1,-1 0 1,-1-1 0,-1 1 0,-1-1-1,-1 0 1,-1 0 39,0 18 18,-1 0-1,1 0 1,-1 0-1,0 0 1,0 0-1,-1 0 0,1 1 1,-1-1-1,0 1 1,0-1-1,-1 1 1,1 0-1,-1 0 1,0 1-1,0-1 1,0 1-1,-1 0 1,1 0-1,-1 0 0,0 1 1,1-1-1,-1 1 1,0 0-1,-1 1 1,1-1-1,0 1 1,-4 0-18,-6-2 25,0 1 1,-1 0-1,1 2 0,0 0 1,-1 0-1,1 2 1,0-1-1,-1 2 0,-3 1-25,8-1-28,0-1 0,1 1 0,-1 1 0,1 0 0,0 0 0,0 1 0,1 0 0,-1 1 0,1 0 0,0 0 0,0 1 0,1 0 0,0 1 0,1 0-1,-1 0 1,1 0 0,1 1 0,0 0 0,0 1 0,1-1 0,0 1 0,0 0 0,1 0 0,1 1 0,-1-1 0,2 1 0,-1 5 28,12 17-1874,15-12-1531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74 156 29630,'0'0'833,"0"0"-593,0 0-168,0 0 232,-16 159 16,5-65-72,-1-1-88,-2 6-96,3-1-64,4-24 0,5 1-232,2-17-208,20-18-697,3-24-1143</inkml:trace>
  <inkml:trace contextRef="#ctx0" brushRef="#br0" timeOffset="390.363">1072 0 29974,'0'0'739,"0"0"-333,0 0-150,-13 22 72,-38 73 8,33-1 71,19-72-327,16 181 161,-5-155-241,3-1 0,1-1 0,2 0 0,3-2 0,1 0 0,2-1 0,2-1 0,2-2 0,7 6 0,-34-45 0,0 1 0,0-1 0,0 1 0,0-1 0,-1 1 0,1 0 0,0-1 0,-1 1 0,1 0 0,-1 0 0,0-1 0,1 1 0,-1 0 0,0 0 0,0-1 0,0 1 0,0 0 0,-1 0 0,1-1 0,0 1 0,-1 0 0,1 0 0,-1-1 0,0 1 0,1-1 0,-1 1 0,0 0 0,0-1 0,0 1 0,0-1 0,0 0 0,-1 1 0,1-1 0,0 0 0,-1 0 0,1 0 0,0 0 0,-1 0 0,1 0 0,-1 0 0,0 0 0,1-1 0,-1 1 0,0-1 0,1 1 0,-1-1 0,0 1 0,0-1 0,1 0 0,-1 0 0,0 0 0,0 0 0,-1 0 0,-12 5 0,-58 28-8,-1-3-1,-2-4 1,-1-3 0,-56 8 8,122-28-131,0-2 0,-1 1 1,1-1-1,0-1 0,-1 0 0,1-1 1,-1 0-1,1-1 0,0 0 1,0-1-1,0 0 0,0 0 1,0-1-1,1-1 0,-1 0 1,1 0-1,1-1 0,-1 0 0,1-1 1,0 0-1,-8-8 131,-28-47-2999</inkml:trace>
  <inkml:trace contextRef="#ctx0" brushRef="#br0" timeOffset="644.465">987 127 29278,'0'0'768,"0"0"-87,159-29-241,-81 20-184,9 7-144,56 2-112,-23 4-200,-12 9-1593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28574,'0'0'1262,"0"0"-613,0 0-261,0 0-89,0 0-48,-7 18-1,-115 276 141,106-254-388,1 1 0,2 0-1,2 1 1,2 0 0,2 1-1,1 0 1,3 0 0,1 10-3,2-48-4,0-1 1,0 0 0,0 1 0,1-1 0,-1 0 0,1 0 0,0 1 0,1-1 0,-1 0 0,1 0 0,-1 0 0,1 0 0,1-1 0,-1 1 0,0 0 0,1-1 0,0 0-1,0 1 1,0-1 0,0 0 0,0-1 0,0 1 0,1 0 0,0-1 0,-1 0 0,1 0 0,0 0 0,0 0 0,0-1 0,0 0 0,0 1 0,1-1 0,-1-1 0,3 1 3,41 3 7,0-2 0,0-2 0,0-2 1,0-2-1,0-3 0,-1-1 0,1-3 1,-2-1-1,0-3 0,-1-1 1,3-4-8,3 2-235,89-34 110,-54 8-3586,-68 32-4324</inkml:trace>
  <inkml:trace contextRef="#ctx0" brushRef="#br0" timeOffset="292.232">680 189 28414,'0'0'2017,"0"0"-1473,-88 168-136,30-37 48,-6 35-168,6 14-176,22 5-112,22-11-120,14-50-560,0-24-1345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29150,'0'0'1689,"0"0"-1249,0 0-152,0 0-192,0 0-48,0 0 96,34 27 32,-29 14-80,-5 9-64,0 4-32,-2 0-104,-15 0-384,6-17-1081,2-18-6464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1 404 31007,'0'0'501,"0"0"-340,0 0-123,19-21-25,66-66 4,-79 81-15,-1 0 0,1 1-1,0-1 1,1 1 0,-1 1-1,1-1 1,0 1 0,0 0-1,1 1 1,-1-1 0,1 2-1,0-1 1,-1 1 0,1 0-1,0 0 1,0 1-1,1 0-1,-7 1 0,0 0-1,1-1 0,-1 1 0,1 0 1,-1 0-1,1 0 0,-1 1 0,1-1 0,-1 1 1,0-1-1,1 1 0,-1 0 0,0 0 1,0 0-1,1 0 0,-1 0 0,0 0 0,0 1 1,0-1-1,0 1 0,0-1 0,-1 1 1,1 0-1,0 0 0,-1 0 0,0 0 0,1 0 1,-1 0-1,0 0 0,0 0 0,0 0 1,0 1-1,0 0 1,11 89-4,-11-84 5,-3 561 167,2-561-161,1 0 0,0 0-1,0 0 1,0-1 0,1 1-1,0-1 1,0 1 0,1-1-1,0 0 1,0 0 0,1 0-1,4 6-6,-7-11 11,1 0 0,0 1 1,0-1-1,0 0 0,0-1 0,0 1 0,1 0 0,-1 0 0,0-1 0,1 0 0,-1 1 0,1-1 0,0 0 0,-1 0 0,1 0 0,0-1 0,-1 1 0,1-1 0,0 1 0,0-1 0,0 0 0,0 0 0,-1 0 0,1-1 0,0 1 0,0 0 0,-1-1 0,1 0 0,0 0 0,0 0 0,-1 0 0,1 0 0,-1-1 0,1 1 0,-1-1 0,1 0-11,93-101 257,82-147-436,-11-7 1,27-75 178,-136 218 56,-63 154 245,-42 253-173,52 332-128,5-362 0,-23 227 0,0-360 0,-6 0 0,-6-2 0,-29 87 0,48-195 0,0-1 0,-2 0 0,0-1 0,-1 0 0,-1 0 0,0-1 0,-8 9 0,14-21 0,0 0 0,-1 0 0,0 0 0,1-1 0,-1 0 0,-1 0 0,1 0 0,-1-1 0,1 1 0,-1-1 0,0-1 0,0 1 0,0-1 0,-1 0 0,1 0 0,0-1 0,-1 0 0,1 0 0,-1 0 0,1-1 0,-1 0 0,1 0 0,-6-2 0,5-1 0,0 0 0,1-1 0,-1 0 0,1 0 0,0-1 0,0 0 0,0 0 0,1 0 0,0-1 0,0 0 0,0 0 0,1 0 0,-1 0 0,1-1 0,1 0 0,0 1 0,0-1 0,0-1 0,1 1 0,0 0 0,0-1 0,0 1 0,1-1 0,1 1 0,-1-1 0,1 1 0,0-1 0,2-6 0,-7-26 0,3 0 0,1-1 0,2 1 0,2 0 0,2 0 0,1 0 0,2 0 0,2 1 0,1 0 0,3 1 0,0 0 0,3 2 0,1-1 0,4-2 0,105-149-741,90-99 741,-120 163-1740,-20 22-2300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19012,'0'0'11098,"0"0"-10377,0 0-201,0 0-192,186-74-48,-103 70-56,5-1-104,-1 1-120,17 0-32,-26 0-520,-25 0-1529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28550,'0'0'2561,"0"0"-2129,0 0-104,0 0 56,124-25 8,-45 4-272,6-1-120,-2 5 0,0-2-256,-21 9-888,-21 0-2921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28662,'0'0'1698,"0"0"-967,0 0-435,0 0-123,34 0 118,552-48 446,-273 17-677,2 14-1,-1 14 1,125 21-60,184 28-100,-381-63-2731,-210 9 1121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18500,'0'0'10093,"0"0"-7782,23-6-2114,254-40 509,-245 45-646,-22-1-50,0 0 0,-1 1 1,1 1-1,0-1 0,0 1 1,0 1-1,0 0 0,-1 0 1,1 1-1,0 0 0,-1 1 1,0 0-1,1 1 0,-1-1 1,0 2-1,-1-1 0,1 1 1,-1 1-1,5 4-10,-10-4 1,0 0 0,-1 0 0,0 1 0,0-1 0,0 1 0,-1 0 1,0-1-1,-1 1 0,1 0 0,-1 0 0,-1-1 0,1 1 0,-1 0 0,0-1 0,0 1 0,-1 0 0,0-1 1,0 0-1,-1 1 0,0-1 0,0 0 0,0 0 0,-1 0 0,0-1 0,0 1 0,0-1 0,-1 0 1,-2 2-2,-33 32-3,-2-3 0,-1-1 0,-2-2 0,-1-2 1,-2-2-1,0-2 0,-2-2 0,-31 10 3,43-18 0,96-11-93,362-45 121,-415 38-28,0 0 0,0 1 0,0 0 0,1 0 0,-1 0 0,0 0 1,0 1-1,0 0 0,0 0 0,0 0 0,0 1 0,0 0 0,0 0 1,0 0-1,-1 0 0,1 1 0,-1 0 0,0 0 0,1 0 0,-2 0 1,1 1-1,0-1 0,-1 1 0,1 0 0,-1 0 0,0 1 0,0-1 0,0 2 1,-1 1 3,-1-1 1,1 1 0,-2 0 0,1 0 0,-1 0-1,0 0 1,0 0 0,-1 0 0,0 0 0,0 0 0,0-1-1,-1 1 1,0 0 0,-1-1 0,1 1 0,-1-1 0,0 0-1,-1 0 1,0 0 0,0 0 0,0-1-5,-105 111 52,93-102-51,-19 20-57,-2-2 0,0-2 0,-2-2-1,-2-1 1,0-2 0,-19 7 56,-10-21-1183,60-16-663</inkml:trace>
  <inkml:trace contextRef="#ctx0" brushRef="#br0" timeOffset="387.515">1339 222 5961,'0'0'20369,"0"0"-15886,24 0-4055,79 0 3,-97 1-403,-1 0 0,0 1 0,1 0 0,-1 0 0,0 0 0,0 0 0,0 1 0,0 0 0,0 0 0,-1 0 0,1 0 0,-1 1 0,0 0 0,0 0 0,0 0 0,-1 0 0,1 1 0,-1-1 0,0 1 0,-1 0 0,1 0 0,-1 0 0,0 0 0,0 1 0,0-1 0,-1 0 0,0 1 0,0-1 0,0 1 0,-1 0 0,1-1 0,-1 1 0,-1-1 0,1 1 0,-1 0 0,0-1 0,0 1 0,-1-1 0,-1 3-28,-2 13 1,-2-1-1,0 0 0,-2 0 0,0 0 0,-1-1 0,-1-1 1,-1 0-1,0 0 0,-2-1 0,0-1 0,0 0 1,-2-1-1,0-1 0,-2 2 0,-10 12 0,-1 0 0,-1-2 0,-1-2 0,-1 0 0,-1-2 0,-1-2 0,-1-1 0,-1-1 0,0-2 0,-2-2 0,126-11 0,619-3 0,-690 1 0,0-2 0,0 0 0,-1-1 0,1 0 0,0-1 0,-1-1 0,0-1 0,6-3 0,-20 7-39,0 0 0,-1 0-1,0 0 1,1 0 0,-1-1 0,1 1-1,-1-1 1,0 1 0,0-1 0,0 1 0,0-1-1,0 1 1,0-1 0,-1 0 0,1 0 0,0 1-1,-1-1 1,1 0 0,-1 0 0,0 0-1,0 0 1,1 0 0,-1 0 0,-1 1 0,1-1-1,0 0 1,0 0 0,-1 0 0,1 0-1,-1 0 1,1 1 0,-2-3 39,-7-18-2850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1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293 353 28958,'0'0'960,"0"0"-319,0 0-353,0 0-112,0 0 208,-44 110 48,18-40-128,-8 26-64,-12 24-56,4-6-104,3-10-24,9-15-40,12-23-16,4 4-216,14 5-336,5-23-488,18-27-1249</inkml:trace>
  <inkml:trace contextRef="#ctx0" brushRef="#br0" timeOffset="441.259">1152 745 28710,'0'0'1897,"0"0"-1099,10-24-330,65-148 178,-65 153-633,-1-1 0,0 1 0,-2-2 0,0 1 0,-2-1 0,0 0 0,-1 0 0,-1 0 0,-1-1 1,-1 1-1,-1-1 0,-1 1 0,0 0 0,-2-1 0,-1 1 0,0 0 0,-1 0 0,-2 1 0,-4-10-13,9 23 0,-1 0 0,0 0 0,-1 0 0,1 0 0,-1 0 0,0 1 0,-1 0 0,0 0 0,0 0 0,0 0 0,-1 1 0,0 0 0,0 0 0,0 1 0,0-1 0,-1 1 0,0 1 0,1-1 0,-2 1 0,1 0 0,0 1 0,0 0 0,-1 0 0,1 0 0,-1 1 0,0 0 0,1 1 0,-1 0 0,0 0 0,1 0 0,-1 1 0,0 0 0,1 1 0,-1 0 0,0 0 0,-13 11 0,1 2 0,1 0 0,0 1 0,1 1 0,1 0 0,1 2 0,0 0 0,1 0 0,-2 7 0,5-12 0,0 1 0,1 0 0,1 1 0,0 0 0,1 1 0,1 0 0,1 0 0,0 1 0,1 0 0,1 0 0,1 1 0,0-1 0,1 1 0,1 0 0,1 13 0,4-26 0,0 0 0,0 0 0,1-1 0,-1 0 0,1 0 0,0 0 0,1 0 0,-1 0 0,1-1 0,0 0 0,0 0 0,0 0 0,1-1 0,-1 1 0,1-1 0,0-1 0,0 1 0,0-1 0,0 0 0,0 0 0,1-1 0,-1 0 0,1 0 0,-1 0 0,0-1 0,1 0 0,-1 0 0,1-1 0,-1 0 0,2 0 0,21 3 0,-23-2 0,0 0 0,0 1 0,-1-1 0,1 1 0,0 1 0,0-1 0,-1 1 0,1 0 0,-1 0 0,1 0 0,-1 1 0,0 0 0,0 0 0,0 0 0,0 1 0,-1-1 0,1 1 0,-1 0 0,0 1 0,0-1 0,-1 1 0,1 0 0,-1-1 0,0 2 0,0-1 0,-1 0 0,1 0 0,-1 1 0,0 0 0,-1-1 0,1 1 0,-1 0 0,0 0 0,-1-1 0,1 5 0,0 55 6,-3 0 0,-3 0 1,-2 0-1,-4 0 0,-2-1 0,-3-1 0,-3 0 0,-10 21-6,2-3-138,3 2-1,4 1 0,4 1 1,-1 41 138,15-67-1631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1:36:0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26846,'0'0'965,"0"0"216,0 0-544,24-19-166,4-3-323,132-79 511,-143 92-625,1 1 1,1 1-1,-1 1 1,1 1-1,0 0 1,0 1-1,1 1 1,-1 1-1,1 1 1,-1 1-1,1 0 1,-1 2 0,1 0-1,-1 1 1,0 1-1,0 1 1,0 0-1,0 2 1,1 1-35,-5 2 18,0 1 1,-1 1 0,-1 1-1,0-1 1,-1 2 0,0 0 0,-1 0-1,-1 1 1,0 1 0,-1-1-1,-1 1 1,0 1 0,-2 0-1,1 0 1,2 16-19,1 5 17,-3 0 0,-1 0 0,-2 1 0,-1 0 0,-2 0 1,-4 35-19,-3-44 7,-2-2 0,0 1 0,-2-1-1,-1 0 1,-1-1 0,-1-1-1,-2 0 1,-1 0 0,0-2-1,-2 0 1,-1-1 0,-5 4-6,20-22 0,-44 56-74,-3-1 1,-3-3-1,-2-2 1,-39 28 73,40-47-337,54-35 300,0-1 1,0 1-1,0-1 0,0 0 1,-1 1-1,1-1 1,0 0-1,0 1 1,0-1-1,0 0 1,-1 0-1,1 0 1,0 0-1,0 0 0,0 0 1,-1-1-1,1 1 1,0 0-1,0 0 1,0-1-1,0 1 1,0-1-1,0 1 0,0-1 1,0 0-1,0 1 1,0-1-1,0 0 1,0 0-1,0 1 1,0-1-1,0 0 1,1 0-1,-1 0 0,0 0 1,1 0-1,-1 0 1,1 0-1,-1 0 1,1 0-1,-1-1 1,1 1-1,0 0 0,0 0 1,-1 0-1,1 0 1,0-1-1,0 1 1,0 0-1,0 0 1,1 0-1,-1-1 0,0 1 1,1-1 36,-3-48-2827</inkml:trace>
  <inkml:trace contextRef="#ctx0" brushRef="#br0" timeOffset="283.22">1534 0 28198,'0'0'1042,"0"0"-352,-23 17-218,-179 155 357,124-90-638,5 4 0,3 3 0,4 2 0,4 4 0,-27 60-191,75-129 48,2 1 1,1 0 0,1 1-1,2 0 1,0 0 0,2 1-1,1-1 1,2 2 0,0-1-1,2 12-48,1-35 2,0-1 0,0 1 0,0 0-1,1 0 1,-1 0 0,1 0 0,1 0-1,-1-1 1,1 1 0,0-1 0,0 1-1,1-1 1,0 0 0,0 1 0,0-1 0,0-1-1,1 1 1,0 0 0,0-1 0,0 0-1,0 0 1,1 0 0,-1-1 0,1 1-1,0-1 1,0 0 0,1-1 0,1 2-2,14 4-17,1 0 1,-1-1 0,1-2-1,1 0 1,-1-1 0,1-1-1,-1-1 1,19-2 16,7 0-290,1-3-1,-1-1 1,0-3 0,0-2 0,-1-2-1,-1-2 1,1-2 0,-2-2-1,-1-2 1,0-2 0,-1-2 0,3-5 290,30-23-4215</inkml:trace>
  <inkml:trace contextRef="#ctx0" brushRef="#br0" timeOffset="529.976">1898 481 29582,'0'0'889,"0"0"-553,0 0 8,153-37-40,-71 10-64,15-4-16,2 2-112,-9 6-112,-9 8-88,-19 15-336,-21 5-865,-24 13-3191</inkml:trace>
  <inkml:trace contextRef="#ctx0" brushRef="#br0" timeOffset="779.733">2057 736 29406,'0'0'760,"0"0"-560,0 0 81,0 0 215,136 8-168,-55-22-208,76-11-120,-17 2-528,-11 3-2001</inkml:trace>
  <inkml:trace contextRef="#ctx0" brushRef="#br0" timeOffset="19591.822">3313 299 26526,'0'0'819,"0"0"-51,0 0 812,0 0-776,0 0-310,-3-1-98,-4-2-171,8 1 1026,18 1-1368,319-50 138,-281 42-21,-194 6-112,-208 12 217,345-9-105,-24 5 7,27 3-7,359-2 0,-199-18 0,-339 16 0,-275 8 0,274-10 0,263-16 0,74-16 0,1 6 0,45 4 0,-110 11 0,-44 7 0,-54-7 0,-13 5 0,0 0 0,-1 1 0,1 0 0,0 1 0,-1 1 0,1 1 0,-1 0 0,-12 2 0,-15-1 0,-431 47 0,383-46 0,600 41 0,-323-43 0,-186 0 0,0 0-1,0-1 1,-1 1-1,1 0 1,0-1 0,0 1-1,0 0 1,0-1 0,-1 1-1,1 0 1,0-1-1,0 1 1,0 0 0,0-1-1,0 1 1,0 0 0,0-1-1,0 1 1,0 0-1,0-1 1,0 1 0,0-1-1,0 1 1,0 0-1,1-1 1,-1 1 0,0 0-1,0 0 1,0-1 0,0 1-1,1 0 1,-1-1-1,0 1 1,0 0 0,1-1 0,-34-3-551,-13-2-1950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28942,'0'0'960,"0"0"-960,4 121-128,-4-53-456,0-4-656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24333,'0'0'6162,"0"0"-5762,0 0-280,0 0-16,0 0-16,122 56-88,-78-43-136,-10-1-1649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30487,'0'0'688,"0"0"-688,0 0-56,0 0-504,0 0-1657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0 973 25389,'0'0'1089,"0"0"807,0 0-1192,187-87-168,-100 64-56,8 2-47,6 1-105,3-1-144,4-2-72,3-2-48,15-10-64,24-9 0,11-12-344,-29 9-473,-38 3-1079</inkml:trace>
  <inkml:trace contextRef="#ctx0" brushRef="#br0" timeOffset="690.104">1113 162 28542,'0'0'639,"-6"26"-330,-27 262 373,42 76 489,34 170-1171,12 12 153,-51-511-145,-8 122-11,3-153-1,-1-1 0,1 0 0,-1 0 0,0 0 1,0 0-1,0 0 0,0 0 0,-1 0 0,1-1 0,-1 1 0,0-1 0,0 1 0,0-1 0,0 0 0,0 0 0,0-1 0,0 1 0,0-1 0,-1 1 0,1-1 0,-1 0 0,1 0 0,-1-1 0,1 1 0,-1-1 0,0 1 0,1-1 0,-1 0 0,0-1 0,1 1 0,-3-1 4,-108-37-265,90 16 204,1 0 0,1-2 1,1 0-1,1-1 0,1-1 0,1-1 0,2-1 0,0 0 0,2-1 0,2 0 0,0-1 0,2-1 0,1 0 0,2 0 0,1-1 0,1 0 1,2 0-1,1 0 0,2-8 61,-3 23-1,0-1 0,2 1-1,0 0 1,1-1 0,0 1 0,2-1 0,0 1 0,1 0 0,1-1 0,0 2 0,1-1 0,1 0 0,1 1 0,0 0 0,1 1-1,1-1 1,0 2 0,1-1 0,1 1 0,0 1 0,11-11 1,-17 19 20,0 1 1,0 0-1,1 0 1,-1 0-1,1 0 1,0 1-1,0 0 0,0 0 1,0 1-1,0 0 1,1 0-1,-1 0 1,1 1-1,-1 0 0,1 0 1,4 0-21,-8 4 13,-1-1 0,1 0-1,-1 1 1,1 0 0,-1 0 0,0-1 0,0 1 0,0 0 0,0 1 0,-1-1 0,1 0 0,-1 0-1,0 1 1,0-1 0,0 1 0,0-1 0,-1 1 0,0-1 0,1 1 0,-1-1 0,0 1-1,-1-1 1,1 1 0,0 0 0,-1-1 0,0 0 0,0 1 0,0-1 0,0 1 0,-1-1-13,-9 36 38,-1-1 1,-2-1 0,-1 0 0,-2-1 0,-2 0 0,-1-2-1,-2 0 1,-24 28-39,-217 236 40,283-306-125,338-267-913,75-35-343,-416 298 1439,1 2 1,1 0-1,-1 1 0,2 0 1,-1 2-1,1 0 1,0 2-1,0 0 1,1 1-1,19-1-98,-38 5 16,0-1 1,1 1-1,0 0 1,-1 0-1,1 0 1,-1 0-1,1 0 1,-1 1-1,0-1 1,1 1-1,-1 0 1,1 0-1,-1-1 1,0 2-1,1-1 1,-1 0-1,0 0 1,0 1-1,0-1 1,0 1-1,0-1 1,0 1-1,-1 0 1,1 0-1,-1 0 1,1 0-1,-1 0 1,1 0-1,-1 0 1,0 1-1,0-1 1,0 0-1,-1 1 1,1-1-1,0 1 1,-1-1-1,1 1 1,-1-1-1,0 1 1,0-1-1,0 1 1,0-1-1,-1 1 1,1-1-1,-1 0 1,1 1-17,-2 26 106,0-1 0,-2 0 1,-1 0-1,-1-1 0,-1 1 1,-2-1-1,-9 19-106,8-20 35,1 0 0,0 0 1,3 0-1,0 1 0,1 0 0,2 1 0,0-1 0,2 5-35,2-29 1,-1-1 0,0 1-1,1-1 1,-1 1 0,1-1 0,0 1-1,0-1 1,0 0 0,0 0-1,0 1 1,1-1 0,-1 0-1,1 0 1,-1 0 0,1-1 0,0 1-1,0 0 1,-1 0 0,1-1-1,0 1 1,1-1 0,-1 0 0,0 0-1,0 0 1,1 0 0,-1 0-1,0 0 1,1 0 0,-1-1-1,1 1 1,-1-1 0,1 0 0,-1 0-1,1 0 1,-1 0 0,1 0-1,-1 0 1,1-1 0,-1 1-1,96-34-177,-87 24 62,-1 0 0,0-1 0,0 0 0,-1-1 0,-1 0 0,0-1 0,-1 0 0,0 0 0,5-13 115,-10 22-41,34-82-1696,-11-1-2053</inkml:trace>
  <inkml:trace contextRef="#ctx0" brushRef="#br0" timeOffset="940.231">1822 0 28886,'0'0'952,"0"0"-672,0 0-64,83 129 9,-41-58-105,41 53-120,-7-14-345,-5-9-2263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3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 1 25261,'0'0'3268,"0"0"-2148,0 0-716,0 0-73,0 0 20,-7 1-45,-4 3-258,0 1 0,0 1 0,1 0-1,0 0 1,0 1 0,0 0 0,1 1 0,0 0-1,0 0 1,1 1 0,0 0 0,-1 3-48,-22 21 116,-135 136 42,9 8 0,-111 162-158,257-324-20,3-4-96,-1 0 0,2 0 0,-1 1 0,2 0 0,-1 0 0,2 1 1,0 0-1,0 0 0,0 5 116,6-17-53,-1 0 1,1 0-1,0-1 0,0 1 0,0 0 1,0 0-1,0-1 0,0 1 1,0 0-1,0-1 0,0 1 0,0-1 1,0 1-1,0-1 0,0 1 1,1-1-1,-1 0 0,0 0 0,0 0 1,0 0-1,1 0 0,-1 0 1,0 0-1,0 0 0,0 0 1,1 0-1,-1 0 0,0-1 0,0 1 1,0-1-1,0 1 0,0-1 1,0 1-1,0-1 0,0 0 0,0 1 1,0-1-1,0 0 0,0 0 1,0 0-1,0 1 0,0-2 53,57-35-1632,4-15-1909</inkml:trace>
  <inkml:trace contextRef="#ctx0" brushRef="#br0" timeOffset="172.882">433 635 10442,'0'0'12539,"0"0"-9754,150-104-1249,-97 75-584,-14 13-176,-12 10-224,-8 6-144,-10 0-32,-2 14-183,-5 15-113,-2 37-80,-7-5-729,-13-5-1575</inkml:trace>
  <inkml:trace contextRef="#ctx0" brushRef="#br0" timeOffset="329.265">239 1417 24925,'0'0'4009,"-37"190"-3305,17-24-304,-8 31-176,10-2-7,1-21-97,8-49-80,5-36-24,4-33 8,0-25-24,0-4-16,9-8-136,5-13-177,6-6-87,3-87-256,-4 2-1384,-5-13-11475</inkml:trace>
  <inkml:trace contextRef="#ctx0" brushRef="#br0" timeOffset="562.998">536 1278 24973,'0'0'1911,"28"-18"-897,95-54-331,-114 67-600,1 0 0,0 0 0,0 1 0,0 0 0,1 1 0,-1 1 0,1-1 0,0 2 0,0-1 0,-1 1 0,1 1 1,0 0-1,0 1 0,3 0-83,-4 1 48,0 1 0,1 1 0,-1-1 1,0 1-1,-1 1 0,1 0 0,-1 0 0,0 1 1,0 0-1,-1 1 0,0 0 0,0 0 0,0 0 1,-1 1-1,0 1 0,-1-1 0,0 1 1,0 0-1,-1 0 0,0 1 0,0-1 0,-1 1 1,-1 0-1,1 1 0,-2-1 0,1 3-48,29 95 115,-5 1-1,-5 1 0,-4 0 1,-5 2-1,-6 0 0,-4 0 0,-6 22-114,4-113-6,0-17-15,1 1 0,-1 0 1,-1 0-1,1 0 0,-1-1 1,1 1-1,-1 0 0,-1 0 1,1 0-1,-1 0 1,0 0-1,0-1 0,0 1 1,0 0-1,-1-1 0,0 1 1,0-1-1,0 0 0,-1 1 1,1-1-1,-1 0 0,0 0 1,0-1-1,-1 1 1,1-1-1,-1 1 0,1-1 1,-1 0-1,0 0 0,0-1 1,-5 3 20,-23-12-580,-78-91-2270,50 40-74</inkml:trace>
  <inkml:trace contextRef="#ctx0" brushRef="#br0" timeOffset="983.218">414 1624 20180,'0'0'3544,"0"0"-1845,15-20-976,53-65-54,-63 81-608,-1 0 0,1 1 0,0-1 0,0 1 0,1 0 0,-1 0 0,1 1 0,0-1 0,-1 1 0,1 0 0,0 1 0,0 0 0,0 0-1,1 0 1,-1 0 0,0 1 0,0 0 0,3 1-61,5-1 99,-8-1-79,0 0-1,0 1 0,-1 0 1,1 0-1,0 0 0,0 1 1,0 0-1,0 0 0,-1 1 1,1-1-1,0 1 0,-1 0 0,0 1 1,1-1-1,-1 1 0,0 0 1,0 1-1,0-1 0,-1 1 1,1 0-1,-1 0 0,0 0 1,0 1-1,-1-1 0,1 1 1,-1 0-1,0 0 0,0 0 1,-1 0-1,1 1 0,-1-1 0,0 1 1,-1 0-1,1-1 0,0 6-19,-2 17 16,0 1-1,-2 0 1,-1-1-1,-1 1 1,-2-1-1,0 0 1,-2-1-1,-1 0 1,-2 0-1,0 0 1,-2-2-1,0 1 1,-2-2-1,-1 0 1,-9 9-16,-57 63 589,81-97-565,0 0 0,0 0 0,0 0 0,0 0 0,0 0 0,0 0-1,0 0 1,0 0 0,1 0 0,-1 0 0,0 0 0,1 0 0,-1-1 0,1 1 0,-1 0 0,1 0 0,0-1 0,-1 1 0,1 0 0,0-1 0,0 1-1,0 0 1,0-1 0,0 1 0,0 0 0,0-1 0,1 1 0,-1 0 0,0-1 0,1 1 0,-1 0 0,1 0 0,-1 0 0,2-2-24,-2 0 33,61-208 24,-31 129-59,7-33-37,77-192-55,-87 273 94,-26 34 0,-1 0 0,1 0 0,0 0 0,0 0 1,0 1-1,0-1 0,0 0 0,0 0 0,0 1 0,0-1 0,-1 0 0,1 1 1,0-1-1,0 1 0,0-1 0,-1 1 0,1-1 0,0 1 0,-1 0 0,1-1 0,0 1 1,-1 0-1,1 0 0,-1-1 0,1 1 0,-1 0 0,1 0 0,-1 0 0,0-1 0,0 1 1,1 0-1,-1 0 0,0 0 0,0 0 0,0 0 0,0 0 0,0 0 0,0 0 1,0 0-1,0 0 0,0-1 0,0 1 0,0 0 0,-1 0 0,1 0 0,0 0 0,-1 0 1,1 0-1,-1-1 0,1 2 0,-17 450 255,-2-83 145,27-257-404,-8-111-6,0-1 0,0 1 0,0 0 0,1-1 0,-1 1 0,0 0 0,0-1 0,1 1 1,-1-1-1,0 1 0,1-1 0,-1 1 0,0 0 0,1-1 0,-1 1 0,1-1 0,-1 0 0,1 1 1,-1-1-1,1 1 0,0-1 0,-1 0 0,1 1 0,-1-1 0,1 0 0,0 0 0,-1 0 1,1 1-1,0-1 0,-1 0 0,1 0 0,0 0 0,-1 0 0,1 0 0,0 0 0,-1 0 0,1 0 1,0 0-1,-1-1 0,1 1 0,0 0 0,-1 0 0,1-1 0,-1 1 0,1 0 0,0-1 0,-1 1 1,1 0-1,-1-1 0,1 1 0,-1-1 0,1 1 0,-1-1 0,0 1 0,1-1 0,-1 1 1,1-1-1,-1 1 0,0-1 0,0 0 0,1 1 0,-1-1 0,0 0 10,23-46-1171,-6-12-1355</inkml:trace>
  <inkml:trace contextRef="#ctx0" brushRef="#br0" timeOffset="1620.562">1403 310 28366,'0'0'1060,"0"0"-518,0 0-205,3 22 17,12 139 142,-15-123-479,-1-1 0,-2 0 0,-2 0 0,-1 0 0,-9 28-17,-30 84-104,98-142-64,77-22 291,-129 16-121,1 1 1,0-1-1,0 1 0,-1 0 1,1 0-1,-1 0 1,0 0-1,1 0 1,-1 0-1,0 0 0,0 0 1,0 0-1,0 0 1,-1 1-1,1-1 1,-1 0-1,1 1 0,-1-1 1,0 0-1,0 1 1,0-1-1,0 0 1,0 1-1,-1-1 0,1 0 1,-1 2-3,1 5 7,-2 12 10,-1 1 0,-1 0 0,0-1 0,-2 0-1,-1 0 1,0-1 0,-2 1 0,0-2 0,-1 1 0,-1-1-1,-1-1 1,0 0 0,-9 8-17,19-22 24,1-4-22,0 0 1,1 1 0,-1-1-1,0 0 1,1 0 0,-1 0-1,0 1 1,1-1 0,-1 0-1,1 1 1,-1-1 0,1 1-1,-1-1 1,1 0 0,-1 1-1,1-1 1,-1 1 0,1 0-1,0-1 1,-1 1 0,1-1-1,0 1 1,-1-1 0,1 1-1,0 0 1,0-1 0,-1 1-1,1 0 1,0-1 0,0 1-1,0 0 1,0-1 0,0 1-1,0 0 1,0-1 0,0 1 0,0 0-1,1-1 1,-1 1 0,0 0-1,0-1 1,1 1 0,-1-1-1,0 1 1,0 0 0,1-1-1,-1 1 1,1-1 0,-1 1-1,1-1 1,-1 1 0,1-1-1,-1 1 1,1-1 0,-1 0-1,1 1 1,-1-1 0,1 0-1,0 1 1,-1-1 0,1 0-1,-1 0 1,1 0 0,0 0-1,-1 1 1,1-1-3,14-1 22,-12 0-21,0 1 0,0-1 0,0 1 0,0-1 0,0 1 0,0 0 0,0 0 0,0 1 0,0-1 0,0 0 0,0 1 0,0 0 0,0 0-1,0 0 1,0 0 0,-1 0 0,1 1 0,0-1 0,-1 1 0,1-1 0,-1 1 0,1 0 0,-1 0 0,0 0 0,0 1 0,0-1 0,0 0 0,0 1 0,0-1 0,0 2-1,1 15 2,0 1 0,-1-1 0,-1 1-1,-1-1 1,-1 1 0,-1-1 0,0 0 0,-1 1 0,-6 16-2,-18 53-10,-3-2-1,-5-1 0,-10 14 11,-26 63-9,52-103 5,20-60 5,0 1 1,0 0 0,1-1-1,-1 1 1,0-1-1,1 1 1,-1-1-1,0 0 1,1 0 0,-1 1-1,0-1 1,1 0-1,-1 0 1,1 0 0,-1-1-1,0 1 1,1 0-1,-1 0 1,0-1-1,1 1 1,-1-1 0,0 1-1,1-1 1,-1 0-1,0 1 1,0-1 0,0 0-1,0 0 1,0 0-1,0 0 1,0 0-1,1-1-1,188-165 392,-109 87-291,330-300-2331,-360 320-24</inkml:trace>
  <inkml:trace contextRef="#ctx0" brushRef="#br0" timeOffset="1872.872">1804 1193 28166,'0'0'960,"-47"180"-368,22-14-184,4 31 97,14 8-1,7-6-144,0-16-160,19-11-144,4-15-32,5-16-24,-1-39-32,-1-34-56,-8-30-456,-6-32 104,6-25-489,-4-18 65,-3-19-2881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26846,'0'0'1061,"0"0"-494,-2 21-203,-42 414 2082,14 197-2446,29-577 25,-1-35-31,1 0 1,1 1 0,1-1-1,0 0 1,2 0-1,0-1 1,1 1-1,1 0 1,8 16 5,-13-35-28,0 1-1,1-1 1,-1 0 0,1 1-1,-1-1 1,1 0-1,0 0 1,-1 0 0,1 0-1,0 0 1,0 0 0,0 0-1,0 0 1,0 0-1,0 0 1,0 0 0,0 0-1,0-1 1,0 1 0,1 0-1,-1-1 1,0 1-1,0-1 1,1 1 0,-1-1-1,0 0 1,1 0 0,-1 1-1,0-1 1,1 0-1,-1 0 1,0 0 0,1 0-1,-1-1 1,0 1 0,1 0-1,-1-1 1,0 1-1,1 0 1,-1-1 0,0 0-1,0 1 1,0-1 0,1 0-1,-1 1 1,0-1-1,0 0 1,0 0 0,0 0-1,0 0 1,-1 0 0,1 0-1,0 0 1,0-1-1,-1 1 1,1 0 0,0 0-1,-1 0 1,0-1 0,1 1-1,-1 0 1,0-1-1,1 1 1,-1 0 0,0-1 28,24-50-4845,-6-10-13637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26982,'0'0'885,"22"2"-334,-6-1-452,-3-1-13,0 1 0,0 1-1,0 0 1,0 1 0,0 0-1,0 1 1,-1 0 0,1 1-1,-1 1 1,-1 0 0,1 0-86,33 28 270,-3 3 0,-1 1 1,-1 1-1,-2 3 0,-2 1 1,25 40-271,-7-13 37,-51-65-142,-3-6 83,0 1 0,0-1 0,1 1 0,-1 0 0,0-1 0,1 1 0,-1 0 0,0-1 0,1 1 0,-1 0 0,0 0 0,1-1 0,-1 1 0,0 0 0,1 0 0,-1 0-1,1-1 1,-1 1 0,0 0 0,1 0 0,-1 0 0,1 0 0,-1 0 0,1 0 0,-1 0 0,0 0 0,1 0 0,-1 0 0,1 0 0,-1 0 0,1 0 0,-1 0 0,0 1-1,1-1 1,-1 0 0,1 0 0,-1 0 0,0 1 0,1-1 0,-1 0 0,0 0 0,1 1 0,-1-1 0,0 0 0,1 1 0,-1-1 0,0 0 0,0 1 0,1-1-1,-1 0 1,0 1 0,0-1 0,0 1 0,0-1 0,1 1 0,-1-1 0,0 0 0,0 1 0,0-1 0,0 1 0,0-1 0,0 1 0,0-1 0,0 0 0,0 1 0,0-1-1,-1 1 1,1-1 0,0 1 0,0-1 22,0-15-2264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0 26510,'0'0'2208,"0"0"-1808,0 0-160,-177 133 56,105-71 104,-4 3-144,0 5-160,9-2-96,12 17-56,18-18-376,21-20-1040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28438,'0'0'1024,"0"0"-712,-17 112-96,15-18 265,2 38 15,0 45-144,7 15-152,5-1-80,-3-19-40,-2-45-40,-3-32-32,1-29-8,2-1-208,-3-13-632,-4-15-2201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28678,'0'0'848,"0"0"-352,0 0-376,0 0 128,0 0 89,0 0-137,0 0-104,147 70-56,-115-39-40,-2 0 0,-2-4-256,6-10-385,-8-9-951,-6-8-3545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27822,'0'0'1064,"0"0"-640,-101 112-288,62-58-128,2 14-8,9-12-808,10-16-4465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29206,'0'0'784,"-20"110"-576,1 8-88,-4 46 281,2 19 23,10-5-184,9-16-160,2-48-48,0-27-32,4-33 0,12-21-232,21-6-120,-5-6-265,3-13-1095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27854,'0'0'2198,"7"-21"-1801,22-66-433,-28 83 41,0-1-1,0 1 1,0 0-1,1 0 1,0 0 0,-1-1-1,1 2 1,1-1-1,-1 0 1,0 0-1,1 1 1,0-1 0,0 1-1,0 0 1,0 0-1,1 0 1,-1 0-1,1 1 1,-1-1 0,1 1-1,0 0 1,0 0-1,0 0 1,0 1-1,0-1 1,1 1 0,-1 0-1,4 0-4,-6 1 1,-1 1-1,1 0 1,-1 0-1,1 0 0,-1 0 1,1 0-1,-1 0 1,1 0-1,-1 0 1,0 1-1,0-1 1,0 1-1,0-1 0,0 1 1,0-1-1,0 1 1,0-1-1,0 1 1,-1 0-1,1-1 1,-1 1-1,1 0 1,-1 0-1,0-1 0,0 1 1,1 0-1,-1 0 1,0 0-1,-1-1 0,3 7 9,5 307 405,-12-41-144,6-272-268,-1 0 0,0 1 0,1-1 0,0 0 0,-1 1 0,1-1 0,0 0 0,0 0 0,0 0 0,0 0 0,1 0 1,-1 0-1,1 0 0,-1 0 0,1 0 0,0-1 0,-1 1 0,1-1 0,0 1 0,0-1 0,0 0 0,0 1 0,0-1 0,1 0 0,-1 0 1,0-1-1,0 1 0,1 0 0,-1-1 0,0 1 0,1-1 0,-1 0 0,0 0 0,1 0 0,-1 0 0,1 0 0,-1-1 0,1 1-2,85-37 68,-57 4-66,-3-1-1,0-2 0,-3-1 0,-1 0 1,-1-2-1,-2-1 0,-3-1 0,0 0 0,-3-2 1,-2 1-1,-1-2 0,-2 0 0,-1-14-1,16-85 303,-42 247-228,-13 127-39,10 0 1,10 208-37,0-5 3,10-401-4,-2 0 0,-1 1-1,-2-1 1,-1-1 0,-2 1 0,-1-1 0,-8 19 1,16-49 2,1 0-1,-1 0 1,0 0 0,0-1 0,0 1-1,0 0 1,0-1 0,0 1 0,0-1 0,0 1-1,-1-1 1,1 1 0,-1-1 0,1 0-1,-1 0 1,1 0 0,-1 0 0,0 0 0,0 0-1,1 0 1,-1 0 0,0-1 0,0 1-1,0-1 1,0 1 0,0-1 0,0 0 0,0 0-1,1 0 1,-1 0 0,0 0 0,0 0-1,0-1 1,0 1 0,0 0 0,0-1 0,0 0-1,0 1 1,1-1 0,-1 0 0,0 0-1,1 0 1,-1 0 0,0 0 0,1 0 0,-1-1-1,1 1 1,0-1 0,-1 1 0,1 0-1,0-1 1,0 0 0,0 1 0,0-1 0,0 0-1,0 0 1,1 1 0,-1-1 0,1 0-1,-1-1 0,-10-28-21,1 0 1,1-1-1,2-1 1,1 1-1,2-1 1,1 0-1,2 0 1,1 0-1,1 0 1,5-25 19,3 0-329,2 0 1,3 1-1,2 0 1,3 2-1,2 0 0,18-33 329,-10 19-952,11-27-2406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27694,'0'0'1096,"0"0"-576,0 0 360,81 158-295,-49-88-185,5 9-56,-5 4-176,-4 6-64,-5 0-24,-9 3-32,-10 1-24,-4 0-24,0 0 0,0 19-376,0-22-1065,-4-28-2935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7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30967,'0'0'768,"0"0"-560,0 0-176,0 0-16,0 0 0,0 0-16,-14 141-192,10-87-856,-3-9-1993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13 223 28918,'-3'19'627,"-7"196"-220,11-210-395,0 0 0,1 0 1,-1-1-1,1 1 1,0-1-1,0 1 0,1-1 1,-1 0-1,1 0 0,0 0 1,0 0-1,0 0 0,1 0 1,-1-1-1,1 0 1,0 0-1,0 0 0,0 0 1,0-1-1,0 1 0,1-1 1,-1 0-1,1 0 0,0-1 1,-1 1-1,6 0-12,135 1 113,-88-14-103,-2-3 0,0-3-1,0-2 1,-2-2-1,-1-3 1,0-2-1,37-26-9,-22 14-75,-1-2 0,-3-4 0,-1-2 0,-3-2 0,-2-4-1,33-37 76,-91 89 16,1-1 0,0 1 0,-1 0 0,1 0 0,0 0-1,-1 0 1,1-1 0,0 1 0,-1 0 0,1 0 0,0 0-1,-1-1 1,1 1 0,0 0 0,0-1 0,-1 1 0,1 0-1,0-1 1,0 1 0,0 0 0,-1-1 0,1 1 0,0 0-1,0-1 1,0 1 0,0 0 0,0-1 0,0 1 0,0-1-1,0 1 1,0 0 0,0-1 0,0 1-16,-42 26 55,35-21-35,-1 1 15,-1 0-1,1 0 1,0 1-1,1 0 1,-1 1-1,1-1 1,1 1-1,-1 1 1,2-1 0,-1 1-1,1 0 1,-3 7-35,8-15 0,0 1 0,0 0 1,1 0-1,-1-1 0,0 1 1,1-1-1,-1 1 0,1 0 1,-1-1-1,1 1 0,0-1 1,0 1-1,0-1 0,0 0 1,0 1-1,0-1 0,0 0 1,0 1-1,0-1 0,1 0 1,-1 0-1,0 0 0,1 0 1,-1-1-1,1 1 0,-1 0 1,1 0-1,-1-1 0,1 1 1,-1-1-1,1 0 1,0 1-1,-1-1 0,1 0 1,0 0-1,0 0 0,-1 0 1,1 0-1,0 0 0,-1-1 1,1 1-1,-1 0 0,2-1 0,-3 1 0,44 1-143,-1-2-1,0-1 1,1-3-1,-1-1 1,-1-2-1,0-2 0,0-2 1,-1-2-1,0-1 1,-1-2-1,32-20 144,-140 95 302,-197 170-914,-10-12 1,-20-5 611,271-196-1430,13-11-2024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24293,'0'0'2105,"0"0"-969,0 0-352,-56 161 88,29-94-216,-1 3-160,0 1-199,5-5-161,3-4-104,8-6-32,7-10-72,5-11-281,0-10-239,14-15-432,12-12-176,-8-21-673,-2-8-17595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4 266 28182,'0'0'818,"0"0"-485,0 0-112,0 20 159,-4 131 247,5 59-491,-1-207-188,0-1 0,0 1-1,0-1 1,0 0 0,1 1-1,-1-1 1,1 0-1,-1 1 1,1-1 0,0 0-1,-1 0 1,1 0 0,0 0-1,1 1 1,-1-1 0,0-1-1,1 1 1,-1 0 0,1 0-1,-1 0 1,1-1 0,0 1-1,0-1 1,0 1 0,0-1-1,0 0 1,0 0 0,0 0-1,0 0 1,0 0 0,1 0-1,-1-1 1,0 1 0,0-1-1,1 1 1,-1-1-1,0 0 1,1 0 0,-1 0-1,1 0 1,-1 0 0,0-1-1,1 1 1,-1-1 0,0 0-1,0 1 1,0-1 0,1 0-1,-1 0 1,0 0 0,0-1-1,0 1 1,0 0 0,-1-1-1,1 0 1,0 1 52,36-66-7376,-11-8 5045,-1-2 4635,14 6 4223,-9 39-6189,2 0-1,1 2 1,1 2 0,2 1 0,0 2 0,2 1 0,37-16-338,-72 38 9,243-128-898,-186 98-1376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26046,'0'0'2535,"0"0"-1638,0 0-658,0 0-42,-4 20 211,-13 151 227,32 514-11,-15-671-649,-1 1-1,-1 0 0,0 0 1,-1-1-1,0 0 0,-2 1 1,1-1-1,-2 0 0,0-1 0,0 1 1,-7 7 25,10-17-153,0-1-1,0 0 1,-1 0 0,0 0 0,0 0 0,1-1 0,-1 0-1,-1 1 1,1-1 0,0-1 0,0 1 0,-1-1 0,1 0-1,-1 0 1,1 0 0,-1 0 0,0-1 0,1 0 0,-1 0-1,0 0 1,1 0 0,-1-1 0,1 0 0,-1 0 0,1 0-1,-3-1 155,-32-12-6594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49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29030,'0'0'1040,"0"0"-808,0 0-168,192-15-64,-114 9-448,-7 0-1192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27342,'0'0'928,"0"0"-744,0 0-160,0 0 496,0 0 104,165 2-152,-84-13-192,11-3-143,-2 1-73,-2 3-48,-10 2-16,-7-1-136,3-11-465,-19 3-879,-18-4-3769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20644,'0'0'6714,"0"0"-6082,0 0-416,124-2-72,-69-4-128,-9 4-16,-13-3-1632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28206,'0'0'1112,"0"0"-776,0 0 240,0 0 89,0 0-369,185-66-216,-68 45-80,-15 4-520,-13 3-1841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30687,'0'0'760,"0"0"-536,0 0-40,0 0 8,154-13-88,-89 7-104,32-2-32,43-13-472,-15 2-793,-12-6-8177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0 425 28798,'0'0'1160,"0"0"-736,0 0-39,0 0 79,145-18-56,-71 7-168,32-5-136,30-3-72,-7 2 0,-9 3-16,-17 1-16,-22 5 0,4 0-136,0 0-232,-13-5-360,-26 3-1057,-23-3-6937</inkml:trace>
  <inkml:trace contextRef="#ctx0" brushRef="#br0" timeOffset="191.08">790 0 10082,'0'0'17900,"0"0"-16940,0 0-216,0 0-384,0 0 89,0 0 135,-32 106-208,34-15-96,5 27-120,-2 30-72,6 9-88,-1-18-8,1-39-480,-4-49-2105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1:5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39 19932,'0'0'7702,"0"0"-5423,0 0-1504,0 0-208,0 0-143,-8-8-80,-26-23-121,44 55-62,188 261-17,-152-192-152,60 94-684,-103-183 598,0 0 1,1-1-1,0 1 1,-1-1-1,1 0 1,0 0-1,1 0 1,-1-1-1,0 0 1,1 1-1,-1-1 0,1-1 1,0 1-1,-1-1 1,1 0-1,0 0 1,0 0-1,0-1 1,2 1 93,37-10-5042,-6-17-12997</inkml:trace>
  <inkml:trace contextRef="#ctx0" brushRef="#br0" timeOffset="159.351">591 95 17500,'0'0'3064,"0"0"4194,0 0-6250,0 0-128,-119-40-312,73 80-159,-7 13-113,-5 14-176,0 10-64,5 1-56,10 1 0,13 0-336,13-19-513,11-21-1319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73 23349,'0'0'4821,"0"0"-3343,0 0-944,0 0-24,0 0-131,0 0-166,10-7-80,100-48 54,11 45-152,-117 13-22,1 0 1,0 0-1,-1 1 1,0 0-1,0 0 1,0 0-1,0 0 1,-1 1-1,0-1 1,0 1-1,0 0 1,0 0-1,-1 0 1,1 0-1,-1 0 1,-1 1-1,1-1 0,-1 1 1,0-1-1,0 1 1,-1 0-1,1-1 1,-1 1-1,0-1 1,-1 1-1,0 1-13,3 5 49,28 454 167,-42-406-2161,-4-47-1502</inkml:trace>
  <inkml:trace contextRef="#ctx0" brushRef="#br0" timeOffset="253.418">0 900 28230,'0'0'2377,"0"0"-2105,0 0-184,0 0 384,0 0-24,0 0-248,155-93-88,-105 64-64,3 0-32,2 0-16,24-8-184,-17 6-856,-9 2-4009</inkml:trace>
  <inkml:trace contextRef="#ctx0" brushRef="#br0" timeOffset="471.142">917 270 29942,'0'0'945,"0"0"-633,0 0-192,0 0 192,0 0-24,0 0-216,0 0-40,39-21-24,-13 32-8,-3 12-232,-7-1-560,-12-1-2833</inkml:trace>
  <inkml:trace contextRef="#ctx0" brushRef="#br0" timeOffset="783.478">650 844 29454,'0'0'734,"0"0"-434,0 0-99,0 0 111,27-11-76,167-73-105,7 6-92,-224 120 247,-451 445-206,452-461-222,0 1 0,2 1-1,1 1 1,1 0-1,-11 27 143,13-20-1431</inkml:trace>
  <inkml:trace contextRef="#ctx0" brushRef="#br0" timeOffset="1047.941">866 1224 23253,'0'0'7218,"0"0"-6674,-11 122-248,-1-60 136,1 7-40,4-3-224,0-4-96,7-10-64,0-10 8,0-15-16,0-15-160,0-12-232,14-35-112,0-19-1025,-1-6-5200</inkml:trace>
  <inkml:trace contextRef="#ctx0" brushRef="#br0" timeOffset="1340.878">1136 996 18076,'0'0'9555,"0"0"-7162,0 0-1920,0 0-99,0 0-106,-20 16-143,-67 53-86,-51 81 35,131-139-56,4-10-9,1 1 0,0 0 0,0 0 0,0 0 0,0 0 0,0 0 1,0 1-1,1-1 0,-1 0 0,1 1 0,-1-1 0,1 1 0,0 0 0,0-1 0,0 1 1,1 0-1,-1 0 0,0-1 0,1 1 0,0 0 0,0 0 0,0 0 0,0 0 1,0-1-1,0 1 0,1 0 0,0 0 0,-1 0 0,1-1 0,0 1 0,0 0 1,1-1-1,-1 1 0,0-1 0,1 1 0,-1-1 0,3 2-9,17 0-29,1-1 0,-1-1 0,1 0 0,0-2-1,0-1 1,0 0 0,15-4 29,108-43-1955,-108 31 764</inkml:trace>
  <inkml:trace contextRef="#ctx0" brushRef="#br0" timeOffset="1777.746">1426 525 26078,'0'0'1441,"0"0"-449,0 0-245,0 0-20,0 0-145,0 0-181,-1 20-20,2 923 1037,8-682-1418,-2-260-480,-1-76-1762,-5 30-1157</inkml:trace>
  <inkml:trace contextRef="#ctx0" brushRef="#br0" timeOffset="1996.391">1654 1035 30134,'0'0'1129,"0"0"-609,0 0-80,0 0-80,0 0-184,0 0-176,150 104 0,-120-104-568,-7 0-2041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1 551 28326,'0'0'968,"0"0"-736,0 0 80,0 0 281,119-27-185,-68 4-160,2 1-80,5-3-64,-5 4-16,-3 2-40,-6 7-40,-5 6-8,10 4-16,-15 2-488,-9 0-1169</inkml:trace>
  <inkml:trace contextRef="#ctx0" brushRef="#br0" timeOffset="343.675">222 518 28694,'0'0'720,"0"0"-254,-4 20-52,-13 131 295,-13 400-443,28-408-67,4-140-187,0 0 1,0 0-1,1 0 0,-1-1 1,1 1-1,-1-1 0,1 0 1,0 1-1,0-1 0,0 0 1,1-1-1,-1 1 0,0-1 0,1 1 1,-1-1-1,1 0 0,-1 0 1,1-1-1,-1 1 0,1-1 1,-1 0-1,1 0 0,0 0 1,-1 0-1,1 0 0,0-1 1,-1 0-1,1 1 0,-1-1 1,1-1-1,-1 1 0,0 0 0,0-1 1,3-1-13,227-116 205,-38 15-1598,-108 56-3108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04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27134,'0'0'1069,"0"0"-509,0 0 53,0 0 44,0 0-169,0 0-172,22-4-106,163-26 148,-183 29-353,4 0 8,-1-1 1,1 1-1,-1-1 1,1 1-1,0 1 1,-1-1 0,1 1-1,0 0 1,-1 1-1,1-1 1,-1 1-1,1 0 1,0 0 0,-1 1-1,0-1 1,1 1-1,-1 1 1,0-1-1,0 1 1,0 0-1,0 0 1,-1 0 0,1 1-1,-1-1 1,0 1-1,0 0 1,0 0-1,-1 1 1,1-1 0,-1 1-1,0 0 1,0 0-1,-1 0 1,2 4-14,-4 6 14,-2 1-1,0 0 1,-1-1 0,0 1 0,-1-1 0,-1 0-1,0 0 1,-1 0 0,-1-1 0,0 0 0,-1 0-1,-1-1 1,0 0 0,0 0 0,-1-1 0,-1 0 0,0-1-1,-7 5-13,-8 14 8,-136 136-778,160-164 122,2-4-668,0-8-895</inkml:trace>
  <inkml:trace contextRef="#ctx0" brushRef="#br0" timeOffset="387.16">680 434 25838,'0'0'1977,"0"0"-811,0 0-277,0 0-100,0 0-261,0 0-230,-11 8-50,-173 166 591,173-161-791,-6 4-33,1 1-1,1 0 1,1 1 0,1 0 0,1 1-1,0 0 1,1 1 0,2 1-1,0 0 1,-6 22-15,14-40 0,1 0 0,-1 0 0,1 0 0,0 0 0,0 0 0,0 0 0,0 0 0,1 0 0,0 0 0,-1 0 0,2 0 0,-1 0 0,0 0 0,1 0 0,-1-1 0,1 1 0,0 0 0,1-1 0,-1 0 0,0 0 0,1 1 0,0-1 0,0-1 0,0 1 0,0 0 0,0-1 0,0 0 0,1 1 0,-1-1 0,1 0 0,0-1 0,0 1 0,-1-1 0,1 0 0,0 0 0,0 0 0,0 0 0,0-1 0,2 1 0,24 1-96,0-2 0,1 0 0,-1-2 0,-1-2 0,1 0 0,0-2 0,-1-1 0,0-2 1,-1 0-1,0-2 0,0-1 0,-1-2 0,21-13 96,-38 22-199,32-16-1828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1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94 20564,'0'0'1203,"0"0"-507,0 0 226,0 0 69,0 0-335,-11-3-367,-34-11-159,33-11 3639,83 34-1602,226-67-1909,-221 55-2671,-53 3-1670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1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29510,'0'0'977,"0"0"-745,0 0 112,0 0 40,129-2-192,-60-11-88,9 1-40,42-3-64,-19 3-104,-20 3-1321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27758,'0'0'920,"0"0"-536,0 0-32,152 2 64,-99-2-184,18 0-232,-18 0-104,-14 0-2592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2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30495,'0'0'688,"0"0"-496,0 0-136,136-56 32,-69 19-48,32-17-40,-14 8-560,-15 5-2929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28334,'0'0'1040,"0"0"-544,0 0 73,0 0-169,0 0-216,0 0-112,129 16-72,-110 3-72,-10 0-721,-9-1-3063</inkml:trace>
  <inkml:trace contextRef="#ctx0" brushRef="#br0" timeOffset="285.579">67 596 28742,'0'0'850,"0"0"-472,0 0-48,0 0 186,0 0-104,25-12-187,157-84-9,-162 84-184,-5 2-14,0 0-1,1 1 0,0 1 0,0 1 0,1 0 0,0 1 1,1 0-1,11-1-17,-28 7 0,1 0 0,0 0 0,0 0 1,-1 0-1,1 0 0,0 0 0,-1 1 0,1-1 1,0 1-1,-1-1 0,1 1 0,-1 0 0,1-1 1,-1 1-1,1 0 0,-1 0 0,1 0 0,-1 0 1,0 0-1,1 1 0,-1-1 0,0 0 0,0 1 1,0-1-1,0 0 0,0 1 0,-1-1 0,1 1 1,0 0-1,-1-1 0,1 1 0,-1-1 0,1 1 1,-1 0-1,0-1 0,1 1 0,-1 0 0,0 0 1,0-1-1,-1 1 0,1 0 0,0-1 0,0 1 0,-1 0 1,1-1-1,-1 2 0,-24 85 12,-10-30-10,-2-1 0,-2-1 0,-3-3 0,-46 46-2,46-52-7,-134 156-1828,166-191-393</inkml:trace>
  <inkml:trace contextRef="#ctx0" brushRef="#br0" timeOffset="531.925">364 805 27798,'0'0'808,"0"0"-480,0 0 104,-11 156 288,4-102-223,2-1-289,5 1-112,0 0-64,0-4-32,0-8-32,14-28-545,2-10-1079,-4-4-3265</inkml:trace>
  <inkml:trace contextRef="#ctx0" brushRef="#br0" timeOffset="795.982">816 534 28534,'0'0'744,"0"0"-409,0 0-58,-25 15 61,-85 53-109,75-47-159,0 3 0,2 0 1,1 2-1,0 2 0,-3 6-70,30-29 14,-1 0 0,1 0-1,0 1 1,0-1 0,1 1 0,-1 1 0,1-1 0,1 0-1,-1 1 1,1 0 0,0 0 0,1 0 0,0 0 0,0 0-1,0 1 1,0 2-14,5-7 1,-1-1 0,0 1 0,1-1 0,-1 0 0,1 0 0,0 1 0,0-2 0,0 1 0,0 0 0,0-1 0,0 1 0,0-1 0,0 0 0,1 0-1,-1 0 1,0-1 0,1 1 0,-1-1 0,1 1 0,-1-1 0,0 0 0,1-1 0,-1 1 0,1-1 0,-1 1 0,0-1 0,4-1-1,4 2 0,8-4-66,0 0 0,-1 0 1,1-2-1,-1-1 0,0 0 1,0-1-1,-1-1 1,0 0-1,-1-1 0,0-1 1,0-1-1,3-4 66,-6 7-222,44-35-1489</inkml:trace>
  <inkml:trace contextRef="#ctx0" brushRef="#br0" timeOffset="1061.627">984 154 29262,'0'0'799,"0"25"-301,2 302 871,46 339-742,-54-416-559,6-249-76,0 0 0,0 0 0,0 0 1,1 0-1,-1 0 0,0 0 0,0-1 0,0 1 0,0 0 0,-1 0 1,1 0-1,0 0 0,0 0 0,0 0 0,-1 0 0,1-1 0,-1 1 1,1 0-1,0 0 0,-1 0 0,1-1 0,-1 1 0,0 0 0,1-1 1,-1 1-1,1 0 0,-1-1 0,0 1 0,0-1 0,1 1 1,-1-1-1,0 1 0,0-1 0,0 0 0,0 1 0,1-1 0,-1 0 1,0 0-1,0 1 0,0-1 0,0 0 0,0 0 0,0 0 0,0 0 1,0 0-1,1 0 0,-1-1 0,0 1 0,0 0 0,0 0 0,0-1 1,0 1-1,1 0 0,-1-1 8,-22-103-2854,14 39-798</inkml:trace>
  <inkml:trace contextRef="#ctx0" brushRef="#br0" timeOffset="1232.946">1049 631 26958,'0'0'3024,"0"0"-2495,0 0 79,0 0-80,0 0-208,0 0-184,149 75-136,-91-67-120,-10-2-728,-6-6-6122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4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28846,'0'0'1024,"0"0"-582,0 0-251,0 0 102,0 0-62,24-9-138,141-50-64,2 33-311,-165 28 287,-1 0 1,1-1 0,0 1 0,-1 0 0,0 0 0,1 0 0,-1 0-1,0 0 1,0 0 0,0 1 0,0-1 0,0 0 0,-1 1-1,1-1 1,-1 0 0,1 1 0,-1-1 0,0 0 0,0 1-1,0-1 1,0 1 0,0-1 0,-1 0 0,1 1 0,-1-1 0,0 1-1,1-1-5,-1 10 68,1 133 341,-1 120-238,25 164-171,-19-381-717,2-9-872</inkml:trace>
  <inkml:trace contextRef="#ctx0" brushRef="#br0" timeOffset="251.182">60 1141 28638,'0'0'2585,"0"0"-2353,0 0-152,0 0 72,0 0 16,161-79-112,-71 29-56,-11 9-360,-10 3-1537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696 384 20364,'0'0'6472,"0"0"-4523,0 0-1400,0 0-106,0 0-46,3 0-75,88-43 425,-79 37-700,0 0 0,0 1 1,1 1-1,-1 0 1,1 0-1,0 1 0,0 1 1,0 0-1,0 1 1,0 0-1,0 1 0,1 1 1,8 1-48,-18 2 4,0 0-1,0 0 1,0 0 0,-1 0 0,1 1-1,-1-1 1,0 1 0,-1 0 0,1 0-1,-1 0 1,0 1 0,0-1 0,-1 0-1,1 1 1,-1-1 0,0 1 0,-1-1-1,1 1 1,-1 0 0,0-1 0,-1 1-1,1-1 1,-2 6-4,2-6 1,-3 23 3,0 0 0,-2-1 0,-1 1 1,-1-1-1,-1-1 0,-2 1 0,0-1 1,-9 13-5,-32 91 3,41-77-3,12-52 0,1 1 1,-1-1-1,0 0 1,0 0-1,0 0 1,1 0-1,-1 0 1,1-1-1,-1 1 1,0-1-1,1 0 1,-1 1 0,1-1-1,-1 0 1,1 0-1,-1-1 1,1 1-1,-1 0 1,1-1-1,-1 0 1,0 1-1,1-1 1,-1 0-1,0 0 1,0 0-1,2-1 0,169-115 3,-111 68-3,160-135-1214,-158 125-1205</inkml:trace>
  <inkml:trace contextRef="#ctx0" brushRef="#br0" timeOffset="1876.897">0 55 29030,'0'0'912,"0"0"-464,0 0-55,0 0 47,0 0-184,0 0-176,0 0-40,16 18-24,10-13 8,6-3 8,9-2-24,8 0 8,1 0-16,3-13 0,7-1-128,5-5-352,-12 2-697,-19 1-2743</inkml:trace>
  <inkml:trace contextRef="#ctx0" brushRef="#br0" timeOffset="2221.683">168 71 17036,'0'0'9768,"0"0"-7375,0 0-1958,-10 23 106,-1-1-393,-37 131 482,32 32-355,9 0 0,11 104-275,36-16 74,-41-270-73,2 1 1,-1-1-1,0 0 1,1 0-1,-1 1 1,1-1-1,0 0 0,0 0 1,0 0-1,0 0 1,1 0-1,-1 0 1,1 0-1,0-1 1,0 1-1,0 0 1,0-1-1,0 0 1,1 1-1,-1-1 0,1 0 1,-1 0-1,1 0 1,0-1-1,0 1 1,0 0-1,0-1 1,0 0-1,0 0 1,0 0-1,0 0 1,0-1-1,0 1 0,1-1 1,-1 1-1,0-1 1,1 0-1,-1-1 1,0 1-1,0 0 1,2-1-2,114-62 23,-75 33-20,160-106-412,-115 75-877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3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11827,'0'0'17403,"0"0"-16715,0 0-208,87 126 17,-59-78-9,-3-1-232,1 3-128,1 0-88,-1-4-24,-3-5-16,-3-8-104,-1-10-176,-1-23-272,-4 0-729,-7-4-1327</inkml:trace>
  <inkml:trace contextRef="#ctx0" brushRef="#br0" timeOffset="261.88">325 1 28670,'0'0'800,"0"0"-312,-74 126 73,35-57-113,-2 7-272,-5 7-120,6 0-40,8-8-16,4-5-160,12-20-416,7-21-1305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27510,'0'0'1160,"0"0"-624,0 0 272,0 0-135,0 0-345,0 0-192,149-81-104,-110 71-32,-2 10-424,-9 0-1001,-14 6-8569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7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28510,'0'0'896,"0"0"-584,159-33-88,-71 0-56,41-17-168,-23 7-288,-19 5-7585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24637,'0'0'2207,"0"0"-636,0 0-496,0 0-185,0 0-279,0 0-334,0-6-174,0 4-100,1 0-1,-1 1 1,1-1 0,-1 1 0,1-1 0,-1 0-1,1 1 1,0 0 0,0-1 0,0 1 0,-1-1-1,2 1 1,-1 0 0,0-1 0,0 1 0,0 0-1,0 0 1,1 0 0,-1 0 0,1 0 0,-1 0-1,0 1 1,1-1 0,0 0 0,-1 1 0,1-1-1,-1 1 1,1 0 0,0-1 0,-1 1 0,1 0 0,0 0-1,-1 0 1,1 0 0,0 0 0,-1 0 0,1 1-1,-1-1 1,1 0 0,0 1 0,-1-1 0,1 1-1,0 0-2,12-1 6,187-14 24,-195 14-34,-5-1 1,1 0 1,0 0-1,-1 1 0,1-1 1,-1 1-1,1-1 0,0 1 0,-1 0 1,1 0-1,0 0 0,-1 0 1,1 0-1,0 0 0,-1 0 1,1 0-1,0 1 0,-1-1 0,1 1 1,0-1-1,-1 1 0,1 0 1,-1-1-1,1 1 0,-1 0 0,1 0 1,-1 0-1,0 0 0,0 0 1,1 1-1,-1-1 0,0 0 1,0 1-1,0-1 0,0 0 0,0 1 1,-1-1-1,1 1 0,0-1 1,-1 1-1,1 0 0,-1-1 1,1 1-1,-1 0 0,0-1 0,0 1 3,51 524 316,3-185-2187,-46-294-81</inkml:trace>
  <inkml:trace contextRef="#ctx0" brushRef="#br0" timeOffset="262.489">127 999 29574,'0'0'953,"0"0"-825,0 0 96,0 0 96,0 0-152,159-21-128,-62 7-40,-17 3-560,-11-1-1929</inkml:trace>
  <inkml:trace contextRef="#ctx0" brushRef="#br0" timeOffset="576.56">1023 325 26094,'0'0'1288,"0"0"-400,0 0-152,0 0-256,0 0-232,0 0-160,0 0-88,108 81-80,-117-27-376,-18-6-760,-8-3-6410</inkml:trace>
  <inkml:trace contextRef="#ctx0" brushRef="#br0" timeOffset="1048.886">671 914 26094,'0'0'1341,"0"0"-501,0 0-437,0 0-184,0 0 33,0 0-39,25 1-95,-3 1-97,-8 0-8,1-1 0,-1 0-1,0-2 1,1 1 0,-1-2 0,0 0 0,0 0-1,0-2 1,0 1 0,5-4-13,129-31 468,-147 39-460,1 0 1,-1 0-1,0 0 0,1 0 1,-1 0-1,0 1 0,1-1 1,-1 0-1,0 1 0,0-1 1,0 0-1,0 1 0,-1 0 1,1-1-1,0 1 0,0-1 1,-1 1-1,1 0 0,-1 0 1,0-1-1,1 1 0,-1 0 0,0 0 1,0-1-1,0 1 0,0 0 1,-1 0-1,1-1 0,0 1 1,-1 0-1,1-1 0,-1 1 1,0 1-9,0 7 33,-3 12 0,-1-1-1,-1 1 0,-1-1 1,0 0-1,-2-1 1,-1 0-1,0 0 0,-1-1 1,-1-1-1,-1 1-32,-3 6 35,-261 341 248,246-309-346,45-60-671,155-166-3320,-24 22 2839,-144 146 1266,-1 1 0,1-1 0,0 0 0,0 0 0,0 1 0,0-1 0,0 1 0,-1-1 0,1 1 0,0-1 0,0 1 0,1 0 0,-1-1 0,0 1 0,0 0 0,0 0 0,0 0 0,0 0 0,0 0 0,0 0 0,0 0 0,0 0 0,0 0 0,0 0 0,0 0 0,0 1 0,0-1 0,0 1 0,0-1 0,0 1 0,0-1 0,0 1 0,0-1 0,0 1 0,0 0 0,0-1 0,-1 1 0,1 0 0,0 0 0,0 0 0,-1-1 0,1 1 0,-1 0 0,1 0 0,-1 0 0,1 1-51,8 54 1001,-9-44-894,22 459 827,-22-470-968,0 1 1,0 0-1,0 0 1,1-1-1,-1 1 0,0 0 1,1-1-1,-1 1 1,1-1-1,-1 1 0,1 0 1,0-1-1,0 0 1,0 1-1,0-1 1,0 1-1,0-1 0,0 0 1,0 0-1,0 1 1,1-1-1,-1 0 0,0 0 1,1 0-1,-1-1 1,1 1-1,-1 0 0,1 0 1,0-1-1,-1 1 1,1-1-1,-1 0 1,1 1-1,0-1 0,-1 0 1,1 0-1,0 0 1,0 0-1,-1 0 0,1 0 1,0-1-1,-1 1 1,1 0 33,21 0-791</inkml:trace>
  <inkml:trace contextRef="#ctx0" brushRef="#br0" timeOffset="1299.076">1394 1198 25645,'0'0'1205,"0"0"-632,0 0-161,0 0 59,0 0-92,-23 15-146,-73 50 3,91-61-198,0 0-1,0 0 1,0 1 0,1-1-1,-1 1 1,1 1 0,0-1-1,1 0 1,-1 1 0,1 0-1,0 0 1,0 0-1,1 0 1,0 0 0,0 0-1,1 1 1,-1-1 0,1 1-1,1-1 1,-1 1-1,1 0 1,0-1 0,1 5-38,-1-5 11,0-1 1,1 0-1,-1 0 1,1 0-1,0 0 1,1 0-1,-1 0 0,1 0 1,0 0-1,0 0 1,0-1-1,1 1 1,0-1-1,0 0 1,0 0-1,0 0 1,0 0-1,1 0 1,0-1-1,0 1 1,0-1-1,0 0 1,1 0-1,-1-1 0,1 1 1,-1-1-1,1 0 1,0 0-1,0-1 1,0 1-1,2-1-11,169 15-368,-150-16 166,37 0-741</inkml:trace>
  <inkml:trace contextRef="#ctx0" brushRef="#br0" timeOffset="1581.191">1723 566 30214,'0'0'737,"0"0"-585,-11 188-128,11-40 24,0 38 184,16 13-72,0-10-88,-4-23-48,-1-29 0,-4-28-8,2-30-16,1-31 0,-6-23 0,5-7-88,10-5-200,-3-7-905,0-6-823</inkml:trace>
  <inkml:trace contextRef="#ctx0" brushRef="#br0" timeOffset="1866.643">1816 1089 30479,'0'0'760,"0"1"-376,0-1-280,0 2-8,0-2 120,0 0-40,129-6-120,-65 27-56,35 23-96,-14-6-408,-15-5-1553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871 763 26966,'0'0'3120,"0"0"-2543,0 0-217,0 0-64,0 0 112,-4-118-112,32 77-176,11-1-64,16 5-56,14 6 0,12 8-16,52 0-336,-20 9-480,-16-1-2065</inkml:trace>
  <inkml:trace contextRef="#ctx0" brushRef="#br0" timeOffset="1672.319">1 176 19660,'0'0'8058,"0"0"-7658,0 0 24,0 0 280,126-82-248,-80 48-256,1 7-136,-6 7-64,10 9-288,-12 9-712,-12 2-2849</inkml:trace>
  <inkml:trace contextRef="#ctx0" brushRef="#br0" timeOffset="1943.11">213 237 26998,'-6'27'903,"-54"422"59,52-45-523,6-394-423,1-1 0,1 0 0,-1 1 0,1-1-1,1 1 1,0-1 0,0 1 0,1-1 0,0 0 0,1 0-1,0 0 1,0 0 0,1-1 0,0 1 0,1-1 0,-1 0-1,2 0 1,-1 0 0,1-1 0,0 0 0,1 0 0,-1 0-1,1-1 1,1 0 0,-1 0 0,1-1 0,0 0 0,0 0-1,1-1 1,-1 0 0,5 1-16,6-6 1,0-1 0,0 0 0,-1-2 0,1 0 0,-1-1-1,0 0 1,0-2 0,-1 0 0,1-1 0,-2-1 0,1 0 0,-1-2 0,-1 0 0,0 0 0,0-1 0,-2-1 0,6-6-1,19-12-124,77-60-2719,-6 2-8076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2:5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28398,'0'0'904,"0"0"-688,0 0-152,0 0 160,120 85 160,-83-54-87,0 4-105,-2 2-96,-6 5-64,-1-1-8,-5 1-24,-2-5 0,-5-6-320,-2-14-489,-7-9-791,-3-8-12027</inkml:trace>
  <inkml:trace contextRef="#ctx0" brushRef="#br0" timeOffset="202.725">360 1 28846,'0'0'736,"0"0"-536,-72 118-104,36-52 176,-8 9-144,0 2-128,3-1-8,6-7-200,7-3-192,5-20-584,14-17-7314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1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1218 614 20364,'0'0'3170,"0"0"-1435,0 0-1184,0 0 931,0 0 714,-5 2-1199,-24 7 84,28-9-802,19-11 150,215-223 54,-233 233-484,0 0 1,1 0-1,-1 0 0,0 1 0,1-1 1,-1 0-1,0 0 0,1 1 1,0-1-1,-1 0 0,1 1 0,-1-1 1,1 0-1,0 1 0,-1-1 1,1 1-1,0-1 0,-1 1 0,1-1 1,0 1-1,0 0 0,0-1 1,0 1-1,-1 0 0,1 0 0,0-1 1,0 1-1,0 0 0,0 0 1,0 0-1,0 0 0,-1 0 0,1 0 1,0 0-1,0 1 0,0-1 0,0 0 1,0 0-1,-1 1 0,1-1 1,0 1-1,0-1 0,-1 0 0,1 1 1,0-1-1,0 1 0,-1 0 1,1-1-1,-1 1 0,1 0 0,0-1 1,-1 1-1,1 0 0,-1-1 1,0 1-1,1 0 0,-1 0 0,0 0 1,1-1-1,-1 1 0,0 1 1,3 62-50,-3-48 67,-9 320 33,8-333-50,1 1 0,-1-1 1,1 0-1,0 1 0,0-1 0,0 1 0,1-1 0,-1 1 0,1-1 0,0 0 0,0 0 0,0 1 0,0-1 0,1 0 0,-1 0 0,1 0 0,0 0 1,0 0-1,0 0 0,0-1 0,0 1 0,1-1 0,-1 0 0,1 1 0,0-1 0,-1 0 0,1 0 0,0-1 0,0 1 0,0 0 0,0-1 1,1 0-1,-1 0 0,0 0 0,0 0 0,1-1 0,-1 1 0,1-1 0,2 1 0,3-2 1,1 0 0,-1 0 0,1 0 0,-1-1 0,0-1 0,0 0 0,0 0-1,0 0 1,0-1 0,-1-1 0,1 0 0,-1 0 0,-1 0 0,1-1 0,-1 0 0,0 0 0,0-1 0,0-1-1,107-139 7,-95 117-7,-1-1 0,-2-1 0,-2 0 0,-1-1 0,-1 0 0,-1-1 0,-3 0 0,0-1 0,-2 0 0,-2 0 0,0-27 0,26 210 0,4 76 0,-10 1 0,-10 1 0,-10 0 0,-10 16 0,4-65 0,-23 518 0,25-692 0,0-2 0,1 1 0,-1-1 0,1 1 0,-1 0 0,0-1 0,0 1 0,0 0 0,0-1 0,0 1 0,0-1 0,0 1 0,0 0 0,-1-1 0,1 1 0,0-1 0,-1 1 0,0-1 0,1 1 0,-1-1 0,0 1 0,0-1 0,0 0 0,1 1 0,-2-1 0,1 0 0,0 0 0,0 1 0,0-1 0,0 0 0,-1 0 0,1-1 0,0 1 0,-1 0 0,1 0 0,-1-1 0,1 1 0,-1 0 0,0-1 0,1 0 0,-1 1 0,1-1 0,-1 0 0,0 0 0,1 0 0,-1 0 0,1 0 0,-1 0 0,-1-1 0,-7-6 0,0 0 0,0-1 0,1 0 0,0-1 0,0 0 0,1 0 0,0-1 0,1 0 0,0 0 0,0-1 0,0-2 0,4 7 0,-16-29 0,1-2 0,2 0 0,2-1 0,1 0 0,2-1 0,2 0 0,1-1 0,3 0 0,1 0 0,1-1 0,3 1 0,1 0 0,2-1 0,3-11 0,-1 22 0,2 0 0,1 1 0,1 0 0,1 0 0,1 1 0,2 0 0,1 1 0,1 0 0,1 1 0,2 1 0,0 1 0,1 0 0,2 1 0,0 2 0,21-17 0,196-169-357,-132 114-1142</inkml:trace>
  <inkml:trace contextRef="#ctx0" brushRef="#br0" timeOffset="702.983">836 301 27470,'0'0'1147,"0"0"-262,0 0-263,0 0-153,0 0-163,0 0-118,-4 28 65,-38 402 485,29-113-322,15 73-416,-3-382-24,0 0 1,1-1 0,1 1-1,-1 0 1,1 0 0,0-1-1,1 1 1,0-1 0,0 1-1,0-1 1,1 0 0,0 0 0,1 0-1,0 0 1,0 0 0,0-1-1,1 0 1,0 0 0,0 0-1,0-1 1,1 1 0,0-1-1,0 0 1,0-1 0,5 3 23,24-2-798,-3-4-845</inkml:trace>
  <inkml:trace contextRef="#ctx0" brushRef="#br0" timeOffset="1073.308">2697 1 5401,'0'0'20909,"0"0"-16270,-10 22-4329,-1-2-238,3-5-6,1 0 0,0 1 0,1-1 0,1 1 0,0 1 0,1-1-1,1 1 1,1 0 0,0 0-66,-2 552 762,-7-228-681,-36 192-81,28-448-935,11-83-731</inkml:trace>
  <inkml:trace contextRef="#ctx0" brushRef="#br0" timeOffset="1570.397">124 602 27622,'0'0'1088,"0"0"-504,0 0-40,0 0 0,0 0-143,0 0-153,0 0-112,90-60-16,-47 49-16,1 1-8,2 0-40,-4 4-56,-6 3-24,-1 3-584,-12 0-1337,-16 5-11802</inkml:trace>
  <inkml:trace contextRef="#ctx0" brushRef="#br0" timeOffset="1906.132">114 724 28150,'0'0'1027,"0"0"-307,0 0-190,0 0-80,0 0-166,0 0-144,-7 19-5,-47 132 106,36-66-176,5 1-1,3 1 0,4 0 1,4 51-65,1-135 1,0 1 0,1-1 0,-1 0 0,1 0 0,0 0 0,0 1 0,0-1 0,0 0 0,0 0 0,1 0 0,-1 0 0,1 1 0,0-1 0,0 0 0,0 0 0,1 0 0,-1 0 0,1-1 0,-1 1 0,1 0 0,0-1 0,0 1 0,0-1 1,0 1-1,1-1 0,-1 0 0,1 0 0,-1 0 0,1-1 0,0 1 0,0 0 0,0-1 0,-1 0 0,1 0 0,1 1-1,14-2 43,-1 0 1,1-1-1,0-1 1,-1-1 0,1 0-1,-1-1 1,0-1-1,0-1 1,-1 0-1,0-1 1,9-6-44,63-22-52,161-47-1593,-135 42-1046</inkml:trace>
  <inkml:trace contextRef="#ctx0" brushRef="#br0" timeOffset="2315.852">3008 463 27206,'0'0'2708,"0"0"-1966,0 0-602,0 0-17,0 0-9,0 0 48,18 1-72,120 19-47,-129-18-42,0 1 1,-1-1-1,1 1 0,-1 1 1,1-1-1,-1 1 0,-1 1 1,1 0-1,0 0 0,-1 0 1,0 1-1,-1 0 0,1 0 1,-1 1-1,0 0 0,0 0 1,-1 0-1,0 1 0,-1-1 1,1 1-1,-2 1 0,1-1 1,-1 0-1,0 2-1,-2 15 32,-1 1 0,-2-1-1,-1 0 1,0-1 0,-2 1-1,-1 0 1,-1-1 0,-1 0 0,-1-1-1,-8 14-31,-25 82-246,30-78-676,2-11-1165</inkml:trace>
  <inkml:trace contextRef="#ctx0" brushRef="#br0" timeOffset="2532.322">2863 1286 24997,'0'0'5570,"0"0"-5122,0 0-344,0 0 192,0 0 32,161-23-112,-85 3-152,7-5-64,41-23-416,-20 7-1257,-14-1-16130</inkml:trace>
  <inkml:trace contextRef="#ctx0" brushRef="#br0" timeOffset="2737.805">3943 778 28110,'0'0'2993,"0"0"-2721,0 0-240,0 0 56,0 0 144,129-58-72,-55 42-136,7-1-24,27 0-336,-21 5-512,-20 2-1481</inkml:trace>
  <inkml:trace contextRef="#ctx0" brushRef="#br0" timeOffset="2984.971">3987 1006 29750,'0'0'769,"0"0"-417,-64 147 0,29-47 104,-4 33-104,0 30-168,4-11-120,10-30-32,9-43-32,6-31 0,1-1 0,5-1-160,1-7-72,3-16-120,12-23-336,13-12-481,5-21-823</inkml:trace>
  <inkml:trace contextRef="#ctx0" brushRef="#br0" timeOffset="3707.758">4446 874 29542,'0'0'715,"0"0"-407,0 0-72,0 0 118,0 0-72,0 0-138,-23 17-96,-106 87-22,66-68-585,35 15 528,18-14 97,1 0-1,1 1 1,3 0-1,0 0 1,3 1 0,1-1-1,2 1-65,0-38 0,-1 0 0,0 0 1,0 0-1,0 1 0,1-1 0,-1 0 1,0 0-1,1 0 0,-1 0 0,1 0 0,-1 0 1,1 0-1,0-1 0,-1 1 0,1 0 0,0 0 1,0 0-1,0-1 0,0 1 0,-1 0 0,1-1 1,0 1-1,0-1 0,0 1 0,0-1 1,0 1-1,0-1 0,0 0 0,1 1 0,-1-1 1,0 0-1,0 0 0,0 0 0,0 0 0,0 0 1,0 0-1,0 0 0,1 0 0,-1 0 1,0-1-1,0 1 0,0 0 0,0-1 0,0 1 1,0-1-1,0 1 0,0-1 0,0 1 0,0-1 1,-1 0-1,2 0 0,54-30 20,219-230-439,-275 262 421,0-1-1,0 0 1,-1 1 0,1-1-1,0 0 1,0 1 0,0-1-1,0 0 1,0 1 0,0-1-1,1 0 1,-1 1 0,0-1-1,0 0 1,0 1 0,0-1-1,0 0 1,0 0 0,0 1 0,1-1-1,-1 0 1,0 1 0,0-1-1,0 0 1,1 0 0,-1 1-1,0-1 1,0 0 0,1 0-1,-1 0 1,0 1 0,1-1-1,-1 0 1,0 0 0,1 0-1,-1 0 1,0 0 0,1 0-1,-1 0 1,0 0 0,1 1-1,-1-1 1,0 0 0,1 0-1,-1-1 1,0 1 0,1 0-1,-1 0 1,0 0 0,0 0-1,1 0 1,-1 0 0,0 0-2,-14 38 96,12-34-88,-7 21 21,0 1-1,2 0 0,1 0 0,1 1 1,1 0-1,1 0 0,1 0 1,2 0-1,1 0 0,1 0 0,1 0 1,1-1-1,2 1 0,0-1 0,8 18-28,15 24 6,33 122 2,-61-188-8,-1-1 1,0 0-1,0 0 1,0 1-1,0-1 1,0 0-1,0 1 1,0-1-1,0 0 1,0 1-1,0-1 1,-1 0-1,1 1 1,-1-1-1,1 0 1,-1 0-1,1 0 1,-1 1-1,0-1 1,1 0-1,-1 0 1,0 0-1,0 0 1,0 0-1,0 0 1,0 0-1,0-1 1,0 1-1,0 0 1,0 0-1,-1-1 1,1 1-1,0-1 1,0 1-1,0-1 1,-1 0-1,1 1 0,0-1 1,-1 0-1,1 0 1,0 0-1,-1 0 1,1 0-1,0 0 1,-1 0-1,1 0 0,-343 12 313,341-12-298,2 1-8,1-1 0,-1 1 1,0-1-1,1 0 0,-1 0 0,0 1 0,0-1 0,0 0 1,1 0-1,-1 0 0,0 0 0,0 0 0,0 0 0,1 0 1,-1 0-1,0 0 0,0 0 0,0 0 0,1 0 0,-1-1 1,0 1-1,0 0 0,1-1 0,-1 1 0,0 0 0,1-1 1,-1 1-1,0-1 0,1 1 0,-1-1 0,1 1 0,-1-1 0,0 0 1,1 1-1,0-1 0,-1 0 0,1 1 0,-1-1 0,1 0 1,0 0-1,-1 1 0,1-1 0,0 0 0,0 0 0,0 1 1,0-1-1,0 0 0,0 0 0,0 0 0,0 0 0,0 1 1,0-1-1,0 0 0,0 0 0,0 1 0,1-1 0,-1 0 1,0 0-1,1 1 0,-1-2-7,78-74 12,281-189-1267,-237 171-859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22869,'0'0'6033,"0"0"-5137,0 0-215,0 0-89,0 0-192,0 0-184,0 0-128,0 15 112,39-15-8,3-6-136,1 0-32,-3 6-24,-6 0-376,-6 6-800,-17 8-1481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28630,'0'0'992,"0"0"-640,0 0 265,0 0-201,0 0-264,168-17-152,-115 17-184,-9 0-1833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4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31911,'0'0'0,"0"0"-776,0 0-1929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28678,'0'0'1424,"0"0"-1079,0 0 175,0 0 48,159-29-32,-33 9-120,49-3-152,24-2-248,1-2-16,-13 4 0,-31 5 0,-11 3 0,1 13 0,3 2-496,-8 0-720,-33 0 616,-30 0-1841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24149,'0'0'8090,"0"0"-8090,0 0-3065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5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406 473 25421,'0'0'3727,"0"0"-2521,0 0-933,0 0-108,0 0 174,-8 21 15,-20 72-87,26-85-240,1 1-1,0 0 1,0 0-1,1 0 1,0-1 0,1 1-1,0 0 1,0 0-1,1-1 1,0 1 0,1-1-1,0 1 1,0-1-1,1 0 1,-1 0 0,4 4-27,4 12 66,67 118 234,23 62-120,-100-201-178,1-1-1,-1 1 0,1-1 0,-1 1 0,0 0 1,0 0-1,0-1 0,-1 1 0,1 0 1,0 0-1,-1 0 0,0 0 0,0 0 0,0 0 1,0 0-1,0 0 0,-1 0 0,1 0 0,-1-1 1,0 1-1,0 0 0,0 0 0,0 0 1,0-1-1,-1 1 0,1-1 0,-1 1 0,1-1 1,-1 1-1,0-1 0,0 0 0,0 0 1,-1 0-1,1 0 0,-2 1-1,-19 3 0,0-1 0,1-2-1,-1 0 1,-1-1 0,1-1 0,0-1-1,-3-2 1,-16 1-6,27 2-50,0-2 0,0 0 0,0 0 0,0-2-1,0 0 1,0 0 0,1-2 0,-1 0 0,1 0 0,0-1 0,1-1 0,-1 0 0,1-1 0,1-1-1,-1 0 57,-49-46-985,13-4-933</inkml:trace>
  <inkml:trace contextRef="#ctx0" brushRef="#br0" timeOffset="276.878">445 498 28462,'0'0'1456,"0"0"-1216,143-39 161,-86 28 39,-4 9-264,3 2-176,20-2-240,-14 0-1209,-7-4-9121</inkml:trace>
  <inkml:trace contextRef="#ctx0" brushRef="#br0" timeOffset="543.173">1617 160 11106,'0'0'18956,"0"0"-18195,0 0-593,0 0-104,-122 127-24,65-78 0,-5 9-8,-8 0-32,-1 0-16,2-2-88,11-8-152,15-11-409,15-16-383,14-17-1072</inkml:trace>
  <inkml:trace contextRef="#ctx0" brushRef="#br0" timeOffset="544.173">1364 552 27310,'0'0'1552,"0"0"-920,0 0-32,2 131-71,-16-78-113,-6 8-264,-1 1-136,5 2-16,7-6-280,9-8-433,0-19-855,0-19-1609</inkml:trace>
  <inkml:trace contextRef="#ctx0" brushRef="#br0" timeOffset="1186.795">1949 0 25533,'0'0'3843,"0"0"-2692,0 0-958,0 0-125,0 0 9,0 0 7,18 17-41,53 54-44,-69-68-13,0-1 1,0 1 0,0-1 0,0 1-1,0 0 1,-1-1 0,1 1 0,-1 0-1,0 0 1,0 0 0,0 0-1,0 0 1,0 0 0,-1 0 0,0 1-1,1-1 1,-1 0 0,0 0 0,0 0-1,-1 0 1,1 1 0,-1 1 13,-1 6-144,-3 3-47,-1 0 1,0 0-1,-1 0 1,0-1-1,-1 0 1,-1-1-1,0 0 1,-1 0-1,0-1 1,-1 0-1,0-1 1,0 0-1,-1-1 1,-1 0-1,0-1 1,0 0-1,0-1 1,-1-1-1,-7 3 191,-69 29 1818,91-38-1776,-1 0 0,0 1-1,0-1 1,1 0 0,-1 0 0,0 0 0,1 1 0,-1-1 0,0 0-1,0 0 1,1 1 0,-1-1 0,0 0 0,0 1 0,0-1 0,0 0-1,1 1 1,-1-1 0,0 0 0,0 1 0,0-1 0,0 0 0,0 1-1,0-1 1,0 1 0,0-1 0,0 0 0,0 1 0,0-1 0,0 0-1,0 1 1,0-1 0,0 0 0,0 1 0,-1-1 0,1 0 0,0 1-1,0-1 1,0 0-42,42 3 92,121-3-72,-160-1-24,-1 1 0,0 0 0,0-1-1,0 1 1,0 0 0,0 0 0,0 0 0,0 0-1,1 1 1,-1-1 0,0 1 0,0-1-1,0 1 1,0 0 0,0 0 0,0-1 0,-1 1-1,1 1 1,0-1 0,0 0 0,-1 0 0,1 1-1,0-1 1,-1 1 0,1-1 0,-1 1 0,0 0-1,0-1 1,0 1 0,0 0 0,0 0 0,0 0-1,0 0 1,0 0 0,-1 0 0,1 0-1,-1 0 1,1 0 0,-1 0 0,0 0 0,0 0-1,0 1 1,0-1 0,0 0 0,-1 2 4,-1 5-1,-1-1 0,0 1 0,0-1 1,-1 0-1,0 0 0,-1 0 0,0 0 1,0-1-1,0 0 0,-1 0 0,0 0 0,-1-1 1,1 1-1,-1-2 0,-6 5 1,-8 10 1,-97 95 22,118-116-20,0 1 0,1-1 1,-1 1-1,1 0 0,-1-1 0,1 1 1,-1 0-1,1-1 0,-1 1 0,1 0 1,-1 0-1,1-1 0,-1 1 0,1 0 1,-1 0-1,1 0 0,-1 0 1,1 0-1,0 0 0,-1 0 0,1 0 1,-1 0-1,1 0 0,-1 0 0,1 0 1,0 0-1,-1 0 0,1 0 0,-1 1 1,1-1-1,-1 0 0,1 0 0,-1 1 1,1-1-1,-1 0 0,1 1 0,-1-1 1,0 0-1,1 1 0,-1-1 1,0 1-1,1-1 0,-1 1 0,0-1 1,1 1-1,-1-1 0,0 1 0,0-1 1,1 1-1,-1-1 0,0 1 0,0 0 1,0-1-1,0 1 0,0-1 0,0 1 1,0-1-1,0 1 0,0 0 1,0-1-1,0 1 0,0-1 0,-1 1 1,1-1-1,0 1-3,5-2-9,74-16 13,57 1-52,-129 49 16,-12-20 31,0-1 1,-1 0-1,-1 0 1,0-1-1,0 1 1,-1-2 0,-1 1-1,0-1 1,0-1-1,-1 1 1,-9 6 0,-6 8 3,-66 72 281,91-94-280,1 0 0,0 0 0,1 0 0,-1 0 0,0-1 0,1 1 0,-1 0 0,1-1 0,-1 1 0,1-1 0,0 1 0,-1-1 0,1 0 0,0 1-1,0-1 1,0 0 0,0 0 0,0-1 0,0 1 0,1 0 0,-1-1 0,0 1 0,0-1 0,0 0 0,1 0 0,-1 0 0,0 0 0,0 0 0,0 0 0,1 0 0,-1-1 0,0 1 0,0-1 0,0 0-1,0 1 1,0-1 0,0 0-4,8 0 9,144-16-37,-40-32-1798,-75 26-2063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03:2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671 436 27558,'0'0'1648,"0"0"-906,0 0-66,0 0-128,0 0-171,0 0-130,1-20-43,12-138 346,-12 153-545,0 1 1,-1-1 0,1 1 0,-1-1 0,1 0 0,-2 1 0,1-1 0,0 0-1,-1 1 1,0-1 0,0 1 0,0-1 0,0 1 0,-1 0 0,0-1 0,0 1-1,0 0 1,0 0 0,-1 0 0,1 1 0,-1-1 0,0 0 0,0 1 0,-1 0-1,1 0 1,-1 0 0,1 0 0,-1 0 0,0 1 0,0 0 0,0 0 0,-1 0-1,1 0 1,0 0 0,-1 1 0,1 0 0,-2 0-6,-4-1 0,-1 1 0,0 0 0,0 1 0,0 1 0,1-1 0,-1 2 0,0-1 0,1 2 0,-1-1 0,1 1 0,0 1 0,0 0 0,0 0 0,0 1 0,1 0 0,0 1 0,0 0 0,0 1 0,-4 3 0,-9 11 0,0 0 0,1 1 0,1 1 0,2 1 0,0 1 0,-6 11 0,10-14 0,0 1 0,1 0 0,1 1 0,2 0 0,0 1 0,1 0 0,2 0 0,1 1 0,0 0 0,2 0 0,1 0 0,2 1 0,0-1 0,3 19 0,1-36 0,0-1 0,1 1 0,0-1 0,0 0 0,1 0 0,0-1 0,1 1 0,0-1 0,0 0 0,0-1 0,1 1 0,0-1 0,0 0 0,0-1 0,1 0 0,0 0 0,0-1 0,0 0 0,1 0 0,-1-1 0,1 0 0,0-1 0,0 1 0,0-2 0,0 1 0,0-1 0,1-1 0,-1 0 0,0 0 0,0-1 0,0 0 0,0 0 0,0-1 0,0 0 0,0-1 0,0 0 0,-1 0 0,1-1 0,-1 0 0,0-1 0,3-2 0,4-4 0,-1 0 0,0-2 0,0 1 0,-2-2 0,0 0 0,0 0 0,-1-1 0,-1 0 0,-1-1 0,0-1 0,-1 1 0,0-1 0,-2 0 0,0-1 0,0-4 0,6-23 0,-3 0 0,-2 0 0,-1-1 0,-3 0 0,-2-25 0,-1-39-1231,0 123-827</inkml:trace>
  <inkml:trace contextRef="#ctx0" brushRef="#br0" timeOffset="704.687">984 764 30342,'0'0'755,"0"0"-345,0 0 129,0 0-43,-18-11-271,-24-47-225,84 56 0,-42 3 0,1 0 0,-1 0 0,0-1 0,1 1 0,-1 0 0,0 0 0,1 0 0,-1 0 0,0 0 0,0 0 0,0 0 0,0 0 0,0 0 0,0 0 0,0 0 0,0 0 0,0 0 0,0 0 0,-1 0 0,1 0 0,0-1 0,-1 1 0,1 0 0,-1 0 0,1 0 0,-1 0 0,1 0 0,-1-1 0,1 1 0,-1 0 0,0-1 0,1 1 0,-1 0 0,0-1 0,0 1 0,0-1 0,1 1 0,-1-1 0,0 1 0,-1-1 0,5-52 0,-4 52-20,1 1-1,0-1 1,-1 0 0,1 0 0,-1 0-1,1 0 1,0 0 0,-1 0 0,1 0-1,0-1 1,-1 1 0,1 0-1,-1 0 1,1 0 0,0 0 0,-1 0-1,1-1 1,0 1 0,-1 0 0,1 0-1,0 0 1,0-1 0,-1 1-1,1 0 1,0-1 0,0 1 0,-1 0-1,1-1 1,0 1 0,0 0-1,0-1 1,-1 1 0,1 0 0,0-1-1,0 1 1,0 0 0,0-1 0,0 1-1,0 0 1,0-1 0,0 1-1,0-1 1,0 1 0,0 0 0,0-1-1,0 1 1,0 0 0,0-1 0,0 1-1,1-1 1,-1 1 0,0 0-1,0-1 1,0 1 0,1 0 0,-1-1-1,0 1 1,0 0 20,-1 0-130,-17 0-4317</inkml:trace>
  <inkml:trace contextRef="#ctx0" brushRef="#br0" timeOffset="9947.386">1735 1 26750,'0'0'899,"0"0"239,0 0-125,0 0-415,0 0-269,-5 4-155,-31 57 210,-79 312 957,115-373-1341,-57 179 71,7 2-1,-13 115-70,61-282-1,-2 9 4,10-32-26,10-20-379,4-7-1199</inkml:trace>
  <inkml:trace contextRef="#ctx0" brushRef="#br0" timeOffset="11693.933">4339 193 29950,'0'0'881,"0"0"-377,0 0-32,0 0-280,0 0-80,0 0 0,-58 135 40,40-75 16,1 7-48,1 1-40,0 0-56,2-3-24,1-7 0,-1-8 0,5-7-96,9-12-448,0-10-792,0-17-2465</inkml:trace>
  <inkml:trace contextRef="#ctx0" brushRef="#br0" timeOffset="11945.421">4901 251 28982,'0'0'1392,"0"0"-1175,0 0 471,-21 135-32,7-66-208,-7 26-144,-4 25-224,-3-6-80,3-12 0,2-15 0,0 10 0,5-14-248,-1-8-1929</inkml:trace>
  <inkml:trace contextRef="#ctx0" brushRef="#br0" timeOffset="10976.593">2682 401 1768,'0'0'21886,"0"0"-16766,0 0-4312,0 0-77,0 0-213,0 0-194,-7-9-116,-42-69 306,45 74-503,-1-1 0,0 1 0,0 1 0,0-1 0,0 1 0,0-1 0,-1 2-1,1-1 1,-1 1 0,0-1 0,0 2 0,0-1 0,0 1 0,0-1-1,-1 2 1,1-1 0,0 1 0,0 0 0,0 0 0,-1 1 0,1-1 0,0 2-1,0-1 1,0 1 0,0-1 0,0 2 0,0-1 0,1 1 0,-1-1-1,1 2 1,-1-1 0,1 0 0,0 1 0,-1 2-11,-13 11 0,1 1-1,1 1 1,1 0-1,1 2 1,1-1 0,1 2-1,0 0 1,2 0 0,0 1-1,2 1 1,0-1-1,2 2 1,0-1 0,2 1-1,1 0 1,1 0 0,1 0-1,1 8 1,1-31 0,0 1 1,-1-1-1,1 1 0,1-1 0,-1 1 0,0-1 0,1 1 0,-1-1 1,1 0-1,0 1 0,-1-1 0,1 0 0,0 0 0,1 1 1,-1-1-1,0 0 0,1 0 0,-1 0 0,1 0 0,-1-1 1,1 1-1,0 0 0,0-1 0,0 1 0,0-1 0,0 1 0,0-1 1,0 0-1,1 0 0,-1 0 0,0 0 0,0-1 0,1 1 1,-1-1-1,1 1 0,-1-1 0,1 0 0,-1 0 0,0 0 1,1 0-1,-1 0 0,1 0 0,9-1 13,1 0 0,-1 0 0,0-1 0,0-1 0,-1 0 0,1 0 0,0-1 0,-1-1 0,0 0 0,0-1 0,-1 0 0,1 0 0,-1-1 0,-1 0 0,1-1 0,-1 0 0,0-1 0,-1 0 0,0-1-13,136-198-39,-131 185 26,-6 12-132,1 1 1,0 0 0,0 1-1,0 0 1,1 0 0,1 1 0,0 0-1,0 0 1,0 1 0,8-3 144,22-14-1993</inkml:trace>
  <inkml:trace contextRef="#ctx0" brushRef="#br0" timeOffset="11399.262">3516 533 29070,'0'0'967,"0"0"-355,0 0-110,-3-19-158,-20-139-66,22 154-275,0 1-1,0-1 0,0 1 0,-1-1 1,1 1-1,-1 0 0,0-1 0,0 1 1,0 0-1,0 0 0,-1 0 0,1 1 0,-1-1 1,1 1-1,-1-1 0,0 1 0,0 0 1,-1 0-1,1 0 0,0 0 0,0 1 0,-1-1 1,1 1-1,-1 0 0,1 0 0,-1 0 1,0 1-1,1-1 0,-1 1 0,0 0 1,0 0-1,0 0-2,-5 0-2,0 1 0,0 0 0,0 1 0,0 0 1,0 0-1,0 1 0,1 0 0,-1 0 0,1 1 0,0 0 1,0 1-1,-4 3 2,-6 4-1,1 1 1,0 0 0,1 2-1,0 0 1,2 0-1,0 2 1,0 0 0,2 0-1,0 1 1,1 1-1,1 0 1,0 0 0,2 1-1,0 0 1,2 0-1,0 1 1,1 0-1,1 0 1,1 0 0,1 1-1,1-1 1,0 1-1,2 2 1,0-20-1,0-1 0,0 1 0,0 0-1,1-1 1,-1 0 0,1 1 0,0-1-1,0 0 1,0 0 0,0 0 0,1 0-1,-1 0 1,1 0 0,0-1 0,0 1-1,0-1 1,0 0 0,0 0 0,0 0-1,1 0 1,-1-1 0,1 1 0,-1-1-1,1 0 1,-1 0 0,1 0 0,0-1-1,-1 1 1,1-1 0,0 0 0,0 0-1,0 0 2,6 0 5,0 0-1,0 0 0,0-2 1,0 1-1,0-1 1,-1 0-1,1-1 0,-1 0 1,1-1-1,-1 0 0,7-5-4,189-169 42,-105 81-505,-43 48-759,-9 6-1142</inkml:trace>
  <inkml:trace contextRef="#ctx0" brushRef="#br0" timeOffset="22343.459">31 1589 18668,'0'0'8103,"0"0"-5834,0 0-1853,0 0-256,-8 0-34,-14 0 85,30 0 121,53 0 110,559-19 486,918-72-672,-762 43-238,-356 9-4,168 16-14,-461 22 0,-40-3-1,1 5 0,-1 3 0,0 4 0,70 17 1,-61 5-3149,-81-29-2708</inkml:trace>
  <inkml:trace contextRef="#ctx0" brushRef="#br0" timeOffset="27222.134">1185 1659 21469,'0'0'3052,"0"0"-287,0 0-1596,0 0-495,0 0-38,-8 2 1,-6-1-539,15-1-70,-1 0-1,1 1 1,-1-1-1,0 0 1,1 1 0,-1-1-1,0 0 1,1 1-1,-1-1 1,0 1 0,0-1-1,1 0 1,-1 1-1,0-1 1,0 1-1,0-1 1,0 1 0,0-1-1,1 1 1,-1-1-1,0 1 1,0-1 0,0 0-1,0 1 1,0-1-1,0 1 1,0-1 0,-1 1-1,1-1 1,0 1-1,0-1 1,0 1-1,0-1 1,-1 0 0,1 1-1,0-1 1,0 1-1,-1-1 1,1 0 0,0 1-1,-1-1 1,1 1-28,22 16 58,-1 1 1,-1 1-1,-1 1 1,0 1 0,-2 1-1,0 0 1,-2 1-1,0 1 1,0 5-59,23 30 36,-13-21-22,-13-16-9,0-2 1,2 1-1,1-2 1,0 0-1,1-1 1,1 0-1,1-2 1,0 0 0,10 5-6,-18-17 2,0-1 1,1 0 0,0 0 0,-1-1 0,1-1 0,0 0 0,0-1 0,0 0 0,0 0-1,0-1 1,0 0 0,0-1 0,-1-1 0,1 0 0,-1 0 0,1-1 0,-1 0 0,9-5-3,191-99 15,-151 74-14,1 3 1,1 2-1,2 3 1,9 0-2,-64 22 1,0 1 0,0 0 0,0 1-1,0 0 1,0 0 0,0 1 0,0 0 0,1 0 0,-1 1 0,0 0 0,1 0 0,-1 1-1,0 0 1,1 1 0,-1-1 0,0 2 0,0-1 0,-1 1 0,1 0 0,0 1 0,-1 0-1,0 0 1,0 1 0,0-1 0,0 2 0,-1-1 0,5 6-1,2 12 6,-2 0 1,-1 1 0,-1 0-1,-1 1 1,-1 0-1,-1 0 1,-1 0-1,-2 1 1,0-1 0,-2 1-1,0 0 1,-2 0-1,-2 8-6,3-5 15,15-38 120,151-153-11,-137 138-122,1 1 0,1 2 0,1 1-1,1 1 1,1 2 0,0 2 0,1 1 0,1 1 0,0 2 0,0 2 0,1 1 0,0 2 0,13 0-2,-22 3 0,0 2 0,0 1 0,0 1 0,0 1 0,0 2 0,-1 1 0,1 1 0,-1 1 0,0 1 0,-1 1 0,19 10 0,125 106 0,-85-55 0,-77-65 0,1 1 0,-1-1 0,1-1 0,1 0 0,-1 0 0,1-1 0,-1 0 0,1 0 0,0-1 0,0-1 0,0 1 0,0-2 0,0 1 0,0-1 0,1-1 0,-1 0 0,0 0 0,0-1 0,0-1 0,-1 1 0,1-2 0,7-2 0,14-8 0,-1 0 0,-1-2 0,0-1 0,-1-2 0,0 0 0,3-6 0,49-39 0,-3-4 0,-2-4 0,28-37 0,-62 47 0,-41 60-29,0 1 0,0 0 0,-1 0 0,1-1 0,-1 1 0,1 0 0,-1 0 0,1 0 0,-1 0 0,0 0 0,1 0 0,-1 0 0,0 0 0,0 0 0,0 0 0,0 0 0,0 0 0,0 0 0,0 1 0,0-1 0,0 0 0,0 1 0,0-1 0,-1 1 0,1-1 0,0 1 0,0 0 0,-1-1 0,1 1 0,0 0 0,0 0 0,-1 0 0,1 0 0,0 0 0,0 0 0,-1 0 0,1 0 0,0 1 0,0-1 1,-1 0-1,1 1 0,0-1 0,0 1 0,0-1 0,0 1 0,-1 0 29,-9-1-817,-34 0-3162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3:02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1 224 25309,'0'0'3980,"0"0"-2809,0 0-968,0 0-101,0 0 126,20-5 87,295-57 158,184 55-431,-184 9-23,455-11-6,-284-4-13,224 33 0,97-12 459,202-46-459,602-69 453,-1195 98-460,-412 9-32,-1 0-32,-1-1 0,0 0 0,1 1 0,-1-1 0,0 1 0,1-1 0,-1 1 0,1 0 0,-1 0 0,1 0 0,-1 1 0,0-1-1,1 1 1,-1-1 0,0 1 0,1 0 0,-1-1 0,0 1 0,0 0 0,1 1 0,-1-1 0,0 0 0,0 1 0,-1-1 0,1 1 0,0-1 0,0 1 0,-1 0 0,1 0 0,-1 0 0,1 0 0,-1 0-1,0 0 1,0 0 0,0 0 0,0 1 0,0-1 0,-1 0 0,1 1 0,0-1 0,-1 0 0,0 2 71,1 21-5940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3:04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40 21981,'0'0'2274,"0"0"650,0 0-1782,0 0-698,0 0-92,-1 3-29,3 0-281,0-1-1,0 1 1,1 0 0,-1-1 0,1 0 0,-1 0 0,1 0 0,0 0 0,0 0 0,0 0 0,0-1 0,0 1 0,0-1 0,0 0 0,0 0-1,1 0 1,-1 0 0,1-1 0,-1 1 0,0-1 0,1 0 0,-1 0 0,1 0 0,-1-1 0,0 1 0,1-1 0,-1 0 0,0 1 0,1-2-1,-1 1-41,11 1 102,622-23 600,683 7-550,163 23 383,-516 6-480,-294-25-51,939-23 107,-50 43 294,-904-20-401,-13 19-4,-626-4-34,-30-4-1358,-15-4-2191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3:12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11397 481 28350,'0'0'1142,"0"0"-586,0 0-284,28-13-101,3-2-103,1 2 0,1 1 0,-1 2 0,2 1 1,-1 1-1,1 2 0,23-1-68,1615-25 1059,-289 60-924,-1348-28-122,2797 25 315,-367 10-288,656-56-32,-2783 21-1275,-336 0-1299</inkml:trace>
  <inkml:trace contextRef="#ctx0" brushRef="#br0" timeOffset="967.17">321 2177 28422,'0'0'719,"0"0"-364,0 0-79,26 5 153,169 17 437,1798 47 450,382-33-1230,-1858-37-57,2229-26-32,-1101 19 18,3314 0-49,-2586 26-66,-2198-16-6,-23 1-684,1-7 1,112-18 789,-218 12-2253</inkml:trace>
  <inkml:trace contextRef="#ctx0" brushRef="#br0" timeOffset="2920.463">533 2211 28134,'0'0'731,"0"0"-227,0 0-120,2-19-100,25-57-159,-22 73-122,0 0 0,0 0-1,0 1 1,0 0 0,0-1-1,0 2 1,0-1 0,1 1-1,-1 0 1,1 0 0,-1 0-1,1 1 1,0-1 0,-1 1-1,1 1 1,0-1-3,380 11 274,-1 15 0,329 70-274,-431-56 214,1127 100 523,627-47-737,-2028-93 0,3434 193 82,324 10-15,-905-186-16,-64-48-36,589 72-2238,-3080-31-1980</inkml:trace>
  <inkml:trace contextRef="#ctx0" brushRef="#br0" timeOffset="-2456.599">1 1317 18340,'0'0'9831,"0"0"-7261,0 0-2150,0 0-192,0 0-12,3 0-40,201-61 810,-41 18-986,-73 16 0,-16 3 0,1 3 0,1 4 0,1 3 0,75-4 0,295 6 0,145-7 0,-283 15 0,230-37 0,-310 17 0,150 6 0,55 2 0,550 12 0,-6-1 0,-485 10 0,673 52 0,-180-18 0,-182-13 0,-523-8 0,581 20 0,22-63 0,498-51 0,364 62 0,-1427 32 0,89 24 0,-3 1 0,617-6 0,-346-22 0,700 32 0,-738-35 0,164 43 0,325 54 0,-938-98 0,58 2 0,0 11 0,106 29 0,-229-20 0,-158-27-193,-23-9-944,-16-11-1230</inkml:trace>
  <inkml:trace contextRef="#ctx0" brushRef="#br0" timeOffset="-1241.007">3037 1410 22797,'0'0'1894,"0"0"-509,21 1-447,136 0 375,422-12 1124,219 62-1226,-542-47-1030,-1-12 1,64-17-182,1426-127 429,-491 37-429,616-31 0,322 132 0,-1456 16 0,518 18 0,247 20 0,-244-39 0,205 78 0,306-78 0,-1606 15-41,-210-16-399,-49-6-328,-1-4 1,1-4 0,-10-7 767,79 16-354,-123-26-2646</inkml:trace>
  <inkml:trace contextRef="#ctx0" brushRef="#br0" timeOffset="-602.469">10736 1033 28158,'20'0'607,"283"0"38,565-25 505,682 58-217,-215-51-534,510 10-364,172 32-19,476 11 64,-2394-29-89,-88-4-238,-26-3-221,-34-6-890,-22-9-1305</inkml:trace>
  <inkml:trace contextRef="#ctx0" brushRef="#br0" timeOffset="1612.673">2021 1599 28870,'0'0'847,"0"0"-428,33-11-254,26-9-88,2 3 0,0 3 0,0 2 0,24 1-77,495-39 416,2 26-1,352 38-415,541 45 233,444-81-43,2355-182-29,-1637 5-154,-691 47-4,1253-63-245,-3109 206 18,-70 5-334,-35 3-1112,-31-1-2265</inkml:trace>
  <inkml:trace contextRef="#ctx0" brushRef="#br0" timeOffset="2252.373">2258 1170 29638,'22'-7'548,"233"-48"-258,263 12 184,0 23 0,50 24-474,-170-1 72,1461-31 527,92-66-436,1510-52-137,930 98-23,-2065 58 5,-500-1-11,-1492-13-14,-64-9-31,45-17-380,-254 19-170,-50 3-597</inkml:trace>
  <inkml:trace contextRef="#ctx0" brushRef="#br0" timeOffset="3609.182">4396 1783 27158,'226'-12'1904,"39"-11"-1368,-21-8-288,-2-6-80,-7-7-80,-16-6-56,-35-1-32,-55 9-400,-48 9-2352</inkml:trace>
  <inkml:trace contextRef="#ctx0" brushRef="#br0" timeOffset="7703.462">791 1829 26686,'0'0'979,"0"0"-203,0 0-133,0 0-38,0 0-36,0 0-87,-12 1-175,0 1-264,-18 1 114,59-1 108,353-20 222,52-44-419,-45 4-29,385-5-39,251 88 21,1319 50-12,1135-76-3,33-112 3,-1318 26-13,1139 27-238,-2830 69 240,308 53 2,-211 15 1,405 39-24,-981-115-297,22 2 372,-22 8-5155,-22-6-12701</inkml:trace>
  <inkml:trace contextRef="#ctx0" brushRef="#br0" timeOffset="8452.631">20135 284 29950,'0'0'629,"0"0"-363,0 0-190,37 5-12,137 31 158,19 56 120,107 85 57,-9 13 0,-8 13 0,143 141-399,249 254 21,-656-583-24,-4-1 1,0 0-1,2-1 0,-1-1 0,2 0 1,-1-2-1,1 0 0,1 0 0,0-2 0,0-1 1,1 0-1,0-1 0,12 1 3,-27-6-67,-1-1-1,1-1 1,-1 1-1,1-1 1,-1 1 0,1-1-1,-1-1 1,0 1 0,1-1-1,-1 1 1,0-1-1,0 0 1,0-1 0,0 1-1,-1-1 1,1 1 0,0-1-1,-1 0 1,0-1-1,0 1 1,0-1 67,22-44-2206</inkml:trace>
  <inkml:trace contextRef="#ctx0" brushRef="#br0" timeOffset="8735.847">22566 0 30791,'-115'148'648,"-42"44"-440,-39 51-32,-18 27 120,2-1-24,-9 25-248,-14 11-24,53-75-760,32-49-2153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3:50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37 19316,'0'0'4754,"0"0"-374,0 0-2969,0 0-808,0 0-58,-5 4-114,-15 14-138,15-13-138,17-5-61,568-37 691,645 10-785,-884 29 0,564 42 0,164-36 0,-431 47 0,-638-55 0,-1 0 1,1-1-1,0 1 1,0 0-1,0-1 0,0 1 1,0 0-1,0 0 1,0-1-1,0 1 0,0 0 1,-1-1-1,1 1 0,0 0 1,0 0-1,1-1 1,-1 1-1,0 0 0,0-1 1,0 1-1,0 0 1,0-1-1,0 1 0,0 0 1,0 0-1,0-1 1,1 1-1,-1 0 0,0 0 1,0-1-1,0 1 1,1 0-1,-1 0 0,0 0 1,0-1-1,1 1 0,-1 0 1,0 0-1,0 0 1,1 0-1,-1 0 0,0 0 1,0-1-1,1 1 1,-1 0-1,0 0 0,1 0 0,-46-25-345,20 11-852,-29-16-4953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3:51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0 27758,'0'0'1644,"0"0"-980,0 0-345,0 0 108,0 0 32,0 26-95,-5 281 531,-59 315-658,67-506-237,-1-114-43,0 0 0,-1 0 0,1 0 0,0 0 0,1-1 0,-1 1 0,0-1 0,0 1 1,1-1-1,-1 0 0,1 0 0,-1 0 0,1 0 0,-1 0 0,1-1 0,0 1 0,-1-1 0,1 0 0,0 1 0,0-1 0,-1 0 0,1-1 0,0 1 0,-1 0 0,1-1 1,0 0-1,-1 1 0,1-1 0,-1 0 0,1-1 0,-1 1 0,0 0 0,1-1 0,-1 1 0,0-1 0,0 1 0,0-1 0,0 0 0,0 0 0,1-2 43,32-29-2387</inkml:trace>
  <inkml:trace contextRef="#ctx0" brushRef="#br0" timeOffset="338.758">1623 25 30358,'0'0'1081,"0"0"-953,0 0-48,-53 150 376,37-92 0,0 8-248,2 7-208,3 5 0,-1 9 0,3 7 0,2 1 0,0-4 0,7-6 0,0-12-40,0-13-568,2-21-440,8-20-1377</inkml:trace>
  <inkml:trace contextRef="#ctx0" brushRef="#br0" timeOffset="635.516">2706 59 29662,'0'0'1993,"0"0"-1761,-21 112 120,5-44 176,0 25-528,-2 30 0,-3 20 0,5-11 0,2-26 0,7-38 0,5-26 0,2-5 0,0-8 0,0-8-808,0-21-3961</inkml:trace>
  <inkml:trace contextRef="#ctx0" brushRef="#br0" timeOffset="1326.895">3457 933 30158,'0'0'753,"0"0"-235,0 0-82,0 0-11,0 0-196,0 0-144,1 6-34,1 2-32,-1-6-16,0 0 0,0 0 0,0 0 0,0 0 0,-1 0 0,1 0 0,0 0-1,-1 1 1,0-1 0,0 0 0,0 0 0,0 0 0,0 1 0,0-1 0,0 0 0,-1 0 0,1 0-1,-1 0 1,1 1 0,-1-1 0,0 0 0,0 0 0,0 0 0,0-1 0,0 1 0,0 0 0,-1 0-1,1 0 1,-1-1 0,1 1 0,-1-1 0,-1 2-3,0-2 0,0 1 0,-1-1 0,1 1 0,-1-1 0,1 0 0,-1-1 0,1 1 0,-1-1 0,1 1 0,-1-1 0,0 0 0,1 0 0,-1 0 0,1-1 0,-1 0 0,1 1 0,-1-1 0,1 0 0,-1-1 0,1 1 0,0 0 0,-1-1 0,-1-1 0,4-1-5,0 0 0,0 0 0,0 0 1,1 0-1,-1 0 0,1 0 0,0 0 0,1 0 0,-1 0 1,1 0-1,-1 0 0,1 0 0,0 0 0,1 0 0,-1 0 1,1 1-1,-1-1 0,1 1 0,0-1 0,1 1 0,-1-1 1,0 1-1,1 0 0,0 0 0,0 1 0,0-1 0,0 0 1,0 1-1,0 0 0,1 0 0,-1 0 0,1 0 0,0 0 1,-1 1-1,1-1 0,0 1 0,0 0 0,0 0 0,0 1 0,0-1 1,0 1-1,0 0 0,1 0 5,-3 0 3,0 0 1,0 1-1,-1-1 1,1 1-1,0-1 1,0 1-1,-1 0 1,1 0-1,0 0 1,-1 0-1,1 0 1,-1 0-1,1 0 1,-1 0-1,0 0 1,0 1-1,1-1 1,-1 1-1,0-1 1,0 1-1,0-1 1,0 1 0,-1-1-1,1 1 1,0 0-1,-1 0 1,1-1-1,-1 1 1,1 0-1,-1 0 1,0 0-1,0 0 1,0-1-1,0 1 1,0 0-1,0 0 1,0 0-1,-1 1-3,-24 67 75,24-68-75,-1 0 0,1 0 0,0 0 0,-1-1 0,1 1 0,-1-1 0,1 1 0,-1-1 0,0 1 0,0-1 0,0 0 0,0 0 0,0 0 0,0 0 0,0 0 0,0-1 0,0 1 0,0 0 0,0-1 0,0 0 0,-1 1 0,1-1 0,0 0 0,0 0 0,0 0 0,-1-1 0,1 1 0,0 0 0,0-1 0,0 1 0,0-1 0,0 0 0,0 0 0,0 0 0,0 0 0,0 0 0,0 0 0,0 0 0,0-1 0,1 1 0,-1-1 0,1 1 0,-1-1 0,1 0 0,-1 0 0,1 1 0,0-1 0,0 0 0,0 0 0,0 0 0,0 0 0,1 0 0,-2-2 0,1 1 0,0 1 0,0-1-1,0 1 1,0-1 0,1 0 0,-1 1 0,1-1-1,-1 0 1,1 0 0,0 1 0,0-1-1,0 0 1,0 0 0,1 1 0,-1-1 0,1 0-1,0 1 1,-1-1 0,1 0 0,0 1 0,1-1-1,-1 1 1,0 0 0,1-1 0,-1 1-1,1 0 1,0 0 0,0 0 0,0 0 0,0 0-1,0 0 1,0 0 0,0 1 0,1-1 0,-1 1-1,1 0 1,-1 0 0,1 0 0,-1 0-1,1 0 1,0 0 0,-1 1 0,1-1 0,2 1 0,18 19-8,-20-9 5,6-6-758,-6-4-835</inkml:trace>
  <inkml:trace contextRef="#ctx0" brushRef="#br0" timeOffset="1934.274">4991 121 25934,'0'0'3322,"0"0"-2085,0 0-693,0 0-84,-6 23 62,-21 79-106,6 127-99,20-155-302,-1 198-15,1-270-52,1 0 1,-1 0-1,1 0 0,0 0 1,0 0-1,-1 0 0,1 0 0,0 0 1,1 0-1,-1-1 0,0 1 1,1 0-1,-1 0 0,1 0 1,-1 0-1,1 0 0,0 0 0,0-1 1,0 1-1,0 0 0,0-1 1,0 1-1,0-1 0,0 1 1,1-1-1,-1 1 0,1-1 0,-1 0 1,1 0-1,0 0 0,-1 0 1,1 0-1,0 0 0,0 0 1,-1 0-1,1-1 0,0 1 0,0-1 1,0 1-1,0-1 0,0 0 1,0 0-1,0 0 0,0 0 1,0 0-1,0 0 0,1-1 52,21-6-2843</inkml:trace>
  <inkml:trace contextRef="#ctx0" brushRef="#br0" timeOffset="2196.432">5867 119 30599,'0'0'1056,"0"0"-488,0 105-24,-7-49-544,-2 5 0,2 5 0,0 4 0,0-1 0,2-5 0,1-6 0,1-14 0,1-17-240,-3-19-2161</inkml:trace>
  <inkml:trace contextRef="#ctx0" brushRef="#br0" timeOffset="2934.177">6970 367 30062,'0'0'827,"0"0"-273,0 0-161,0 0-14,0 0-170,2-20-133,5-137 44,-7 154-116,-1 0-1,0 0 1,0 0-1,-1 1 1,1-1-1,-1 1 1,1-1-1,-1 1 1,0-1-1,0 1 1,0 0-1,0-1 1,0 1-1,0 0 1,-1 1-1,1-1 1,0 0-1,-1 1 1,0-1-1,1 1 1,-1 0-1,0 0 1,0 0-1,0 0 1,0 1-1,0-1 1,0 1-1,0-1 1,0 1-1,0 0 1,0 0-1,0 1 1,1-1-1,-1 0 1,0 1-1,0 0 1,0 0-1,0 0 0,0 0 1,1 0-1,-1 0 1,-2 2-4,-8 8 0,1 0 0,0 0 0,0 2 0,1-1 0,1 1 0,0 1 0,1-1 0,0 2 0,1-1 0,1 1 0,1 1 0,0-1 0,0 1 0,0 5 0,-3 7 0,1 0 0,0 0 0,3 1 0,0-1 0,2 1 0,1 0 0,1 0 0,2 0 0,2 14 0,-3-37 0,1 0 0,1 0 0,-1-1 0,1 1 0,0-1 0,0 1 0,1-1 0,0 0 0,0 1 0,0-1 0,0-1 0,1 1 0,0 0 0,0-1 0,0 0 0,0 0 0,1 0 0,-1 0 0,1-1 0,0 0 0,0 0 0,1 0 0,-1-1 0,0 0 0,1 1 0,0-2 0,-1 1 0,1-1 0,0 0 0,0 0 0,4 0 0,4 0 0,1 0 0,-1-1 0,1-1 0,0 0 0,-1-1 0,1 0 0,-1-1 0,0-1 0,0 0 0,0-1 0,-1-1 0,8-4 0,2-4-66,0-1 0,-1-2 1,-1 0-1,0-2 0,-2 0 0,0-1 1,-1-1-1,-1 0 0,-1-1 0,-1-1 1,-1-1-1,-1 0 0,5-13 66,9-21-1075,-2 7-1468</inkml:trace>
  <inkml:trace contextRef="#ctx0" brushRef="#br0" timeOffset="3309.065">8170 535 30326,'0'0'1197,"0"0"-760,0 0-183,0 0 79,-7-22-144,-27-76-158,31 89-31,-1 1 0,0-1 0,-1 0 0,0 1 0,0 0 0,-1 0 0,0 1 0,0-1 0,-1 1 0,0 1 0,0-1 0,0 1 0,-1 0 0,0 1 0,0 0 0,0 0 0,-1 1 0,0 0 0,0 0 0,0 1 0,0 0 0,0 1 0,-1 0 0,1 0 0,-1 1 0,0 0 0,1 1 0,-1 0 0,0 0 0,-4 2 0,2 0 0,-1 0 0,1 1 0,-1 0 0,1 1 0,0 1 0,1 0 0,-1 0 0,1 1 0,0 1 0,0 0 0,1 0 0,0 1 0,0 0 0,1 1 0,0 0 0,0 1 0,1 0 0,0 0 0,1 0 0,0 1 0,1 0 0,0 1 0,1-1 0,0 1 0,1 0 0,0 0 0,1 1 0,0-1 0,1 1 0,1 0 0,0-1 0,0 1 0,1 0 0,1 0 0,0-1 0,1 1 0,0 0 0,0-5-1,1 0 0,-1 0 0,1 0 1,1-1-1,-1 1 0,1-1 0,1 0 0,-1 0 0,1 0 1,0 0-1,1-1 0,-1 0 0,1 0 0,1-1 0,-1 0 0,1 0 1,0 0-1,0-1 0,0 0 0,0 0 0,1 0 0,0-1 1,0-1-1,0 1 0,0-1 0,0-1 0,0 1 0,0-1 0,1-1 1,-1 0-1,0 0 0,1 0 0,-1-1 0,0 0 0,0-1 1,0 0-1,0 0 0,0-1 0,0 0 0,0 0 0,1-2 1,203-94-2120,-153 69-374</inkml:trace>
  <inkml:trace contextRef="#ctx0" brushRef="#br0" timeOffset="3623.508">8682 633 26910,'0'0'1292,"0"0"-253,0 0-238,0 0-92,0 0-159,0 0-151,11-20-108,34-63-66,-44 78-213,1 0 0,0-1 0,-1 1 0,0-1 0,0 1-1,-1-1 1,0 1 0,0-1 0,0 1 0,0-1 0,-1 1 0,0-1-1,0 1 1,0 0 0,-1-1 0,0 1 0,0 0 0,0 0 0,-1 0-1,0 0 1,0 0 0,0 1 0,0-1 0,-1 1 0,1 0 0,-1 0-1,0 0 1,-1 1 0,1-1 0,0 1 0,-1 0 0,0 0 0,0 1-1,0-1 1,0 1 0,0 0 0,0 0 0,-1 1 0,1 0 0,-1 0-1,1 0 1,-1 0 0,1 1 0,-1 0 0,1 0 0,-3 1-12,1 0 0,1-1 0,0 1 0,0 0 1,0 1-1,0 0 0,0 0 0,1 0 1,-1 0-1,0 1 0,1 0 0,0 0 1,0 1-1,0 0 0,0 0 0,0 0 1,1 0-1,-1 0 0,1 1 0,1 0 1,-1 0-1,0 0 0,1 0 1,-2 6-2,-2 3 1,0 0 0,1 1 0,1-1 0,0 1 0,1 0 0,1 1 0,0-1 0,1 1 0,1 0 0,-1-8 0,0 0 0,0 0 0,1 1 0,0-1 0,1 0 0,0 0 0,0 1 0,1-1 0,0 0 0,1 0 0,-1 1 0,1-1 0,1-1 0,0 1 0,0 0 0,0 0 0,1-1 0,0 0 0,1 0 0,0 0 0,0 0 0,0-1 0,0 0 0,1 0 0,0 0 0,1-1 0,-1 0 0,1 0 0,0-1 0,0 1 0,1-2 0,-1 1 0,1-1 0,7 2 0,2-4-60,0-1 1,0-1-1,0 0 1,0-2-1,0 0 1,-1 0-1,1-2 1,-1 0-1,0-1 1,-1 0-1,1-1 1,-1-1-1,0-1 1,-1 0-1,0-1 1,-1 0-1,7-7 60,5-1-246,45-31-1033</inkml:trace>
  <inkml:trace contextRef="#ctx0" brushRef="#br0" timeOffset="3937.349">9735 104 26710,'0'0'4425,"0"0"-3809,0 0 24,0 0-264,0 0-376,0 0 0,9 149 0,5-78 0,0 10 0,-8 22 0,-6 28 0,0 25 0,0-3 0,-9-41 0,-5-35-1232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24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2 266 24677,'0'0'962,"0"0"2000,0 0-1661,0 0-735,0 0-106,-1 4-125,9 12-20,24-29-78,-8 2-151,20-2 19,0 2-1,1 2 0,1 2 0,-1 1 0,16 2-104,6-2 44,221-9 74,1 12 0,79 17-118,405 46 49,-222-76-33,425-59-16,12 2 0,-780 63 0,908-48 0,-160 64 0,-364-41 0,-316 54 0,564 119 0,-144-5 0,-404-61 0,-128-65 0,-90-11 0,-73-14 0,-13-5-395,-9-7-1579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40.7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0 22053,'0'0'6172,"0"0"-4313,0 0-1107,0 23-91,0 138 314,-2-57-876,-5 0-1,-5 0 0,-22 89-98,13-43 0,21-148-42,0 0-1,0 0 1,0-1-1,0 1 1,0 0-1,1 0 1,-1-1-1,1 1 1,-1-1-1,1 1 1,0 0 0,-1-1-1,1 1 1,0-1-1,0 1 1,0-1-1,0 0 1,0 1-1,0-1 1,1 0-1,-1 0 1,0 0 0,1 0-1,-1 0 1,1 0-1,-1 0 1,1 0-1,-1 0 1,1-1-1,0 1 1,-1-1-1,1 1 1,0-1 0,-1 0-1,1 1 1,0-1-1,0 0 1,-1 0-1,1 0 1,0-1-1,-1 1 1,1 0-1,0-1 1,-1 1 0,1-1-1,0 1 1,-1-1-1,1 0 43,34-4-4155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35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7527 1 24149,'0'0'4584,"0"0"-3180,0 0-836,0 0-113,0 0-107,-14 23-7,-42 78-15,31 6 143,23-77-391,-49 829-33,73-909-2768,-4 4-2212</inkml:trace>
  <inkml:trace contextRef="#ctx0" brushRef="#br0" timeOffset="413.127">8693 714 30262,'0'0'1202,"0"0"-567,0 0-186,-10-18-257,-60-115-165,64 120-27,0 1 0,-1 0 0,-1 1 0,0 0 0,-1 0 0,0 1 0,0 0 0,-1 0 0,0 1 0,-1 0 0,0 1 0,0 0 0,-1 1 0,0 1 0,-1-1 0,1 2 0,-1 0 0,0 0 0,0 1 0,-1 1 0,1 0 0,-1 1 0,1 1 0,-1 0 0,0 0 0,-1 2 0,6 0 0,-1 2 0,1-1 0,0 1 0,0 0 0,1 1 0,-1 0 0,1 0 0,0 1 0,0 0 0,0 1 0,1-1 0,-1 2 0,1-1 0,1 1 0,-1 0 0,1 0 0,1 0 0,-6 9 0,-68 158 0,73-152 0,0 0 0,2 0 0,1 1 0,0-1 0,2 1 0,0 0 0,2 0 0,0-1 0,2 1 0,0-1 0,7 21 0,-9-38 0,2 0 0,-1 0 0,0-1 0,1 1 0,0-1 0,0 1 0,0-1 0,1 0 0,-1 0 0,1 0 0,0-1 0,0 1 0,1-1 0,-1 0 0,1 0 0,-1 0 0,1-1 0,0 0 0,0 0 0,0 0 0,0 0 0,0-1 0,0 0 0,1 0 0,-1 0 0,0-1 0,1 0 0,-1 0 0,2 0 0,5-1 0,0-1 0,0 0 0,0 0 0,0-1 0,-1-1 0,1 0 0,-1-1 0,0 0 0,-1 0 0,1-1 0,-1-1 0,6-4 0,4-4-1,-1 0-1,0-2 1,-1 0-1,-1-1 1,0-1-1,-2-1 1,0 0 0,-1-1-1,-1 0 1,-1-1-1,-1 0 1,-1-1 0,-1 0-1,-1-1 1,3-20 1,-9-142-3161,-13 105-5067</inkml:trace>
  <inkml:trace contextRef="#ctx0" brushRef="#br0" timeOffset="1876.838">4640 538 29086,'0'0'896,"0"0"-315,0 0 45,0 0-52,0 0-235,0 0-126,0-18-30,0-58-13,0 71-168,1 1 0,-1 0 0,0 0 0,0 0 0,0 0 0,0-1 0,-1 1 0,0 0 0,0 0 0,0 0 0,0 0 0,-1 0 0,1 0 1,-1 0-1,0 1 0,0-1 0,0 0 0,-1 1 0,1 0 0,-1-1 0,0 1 0,0 0 0,0 1 0,0-1 0,-1 0 0,1 1 0,-1 0 0,1 0 0,-1 0 0,0 0 0,0 0 0,0 1 0,0 0 0,0 0 0,0 0 0,0 0 0,0 1 0,-1-1 0,1 1 0,0 0 0,0 0 0,0 1 0,0-1 0,-1 1 0,1 0 0,0 0 0,0 0 0,0 1 0,-1 0-2,-8 11 0,1 1 0,0 0 0,1 1 0,1 0 0,0 1 0,1 0 0,1 0 0,0 1 0,1 0 0,1 0 0,-2 11 0,-2 0 0,2 0 0,1 0 0,1 1 0,1 0 0,2 0 0,1 0 0,1 0 0,1 9 0,1-34 0,0 0 0,0 0 0,0 0 0,0 0 0,0 0 0,1-1 0,0 1 0,0-1 0,0 1 0,0-1 0,0 0 0,1 0 0,-1 1 0,1-2 0,0 1 0,0 0 0,0-1 0,0 1 0,1-1 0,-1 0 0,0 0 0,1 0 0,0 0 0,-1-1 0,1 0 0,0 1 0,0-1 0,0-1 0,0 1 0,0-1 0,0 1 0,0-1 0,3 0 0,5 0 0,-1 1 0,1-2 0,0 1 0,-1-2 0,1 1 0,-1-2 0,1 0 0,-1 0 0,0-1 0,0 0 0,2-2 0,54-35-176,-3-4 0,-1-2 1,-3-3-1,-1-2 0,-3-3 0,45-59 176,-57 63-1914</inkml:trace>
  <inkml:trace contextRef="#ctx0" brushRef="#br0" timeOffset="2283.107">5748 685 30070,'0'0'710,"0"0"-274,0 0 32,-2-18 6,2 16-466,0-11 35,-2 0 0,1-1 0,-2 1 0,0 0 0,0 1 0,-1-1 0,-1 0 0,0 1-1,-1 0 1,0 0 0,0 1 0,-2 0 0,1 0 0,-10-9-43,6 11 0,0 1 0,-1 0 0,0 0 0,-1 1 0,0 1 0,0 0 0,0 1 0,-1 1 0,1 0 0,-1 0 0,0 2 0,0-1 0,-1 2 0,1 0 0,0 1 0,0 0 0,-2 1 0,4 1 0,-1 1 0,1 0 0,0 1 0,0 0 0,0 1 0,1 0 0,-1 1 0,1 0 0,0 1 0,1 0 0,0 1 0,0 0 0,1 0 0,0 1 0,0 1 0,1-1 0,0 1 0,1 1 0,0-1 0,0 1 0,1 1 0,1-1 0,0 1 0,1 0 0,0 0 0,0 0 0,2 0 0,-1 1 0,2 0 0,-1-1 0,2 8 0,2-11 0,1 1 0,0-1 0,1 0 0,0-1 0,0 1 0,1-1 0,0 1 0,1-1 0,0-1 0,0 1 0,0-1 0,1 0 0,0-1 0,1 0 0,-1 0 0,1 0 0,0-1 0,1 0 0,-1 0 0,1-1 0,0-1 0,0 1 0,0-1 0,0-1 0,1 0 0,-1 0 0,1-1 0,-1 0 0,1 0 0,7-2 0,10 2-12,-1-3 0,0 0-1,0-1 1,0-2 0,0-1 0,0 0-1,-1-2 1,0-1 0,-1-1 0,0-1 0,0-2-1,10-7 13,58-30-923,-28 14-4176,-2 0-13793</inkml:trace>
  <inkml:trace contextRef="#ctx0" brushRef="#br0" timeOffset="2656.956">6737 720 29382,'0'0'1449,"0"0"-817,0 0-142,0 0-9,-10-20-197,-57-118-235,62 127-49,0 0 0,0 0 0,-1 1 0,-1 0 0,0 0 0,0 0 0,-1 1 0,0 0 0,-1 0 0,0 1 0,0 0 0,-1 1 0,1 0 0,-2 0 0,1 1 0,-1 1 0,0-1 0,0 2 0,0 0 0,-1 0 0,0 1 0,1 0 0,-1 1 0,0 0 0,0 1 0,-1 1 0,-1 0 0,5 5 0,-1 0 0,1 0 0,0 1 0,0 1 0,0-1 0,1 2 0,0-1 0,1 1 0,-1 0 0,2 0 0,-1 1 0,1 0 0,0 0 0,1 1 0,0 0 0,1 0 0,0 0 0,0 0 0,1 0 0,0 1 0,1 0 0,0 3 0,-3 5 0,0 0 0,1 1 0,2-1 0,0 1 0,0 0 0,2-1 0,1 1 0,0 0 0,0-14 0,-1-1 0,1 1 0,1 0 0,-1-1 0,1 0 0,-1 1 0,2-1 0,-1 0 0,0 0 0,1 0 0,0 0 0,0 0 0,1-1 0,-1 1 0,1-1 0,0 0 0,0 0 0,1 0 0,-1-1 0,1 0 0,-1 0 0,1 0 0,0 0 0,0-1 0,1 1 0,-1-1 0,0-1 0,1 1 0,1 0 0,6 0-6,0 0 0,0-1 0,1-1 0,-1 0 0,0 0 0,0-1 1,1-1-1,-1 0 0,0-1 0,-1-1 0,1 0 0,0 0 0,-1-1 0,0-1 0,0 0 0,-1-1 0,0 0 0,9-7 6,41-34-815,-12 2-1232</inkml:trace>
  <inkml:trace contextRef="#ctx0" brushRef="#br0" timeOffset="3812.346">3677 15 26366,'0'0'2652,"0"0"-1438,0 0-422,0 0-64,0 0-134,-4 0-237,0 3-355,1 0 1,-1 0-1,0 0 0,1 0 1,0 1-1,0 0 0,0-1 1,0 1-1,1 0 0,0 0 1,-1 1-1,1-1 0,1 0 1,-1 1-1,1-1 0,-1 1 1,1 0-1,1-1 0,-1 1 1,1 0-1,-1-1 0,2 1 1,-1 0-1,0 0 0,1 0-2,-4 18 6,-100 822-6,103-834-43,-17 38-447,6-48-1474</inkml:trace>
  <inkml:trace contextRef="#ctx0" brushRef="#br0" timeOffset="4496.248">2401 1050 28510,'0'0'944,"0"0"-216,0 0-166,0 0-141,0 0-130,0 0-62,16-13-37,51-36 22,-65 48-204,0 0 0,-1 0 0,1 0 0,0 0 0,0 1 0,-1-1 0,1 1 1,0-1-1,0 1 0,0 0 0,0 0 0,0 0 0,-1 0 0,1 0 0,0 0 0,0 0 0,0 1 1,0-1-1,0 0 0,-1 1 0,1 0 0,0-1 0,-1 1 0,1 0 0,0 0 0,-1 0 0,1 0 0,-1 0 1,1 1-1,-1-1 0,0 0 0,1 1 0,-1-1 0,0 1 0,0-1 0,0 1 0,0 0 0,0-1 0,0 1 1,-1 0-1,1-1 0,-1 1 0,1 0 0,-1 0 0,1 0 0,-1 0 0,0 0 0,0-1 0,0 1 0,0 0 1,0 0-1,-1 0 0,1 0 0,0 0 0,-1-1 0,1 1 0,-1 0 0,0 0 0,0-1 0,0 1 0,0 0 1,0-1-1,0 1 0,0-1 0,0 1 0,0-1 0,-2 1-10,-1 4 0,0 0 0,-1-1 0,1 1 0,-1-1 0,-1-1 0,1 1 0,-1-1 0,0 0 0,0 0 0,0 0 0,0-1 0,0 0 0,-1 0 0,0-1 0,1 1 0,-1-1 0,0-1 0,0 0 0,0 0 0,0 0 0,0-1 0,0 0 0,-1 0 0,1-1 0,-6-1 0,8-1 0,1-2 0,0 1 0,0 0 0,0-1 0,1 0 0,0 0 0,0 0 0,0 0 0,1 0 0,-1-1 0,1 1 0,0-1 0,1 0 0,-1 0 0,1 1 0,1-1 0,-1 0 0,1 0 0,0 0 0,0 0 0,0 0 0,1 1 0,0-1 0,0 0 0,1-1 0,-1 4 0,0 0 0,1 0 0,-1 0 0,1 0 0,0 0 0,-1 1 0,1-1 0,0 1 0,1-1 0,-1 1 0,0 0 0,1 0 0,-1 0 0,1 0 0,0 0 0,0 0 0,-1 1 0,1-1 0,0 1 0,0 0 0,0 0 0,1 0 0,-1 1 0,0-1 0,0 1 0,0-1 0,1 1 0,-1 0 0,0 0 0,0 0 0,1 1 0,-1-1 0,3 2 0,-5-1 0,1-1 0,0 1 0,-1 0 0,1 0 0,-1 0 0,1 0 0,-1 0 0,0 1 0,1-1 0,-1 0 0,0 1 0,0-1 0,0 1 0,0-1 0,0 1 0,0 0 0,0-1 0,-1 1 0,1 0 0,-1-1 0,1 1 0,-1 0 0,1 0 0,-1 0 0,0-1 0,0 1 0,0 0 0,0 0 0,0 0 0,-1-1 0,1 1 0,0 0 0,-1 0 0,1 0 0,-1-1 0,0 1 0,1 0 0,-1-1 0,0 1 0,0-1 0,0 1 0,0-1 0,-1 1 0,1-1 0,-1 1 0,-3 1 0,0 0 0,0-1 0,0 1 0,-1-1 0,0 0 0,1 0 0,-1 0 0,0-1 0,0 0 0,1 0 0,-1-1 0,0 0 0,0 0 0,0 0 0,0-1 0,-2 0 0,6-1 0,1 0 0,0 0 0,-1 0 0,1 0 0,0 0 0,0 0 0,0-1 0,1 1 0,-1 0 0,1-1 0,-1 1 0,1 0 0,0-1 0,-1 1 0,1-1 0,1 1 0,-1-1 0,0 1 0,1 0 0,-1-1 0,1 1 0,-1 0 0,1-1 0,1 0 0,0 0 0,1 0 0,-1 0 0,1 0 0,0 1 0,0-1 0,0 1 0,0 0 0,0 0 0,1 0 0,-1 0 0,1 1 0,-1 0 0,1-1 0,0 1 0,-1 0 0,1 1 0,0-1 0,0 1 0,-1-1 0,1 1 0,0 0 0,2 1 0,-6 35 0,-27-27-455,11-9-1370</inkml:trace>
  <inkml:trace contextRef="#ctx0" brushRef="#br0" timeOffset="5509.923">65 324 30887,'0'0'585,"0"0"-229,0 0 124,-3 18-94,-22 119-313,7 7-207,5 0 0,8 138 134,6-282-1190,4-3-1105</inkml:trace>
  <inkml:trace contextRef="#ctx0" brushRef="#br0" timeOffset="5919.101">1316 328 31375,'0'0'929,"0"0"-609,-6 19-200,-23 119-97,27-7-23,12 208 0,17-172-531,-27-152-2123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45.5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0 144 25021,'0'0'3658,"0"0"-2304,0 0-993,0 0-251,0 0-75,5 5-95,55 29-725,89-11 2575,226-51-1062,-92-16-546,186-2-182,364 37 161,-488-31-26,-239 23-109,0 5-1,1 5 1,62 4-26,-109 12 0,0 2 0,-1 3 0,0 2 0,-1 3 0,-1 2 0,-1 3 0,18 12 0,-4-5 0,87 36 0,3-7 0,2-7 0,3-8 0,1-6 0,144 12 0,36-15 0,0-16 0,1-15 0,126-22 0,70-4 0,244 32 0,159-14 0,-900 3-187,-1 1 0,1 2 0,-1 2 0,0 3 0,0 1 0,-1 2 0,-1 2 0,1 2 0,18 10 187,-31-7-2118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07.49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476 301 26366,'0'0'2674,"0"0"-1729,-11-18-447,-89-136 678,98 150-1153,0 1 0,0-1 0,-1 0 0,0 1 0,1-1 1,-1 1-1,0 0 0,-1 0 0,1 0 0,0 0 0,-1 1 0,0 0 0,1-1 1,-1 1-1,0 0 0,0 1 0,0-1 0,-1 1 0,1 0 0,0 0 0,0 0 1,-1 0-1,1 1 0,0 0 0,-1 0 0,1 0 0,-1 0 0,1 1 0,0-1 1,-1 1-1,1 0 0,0 1 0,0-1 0,0 1 0,-1 0-23,-73 121 134,76-118-129,-26 58 15,3 1 0,3 1 0,2 0 0,4 2 0,2 0 0,4 1 0,2 0 0,2 44-20,6-104 0,0 0 0,0 0 0,1 0 0,0 0 0,0 0 0,1 0 0,0 0 0,1 0 0,0-1 0,0 1 0,0-1 0,1 0 0,0 0 0,0 0 0,1-1 0,0 1 0,0-1 0,1 0 0,-1-1 0,1 1 0,1-1 0,5 4 0,-4-3 0,0-1 0,0-1 0,1 1 0,-1-2 0,1 1 0,0-1 0,0 0 0,0-1 0,0 0 0,0 0 0,1-1 0,-1 0 0,1-1 0,-1 0 0,0 0 0,1-1 0,-1-1 0,0 1 0,1-2 0,-1 1 0,0-1 0,-1 0 0,1-1 0,0 0 0,-1 0 0,0-1 0,0 0 0,0-1 0,5-4 0,37-38 0,-2-3 0,-2-1 0,-3-3 0,-2-1 0,23-44 0,-17 31 0,86-156-1463,-115 185-475</inkml:trace>
  <inkml:trace contextRef="#ctx0" brushRef="#br0" timeOffset="454.692">2215 581 30438,'0'0'923,"0"0"-641,-18-25-148,-119-149 549,123 155-662,-2 0-1,0 1 1,-1 1-1,-1 0 1,-1 2-1,0 0 0,0 1 1,-2 1-1,0 0 1,0 2-1,-1 1 1,0 0-1,-1 2 1,0 1-1,-7-1-20,23 7 0,1 1 0,0 0 0,0 0 0,0 1 0,0-1 0,0 1 0,0 1 0,0-1 0,0 1 0,0 0 0,0 1 0,1-1 0,-1 1 0,1 0 0,0 0 0,0 1 0,0 0 0,0 0 0,1 0 0,-1 0 0,1 1 0,0-1 0,0 1 0,1 0 0,-1 0 0,1 1 0,0-1 0,-49 160 0,46-130 0,1 0 0,2 1 0,2-1 0,1 0 0,1 1 0,2-1 0,4 13 0,-5-37 0,1 0 0,0-1 0,1 1 0,0-1 0,1 0 0,0 0 0,1 0 0,0-1 0,0 0 0,1 0 0,0-1 0,0 1 0,1-1 0,0-1 0,1 0 0,-1 0 0,1 0 0,1-1 0,-1-1 0,1 0 0,0 0 0,0-1 0,1 0 0,7 2 0,-1-4 0,0-2 0,0 1 0,0-2 0,0 0 0,0-1 0,-1-1 0,1-1 0,-1 0 0,0-1 0,0-1 0,0 0 0,0-1 0,-1-1 0,-1 0 0,1-1 0,-1-1 0,-1 0 0,0-1 0,0 0 0,-1-1 0,-1 0 0,0-1 0,5-8 0,167-241-1858,-150 211-109</inkml:trace>
  <inkml:trace contextRef="#ctx0" brushRef="#br0" timeOffset="876.56">3588 429 29958,'0'0'989,"0"0"-621,0 0 18,-5-20 151,-1-11-471,-2 1 0,-1-1 0,-2 1 0,0 1 0,-2 0 1,-2 0-1,0 2 0,-9-10-66,18 29 0,0 1 0,0 0 0,-1 0 0,0 1 0,0 0 0,-1 0 0,0 0 0,0 1 0,0 0 0,-1 1 0,1 0 0,-1 0 0,0 1 0,0 0 0,-1 1 0,1 0 0,0 0 0,-1 1 0,1 0 0,-1 1 0,1 0 0,-1 0 0,0 1 0,1 0 0,0 1 0,-1 0 0,1 1 0,0 0 0,0 0 0,0 0 0,-2 3 0,-4 9 0,0 2 0,1-1 0,1 2 0,1 0 0,1 0 0,0 1 0,1 1 0,1 0 0,1 0 0,1 0 0,1 1 0,0 0 0,2 1 0,1-1 0,0 1 0,1-1 0,2 22 0,0-36 0,-3 6 0,0 0 0,2 0 0,-1 1 0,2-1 0,0 0 0,0 0 0,2 0 0,-1 1 0,2-1 0,-1 0 0,2-1 0,0 1 0,0-1 0,1 1 0,1-1 0,0-1 0,1 1 0,0-1 0,0 0 0,1-1 0,1 1 0,9 8 0,-13-17 0,-1 0 0,1 1 0,0-1 0,0-1 0,0 1 0,0-1 0,0 0 0,0 0 0,0-1 0,1 1 0,-1-1 0,0 0 0,0 0 0,1-1 0,-1 0 0,0 0 0,0 0 0,0 0 0,0-1 0,0 0 0,0 0 0,-1 0 0,1-1 0,-1 1 0,1-1 0,-1 0 0,0-1 0,0 1 0,1-1 0,102-119 0,-100 115 0,114-167-1323,-104 144-1419</inkml:trace>
  <inkml:trace contextRef="#ctx0" brushRef="#br0" timeOffset="1775.627">4475 827 27206,'0'0'2514,"0"0"-1683,0 0-378,0 0 30,0 0-158,0 0-204,0 5 53,-2 0-152,0-1 0,1 0 0,-1 0 0,-1 1 0,1-1 0,-1 0 0,1-1 0,-1 1 0,0 0 0,-1-1 0,1 0 0,0 0 0,-1 0 0,0 0 0,0 0 0,0-1 0,0 1 0,0-1 0,0 0 0,-1-1 0,1 1 0,-1-1 0,1 0 0,-1 0 0,1 0 0,-1 0 0,0-1 0,1 0 0,-1 0 0,0 0-22,3-2 0,1 0 0,0-1 0,-1 1 0,1 0 0,0 0 0,0-1 0,1 1 0,-1-1 0,0 1 0,1-1 0,0 1 0,-1-1 0,1 1 0,0-1 0,0 1 0,0-1 0,1 1 0,-1-1 0,0 1 0,1-1 0,0 1 0,1-3 0,0 0 0,1 0 0,0 1 0,0-1 0,0 1 0,0-1 0,1 1 0,0 0 0,0 0 0,0 1 0,0-1 0,1 1 0,-1 0 0,1 0 0,0 0 0,0 1 0,0 0 0,0 0 0,0 0 0,1 0 0,-1 1 0,0 0 0,1 0 0,-1 1 0,1-1 0,-1 1 0,1 0 0,0 1 0,-1-1 0,1 1 0,-4 1 0,0 0 0,0 0 0,-1 1 0,1-1 0,0 0 0,-1 1 0,0-1 0,1 1 0,-1 0 0,0-1 0,0 1 0,-1 0 0,1-1 0,0 1 0,-1 0 0,0 0 0,1 0 0,-1 0 0,-1-1 0,1 1 0,0 0 0,-1 0 0,1 0 0,-1-1 0,0 1 0,0 0 0,0 0 0,0-1 0,0 1 0,0-1 0,-2 2 0,-2 1 0,-1-1 0,0 0 0,0 0 0,0 0 0,0-1 0,0 0 0,-1 0 0,0 0 0,1-1 0,-1 0 0,0 0 0,0-1 0,0 0 0,0 0 0,-1-1 0,1 1 0,-5-2 0,11 1 0,0 0 0,0 0 0,0 0 0,-1 0 0,1-1 0,0 1 0,0 0 0,0 0 0,0-1 0,-1 1 0,1-1 0,0 1 0,0-1 0,0 0 0,0 1 0,0-1 0,0 0 0,0 0 0,1 0 0,-1 0 0,0 0 0,0 1 0,1-1 0,-1-1 0,0 1 0,1 0 0,-1 0 0,1 0 0,-1 0 0,1 0 0,0 0 0,0-1 0,-1 1 0,1 0 0,0 0 0,0 0 0,0-1 0,0 1 0,0 0 0,0 0 0,1 0 0,-1-1 0,0 1 0,1 0 0,-1 0 0,1-1 0,25-51 0,-20 46 0,0 1 0,1 0 0,0 0 0,0 1 0,0-1 0,1 1 0,-1 1 0,1 0 0,0 0 0,1 0 0,-1 1 0,1 0 0,-1 1 0,9-2 0,-11 44 0,-7-35 0,1 0 0,-1 0 0,0 0 0,-1 0 0,1 0 0,-1 0 0,0 0 0,0 0 0,-1-1 0,0 1 0,1-1 0,-1 0 0,-1 0 0,1 0 0,0 0 0,-1 0 0,0-1 0,0 0 0,0 0 0,0 0 0,-1 0 0,1 0 0,-1-1 0,0 0 0,-3 1 0,1-46 0,22-27-727,-5 55-1371</inkml:trace>
  <inkml:trace contextRef="#ctx0" brushRef="#br0" timeOffset="3422.064">5770 336 29646,'0'0'734,"0"0"-97,0 0-101,0 0-49,0 0-172,0 0-120,-14-18-46,-44-57-89,53 68-60,-1 0 1,1 0-1,-2 0 0,1 0 1,-1 1-1,0 0 0,0 1 1,-1 0-1,1 0 0,-1 0 1,0 1-1,-1 0 1,1 1-1,-1-1 0,1 2 1,-1-1-1,0 1 0,0 1 1,0 0-1,0 0 0,0 0 1,-1 1-1,-4 1 0,2 3 0,0-1 0,1 2 0,0 0 0,0 0 0,0 1 0,1 0 0,-1 0 0,2 2 0,-1-1 0,1 1 0,0 0 0,0 1 0,1 0 0,0 1 0,1-1 0,0 1 0,1 1 0,0-1 0,0 1 0,1 0 0,1 1 0,0-1 0,0 1 0,1 0 0,0 4 0,-8 21 0,2 1 0,1 0 0,2 0 0,2 1 0,1-1 0,2 1 0,3 24 0,-2-56 0,0 1 0,0-1 0,1 1 0,0-1 0,0 1 0,1-1 0,0 0 0,0 1 0,1-1 0,-1 0 0,2-1 0,-1 1 0,1 0 0,0-1 0,0 0 0,1 0 0,-1 0 0,1-1 0,1 1 0,-1-1 0,1 0 0,0-1 0,0 0 0,0 1 0,1-2 0,0 1 0,-1-1 0,1 0 0,0-1 0,0 1 0,1-1 0,-1-1 0,0 1 0,5-1 0,2-1 0,0 0 0,0-2 0,0 1 0,0-2 0,0 0 0,0 0 0,-1-1 0,0-1 0,0-1 0,0 1 0,0-2 0,-1 0 0,0 0 0,0-2 0,-1 1 0,0-1 0,-1-1 0,0 1 0,0-2 0,-1 0 0,3-5 0,10-13 0,-1-1 0,-1-2 0,-2 1 0,-1-2 0,-2-1 0,-1 0 0,7-27 0,48-138-1348,-52 162-1137</inkml:trace>
  <inkml:trace contextRef="#ctx0" brushRef="#br0" timeOffset="3796.475">6931 475 17604,'0'0'11288,"0"0"-8531,0 0-2166,-12-24-149,-38-76-357,43 87-85,-1 0 0,1 1 0,-2 0 0,0 1 0,0-1 0,-1 2 0,0-1 0,-1 2 0,0-1 0,-1 1 0,0 1 0,0 0 0,-1 1 0,0 0 0,0 1 0,0 1 0,-1 0 0,0 0 0,0 2 0,0 0 0,-1 0 0,1 1 0,-1 1 0,1 0 0,-1 1 0,1 1 0,-1 0 0,1 1 0,-3 1 0,8 0 0,0 0 0,0 0 0,1 1 0,-1 0 0,1 0 0,0 1 0,0 0 0,0 0 0,1 1 0,0 0 0,0 0 0,0 1 0,1 0 0,0 0 0,0 1 0,1 0 0,0-1 0,0 2 0,1-1 0,0 0 0,0 1 0,0 4 0,-3 6 0,2 0 0,0 1 0,1-1 0,1 1 0,1 0 0,0 0 0,2 0 0,0 0 0,1 0 0,2 2 0,-1-10 0,0 1 0,1-1 0,0 0 0,1 0 0,1-1 0,0 1 0,0-1 0,1 0 0,1 0 0,0-1 0,0 0 0,1 0 0,0 0 0,1-1 0,0-1 0,0 1 0,1-2 0,0 1 0,0-1 0,1-1 0,0 1 0,0-2 0,1 0 0,-1 0 0,1-1 0,0-1 0,0 0 0,0 0 0,1-1 0,-1-1 0,1 0 0,-1-1 0,1 0 0,-1-1 0,1 0 0,-1-1 0,0 0 0,2-2 0,1-7-43,0 0-1,0-1 1,-1-1-1,-1-1 1,-1 0 0,0 0-1,0-1 1,-2-1-1,0 0 1,0-1-1,-2 1 1,0-2 0,-1 1-1,-1-1 1,0 0-1,-1 0 1,-1-1 0,0-12 43,9-31-1892</inkml:trace>
  <inkml:trace contextRef="#ctx0" brushRef="#br0" timeOffset="4563.924">7767 0 29102,'0'0'1026,"0"0"-311,0 0-75,0 0-75,0 21-154,0 145-104,-9 348-306,39-397 53,-28-114-113,-1-1 0,1 1-1,-1-1 1,1 0-1,0 0 1,0 0-1,0 0 1,0 0-1,0 0 1,1 0 0,-1-1-1,1 1 1,-1-1-1,1 0 1,-1 0-1,1 0 1,-1 0 0,1 0-1,0 0 1,0-1-1,0 1 1,-1-1-1,1 0 1,0 0-1,0 0 1,0 0 0,-1 0-1,1-1 1,0 1-1,0-1 1,-1 0-1,1 0 1,0 0 0,-1 0-1,1 0 1,-1-1-1,1 1 1,-1-1-1,0 1 1,2-2 59,28-23-2702</inkml:trace>
  <inkml:trace contextRef="#ctx0" brushRef="#br0" timeOffset="4809.416">8739 8 22661,'0'0'8090,"0"0"-7594,0 0-40,3 125 168,3-71-232,-1 6-344,0 4-48,-3 6 0,0 3 0,-2-2 0,3-5 0,-1-12 0,5-9 0,0-13-784,0-20-1409</inkml:trace>
  <inkml:trace contextRef="#ctx0" brushRef="#br0" timeOffset="5106.26">9631 164 30487,'0'0'840,"0"0"-552,-21 116 184,16-56 88,3 11-440,2 3-120,0 3 0,0-2 0,7-7 0,5-12 0,1-15 0,-3-16-368,1-21-272,-4-4-921,-2-4-14098</inkml:trace>
  <inkml:trace contextRef="#ctx0" brushRef="#br0" timeOffset="5401.942">10580 93 30775,'0'0'1080,"0"0"-784,0 0 240,18 137-456,-4-71-80,0 11 0,-5 10 0,-4 0 0,-5-4 0,-2 6 0,-19-22 0,-9-22-720</inkml:trace>
  <inkml:trace contextRef="#ctx0" brushRef="#br1" timeOffset="39220.077">1588 1229 25814,'0'0'2395,"0"0"-1458,0 0-518,0 0-224,0 0-5,0 0 150,14-1-26,664-53 598,-352 53-860,450-17 223,-438-1-146,318 25-129,-431 2 6,0-10-1,164-24-5,-46 1 263,304 17-263,61 42 337,331 2-218,545-5-244,-1155-33-991,-378 2-1339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4:47.9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83 54 27710,'0'0'1644,"0"0"-1161,0 0-343,0 0 196,1 26 227,1 246 352,-82 1006 58,75-582-1007,16-638-478,-10-57 477,0 0 1,0-1-1,-1 1 1,1 0-1,0-1 0,0 1 1,0-1-1,0 1 1,0-1-1,0 1 0,0-1 1,0 0-1,0 0 1,0 1-1,0-1 0,0 0 1,0 0-1,0 0 1,0 0-1,0 0 0,1 0 1,-1-1-1,0 1 1,0 0-1,0 0 0,0-1 1,0 1-1,0 0 1,0-1-1,0 1 0,-1-1 1,1 0-1,0 1 1,0-1-1,0 0 0,0 1 1,-1-1-1,1 0 1,0 0-1,-1 0 0,1 0 1,-1 0-1,1 1 1,-1-1-1,1 0 0,-1 0 1,0 0-1,1-1 35,22-28-1695</inkml:trace>
  <inkml:trace contextRef="#ctx0" brushRef="#br0" timeOffset="731.989">415 76 28534,'367'-41'781,"1"16"0,0 16 0,17 16-781,53 26 213,-3 18-1,353 92-212,-756-137 1,560 97-165,-400-57-198,-115-97 566,-69 47-203,0 2-1,1-1 1,-1 1-1,1 0 1,-1 0 0,1 1-1,0 1 1,0-1-1,-1 1 1,1 1-1,0-1 1,0 2-1,-1-1 1,1 1-1,-1 0 1,0 1 0,1 0-1,-1 1 1,0-1-1,-1 1 1,1 1-1,-1-1 1,0 2-1,0-1 1,0 1-1,-1 0 1,1 0-1,68 122-5,-94-77 1636,-16 131-1491,30-138-135,0 1-5,-41 372 0,11 247 0,35-422 0,0-234-34,-1 0 0,1 0 0,-1 0 0,-1 0 0,0 0 0,0-1-1,0 1 1,-1 0 0,0-1 0,0 0 0,-1 0 0,0 0 0,0 0 0,-1 0 0,0-1 0,0 0 0,-1 0 0,-5 5 34,-23 13-1820</inkml:trace>
  <inkml:trace contextRef="#ctx0" brushRef="#br0" timeOffset="1124.936">325 2585 29870,'162'-6'609,"54"0"-441,56 2 24,11 4 112,-8 0 168,8 10-136,5 11-128,0 2-72,-9-3-72,-19 5-16,-32 4-48,-28 4 0,-34 5 8,-44-1-8,-18 4 0,-39-9-304,-33-14-1288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21 175 27494,'0'0'3745,"0"0"-3193,0 0-320,-21 161 120,21-86-48,0 8-216,0 4-88,5 0 0,2-8-144,-1-21-384,1-21-232,-7-24-1313</inkml:trace>
  <inkml:trace contextRef="#ctx0" brushRef="#br0" timeOffset="1">25 1 28518,'0'0'2145,"0"0"-1865,0 0 72,0 0-8,129 33 16,-89 2-72,-13 9-120,1 7-80,-12 7-16,-9 7-48,-7 5 0,-2 3-8,-24 4-16,-8-5 0,-3-6-152,-16-12-336,7-18-672,9-20-3009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0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30086,'0'0'1105,"0"0"-873,0 0 152,7 156 120,3-86-176,-1 11-200,0 23-128,0-9 0,-2 5 0,0-9-16,-5-25-432,3-12-112,-1-39-192,1-15-753,-5-15-4336</inkml:trace>
  <inkml:trace contextRef="#ctx0" brushRef="#br0" timeOffset="259.384">129 79 29326,'0'0'918,"0"0"-269,20-1-193,134-5 342,-138 6-765,0 1 0,1 1 0,-1 0 0,0 1 0,-1 1 0,1 1 0,-1 0 0,0 1 0,0 0 0,0 1 0,-1 1 0,0 0 0,0 1 0,-1 1 0,6 5-33,-15-5 5,0 1 0,0-1 0,-1 1 0,0 0 0,0 0 0,-2 0 0,1 0 0,-1 0 0,-1 0 0,0 0 0,-1 0 0,0 0 0,0 0 0,-1 0 0,-1 0 0,0 0 0,0 0 0,-1-1 0,-1 0 0,0 0 0,0 0 0,0 0 0,-2-1 0,1 0 0,-4 4-5,-158 224-715,123-186-874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0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78 28542,'0'0'2593,"0"0"-2065,0 0-176,0 0-40,-115 126 0,80-62-184,-6 28-128,-10 32 0,-9 29 0,-7 5 0,19-27 0,11-38 0,19-41 0,6-17 0,10-10-336,2-9-448,0-16-1177</inkml:trace>
  <inkml:trace contextRef="#ctx0" brushRef="#br0" timeOffset="268.676">634 1 27046,'0'0'3032,"0"0"-1935,65 170-681,-31-48 88,3 36-32,-7 10-272,-9-29-200,-12-36 0,-9-38 0,0-16 0,0 5 0,-21-4-56,-36-13-920,6-18-633,-6-19-5536</inkml:trace>
  <inkml:trace contextRef="#ctx0" brushRef="#br0" timeOffset="550.225">139 685 29518,'0'0'1009,"0"0"-481,0 0-296,0 0 40,180-68 8,-74 57-136,27 7-128,29 0-16,-26 4-624,-28-4-2849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0 829 28694,'0'0'1859,"0"0"-993,0 0-294,0 0-69,9-29-266,-7 20-228,9-30-4,2 0 1,1 1-1,2 1 1,2 1-1,2-1-5,-10 19 0,20-37 0,3 1 0,2 1 0,2 3 0,2 1 0,2 1 0,28-22 0,-66 66 0,1 1 0,-1 0 0,1-1 0,-1 1 0,1 1 0,0-1 0,0 0 0,1 1 0,-1 0 0,0 0 0,1 0 0,-1 1 0,1-1 0,0 1 0,0 0 0,-1 0 0,1 1 0,0 0 0,0 0 0,-1 0 0,1 0 0,0 0 0,0 1 0,0 0 0,-1 0 0,1 1 0,-1-1 0,1 1 0,-1 0 0,1 0 0,-1 0 0,0 1 0,0-1 0,0 1 0,0 0 0,2 3 0,7 18 0,0 1 0,-2 0 0,-1 1 0,-1 1 0,-1-1 0,-1 1 0,-2 1 0,0-1 0,-1 24 0,6 15 0,13 40 0,-8-108 0,33-164 0,-24 79 0,-9 23 0,4 0 0,2 2 0,28-56 0,-48 115 0,0 0 0,0 0 0,0 1 0,0-1 0,0 0 0,0 1 0,1-1 0,0 0 0,-1 1 0,1 0 0,0-1 0,0 1 0,0 0 0,0 0 0,1 0 0,-1 0 0,0 1 0,1-1 0,0 0 0,-1 1 0,1 0 0,0 0 0,-1 0 0,1 0 0,0 0 0,0 0 0,0 1 0,0 0 0,0-1 0,0 1 0,0 0 0,0 0 0,0 1 0,0-1 0,0 0 0,0 1 0,0 0 0,-1 0 0,1 0 0,0 0 0,0 0 0,1 2 0,8 8 0,0 2 0,-1-1 0,-1 2 0,0-1 0,-1 1 0,0 1 0,-2-1 0,1 1 0,-1 4 0,4 3 0,156 355 0,-165-375-33,-1 1 0,0 0 1,1-1-1,0 1 0,-1-1 0,1 1 0,0-1 1,0 0-1,1 0 0,-1 0 0,0 0 0,1 0 1,-1 0-1,1-1 0,-1 1 0,1-1 0,0 0 1,0 0-1,0 0 0,-1 0 0,1 0 0,0 0 1,0-1-1,0 0 0,0 1 0,0-1 0,1 0 1,-1 0-1,0-1 0,0 1 0,0-1 0,-1 0 1,1 1-1,0-1 0,0 0 0,0-1 0,1 0 33,30-25-2163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689 154 28038,'0'0'1932,"0"0"-1018,0 0-297,0 0-30,-21-18-120,-72-56-280,82 66-186,1 1 1,-1 1-1,0-1 1,-1 2-1,1-1 1,-1 2-1,0 0 1,-1 0-1,1 1 1,-1 0-1,1 1 1,-1 1-1,0 0 1,1 1-1,-1 0 1,0 0-1,-6 3-1,3 1 0,0 1 0,0 1 0,1 0 0,0 1 0,0 1 0,0 0 0,1 1 0,1 1 0,-1 0 0,1 1 0,1 0 0,0 1 0,1 0 0,0 1 0,1 0 0,0 1 0,1 0 0,1 1 0,0-1 0,1 2 0,-3 9 0,-2-3 0,0 0 0,2 1 0,0 0 0,2 1 0,0 0 0,2 1 0,0-1 0,2 1 0,1 0 0,1 0 0,1 19 0,2-36 0,0 1 0,0-1 0,1 0 0,0 0 0,1 0 0,0 0 0,0-1 0,0 1 0,1-1 0,0 0 0,1 0 0,-1 0 0,1 0 0,1-1 0,-1 0 0,1 0 0,0 0 0,1-1 0,-1 0 0,1 0 0,0 0 0,0-1 0,0 0 0,1-1 0,0 0 0,2 1 0,12 3 0,1-1 0,-1 0 0,1-2 0,0-1 0,0-1 0,1-1 0,-1 0 0,19-4 0,21-4-28,0-4 1,-1-2-1,0-3 1,-1-3-1,-1-2 1,-1-3-1,-1-2 1,54-35 27,-35 14-1100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658 219 30190,'0'0'653,"0"0"-21,0 0 67,-2-19-199,-9-61-407,8 72-93,0 1 0,0 0 0,-1 0 0,0 1 0,0-1 0,-1 1 0,0 0 0,0 0 0,0 0 0,-1 1 0,1-1 0,-2 1 0,1 1 0,0-1 0,-1 1 0,0 1 0,0-1 0,0 1 0,0 0 0,0 0 0,-1 1 0,1 0 0,-1 1 0,0-1 0,0 2 0,1-1 0,-1 1 0,0 0 0,0 0 0,0 1 0,1 0 0,-1 1 0,0 0 0,1 0 0,0 0 0,-1 1 0,1 0 0,0 0 0,-2 3 0,-9 4 0,1 1 0,0 1 0,1 0 0,0 1 0,1 1 0,0 1 0,2 0 0,-1 1 0,-2 5 0,-12 15 0,2 1 0,2 1 0,1 1 0,2 2 0,1 0 0,3 1 0,1 0 0,2 1 0,2 1 0,2 1 0,-4 39 0,13-79 0,0 0 0,0 0 0,1-1 0,-1 1 0,1 0 0,0 0 0,0 0 0,1 0 0,0 0 0,0 0 0,0 0 0,0-1 0,1 1 0,-1 0 0,1-1 0,0 1 0,1-1 0,-1 0 0,1 0 0,0 0 0,0 0 0,0 0 0,1 0 0,-1-1 0,1 0 0,0 0 0,0 0 0,0 0 0,0 0 0,0-1 0,1 0 0,-1 0 0,1 0 0,-1 0 0,5 0 0,16 6 0,1-1 0,0-2 0,0 0 0,0-2 0,0 0 0,0-2 0,1-2 0,-1 0 0,0-1 0,0-2 0,0 0 0,0-2 0,16-6 0,9-5 0,-1-2-1,-1-2 0,-1-2 0,-1-3 0,-1-1 0,10-10 1,-43 29-247,0-2 0,-1 1 1,0-1-1,-1-1 0,0 0 0,0-1 1,-2 0-1,1 0 0,-1-1 0,-1 0 1,-1-1-1,5-10 247,1-18-5116</inkml:trace>
  <inkml:trace contextRef="#ctx0" brushRef="#br0" timeOffset="249.773">384 457 30503,'0'0'1736,"0"0"-1472,0 0 0,53 110-264,-7-60 0,12 6 0,41 21 0,-12-13 0,-15-14-624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32 28542,'0'0'1404,"0"0"-717,0 0-179,0 0-37,-24-5-39,-78-14-101,94 17-318,-1 0 0,0 1 0,0 0 0,0 0 0,0 1 0,0 0 0,0 1 0,0 0 1,0 0-1,0 1 0,0 0 0,1 1 0,-1-1 0,1 2 0,0-1 0,0 1 0,0 1 0,0-1 0,1 1 0,-1 1 0,1-1 0,1 1 1,-1 1-1,1-1 0,0 1 0,0 0 0,1 0 0,0 1 0,0 0 0,0 2-13,-10 14 0,1 0 0,2 1 0,0 1 0,2-1 0,1 2 0,1-1 0,1 1 0,1 1 0,1-1 0,2 1 0,1 0 0,1 0 0,2 0 0,0-1 0,5 22 0,-4-37 0,2 1 0,0-1 0,0 0 0,1 0 0,0-1 0,1 1 0,1-1 0,-1 0 0,2-1 0,0 1 0,0-2 0,1 1 0,0-1 0,0 0 0,1-1 0,0 0 0,1-1 0,-1 0 0,1 0 0,1-2 0,-1 1 0,1-1 0,0-1 0,1 0 0,-1 0 0,1-2 0,-1 1 0,1-2 0,0 0 0,0 0 0,-1-1 0,1-1 0,0 0 0,0 0 0,-1-2 0,1 1 0,-1-2 0,1 1 0,-1-2 0,2-1 0,5-3 0,1-1 0,-1-1 0,-1-1 0,0-1 0,-1 0 0,0-1 0,-1-1 0,-1-1 0,0 0 0,-1-1 0,-1 0 0,-1-1 0,0-1 0,-1 0 0,-1 0 0,-1-1 0,-1 0 0,-1-1 0,0 0 0,-2 0 0,0 0 0,-1-1 0,-2 0 0,0 1 0,-1-1 0,-1-5 0,-2 15-71,0 1-1,-1 0 1,0 0-1,0 1 1,-1-1-1,-1 1 1,0-1-1,0 1 1,-1 1-1,0-1 1,-1 1-1,0 0 1,0 1-1,-1-1 1,0 1-1,0 1 1,-1 0-1,0 0 1,0 0 0,-1 1-1,0 1 1,0 0-1,0 0 1,-1 1-1,0 0 1,1 1-1,-1 0 1,0 1-1,-1 0 1,1 1-1,0 0 1,-10 1 71,-33-4-5227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556 274 26686,'0'0'1040,"0"0"1178,0 0-1297,0 0-466,-21-21-88,-68-70-12,-48-21 154,133 107-505,0 0 0,-1 1 1,0 0-1,0 0 0,0 1 1,0-1-1,-1 1 0,1 0 0,-1 1 1,0-1-1,0 1 0,0 0 0,0 1 1,0-1-1,0 1 0,0 0 1,0 1-1,-1 0 0,1 0 0,0 0 1,-1 0-1,1 1 0,0 0 0,0 1 1,0-1-1,0 1 0,0 0 0,0 1 1,0-1-1,1 1 0,-1 0 1,1 1-1,0-1 0,0 1 0,-4 5-4,-6 15 2,2 2 0,1 0-1,1 1 1,1 0 0,1 0 0,2 1-1,1 0 1,1 0 0,1 1-1,1 0 1,2 7-2,-1-28 0,1-1-1,0 1 1,0-1-1,0 1 1,1-1-1,0 1 1,1-1-1,-1 1 1,2-1 0,-1 1-1,1-1 1,0 0-1,0 1 1,1-1-1,0 0 1,0-1-1,1 1 1,0-1 0,0 1-1,1-1 1,-1 0-1,1-1 1,0 1-1,1-1 1,0 0-1,-1 0 1,2-1 0,-1 1-1,0-1 1,1-1-1,0 1 1,0-1-1,5 1 1,5-1 9,0-2 1,-1-1-1,1 0 0,0 0 0,-1-2 0,1 0 0,-1-1 1,0-1-1,1-1 0,-2 0 0,1-1 0,-1 0 0,1-1 0,-2-1 1,1 0-1,-1-2 0,12-9-9,21-19-788,-1-1 0,-3-3 0,-1-1 0,10-17 788,-4 4-5855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30927,'0'0'1088,"0"0"-696,0 0-32,-4 120-360,-3-64 0,5 10 0,-3 28 0,0-5 0,1 6 0,1 23 0,3-37-736,0-16-11867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25669,'0'0'4810,"0"0"-4026,0 0-88,0 0-216,0 0-152,-53 166-328,40-87 0,1 22 0,3-5 0,0 5 0,6-3 0,3-26 0,7-7 0,16-24-936,0-24-1073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31215,'0'0'1168,"0"0"-784,5 114-384,-5-23 0,0 42 0,0 48 0,-7 7 0,4-30 0,3-55 0,0-61-2753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1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397 172 26022,'0'0'3928,"0"0"-2606,0 0-717,0 0-86,-5-13-204,-46-110-259,48 120-56,0 0 0,0 0 0,0 0 0,-1 0 0,1 0 0,-1 1 0,0 0 0,0 0 0,1 0 0,-1 0 0,0 0 0,-1 1 0,1 0 0,0 0 0,0 0 0,-1 0 0,1 1 0,0-1 0,-1 1 0,1 0 0,0 1 0,-1-1 0,1 1 0,0 0 0,-1 0 0,1 0 0,0 0 0,0 1 0,0-1 0,0 1 0,0 0 0,0 1 0,1-1 0,-1 1 0,1-1 0,0 1 0,-1 0 0,1 1 0,0-1 0,1 0 0,-1 1 0,0 1 0,-18 19 0,2 2 0,1 0 0,1 1 0,1 1 0,2 1 0,0 0 0,2 0 0,1 2 0,2-1 0,1 1 0,1 1 0,2-1 0,1 1 0,1 0 0,2 0 0,2 0 0,1 11 0,-2-40 0,1 0 0,-1 0 0,1 0 0,0 0 0,0 0 0,0-1 0,0 1 0,1 0 0,-1 0 0,1-1 0,0 1 0,-1-1 0,1 0 0,0 1 0,1-1 0,-1 0 0,0 0 0,0 0 0,1 0 0,-1-1 0,1 1 0,0-1 0,-1 1 0,1-1 0,0 0 0,0 0 0,0 0 0,0-1 0,0 1 0,0 0 0,0-1 0,0 0 0,0 0 0,0 0 0,0 0 0,2-1 0,104-35 0,187-212-400,-213 178-874,-14 11-1333</inkml:trace>
  <inkml:trace contextRef="#ctx0" brushRef="#br0" timeOffset="340.509">1309 280 29086,'0'0'1000,"0"0"65,0 0-256,0 0-254,-7-23-334,-25-75-190,29 90-31,0 1 0,-1 0 0,0 0 0,-1 1 0,0-1 0,0 1 0,0 0 0,-1 0 0,1 0 0,-1 1 0,-1 0 0,1 0 0,-1 1 0,0 0 0,0 0 0,0 0 0,0 1 0,-1 0 0,0 0 0,1 1 0,-1 0 0,0 1 0,0 0 0,0 0 0,0 0 0,0 1 0,0 0 0,-5 1 0,4 0 0,0 0 0,0 0 0,0 1 0,0 0 0,0 0 0,1 1 0,-1 0 0,1 1 0,0 0 0,0 0 0,0 0 0,0 1 0,1 1 0,0-1 0,0 1 0,0 0 0,1 1 0,0 0 0,0 0 0,1 0 0,-5 8 0,-3 5 0,1 1 0,1 0 0,1 0 0,1 2 0,0-1 0,2 1 0,-4 19 0,1 89 0,10-126 0,1-1 0,0 0 0,-1 1 0,2-1 0,-1 0 0,0 1 0,1-1 0,0 0 0,0 0 0,0 0 0,0-1 0,1 1 0,-1 0 0,1-1 0,0 1 0,0-1 0,0 0 0,1 0 0,-1-1 0,1 1 0,-1 0 0,1-1 0,0 0 0,0 0 0,0 0 0,0-1 0,1 1 0,-1-1 0,0 0 0,1 0 0,-1-1 0,2 1 0,8 1 0,0-1 0,0-1 0,0 0 0,0-1 0,0 0 0,0-1 0,-1-1 0,1 0 0,-1-1 0,2-1 0,20-11-163,-2-1 1,0-2-1,0-1 0,-2-2 0,-1 0 1,-1-2-1,0-2 0,7-10 163,23-20-2763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23229,'0'0'8946,"0"0"-8354,0 0-592,0 0 0,0 0 0,0 0 0,0 0 0,9 11 0,-7-11 0,-2 0 0,-2 0 0,-19 0 0,-4-11-4577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295 406 30382,'0'0'1005,"0"0"-385,5-19-285,5-19-265,-1 0 1,-2-1 0,-2 0 0,-2-1 0,-1 1 0,-4-32-71,2 67 0,0 0 0,-1 0 0,0 1 0,0-1 0,0 0 0,0 1 0,0-1 0,-1 1 0,0-1 0,0 1 0,0 0 0,0 0 0,0 0 0,0 0 0,-1 0 0,0 0 0,1 1 0,-1-1 0,0 1 0,0 0 0,-1 0 0,1 0 0,0 0 0,-1 0 0,1 1 0,-1 0 0,1-1 0,-1 1 0,0 1 0,1-1 0,-1 0 0,0 1 0,0 0 0,1 0 0,-1 0 0,0 0 0,0 1 0,1-1 0,-1 1 0,0 0 0,1 0 0,-1 0 0,1 1 0,-1-1 0,1 1 0,-1 0 0,1 0 0,0 0 0,0 0 0,0 1 0,0-1 0,-12 17 0,2 0 0,-1 0 0,2 1 0,1 1 0,1 0 0,0 0 0,-2 11 0,-6 9 0,3 1 0,1 0 0,2 1 0,2 1 0,1 0 0,3 0 0,2 0 0,1 1 0,3 12 0,1-49 0,1 0 0,0-1 0,0 1 0,1 0 0,0-1 0,0 0 0,1 1 0,0-1 0,0-1 0,0 1 0,1-1 0,0 1 0,1-2 0,-1 1 0,1 0 0,0-1 0,0 0 0,1 0 0,0-1 0,-1 0 0,1 0 0,1-1 0,-1 0 0,1 0 0,-1 0 0,1-1 0,0 0 0,-1-1 0,1 0 0,0 0 0,0 0 0,0-1 0,0-1 0,0 1 0,0-1 0,0 0 0,0-1 0,0 0 0,-1 0 0,1-1 0,-1 0 0,1 0 0,-1-1 0,0 0 0,0 0 0,-1-1 0,5-3 0,2-5-31,-1-1 0,0 0 0,-1 0 0,-1-1 1,0-1-1,-1 0 0,-1 0 0,0-1 0,-1 0 0,-1 0 0,-1 0 0,0-1 1,0-7 30,4-30-2008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532 387 30382,'0'0'651,"0"0"-196,-10-17-92,-81-139 474,89 151-834,-1 0-1,1 0 0,-1 1 0,0-1 1,0 1-1,0 0 0,-1 0 0,0 0 1,1 0-1,-1 0 0,0 1 0,-1 0 1,1 0-1,-1 0 0,1 0 0,-1 1 1,0 0-1,0 0 0,0 0 0,0 0 1,0 1-1,-1 0 0,1 0 0,0 0 1,-1 1-1,1 0 0,0 0 0,-1 0 1,1 1-1,0-1 0,-1 1 0,1 1 1,0-1-1,0 1 0,-5 2-2,-8 9 0,0 1 0,0 1 0,2 1 0,0 0 0,1 2 0,0-1 0,2 2 0,0 0 0,1 0 0,1 1 0,-8 20 0,7-19 0,0 0 0,2 1 0,1 0 0,1 0 0,0 1 0,2 0 0,1 1 0,1 0 0,0-1 0,2 1 0,1 2 0,1-22 0,1 0 0,0-1 0,0 1 0,0 0 0,0 0 0,1-1 0,-1 1 0,1 0 0,0-1 0,0 1 0,0-1 0,0 0 0,1 0 0,-1 0 0,1 0 0,0 0 0,0-1 0,0 1 0,0-1 0,1 0 0,-1 0 0,0 0 0,1 0 0,0 0 0,-1-1 0,1 0 0,0 0 0,0 0 0,0 0 0,0 0 0,2-1 0,130-5 0,-108-5 0,-1-1 0,0-2 0,-1-1 0,-1-1 0,0-1 0,-1-1 0,-1-1 0,-1-1 0,0-2 0,10-12 0,185-229-1707,-190 229-523</inkml:trace>
  <inkml:trace contextRef="#ctx0" brushRef="#br0" timeOffset="358.21">1212 421 29718,'0'0'2253,"-2"-26"-1529,-15-151-652,16 170-72,1 1 0,-1-1 0,-1 1 0,1-1 0,-1 1 0,0-1 0,-1 1 0,1 0 0,-1 0 0,0 0 0,-1 0 0,0 1 0,0-1 0,0 1 0,0 0 0,-1 0 0,0 0 0,0 1 0,0 0 0,0 0 0,-1 0 0,1 0 0,-1 1 0,0 0 0,0 0 0,-1 1 0,1 0 0,0 0 0,-1 0 0,0 1 0,1 0 0,-1 0 0,0 1 0,1-1 0,-1 2 0,0-1 0,1 1 0,-2 0 0,-2 5 0,1 0 0,1 1 0,-1 0 0,1 0 0,1 1 0,-1 0 0,1 0 0,1 1 0,-1 0 0,2 0 0,-1 0 0,1 1 0,0 0 0,1 0 0,1 0 0,-2 6 0,-6 13 0,1 0 0,1 2 0,2-1 0,0 1 0,3 0 0,0 0 0,3 0 0,0 26 0,1-53 0,0 0 0,0 0 0,0 0 0,1 0 0,-1-1 0,1 1 0,0 0 0,0 0 0,0 0 0,0-1 0,1 1 0,0 0 0,0-1 0,0 0 0,0 1 0,0-1 0,0 0 0,1 0 0,0 0 0,0 0 0,0-1 0,0 1 0,0-1 0,0 0 0,0 0 0,1 0 0,-1 0 0,1 0 0,0-1 0,-1 1 0,1-1 0,0 0 0,0 0 0,0-1 0,-1 1 0,1-1 0,0 0 0,0 0 0,0 0 0,0-1 0,1 1 0,14-4-5,0-1 1,0 0-1,-1-1 1,0-1-1,0-1 1,-1-1-1,0 0 1,0-1-1,-1-1 0,-1 0 1,0-1-1,0-1 1,-1 0-1,-1-1 1,3-5 4,-2 7-31,133-128-1550,-86 81 620</inkml:trace>
  <inkml:trace contextRef="#ctx0" brushRef="#br0" timeOffset="716.806">2113 363 30511,'0'0'852,"0"0"-60,3-21-275,9-68-422,-12 79-95,0-1 0,0 0 0,-1 1 0,0-1 0,-1 1 0,0-1 0,-1 1 0,0 0 0,-1 0 0,0 0 0,0 0 0,-1 1 0,0 0 0,-1 0 0,0 0 0,-1 0 0,1 1 0,-2 0 0,1 1 0,-1-1 0,0 2 0,-5-4 0,7 5 0,-1 1 0,1 0 0,-1 0 0,0 1 0,0 0 0,0 0 0,0 0 0,0 1 0,-1 0 0,1 1 0,-1 0 0,1 0 0,-1 0 0,0 1 0,1 0 0,-1 1 0,0 0 0,1 0 0,-1 0 0,1 1 0,0 0 0,-1 1 0,1-1 0,0 1 0,0 1 0,1-1 0,-1 1 0,1 0 0,-1 1 0,1 0 0,1 0 0,-4 3 0,-4 8 0,1 0 0,0 1 0,1 0 0,1 1 0,1 0 0,0 0 0,2 1 0,0 0 0,1 1 0,1-1 0,0 1 0,2 0 0,0 1 0,2-1 0,0 0 0,2 14 0,-1-28 0,0 1 0,0-1 0,1 1 0,0-1 0,0 0 0,1 1 0,0-1 0,0 0 0,0 0 0,1 0 0,0 0 0,0-1 0,1 1 0,-1-1 0,1 0 0,0 0 0,1 0 0,-1 0 0,1-1 0,0 1 0,0-1 0,0-1 0,1 1 0,-1-1 0,1 0 0,0 0 0,0 0 0,0-1 0,0 0 0,0 0 0,0-1 0,1 0 0,-1 0 0,1 0 0,2-1 0,6 1-62,1 0 0,-1-2 0,1 0 0,-1 0 0,0-2 0,0 0 0,0 0 0,0-2 0,2 0 62,79-39-5034,-39 12-10579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413 276 26790,'0'0'3256,"0"0"-2090,0 0-673,0 0-16,-9-18-99,-50-108-171,58 121-207,0 0 0,-1 0 0,0 0 0,0 0 0,0 1 0,-1-1 0,1 1 0,-1 0 0,0 0 0,0 0 0,-1 0 0,1 0 0,-1 1 0,0 0 0,0-1 0,0 1 0,0 1 0,0-1 0,-1 1 0,1-1 0,-1 1 0,0 0 0,0 1 0,0-1 0,0 1 0,0 0 0,0 1 0,0-1 0,0 1 0,0 0 0,0 0 0,0 0 0,0 1 0,0-1 0,0 1 0,0 1 0,0-1 0,0 1 0,1 0 0,-1 0 0,0 0 0,1 0 0,0 1 0,-3 2 0,-75 133 0,68-105 0,0 0 0,3 1 0,1 1 0,1 0 0,2 0 0,2 1 0,1 0 0,1 30 0,2-60 0,0-1 0,1 0 0,0 0 0,0 1 0,0-1 0,1 0 0,-1 0 0,1 1 0,1-1 0,-1 0 0,1 0 0,0 0 0,0 0 0,0-1 0,1 1 0,-1-1 0,1 1 0,0-1 0,1 0 0,-1 0 0,1 0 0,0 0 0,0-1 0,0 0 0,0 0 0,0 0 0,1 0 0,-1 0 0,1-1 0,0 0 0,0 0 0,0 0 0,0-1 0,0 1 0,0-1 0,0-1 0,1 1 0,3-1 0,12-2 0,-1-1 0,0-1 0,0-1 0,0-1 0,-1-1 0,0 0 0,0-2 0,-1 0 0,0-1 0,0 0 0,-1-2 0,-1 0 0,0-1 0,-1-1 0,0 0 0,-1-1 0,7-10 0,109-130-186,-83 82-3331,-9 7-10456</inkml:trace>
  <inkml:trace contextRef="#ctx0" brushRef="#br0" timeOffset="374.502">1233 297 29806,'0'0'1639,"0"0"-1072,0 0-192,-5-25-58,-15-82-254,19 100-63,1 0 0,-1-1 0,-1 1 0,1 0 0,-1 0 0,0 0 0,-1 0 0,0 0 0,0 0 0,0 1 0,-1-1 0,0 1 0,0 0 0,-1 0 0,0 1 0,0-1 0,0 1 0,0 0 0,-1 1 0,0-1 0,0 1 0,0 0 0,0 0 0,-1 1 0,0 0 0,0 0 0,1 0 0,-2 1 0,1 0 0,0 1 0,0 0 0,0 0 0,-1 0 0,1 1 0,-1 0 0,1 0 0,0 1 0,-1 0 0,-6 5 0,1 1 0,0 0 0,0 1 0,1 1 0,0 0 0,1 0 0,0 1 0,0 1 0,1 0 0,0 0 0,1 1 0,0 0 0,1 1 0,1 0 0,0 0 0,0 0 0,2 1 0,-1 0 0,2 0 0,0 1 0,1-1 0,-1 9 0,-2 2 0,0 0 0,2 0 0,2 1 0,0 0 0,1 0 0,2-1 0,0 1 0,2 1 0,-2-16 0,1 0 0,1 0 0,-1-1 0,2 1 0,-1-1 0,2 1 0,-1-1 0,1-1 0,1 1 0,0-1 0,0 1 0,1-2 0,0 1 0,0-1 0,1 0 0,0 0 0,1-1 0,-1 0 0,9 4 0,-12-9 0,0 1 0,1 0 0,-1-1 0,1 0 0,-1-1 0,1 1 0,0-1 0,0 0 0,0 0 0,0-1 0,0 0 0,0 0 0,0 0 0,0-1 0,-1 0 0,1 0 0,0 0 0,0-1 0,-1 0 0,1 0 0,-1 0 0,1-1 0,-1 0 0,0 0 0,0 0 0,0 0 0,0-1 0,-1 0 0,0 0 0,1 0 0,0-2 0,23-31-13,-1-1 0,-2-2 1,-2 0-1,-2-1 0,-1-1 0,4-18 13,49-95-538,-27 72-165,-8 16-1012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528 295 26142,'0'0'2364,"0"0"-1369,0 0-266,0 0-35,0 0-130,0-12-100,-1-1-401,0 0 0,0 0-1,-1 1 1,-1-1 0,0 1-1,-1-1 1,0 1 0,-1 0-1,0 0 1,-1 1 0,0 0-1,-1 0 1,-4-6-63,5 9 0,-1-1 0,1 1 0,-1 1 0,-1-1 0,1 1 0,-1 0 0,-1 1 0,1 0 0,-1 0 0,0 1 0,0 0 0,-1 0 0,1 1 0,-1 0 0,0 1 0,0 0 0,0 1 0,-1 0 0,1 1 0,0 0 0,-1 0 0,1 1 0,-1 1 0,1-1 0,-1 2 0,1-1 0,0 2 0,0-1 0,0 1 0,-8 4 0,3 8 0,1 0 0,1 1 0,0 1 0,1 0 0,1 0 0,0 1 0,1 1 0,2 0 0,0 0 0,0 1 0,2 0 0,1 0 0,0 0 0,0 15 0,-6 12 0,3 0 0,2 0 0,2 0 0,2 1 0,3 20 0,0-56 0,1 0 0,0 1 0,1-1 0,0-1 0,1 1 0,0 0 0,1-1 0,0 0 0,1 0 0,0-1 0,1 1 0,0-1 0,1-1 0,0 1 0,2 1 0,-6-7 0,0 0 0,1 0 0,-1 0 0,1 0 0,0 0 0,0-1 0,0 0 0,0 0 0,1 0 0,-1-1 0,1 0 0,0 0 0,-1 0 0,1-1 0,0 0 0,0 0 0,0 0 0,0-1 0,0 0 0,0 0 0,0 0 0,0-1 0,0 0 0,0 0 0,0-1 0,0 0 0,-1 1 0,1-2 0,-1 1 0,1-1 0,1-1 0,11-10 0,0-2 0,-2 0 0,1 0 0,-2-2 0,-1 0 0,0 0 0,-1-2 0,8-16 0,-14 26 0,97-169 3,-73 119-546,2 2 1,4 1 0,1 2 0,3 1-1,6-2 543,-9 20-3972</inkml:trace>
  <inkml:trace contextRef="#ctx0" brushRef="#br0" timeOffset="341.86">1406 419 25950,'0'0'4108,"0"0"-2758,0 0-663,0 0-131,-12-23-441,-36-76-114,45 91-1,0 0 0,-1 0 0,0 0 0,0 1 0,-1-1 0,0 1 0,0 0 0,0 1 0,-1-1 0,0 1 0,0 0 0,-1 1 0,0-1 0,0 1 0,0 1 0,-1-1 0,1 1 0,-1 0 0,0 1 0,0 0 0,0 0 0,-1 1 0,1 0 0,0 0 0,-1 1 0,0 0 0,-6 1 0,5 3 0,0 1 0,0 1 0,0 0 0,1 0 0,0 0 0,0 1 0,1 1 0,-1 0 0,1 0 0,1 0 0,0 1 0,0 0 0,0 0 0,1 1 0,0 0 0,0 0 0,1 1 0,1-1 0,-1 1 0,2 0 0,-1 0 0,1 0 0,0 6 0,-8 12 0,1 1 0,1 0 0,2 1 0,1 0 0,1 0 0,2 0 0,1 1 0,1-1 0,2 3 0,0-29 0,1 1 0,-1-1 0,1 0 0,0 0 0,0 0 0,1 0 0,-1-1 0,1 1 0,0 0 0,0-1 0,0 0 0,0 0 0,1 0 0,-1 0 0,1 0 0,0-1 0,-1 0 0,1 1 0,0-2 0,0 1 0,1 0 0,-1-1 0,0 1 0,1-1 0,-1-1 0,0 1 0,1 0 0,-1-1 0,1 0 0,-1 0 0,1-1 0,-1 1 0,1-1 0,-1 0 0,1 0 0,-1 0 0,0-1 0,0 1 0,0-1 0,0 0 0,0 0 0,0-1 0,0 1 0,0-1 0,1-1 0,36-21-2,-1-2 0,0-2 0,-3-1 0,0-2-1,2-6 3,25-20-72,85-76-2160,-88 79 402</inkml:trace>
  <inkml:trace contextRef="#ctx0" brushRef="#br0" timeOffset="716.464">2131 417 30807,'0'0'984,"0"0"-365,-9-26-314,-47-159-253,0 64-52,53 117 0,1 0 0,-1 1 0,-1-1 0,1 1 0,0 0 0,-1 0 0,1 0 0,-1 1 0,0-1 0,0 1 0,0 0 0,0 0 0,-1 0 0,1 0 0,0 1 0,-1 0 0,1 0 0,-1 0 0,1 0 0,-1 1 0,0 0 0,1 0 0,-1 0 0,1 0 0,-1 1 0,0 0 0,-2 0 0,0 4 0,-1-1 0,1 1 0,0 0 0,0 1 0,0 0 0,1 0 0,-1 0 0,2 1 0,-1 0 0,1 0 0,0 0 0,0 1 0,1-1 0,0 1 0,1 0 0,-1 1 0,2-1 0,-1 0 0,0 7 0,-11 31 0,1 1 0,3 1 0,2 0 0,2 0 0,2 0 0,3 36 0,-1-77 0,1-1 0,0 1 0,1-1 0,0 1 0,0 0 0,0-1 0,1 1 0,-1-1 0,2 1 0,-1-1 0,1 1 0,0-1 0,0 0 0,1 0 0,0 0 0,0 0 0,0 0 0,1 0 0,0-1 0,0 0 0,0 0 0,1 0 0,-1 0 0,1-1 0,0 0 0,1 1 0,-1-2 0,1 1 0,-1-1 0,1 0 0,0 0 0,1-1 0,-1 1 0,0-1 0,1-1 0,-1 1 0,1-1 0,-1 0 0,1-1 0,0 0 0,8-5 0,0-2 0,-1 1 0,1-2 0,-1 0 0,-1-1 0,1 0 0,-2-1 0,1-1 0,-1 0 0,-1 0 0,0-1 0,-1-1 0,0 1 0,0-2 0,-2 0 0,0 0 0,0 0 0,0-4 0,-7 17 0,120-179-487,-101 156-1178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4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244 301 28102,'0'0'1478,"0"0"-652,0 0-97,0 0 188,3-25-310,9-84-499,-10 102-108,0 0 0,0-1 0,-1 1 0,0 0 0,-1 0 0,0 0 0,0-1 0,0 1 0,-1 0 0,0 0 0,-1-1 0,1 1 0,-1 0 0,-1 0 0,1 1 0,-1-1 0,0 0 0,-1 1 0,0 0 0,0 0 0,0 0 0,-1 0 0,0 0 0,0 5 0,1 0 0,0 1 0,-1-1 0,1 1 0,-1 0 0,1 1 0,-1-1 0,1 1 0,0 0 0,-1 0 0,1 0 0,0 0 0,0 1 0,0 0 0,0 0 0,0 0 0,0 0 0,0 0 0,0 1 0,1 0 0,0 0 0,-1 0 0,1 0 0,0 0 0,0 1 0,1-1 0,-1 1 0,1 0 0,0 0 0,0 0 0,0 0 0,0 0 0,1 0 0,0 0 0,0 1 0,-1 1 0,-14 28 0,1 0 0,2 1 0,1 1 0,1 0 0,3 0 0,1 1 0,1 0 0,2 0 0,1 25 0,3-60 0,-1 1 0,0-1 0,1 1 0,-1 0 0,1-1 0,0 1 0,0-1 0,0 1 0,0 0 0,1-1 0,-1 1 0,1 0 0,-1-1 0,1 1 0,0-1 0,0 1 0,0-1 0,0 0 0,0 1 0,1-1 0,-1 0 0,1 0 0,0 0 0,-1 0 0,1 0 0,0 0 0,0 0 0,0-1 0,0 1 0,1-1 0,-1 0 0,0 1 0,1-1 0,-1 0 0,1 0 0,-1 0 0,1-1 0,-1 1 0,1-1 0,-1 1 0,1-1 0,0 0 0,-1 0 0,1 0 0,0 0 0,-1 0 0,1-1 0,-1 1 0,3-2 0,8-2 0,1-2 0,-1 0 0,0 0 0,0-2 0,-1 1 0,0-1 0,0-1 0,-1 0 0,0-1 0,0 0 0,-1-1 0,-1 0 0,17-15 0,169-144-2303,-134 121-43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4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31551,'0'0'984,"0"0"-752,0 0-232,0 0 0,0 0 0,0 0 0,0 0 0,66 66 0,-59-66-1520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24637,'0'0'4625,"0"0"-3793,0 0-311,0 0-177,0 0 104,0 0-104,-10 149-8,10-80-48,0 5-88,0 3-80,0-4-48,3-5-72,1-12 0,8-17-56,18-30-448,-3-9-552,3-11-1977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30583,'0'0'1240,"0"0"-616,0 136-304,-2-67-320,2 1 0,0 3 0,0-5 0,4-3 0,10-9 0,12-9 0,-3-14-1088,-5-18-1321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30118,'0'0'1329,"0"0"-1001,0 0 136,7 123 64,-2-67-528,-3 6 0,0 2 0,0 0 0,3-8 0,11-12-104,0-17-1240,-2-19-2609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28598,'0'0'3393,"0"0"-2865,0 0-280,9 130-248,-2-74 0,4 4 0,3 5 0,11 22 0,1-17 0,-10-10-1000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27822,'0'0'2212,"26"-1"-1541,179-6 52,-178 7-611,-9-2-25,0 1 0,1 0 1,-1 2-1,1 0 1,-1 1-1,0 1 0,0 1 1,0 0-1,0 1 0,-1 2 1,1-1-1,-1 2 1,-1 0-1,15 10-87,-25-11 0,-1 1 0,0 0 0,0 0 0,0 0 1,-1 1-1,-1-1 0,1 1 0,-1 0 0,-1 0 0,0 0 0,0 0 0,-1 0 1,0 1-1,0-1 0,-1 0 0,0 1 0,-1-1 0,0 0 0,-1 1 0,0-1 1,0 0-1,-1 0 0,0 0 0,0-1 0,-1 1 0,0-1 0,-1 0 0,0 0 0,0 0 1,-1-1-1,1 1 0,-2-1 0,1 0 0,-47 56 0,-3-1 0,-2-3 0,-43 32 0,78-70 0,5-4 0,38-10 0,96-36 0,112-63-421,-123 48-854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3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391 275 29246,'0'0'924,"0"0"-381,0 0-259,0 0-26,-14-20-45,-79-122-57,86 132-148,0 0-1,-1 1 1,0-1 0,0 1-1,-1 1 1,-1 0-1,1 0 1,-1 1 0,0 0-1,-1 1 1,-5-3-8,13 7 2,-1 1 0,0-1-1,0 1 1,0-1 0,0 1 0,0 1 0,0-1 0,0 0 0,0 1 0,0 0 0,0 0 0,0 0 0,-1 0 0,1 1-1,0 0 1,0-1 0,0 1 0,0 1 0,1-1 0,-1 1 0,0-1 0,0 1 0,1 0 0,-1 1 0,1-1 0,0 1-1,-1-1 1,1 1 0,1 0 0,-1 0 0,0 0 0,1 0 0,-1 1 0,1-1 0,-1 2-2,-3 7 2,0 0 1,0 1-1,1-1 1,1 1 0,0 0-1,1 0 1,0 1-1,1-1 1,0 1 0,1-1-1,1 1 1,0-1-1,1 1 1,2 11-3,-1-20 5,-1 0 0,1 1 1,0-1-1,0 0 0,1-1 1,0 1-1,-1 0 0,2-1 0,-1 1 1,0-1-1,1 0 0,0 0 1,0-1-1,0 1 0,0-1 1,1 0-1,-1 0 0,1 0 0,0 0 1,0-1-1,0 0 0,0 0 1,0 0-1,0-1 0,0 0 0,4 1-5,3 0 6,0 0 0,0 0 0,0-1 0,0-1-1,0 0 1,0-1 0,1 0 0,-1-1 0,0 0-1,-1-1 1,10-3-6,-7-1-7,0-1-1,0 0 1,-1 0-1,0-2 0,0 0 1,-1 0-1,-1-1 1,10-11 7,-8 9-35,57-60-549,-9 4-967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314 257 23989,'0'0'6101,"0"0"-4386,0 0-1293,0 0-114,-6-22-112,-41-130-160,47 149-38,0-1 1,0 0-1,-1 1 0,0-1 1,0 1-1,0-1 0,0 1 0,0-1 1,-1 1-1,0 0 0,1-1 1,-1 1-1,0 0 0,-1 0 1,1 1-1,0-1 0,-1 0 0,0 1 1,0-1-1,1 1 0,-1 0 1,0 0-1,-1 0 0,1 0 1,0 1-1,-1-1 0,1 1 0,-1 0 1,1 0-1,-1 0 0,1 0 1,-1 1-1,0-1 0,1 1 1,-1 0-1,0 0 0,1 1 1,-1-1-1,0 1 0,1-1 0,-1 1 1,1 0-1,-1 1 0,-2 0 2,-5 10-10,1 0-1,1 1 1,-1 0 0,2 1-1,0 0 1,1 0-1,0 0 1,1 1-1,1 0 1,0 1 0,-2 11 10,-6 17-1,3 0 1,1 0 0,3 0 0,1 1-1,1 37 1,4-79 0,-1 1 0,1-1-1,0 0 1,0 0 0,0 1-1,1-1 1,-1 0 0,1 0-1,0 0 1,0 1 0,0-1-1,0 0 1,0 0 0,1 0-1,-1-1 1,1 1 0,0 0-1,0 0 1,0-1 0,0 0-1,0 1 1,0-1 0,1 0-1,-1 0 1,1 0 0,0 0-1,0 0 1,-1-1 0,1 1-1,0-1 1,0 0 0,1 0-1,-1 0 1,0 0 0,0-1-1,0 1 1,0-1 0,1 0-1,-1 0 1,0 0 0,0 0-1,1 0 1,-1-1 0,0 1 0,8-3-2,-1 0 0,0 0 0,-1-1 0,1 0 0,0 0 0,-1-1 1,0-1-1,0 1 0,-1-2 0,1 1 0,-2-1 0,1 0 0,0-1 1,-1 0-1,-1 0 0,4-4 2,14-15-76,98-104-1872,-68 74-1466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284 214 30775,'0'0'658,"0"0"-279,0 0 55,-1-22-2,-4-73-343,5 91-89,0 0 0,0 0 0,0 0 0,0 0 0,-1 1 0,0-1 0,0 0 0,0 0 0,0 1 0,-1-1 0,1 0 0,-1 1 0,0 0 0,0-1 0,0 1 0,0 0 0,-1 0 0,1 0 0,-1 0 0,0 1 0,0-1 0,0 1 0,0-1 0,0 1 0,0 0 0,-1 0 0,1 1 0,-1-1 0,1 1 0,-1-1 0,0 1 0,0 0 0,1 1 0,-1-1 0,0 1 0,0-1 0,0 1 0,0 0 0,0 1 0,0-1 0,1 1 0,-1-1 0,0 1 0,0 0 0,1 1 0,-1-1 0,0 1 0,1-1 0,0 1 0,-1 0 0,1 0 0,0 1 0,0-1 0,0 1 0,0 0 0,-11 13 0,1 0 0,0 1 0,2 1 0,0 0 0,1 0 0,1 1 0,0 0 0,2 1 0,0 0 0,1 0 0,1 1 0,1-1 0,1 1 0,1 0 0,0 0 0,2 0 0,1 4 0,-2-23 0,1 0 0,0 1 0,0-1 0,0 1 0,0-1 0,1 0 0,-1 1 0,0-1 0,1 0 0,0 0 0,-1 1 0,1-1 0,0 0 0,0 0 0,0 0 0,1 0 0,-1 0 0,0 0 0,1 0 0,-1-1 0,1 1 0,0 0 0,0-1 0,-1 1 0,1-1 0,0 0 0,0 1 0,0-1 0,1 0 0,-1 0 0,0 0 0,0-1 0,0 1 0,1-1 0,-1 1 0,0-1 0,1 0 0,-1 1 0,0-1 0,1 0 0,-1-1 0,0 1 0,1 0 0,8-2 0,0-1 0,0 1 0,-1-2 0,1 1 0,-1-2 0,0 1 0,0-1 0,-1-1 0,1 0 0,-1 0 0,-1-1 0,1 0 0,-1 0 0,0-1 0,-1 0 0,1-1 0,-2 0 0,2-2 0,-4 7 0,131-181-1707,-103 130-1731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30158,'0'0'1129,"0"0"-961,0 0 128,0 0 136,0 0-184,0 0-168,104 119-80,-65-107-424,-7-4-1152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250 256 26598,'0'0'2319,"0"0"-1260,0 0-478,0 0-117,0 0-76,-3-19-112,-34-148 190,36 164-457,1-1-1,-1 1 1,0-1 0,-1 1 0,1 0-1,-1-1 1,1 1 0,-1 0 0,0 0 0,0 0-1,0 0 1,-1 0 0,1 1 0,-1-1-1,1 1 1,-1-1 0,0 1 0,0 0-1,0 0 1,0 1 0,0-1 0,-1 0 0,1 1-1,0 0 1,-1 0 0,1 0 0,-1 0-1,1 0 1,-1 1 0,1 0 0,-1-1-1,0 1 1,1 1 0,-1-1 0,1 0-1,-1 1 1,1 0 0,-1 0 0,1 0 0,-1 0-1,1 1 1,0-1 0,-1 1 0,1 0-1,0 0 1,0 0 0,0 0-9,-8 16-3,1 0-1,1 0 1,1 1 0,0-1 0,1 2-1,2-1 1,0 1 0,1 0-1,0 0 1,2 0 0,0 1-1,2-1 1,0 1 0,1-1 0,4 17 3,-4-31-3,0 0 1,0 0-1,0-1 1,1 1-1,0 0 1,0-1-1,0 0 1,1 1-1,0-1 1,0 0 0,0 0-1,1 0 1,-1-1-1,1 1 1,0-1-1,1 0 1,-1 0-1,1-1 1,0 1-1,0-1 1,0 0 0,0 0-1,0 0 1,1-1-1,-1 0 1,1 0-1,-1 0 1,1-1-1,0 0 1,0 0-1,0 0 1,0-1-1,-1 0 1,1 0 0,0-1-1,0 1 1,0-1-1,0 0 1,-1-1-1,1 1 1,0-1-1,-1 0 1,1-1-1,-1 0 1,4-2 2,154-100-918,-119 71 20,22-17-1643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5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316 274 30214,'0'0'1101,"0"0"-356,0 0-307,-6-22-209,-64-166-189,68 184-40,0 0 0,1 0 0,-1 1 0,0-1 0,0 1 0,-1-1 0,1 1 0,-1 0 0,0 0 0,0 0 0,0 1 0,0-1 0,0 0 0,-1 1 0,1 0 0,-1 0 0,1 0 0,-1 0 0,0 1 0,0-1 0,0 1 0,0 0 0,0 0 0,0 1 0,0-1 0,0 1 0,0 0 0,0 0 0,0 0 0,0 0 0,0 1 0,0 0 0,0 0 0,0 0 0,0 0 0,0 0 0,0 1 0,1 0 0,-1 0 0,1 0 0,-2 0 0,-6 13 0,1 0 0,0 0 0,1 1 0,0 0 0,2 1 0,0 0 0,0 0 0,2 0 0,0 1 0,1 0 0,1 0 0,-1 14 0,-1 81 0,5-110 0,0 0 0,0 0 0,0 0 0,1 0 0,-1 0 0,1 0 0,0 0 0,0 0 0,0 0 0,0-1 0,1 1 0,-1 0 0,1 0 0,0-1 0,0 1 0,0-1 0,0 0 0,0 1 0,0-1 0,0 0 0,1 0 0,-1-1 0,1 1 0,-1 0 0,1-1 0,0 0 0,0 1 0,0-1 0,0 0 0,0 0 0,0-1 0,0 1 0,0-1 0,0 1 0,0-1 0,6 0 0,1 1 0,-1-2-1,0 1 1,0-1-1,0-1 1,0 0-1,-1 0 1,1 0-1,0-1 1,-1-1-1,1 1 1,1-3 0,114-69-1133,-70 36-1162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29430,'0'0'784,"0"0"-215,0 0-49,0 143 56,0-81-112,0 8-240,0 3-128,2 0-72,8-5-24,15-8-344,0-20-840,-2-26-4418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31431,'0'0'1144,"0"0"-952,0 151-192,0-80 0,0-3 0,0 21 0,5-20-448,4-13-5297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29534,'0'0'1217,"0"0"-1009,0 0 112,0 130 168,0-65-88,7 5-176,0 1-120,0-3-56,4-6-48,1-10-32,13-13-416,-4-14-832,-5-16-3545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30615,'0'0'1096,"0"0"-536,-4 124-152,2-72-320,2 0-88,16 6 0,14-13-440,0-11-2577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29414,'0'0'1521,"0"0"-1257,0 0 136,0 0 112,28 130-224,-24-84-288,-1 27-48,-1-11-792,-2-8-2897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28382,'0'0'3337,"0"0"-2817,0 0-168,-106 160-176,71-100-176,-16 21 0,10-15-456,2-12-2177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275 225 26870,'0'0'2687,"0"0"-1728,0 0-446,-14-17-138,-46-60-94,-10-51 134,68 127-414,-1 1 0,0-1 0,1 1 0,-1-1 0,0 1 1,0 0-1,0 0 0,1 0 0,-1 1 0,0-1 0,0 0 0,0 1 0,1 0 0,-1 0 0,0 0 0,1 0 0,-1 0 0,1 0 0,-1 1 0,1-1 0,0 1 0,0 0 0,-1-1 1,1 1-1,0 0 0,1 0 0,-1 1 0,0-1 0,0 0 0,1 1 0,0-1 0,-1 0 0,1 1 0,0 0 0,0-1 0,0 1 0,1 0 0,-1-1 0,1 1 0,-1 0 0,1 0 0,0 0 1,0 1-2,-11 27 2,2 0 1,1 1 0,1 0-1,2 0 1,1 0 0,2 1-1,1-1 1,2 1 0,0-1-1,3 2-2,-2-28-1,-1 0 0,2-1 0,-1 1 0,1-1 0,-1 1 0,2-1 0,-1 0 0,0 0 0,1-1 0,0 1 0,0-1 0,0 0 0,1 0 0,0 0 0,-1 0 0,1-1 0,1 0 0,-1 0 0,0 0 0,1 0 0,-1-1 0,1 0 0,0 0 0,0-1 0,-1 0 0,1 0 0,0 0 0,0-1 0,0 1 0,0-2 0,0 1 0,0 0 0,0-1 0,0 0 0,0-1 0,0 1 0,0-1 0,-1-1 0,1 1 0,-1 0 0,0-1 0,1 0 0,-1-1 0,0 1 0,2-3 1,18-11-80,-1-1 1,0-2 0,-2 0-1,0-1 1,-1-1-1,-1-1 80,7-7-171,72-80-1164,-13 4-1283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30879,'0'0'864,"0"0"-176,3 172-352,1-89-336,3 2 0,0 0 0,16 10 0,-2-23 0,-3-18-2072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350 276 29510,'0'0'827,"0"0"-52,-5-22-266,-58-166 226,61 184-732,0 0 0,0-1 1,-1 1-1,1 1 0,-1-1 0,0 0 0,0 1 0,-1-1 0,1 1 0,-1 0 1,1 0-1,-1 1 0,0-1 0,0 1 0,0-1 0,0 1 0,-1 1 0,1-1 1,-1 0-1,1 1 0,-1 0 0,1 0 0,-1 1 0,0-1 0,1 1 0,-1 0 1,0 0-1,1 0 0,-1 1 0,0 0 0,1 0 0,-1 0 0,1 0 0,-1 1 1,1 0-1,0 0 0,-1 0 0,-1 1-3,-6 10-1,1 0-1,0 0 1,0 1-1,1 0 1,1 1-1,1 0 1,0 1 0,0 0-1,2 0 1,0 0-1,1 1 1,1 0-1,0 0 1,0 15 1,-4 100 0,8-127 0,1-1 0,-1 1 0,1-1 0,0 1 0,1-1 0,-1 0 0,1 1 0,0-1 0,0 0 0,0 0 0,1 0 0,-1-1 0,1 1 0,0 0 0,0-1 0,0 0 0,1 0 0,-1 0 0,1 0 0,0 0 0,0-1 0,0 0 0,0 0 0,0 0 0,0 0 0,0 0 0,2 0 0,11 0-189,-1-1 0,0 0 0,1-2 0,-1 1 0,1-2 1,-1 0-1,0-1 0,0-1 0,0 0 0,0-1 0,-1-1 0,0 0 0,0-1 0,0-1 0,-1 0 0,0-1 1,0-1 188,61-36-6031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0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417 303 30879,'0'0'680,"0"0"-16,0 0-245,0-21-305,1-70-103,0 84-15,0 0 0,-1 0-1,0-1 1,0 1 0,-1 0 0,0 0 0,0 0-1,0 0 1,-1 0 0,-1 0 0,1 0 0,-1 0-1,0 1 1,0-1 0,-1 1 0,0 0-1,0 0 1,0 0 0,-1 1 0,0-1 0,0 1-1,0 0 1,-1 1 0,0-1 0,0 1 0,0 0-1,0 1 1,0-1 0,-1 1 0,0 0 0,0 1-1,1 0 1,-1 0 0,-1 0 0,1 1 0,0 0-1,0 1 1,0-1 0,-7 2 4,5 0-8,1 0 0,0 1 0,0 0 1,0 1-1,1 0 0,-1 0 0,0 0 0,1 1 1,0 0-1,0 1 0,0 0 0,1 0 0,-1 0 0,1 1 1,0 0-1,1 0 0,-1 0 0,1 1 0,1 0 0,-1 0 1,0 3 7,-69 165 76,68-156-48,1 0 0,1 0 0,1 1 0,1-1 0,0 1 0,2-1 0,0 1 0,1 0 0,3 19-28,-1-35 0,0 1 0,1 0 0,-1-1 0,1 1 0,-1-1 0,1 0 0,1 0 0,-1-1 0,0 1 0,1-1 0,0 0 0,0 0 0,0 0 0,0-1 0,0 0 0,0 0 0,1 0 0,-1-1 0,1 1 0,-1-1 0,1-1 0,0 1 0,-1-1 0,1 0 0,-1 0 0,1-1 0,0 1 0,-1-1 0,1 0 0,-1-1 0,1 0 0,-1 1 0,0-2 0,0 1 0,5-3 0,12-7-200,0-2 0,-2 0 0,1 0 1,-2-2-1,0-1 0,-1 0 0,-1-1 0,0-1 0,-2-1 1,0 0-1,-1-1 0,-1-1 0,7-17 200,18-33-6748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386 295 24621,'0'0'4279,"0"0"-2568,0 0-1131,0 0-223,0 0-45,0 0-60,-14-23-70,-46-72-26,58 88-146,-1 0-1,0 0 1,0 1 0,-1-1 0,0 1 0,0 0 0,0 0 0,-1 0 0,0 1 0,0-1 0,0 1 0,-1 0 0,1 1-1,-1-1 1,-1 1 0,1 1 0,0-1 0,-1 1 0,0 0 0,0 0 0,0 1 0,0 0 0,0 0 0,0 1 0,0-1 0,-1 2-1,1-1 1,0 1 0,-1 0 0,1 1 0,0-1 0,-5 2-10,3 4 0,0 1 0,1 0 0,0 0 0,0 0 0,0 1 0,1 1 0,0-1 0,1 1 0,0 0 0,0 0 0,1 1 0,0 0 0,0 0 0,1 0 0,1 0 0,0 1 0,0-1 0,1 1 0,0 0 0,1 0 0,1 0 0,-1 0 0,2 0 0,-1 2 0,-1-5 0,1-1 0,-1 1 0,1-1 0,0 1 0,1 0 0,0-1 0,0 0 0,0 1 0,1-1 0,0 0 0,1 1 0,0-1 0,0-1 0,0 1 0,1 0 0,0-1 0,0 0 0,0 1 0,1-2 0,0 1 0,1-1 0,-1 1 0,1-1 0,0-1 0,0 1 0,0-1 0,1 0 0,-1-1 0,1 1 0,0-1 0,0-1 0,0 1 0,0-1 0,1 0 0,0-1 0,11-1-15,-1-1 1,1-1-1,-1 0 0,0-2 1,1 0-1,-2-1 0,1-1 1,0 0-1,-1-1 0,0-1 0,-1-1 1,0-1-1,0 0 0,-1 0 1,-1-2-1,1 0 0,9-12 15,32-19-544,10-4-1268,-9 6-2143</inkml:trace>
  <inkml:trace contextRef="#ctx0" brushRef="#br0" timeOffset="327.45">1117 262 29798,'0'0'1155,"0"0"-317,0 0-263,0-19-235,0 4-309,2 2-30,-1 0 1,-1 0 0,0 0 0,-1 0 0,0 0 0,-1 0 0,0 1 0,-1-1 0,-1 1 0,0-1-1,0 1 1,-1 0 0,-1 1 0,0-1 0,0 1 0,-2-1-2,6 10 0,0 1 0,0-1 0,0 1 0,0-1 0,0 1 0,0 0 0,0 0 0,0 0 0,0 0 0,0 0 0,-1 1 0,1-1 0,0 0 0,-1 1 0,1 0 0,0 0 0,-1 0 0,1 0 0,-1 0 0,1 0 0,0 0 0,-1 1 0,1-1 0,0 1 0,-1 0 0,1 0 0,0 0 0,0 0 0,0 0 0,0 0 0,0 0 0,0 1 0,0-1 0,0 1 0,1-1 0,-1 1 0,0 0 0,0 0 0,-48 80 0,36-52 0,2 2 0,1-1 0,1 1 0,2 1 0,1 0 0,2 0 0,1 0 0,1 24 0,3-53 0,1 0 0,-1 1 0,1-1 0,0 0 0,1 0 0,-1 0 0,1 0 0,-1 0 0,1 0 0,0 0 0,1 0 0,-1-1 0,1 1 0,-1-1 0,1 1 0,0-1 0,0 0 0,1 0 0,-1-1 0,0 1 0,1-1 0,0 1 0,0-1 0,0 0 0,0-1 0,0 1 0,0-1 0,0 1 0,0-1 0,0 0 0,1-1 0,-1 1 0,0-1 0,1 0 0,1 0 0,5 1 0,0-1 0,0 0 0,0 0 0,0-1 0,0 0 0,0-1 0,-1-1 0,1 0 0,0 0 0,-1-1 0,0 0 0,0-1 0,9-5 0,-8 2-14,-1 0 0,-1-1-1,0 0 1,0 0 0,0-1 0,-1 0 0,-1 0-1,0-1 1,0 0 0,-1-1 0,0 1 0,-1-1-1,-1 0 1,0-1 0,0 1 0,-1-1 0,-1 1-1,0-1 1,-1 0 0,0-9 14,0-25-1420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14 185 29590,'0'0'873,"0"0"-209,0 0-234,0 0-72,0 0-105,-5 4-126,1-3-115,5-1-12,-1 1 1,1-1 0,-1 0-1,0 0 1,0 1-1,1-1 1,-1 0-1,0 1 1,1-1-1,-1 0 1,0 1 0,0-1-1,0 0 1,1 1-1,-1-1 1,0 1-1,0-1 1,0 0-1,0 1 1,0-1 0,0 1-1,0-1 1,0 0-1,0 1 1,0-1-1,0 1 1,0-1-1,0 1 1,0-1 0,0 0-1,0 1 1,0-1-1,0 1 1,-1-1-1,1 0 1,0 1-1,0-1 1,-1 0 0,1 1-1,0-1 1,0 0-1,-1 1 1,1-1-1,0 0 1,-1 0-1,1 1 1,0-1 0,-1 0-1,1 0 1,0 0-1,-1 1 1,1-1-1,-1 0 1,1 0-1,0 0 1,-1 0 0,1 0-1,-1 0 1,1 0-1,-1 0 0,524 28 427,-440-2-427,-81-25 0,0 0 0,0 1 0,-1-1 0,1 0 0,-1 1 0,1-1 0,-1 1 0,0 0 0,1-1 0,-1 1 0,0 0 0,0 0 0,0 0 0,-1 0 0,1 0 0,0 0 0,-1 0 0,1 0 0,-1 0 0,1 0 0,-1 0 0,0 0 0,0 0 0,0 0 0,0 0 0,-1 0 0,1 0 0,0 0 0,-1 0 0,0 0 0,1 0 0,-1 0 0,0 0 0,0 0 0,0 0 0,0 0 0,0-1 0,0 1 0,-1 0 0,0 0 0,-14 15 0,1-2 0,-2 0 0,0-1 0,-1 0 0,0-2 0,-1 0 0,0-1 0,-1-1 0,0-1 0,-20 6 0,-98 29-1315,128-44-515</inkml:trace>
  <inkml:trace contextRef="#ctx0" brushRef="#br0" timeOffset="307.112">774 1 28662,'0'0'1602,"0"0"-1107,0 0-234,0 0 55,24 4-24,80 15-57,-93-17-195,1 0 1,-1 0-1,1 1 1,-1 1-1,0 0 1,0 0-1,-1 1 1,1 0-1,-1 1 1,0 0-1,-1 1 1,1 0-1,-1 1 1,0 0-41,-4 1 14,0 1 1,0 0 0,-1 0-1,0 1 1,0-1 0,-2 1-1,1-1 1,-1 1 0,-1 0-1,0 0 1,0 0 0,-1 0-1,0 0 1,-1 0 0,-1 0-1,0 0 1,0-1 0,-1 1-1,0-1 1,-1 1 0,0-1-1,0 0 1,-6 9-15,-5 12-54,0 0 1,-2-1-1,-2-1 1,0 0-1,-2-2 1,-1 0-1,-1-1 1,-17 13 53,29-30-942,7-8-1033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5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350 283 27430,'0'0'2350,"0"0"-1395,0 0-487,-7-21 0,-60-165 359,66 182-820,0 1 0,0-1 0,0 0 0,-1 0 0,1 0 0,-1 1 0,0-1 0,0 1 0,0-1 1,-1 1-1,1 0 0,-1 0 0,0 0 0,0 0 0,0 1 0,0-1 0,0 1 0,-1 0 0,1-1 0,-1 2 0,1-1 1,-1 0-1,0 1 0,1-1 0,-1 1 0,0 0 0,0 1 0,0-1 0,0 1 0,0-1 0,0 1 0,0 0 1,0 1-1,0-1 0,0 1 0,0-1 0,0 1 0,-2 1-7,-6 9 0,1 0 0,1 1 0,0 0 0,1 0 0,0 1 0,0 0 0,2 1 0,-1 0 0,2 0 0,0 1 0,-1 5 0,-2 0 0,1 1 0,0 0 0,1 1 0,2-1 0,0 1 0,1 0 0,2 1 0,0-1 0,1 1 0,1-1 0,2 7 0,1-23 0,0 0 0,0-1 0,0 1 0,1-1 0,0 0 0,0 0 0,0 0 0,1 0 0,-1-1 0,1 1 0,0-1 0,1-1 0,-1 1 0,1-1 0,-1 0 0,1 0 0,0 0 0,0-1 0,0 0 0,0 0 0,1-1 0,-1 1 0,1-1 0,-1-1 0,0 1 0,1-1 0,-1-1 0,1 1 0,-1-1 0,1 0 0,-1 0 0,0-1 0,0 0 0,1 0 0,-1 0 0,4-3 0,172-102-390,-132 72 5,38-24-1075,-12 10-1410</inkml:trace>
  <inkml:trace contextRef="#ctx0" brushRef="#br0" timeOffset="299.417">1064 328 29742,'0'0'1155,"0"0"-441,0 0-129,2-21-109,3-72-381,-4 86-95,0 1 0,-1 0 0,0-1 0,-1 1 0,0 0 0,0-1 0,0 1 0,0 0 0,-1 0 0,0 0 0,0 0 0,-1 0 0,0 0 0,0 1 0,0-1 0,-1 1 0,1 0 0,-1 0 0,-1 0 0,1 1 0,-1-1 0,1 1 0,-1 0 0,0 1 0,-1-1 0,1 1 0,-1 0 0,1 0 0,-1 0 0,0 1 0,0 0 0,0 0 0,0 1 0,-1-1 0,1 2 0,0-1 0,-1 0 0,-5 1 0,4 6 0,0 1 0,0-1 0,1 2 0,0-1 0,1 0 0,-1 1 0,1 1 0,1-1 0,0 1 0,0 0 0,0 0 0,1 0 0,1 0 0,-1 1 0,2 0 0,-1-1 0,1 1 0,1 0 0,0 0 0,0 4 0,-6 119 0,8-130 0,-1 1 0,1 0 0,0-1 0,0 1 0,0-1 0,1 1 0,-1-1 0,1 1 0,0-1 0,0 0 0,0 0 0,0 0 0,0 0 0,1 0 0,-1 0 0,1-1 0,0 1 0,0-1 0,0 0 0,0 0 0,0 0 0,0 0 0,1 0 0,-1-1 0,0 1 0,1-1 0,0 0 0,-1 0 0,1-1 0,0 1 0,-1-1 0,1 1 0,1-1 0,12-2-33,0 0 0,0-2 0,0 0 0,0 0 0,-1-2 0,0 0-1,0 0 1,0-2 0,-1 0 0,0-1 0,0 0 0,4-6 33,9-2-377,34-20-1360,-4 4-1857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4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437 232 29150,'0'0'931,"0"0"-204,0 0-258,0 0-66,0 0-49,-21-17-113,-113-98-40,131 111-197,-1 0-1,-1 1 0,1-1 1,0 1-1,-1-1 1,0 1-1,0 1 0,0-1 1,0 1-1,0 0 1,0 0-1,-1 0 0,1 1 1,-1-1-1,1 1 1,-1 1-1,1-1 0,-1 1 1,0 0-1,1 0 1,-1 1-1,0 0 0,1 0 1,-1 0-1,1 1 1,0-1-1,-1 1 0,1 0 1,0 1-1,0-1 1,0 1-1,1 0 0,-4 3-3,-6 13-2,1 1 0,2 1 0,0-1 0,1 2 1,1 0-1,1 0 0,0 0 0,2 1 0,1 0 0,1 0 0,1 0 0,1 1 0,1-1 0,1 1 0,1 7 2,-1-30 0,13 139 0,-12-135 0,1 0 0,-1 0 0,1-1 0,0 1 0,0 0 0,0-1 0,0 0 0,1 1 0,0-1 0,0 0 0,0 0 0,0-1 1,0 1-1,1-1 0,0 1 0,0-1 0,0 0 0,0-1 0,0 1 0,1-1 0,-1 0 0,1 0 0,-1 0 0,1 0 0,0-1 0,0 0 0,0 0 0,2 0 8,1-1-1,-1 0 1,1 0-1,-1-1 1,0 0-1,1 0 0,-1-1 1,0 0-1,0 0 1,0-1-1,0 0 1,0 0-1,0-1 1,-1 1-1,0-2 0,0 1 1,0 0-1,0-1 1,0 0-1,-1-1 1,0 1-1,0-1 1,-1 0-1,1-1-7,88-161 28,14-126-28,-103 284-197,1 0-1,0 0 1,0 0-1,1 1 1,0 0-1,1 0 1,0 0-1,0 1 1,1 0-1,0 1 1,1 0-1,0 0 1,7-4 197,15-6-3794</inkml:trace>
  <inkml:trace contextRef="#ctx0" brushRef="#br0" timeOffset="298.974">1202 392 26678,'0'0'3387,"0"0"-2220,0 0-496,0 0-14,-7-18-465,-1-6-183,3 6-8,-1 0-1,0 1 1,-1 0-1,-1 0 1,0 0-1,-1 1 1,-1 1-1,-1 0 1,0 0-1,-1 1 1,0 0-1,-11-8 0,20 20 0,-1 0 0,1 1 0,-1-1 0,0 1 0,0 0 0,1 0 0,-1 0 0,0 0 0,0 1 0,0-1 0,0 1 0,0 0 0,0 0 0,0 1 0,0-1 0,0 1 0,0 0 0,1 0 0,-1 0 0,0 0 0,0 1 0,1-1 0,-1 1 0,1 0 0,0 0 0,-1 1 0,1-1 0,0 1 0,0-1 0,0 1 0,1 0 0,-1 0 0,1 0 0,0 0 0,-1 1 0,-61 126 0,58-113 0,2 1 0,0-1 0,1 1 0,0-1 0,2 1 0,0 0 0,1 0 0,1 5 0,-1-19 0,1-1 0,-1 0 0,1 0 1,0 0-1,0 0 0,0 0 0,1 0 0,-1 0 0,1-1 1,0 1-1,-1 0 0,1-1 0,0 1 0,0-1 0,1 0 1,-1 1-1,1-1 0,-1 0 0,1-1 0,-1 1 0,1 0 0,0-1 1,0 1-1,0-1 0,0 0 0,0 0 0,0 0 0,0-1 1,0 1-1,0-1 0,2 1 0,103-3-60,-84-3-220,0-1-1,0-1 0,-1-1 0,0-1 0,0-1 1,-1-2-1,8-4 281,2-1-1097,34-19-3324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3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1066 26190,'0'0'4881,"0"0"-4457,0 0-400,0 0 8,0 0-16,0 0 24,163 0 16,-112-2-32,4-2 0,1 0-24,1 2 0,19-7-264,-18 1-921,-8-2-3231</inkml:trace>
  <inkml:trace contextRef="#ctx0" brushRef="#br0" timeOffset="348.465">793 654 24077,'0'0'5603,"0"0"-4166,0 0-1311,0 0-46,0 0 57,21 0 24,174 0 49,-192-1-209,1 0 0,0 1 0,0 0 0,0 0 0,0 0 0,0 0 0,0 0 0,0 1 0,0 0 0,0 0 0,0 0 0,-1 0 0,1 1 0,0-1 0,-1 1 0,1 0 0,-1 0 0,0 0 0,1 1 0,-1-1 0,0 1 0,-1 0 0,1 0 0,0 0 0,-1 0 0,0 0 0,1 0 0,-1 1 0,0-1 0,-1 1 0,1-1 0,-1 1 0,1 0 0,-1 2-1,-1 12 5,0 1-1,-1 0 1,-1 0-1,-1-1 0,-1 1 1,-1-1-1,0 0 0,-1 0 1,-1-1-1,-1 0 0,0 0 1,-1-1-1,-1 0 1,-6 7-5,-2 10-2,-117 203-2618,134-234-1416</inkml:trace>
  <inkml:trace contextRef="#ctx0" brushRef="#br0" timeOffset="646.666">1332 540 28846,'0'0'1682,"0"0"-1074,0 0-328,0 0 96,0 0 60,0 0-140,-20 11-128,-65 43-102,80-49-66,0 0 1,0 0 0,0 0-1,1 1 1,0 0-1,0 0 1,0 0 0,1 0-1,0 1 1,0-1 0,1 1-1,-1 0 1,1-1-1,0 7 0,-4 8 1,-5 17-1,2 1 0,1 0 0,2 1 0,2 0 0,1 0 0,2 8 0,2-39 0,-1-1 0,1 0 0,0 0 0,1 1 0,0-1 0,1 0 0,-1 0 0,1-1 0,1 1 0,0-1 0,0 1 0,0-1 0,1 0 0,0-1 0,0 1 0,0-1 0,1 0 0,0 0 0,1-1 0,-1 0 0,1 0 0,0 0 0,0-1 0,0 0 0,1-1 0,-1 1 0,3-1 0,12 6-135,1-1 0,0-1 0,1-1 0,0-1 0,0-1 0,0-1 0,0-2 0,0 0 0,1-1 0,-1-2 0,0 0 0,0-2 0,0 0 1,0-2-1,14-5 135,25-17-4537</inkml:trace>
  <inkml:trace contextRef="#ctx0" brushRef="#br0" timeOffset="7554.442">3896 1168 24925,'0'0'2038,"0"0"807,0 0-1696,0 0-669,-7-23-81,-37-146 272,42 149-654,-1 1 1,-1-1-1,0 0 0,-2 1 1,0 0-1,-1 0 0,-1 1 1,0 0-1,-2 0 0,0 1 1,-1 0-1,-1 1 0,0 0 1,-1 1-1,-9-7-17,20 19 0,-1 1 0,0 0 0,0 1 0,0-1 0,0 0 0,0 1 0,0 0 0,0-1 0,-1 1 0,1 1 0,0-1 0,-1 0 0,1 1 0,-1 0 0,1-1 0,-1 2 0,1-1 0,0 0 0,-1 1 0,1-1 0,-1 1 0,1 0 0,0 0 0,0 0 0,-1 0 0,1 1 0,0 0 0,0-1 0,0 1 0,1 0 0,-1 0 0,0 1 0,1-1 0,-1 0 0,1 1 0,0 0 0,0-1 0,0 1 0,-1 1 0,-54 127 0,56-129 0,-12 37 0,2-1 0,1 1 0,2 1 0,2 0 0,1 0 0,2 0 0,2 1 0,3 25 0,-1-59 0,0-1 0,0 0 0,1 1 0,-1-1 0,2 0 0,-1 0 0,0 0 0,1 0 0,0-1 0,1 1 0,-1-1 0,1 0 0,0 0 0,0 0 0,1 0 0,-1-1 0,1 1 0,0-1 0,0-1 0,1 1 0,-1-1 0,1 0 0,-1 0 0,1 0 0,0-1 0,0 0 0,1 0 0,-1 0 0,0-1 0,0 0 0,1 0 0,-1-1 0,1 0 0,-1 0 0,1 0 0,-1-1 0,0 0 0,1 0 0,4-2 0,1-4 0,-1 0 0,1-1 0,-1-1 0,0 0 0,-1 0 0,0-1 0,-1-1 0,0 1 0,0-1 0,-1-1 0,4-9 0,12-11 0,151-169-2307,-118 143-2299</inkml:trace>
  <inkml:trace contextRef="#ctx0" brushRef="#br0" timeOffset="7882.061">4716 979 28998,'0'0'1871,"0"0"-1196,0 0-173,0 0 46,2-18-387,3-113-149,-4 126-12,-1 0 0,0 0 0,0 0 0,-1 1 0,1-1 0,-1 0 0,0 0 0,0 1 0,-1-1 0,1 0 0,-1 1 0,0-1 0,-1 1 0,1 0 0,-1 0 0,1 0 0,-1 0 0,0 0 0,-1 1 0,1-1 0,-1 1 0,1 0 0,-1 0 0,0 0 0,0 0 0,0 1 0,-1 0 0,1 0 0,-1 0 0,1 0 0,-1 1 0,0-1 0,1 1 0,-1 0 0,0 1 0,0-1 0,0 1 0,1 0 0,-1 0 0,0 1 0,0-1 0,0 1 0,-4 1 0,0 5 0,-1 0 0,1 0 0,1 1 0,-1 0 0,1 1 0,1 0 0,0 0 0,0 0 0,0 1 0,1 0 0,1 0 0,0 1 0,0 0 0,1 0 0,-1 3 0,-6 14 0,1-1 0,1 1 0,2 1 0,0 0 0,2 0 0,2 0 0,0 1 0,2 6 0,0-34 0,1 0 0,0-1 0,-1 1 0,1 0 0,0-1 0,0 1 0,0 0 0,0-1 0,0 1 0,1 0 0,-1-1 0,1 1 0,-1 0 0,1-1 0,-1 1 0,1-1 0,0 1 0,0-1 0,-1 1 0,1-1 0,0 1 0,1-1 0,-1 0 0,0 0 0,0 1 0,0-1 0,1 0 0,-1 0 0,1 0 0,-1 0 0,1-1 0,-1 1 0,1 0 0,-1-1 0,1 1 0,0-1 0,-1 1 0,1-1 0,0 0 0,-1 0 0,1 0 0,0 0 0,-1 0 0,1 0 0,0 0 0,-1 0 0,3-1 0,20-1 1,0-1-1,1-1 1,-2-2-1,1 0 1,0-1-1,-1-1 1,0-2-1,71-22-92,61-15-2663,-85 19-2420</inkml:trace>
  <inkml:trace contextRef="#ctx0" brushRef="#br0" timeOffset="8222.289">5527 792 28198,'0'0'2777,"0"0"-1769,0 0-444,-9-15-365,-47-89-178,55 102-21,0 0 0,0 0 0,0 0 0,0 0 0,0 0 0,0 0 0,-1 0 0,1 1 0,-1-1 0,0 0 0,1 1 0,-1-1 0,0 1 0,0 0 0,0 0 0,0-1 0,0 1 0,0 0 0,0 1 0,0-1 0,0 0 0,0 1 0,-1-1 0,1 1 0,0 0 0,0-1 0,-1 1 0,1 0 0,0 0 0,-1 1 0,1-1 0,0 0 0,0 1 0,-1 0 0,1-1 0,0 1 0,0 0 0,0 0 0,0 0 0,0 0 0,0 0 0,0 1 0,0-1 0,1 1 0,-1-1 0,0 1 0,1 0 0,-1-1 0,1 1 0,0 0 0,0 0 0,-1 1 0,-13 25 0,2 0 0,1 1 0,2 1 0,0-1 0,2 1 0,2 1 0,0 0 0,2-1 0,2 2 0,0-1 0,3 0 0,1 12 0,-3-40 0,0 0 0,0 0 0,1 1 0,-1-1 0,1 0 0,0 1 0,0-1 0,0 0 0,0 1 0,1-1 0,-1 0 0,1 0 0,0 1 0,0-1 0,0 0 0,0 0 0,0 0 0,1 0 0,0 0 0,-1 0 0,1-1 0,0 1 0,1 0 0,-1-1 0,0 1 0,1-1 0,-1 0 0,1 0 0,-1 0 0,1 0 0,0-1 0,0 1 0,0-1 0,0 1 0,0-1 0,1 0 0,-1 0 0,0-1 0,0 1 0,1-1 0,-1 1 0,0-1 0,1 0 0,-1 0 0,0 0 0,1-1 0,-1 1 0,3-2 0,5-4 0,-1-2 0,0 1 0,0-1 0,0 0 0,-1-1 0,-1 0 0,1-1 0,-1 0 0,-1 0 0,0 0 0,1-3 0,22-28 0,90-97-1604,-90 105-2609</inkml:trace>
  <inkml:trace contextRef="#ctx0" brushRef="#br0" timeOffset="8502.558">6221 1074 31775,'0'0'992,"0"0"-992,0 0 0,0 0 0,44 131 0,-17-98 0,-4-8 0,-4-10-904</inkml:trace>
  <inkml:trace contextRef="#ctx0" brushRef="#br0" timeOffset="9054.836">7686 811 28718,'0'0'1679,"0"0"-888,0 0-387,0 0 34,-11-17-76,-62-107-50,-9 28-244,80 93-68,0 1 0,-1 0 0,1 1 0,0-1-1,-1 0 1,0 1 0,1-1 0,-1 1 0,0 0 0,1 0 0,-1 0 0,0 0-1,0 0 1,0 1 0,0-1 0,0 1 0,0 0 0,0 0 0,0 0 0,0 0-1,0 0 1,0 1 0,0 0 0,0-1 0,0 1 0,1 0 0,-1 0 0,0 0-1,0 1 1,1-1 0,-1 1 0,1 0 0,-1-1 0,1 1 0,0 0-1,0 0 1,0 1 0,0-1 0,0 0 0,-1 2 0,-8 17 0,1 1 0,1 1 0,1 0 0,1 0 0,2 0 0,0 1 0,1 0 0,1-1 0,1 2 0,1-1 0,2 0 0,1 8 0,-3-26 0,0 0 0,0 0 0,1 0 0,0 0 0,0 0 0,0 0 0,1 0 0,0 0 0,0 0 0,1 0 0,0 0 0,0-1 0,0 1 0,1 0 0,-1-1 0,1 0 0,0 0 0,1 0 0,0 0 0,-1 0 0,1-1 0,1 0 0,-1 1 0,1-2 0,-1 1 0,1 0 0,0-1 0,5 2 0,5-3-7,1-1 1,-1-1-1,0-1 1,1 0-1,-1-1 1,0-1-1,0 0 0,0-1 1,-1 0-1,1-1 1,-1-1-1,0 0 1,0-1-1,-1-1 1,0 0-1,-1-1 0,1 0 1,-2-1-1,1 0 1,-1-1-1,1-2 7,0 3-51,60-50-1343,-8 5-1976</inkml:trace>
  <inkml:trace contextRef="#ctx0" brushRef="#br0" timeOffset="9394.008">8488 743 26222,'0'0'3698,"0"0"-2346,0 0-477,-6-19-346,-22-63-438,26 75-91,0 1 0,-1-1 0,1 1 0,-1-1 0,0 1 0,-1 0 0,1 0 0,-1 1 0,0-1 0,-1 1 0,1 0 0,-1 0 0,0 0 0,-1 1 0,1 0 0,-1 0 0,1 0 0,-1 0 0,0 1 0,-1 0 0,1 1 0,-1-1 0,1 1 0,-1 0 0,1 1 0,-1 0 0,-3-1 0,6 3 0,0-1 0,1 1 0,-1 0 0,1 0 0,-1 0 0,1 0 0,0 1 0,-1-1 0,1 1 0,0 0 0,0 0 0,0 0 0,0 0 0,0 1 0,1-1 0,-1 1 0,1 0 0,0-1 0,-1 1 0,1 0 0,1 0 0,-1 1 0,0-1 0,1 0 0,-1 1 0,1-1 0,-33 104 0,31-94 0,-7 35 0,3 1 0,1 0 0,3 0 0,1 1 0,5 33 0,-3-79 0,0 0 0,0-1 0,0 1 0,0 0 0,1-1 0,0 1 0,0-1 0,0 1 0,0-1 0,0 1 0,0-1 0,1 0 0,0 1 0,0-1 0,0 0 0,0 0 0,0 0 0,1-1 0,-1 1 0,1 0 0,-1-1 0,1 0 0,0 0 0,0 0 0,0 0 0,1 0 0,-1 0 0,0-1 0,1 1 0,-1-1 0,0 0 0,1 0 0,0-1 0,-1 1 0,1-1 0,-1 1 0,1-1 0,0 0 0,-1-1 0,1 1 0,0 0 0,-1-1 0,1 0 0,-1 0 0,2 0 0,12-9 0,-1 0 0,1-1 0,-2 0 0,0-1 0,0-1 0,-1-1 0,0 0 0,-1 0 0,-1-1 0,-1-1 0,0 0 0,6-12 0,4-5-212,0 0 0,-3-1 0,0-1 0,-3-1 0,7-20 212,-10 13-3189</inkml:trace>
  <inkml:trace contextRef="#ctx0" brushRef="#br0" timeOffset="10333.881">9511 119 15187,'0'0'13475,"0"0"-12395,0 0-640,0 0-127,0 0 263,0 0-184,18 163-80,-16-94-56,-2 1-48,0 7-48,0 0-80,-9 2-48,2-1-24,0-5-8,7-7-272,7-20-296,16-19-737,0-23-2207</inkml:trace>
  <inkml:trace contextRef="#ctx0" brushRef="#br0" timeOffset="10581.631">10303 156 30094,'0'0'1113,"0"0"-625,0 124-16,0-59 40,0 5-424,0 3-88,-5-5 0,5 1 0,0-9 0,0-4 0,0-13 0,10-16-480,6-12-784,2-15-1857</inkml:trace>
  <inkml:trace contextRef="#ctx0" brushRef="#br0" timeOffset="10798.018">10914 108 29998,'0'0'953,"0"0"-457,0 0-80,0 152 112,0-90-208,0 6-264,0 7-56,0 2 0,9-1-256,5-7 64,11-5-416,-4-20-865,-1-20-4120</inkml:trace>
  <inkml:trace contextRef="#ctx0" brushRef="#br0" timeOffset="11015.746">11798 0 30567,'0'0'760,"0"0"-240,2 112 112,-2-43-344,0 12-288,0 6 0,0 8 0,0 3 0,12 32 0,4-26 0,-7-15-1048</inkml:trace>
  <inkml:trace contextRef="#ctx0" brushRef="#br0" timeOffset="13133.948">2210 896 25037,'0'0'3425,"0"0"-2785,0 0-296,0 0-72,0 0 88,0 0-48,0 4-127,0-12-89,9 2-64,0 0-24,1 4-8,3 2-56,13 0-225,-1 0-383,-6 0-1808</inkml:trace>
  <inkml:trace contextRef="#ctx0" brushRef="#br0" timeOffset="13800.588">1980 830 26798,'0'0'1376,"0"0"-1048,0 0 8,0 0 128,0 0-80,0 0-120,0 0-48,92 60-104,-62-52-32,2-2-56,0-3-24,5-3-16,7-3-504,-12-15-1064,-9-1-4793</inkml:trace>
  <inkml:trace contextRef="#ctx0" brushRef="#br0" timeOffset="14066.475">2175 687 25758,'0'0'3000,"5"108"-2496,7-32-112,-1 16-152,1-1-96,8 17-144,-4-28-24,-4-15-1552</inkml:trace>
  <inkml:trace contextRef="#ctx0" brushRef="#br0" timeOffset="15201.654">977 1810 27838,'0'0'996,"0"0"-401,0 0-120,0 0-62,26-4-30,148-24 184,10 7 267,150 5-834,70-6 194,337-73 61,-590 74-140,18-3-64,1 7 0,41 6-51,165 24 0,322 18 0,-542-26 0,0-7 0,123-18 0,503-9 0,15-82 0,-106 63 0,239-19 0,-469 49 0,-43 1 0,264 27 0,-371 3 0,-1-14 0,195-29 0,62-1 0,52 24 0,-693-9 0,-162-19-2214,107 18-4534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29310,'0'0'1297,"0"0"-681,0 0-168,0 0-88,0 0 208,0 0-400,127 29-168,-53-29 0,11-2 0,12-13 0,4 1 0,5 3 0,21 1 0,25 6 0,35 4 0,11-6 0,-46 1-384,-37-3-2817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1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54 26286,'0'0'5513,"0"0"-4905,0 0-248,0 0-360,0 0 0,0 0 0,0 0 0,0 0 0,0 0 0,0 0 0,0 0 0,0 0 0,0 0 0,0 0 0,4 0 0,-4 0-1240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2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30847,'0'0'1020,"0"0"-691,0 0-135,26 5 112,87 17-235,-92-18-71,-1 1 0,0 0 0,0 2 0,0 0 0,-1 2 0,0 0 0,0 1 0,12 9 0,-27-16 0,1 0 0,-2 1 0,1 0 0,0 0 0,-1 0 0,1 0 0,-1 0 0,-1 1 0,1-1 0,0 1 0,-1 0 0,0 0 0,0 0 0,-1 0 0,1 0 0,-1 0 0,0 0 0,0 1 0,-1-1 0,0 0 0,0 1 0,0-1 0,0 0 0,-1 1 0,0-1 0,-1 5 0,-55 127 0,20-80 0,-3-3 0,-2-1 0,-44 42 0,87-95 0,-1 0 0,0 0 0,1 0 0,-1-1 0,1 1 0,-1 0 0,0 0 0,1 0 0,-1 0 0,0 0 0,1 0 0,-1 0 0,1 0 0,-1 0 0,0 0 0,1 0 0,-1 0 0,0 0 0,1 0 0,-1 0 0,1 1 0,-1-1 0,0 0 0,1 0 0,-1 0 0,0 1 0,1-1 0,-1 0 0,0 0 0,0 1 0,1-1 0,-1 0 0,0 0 0,0 1 0,1-1 0,-1 0 0,0 1 0,0-1 0,0 0 0,0 1 0,0-1 0,1 1 0,-1-1 0,0 0 0,0 1 0,0-1 0,0 0 0,0 1 0,0-1 0,0 1 0,1-1 0,213-79 0,-158 66-139,-1 2 1,1 3-1,1 2 0,21 1 139,-13 4-2518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2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28926,'0'0'2206,"0"0"-1551,0 0-497,0 0 91,0 0 64,0 0-138,6 6-102,0-1-72,0-1 0,1 0 0,-1 0-1,1-1 1,0 0 0,0 0 0,0 0 0,1-1 0,-1 0 0,0-1-1,1 1 1,-1-2 0,1 1 0,3-1-1,117 0 0,-95-2 0,0 1 0,0 1 0,0 2 0,-1 1 0,1 2 0,-1 1 0,1 2 0,20 8 0,-49-15 0,0 1 0,-1 0 0,0 0 0,1 0 0,-1 1 0,0-1 0,0 1 0,0-1 0,0 1 0,0 0 0,-1 0 0,1 1 0,-1-1 0,0 0 0,0 1 0,0 0 0,-1-1 0,1 1 0,-1 0 0,0 0 0,0 0 0,0-1 0,0 1 0,-1 0 0,0 0 0,1 0 0,-1 1 0,-1-1 0,1 0 0,-1 0 0,0-1 0,1 1 0,-2 0 0,1 0 0,0 0 0,-1 0 0,0-1 0,0 1 0,-1 2 0,-10 12-5,0 0 1,-2-1-1,0-1 1,0 0-1,-2-1 1,0-1-1,0 0 1,-1-1-1,-1-1 1,-18 8 4,-14-5-730,34-26-2338,10-9-3395</inkml:trace>
  <inkml:trace contextRef="#ctx0" brushRef="#br0" timeOffset="392.52">834 1 23189,'0'0'7164,"0"0"-5265,0 0-1561,4 7-186,0-1-150,0 0 0,0 0 0,1 0-1,0-1 1,1 1 0,-1-1 0,1-1 0,0 1 0,0-1 0,0 0 0,1 0 0,0 0 0,4 1-2,10 4 0,0 2 0,-1 0 0,-1 2 0,1 0 0,-2 1 0,0 1 0,14 15 0,-29-23 0,0 0 0,-1-1 0,-1 1 0,1 0 0,-1 0 0,0 1 0,0-1 0,-1 0 0,0 0 0,-1 0 0,1 0 0,-1 0 0,-1 0 0,1 0 0,-1 0 0,0 0 0,-1 0 0,0-1 0,0 1 0,0-1 0,-1 0 0,0 0 0,0 0 0,0 0 0,-1-1 0,0 1 0,0-1 0,0-1 0,-4 3 0,0 4 0,-116 146 0,122-140-2369,9-17-2528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1.94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181 211 29278,'0'0'1189,"0"0"-577,0 0-218,0 0-32,0 0 114,24-2-99,296-37-298,751-25-79,-995 62 0,358-5 0,-434 7-6,0 0-1,-1-1 1,1 1-1,0 0 1,0-1-1,-1 1 1,1-1 0,0 1-1,0 0 1,-1-1-1,1 1 1,0-1-1,0 1 1,0-1 0,0 1-1,0-1 1,0 1-1,0-1 1,0 1-1,0-1 1,0 1-1,0 0 1,0-1 0,0 1-1,0-1 1,0 1-1,0-1 1,1 1-1,-1-1 1,0 1 0,0 0-1,1-1 1,-1 1-1,0-1 1,0 1-1,1 0 1,-1-1 0,1 1-1,-1 0 1,0-1-1,1 1 1,-1 0-1,0 0 1,1-1 0,-1 1-1,1 0 1,-1 0-1,1 0 1,-1 0-1,1 0 1,-1-1-1,1 1 1,-1 0 0,0 0-1,1 0 1,-1 0-1,1 0 7,-23-12-1833</inkml:trace>
  <inkml:trace contextRef="#ctx0" brushRef="#br1" timeOffset="84308.578">33 317 27166,'0'0'2502,"0"0"-1399,0 0-419,0 0-121,0 0-113,-6-10-195,-21-33-211,30 23-44,18 9 0,0 2 0,1 0 0,0 1 0,0 1 0,1 2 0,0 0 0,21-2 0,-2 0 0,334-60 0,1 17 0,3 16 0,108 15 0,-400 18 0,-42-2 0,0 2 0,0 2 0,0 1 0,0 3 0,0 2 0,-1 2 0,0 2 0,39 15 0,-51-4 0,-61-13 0,-76-12-504,51-12-2017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5:22.57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30519,'0'0'1080,"0"0"-448,0 0-192,0 0-344,0 0-96,117-9 0,15 9 0,33 0 0,8 0 0,-28 11 0,-41-1 0,-42 1 0,-9 1 0,9 0 0,-9-1-40,-18-3-1600</inkml:trace>
  <inkml:trace contextRef="#ctx0" brushRef="#br1" timeOffset="85397.065">3 1 28926,'0'0'1064,"0"0"-311,0 0-361,0 0-80,0 0 296,0 0-168,131 41-168,-64-24-272,9 1 0,5 1 0,6 8 0,47 27 0,-23-4-672,-15-1-1825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2.64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1311 1345 2569,'0'0'23040,"0"0"-19231,0 0-2404,0 0-867,0 0-182,0 0-1,-7-16-95,-25-51-109,30 62-146,-1 1 0,1 0 0,-1 0 0,0 0 0,0 0 0,-1 1 0,1-1 0,-1 1 0,0 0 0,0 0 0,0 0 0,0 0 0,0 1 0,0 0 0,-1-1 0,1 2 0,-1-1 0,0 0 0,1 1 0,-1 0 0,0 0 0,0 1 0,0-1 0,0 1 0,0 0 0,0 0 0,0 1 0,1-1 0,-1 1 0,0 0 0,0 1 0,0-1 0,1 1 0,-1 0 0,1 0 0,-1 0 0,1 1 0,0-1 0,0 1 0,0 0 0,0 0 0,1 1 0,-1-1 0,1 1 0,0 0 0,0 0 0,0 0 0,-2 4-5,-6 7 3,1 0-1,1 1 1,1 0 0,0 1 0,0 0-1,2 0 1,0 0 0,2 1 0,-1 0-1,2 0 1,1 0 0,0 0 0,1 1-1,1-1 1,0 0 0,3 13-3,-2-23 0,0 0 0,0 1 0,1-1 0,0 0 0,0 0 0,1 0 0,0 0 0,0-1 0,1 1 0,0-1 0,0 0 0,1 0 0,0 0 0,0-1 0,1 0 0,-1 1 0,1-2 0,1 1 0,-1-1 0,1 0 0,0 0 0,0-1 0,0 0 0,1 0 0,-1-1 0,1 0 0,0 0 0,6 0 0,6-1 0,0 0 0,-1-2 0,1-1 0,0 0 0,0-1 0,-1-2 0,1 1 0,-1-2 0,0-1 0,0 0 0,-1-2 0,0 0 0,0-1 0,-1 0 0,0-2 0,-1 0 0,0-1 0,0 0 0,-1-1 0,-1-1 0,-1 0 0,0-1 0,0-1 0,-2 0 0,0-1 0,0 0 0,3-10 0,-10 22 0,1-1 0,-1 0 0,-1-1 0,1 1 0,-1 0 0,0-1 0,-1 0 0,1 0 0,-1 0 0,-1 0 0,1 0 0,-1 0 0,0 0 0,-1-1 0,0 1 0,0 0 0,-1-1 0,1 1 0,-2 0 0,1 0 0,-1 0 0,0 0 0,0 0 0,-1 0 0,0 1 0,0-1 0,-1 1 0,0 0 0,0 0 0,0 0 0,-1 0 0,1 1 0,-1-1 0,-5-2 0,-6 2-28,0 0 0,-1 1 0,0 1 0,0 1 0,-1 0 0,1 2 0,0 0 0,-1 0 0,1 2 0,-1 0 0,1 1 0,-11 3 28,-20 4-1232</inkml:trace>
  <inkml:trace contextRef="#ctx0" brushRef="#br0" timeOffset="1408.368">1106 2313 29150,'0'0'2177,"0"0"-1761,186-2 608,-89-7-1024,7 3 0,-3 2 0,1 4 0,-3 0 0,-23 0-16,-33 0-3353</inkml:trace>
  <inkml:trace contextRef="#ctx0" brushRef="#br1" timeOffset="36348.52">1686 277 30703,'0'0'885,"-21"-13"-585,-151-81-45,145 84-215,0 2 1,-1 1-1,0 1 1,0 1-1,0 2 1,-1 1-1,1 1 1,-1 1-1,1 1 1,0 2-1,-1 1 1,1 1-1,1 2 0,-1 1 1,1 0-1,-7 6-40,-28 12-4,2 2 1,1 4-1,2 1 0,1 4 0,2 1 0,-19 21 4,21-18 0,3 3 0,1 1 0,3 3 0,1 2 0,3 2 0,2 1 0,2 2 0,3 1 0,2 2 0,3 2 0,2 0 0,4 2 0,1 0 0,4 2 0,2 0 0,4 1 0,2 0 0,3 1 0,1 25 0,6-63 0,1 0 0,2 0 0,0 0 0,2-1 0,1 0 0,1 0 0,2 0 0,0-1 0,2 0 0,0-1 0,2 0 0,1-1 0,1 0 0,1-1 0,1-1 0,1-1 0,1 0 0,0-1 0,18 13 0,-7-13 0,0-1 0,1-1 0,1-1 0,1-2 0,0-2 0,1-1 0,0-1 0,1-2 0,0-2 0,0-1 0,0-1 0,1-2 0,0-2 0,0-1 0,-1-2 0,1-1 0,0-2 0,-1-2 0,0-1 0,-1-1 0,0-2 0,0-1 0,23-13 0,68-38-4,-2-5-1,-3-5 1,-3-6 0,-4-4 0,5-13 4,17-11-65,-5-5 1,-5-6-1,76-97 65,-170 178-31,-2-1-1,-2-1 1,-2-2-1,-2 0 0,17-40 32,-34 67-19,0-1-1,-1-1 0,0 1 0,-2-1 0,0 1 0,0-1 1,-1 0-1,-1 0 0,-1 0 0,0 0 0,-1 0 0,-1 0 1,-1 0-1,0 0 0,-1 1 0,0-1 0,-1 1 0,-1 0 1,-1-2 19,-10-9-12,-2 0 0,0 2 0,-1 0-1,-1 1 1,-2 1 0,0 1 0,-1 0 0,-1 3 0,-1 0 0,-1 1 12,-46-29 50,-2 4-1,-2 3 0,-2 3 0,-1 4 0,-1 4 0,-2 3 0,-1 3 0,0 5 0,-42-3-49,-3 6-47,0 6-1,-1 5 0,1 6 0,-1 6 0,-113 23 48,-34 29-943,44 13-1424</inkml:trace>
  <inkml:trace contextRef="#ctx0" brushRef="#br1" timeOffset="47567.06">1267 480 27558,'0'0'1077,"0"0"-374,0 0-251,-1 19 7,-7 181 492,9 78-559,-12-1 0,-13-1-1,-11 0 1,-29 81-392,48-287 0,11-96 0,40-324 0,-7 146 0,-8-114 0,-16-136 0,-4 118 0,1 328 0,-2 6 0,0 0 0,0 0 0,1 0 0,-1 0 0,1 0 0,0 0 0,-1 0 0,1 0 0,0 0 0,0 0 0,1-1 0,-1 1 0,0 0 0,1 0 0,-1 0 0,1 0 0,-1 0 0,1 0 0,0 1 0,0-1 0,0 0 0,0 0 0,0 0 0,1 1 0,-1-1 0,0 1 0,1-1 0,-1 1 0,1-1 0,0 1 0,-1 0 0,1 0 0,0 0 0,0 0 0,0-1 0,13 21 0,-8 7 0,0 0 0,-2 1 0,-1 0 0,-2 0 0,0 0 0,-2 17 0,0-37 0,4 227 0,-11 0 0,-12 22 0,-11-21 0,7-57 0,7 2 0,8 12 0,8-185 0,-1-5 0,1-1 0,-1 0 0,1 1 0,-1-1 0,1 0 0,0 1 0,0-1 0,0 1 0,0-1 0,0 0 0,0 1 0,0-1 0,0 0 0,1 1 0,-1-1 0,0 1 0,1-1 0,-1 0 0,1 0 0,0 1 0,-1-1 0,1 0 0,0 0 0,0 0 0,0 0 0,0 0 0,0 0 0,0 0 0,0 0 0,0 0 0,0 0 0,0 0 0,1 0 0,15-18 0,40-179 0,-20-10 0,-9-2 0,-10-1 0,-7-190 0,-11-200 0,-1 786 0,-18 100 0,-13-2 0,-15 17 0,-11 88 0,44-198 0,29-244 0,40-306 0,-16-3 0,-16-1 0,-17-165 0,-6 524 0,5-102 0,-2 110 0,1 177 0,-17 89 0,-11-2 0,-24 70 0,8-52 0,30-120 0,14-174 0,14-55 0,-4 0 0,-2-1 0,-2-1 0,-4 1 0,-1-52 0,-1-356 0,-19 615-1,14 14-1600,3-97-1342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6.82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1249 529 29606,'0'0'1154,"0"0"-677,0 0-157,0 0 150,0 0-103,0 0-195,-16-18-111,-53-54-37,68 71-26,1 0 1,-1 0-1,0 0 0,-1 0 1,1 0-1,0 0 0,0 1 0,0-1 1,0 0-1,-1 1 0,1-1 1,0 0-1,-1 1 0,1 0 1,0-1-1,-1 1 0,1 0 1,-1 0-1,1 0 0,0 0 1,-1 0-1,1 0 0,-1 0 0,1 0 1,0 0-1,-1 1 0,1-1 1,0 1-1,-1-1 0,1 1 1,0-1-1,0 1 0,-1 0 1,1 0-1,0-1 0,0 1 1,0 0-1,0 0 0,0 0 0,0 0 1,0 0-1,0 1 0,1-1 1,-1 0-1,0 0 0,1 0 1,-1 1-1,1-1 0,-1 0 1,1 1-1,-1-1 0,1 1 1,0-1-1,0 0 0,0 1 0,0-1 1,0 1-1,0-1 0,0 0 1,0 1-1,0-1 0,1 1 2,-3 4-4,-9 35 2,1 1-1,2 0 1,2 0 0,2 1 0,1 0 0,3-1 0,2 20 2,-2-57 1,0 0 0,1 0 0,-1 0 0,1 0 0,0 0-1,0-1 1,0 1 0,1 0 0,-1 0 0,1-1 0,0 1 0,1-1 0,-1 0 0,1 0 0,0 0 0,0 0 0,0 0 0,0 0-1,1-1 1,-1 0 0,1 0 0,0 0 0,0 0 0,0 0 0,1-1 0,-1 0 0,1 1 0,-1-2 0,1 1 0,0-1 0,-1 1-1,1-1 1,0 0 0,0-1 0,0 1 0,0-1 0,0 0 0,0-1 0,-1 1 0,1-1 0,0 0 0,3-1-1,4-3 10,-1-2 1,0 0-1,0 0 1,0-1 0,-1 0-1,-1 0 1,1-1-1,-1-1 1,-1 0 0,0 0-1,0 0 1,-1-1-1,-1 0 1,1-1 0,-2 1-1,0-1 1,0 0-1,-1-1 1,1-5-11,7-114-517,-19 113-1289,-8 4-3369</inkml:trace>
  <inkml:trace contextRef="#ctx0" brushRef="#br0" timeOffset="-740.797">1 643 28382,'0'0'2481,"0"0"-2153,0 0-328,0 0 104,0 0 144,156 8-56,-84-6-72,1 0-72,3-2-24,-9 0-8,0 0-16,4 0-120,-20-14-496,-16-3-1441</inkml:trace>
  <inkml:trace contextRef="#ctx0" brushRef="#br0" timeOffset="-472.045">316 446 28990,'0'0'968,"0"0"-335,0 172-281,0-97-48,5-3-176,29 7-128,-6-21-192,0-16-1409</inkml:trace>
  <inkml:trace contextRef="#ctx0" brushRef="#br1" timeOffset="57789.568">832 2 26382,'0'0'2612,"0"0"-1433,0 0-637,0 0-92,0 0-19,6-1 155,16 3-522,-1 1 1,0 1 0,1 1-1,-2 0 1,1 2 0,-1 1 0,0 0-1,-1 2 1,9 5-65,-25-14 3,14 7-3,-1 1 0,0 0 0,-1 1 0,0 0 0,0 2 0,-1-1 0,-1 2 0,0 0 0,-1 0 0,0 2 0,-1-1 0,0 1 0,-1 1 0,-1 0 0,-1 0 0,0 1 0,-1 0 0,-1 0 0,-1 0 0,0 1 0,0 5 0,-4-1 0,0 0 0,-2-1 0,-1 1 0,0 0 0,-1-1 0,-2 1 0,0-1 0,-1 0 0,-2 0 0,0-1 0,0 0 0,-2-1 0,-1 1 0,0-2 0,-2 0 0,0 0 0,-7 6 0,-139 147 0,126-132-878,37-37-1751,8-2-4290</inkml:trace>
  <inkml:trace contextRef="#ctx0" brushRef="#br1" timeOffset="58115.845">1798 25 28582,'0'0'2201,"0"0"-1225,-20 6-380,0 0-475,9-4-92,0 1 0,1 1 0,-1 0 1,0 0-1,1 1 0,0 0 0,0 1 0,1 0 0,0 1 0,-7 5-29,-15 18 0,2 1 0,1 1 0,1 1 0,2 2 0,1 0 0,2 2 0,2 0 0,1 2 0,2 0 0,1 1 0,2 0 0,3 1 0,0 1 0,3 0 0,2 0 0,1 0 0,2 1 0,3 14 0,0-47 0,0-1 0,1 1 0,0 0 0,0-1 0,1 0 0,1 1 0,0-1 0,0 0 0,1 0 0,-1 0 0,2-1 0,0 0 0,0 1 0,0-1 0,1-1 0,0 1 0,0-1 0,1 0 0,0-1 0,0 0 0,1 0 0,0 0 0,0-1 0,0 0 0,1-1 0,-1 1 0,1-2 0,0 1 0,9 1 0,5 0-53,0-1 0,0 0 0,1-2 0,-1-1 1,0-1-1,1-1 0,-1-1 0,0-1 0,0-1 0,0-1 0,0-1 0,8-3 53,61-23-3174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11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109 113 28710,'-108'-112'0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6:08.89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4060 709 30903,'0'0'1128,"0"0"-584,0 0-352,0 0-192,0 0 0,129 62-584,-102-53-2905</inkml:trace>
  <inkml:trace contextRef="#ctx0" brushRef="#br0" timeOffset="4660.938">0 1358 18260,'0'0'7767,"0"0"-5480,0 0-1580,0 0-3,0 0-53,0 0-295,5 1-223,233 3 1300,216-71-964,519-47-469,-614 97 0,24 17 0,-188 0 0,-59-7 0,0-5 0,121-29 0,173-17 0,234 27 0,409-29 0,8 10 0,-935 57 0,0 6 0,57 15 0,-177-24 0,269 29 0,2-14 0,104-13 0,71-33 0,-397 27 0,1 2 0,-1 4 0,0 3 0,-1 3 0,50 11 0,2-6 0,-1-5 0,85-4 0,263-8 0,-461-6 13,-32-5-402,-14-3-1491</inkml:trace>
  <inkml:trace contextRef="#ctx0" brushRef="#br1" timeOffset="61512.157">1297 234 21917,'0'0'7097,"0"0"-6097,0 0-399,-16 133-73,5-73 64,1 13-80,-3 6-192,1 8-120,-2 0-200,7-4 0,3-9 0,4-7 0,0-16 0,11-15-168,15-16-528,-6-17-1273</inkml:trace>
  <inkml:trace contextRef="#ctx0" brushRef="#br1" timeOffset="61790.089">2210 224 27046,'0'0'3993,"0"0"-3633,0 0-88,0 118 296,-7-64-184,0 8-240,-2 11-144,-3 10 0,1 8 0,-1 0 0,3-6-328,4-2-312,5-25-1089,0-27-4008</inkml:trace>
  <inkml:trace contextRef="#ctx0" brushRef="#br1" timeOffset="62037.966">3177 234 30639,'0'0'1248,"0"0"-824,0 0 32,-21 114-456,12-60 0,0 15 0,2 10 0,0 6 0,7 35 0,0-21 0,0-16-1464</inkml:trace>
  <inkml:trace contextRef="#ctx0" brushRef="#br1" timeOffset="66053.005">5283 0 24077,'0'0'4889,"0"0"-3416,0 0-1105,0 0 160,0 0-24,2 141-80,-2-87-144,0 6-80,0 4-176,0 5-24,0 8 0,0 3 0,0 1 0,0-2 0,9-11-104,26-20-624,-3-19-1097,5-25-6552</inkml:trace>
  <inkml:trace contextRef="#ctx0" brushRef="#br1" timeOffset="66301.971">6147 207 30511,'0'0'888,"0"0"-392,-51 158-176,39-87 0,10-1-280,2 21-40,21-18-704,2-15-1761</inkml:trace>
  <inkml:trace contextRef="#ctx0" brushRef="#br1" timeOffset="66684.759">7365 657 4409,'0'0'21589,"0"0"-16875,-8-18-4487,-42-115 222,43 100-263,6 23-141,0-1-1,-1 1 1,0 0-1,-1 0 0,0 0 1,-1 0-1,0 1 1,-1-1-1,0 1 1,0 0-1,-1 1 0,0-1 1,0 1-1,-1 0-44,4 6 5,0 0 0,0 0 0,0 1 0,-1-1 0,1 1-1,0 0 1,-1 0 0,1 0 0,-1 0 0,1 0 0,-1 1 0,1 0 0,-1 0-1,1 0 1,-1 0 0,1 0 0,-1 1 0,1-1 0,-1 1 0,1 0 0,-1 0-1,1 0 1,0 1 0,0-1 0,-1 1 0,1 0 0,0 0 0,0 0 0,-2 2-5,-71 78 53,64-63-51,1 1-1,1-1 1,0 2 0,2-1-1,0 2 1,1-1 0,2 0 0,0 1-1,1 0 1,1 1 0,1-1-1,1 0 1,1 1 0,2 5-2,-1-22 0,0 0 0,0-1 0,1 1 0,0-1 0,0 0 0,0 0 0,1 0 0,0 0 0,0 0 0,0 0 1,0-1-1,1 1 0,-1-1 0,1 0 0,1 0 0,-1 0 0,0-1 0,1 1 0,0-1 0,-1 0 0,1-1 0,1 1 0,-1-1 0,0 0 0,0 0 0,1-1 0,-1 1 1,1-1-1,4 0 0,2 1-2,-1-1 1,1 0-1,0-1 1,-1 0-1,1-1 1,0 0-1,-1-1 1,1 0 0,-1-1-1,1-1 1,-1 1-1,0-2 1,-1 1-1,10-6 2,154-116-725,-99 62-772</inkml:trace>
  <inkml:trace contextRef="#ctx0" brushRef="#br1" timeOffset="67060.918">8259 535 26966,'0'0'3272,"0"0"-2293,0 0-531,0 0 19,0 0-55,-17-8-218,-3 1-175,-68-48-9,80 46-10,-1 0 0,0 1 0,0 1 0,0 0 0,-1 0 0,0 0 0,-1 1 0,1 1 0,-1 0 0,0 1 0,-1 0 0,1 0 0,-1 1 0,1 1 0,-1 0 0,0 0 0,0 1 0,0 1 0,-5 0 0,10 4 0,0 0 0,-1 0 0,1 0 0,1 1 0,-1 1 0,1-1 0,0 1 0,0 0 0,0 0 0,1 0 0,0 1 0,1 0 0,-1 0 0,1 1 0,0-1 0,1 1 0,0-1 0,0 1 0,1 0 0,0 0 0,0 1 0,1-1 0,0 0 0,0 0 0,1 3 0,-5 18 0,2 0 0,0 0 0,2 1 0,2-1 0,0 0 0,4 15 0,-4-38 0,1 0 0,-1 0 0,1-1 0,0 1 0,1 0 0,-1-1 0,1 1 0,1-1 0,-1 0 0,0 0 0,1-1 0,0 1 0,0-1 0,1 1 0,-1-1 0,1 0 0,0-1 0,0 1 0,0-1 0,1 0 0,-1-1 0,1 1 0,-1-1 0,1 0 0,0 0 0,0-1 0,0 1 0,2-1 0,3 0 0,0 0 0,1 0 0,-1-1 0,0-1 0,0 1 0,0-2 0,0 0 0,0 0 0,0-1 0,-1 0 0,1-1 0,-1 0 0,0-1 0,0 0 0,2-2 0,23-19-185,-1-1 0,-1-2 0,-2-1-1,-1-1 1,15-21 185,-33 38-322,34-39-2087</inkml:trace>
  <inkml:trace contextRef="#ctx0" brushRef="#br1" timeOffset="67401.326">8895 599 29878,'0'0'701,"0"0"-205,0 0-154,0 0-39,-18-19-106,-91-100-71,107 117-126,0 1 0,0-1 0,0 0 0,-1 1 0,1-1 0,0 1 0,-1-1 0,0 1 1,1 0-1,-1 0 0,0 0 0,1 1 0,-1-1 0,0 1 0,0-1 0,0 1 0,1 0 0,-1 0 0,0 0 0,0 1 1,0-1-1,1 1 0,-1-1 0,0 1 0,0 0 0,1 0 0,-1 0 0,1 0 0,-1 1 0,1-1 0,-1 1 0,1-1 0,0 1 1,0 0-1,0 0 0,0 0 0,0 0 0,0 0 0,0 1 0,1-1 0,-1 0 0,1 1 0,0-1 0,-1 1 0,1-1 1,0 1-1,1 0 0,-1 0 0,0-1 0,1 2 0,-9 18 0,2 1 0,1-1 0,0 1 0,2 0 0,0 1 0,2-1 0,1 1 0,1 13 0,-1-33 0,1 1 0,1-1 1,-1 0-1,1 1 0,-1-1 0,1 0 0,1 0 1,-1 0-1,0 1 0,1-1 0,0 0 1,0-1-1,0 1 0,1 0 0,-1-1 0,1 1 1,0-1-1,0 0 0,0 0 0,0 0 1,0 0-1,1 0 0,-1-1 0,1 1 1,0-1-1,0 0 0,0 0 0,0-1 0,0 1 1,0-1-1,0 0 0,0 0 0,1 0 1,-1-1-1,2 1 0,12-1-194,-1 0 0,1-1 1,0-1-1,0 0 0,-1-1 1,1-1-1,-1-1 0,0-1 0,-1 0 1,1-1-1,-1-1 0,15-9 194,30-14-3644</inkml:trace>
  <inkml:trace contextRef="#ctx0" brushRef="#br1" timeOffset="67680.86">9658 286 30823,'0'0'856,"0"0"-280,0 0-64,-10 106-512,10-40 0,0 34 0,19 45 0,2-21 0,-5-12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19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28174,'0'0'1688,"0"0"-1360,0 0 33,-30 133 103,26-94-184,-1 1-184,0-5-64,3 0-8,2 0-24,0 3-144,0-9-592,0-9-1609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1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29662,'0'0'1745,"0"0"-1025,0 0-152,0 0-496,0 0-72,0 0 0,-71 112 0,62-58 0,-1 8 0,3 11 0,1 4 0,-1 1 0,4-3 0,1-4 0,2 3 0,0-18 0,0-16-1120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7202,'0'0'22756,"0"0"-21819,0 0-417,0 0-88,0 0 32,0 0-152,-53 133-168,50-88-144,1 9 0,-5 4 0,3 2 0,-3 2 0,0 1 0,4-3 0,3-2 0,17-13 0,15-13 0,5-22-1856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452 251 28750,'0'0'1891,"0"0"-1337,0 0-320,0 0 126,-17-18 25,-91-109-37,100 117-328,0 0 0,-1 1 1,0 0-1,-1 0 0,0 1 1,0 0-1,-1 1 1,1 0-1,-2 1 0,1 0 1,-2 0-21,9 4 0,-1 0 1,1 1 0,-1-1 0,0 1-1,1 0 1,-1 0 0,0 1-1,0 0 1,1-1 0,-1 2-1,0-1 1,0 0 0,1 1 0,-1 0-1,0 0 1,1 0 0,-1 1-1,1 0 1,-1-1 0,1 1 0,0 1-1,0-1 1,0 1 0,0 0-1,0 0 1,0 0 0,1 0 0,-1 1-1,1-1 1,-2 4-1,-4 6 0,0 0 0,1 1 0,1 0 0,0 1 0,1 0 0,1 0 0,0 0 0,1 1 0,1-1 0,0 1 0,1 0 0,1 0 0,0 0 0,1 4 0,3-16 0,0-1 0,0 0 0,0 0 0,0 0 0,1 0 0,-1 0 0,1-1 0,-1 1 0,1-1 0,0 0 0,0 0 0,0-1 0,0 1 0,1-1 0,-1 0 0,0 0 0,1 0 0,-1 0 0,0-1 0,1 0 0,-1 0 0,1 0 0,-1 0 0,0-1 0,1 0 0,-1 0 0,2-1 0,6 2 0,147-8-170,-54-11-3976,-34-1-8206</inkml:trace>
  <inkml:trace contextRef="#ctx0" brushRef="#br0" timeOffset="309.11">1081 179 16540,'0'0'12138,"0"0"-9199,0 0-2444,0 0-23,-13-17-306,-44-53-149,52 64-17,0 1 0,-1-1 0,1 1 0,-1 0 0,0 1 0,-1-1 0,1 1 0,-1 0 0,0 1 0,0 0 0,0 0 0,0 0 0,0 1 0,-1 0 0,1 0 0,-1 1 0,0 0 0,1 1 0,-1-1 0,0 1 0,1 1 0,-1-1 0,0 2 0,-3 0 0,4 2 0,0 1 0,0 0 0,1 0 0,0 0 0,0 1 0,0 0 0,1 1 0,-1-1 0,1 1 0,1 0 0,0 0 0,0 0 0,0 1 0,1-1 0,0 1 0,0 0 0,1 0 0,0 0 0,0 0 0,1 0 0,0 1 0,1-1 0,0 0 0,0 0 0,0 1 0,1-1 0,1 4 0,-2-7 0,0 1 0,0-1 0,0 1 0,1 0 0,0-1 0,0 1 0,0-1 0,0 1 0,1-1 0,0 0 0,0 0 0,1 1 0,-1-1 0,1-1 0,0 1 0,1 0 0,-1-1 0,1 0 0,0 0 0,0 0 0,0 0 0,0 0 0,1-1 0,0 0 0,-1 0 0,1 0 0,0-1 0,0 1 0,4 0 0,-1 0 0,1 0 0,0-1 0,0 0 0,0 0 0,0-1 0,0 0 0,0-1 0,0 0 0,0 0 0,0-1 0,1 0 0,-1 0 0,-1-1 0,1-1 0,0 1 0,0-2 0,-1 1 0,0-1 0,0 0 0,0-1 0,0 1 0,0-2 0,-1 1 0,0-1 0,0 0 0,2-4 0,63-105-1676,-53 63-3153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4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25349,'0'0'4945,"0"0"-4456,0 0-33,0 141 104,0-81-8,0 4-264,-4 3-160,4-3-128,-3-2 0,3-2 0,0-6 0,0-6 0,0-9-200,7-22-432,9-13-872,0-4-3282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30046,'0'0'1545,"0"0"-1217,0 0 184,0 134-176,0-78-336,0 7 0,0 5 0,0 9 0,-7 4 0,2 4 0,5 12 0,0-20-1176,0-25-5674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313 130 30551,'0'0'601,"0"0"-138,0 0 8,0 0-93,0 0-186,0 0-108,-12-17-60,-43-53-21,53 66-3,-1 1 0,0-1 0,0 1 0,-1 0 0,1 0 0,0 0 0,-1 1 0,0-1 0,0 1 0,0 0 0,0 0 0,0 1 0,0-1 0,0 1 0,-1 0 0,1 0 0,0 0 0,-1 0 0,1 1 0,-1 0 0,1 0 0,-1 0 0,1 0 0,0 1 0,-1-1 0,1 1 0,0 1 0,-1-1 0,1 0 0,0 1 0,0 0 0,0 0 0,0 0 0,0 1 0,1-1 0,-1 1 0,1 0 0,-1 0 0,1 0 0,0 0 0,0 1 0,1-1 0,-1 1 0,1-1 0,-1 1 0,1 0 0,0 0 0,1 0 0,-1 1 0,1-1 0,0 0 0,-1 5 0,-9 13 0,2 1 0,0 0 0,1 1 0,2 0 0,0 0 0,1 1 0,2-1 0,1 1 0,0 0 0,2 6 0,0-27 0,-1 1 0,1-1 0,0 1 0,0 0 0,0-1 0,1 1 0,-1 0 0,1-1 0,0 1 0,1-1 0,-1 1 0,1-1 0,0 0 0,0 0 0,0 0 0,0 0 0,1 0 0,0 0 0,0 0 0,0-1 0,0 0 0,0 1 0,1-1 0,-1 0 0,1-1 0,0 1 0,0-1 0,0 1 0,0-1 0,1-1 0,-1 1 0,0 0 0,1-1 0,-1 0 0,1 0 0,-1 0 0,4-1 0,3 1-5,-1-2 0,1 1 1,-1-2-1,1 1 0,-1-1 0,0-1 0,0 0 1,0 0-1,0-1 0,0 0 0,-1-1 0,1 0 1,-1-1-1,-1 1 0,1-2 0,-1 1 0,0-1 1,-1-1-1,1 1 0,-1-1 0,-1 0 0,0-1 1,0 0-1,2-5 5,44-88-2939,-35 48-4097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5529,'0'0'22773,"0"0"-20845,0 0-1567,0 0-25,0 0 112,0 130-64,0-80-96,0 4-48,0 6-64,0 4-40,0 7-64,0-1-56,5-1-16,4-9-176,11-17-328,-3-18-728,1-17-1601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29398,'0'0'1649,"0"0"-1305,0 0 96,0 151 144,0-99-256,0 2-304,0 4-24,0 2 0,0 6 0,-4 1 0,-1-3 0,5-4-256,0-6-344,5-15-736,11-20-1529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29110,'0'0'1969,"0"0"-1681,0 0 224,0 0 176,5 114-488,-5-64-200,2 12 0,-2 9 0,0 7 0,0 39 0,0-20 0,0-12-2601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21165,'0'0'7289,"0"0"-5389,0 0-1493,0 0 8,0 0-108,0 0-175,0 5-78,0 23-22,0-28-1,0 0 85,0 0 148,-32-2 391,32 35-655,-1-35 0,1 0 0,0 0 0,0 0 0,0 1 0,0-1 0,1 0 0,-1 0 0,0 0 0,1 1 0,0-1 0,-1 0 0,1 1 0,0-1 0,0 0 0,0 1 0,0-1 0,0 1 0,0-1 0,0 1 0,0 0 0,0-1 0,1 1 0,-1 0 0,1 0 0,-1 0 0,1 0 0,-1 0 0,1 0 0,0 0 0,-1 1 0,1-1 0,0 1 0,0-1 0,9 39 0,8-25 0,-99-44 0,207 138 0,-122-92 0,-30-24 0,-96-85 0,152 91 0,38 43 0,-66-36 0,-13-2-113,-5-2-454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3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25365,'0'0'1443,"0"0"987,0 0-1282,0 0-535,0 0-136,0 6-85,0 475 507,16-385-899,-15-95-16,0 0 0,-1 0-1,1 0 1,0 1 0,0-1 0,0 0 0,0 0 0,0 0-1,0-1 1,0 1 0,0 0 0,0 0 0,0-1 0,1 1-1,-1 0 1,0-1 0,0 1 0,1-1 0,-1 0 0,0 1-1,1-1 1,-1 0 0,0 0 0,1 0 0,-1 0-1,1 0 1,-1 0 0,0 0 0,1 0 0,-1-1 0,0 1-1,1 0 1,-1-1 0,0 1 0,0-1 0,1 1 0,-1-1-1,0 0 1,0 0 0,0 0 0,0 1 0,0-1 0,0 0-1,0 0 1,0 0 0,0 0 0,0-1 16,18-21-1625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37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26118,'0'0'5121,"0"0"-4393,0 0-56,0 0-544,0 0-128,0 0 0,-46 131 0,41-94 0,-2 6 0,2 9 0,-2 4 0,3 4 0,-1 0 0,3-4 0,2-4 0,11-12 0,13-13 0,-1-13-1440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3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 27134,'0'0'1436,"0"0"-396,0 0-217,0 0-112,0 0-131,-3-3-26,-18 0-108,22 5-403,-15 87-43,4 0 0,4 1 0,6 83 0,0-117 0,0 35 0,5-95 0,59-61-1530,-27 26-2885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85 18684,'0'0'9013,"0"0"-6654,0 0-1702,0 0-79,0 0-108,0 0-91,10 1-97,49 12 43,-59-12-325,1 0 1,-1 0-1,1-1 0,-1 1 1,0 0-1,0 0 0,1 0 0,-1 0 1,0 0-1,0 0 0,0 0 1,0 0-1,0-1 0,0 1 1,0 0-1,-1 0 0,1 0 0,0 0 1,0 0-1,-1 0 0,1 0 1,0-1-1,-1 1 0,1 0 1,-1 0-1,1 0 0,-1-1 0,1 1 1,-1 0-1,0-1 0,1 1 1,-1 0-1,0-1 0,0 1 1,1-1-1,-1 1 0,0-1 1,0 0-1,0 1 0,0-1 0,0 0 1,1 1-1,-1-1 0,0 0 1,0 0-1,0 0 0,0 0 1,0 0-1,0 0 0,0 0 0,0 0 1,0 0-1,0-1 0,1 1 1,-1 0-1,0 0 0,0-1 1,0 1-1,0-1 0,1 1 0,-1-1 1,0 1-1,0-1 0,-1 1 1,-1 1-1,0 1 0,0-1 0,1 0 0,-1 0 0,0-1 0,0 1 0,0 0 0,0-1 0,0 0 0,0 0 0,0 0 0,0 0 0,0 0 0,0-1 0,0 1 0,0-1 0,0 0 0,0 0 0,0 0 0,0 0 0,1 0 0,-1 0 0,0-1 0,1 0 0,-1 1 0,1-1 0,0 0 0,-1 0 0,1 0 0,0-1 0,0 1 0,0 0 0,1-1 0,-1 1 0,1-1 0,-1 0 0,1 0 0,0 1 0,0-1 0,0 0 0,0 0 0,0 0 0,0 1 0,1 0 0,-1-1 0,1 1 0,-1-1 0,1 1 0,0-1 0,0 1 0,0-1 0,0 1 0,0-1 0,1 1 0,-1-1 0,1 1 0,-1 0 0,1-1 0,0 1 0,0 0 0,0-1 0,0 1 0,1 0 0,-1 0 0,0 0 0,1 0 0,0 0 0,-1 0 0,1 1 0,0-1 0,0 0 0,0 1 0,0-1 0,0 1 0,0 0 0,1 0 0,-1 0 0,0 0 0,1 0 0,-1 0 0,0 1 0,1-1 0,-1 1 0,1 0 0,-1-1 0,1 1 0,-1 0 0,1 1 0,0-1 0,-1 0 0,-1-1 0,0 1 0,1 0 0,-1 0 0,1-1 0,-1 1 0,1 0 0,-1 1 0,1-1 0,-1 0 0,0 0 0,1 1 0,-1-1 0,1 1 0,-1-1 0,0 1 0,0-1 0,1 1 0,-1 0 0,0 0 0,0-1 0,0 1 0,1 0 0,-1 0 0,0 0 0,0 0 0,-1 1 0,1-1 0,0 0 0,0 0 0,0 0 0,-1 1 0,1-1 0,-1 0 0,1 1 0,-1-1 0,0 1 0,1-1 0,-1 0 0,0 1 0,0-1 0,0 1 0,0-1 0,0 1 0,0-1 0,0 1 0,-1-1 0,1 0 0,0 1 0,-1-1 0,1 1 0,-1-1 0,1 0 0,-1 1 0,0-1 0,1 1 0,-1 0 0,0-1 0,0 0 0,0 1 0,0-1 0,0 1 0,0-1 0,0 0 0,-1 0 0,1 0 0,0 0 0,-1 0 0,1 0 0,0 0 0,-1 0 0,0 0 0,1-1 0,-1 1 0,1-1 0,-1 1 0,0-1 0,1 0 0,-1 1 0,0-1 0,1 0 0,-1 0 0,0 0 0,0 0 0,1-1 0,-1 1 0,-1 0 0,9-32 0,3 28-2080,-11-8-5378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25910,'0'0'1645,"0"0"-818,0 0-245,0 0-70,0 0-118,-15 11 1533,-9 316-957,-19-25-970,44-302-29,0 0-1,-1 1 1,1-1-1,0 1 1,0-1-1,0 0 1,0 0 0,0 0-1,0 1 1,0-1-1,0 0 1,0 0-1,0 0 1,0 0 0,0-1-1,0 1 1,0 0-1,0 0 1,0-1-1,0 1 1,0 0 0,0-1-1,0 1 1,0-1-1,-1 1 1,1-1-1,0 0 1,0 1 0,-1-1-1,1 0 1,0 1-1,-1-1 1,1 0-1,0 0 1,-1 0 0,1 1-1,-1-1 1,1 0-1,-1 0 1,0 0 0,1 0-1,-1 0 1,0 0-1,0 0 1,0 0-1,0 0 1,0 0 29,5-4-369,18-21-1968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6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27374,'0'0'1299,"0"0"-294,0 0-168,0 0-208,0 0-234,0 0-109,-11 6 255,-1 482-140,10-461-367,2-72-492,2 8-1663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28078,'0'0'1110,"0"0"-396,0 0-100,0 0-46,0 0-155,-3 22-97,-10 161 350,13 63-435,-1-245-300,1 0 0,-1 1-1,1-1 1,0 0 0,0 1 0,0-1 0,0 0 0,0 1 0,0-1 0,0 0 0,0 1 0,1-1 0,-1 0 0,1 1 0,-1-1 0,0 0-1,1 0 1,0 1 0,-1-1 0,1 0 0,0 0 0,0 0 0,0 0 0,0 0 0,-1 0 0,1 0 0,1 0 0,-1 0 0,0 0-1,0-1 1,0 1 0,0 0 0,0-1 0,1 1 0,-1-1 0,0 1 0,1-1 0,-1 0 0,0 0 0,1 1 0,-1-1 0,0 0 0,1 0-1,-1 0 1,0 0 0,1 0 0,-1-1 0,0 1 0,1 0 0,-1-1 0,0 1 0,1-1 0,0 0 69,16-4-4860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8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28550,'0'0'2569,"0"0"-2217,0 0 120,0 0 200,0 0-520,0 0-152,-35 118 0,19-77 0,2 1 0,3-1 0,2-1 0,6-3 0,3-2 0,0-2 0,0-4 0,12-10 0,6-8-72,1-11-2072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369 122 22325,'0'0'7136,"0"0"-5400,0 0-1494,0 0 139,0 0 107,0 0-201,-3-11-171,-13-39-68,13 45-48,-1 0 1,-1 0-1,1 1 0,0 0 1,-1 0-1,0 0 0,0 0 1,0 1-1,-1-1 0,1 1 1,-1 1-1,0-1 0,0 1 0,0 0 1,0 0-1,0 1 0,0 0 1,0 0-1,0 0 0,-1 1 1,1 0-1,0 0 0,0 0 1,-4 2-1,5-2 0,-2-1 0,-1 1 0,1 0 0,-1 0 0,1 1 0,0 0 0,0 0 0,-1 1 0,1 0 0,0 0 0,0 1 0,1 0 0,-1 0 0,0 1 0,1-1 0,0 2 0,0-1 0,0 0 0,1 1 0,-1 0 0,1 1 0,0-1 0,1 1 0,-1 0 0,1 0 0,0 0 0,1 0 0,-1 1 0,-1 4 0,0 1 0,0 1 0,0-1 0,1 1 0,1 0 0,0 0 0,1 0 0,0 0 0,1 1 0,1-1 0,0 0 0,1 1 0,0-1 0,1 2 0,2-9 0,-1-1 0,1 1 0,0-1 0,0 0 0,1-1 0,-1 1 0,1-1 0,0 1 0,1-2 0,-1 1 0,1 0 0,-1-1 0,1 0 0,0 0 0,0-1 0,0 0 0,1 0 0,-1 0 0,0-1 0,1 0 0,-1 0 0,1-1 0,0 0 0,-1 0 0,1 0 0,-1-1 0,1 0 0,-1 0 0,1 0 0,12-3-91,0 0 0,0-1-1,-1-1 1,1-1 0,-1 0 0,-1-2 0,0 0-1,0-1 1,0 0 0,-1-1 0,-1-1 0,0-1-1,-1 0 1,0-1 0,6-9 91,-15 19-122,42-42-2229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31063,'0'0'1504,"0"0"-1304,0 0-200,0 133 0,0-77 0,0 8 0,0 9 0,9 27 0,1-20 0,-3-17-320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4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307 187 28502,'0'0'1811,"0"0"-1141,0 0-270,0 0 57,0 0-59,0 0-216,-8-20-99,-29-66-42,36 81-37,0 1 1,-1 0-1,0-1 0,0 1 0,0 0 1,0 0-1,-1 0 0,0 0 0,0 0 0,0 1 1,0 0-1,0-1 0,-1 1 0,1 0 0,-1 0 1,0 1-1,0-1 0,0 1 0,0 0 0,0 0 1,-1 0-1,1 1 0,-1-1 0,1 1 0,-1 0 1,1 0-1,-1 1 0,0-1 0,1 1 0,-1 0 1,0 1-1,1-1 0,-1 1 0,1 0 0,-1 0 1,1 0-1,-1 0 0,1 1 0,-1 0 0,1 0 1,0 0-1,0 1 0,0-1 0,0 1 0,1 0 1,-1 0-1,1 0 0,-1 0 0,1 1 0,0-1 1,1 1-1,-1 0 0,-1 2-4,-6 12 0,1 1 0,0 0 0,2 1 0,0 0 0,1 0 0,1 1 0,1 0 0,1-1 0,0 1 0,2 1 0,0-1 0,2 0 0,2 21 0,-3-36 0,1 0 0,-1 0 0,1 0 0,0 0 0,0 0 0,0-1 0,1 1 0,0 0 0,0-1 0,1 1 0,0-1 0,0 1 0,0-1 0,0 0 0,1-1 0,0 1 0,0 0 0,0-1 0,0 0 0,1 0 0,-1 0 0,1-1 0,0 0 0,1 1 0,-1-2 0,0 1 0,1-1 0,-1 0 0,7 2 0,2-4-1,0 0 0,0-1 1,1 0-1,-1-1 0,0-1 0,0 0 0,-1-1 1,1 0-1,-1-1 0,0-1 0,0 0 0,0-1 0,-1 0 1,0-1-1,0 0 0,-1-1 0,0 0 0,1-3 1,24-14-22,154-109-1636,-106 76-1088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366 242 30431,'0'0'1357,"0"0"-675,-7-20-425,-27-65-217,33 78-40,-1 0 0,0 0 0,0 1 0,0-1 0,-1 0 0,0 1 0,-1-1 0,0 1 0,0 0 0,0 0 0,0 1 0,-1-1 0,0 1 0,0 0 0,-1 0 0,1 1 0,-1 0 0,0 0 0,0 0 0,0 0 0,-1 1 0,1 0 0,-1 1 0,0-1 0,0 1 0,0 0 0,0 1 0,0 0 0,0 0 0,0 1 0,0-1 0,0 2 0,-1-1 0,0 1 0,-1 3 0,0 0 0,0 1 0,1 0 0,-1 1 0,1 0 0,1 0 0,-1 0 0,1 1 0,0 0 0,1 1 0,0 0 0,0 0 0,0 0 0,1 0 0,0 1 0,1 0 0,0 0 0,0 0 0,1 1 0,0-1 0,1 1 0,0-1 0,1 1 0,0 0 0,0 0 0,1 0 0,0 0 0,1 0 0,0 1 0,-1-7 0,1 0 0,-1 1 0,1-1 0,0 0 0,1 0 0,-1 0 0,0 0 0,1 0 0,0-1 0,0 1 0,0 0 0,1-1 0,-1 1 0,1-1 0,0 0 0,0 0 0,0 0 0,0 0 0,0-1 0,1 1 0,-1-1 0,1 0 0,0 0 0,-1 0 0,1 0 0,0-1 0,0 0 0,0 1 0,5-1 0,3 2 0,1 0 0,-1-2 0,1 1 0,0-2 0,0 0 0,0 0 0,0-1 0,-1-1 0,1 0 0,3-1 0,136-67-333,-86 27-1334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28638,'0'0'1592,"0"0"-895,0 0-33,0 109 72,0-61-296,0 6-440,0 4 0,0-2 0,0-2 0,0-6 0,0-19 0,7-15-832,7-14-1617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32055,'0'0'712,"0"0"-712,0 132 0,-4-69 0,-6 15 0,4-11 0,-6-15-856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29262,'0'0'2417,"0"0"-1993,0 0-64,0 0-56,0 0-304,0 0 0,0 0 0,67 116 0,-51-73 0,-9 24 0,-3-11-360,-4-7-3305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0 31359,'0'0'1280,"0"0"-1152,0 0-128,-124 143 0,71-93 0,-7 2 0,-33 12 0,17-10 0,7-19-3665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391 184 26998,'0'0'3108,"0"0"-2049,0 0-441,0 0 7,-5-13-314,-1-3-287,4 7-23,0 1 0,-1-1 0,0 1 0,-1-1 0,1 1 0,-1 0 0,-1 1 1,0-1-1,0 1 0,0-1 0,-1 2 0,0-1 0,0 1 0,-1-1 0,0 2 0,0-1 1,0 1-1,-1 0 0,1 1 0,-1-1 0,0 2 0,-7-3-1,5 8 0,0 0 0,0 0 0,0 1 0,0 1 0,0 0 0,1 0 0,-1 1 0,1 0 0,0 0 0,1 1 0,-1 1 0,1-1 0,0 1 0,1 1 0,0-1 0,0 1 0,0 0 0,1 1 0,1 0 0,-1 0 0,1 0 0,1 0 0,0 1 0,0 0 0,1 0 0,-2 8 0,-4 4 0,1 0 0,0 1 0,2 0 0,1 0 0,1 0 0,1 0 0,1 1 0,0 0 0,2-1 0,1 1 0,3 11 0,-3-30 0,0-1 0,0 1 0,0 0 0,1-1 0,0 1 0,0-1 0,0 0 0,1 0 0,-1 0 0,1 0 0,0 0 0,0 0 0,0-1 0,1 1 0,-1-1 0,1 0 0,0 0 0,0 0 0,0-1 0,0 1 0,0-1 0,1 0 0,-1 0 0,1-1 0,-1 1 0,1-1 0,0 0 0,-1 0 0,1 0 0,2-1 0,3 1 0,0-1 0,0 0 0,0 0 0,0-1 0,0-1 0,0 0 0,0 0 0,-1-1 0,1 0 0,-1 0 0,1-1 0,-1 0 0,0-1 0,1-1 0,22-20-66,-1-2 0,-1 0 0,-1-2 0,-2-1 0,-1-2 0,-2 0 0,-1-2 1,-1 0-1,-2-3 66,34-47-2608,-31 49-6002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26046,'0'0'6465,"0"0"-6209,0 0-256,0 0 0,0 0 0,0 0 0,33 131 0,-22-73 0,-2 10 0,-4 9 0,-3 6 0,-2 20 0,0-20 0,0-18-656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30078,'0'0'929,"0"0"-433,0 0-168,0 0 88,0 0-40,0 0-232,131-15-144,-29-1 0,34-5 0,41-4 0,14 0 0,-6 4 0,-15 11 0,-18 10 0,-11 0 0,-35 0-336,-30 0-2721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581 299 28966,'0'0'1595,"0"0"-1028,0 0-179,0-18 65,-1-132 325,-2 142-777,-1 0-1,0 0 1,0 0-1,-1 1 1,0 0 0,0-1-1,-1 2 1,0-1 0,0 1-1,-1 0 1,1 0-1,-1 1 1,-1-1 0,1 2-1,-1-1 1,1 1 0,-1 0-1,-1 1 1,1 0-1,0 0 1,-1 1 0,0 0-1,1 0 1,-1 1 0,0 0-1,0 1 1,0 0-1,1 0 1,-1 1 0,0 0-1,0 0 1,-6 3-1,-5 3 0,1 0 0,0 2 0,1 0 0,0 1 0,1 1 0,0 1 0,0 0 0,1 1 0,1 1 0,0 0 0,1 1 0,0 1 0,2 0 0,0 1 0,0 0 0,2 1 0,0 0 0,1 0 0,1 1 0,0-2 0,1 0 0,1 0 0,0 1 0,1-1 0,1 1 0,1 0 0,0 1 0,2-1 0,0 17 0,1-28 0,0 0 0,1 0 0,-1 0 0,2-1 0,-1 1 0,1 0 0,0 0 0,0-1 0,1 1 0,0-1 0,0 0 0,1 0 0,0 0 0,0 0 0,0-1 0,0 1 0,1-1 0,0 0 0,0-1 0,0 1 0,1-1 0,0 0 0,-1 0 0,1-1 0,1 0 0,5 3 0,7 0 0,-1-2 0,1 0 0,0-1 0,0 0 0,0-2 0,1 0 0,-1-2 0,0 0 0,0-1 0,0 0 0,0-2 0,0 0 0,-1-1 0,1-1 0,-2-1 0,1-1 0,-1 0 0,12-8 0,-18 10 0,1 0 0,-1-1 0,0-1 0,0 1 0,-1-2 0,0 0 0,-1 0 0,0 0 0,0-1 0,-1-1 0,-1 1 0,1-2 0,-2 1 0,1 0 0,-2-1 0,1 0 0,-2-1 0,0 1 0,0-1 0,-1 0 0,-1 0 0,0 0 0,0 0 0,-2 0 0,0-10 0,0 21-32,-1 0 1,0 0-1,0 1 0,0-1 0,0 0 1,0 1-1,0-1 0,0 1 1,0-1-1,-1 1 0,1 0 1,-1 0-1,1-1 0,-1 1 0,1 0 1,-1 0-1,1 0 0,-1 1 1,0-1-1,0 0 0,0 1 0,1-1 1,-1 1-1,0-1 0,0 1 1,0 0-1,0 0 0,0 0 1,0 0-1,1 0 0,-1 0 0,0 0 1,0 1-1,0-1 0,0 1 1,-1 0 31,-9-1-923,-18 0-3454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7:5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30567,'0'0'872,"0"0"-296,0 0-120,0 0-160,180-35-296,-53 33 0,-3 2 0,-9 0 0,-15 0 0,-24 6 0,6 7 0,4-1 0,-13 1 0,-1-1 0,-21-2 0,-24-6-1800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29918,'0'0'1086,"0"0"-698,0 0 20,0 0 59,24 20-136,78 68-185,-89-79-145,-1-1 0,0 2 0,0 0 0,-1 0 0,0 1 0,-1 1 0,0-1 0,-1 2-1,0-1 1,-1 1 0,-1 1 0,0-1 0,0 1 0,-2 0 0,1 1 0,-2 0 0,0-1 0,-1 1 0,0 0-1,-1 1 1,-1-1 0,-1 0 0,0 1 0,-1-1 0,-1 6-1,-3-4 0,-1-1 0,0 0-1,-1 0 1,-1 0 0,0-1 0,-1 0 0,-1-1-1,0 0 1,-1 0 0,-1-1 0,0 0 0,-1-1 0,0-1-1,-14 10 1,25-19-28,0 0-1,0 1 1,0-1 0,0 0-1,0 0 1,-1 0-1,1-1 1,0 1 0,-1 0-1,0-1 1,1 0-1,-1 1 1,0-1-1,0 0 1,0-1 0,0 1-1,1 0 1,-1-1-1,0 0 1,0 1 0,0-1-1,0-1 1,0 1-1,0 0 1,0-1-1,0 1 1,0-1 0,0 0-1,0 0 1,0 0-1,1 0 1,-1 0 0,0-1-1,1 1 1,-1-1-1,1 0 1,0 0-1,-1 0 1,1 0 0,0 0-1,0 0 1,0-1 28,-10-45-3448,10-10-7759</inkml:trace>
  <inkml:trace contextRef="#ctx0" brushRef="#br0" timeOffset="254.374">788 1 30711,'0'0'1192,"0"0"-513,-24 12-509,-156 96-155,153-85-15,1 1 0,2 2 0,0 0 0,2 2 0,-15 23 0,29-39 0,1 0 0,0 0 0,1 0 0,0 0 0,1 1 0,1 0 0,0 0 0,0 1 0,1-1 0,1 1 0,1 0 0,0-1 0,0 1 0,1 0 0,1 0 0,1 4 0,0-11 0,1 0 0,-1-1 0,1 1 0,0 0 0,1-1 0,0 0 0,0 0 0,0 0 0,1 0 0,0 0 0,0-1 0,0 0 0,1 0 0,-1-1 0,1 1 0,0-1 0,1 0 0,-1-1 0,1 0 0,-1 0 0,1 0 0,4 0 0,163 33 0,86-36-986,-159-21-2693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1 380 25838,'0'0'4552,"0"0"-4087,0 0-337,0 0 256,0 0 88,143-9-136,-88-9-144,2 1-104,10 3-64,-5 5 0,1 5-24,-8 4 0,-4 0-152,-10 0-496,-11-2-953,-16-8-6264</inkml:trace>
  <inkml:trace contextRef="#ctx0" brushRef="#br0" timeOffset="268.267">273 0 27870,'0'0'1928,"0"0"-1576,-5 123 161,5-61 23,0 4-216,0 3-200,0 1-80,0 3-40,0-1-64,0 26-296,0-17-1009,0-19-5456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29862,'0'0'833,"0"0"-293,0 0-86,0 0-15,0 0-119,-8 14-150,-22 46-66,22 24-59,8 179-45,33-184-1346,-8-61-1029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28726,'0'0'2577,"0"0"-2017,0 0-24,0 0-168,0 0-368,0 0 0,0 0 0,0 116 0,0-79 0,0 5 0,0 1 0,0 5 0,-9-2 0,6-3 0,3-1 0,0-15-1440,14-13-6826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7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30799,'0'0'1168,"0"0"-1000,0 0 296,-5 118-296,-4-72-168,5 6 0,4 20 0,-3-11 0,-1-12-1600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54 22957,'0'0'5568,"0"0"-4036,0 0-992,0 0 6,0 0-126,0 0-188,0 2-118,0 0-101,1 0-1,-1 0 0,0-1 1,0 1-1,-1 0 0,1-1 0,0 1 1,0 0-1,-1 0 0,1-1 1,-1 1-1,0-1 0,1 1 0,-1 0 1,0-1-1,0 1 0,0-1 1,0 0-1,0 1 0,0-1 0,-1 0 1,1 0-1,0 0 0,-1 1 1,1-1-1,0-1 0,-1 1 0,0 0 1,1 0-1,-1 0 0,1-1 0,-1 1 1,0-1-1,1 0 0,-1 1 1,0-1-1,0 0 0,1 0 0,-1 0 1,0 0-1,1 0 0,-1 0 1,-1-1-13,2 1 2,-1 0 1,0 0 0,1 0 0,-1 0 0,1-1 0,-1 1 0,1-1 0,-1 1 0,1-1 0,-1 1-1,1-1 1,-1 0 0,1 0 0,0 0 0,-1 0 0,1 0 0,0 0 0,0 0 0,0 0-1,0 0 1,0 0 0,0-1 0,0 1 0,0 0 0,0-1 0,0 1 0,1-1 0,-1 1-1,1-1 1,-1 1 0,1-1 0,0 0 0,-1 1 0,1-1 0,0 1 0,0-1 0,0 0-1,0 1 1,1-1 0,-1 1 0,0-1 0,1 1 0,-1-1 0,1 0 0,-1 1-3,0-7 2,0 6-1,1 0 1,-1 0-1,1 0 1,-1 0-1,1 0 1,0 0-1,-1 0 1,1 1-1,0-1 1,0 0-1,0 1 1,0-1-1,1 0 1,-1 1-1,0 0 1,1-1-1,-1 1 1,1 0-1,-1 0 1,1-1-1,0 1 1,0 0-1,-1 1 1,1-1-1,0 0 1,0 0-1,0 1 1,0-1-1,0 1 1,0 0-1,-1 0 1,1-1-1,0 1 1,0 0-1,0 1 1,0-1-1,0 0 1,0 1-1,0-1-1,8 66 139,20-59-1835,-14-16-1449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28486,'0'0'1608,"0"0"-1352,0 0 273,0 0-1,-37 135-160,32-88-112,1 3-80,4 4-72,0 0-64,0 0-40,0-2-32,4-5-408,10-14-792,0-20-4754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31295,'0'0'768,"0"0"-456,0 0 80,0 0-392,7 105 0,-7-67 0,0 5 0,0 9 0,-18 16 0,2-10-928,4-14-13931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299 179 29062,'0'0'1210,"0"0"-561,0 0-218,0 0-51,0 0-152,0 0-93,-5-21-20,-16-65-22,19 81-83,1 1 0,-1 0 0,-1 0 0,1 0-1,-1 0 1,1 0 0,-1 1 0,0-1 0,0 1 0,-1-1 0,1 1 0,-1 0 0,0 1 0,1-1 0,-1 1-1,0-1 1,-1 1 0,1 0 0,0 1 0,0-1 0,-1 1 0,1 0 0,-1 0 0,0 0 0,1 0 0,-1 1-1,0 0 1,1 0 0,-1 0 0,1 1 0,-1-1 0,0 1 0,1 0 0,-1 0 0,-1 2-10,-3 1 4,0 1 1,0 1-1,1 0 1,-1 0-1,1 0 1,1 1-1,-1 0 1,1 1-1,0 0 1,1 0-1,0 0 1,0 1-1,1 0 1,0 0-1,1 0 1,0 1-1,0 0 1,1-1-1,0 1 1,1 0-1,0 1 1,0-1-1,1 0 1,1 0-1,0 1 1,1 9-5,-1-15 0,0 1 0,1-1 0,0 0 0,0 1 0,1-1 0,-1 0 0,1 0 0,0 0 0,0 0 0,1 0 0,0-1 0,0 1 0,0-1 0,0 1 0,0-1 0,1 0 0,0 0 0,0-1 0,0 1 0,0-1 0,1 0 0,-1 0 0,1 0 0,0-1 0,0 0 0,0 0 0,0 0 0,0 0 0,0-1 0,0 0 0,1 0 0,-1 0 0,0 0 0,1-1 0,4 0 0,1 0-4,1 0 1,-1-1-1,0 0 0,0 0 1,0-1-1,0-1 0,0 0 1,0 0-1,0-1 0,-1-1 0,0 0 1,0 0-1,0-1 0,0 0 1,-1 0-1,0-1 0,-1 0 1,1-1-1,-1 0 0,-1-1 1,4-4 3,97-102-1247,-65 66-718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274 190 30254,'0'0'821,"0"0"-152,0 0-93,2-14-198,5-44-309,-8 52-69,0 0 0,0 1 0,-1-1 0,1 1 0,-1-1 0,0 1 0,-1 0 0,0 0 0,1 0 0,-2 0 0,1 0 0,0 1 0,-1-1 0,0 1 0,0 0 0,0 0 0,-1 0 0,1 1 0,-1 0 0,0 0 0,0 0 0,0 0 0,0 1 0,0 0 0,-1 0 0,1 0 0,-1 0 0,1 1 0,-1 0 0,0 0 0,1 1 0,-1 0 0,0 0 0,0 0 0,1 1 0,-1-1 0,0 1 0,1 1 0,-1-1 0,1 1 0,-1 0 0,1 0 0,0 0 0,0 1 0,0 0 0,0 0 0,0 1 0,-4 7 0,1 1 0,0 0 0,1 1 0,0 0 0,1 0 0,0 1 0,1-1 0,1 1 0,0 0 0,1 1 0,0-1 0,1 1 0,1-1 0,0 1 0,1-1 0,2 15 0,-2-22-1,1 0 1,0 0-1,0 0 0,1 1 1,0-1-1,0 0 0,0-1 1,1 1-1,0 0 0,0-1 1,1 0-1,0 0 0,0 0 0,1 0 1,-1 0-1,1-1 0,0 0 1,1 0-1,-1 0 0,1-1 1,0 0-1,0 0 0,0 0 1,1-1-1,-1 0 0,1 0 1,0 0-1,0-1 0,0 0 1,0-1-1,0 0 0,0 0 1,1 0-1,-1-1 0,0 0 0,0 0 1,1-1-1,-1 0 0,0 0 1,0 0-1,0-1 0,0 0 1,0-1-1,-1 0 0,4-1 1,103-83-1268,-64 43-1426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0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378 189 30687,'0'0'905,"0"0"-620,0 0-46,0 0 172,-11-19-202,-38-62-178,43 74-31,0 0 0,-1 0 0,0 1 0,0 0 0,-1 0 0,1 1 0,-1-1 0,0 2 0,-1-1 0,1 1 0,-1 1 0,0-1 0,0 1 0,0 1 0,0 0 0,0 0 0,-1 1 0,1 0 0,-10 0 0,15 0 0,-1 0 0,1-1 0,-1 2 0,0-1 0,0 0 0,1 1 0,-1 0 0,0 0 0,0 0 0,1 1 0,-1 0 0,0 0 0,1 0 0,-1 0 0,1 1 0,-1-1 0,1 1 0,0 0 0,-1 1 0,1-1 0,0 1 0,1 0 0,-1 0 0,0 0 0,1 0 0,0 1 0,0-1 0,0 1 0,0 0 0,0 0 0,0 1 0,0 3 0,1 0 0,-1 0 0,2 0 0,-1 0 0,1 0 0,0 1 0,1-1 0,0 0 0,1 1 0,-1-1 0,1 0 0,1 0 0,0 0 0,0 0 0,0 0 0,1 0 0,1 0 0,-1-1 0,1 1 0,0-1 0,1 0 0,-1 0 0,1-1 0,1 0 0,-1 1 0,1-2 0,0 1 0,1-1 0,-1 0 0,1 0 0,0-1 0,0 1 0,1-2 0,-1 1 0,1-1 0,0 0 0,0-1 0,0 0 0,0 0 0,0 0 0,0-1 0,1-1 0,3 1 0,6-1-75,-1 0 0,0-1 1,0 0-1,1-1 0,-1-1 0,-1-1 1,1-1-1,0 0 0,-1-1 0,0-1 0,-1 0 1,1-1-1,-1-1 0,-1 0 75,39-25-1706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30230,'0'0'1817,"0"0"-1561,0 0 208,0 0-464,-2 120 0,6-66 0,1 13 0,2 40 0,-5-11 0,-2-13-104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27110,'0'0'1384,"0"0"-757,0 0-411,0 0-144,-13 18-59,-41 54-129,4 29-57,60-93 2952,25-8-2754,-31 0 230,247-70 320,-99 37-575,1 7 0,1 6 0,1 7 0,64 7 0,-88 0 0,855 1 0,-496 10 0,202 18 0,622 14 0,-232-18 0,-735-21 0,543 39 0,-163-36 0,-543 11 0,144 30 0,-50-6 0,1632 89 0,-1691-115 0,172 6 0,944 66 0,-873-48 0,201-21 0,355 2 0,279-11 0,-1038-5 0,-191 22 0,-68-20-6,0 0 1,0 0-1,0-1 0,0 1 1,1 0-1,-1 0 1,0-1-1,0 1 0,0 0 1,-1 0-1,1-1 0,0 1 1,0 0-1,0-1 1,0 1-1,-1 0 0,1 0 1,0-1-1,-1 1 0,1-1 1,-1 1-1,1 0 1,0-1-1,-1 1 0,1-1 1,-1 1-1,0-1 0,1 1 1,-1-1-1,1 1 1,-1-1-1,0 0 0,1 1 1,-1-1-1,0 0 0,1 1 1,-1-1-1,0 0 0,0 0 1,1 0-1,-1 0 1,0 0-1,0 0 0,1 0 1,-1 0-1,0 0 0,0 0 1,1 0-1,-1 0 1,0 0 5,-39 5-1407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305 242 29542,'0'0'722,"0"0"-327,0 0 114,0 0 20,0 0-163,-4-22-93,-11-68-6,15 85-263,0-1 0,0 1 0,0 0 0,-1 0 0,0-1 1,0 1-1,0 0 0,-1 0 0,1 0 0,-1 0 0,-1 0 0,1 1 0,-1-1 0,1 1 0,-1-1 1,-1 1-1,1 0 0,0 0 0,-1 0 0,0 1 0,0-1 0,0 1 0,-1 0 0,1 0 1,0 1-1,-1-1 0,0 1 0,0 0 0,0 0 0,0 0 0,0 1 0,0 0 0,0 0 0,0 0 1,-1 1-1,1-1 0,0 1 0,0 0 0,-1 1 0,-4 0-4,1 5 0,0 1 0,0 0 0,0 0 0,1 1 0,0 0 0,0 1 0,1-1 0,0 1 0,1 1 0,0-1 0,0 1 0,1 0 0,0 0 0,1 1 0,0 0 0,1-1 0,-2 10 0,-19 156 0,24-172 0,0 0 0,0 0 0,0 0 0,0 0 0,1 0 0,0 0 0,0 0 0,0 0 0,0 0 0,1 0 0,0-1 0,-1 1 0,1 0 0,0-1 0,1 0 0,-1 1 0,1-1 0,-1 0 0,1 0 0,0 0 0,0-1 0,0 1 0,1-1 0,-1 0 0,1 1 0,-1-1 0,1-1 0,0 1 0,-1-1 0,1 1 0,0-1 0,0 0 0,0 0 0,0-1 0,0 1 0,0-1 0,0 0 0,0 0 0,1-1 0,15-1 0,-1-1 0,1-1 0,-1 0 0,0-2 0,0 0 0,0-1 0,-1-1 0,0-1 0,-1-1 0,0 0 0,0-1 0,-1-1 0,-1 0 0,5-5 0,17-10 0,201-131-1311,-170 115-891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390 152 29686,'0'0'1135,"0"0"-373,0 0-82,-6-12-252,1 3-423,0-1-1,0 1 1,-1 0 0,-1 0 0,0 0-1,0 1 1,0 0 0,-1 1 0,0 0 0,-1 0-1,1 0 1,-1 1 0,-1 1 0,1-1-1,-1 2 1,0-1-5,3 2 0,0 0 0,0 1 0,-1 0 0,1 1 0,0-1 0,-1 1 0,1 1 0,-1-1 0,1 1 0,-1 1 0,1-1 0,-1 1 0,1 1 0,0-1 0,-1 1 0,1 1 0,0-1 0,0 1 0,1 0 0,-1 1 0,0-1 0,1 1 0,0 1 0,0-1 0,0 1 0,1 0 0,-1 1 0,1-1 0,1 1 0,-1 0 0,1 0 0,0 0 0,0 1 0,1-1 0,-1 1 0,0 4 0,1-6 0,0 1 0,0 0 0,0 0 0,1 1 0,0-1 0,0 0 0,0 1 0,1-1 0,0 1 0,1 0 0,-1-1 0,1 1 0,0 0 0,1-1 0,0 1 0,0-1 0,0 1 0,1-1 0,0 1 0,0-1 0,0 0 0,1 0 0,0 0 0,1 0 0,-1 0 0,1-1 0,0 0 0,0 1 0,0-1 0,1-1 0,0 1 0,0-1 0,0 0 0,1 0 0,-1 0 0,1-1 0,0 0 0,0 0 0,0 0 0,1 0 0,17-1-66,0-1 0,0-1 0,-1-1 0,1-1 0,0-1 0,-1-1 0,0-1 0,0-1 0,0-1-1,-1-1 1,0-1 0,0-1 0,-1 0 0,-1-2 0,4-3 66,-14 10-160,74-40-2394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26414,'0'0'4433,"0"0"-4017,0 0-16,0 0 160,0 0-152,0 0-272,-30 144-136,28-91 0,2 3 0,0 0 0,0-4 0,5-8-80,15-17-528,1-15-776,0-12-4530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30695,'0'0'768,"0"0"-200,0 0 168,20 162-736,-13-98 0,0 11 0,-5 2 0,-2-3 0,0 5 0,0-23-944,-6-21-4241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27846,'0'0'1247,"0"0"-290,0 0-198,0 0-145,0 0-152,-4 21-41,-21 138 29,20 515-439,6-673-32,0 0 0,-1 1 0,1-1 0,0 0 1,0 0-1,1 0 0,-1 0 0,0-1 0,0 1 0,0 0 0,1 0 0,-1-1 0,0 1 0,0-1 1,1 1-1,-1-1 0,1 1 0,-1-1 0,0 0 0,1 0 0,-1 0 0,1 0 0,-1 0 1,1 0-1,-1 0 0,1 0 0,-1 0 0,0-1 0,1 1 0,-1 0 0,1-1 0,-1 0 1,0 1-1,0-1 0,1 0 0,-1 1 0,0-1 0,0 0 0,0 0 0,0 0 0,0 0 0,0 0 1,0 0-1,0-1 0,0 1 0,0 0 0,-1 0 0,1-1 0,0 1 0,-1 0 0,1-1 21,31-33-2127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504 287 30559,'0'0'1306,"0"0"-777,-2-20-220,-6-61-245,7 72-64,0 0 0,-1 0 0,-1 0 0,1 0 0,-2 1 0,1 0 0,-1-1 0,0 1 0,-1 0 0,0 1 0,0-1 0,0 1 0,-1 0 0,0 1 0,-1-1 0,1 1 0,-1 0 0,0 1 0,-1 0 0,0 0 0,1 0 0,-1 1 0,-1 0 0,1 1 0,-1 0 0,1 0 0,-1 1 0,0 0 0,0 0 0,0 1 0,0 0 0,0 1 0,0 0 0,0 0 0,0 1 0,0 0 0,0 1 0,0 0 0,1 0 0,-1 1 0,0 0 0,1 0 0,0 1 0,0 0 0,0 1 0,0 0 0,1 0 0,0 0 0,0 1 0,-1 2 0,-6 5 0,1 1 0,0 0 0,1 1 0,1 0 0,0 1 0,1 0 0,1 0 0,1 1 0,0 1 0,1-1 0,1 1 0,1 0 0,0 1 0,1 0 0,1-1 0,1 1 0,1 0 0,0 0 0,2 12 0,1-25 0,-1 0 0,1 0 0,0 0 0,0 0 0,1 0 0,0 0 0,0 0 0,0-1 0,1 0 0,0 1 0,0-1 0,0-1 0,1 1 0,-1 0 0,1-1 0,0 0 0,0 0 0,1-1 0,-1 0 0,1 0 0,0 0 0,0 0 0,0-1 0,0 0 0,0 0 0,0-1 0,1 1 0,-1-1 0,0-1 0,1 1 0,-1-1 0,1 0 0,-1-1 0,1 0 0,-1 0 0,0 0 0,0 0 0,1-1 0,-1 0 0,0-1 0,0 1 0,-1-1 0,1 0 0,0-1 0,6-3-39,0-1 0,0 0 0,-1 0 0,-1-1 0,0 0 0,0-1 0,0 0 0,-2-1 0,1 0 0,-1 0 0,-1-1 0,0 0 0,0 0 0,-2-1 0,1 1 0,-1-1 0,-1-1 0,-1 1 0,0-1 0,0-4 39,-1-20-2685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27782,'0'0'2150,"0"0"-1397,0 0-238,0 0 122,-1 18-43,-16 333-258,12-19-336,5-331-28,1 0 1,-1-1-1,0 1 0,0 0 1,1-1-1,-1 1 0,0 0 1,1-1-1,-1 1 0,1 0 1,-1-1-1,1 1 1,-1-1-1,1 1 0,-1-1 1,1 1-1,-1-1 0,1 1 1,0-1-1,-1 1 0,1-1 1,0 0-1,-1 0 0,1 1 1,0-1-1,0 0 0,-1 0 1,1 0-1,0 0 0,0 1 1,-1-1-1,1 0 1,0-1-1,0 1 0,-1 0 1,1 0-1,0 0 0,0 0 1,-1-1-1,1 1 0,0 0 1,0 0-1,-1-1 0,1 1 1,-1-1-1,1 1 0,0-1 1,-1 1-1,1-1 28,15-14-2518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1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30374,'0'0'1788,"0"0"-1250,-4 20-475,-19 127-59,33 311-4,-9-394 0,-24-70 0,-1-19-620,0-9-2481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2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432 179 29702,'0'0'672,"0"0"-337,0 0-15,0 0 35,0 0-156,-10-18-114,-35-55-54,41 66 7,0 1 0,-1-1 1,0 1-1,0 1 0,-1-1 1,0 1-1,0 0 0,0 0 0,-1 0 1,1 1-1,-1 0 0,0 0 1,0 1-1,0 0 0,-1 0 1,1 1-1,-1 0 0,0 0 1,1 1-1,-1 0 0,0 0 0,0 1 1,0 0-1,0 0 0,-6 2-38,6-2 5,1 1 0,0 1 0,-1-1 0,1 1 0,0 1 0,0-1 0,0 1 0,1 0 0,-1 1 0,1 0 1,0 0-1,0 0 0,0 0 0,0 1 0,1 0 0,0 0 0,0 1 0,0 0 0,0 0 0,1 0 0,0 0 0,1 0 0,-1 1 0,-1 6-5,-5 8-2,2 0 1,0 0 0,2 0-1,0 1 1,1 0-1,2 0 1,-2 19 1,19 140 0,-12-174 0,0-1 0,0 1 0,1-1 0,-1 1 0,2-1 0,-1 0 0,1 0 0,0 0 0,0-1 0,0 1 0,1-1 0,0 0 0,0 0 0,0-1 0,1 1 0,0-1 0,-1 0 0,1-1 0,1 0 0,-1 0 0,0 0 0,1 0 0,0-1 0,5 1 0,-1-1 0,0-1 0,0 0 0,1-1 0,-1 0 0,0-1 0,1 0 0,-1-1 0,0 0 0,0-1 0,0 0 0,0-1 0,-1 0 0,1 0 0,-1-1 0,0-1 0,0 0 0,-1 0 0,0-1 0,0 0 0,0 0 0,-1-1 0,0-1 0,5-6 0,0 1 0,-1-2 0,-1 0 0,0 0 0,-1-1 0,0 0 0,-2-1 0,0 0 0,-1 0 0,-1-1 0,0 0 0,-2 0 0,0 0 0,0-11 0,-4 23 0,1 2 0,0 0 0,-1 0 0,1 0 0,-1 0 0,-1 0 0,1 0 0,-1 0 0,0 0 0,0 0 0,0 0 0,-1 1 0,1-1 0,-1 0 0,0 1 0,-1-1 0,0 0 0,-104-78-2603,46 51-5612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0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29254,'0'0'1379,"0"0"-716,0 0-140,0 0-4,0 0-173,-12 19-267,-35 66-75,33 6-4,16-65 0,14 342 0,-27-312-627,-8-46-2507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40 29894,'0'0'1058,"0"0"-505,0 0-14,0 0-91,0 0-242,-7 8-145,-23 21-53,28-28-8,0 0 0,1-1 0,-1 1 0,-1 0 0,1-1 0,0 1 0,0-1 0,0 0 0,0 1 0,0-1 0,0 0 0,0 0 0,-1-1 0,1 1 0,0 0 0,0-1 0,0 1 0,0-1 0,0 0 0,0 1 0,0-1 0,0 0 0,0 0 0,0 0 0,1-1 0,-1 1 0,0 0 0,1-1 0,-1 1 0,1-1 0,-1 0 0,1 1 0,0-1 0,0 0 0,0 0 0,0 0 0,0 1 0,0-1 0,0 0 0,1-1 0,-1 1 0,1 0 0,-1 0 0,1 0 0,0 0 0,0 0 0,0 0 0,0 0 0,0-1 0,0 1 0,1-2 0,1 2 0,-1 1 0,1-1 0,0 0 0,0 0 0,0 1 0,0-1 0,0 1 0,0 0 0,1 0 0,-1 0 0,0 0 0,1 0 0,-1 0 0,0 0 0,1 1 0,-1-1 0,1 1 0,0 0 0,-1 0 0,1 0 0,-1 0 0,1 0 0,-1 0 0,1 1 0,-1-1 0,1 1 0,-1 0 0,0 0 0,1 0 0,-1 0 0,2 1 0,-3-1-24,-1 0 0,0 0 1,0 0-1,1 0 0,-1 0 0,0 0 1,0 1-1,0-1 0,0 0 0,0 0 1,0 0-1,-1 0 0,1 0 0,0 0 0,0 0 1,-1 0-1,1 0 0,-1 0 0,1 0 1,-1 0-1,1 0 0,-1 0 0,0 0 1,1 0-1,-1 0 0,0-1 0,0 1 0,0 0 1,1-1-1,-1 1 0,0 0 0,0-1 1,0 1-1,0-1 0,0 1 0,0-1 0,0 0 1,0 1-1,0-1 0,-1 0 0,1 0 1,0 0-1,0 0 0,0 0 0,0 0 1,0 0-1,0 0 0,0 0 0,0 0 0,0-1 1,-1 1 23,-18 0-2653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26710,'0'0'2368,"0"0"-1236,0 0-274,0 0-65,0 0-203,-1 10-317,-21 274-230,24-26-43,31-199-183,-6-46-4230,-4-11-12388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29974,'0'0'618,"0"0"-51,0 0 122,0 0-86,-1 6-328,-34 240-234,28-126-80,10-100-477,8-15-3838,5-4-12662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31175,'0'0'1024,"0"0"-464,0 0-552,0 0-8,-14 133 0,14-87 0,0 10 0,0 6 0,0 10 0,0 28 0,2-15 0,-2-19-880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6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12283,'0'0'19468,"0"0"-18780,0 0-360,0 0-328,-30 106 0,30-48 0,0 13 0,4 26 0,10 40 0,-2-19 0,-8-12-1808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5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43 112 28654,'0'0'1818,"0"0"-1139,0 0-129,0 0 37,0 0-188,-7 3-320,-21 5-78,28-8-1,-1 0 0,1 0 0,0 0 0,-1 1 0,1-1 0,0 0 0,-1 0 0,1 0 0,0 0 0,-1 1 0,1-1 0,0 0 0,-1 0 0,1 1 0,0-1 0,0 0 0,-1 0 0,1 1 0,0-1 0,0 0 0,0 1 0,-1-1 0,1 0 0,0 1 0,0-1 0,0 0 0,0 1 0,0-1 0,0 0 0,0 1 0,0-1 0,0 1 0,0-1 0,0 0 0,0 1 0,0-1 0,0 0 0,0 1 0,0-1 0,0 0 0,0 1 0,0-1 0,1 1 0,-1-1 0,0 0 0,0 0 0,0 1 0,1-1 0,-1 0 0,0 1 0,0-1 0,1 0 0,-1 0 0,0 1 0,0-1 0,1 0 0,-1 0 0,0 0 0,1 0 0,-1 1 0,0-1 0,1 0 0,-1 0 0,1 0 0,-1 0 0,0 0 0,1 0 0,-1 0 0,0 0 0,1 0 0,397 126 0,-388-122 0,-2-2 0,1 1 0,-1 0 0,0 0 0,-1 1 0,1 0 0,-1 0 0,0 1 0,0 0 0,0 0 0,0 0 0,-1 1 0,0 0 0,4 5 0,-10-9 0,0 1 0,0-1 0,0 0 0,0 0 0,0 1 0,-1-1 0,1 0 0,-1 1 0,1-1 0,-1 0 0,0 0 0,0 0 0,0 0 0,0 0 0,0 0 0,0 0 0,-1 0 0,1 0 0,-1-1 0,1 1 0,-1 0 0,1-1 0,-1 1 0,0-1 0,0 0 0,0 1 0,0-1 0,0 0 0,-2 0 0,0 3 0,-20 16 0,-1 0 0,-1-2 0,0-1 0,-2-1 0,1-2 0,-2 0 0,0-2 0,0-1 0,-1-1 0,-1-2 0,1-1 0,-1-1 0,-17 0 0,11-16-878,31-3-1237</inkml:trace>
  <inkml:trace contextRef="#ctx0" brushRef="#br0" timeOffset="346.09">602 1 30903,'0'0'789,"0"0"-278,0 0-76,25 4-314,151 23-113,-137-22-8,-20-5 0,1 2 0,0 0 0,-1 2 0,0 0 0,0 1 0,0 1 0,0 0 0,-1 2 0,0 0 0,0 1 0,-1 1 0,0 0 0,-13-4 0,0-1 0,-1 0 0,1 1 0,-1 0 0,-1-1 0,1 1 0,-1 0 0,0 1 0,0-1 0,-1 0 0,1 1 0,-1-1 0,-1 0 0,1 1 0,-1-1 0,-1 1 0,1-1 0,-1 1 0,0-1 0,0 1 0,-1-1 0,0 0 0,0 0 0,0 0 0,-1 0 0,0 0 0,0 0 0,-1-1 0,1 0 0,-3 3 0,-24 32 0,-2-1 0,-1-2 0,-2-2 0,-1-1 0,-6 2 0,35-30-164,4-2 60,0-1 0,-1 0-1,1 0 1,0 0-1,-1 0 1,0 0 0,1-1-1,-1 0 1,0 0-1,0 0 1,-1 0-1,1-1 1,0 1 0,0-1-1,-1 0 1,1 0-1,-1-1 1,0 1 104,2-5-6471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39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30607,'0'0'1128,"0"0"-1000,166 0-72,-12 0 232,65-15 128,35-14-272,6-4-144,-21 4 0,-43 12 0,-16 7 0,-44 10 0,-35 0 0,-32 0 0,-16 0 0,0 2-168,-7-2-576,-11 0-512,-24 0-6850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29614,'0'0'889,"0"0"-313,0 0 136,0 0-104,0 0-328,0 0-192,0 0-88,-16 66 0,14-27 0,-1 7 0,1 4 0,0-3 0,2 1 0,0-4 0,0-7 0,30-14 0,2-11-728,0-12-2257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31199,'0'0'768,"0"0"-240,0 0-256,0 137-272,0-88 0,0 1 0,0-2 0,0 0 0,0-7 0,7-6 0,7-6 0,9-27 0,0-2-1608,-4-6-14620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2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30118,'0'0'2241,"0"0"-1969,0 0-136,0 130-136,0-82 0,0 6 0,0 2 0,0-2 0,3 0 0,1-15-616,-1-16-5017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 28134,'0'0'1847,"0"0"-1244,0 0-140,0 0 77,0 0-143,0 0-231,-4-3-50,7 14-67,-1-9-39,-1 1 0,1-1 0,-1 1 0,0-1 0,1 1 0,-1-1 0,0 1 0,-1 0 0,1-1 0,0 1 0,-1 0 0,0 0 0,1 0 0,-1 0 0,0-1 0,0 1 0,-1 0 0,1 0 0,-1 0 0,1-1 0,-1 1 0,0 0 0,0-1 0,0 1 0,0 0 0,-1-1 0,1 1 0,-1-1 0,1 0 0,-1 1-1,0-1 1,0 0 0,0 0 0,0 0 0,0-1 0,0 1 0,-1 0 0,1-1 0,-1 1 0,1-1 0,-2 1-10,1-3-3,0 1 0,0-1-1,0 0 1,0 0-1,0 0 1,0 0 0,0-1-1,0 1 1,1-1-1,-1 0 1,0 0 0,1 0-1,0 0 1,-1 0-1,1 0 1,0 0 0,0-1-1,0 1 1,1-1-1,-1 0 1,0 1 0,1-1-1,0 0 1,0 0-1,0 0 1,0 0 0,0 0-1,0 0 1,1 0-1,0 0 1,-1-1 0,1 1-1,0 0 1,1 0 0,-1 0-1,0 0 1,1 0-1,0 0 1,0 0 0,0 0-1,0 0 1,0 0-1,1 0 1,0 0 3,-2 2 0,0 1 1,0-1-1,1 1 0,-1-1 1,0 1-1,0 0 0,1-1 1,-1 1-1,0 0 0,1-1 1,-1 1-1,1 0 0,-1 0 1,0-1-1,1 1 0,-1 0 1,1 0-1,-1 0 0,1-1 1,-1 1-1,1 0 0,-1 0 1,0 0-1,1 0 0,-1 0 1,1 0-1,-1 0 0,1 0 1,-1 0-1,1 0 0,-1 0 1,1 1-1,-1-1 0,1 0 1,-1 0-1,0 0 0,1 0 1,-1 1-1,1-1 0,-1 0 1,0 1-1,1-1 0,-1 0 1,1 0-1,-1 1 0,0-1 1,0 1-1,1-1 0,-1 0 1,0 1-1,0-1 0,1 1 1,-1-1-1,0 1 0,0-1 1,0 0-1,0 1 0,0-1 1,0 1-1,0-1 0,0 1 1,0-1-1,0 1 0,0-1 1,0 1-1,0-1 0,0 1 1,0-1-1,0 2-55,0-1 0,1 1 1,-1-1-1,1 0 1,-1 1-1,1-1 1,0 0-1,-1 0 0,1 1 1,0-1-1,0 0 1,0 0-1,0 0 1,0 0-1,0 0 0,0 0 1,0 0-1,0 0 1,0-1-1,0 1 1,1 0-1,-1-1 0,0 1 1,1-1-1,-1 1 1,0-1-1,1 0 1,-1 1-1,0-1 0,1 0 1,-1 0-1,1 0 1,-1 0-1,1 0 1,-1 0-1,0-1 0,1 1 1,-1 0-1,0-1 1,1 1-1,-1-1 1,1 0 54,-1 1-126,22-3-5121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26558,'0'0'3224,"0"0"-2880,0 0 289,0 0 31,-16 126-184,16-74-192,0 6-72,0-2-56,0 0-48,0-4-56,0-7-32,10-7-24,1-13-296,-2-13-976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8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25870,'0'0'1679,"0"0"-690,0 0-113,0 0-74,0 0-173,0 0-181,-16 3 791,-2 260-1004,18-69-235,0-190-51,0 1 1,0 0-1,1 0 0,-1-1 0,1 1 1,0 0-1,0-1 0,1 1 0,0-1 1,-1 1-1,1-1 0,1 0 1,-1 0-1,1 0 0,-1 0 0,1 0 1,0 0-1,0-1 0,1 0 0,-1 1 1,1-1-1,0 0 0,0-1 1,0 1-1,0-1 0,0 0 0,3 2 51,23 1-1815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451 328 30455,'0'0'748,"0"0"-322,0 0-12,0 0 22,-22-19-189,-138-122-206,155 137-41,0 0 0,-1 0 0,1 1 0,-1 0 0,1 0 0,-1 0 0,0 0 0,0 1 0,0 0 0,0 0 0,0 1 0,-1 0 0,1 0 0,-1 0 0,1 1 0,0 0 0,-1 0 0,1 0 0,-1 1 0,1 0 0,0 0 0,0 1 0,-1 0 0,1 0 0,0 0 0,1 1 0,-1 0 0,0 0 0,1 0 0,-1 1 0,1 0 0,-3 3 0,-3 13 0,1 0 0,1 1 0,1 1 0,0-1 0,2 1 0,0 1 0,2-1 0,0 1 0,2 0 0,0-1 0,2 1 0,0 0 0,2 0 0,3 16 0,-5-35 0,1-1 0,-1 1 0,1 0 0,0-1 0,0 1 0,1-1 0,-1 1 0,1-1 0,-1 0 0,1 0 0,0 1 0,0-1 0,1 0 0,-1-1 0,0 1 0,1 0 0,0-1 0,0 1 0,0-1 0,0 0 0,0 0 0,0 0 0,0-1 0,1 1 0,-1-1 0,1 1 0,-1-1 0,1 0 0,-1-1 0,1 1 0,0 0 0,-1-1 0,1 0 0,0 0 0,-1 0 0,1-1 0,0 1 0,-1-1 0,1 1 0,0-1 0,-1-1 0,1 1 0,-1 0 0,0-1 0,1 0 0,2-1 0,14-11 0,-1-1 0,0 0 0,-1-1 0,-1-1 0,0-1 0,-1-1 0,-1 0 0,3-6 0,-10 14 0,71-94-902,-51 66-821</inkml:trace>
  <inkml:trace contextRef="#ctx0" brushRef="#br0" timeOffset="1">1248 0 29246,'0'0'840,"0"0"-215,0 0 127,0 0-88,0 0-352,0 0-104,-12 108-88,12-65-120,0 5 0,0 2 0,0 2 0,0 0 0,0-3 0,9-5 0,19-19-184,-3-9-1336,5-16-6570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19500,'0'0'12467,"0"0"-11907,0 0-368,0 0-144,0 0-48,0 0 0,0 137 0,0-94 0,7 7 0,4 19 0,-2-13-936,-2-15-1865</inkml:trace>
  <inkml:trace contextRef="#ctx0" brushRef="#br0" timeOffset="1">959 1 30631,'0'0'2104,"0"0"-2072,0 0-32,0 145 0,0-97 0,7 3 0,2 14 0,0-13 0,-4-13-1800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4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209 182 29406,'0'0'852,"0"0"-230,0 0-23,0 0-30,-4-21-185,-15-67-174,-11 25-79,29 62-131,0 1 0,0-1 0,0 0-1,0 0 1,0 0 0,0 1 0,0-1 0,0 1 0,0-1 0,0 1-1,0-1 1,0 1 0,-1-1 0,1 1 0,0 0 0,0 0-1,0 0 1,-1-1 0,1 1 0,0 1 0,0-1 0,-1 0 0,1 0-1,0 0 1,0 1 0,0-1 0,-1 0 0,1 1 0,0-1 0,0 1-1,0-1 1,0 1 0,0 0 0,0 0 0,0-1 0,0 1 0,0 0-1,0 0 1,0 0 0,0 1 0,-12 16 0,0 1 0,1 0 0,1 1 0,1 1 0,1 0 0,1 0 0,1 1 0,-4 19 0,-6 111 0,17-150 0,1 0 0,-1 1 0,1-1 0,0 0 0,0 0 0,0 0 0,0 1 0,0-1 0,0 0 0,1 0 0,-1-1 0,0 1 0,1 0 0,0 0 0,-1-1 0,1 1 0,0-1 0,0 1 0,0-1 0,0 0 0,0 0 0,0 0 0,0 0 0,0 0 0,1 0 0,-1-1 0,0 1 0,0-1 0,1 1 0,-1-1 0,0 0 0,1 0 0,-1 0 0,0 0 0,1-1 0,-1 1 0,0 0 0,1-1 0,93-25 0,-52-1-23,-1-2 0,-1-2-1,-2-2 1,33-34 23,-52 47-84,51-47-1210,-12 8-1804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5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307 303 31383,'0'0'996,"0"0"-697,0-20-223,-1-117-63,0 129-13,-1 1 0,0-1 0,-1 1 0,0 0 0,0 0 0,0 0 0,-1 0 0,0 1 0,0-1 0,-1 1 0,0 0 0,0 0 0,0 1 0,-1-1 0,1 1 0,-1 0 0,-1 1 0,1 0 0,-1 0 0,1 0 0,-1 1 0,0-1 0,-1 2 0,1-1 0,0 1 0,-1 0 0,1 1 0,-1 0 0,0 0 0,1 0 0,-1 1 0,0 0 0,1 1 0,-1 0 0,0 0 0,-4 1 0,6 3 0,-1-1 0,1 1 0,0 0 0,0 0 0,0 1 0,1 0 0,-1 0 0,1 0 0,1 1 0,-1 0 0,1-1 0,1 1 0,-1 1 0,1-1 0,0 1 0,1-1 0,0 1 0,0 0 0,0 0 0,1-1 0,1 1 0,-1 0 0,1 0 0,0 0 0,1 0 0,0 0 0,0 0 0,1 0 0,1 5 0,-1-7-2,0 0 0,0 0-1,1 0 1,0-1 0,0 1 0,0 0 0,0-1-1,1 0 1,0 0 0,0 0 0,0 0 0,1-1-1,0 1 1,-1-1 0,2 0 0,-1-1 0,0 1-1,1-1 1,-1 0 0,1-1 0,0 1 0,0-1-1,0 0 1,0-1 0,1 1 0,-1-1 0,2 0 2,113 4-3787,-65-10-4730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5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193 167 30358,'0'0'718,"0"0"-383,0 0-34,0 0 38,0 0-172,0-18-107,0-60-58,-1 74-2,-1 1-1,1-1 1,0 0-1,-1 1 1,0-1 0,0 0-1,0 1 1,0 0-1,0 0 1,-1-1-1,0 1 1,1 1 0,-1-1-1,0 0 1,0 1-1,-1-1 1,1 1-1,0 0 1,-1 0 0,1 0-1,-1 1 1,0-1-1,0 1 1,1 0-1,-1 0 1,0 0-1,0 1 1,0-1 0,0 1-1,0 0 1,0 0-1,0 0 1,0 1-1,0 0 1,0-1 0,0 1-1,0 0 1,1 1-1,-1-1 1,0 1-1,1 0 1,-1 0 0,1 0-1,-1 0 1,1 0-1,0 1 1,-1 1 15,0 0-1,0 0 1,0 0-1,1 1 0,0-1 1,0 1-1,0 0 1,0 0-1,1 0 1,0 0-1,0 0 1,0 0-1,1 1 0,0-1 1,0 1-1,0-1 1,1 1-1,-1-1 1,1 1-1,1-1 0,-1 1 1,1-1-1,0 1 1,0-1-1,1 1 1,-1-1-1,1 0 1,0 0-1,1 0 0,-1 0 1,1 0-1,0 0 1,0-1-1,1 0 1,0 2-15,79 27-607,-46-27-633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5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30134,'0'0'1441,"0"0"-1273,0 0-8,0 0 416,0 0-288,-5 120-288,5-68 0,0 0 0,0 2 0,2-5-264,10-15-784,-1-16-2129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8:5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31375,'0'0'1392,"0"0"-1392,0 0 0,16 145 0,-9-91 0,7 13 0,-3-13 0,-4-15-3297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9:01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2738 805 29262,'0'0'1695,"0"0"-981,0 0-206,0 0-111,14-22-230,-3 5-155,102-114 0,43 23-12,-155 107 0,0 1 0,0-1 0,0 1 0,0 0 0,0-1 0,0 1 0,0 0 0,1 0 0,-1 0 0,0 0 0,0 0 0,0 0 0,0 0 0,0 0 0,1 1 0,-1-1 0,0 0 0,0 1 0,0-1 0,0 1 0,0-1 0,0 1 0,0-1 0,0 1 0,0 0 0,0-1 0,0 1 0,-1 0 0,1 0 0,0 0 0,0 0 0,-1 0 0,1 0 0,0 0 0,-1 0 0,1 0 0,-1 0 0,0 0 0,1 0 0,-1 0 0,0 0 0,1 0 0,-1 0 0,0 1 0,0-1 0,0 0 0,0 0 0,0 0 0,0 0 0,-1 1 0,1-1 0,0 0 0,-1 0 0,1 0 0,0 0 0,-1 0 0,1 0 0,-1 0 0,0 0 0,1 10 0,-23 359 0,23-365 0,-1 0 0,1 0 0,1-1 0,-1 1 0,0 0 0,1 0 0,0 0 0,0 0 0,1-1 0,-1 1 0,1 0 0,0-1 0,0 1 0,1-1 0,-1 0 0,1 0 0,0 0 0,0 0 0,0 0 0,1-1 0,-1 1 0,1-1 0,0 0 0,0 0 0,0-1 0,0 1 0,0-1 0,1 0 0,-1 0 0,1 0 0,0 0 0,2 0 0,2-1 0,-1-1 0,1 1 0,0-1 0,-1-1 0,1 0 0,-1 0 0,1-1 0,-1 0 0,0 0 0,1-1 0,-1 0 0,0-1 0,-1 1 0,1-1 0,-1-1 0,0 0 0,0 0 0,0 0 0,3-4 0,108-125 0,-95 106 0,-2-1 0,-1-1 0,-1-1 0,-2-1 0,-1 0 0,-2-1 0,-1 0 0,-1-1 0,-2-1 0,-1-5 0,-9 40 0,0 1 0,0-1 0,0 0 0,0 1 0,0-1 0,0 0 0,0 1 0,0-1 0,0 0 0,1 0 0,-1 1 0,0-1 0,0 0 0,0 1 0,0-1 0,0 0 0,0 0 0,1 1 0,-1-1 0,0 0 0,0 0 0,1 1 0,-1-1 0,0 0 0,0 0 0,1 0 0,-1 1 0,0-1 0,0 0 0,1 0 0,-1 0 0,0 0 0,1 0 0,-1 0 0,0 1 0,0-1 0,1 0 0,-1 0 0,0 0 0,1 0 0,-1 0 0,0 0 0,1 0 0,-1 0 0,0-1 0,1 1 0,26 198 0,-8 0 0,-8 2 0,-17 198 0,4-317 0,-4-1 0,-3 0 0,-3 0 0,-4-1 0,-4-1 0,-19 48 0,35-113 0,-1 0 0,0 0 0,-1-1 0,0 0 0,0 0 0,-2-1 0,0 1 0,0-2 0,0 1 0,-2-1 0,1 0 0,-1-1 0,-1 0 0,1-1 0,-1 0 0,-1-1 0,-8 5 0,2-4 0,-1-1 0,0 0 0,0-2 0,-1 0 0,0-1 0,0-1 0,0-1 0,0 0 0,0-2 0,-3 0 0,15 0 0,0-1 0,1 1 0,-1-1 0,0-1 0,0 1 0,0-1 0,1-1 0,-1 0 0,1 0 0,0 0 0,0-1 0,0 0 0,0 0 0,1 0 0,0-1 0,0 0 0,0-1 0,0 1 0,1-1 0,0 0 0,0-1 0,0 1 0,1-1 0,0 0 0,0 0 0,1 0 0,0 0 0,-2-10 0,1-1 0,0 1 0,1-1 0,1 1 0,1-1 0,1 0 0,0 0 0,1 1 0,1-1 0,1 0 0,0 1 0,1 0 0,1 0 0,1 0 0,0 0 0,1 1 0,1 0 0,0 0 0,9-10 0,13-20 0,3 2 0,2 1 0,1 1 0,2 3 0,35-28 0,270-207-1638,-312 250-765</inkml:trace>
  <inkml:trace contextRef="#ctx0" brushRef="#br0" timeOffset="-1531.313">561 693 9202,'0'0'17317,"0"0"-13436,0 0-3485,0 0-63,22-15 22,74-44-52,-89 55-279,1 0 1,-1 1 0,1 0 0,0 1-1,0-1 1,0 2 0,0-1-1,0 1 1,0 0 0,1 1-1,-1 0 1,4 0-25,9 0 43,-6 0-24,1-1 0,-1 2 0,0 0 0,0 0 0,0 2 0,0 0 0,0 0 0,-1 2 0,0 0 0,1 0 0,-2 1 0,1 1 1,-1 0-1,0 1 0,0 1 0,-1 0 0,0 0 0,-1 1 0,0 1 0,0 0 0,-1 0 0,-1 1 0,8 12-19,-11-10 8,0 0-1,-1 0 1,0 0 0,-2 0-1,1 1 1,-2-1-1,0 1 1,0 0 0,-2 0-1,0 0 1,0 0-1,-1-1 1,-1 1 0,-1 0-1,0-1 1,-1 1-1,0-1 1,-1 0 0,-1 0-1,0-1 1,-1 1-1,0-2 1,-1 1-1,-1-1 1,0 0 0,-5 5-8,-20 28-6,-2-2 0,-2-1 1,-2-1-1,-1-3 0,-2-1 0,-2-2 1,-31 17 5,-19-23-1437,80-29-234</inkml:trace>
  <inkml:trace contextRef="#ctx0" brushRef="#br0" timeOffset="-1202.256">1865 394 29694,'0'0'1179,"0"0"-544,0 0-186,-22 4-62,-143 43 19,138-32-406,0 1 1,2 2 0,0 1-1,1 0 1,0 2 0,2 1-1,1 0 1,0 2 0,2 1-1,1 0 1,1 1 0,1 1-1,1 0 1,1 1 0,2 1-1,1 0 1,1 1 0,2 0-1,1 0 1,1 0 0,1 1-1,2 0 1,1 0 0,2 1-1,1-1 1,3 14-1,-2-33 5,1-1-1,0 1 1,1-1 0,0 0-1,0 0 1,2 0 0,-1-1-1,1 1 1,1-1 0,0-1-1,0 1 1,1-1 0,0-1-1,1 1 1,-1-1 0,2-1-1,-1 0 1,1 0-1,0-1 1,1 0 0,-1 0-1,1-1 1,0-1 0,0 0-1,1-1 1,9 2-5,5 1-173,0-1 0,1-1 0,-1-1 0,1-2 0,-1-1-1,1-1 1,0-1 0,-1-1 0,0-1 0,0-2 0,13-4 173,43-20-3346</inkml:trace>
  <inkml:trace contextRef="#ctx0" brushRef="#br0" timeOffset="-760.596">2120 885 28550,'0'0'2339,"0"0"-1335,0 0-414,-21 17-306,20-17-284,0 0 0,-1 0 0,1 0 0,-1-1 0,1 1 0,0 0 0,-1-1 0,1 1 0,0-1 0,-1 1 0,1-1 0,0 1 0,0-1 0,-1 0 0,1 0 0,0 0 0,0 0 0,0 0 0,0 0 0,0 0 0,0 0 0,1 0 0,-1 0 0,0 0 0,0-1 0,1 1 0,-1 0 0,1 0 0,-1-1 0,1 1 0,0-1 0,-1 1 0,1 0 0,0-1 0,0 1 0,0-1 0,0 1 0,0 0 0,0-1 0,0 1 0,1 0 0,-1-1 0,0 1 0,1-1 0,-1 1 0,1 0 0,0 0 0,-1-1 0,1 1 0,3-4 0,1 0 0,0 0 0,-1 0 0,1 1 0,1 0 0,-1 0 0,0 0 0,1 1 0,0 0 0,0 0 0,0 0 0,0 1 0,1 0 0,-1 0 0,0 1 0,1-1 0,-1 1 0,1 1 0,0-1 0,-1 1 0,1 0 0,0 1 0,-1 0 0,5 1 0,-9-1-2,0 0 1,-1 1-1,1-1 1,-1 1-1,1-1 1,-1 1-1,0 0 1,1 0-1,-1 0 1,0 0-1,0 0 1,-1 0-1,1 0 0,0 0 1,-1 0-1,1 0 1,-1 0-1,1 0 1,-1 0-1,0 0 1,0 1-1,0-1 1,0 0-1,0 0 0,-1 0 1,1 0-1,-1 1 1,1-1-1,-1 0 1,0 0-1,0 0 1,0 0-1,0-1 1,0 1-1,0 0 1,-1 0-1,1-1 0,-1 1 1,1 0-1,-1-1 1,1 1-1,-1-1 1,0 0-1,0 0 1,0 1 1,-1-16-2548,3-5-3109</inkml:trace>
  <inkml:trace contextRef="#ctx0" brushRef="#br0" timeOffset="550.853">128 77 24997,'0'0'3969,"0"0"-3489,0 0 112,0 0-127,0 0-41,0 0-104,166-67-120,-107 61-88,-1 2-56,-10 4-24,-8 0-32,-22 15-216,-9 7-961,-9-1-2495</inkml:trace>
  <inkml:trace contextRef="#ctx0" brushRef="#br0" timeOffset="832.353">54 89 27934,'-5'21'990,"-29"232"414,20 1025 127,13-1003-1080,3-270-450,-1-1 0,1 1 0,1-1 0,-1 1 0,0-1 0,1 0 0,0 0 0,0 0 0,0 0 0,1-1 0,-1 1 0,1-1 0,0 0 0,0 0 0,0 0 0,0 0 0,0-1 0,1 0 0,-1 1 0,1-2 0,-1 1 0,1 0 0,0-1 0,0 0 0,0 0 0,0-1 0,-1 1 0,1-1 0,0 0 0,0 0 0,0-1 0,0 0 0,0 0 0,0 0 0,0 0 0,0-1-1,-5 2 0,100-6-10,0-5 1,-1-4-1,0-5 1,12-8 9,56-9-126,250-45-1132,-274 58-724</inkml:trace>
  <inkml:trace contextRef="#ctx0" brushRef="#br0" timeOffset="5142.87">1706 757 7954,'0'0'6274,"0"0"-2271,0 0-1223,0 0-819,0 0-481,0 0-244,18-8-217,54-24-195,-71 31-737,1 1 0,-1-1-1,0 0 1,1 0 0,-1 0 0,0 0-1,0 0 1,0 0 0,1 0-1,-1 0 1,0 0 0,-1-1 0,1 1-1,0 0 1,0-1 0,-1 1-1,1 0 1,0-1 0,-1 1 0,1-1-1,-1 1 1,0-1 0,0 1 0,1-1-1,-1 1 1,0-1 0,0 0-1,0 1 1,-1-1 0,1 1 0,0-1-1,-1 1 1,1-1 0,-1 0-87,0-6 516,0 6-486,1 1 0,-1 0-1,1-1 1,-1 1 0,1-1 0,0 1 0,0-1 0,-1 1-1,1-1 1,0 1 0,0-1 0,1 1 0,-1-1 0,0 1-1,0-1 1,1 1 0,-1-1 0,1 1 0,-1-1 0,1 1-1,0-1 1,-1 1 0,1 0 0,0 0 0,0-1 0,0 1-1,0 0 1,0 0 0,0 0 0,0 0 0,1 0 0,-1 0-1,0 0 1,0 1 0,1-1 0,-1 0 0,1 1 0,-1-1-1,1 1 1,-1-1 0,0 1 0,1 0 0,0-1 0,-1 1-1,1 0 1,-1 0 0,1 0 0,-1 0 0,1 1 0,-1-1-1,1 0 1,-1 1 0,1-1 0,0 1-30,104 176 160,-74-131-160,3-2 0,2-2 0,1-1 0,2-2 0,2-2 0,1-1 0,17 8 0,-13-18-15,-47-40-1341,0-1-898</inkml:trace>
  <inkml:trace contextRef="#ctx0" brushRef="#br0" timeOffset="5393.696">2395 647 30118,'0'0'825,"0"0"-273,-150 114-40,69-46-168,-2 13-184,-18 42-160,23-22-272,18-16-1176</inkml:trace>
  <inkml:trace contextRef="#ctx0" brushRef="#br0" timeOffset="24197.683">1310 1939 28790,'0'0'1019,"0"0"-144,0 0-267,0 0-112,0 0-84,6 0-136,222-43 15,-87 25-291,1 7 0,1 6 0,112 12 0,741 73 0,-611-37 0,-321-35 0,-63-29-85,-24-5-342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30:0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7203 28134,'0'0'2529,"0"0"-2209,26-133-200,27-10 104,41-70 136,24-42-48,13-13-136,-2 11-48,-16 35-80,-12 21-24,-4 27-24,-21 27-400,-21 47-680,-22 28-1721</inkml:trace>
  <inkml:trace contextRef="#ctx0" brushRef="#br0" timeOffset="281.312">579 4995 28654,'0'0'1833,"0"0"-1561,0 0-136,0 0 0,133-114 88,-54 48-64,10-1-96,-1 7-32,-5 23-24,-12 22 0,-13 15-8,-21 56 0,-23 44 8,-14 43 0,-14 10-8,-16-16-64,7-44-592,9-51-2265</inkml:trace>
  <inkml:trace contextRef="#ctx0" brushRef="#br0" timeOffset="7197">1516 6231 26942,'0'0'1287,"0"0"-575,0 0-83,0 0 126,0 0-105,-16-8 385,-14-31-818,27 33-210,-1 1-1,1-1 0,-1 1 0,0 0 0,-1 0 1,1 0-1,-1 0 0,0 1 0,0 0 0,0 0 1,0 0-1,-1 0 0,0 1 0,0 0 0,0 0 1,0 1-1,0 0 0,-5-1-6,4 2 0,1 1 0,0 1 0,-1-1 0,1 1 0,0 0 0,-1 0 0,1 1 0,0 0 0,0 0 0,0 1 0,0-1 0,1 1 0,-1 0 0,1 1 1,-1 0-1,1-1 0,0 2 0,1-1 0,-1 0 0,1 1 0,0 0 0,0 0 0,0 0 0,1 1 0,-3 5 0,-63 154-5,61-134 3,1 1-1,2 1 1,1-1 0,2 1 0,1 0 0,2 20 2,-1-46-1,1-1 1,-1 0 0,1 0 0,0 1 0,0-1 0,1 0 0,-1 0 0,2 0 0,-1-1 0,0 1 0,1 0 0,0-1-1,1 0 1,-1 1 0,1-1 0,0-1 0,0 1 0,1 0 0,-1-1 0,1 0 0,0 0 0,0-1 0,0 1 0,0-1-1,1 0 1,0 0 0,-1-1 0,1 0 0,0 0 0,0 0 0,3 0 0,-1-1 1,0 0 1,1-1-1,-1 0 1,0 0-1,0-1 1,1 1-1,-1-2 1,0 0-1,0 0 1,0 0-1,-1-1 1,1 0-1,-1 0 1,1-1-1,-1 0 1,0 0-1,0-1 1,-1 0-1,1 0 1,-1-1-1,0 1 1,-1-1-1,1-1 1,0 0-2,23-32-3,-1-1 0,-1 0 1,-3-2-1,-2-1 0,15-39 3,42-79-2495,-48 110-1682</inkml:trace>
  <inkml:trace contextRef="#ctx0" brushRef="#br0" timeOffset="7526.224">2189 6426 28702,'0'0'1466,"0"0"-954,0 0 77,0 0 230,0 0-429,0 0-226,-8-22-64,-29-71-76,34 87-24,0-1 0,0 1 0,-1 0 0,0 0 0,0 0 0,0 0 0,-1 1 0,0 0 0,0 0 0,0 0 0,0 0 0,-1 1 0,0 0 0,0 0 0,0 1 0,-1-1 0,1 1 0,-1 1 0,1-1 0,-1 1 0,0 0 0,0 1 0,0 0 1,0 0-1,0 0 0,0 1 0,-1 0 0,1 0 0,0 1 0,0 0 0,0 0 0,0 1 0,0 0 0,1 0 0,-1 0 0,0 1 0,1 0 0,-5 3 0,0 6 0,1 0 0,0 1 0,0 0 0,1 1 0,1 0 0,0 0 0,1 1 0,1 0 0,0 0 0,1 0 0,1 1 0,0 0 0,1 0 0,1 0 0,0 0 0,1 0 0,1 1 0,1-1 0,0 2 0,-1-13 0,-1 0 0,1 1 0,1-1 0,-1 0 0,1 1 0,0-1 0,0 0 0,0 1 0,1-1 0,-1 0 0,1 0 0,1 0 0,-1 0 0,1-1 0,0 1 0,0-1 0,0 1 0,0-1 0,1 0 0,0 0 0,0-1 0,0 1 0,0-1 0,0 0 0,1 0 0,0 0 0,-1 0 0,1-1 0,0 0 0,0 0 0,0 0 0,1-1 0,3 1 0,4 0-11,-1 0 0,1-1-1,0 0 1,-1-1 0,1 0 0,-1-1 0,1-1-1,-1 0 1,1-1 0,-1 0 0,0 0 0,0-2-1,0 1 1,-1-2 0,11-5 11,119-92-1587,-82 51-1027</inkml:trace>
  <inkml:trace contextRef="#ctx0" brushRef="#br0" timeOffset="7838.899">2818 6357 30182,'0'0'877,"0"0"-168,0 0-153,0 0-193,-15-20-286,-50-63-74,62 79-3,0 0 0,-1 0 0,1 0 0,-1 0 0,0 1 0,0 0 0,0 0 0,0 0 0,0 0 0,-1 1 0,1-1 0,-1 1 0,0 0 0,0 1 0,0-1 0,0 1 0,0 0 0,0 0 0,0 1 0,0-1 0,0 1 0,0 0 0,0 0 0,-1 1 0,1 0 0,0 0 0,0 0 0,0 0 0,0 1 0,1 0 0,-1 0 0,0 0 0,1 0 0,-1 1 0,1 0 0,0 0 0,0 0 0,0 1 0,0-1 0,1 1 0,-1 0 0,1 0 0,0 0 0,0 0 0,0 0 0,1 1 0,0-1 0,-2 5 0,-6 17 0,1 0 0,1 1 0,1-1 0,2 2 0,1-1 0,1 1 0,1-1 0,1 1 0,2 0 0,0 0 0,3 8 0,-4-32 0,1 1 0,-1 0 0,0-1 0,1 1 0,0-1 0,0 0 0,1 1 0,-1-1 0,1 0 0,0 0 0,0 0 0,0 0 0,0 0 0,1 0 0,0 0 0,0-1 0,0 1 0,0-1 0,0 0 0,1 0 0,-1 0 0,1-1 0,0 1 0,0-1 0,0 0 0,0 0 0,0 0 0,0 0 0,1-1 0,-1 0 0,0 0 0,1 0 0,-1 0 0,1-1 0,-1 0 0,1 0 0,0 0 0,-1 0 0,1-1 0,-1 1 0,5-2 0,6-8-11,-1 0 0,0 0 0,0-1 0,-1-1 0,0 0 0,-1-1 0,-1 0 0,0-1 0,-1 0-1,7-13 12,9-8-166,20-27-597,-5 6-902</inkml:trace>
  <inkml:trace contextRef="#ctx0" brushRef="#br0" timeOffset="8135.512">3173 6716 30735,'0'0'1216,"0"0"-840,0 0 64,0 0-440,0 0 0,0 0 0,0 0 0,48 41 0,-30-24 0,-4-5 0,-9-5-1416</inkml:trace>
  <inkml:trace contextRef="#ctx0" brushRef="#br0" timeOffset="12648.334">5935 6434 29102,'0'0'1112,"0"0"-766,0 0-138,-9-20 184,-29-63-40,38 80-344,0 0 0,-1 0 0,0 0 0,1 0 1,-1 0-1,-1 0 0,1 0 0,0 0 0,-1 0 0,1 1 0,-1-1 0,0 0 0,0 1 0,0 0 1,0-1-1,0 1 0,0 0 0,-1 0 0,1 0 0,-1 0 0,0 1 0,1-1 0,-1 1 0,0-1 1,0 1-1,0 0 0,0 0 0,0 0 0,0 1 0,0-1 0,0 1 0,0 0 0,-1-1 0,1 2 1,0-1-1,0 0 0,0 0 0,0 1 0,0 0 0,0 0 0,-2 0-8,-3 8-9,0 0 0,0 1-1,1-1 1,0 2 0,0-1-1,2 1 1,-1 0 0,1 0-1,1 0 1,-3 10 9,5-15-10,-7 15-21,1 1-1,1 1 1,1-1-1,1 1 0,1 0 1,1 0-1,1 1 1,1-1-1,1 0 0,2 15 32,1-32 3,-1-1-1,1 1 0,0-1 0,1 0 0,-1 0 0,1 0 0,0 0 0,0-1 1,0 1-1,1-1 0,0 0 0,0-1 0,0 1 0,0-1 0,0 0 0,1 0 1,-1-1-1,1 1 0,0-1 0,0 0 0,0-1 0,0 1 0,0-1 0,0-1 1,0 1-1,0-1 0,0 0 0,0 0 0,1-1 0,-1 0 0,0 0 0,3-1-2,5 0-48,-1-1-1,0 0 0,0-1 0,0 0 0,0-1 0,-1-1 1,1 0-1,-1-1 0,-1 0 0,1 0 0,-1-1 0,-1-1 1,10-9 48,-1 3-422,28-24-1665</inkml:trace>
  <inkml:trace contextRef="#ctx0" brushRef="#br0" timeOffset="12978.815">6476 6614 11338,'0'0'16195,"0"0"-12555,0 0-3306,0 0 245,0-17-13,0-4-549,-2 1-1,0 0 0,-1-1 1,-1 1-1,0 0 1,-2 1-1,-3-9-16,6 21-6,1 0 1,-1 0-1,0 0 1,0 0-1,-1 1 1,0-1-1,0 1 1,0 0-1,-1 1 1,0-1-1,0 1 0,-1 0 1,1 0-1,-1 0 1,0 1-1,0 0 1,-1 0-1,1 1 1,-1-1-1,0 1 0,0 1 1,0 0-1,0 0 1,0 0-1,-2 0 6,4 5 0,-1 0-1,0 0 0,1 0 0,-1 0 1,1 1-1,0 0 0,0 0 0,1 1 1,-1-1-1,1 1 0,0 0 0,0 0 1,1 0-1,-1 1 0,1-1 0,0 1 1,1 0-1,-1 0 0,1 0 0,0 0 1,1 0-1,-1 1 0,1-1 0,1 0 1,-1 6 0,-12 147 50,13-154-50,0 0 0,0 0 1,0 0-1,1 0 0,0 0 0,0 0 0,0-1 0,0 1 0,1 0 0,-1-1 0,1 1 0,1-1 0,-1 1 0,0-1 0,1 0 1,0 0-1,0 0 0,0 0 0,1-1 0,-1 1 0,1-1 0,0 0 0,0 0 0,0 0 0,0-1 0,1 1 0,-1-1 0,0 0 1,1 0-1,0-1 0,-1 1 0,1-1 0,0 0 0,0-1 0,0 1 0,17 0-200,-1-1 1,1-1-1,0-1 0,-1-1 0,1 0 1,-1-2-1,0-1 0,18-7 200,16-8-2139</inkml:trace>
  <inkml:trace contextRef="#ctx0" brushRef="#br0" timeOffset="13294.242">6914 6616 27862,'0'0'2374,"0"0"-1731,0 0-515,0 0 92,0 0 332,13-17-12,39-60-233,-38 6-167,-15 53-139,1 14-1,2-12 0,-2 0 0,0 0 0,-1 0 0,0 0 0,-1 1 0,-1-1 0,-1 0 0,0 1 0,-1 0 0,0 0 0,-1 0 0,-7-10 0,12 24 0,0-1 0,0 1 0,0 0 0,-1 0 0,1 0 0,0-1 0,-1 1 0,1 0 0,-1 1 0,1-1 0,-1 0 0,0 0 0,1 1 0,-1-1 0,0 1 0,0-1 0,1 1 0,-1 0 0,0 0 0,0 0 0,1 0 0,-1 0 0,0 0 0,0 0 0,1 0 0,-1 1 0,0-1 0,0 1 0,1-1 0,-1 1 0,1 0 0,-1 0 0,0 0 0,1-1 0,-1 2 0,1-1 0,0 0 0,-1 0 0,1 0 0,0 1 0,0-1 0,0 0 0,0 1 0,0-1 0,0 1 0,0-1 0,0 2 0,-19 28 0,1 0 0,2 1 0,2 1 0,0 1 0,2 0 0,-2 14 0,8-26 0,-2-1 0,2 0 0,0 1 0,2 0 0,0 0 0,1 0 0,1 1 0,2 0 0,0 19 0,1-39 0,0 1 0,0-1 0,1 1 0,0-1 0,-1 1 0,1-1 0,0 1 0,1-1 0,-1 1 0,0-1 0,1 0 0,0 0 0,0 0 0,0 0 0,0 0 0,0 0 0,1-1 0,-1 1 0,1-1 0,0 1 0,0-1 0,0 0 0,0 0 0,0 0 0,0-1 0,0 1 0,1-1 0,-1 1 0,0-1 0,1 0 0,-1-1 0,1 1 0,-1 0 0,1-1 0,0 0 0,-1 0 0,1 0 0,5-1 0,-1 0 0,1 0 0,0 0 0,-1-1 0,1-1 0,-1 1 0,0-2 0,0 1 0,0-1 0,0 0 0,-1 0 0,1-1 0,-1 0 0,0-1 0,4-4 0,98-119-553,-71 67-838</inkml:trace>
  <inkml:trace contextRef="#ctx0" brushRef="#br0" timeOffset="11683.803">4170 6312 27014,'0'0'1069,"0"0"-315,0 0-189,0 0-221,0 0-74,-17-20 226,-55-62-221,69 77-262,0 1 0,-1 0 1,1-1-1,-1 1 0,0 0 0,-1 1 1,1-1-1,0 1 0,-1 0 1,0 0-1,0 1 0,0-1 1,0 1-1,0 0 0,-1 0 1,1 1-1,0-1 0,-1 1 0,1 1 1,-1-1-1,0 1 0,1 0 1,-1 0-1,1 0 0,-1 1 1,1 0-1,-1 0 0,1 0 1,-1 1-1,1 0 0,0 0 0,0 0 1,0 1-1,0-1 0,0 1 1,0 1-1,1-1 0,0 0 1,-1 1-1,1 0 0,1 0 1,-1 0-1,0 1 0,1-1 1,0 1-1,0 0 0,1 0 0,-1 0 1,1 0-1,0 0-13,-10 18 25,0 1 1,2-1-1,1 2 1,1 0-1,0 0 1,2 0-1,2 0 1,0 1-1,1 0 0,2 0 1,0 0-1,2 0 1,2 7-26,-2-26 21,0-1 0,0 1 0,1-1 0,0 1 0,1-1 0,0 0 0,0 0 1,0 0-1,0 0 0,1 0 0,0-1 0,0 0 0,1 0 0,-1 0 0,1 0 0,0-1 0,0 0 0,1 0 0,-1 0 1,1 0-1,0-1 0,0 0 0,0 0 0,0-1 0,1 0 0,-1 0 0,1 0 0,-1-1 0,1 0 0,0 0 1,-1-1-1,1 0 0,0 0 0,-1 0 0,1-1 0,0 0 0,-1 0 0,1-1 0,-1 0 0,1 0 0,-1 0 1,0-1-1,5-2-21,25-18-46,-2 0 1,0-2 0,-2-2 0,-1-1-1,-1-1 1,-1-2 0,9-14 45,-6 8-362,27-27-1201,-11 10-1599</inkml:trace>
  <inkml:trace contextRef="#ctx0" brushRef="#br0" timeOffset="11994.551">4702 6496 28678,'0'0'1254,"0"0"-539,0 0-186,0 0 34,0 0 20,3-8-206,10-120-300,-14 125-78,1-1-1,-1 0 1,1 0 0,-1 0 0,0 0-1,-1 1 1,1-1 0,-1 1 0,1-1-1,-1 1 1,0-1 0,-1 1 0,1 0-1,0 0 1,-1 0 0,0 0 0,1 0 0,-1 1-1,0-1 1,-1 1 0,1 0 0,0 0-1,-1 0 1,1 0 0,-1 1 0,1-1-1,-1 1 1,0 0 0,1 0 0,-1 0-1,0 1 1,0-1 0,-1 1 1,-4 3-20,0 0 1,0 0-1,0 1 0,1 0 0,0 1 1,0-1-1,0 2 0,0-1 0,1 1 1,0 0-1,0 1 0,0 0 0,1 0 1,0 0-1,1 1 0,0 0 0,0 0 1,0 0-1,1 0 0,0 1 0,1 0 1,0 0-1,0 0 0,1 0 0,0 0 1,0 10 19,-5 105-9,8-120 8,0 0 1,0 0 0,0-1-1,1 1 1,-1 0 0,1-1 0,0 1-1,0-1 1,0 1 0,1-1-1,-1 0 1,1 0 0,0 0 0,0 0-1,0-1 1,0 1 0,0-1-1,0 0 1,1 0 0,-1 0 0,1 0-1,0 0 1,-1-1 0,1 0-1,0 1 1,0-2 0,0 1 0,0 0-1,1-1 1,7 1-134,0-1 0,1-1 0,-1 0 0,0 0 0,0-1 0,0-1 0,0 0 0,0-1 0,-1 0 0,1 0 0,-1-2-1,0 1 1,-1-1 0,1-1 0,-1 0 0,0 0 0,-1-1 0,0 0 0,0-1 0,-1 0 0,6-7 134,29-32-4520</inkml:trace>
  <inkml:trace contextRef="#ctx0" brushRef="#br0" timeOffset="12243.513">5108 6121 29662,'0'0'1441,"0"0"-1049,0 0 224,0 108-8,2-59-560,0 9-48,5 5 0,0 1 0,12 21 0,-3-17-320,-2-16-2385</inkml:trace>
  <inkml:trace contextRef="#ctx0" brushRef="#br0" timeOffset="14374.688">4327 7313 28406,'0'0'1160,"0"0"-704,0 0 185,-65 120-105,45-58-96,-3 13-72,4 6-88,-2 8-16,3 2-88,2 0-136,2-3-40,7-12 0,7-14-88,0-22-320,21-19-432,2-19-1265</inkml:trace>
  <inkml:trace contextRef="#ctx0" brushRef="#br0" timeOffset="15128.416">4887 7388 25934,'0'0'2872,"0"0"-2328,0 0 112,0 0 17,0 0-161,0 0-144,-35 122-80,26-62-24,-5 8-48,0 11-104,-2 8-64,2 5-48,3-5-80,11-4-440,0-23-624,4-27-905</inkml:trace>
  <inkml:trace contextRef="#ctx0" brushRef="#br0" timeOffset="15391.795">5299 7462 28070,'0'0'2529,"0"0"-2297,0 0 112,0 112 256,-2-58-120,-7 10-200,-1 9-160,-1 10-64,-1 4-56,3 0-56,9 25-440,0-25-776,0-19-2713</inkml:trace>
  <inkml:trace contextRef="#ctx0" brushRef="#br0" timeOffset="15848.749">6108 7929 29278,'0'0'1174,"0"0"-719,0 0-59,0 0 77,7-24-86,23-78-207,-19-49-73,-10 146-109,-1 1 0,1-1 1,-1 1-1,0-1 0,0 1 1,-1-1-1,0 1 0,1-1 1,-1 1-1,-1 0 0,1-1 1,-1 1-1,1 0 0,-1 0 1,0 0-1,-1 0 0,1 0 1,-1 1-1,1-1 0,-1 1 1,0 0-1,-1-1 0,1 1 1,0 0-1,-1 1 0,0-1 1,0 1-1,1 0 1,-1 0-1,-1 0 0,1 0 1,0 1-1,0-1 0,-1 1 1,1 0-1,0 0 0,-5 1 2,3 0-7,0 0 1,0 1-1,0-1 0,0 2 0,0-1 0,0 1 1,0-1-1,0 2 0,1-1 0,-1 1 0,1-1 1,0 2-1,0-1 0,0 0 0,0 1 0,0 0 0,1 0 1,-1 1-1,1-1 0,0 1 0,1 0 0,-1 0 1,1 0-1,0 0 0,0 1 0,-1 4 7,-49 156-3,48 13-4,5-174 7,1 1 0,0-1 0,0 0 1,0 0-1,1 0 0,-1 0 0,1 0 0,1 0 1,-1 0-1,1-1 0,-1 1 0,1-1 0,0 1 1,1-1-1,-1 0 0,1-1 0,0 1 0,0 0 1,0-1-1,0 0 0,1 0 0,-1 0 0,1-1 1,0 0-1,-1 1 0,1-2 0,0 1 0,1 0 1,-1-1-1,0 0 0,4 0 0,2-2-106,0 0 0,0 0 0,-1-1 0,1-1 0,-1 0 0,0 0 0,1-1 0,-1-1 0,-1 1 1,1-2-1,-1 1 0,0-1 0,0-1 0,-1 1 0,0-1 0,0-1 0,0 0 0,-1 0 0,2-3 106,2 1-510,40-42-3416</inkml:trace>
  <inkml:trace contextRef="#ctx0" brushRef="#br0" timeOffset="16192.719">6776 7367 30294,'0'0'865,"0"0"-609,0 0-32,0 0 440,0 0-200,0 135-464,-3-46 0,-8 37 0,-5 36 0,-3 8 0,3-25 0,7-31 0,7-52 0,-1-31-1992</inkml:trace>
  <inkml:trace contextRef="#ctx0" brushRef="#br0" timeOffset="16681.501">4308 8555 23709,'31'7'5260,"294"47"-3248,-47-41-1416,1-12-1,-1-12 0,102-23-595,218-11 0,-569 46 0,-27 10-700,-27-2-752</inkml:trace>
  <inkml:trace contextRef="#ctx0" brushRef="#br0" timeOffset="17253.196">3797 6973 28750,'0'0'962,"0"0"-418,0 0-105,0 0 65,0 0-92,28 0-112,185 0 165,285-13-74,-323 15-391,163 21 0,1492 205 0,-1727-215-251,-31-1-1002</inkml:trace>
  <inkml:trace contextRef="#ctx0" brushRef="#br0" timeOffset="22094.665">3629 6846 28254,'0'0'827,"0"0"-230,0 0 110,0 0-17,0 0-93,-10 0-153,-28-2-133,140-8 29,393 28-340,293-4 0,-379-15 0,-295 9 0,0 5 0,0 4 0,31 13 0,159 24 0,310 0 0,-595-49 11,-52-3-223,-10-2-795</inkml:trace>
  <inkml:trace contextRef="#ctx0" brushRef="#br0" timeOffset="22651.998">4997 5679 25926,'0'0'3344,"0"0"-2418,0 0-789,0 0 41,-2 22 240,-20 315 412,3 450-355,18-786-547,1 0 0,-1 1 0,1-1 0,0 0 0,0 1 0,-1-1 0,1 0 1,0 1-1,0-1 0,0 0 0,1 1 0,-1-1 0,0 0 0,0 1 0,1-1 1,-1 0-1,1 1 0,-1-1 0,1 0 0,-1 0 0,1 1 0,0-1 0,0 0 1,-1 0-1,1 0 0,0 0 0,0 0 0,0 0 0,0 0 0,0-1 0,1 1 1,-1 0-1,0 0 0,0-1 0,0 1 0,1-1 0,-1 1 0,0-1 1,1 0-1,-1 1 0,0-1 0,1 0 0,-1 0 0,0 0 0,1 0 0,-1 0 1,2 0 71,11-7-5523</inkml:trace>
  <inkml:trace contextRef="#ctx0" brushRef="#br0" timeOffset="23071.341">5370 5586 29846,'32'-5'1201,"266"-24"-933,-161 28-126,0 6 1,0 6 0,-1 5-1,45 16-142,-83-14-3,0 5-1,-1 4 0,-2 4 1,-1 4-1,-2 4 0,-1 4 1,-3 4-1,23 19 4,-26 1 104,-71-34 703,-5 10-807,-3 0 0,-1 0 0,-2 1 0,-1 0 0,-3-1 0,-2 1 0,-6 31 0,3-39-273,-1 1 1,-3-1-1,0-1 1,-3 0-1,-7 14 273,-4-1-3454</inkml:trace>
  <inkml:trace contextRef="#ctx0" brushRef="#br0" timeOffset="31765.672">3845 8397 21293,'0'0'6576,"0"0"-4851,0 0-1227,0 0 110,0 0 12,-5 4-187,4-3-383,0-1-43,0 0 1,1 0-1,-1 1 1,0-1-1,1 0 1,-1 0-1,0 1 0,1-1 1,-1 0-1,0 1 1,1-1-1,-1 0 1,1 1-1,-1-1 1,0 1-1,1-1 1,-1 1-1,1-1 0,0 1 1,-1 0-1,1-1 1,-1 1-1,1 0 1,0-1-1,-1 1 1,1 0-1,0-1 1,0 1-1,0 0 0,0 0 1,0-1-1,-1 1 1,1 0-1,0-1 1,1 1-1,-1 0 1,0 0-1,0-1 0,0 1 1,0 0-1,0-1 1,1 1-1,-1 0 1,0 0-1,1-1 1,-1 1-1,0-1 1,1 1-1,-1 0 0,1-1 1,-1 1-8,25 8 73,0 0 0,0-1 0,1-2 0,0-1 0,0-1-1,0-1 1,1-1 0,11-1-73,4 1 1,355 23-1,1-18 0,86-22 0,-367 7 0,1 4 0,-1 5 0,0 5 0,107 21 0,78 45 0,-170-37 0,2-6 0,92 7 0,91-32 0,-263-11 0,-63 4-75,-17-1-298</inkml:trace>
  <inkml:trace contextRef="#ctx0" brushRef="#br0" timeOffset="691.242">1316 226 28910,'0'0'888,"0"0"-488,0 0 97,0 0-65,161-2-104,-101 29-8,9 13-128,9 7-64,1 9-72,-6 6-32,-8 5-24,-17-1 16,-13 1-16,-17-3-72,-11 2-216,-7 15-136,-18-17-721,-5-14-1159</inkml:trace>
  <inkml:trace contextRef="#ctx0" brushRef="#br0" timeOffset="973.935">2293 87 27974,'0'0'1056,"0"0"-744,0 0 24,0 0 232,0 0-47,0 0-153,0 0-120,-148 131-56,98-96-24,-20 15-16,-10 12-88,-10 11-40,0 6-16,9 4-8,19-3-24,32 18-264,21-19-800,9-21-3505</inkml:trace>
  <inkml:trace contextRef="#ctx0" brushRef="#br0" timeOffset="1881.127">2760 295 29110,'0'0'1288,"0"0"-1159,0 0 239,0 0 48,0 0-112,0 0-96,106 124-128,-76-101-48,-2-2-32,-5-3 8,-2 1-8,-1 0-304,-6-5-792,-5-8-2161</inkml:trace>
  <inkml:trace contextRef="#ctx0" brushRef="#br0" timeOffset="2146.916">3074 266 28598,'0'0'1760,"0"0"-1439,0 0-1,0 0-104,-141 114-152,109-44-64,9-8-480,4-10-2057</inkml:trace>
  <inkml:trace contextRef="#ctx0" brushRef="#br0" timeOffset="2730.018">3735 92 26598,'0'0'1351,"0"0"-418,0 0-323,0 0-57,8 18-98,-4-10-410,2 6-4,0 0 1,-1 0-1,0 0 0,-1 0 1,-1 1-1,0 0 0,-1 0 1,-1 0-1,0 1-41,0 247 139,-2-259-139,1 0 0,0 1 1,0-1-1,0 0 0,0 0 0,1 0 0,0 1 1,-1-1-1,2 0 0,-1 0 0,0 0 1,1 0-1,0-1 0,0 1 0,0 0 0,0-1 1,1 1-1,-1-1 0,1 0 0,0 1 0,0-2 1,0 1-1,0 0 0,1 0 0,-1-1 0,1 0 1,-1 0-1,1 0 0,0 0 0,0 0 1,0-1-1,0 0 0,0 0 0,0 0 0,0 0 1,1-1-1,-1 1 0,1-1 0,6 0-2,0-1-1,-1 0 1,1 0-1,0-1 1,-1 0 0,1-1-1,-1 0 1,1-1 0,-1 0-1,-1-1 1,1 0 0,-1-1-1,1 1 1,-1-2-1,-1 1 1,0-1 0,8-8 2,114-150-317,-110 136 350,-2-1 0,-2 0 1,0-1-1,-2-1 1,-2 0-1,-1-1 1,-1 0-1,-2-1 1,-1 0-1,-2 0 1,0-10-34,-6 527 967,4-426-930,7 32-21,-4 1 0,-3-1 0,-5 1 0,-3 0 0,-5-1 0,-3 0 0,-4-1 0,-4-1 0,-14 33-16,33-115 0,1 0 0,-1 0 0,1 0 0,-1 0 0,-1 0 0,1 0 1,-1-1-1,1 1 0,-1-1 0,-1 0 0,1 0 0,-1 0 0,1 0 0,-1-1 0,0 1 0,0-1 1,-1 0-1,1 0 0,-1 0 0,1-1 0,-1 0 0,0 0 0,0 0 0,0 0 0,0-1 0,0 0 1,-2 0-1,3-2 0,0-1 1,0 0 0,0 0 0,1 0 0,-1-1 0,1 1 0,-1-1 0,1 0 0,0 0 0,0 0 0,0 0 0,1 0 0,-1-1 0,1 1 0,0-1-1,0 0 1,0 0 0,0 0 0,0 0 0,1 0 0,0 0 0,0 0 0,0 0 0,0-1 0,1 1 0,0 0 0,0 0 0,0-1 0,0 1 0,1-3-1,-3-37-24,1 1 1,2-1 0,2 1 0,2-1 0,2 1 0,2 1-1,1 0 1,3 0 0,1 1 0,2 0 0,2 2 0,1 0-1,2 1 1,2 1 0,2 1 0,1 1 0,1 1 0,2 1-1,29-24 24,27-19-1848,-62 55-815</inkml:trace>
  <inkml:trace contextRef="#ctx0" brushRef="#br0" timeOffset="3090.755">1231 1479 29142,'27'-4'894,"323"-26"230,0 15 0,109 18-1124,-49 24 243,-1 17-1,25 23-242,95 11-2,-181-45 2,-308-27-577,-38-6-1255</inkml:trace>
  <inkml:trace contextRef="#ctx0" brushRef="#br0" timeOffset="23888.698">2848 2594 27686,'0'0'851,"0"0"-322,0 0-113,-12-19 10,-38-62-120,47 75-279,-1 0 0,1 1-1,-1-1 1,0 1-1,-1 0 1,1 1-1,-1-1 1,0 1-1,0 0 1,0 0-1,-1 0 1,1 1-1,-1 0 1,0 0-1,0 0 1,0 1 0,0 0-1,-1 0 1,1 0-1,-1 1 1,1 0-1,-1 1 1,1-1-1,-1 1 1,1 0-1,-1 1 1,1-1-1,-1 1 1,1 1-1,-1-1 1,-4 3-27,-1 1 26,1 0-1,-1 1 1,1 1-1,0 0 1,1 0-1,0 1 1,0 1-1,1-1 1,0 1 0,0 1-1,1 0 1,0 0-1,1 1 1,-3 4-26,5-4 18,0-1 1,0 1 0,1 0 0,0 0-1,1 1 1,1-1 0,-1 1-1,2 0 1,0-1 0,0 1 0,1 0-1,0 0 1,1 0 0,1-1 0,0 1-1,0-1 1,1 1 0,0-1-1,1 0 1,1 0 0,0 0 0,0 0-1,1-1 1,0 0 0,1 0-1,5 6-18,178 177 130,-144-152-121,-2 1-1,-2 2 1,-2 3 0,0 3-9,-35-44 1,0 1 0,0 0 0,-1 0 0,0 0 0,0 0 0,-1 1 0,0-1 0,0 1 0,-1 0 0,0 0 0,0 0 0,-1 0 0,1 0 0,-2 0 0,0 0 0,0 0 0,0 1 0,-1-1 0,0 0 0,0 0 0,-1 0 0,0 0 0,-1 0 0,0-1 0,0 1 0,-1-1 0,1 0 0,-2 0 0,1 0 0,-1 0 0,0 0 0,-5 4-1,-2-1 3,0-1 1,-1 0 0,0 0 0,0-1-1,-1-1 1,0-1 0,0 0 0,-1 0-1,1-2 1,-1 0 0,-1 0 0,1-1-1,0-1 1,-1-1 0,1 0 0,0-1 0,-7-1-4,13 0 3,0 1 0,1-1 0,-1-1 0,0 0 0,1 0 0,0 0 0,-1-1 0,1-1 0,0 1 1,0-1-1,1-1 0,-1 1 0,1-1 0,0-1 0,0 1 0,1-1 0,-1 0 0,1-1 0,1 1 1,-1-1-1,1 0 0,0-1 0,1 1 0,0-1 0,0 0 0,1 0 0,0 0 0,0-1 0,1 1 1,-2-8-4,1 0-2,0 0 1,1 0 0,0 0-1,2 0 1,0 0 0,0 0-1,2 0 1,0 0 0,1 1-1,0-1 1,1 1 0,1-1-1,1 1 1,0 0 0,0 1 0,8-12 1,19-16-195,1 1 1,2 2-1,2 1 1,2 2-1,1 1 1,1 3 0,2 1-1,1 2 1,3 2 194,37-25-2346</inkml:trace>
  <inkml:trace contextRef="#ctx0" brushRef="#br0" timeOffset="24136.485">3256 2787 29390,'0'0'1041,"0"0"-241,55 128-312,-27-57-40,1 6-208,6-3-144,4-7-48,-2-11-48,-2-15 0,-5-12-56,-5-12-288,-2-15-312,-9-2-1225,-7 0-9577</inkml:trace>
  <inkml:trace contextRef="#ctx0" brushRef="#br0" timeOffset="24308.516">3514 2930 29150,'0'0'1329,"0"0"-985,0 0-128,-134 158-104,88-71-112,14-15-416,6-10-2017</inkml:trace>
  <inkml:trace contextRef="#ctx0" brushRef="#br0" timeOffset="24685.473">3818 2526 29742,'0'0'793,"0"0"-415,25 9-84,83 33 38,-100-38-296,0 0 0,-1 0 0,0 1 0,0 0 1,0 1-1,0-1 0,-1 1 0,0 1 0,0-1 0,0 1 0,-1 0 1,0 0-1,0 0 0,-1 1 0,0 0 0,-1 0 0,1 0 1,0 5-37,-1-3 3,0 0 0,0 0 0,-1 0 0,0 0 1,-1 0-1,0 0 0,-1 1 0,0-1 0,-1 0 1,0 0-1,0 1 0,-1-1 0,0 0 1,-1 0-1,0-1 0,-1 1 0,0-1 0,0 1 1,-1-1-1,-1 0 0,1-1 0,-1 1 0,0-1 1,-1-1-1,0 1 0,-1-1 0,-2 3-3,-6 5-17,1 0 0,-2-1 0,0-1 0,-1-1 0,0 0 0,-1-1 0,0-1 0,-10 3 17,62-20-58,1 1 0,0 1 0,0 2-1,0 2 1,0 0 0,6 3 58,-36-1 5,-1-1-1,1 1 1,-1 0 0,0 0 0,0 0 0,1 0-1,-1 0 1,0 1 0,0-1 0,0 1 0,0 0-1,-1 0 1,1 0 0,0 0 0,-1 1 0,0-1-1,1 1 1,-1 0 0,0-1 0,0 1 0,0 0-1,-1 0 1,1 0 0,-1 0 0,0 0 0,0 1-1,0-1 1,0 0 0,0 1 0,-1-1 0,1 0-1,-1 1 1,0-1 0,0 1 0,0-1 0,0 0-1,-1 1 1,0-1 0,1 1 0,-1-1 0,0 0-1,-1 0 1,1 0 0,-1 0 0,0 1-5,-7 12-7,0 0-1,-1-1 1,-1-1 0,-1 0 0,0 0-1,-1-1 1,0 0 0,-1-1-1,-3 1 8,-15 7-1498,28-19-1251</inkml:trace>
  <inkml:trace contextRef="#ctx0" brushRef="#br0" timeOffset="25044.558">4433 2706 29278,'0'0'1163,"0"0"-679,0 0-118,21 7-13,66 27-64,-81-30-271,0 0-1,0 0 0,0 0 0,0 1 1,-1 0-1,0 0 0,0 1 0,-1-1 1,1 1-1,-1 0 0,0 0 0,-1 1 1,0-1-1,0 1 0,0-1 0,0 1 1,-1 0-1,0 0 0,-1 0 0,0 0 1,0 1-1,0-1 0,-1 0 0,0 0 1,-1 1-1,1-1 0,-1 0 0,-1 0 1,1 0-1,-1 1-17,-5 10 7,0 0 1,0-1 0,-2 0-1,0 0 1,-1-1-1,-1 0 1,-1-1-1,0 0 1,0 0-1,-2-2 1,-4 5-8,2-1 1,-110 109-18,126-124 16,0-1-1,1 0 1,-1 1 0,0-1 0,0 0 0,0 1 0,1-1 0,-1 0 0,1 1 0,-1-1 0,1 0 0,-1 0 0,1 0 0,0 1-1,0-1 1,-1 0 0,1 0 0,0 0 0,0 0 0,0 0 0,0 0 0,0-1 0,0 1 0,1 0 0,-1 0 0,0-1 0,0 1-1,0-1 1,1 1 0,-1-1 0,0 1 0,1-1 0,-1 0 0,0 0 0,1 0 0,-1 0 0,0 0 0,1 0 0,-1 0 0,1 0-1,-1 0 1,0-1 0,0 1 0,1 0 0,-1-1 0,0 1 0,1-1 1,7 1-13,164 5-2518,-139-6-761,20-1-13337</inkml:trace>
  <inkml:trace contextRef="#ctx0" brushRef="#br0" timeOffset="25262.918">5000 3073 28750,'0'0'1745,"0"0"-1561,0 0-120,0 0 176,0 0 120,145 54-208,-108-46-104,-1-2-48,10-6-144,-11 0-592,-10 0-1721</inkml:trace>
  <inkml:trace contextRef="#ctx0" brushRef="#br0" timeOffset="25460.356">5188 2872 29614,'0'0'1633,"0"0"-1369,-25 106 192,20-50 16,5 8-200,0 6-216,7 42-56,7-16-360,-5-9-2209</inkml:trace>
  <inkml:trace contextRef="#ctx0" brushRef="#br0" timeOffset="26526.79">6172 2864 30110,'0'0'921,"0"0"-689,-4 116-152,-6-52 64,-3 11 144,1 8-120,-2 2-120,0-3-48,7-11-104,5-17-168,2-29-368,16-19-825,5-6-1887</inkml:trace>
  <inkml:trace contextRef="#ctx0" brushRef="#br0" timeOffset="26826.445">6587 2694 28326,'0'0'1715,"-3"24"-1165,-28 384 903,31-395-1440,1 1-1,0 0 1,1-1-1,1 1 1,0-1 0,1 1-1,0-1 1,1-1-1,1 1 1,0 0-1,0-1 1,1-1 0,1 1-1,0-1 1,0 0-1,1-1 1,1 0 0,0 0-1,0-1 1,1 0-1,3 1-12,-2-2-62,-1-1-1,1-1 0,1 0 0,-1-1 1,1-1-1,-1 1 0,1-2 0,1 0 1,-1 0-1,0-2 0,1 1 0,-1-2 1,1 0-1,-1 0 0,1-1 1,-1-1-1,0 0 0,1-1 0,-1-1 1,-1 0-1,1 0 0,0-1 0,-1-1 1,0 0-1,0-1 0,2-2 63,95-103-4711,-71 59-4803</inkml:trace>
  <inkml:trace contextRef="#ctx0" brushRef="#br0" timeOffset="27095.448">7186 2942 18132,'0'0'8794,"0"0"-7394,-69-107-136,36 84 17,1 23-713,-5 10-40,-16 56-184,-18 55-88,-21 53-120,-10 29-88,-10 6-48,26-53-728,15-48-2969</inkml:trace>
  <inkml:trace contextRef="#ctx0" brushRef="#br0" timeOffset="27389.843">2548 3975 28638,'0'0'868,"0"0"-421,30 15-62,115 47 41,44-43 57,72-20 3,766-45 355,-299 43-648,685 86-193,-1410-82 0,148 14 0,-1 8 0,25 12 0,-155-30-128,-1 1 0,1 0-1,-1 2 1,-1 0 0,0 2 0,0 0 0,0 0 0,-1 2-1,4 4 129,14 15-1679</inkml:trace>
  <inkml:trace contextRef="#ctx0" brushRef="#br0" timeOffset="34921.452">6902 3183 27958,'0'0'1127,"0"0"-315,0 0-189,0 0-160,0 0-105,0 0-64,27-7-66,85-21-52,-104 26-161,-1 1 0,1 0 0,-1 0 0,1 0 0,0 1-1,-1 0 1,1 0 0,-1 1 0,1 0 0,-1 0 0,1 1 0,-1 0 0,0 0 0,1 1 0,-1 0 0,0 0 0,-1 1 0,1 0 0,-1 0 0,0 0 0,0 1-1,0 0 1,0 0 0,-1 1 0,4 4-15,-5-3 2,-1 0 0,0 0 0,0 0-1,-1 0 1,0 1 0,-1-1 0,1 1-1,-1-1 1,-1 1 0,1-1 0,-1 1-1,-1 0 1,1-1 0,-1 1 0,-1-1-1,1 1 1,-1-1 0,-1 0 0,1 1 0,-1-1-1,-1 0 1,1-1 0,-1 1 0,0-1-1,0 1 1,-1-1 0,0-1 0,0 1-1,-1-1 1,1 1 0,-6 2-2,-20 17 18,-1-2 1,-1-1-1,-1-2 1,-1-1-1,-1-2 1,0-1-1,-1-2 1,0-2-1,-2-1 1,1-2-1,-1-1 1,0-3-1,0-1 1,-19-1-19,47-1 2,1 0 0,-1-1 0,0 0 0,0 0 0,0-1-1,0-1 1,0 0 0,1 0 0,-1-1 0,0-1 0,1 0 0,0 0 0,-1-1 0,1 0 0,0-1 0,1 0 0,-1 0 0,1-1 0,0 0 0,1-1 0,-5-4-2,8 1 0,0 0 0,1 0 0,0 0 0,0-1 0,2 1 0,-1-1 0,1 0 0,1 0 0,-1 0 0,2 0 0,0 0 0,0 0 0,1 0 0,0 0 0,1 1 0,0-1 0,1 0 0,2-3 0,10-28-4,3 2-1,1 0 1,2 1-1,2 1 1,1 1-1,2 1 1,1 1-1,2 2 1,28-26 4,-38 42 1,0 1-1,2 1 1,0 1 0,0 1 0,1 0-1,1 2 1,0 1 0,1 0-1,0 2 1,0 1 0,1 0 0,-1 2-1,1 1 1,1 1 0,8 1-1,-29 1 1,0 0 0,0 1 0,0-1-1,0 1 1,0 1 0,0-1 0,0 0 0,0 1 0,0 0 0,0 0 0,0 1 0,-1-1 0,1 1 0,0 0 0,-1 1 0,1-1 0,-1 1 0,0-1 0,0 1 0,0 1 0,0-1 0,-1 0-1,1 1 1,-1 0 0,0 0 0,0 0 0,0 0 0,0 0 0,-1 1 0,0-1 0,0 1-1,2 7 0,-2-1 0,1 0 0,-2 1 0,1-1 0,-2 1 0,0-1 0,0 1 0,-1-1 0,0 1 0,-1-1 0,0 1 0,-1-1 0,0 0 0,-1 0 0,0 0 0,-1-1 0,0 0 0,0 1 0,-1-2 0,-1 1 0,0-1 0,-7 8 0,-1 1 0,-1-1 0,0 0 0,-2-2 0,0 0 0,0-1 0,-1 0 0,-1-2 0,0-1 0,-1 0 0,0-1 0,-2-1 0,14-5 0,0 0 0,0 0 0,0-1 0,0-1 0,-1 1 0,1-2 0,-1 1 0,0-1 0,0-1 0,1 0 0,-1 0 0,0-1 0,1 0 0,-1 0 0,0-1 0,1-1 0,0 0 0,-1 0 0,1 0 0,0-1 0,1-1 0,-1 0 0,1 0 0,0 0 0,-2-3 0,2-3 0,1-1 0,1-1 0,0 1 0,0-1 0,1 0 0,1-1 0,0 1 0,1-1 0,0 0 0,1 0 0,1 1 0,0-1 0,1-1 0,1 1 0,0-5 0,-1 14 0,1 0 0,-1 0 0,1 0 0,0-1 0,0 1 0,1 0 0,-1 1 0,1-1 0,0 0 0,0 0 0,1 1 0,0-1 0,-1 1 0,1 0 0,1 0 0,-1 0 0,1 0 0,-1 1 0,1-1 0,0 1 0,0 0 0,1 0 0,-1 0 0,1 1 0,-1-1 0,1 1 0,0 0 0,0 1 0,0-1 0,0 1 0,0 0 0,0 0 0,0 1 0,0-1 0,0 1 0,0 0 0,1 0 0,-1 1 0,0 0 0,4 1 0,-3 1 0,0 0 0,-1 1 0,0 0 0,1 0 0,-1 0 0,-1 1 0,1-1 0,-1 1 0,0 0 0,0 1 0,0-1 0,0 1 0,-1-1 0,0 1 0,-1 0 0,1 0 0,-1 1 0,0-1 0,-1 0 0,1 1 0,-1-1 0,0 1 0,-1-1 0,0 1 0,0 0 0,0-1 0,-1 1 0,0-1 0,0 1 0,-2 3 0,2-1 0,-1 0 0,0 0 0,0 0 0,-1-1 0,0 1 0,-1-1 0,0 0 0,0 0 0,-1 0 0,0-1 0,0 1 0,-1-1 0,0 0 0,0-1 0,0 1 0,-1-1 0,0-1 0,0 1 0,-1-1 0,1 0 0,-3 0 0,-5 4 0,-2-1 0,1-1 0,-1 0 0,0-1 0,0 0 0,-1-2 0,0 0 0,0-1 0,0-1 0,-3 0 0,15-2-3,1 1 0,1 0-1,0-1 1,0 0 0,-1 0 0,1 0 0,0 0 0,-1-1-1,1 0 1,0 0 0,0 0 0,0 0 0,0 0 0,0-1-1,0 0 1,0 0 0,0 0 0,1 0 0,-1-1-1,1 1 1,-1-2 3,-50-122-1369,37 56-580</inkml:trace>
  <inkml:trace contextRef="#ctx0" brushRef="#br0" timeOffset="36023.041">6110 3529 24349,'0'0'1360,"0"0"-850,0 0 673,0 0 449,0 0-769,-12-21-272,-36-70-132,47 87-425,0 0 1,0 0-1,0 1 1,1-1-1,-1 0 0,1 0 1,0 0-1,0 0 1,1 0-1,-1 0 1,1 0-1,-1 0 1,1 0-1,1 0 1,-1 1-1,0-1 1,1 0-1,0 1 1,0-1-1,0 1 1,0 0-1,0 0 1,1 0-1,-1 0 0,1 0 1,0 0-1,0 0 1,0 1-1,0 0 1,1-1-1,-1 1 1,1 1-1,-1-1 1,1 0-1,-1 1 1,1 0-1,0-1 1,0 2-1,0-1 1,3 0-35,2-3 6,0 0 1,1 0 0,0 1 0,0 1 0,-1 0 0,2 0-1,-1 1 1,0 0 0,0 1 0,0 0 0,0 0-1,0 1 1,1 1 0,-1-1 0,0 2 0,-1-1 0,1 2-1,0-1 1,-1 1 0,0 1 0,0-1 0,0 1 0,-1 1-1,1 0 1,-1 0 0,0 1 0,-1 0 0,0 0-1,0 1 1,-1-1 0,1 2 0,-2-1 0,1 1 0,0 1-7,-4-3-4,1 1 1,-1-1 0,0 1 0,0 0-1,-1-1 1,0 1 0,0 0-1,-1 0 1,0 0 0,-1 0 0,1 0-1,-2-1 1,1 1 0,-1 0 0,0-1-1,0 1 1,-1-1 0,0 1-1,-1-1 1,1 0 0,-2-1 0,1 1-1,0-1 1,-1 1 0,0-1 0,-1-1-1,-4 5 4,-12 11-11,-1-2-1,-1 0 0,0-2 0,-2-1 1,1 0-1,-22 7 12,30-14-3,0 0 1,-2-2-1,1 0 1,-1-1-1,1-1 1,-1 0-1,-1-2 1,1 0-1,-1-1 0,1-1 1,-4-1 2,11-15-780,17 3-3904,5 6-9716</inkml:trace>
  <inkml:trace contextRef="#ctx0" brushRef="#br0" timeOffset="37989.15">6043 1458 24229,'0'0'4318,"0"0"-3057,0 0-672,0 0-9,0 0-129,16 20-100,55 62-138,6-22-48,-72-58-162,1 1 0,-1 0 0,0 0 0,0 1 0,-1-1 0,1 1 0,-1 0 0,1 0 0,-1 1 0,-1-1 0,1 1 0,-1 0 0,1 0-1,-1 0 1,-1 0 0,1 1 0,-1-1 0,0 1 0,0-1 0,0 3-3,-2 4-9,-1 0 1,0 0-1,-1 0 0,0 0 0,-1 0 1,0 0-1,-1 0 0,0-1 0,-1 0 1,0 0-1,-1 0 0,0-1 0,0 1 1,-1-1-1,-1-1 0,0 0 0,0 0 1,-1 0-1,0-1 0,0 0 0,-1-1 1,0 0-1,-2 0 9,4 1-14,-302 241-108,278-222 111,49-25-64,185-46 65,117 7-2610,-290 35 1320,33-2-7183</inkml:trace>
  <inkml:trace contextRef="#ctx0" brushRef="#br0" timeOffset="38404.805">7031 1953 26974,'0'0'1974,"0"0"-1189,0 0-144,4-20 32,15-154 193,-21 159-858,0 1 0,-1 1 0,0-1 0,-1 0-1,-1 1 1,0 0 0,-1 0 0,0 0-1,-1 1 1,-1 0 0,-5-7-8,10 14-1,-1 0 0,1 0 0,-1 0 0,0 1 0,-1 0 0,1 0 0,-1 0 0,1 0-1,-1 1 1,0-1 0,-1 1 0,1 1 0,0-1 0,-1 1 0,0 0 0,1 0 0,-1 1 0,0-1 0,0 1 0,0 1 0,0-1 0,0 1 0,0 0 0,0 0 0,0 1 0,0-1 0,0 1-1,-1 1 3,-2 3-1,1-1 1,-1 2 0,1-1 0,1 1 0,-1 0 0,1 1-1,0-1 1,0 1 0,1 1 0,0 0 0,0-1 0,1 2-1,0-1 1,0 1 0,1-1 0,0 1 0,1 0 0,0 1 0,-1 4-1,6-10-5,0 1 0,0-1 0,0 0 0,1 0 0,-1 0 0,1 0 1,0 0-1,0-1 0,1 1 0,-1-1 0,1 0 0,0 0 1,0 0-1,0 0 0,0-1 0,0 0 0,0 1 0,1-1 1,-1-1-1,1 1 0,-1-1 0,1 0 0,0 0 0,-1 0 1,1-1-1,0 1 0,0-1 0,0 0 0,-1-1 0,1 1 1,4-2 4,8 4-23,122 9-150,-136-9 173,-1-1 0,1 1 0,-1 0 1,0 0-1,0 0 0,1 0 0,-1 0 0,-1 0 0,1 0 0,0 1 0,-1-1 1,1 0-1,-1 1 0,1 0 0,-1-1 0,0 1 0,0 0 0,-1 0 0,1-1 0,0 1 1,-1 0-1,0 0 0,0 0 0,0 0 0,0 0 0,0 0 0,0 0 0,1 7 5,10 377 465,-13-246-445,2 30-968,0-107-1427</inkml:trace>
  <inkml:trace contextRef="#ctx0" brushRef="#br0" timeOffset="39760.588">5288 1352 18828,'0'0'5637,"0"0"-3991,0 0-1015,0 0 17,0 0-13,-22 6 27,-139 36 883,134-30-1459,2 1 1,-1 2 0,2 0-1,0 1 1,1 2 0,1 0-1,0 2 1,1 0 0,2 1-1,0 1 1,1 1 0,1 0-1,-10 22-86,-1-6 33,-1-1-1,-2-2 1,-1 0-1,-28 21-32,13-20 60,-2-2 0,-1-3-1,-1-2 1,-2-2 0,-1-3 0,-1-1 0,-1-4 0,-1-1-1,0-4 1,-1-1 0,-1-3 0,0-3 0,-4-3-60,-428 1 84,-394-88-94,848 81 7,1-1-35,1 1 0,0 2 0,0 1 0,0 2 1,0 1-1,1 2 0,-23 8 38,23-3-29,0 1-1,1 1 1,1 2-1,1 2 1,0 1 0,2 1-1,0 1 1,1 1-1,1 2 1,1 1-1,1 1 1,2 1-1,-16 24 30,3 14-8,4 2 0,2 1 0,3 1 0,4 1 0,-10 49 8,24-88-5,-158 589 2,158-588 13,2 0 0,1 0 0,2 0 0,1 0 0,1 1 0,2 0 0,1-1 0,2 1 0,1-1 0,1 0 0,2 0 0,2 0 0,3 9-10,2-15 22,1 1 1,2-2 0,0 0-1,1-1 1,2-1 0,0-1-1,1 0 1,1-2 0,2-1-1,0 0 1,0-2 0,2 0-1,0-2 1,1-1-1,0-2 1,5 2-23,35 11 11,1-3 0,2-3 1,-1-3-1,2-3 0,0-3 0,16-2-11,50-1 14,1-5 0,0-7-1,-1-5 1,0-6 0,-2-7 0,0-5-1,28-15-13,90-33 65,-3-11-1,-5-10 1,107-66-65,-267 122-3,-2-5 0,-3-2 1,-1-5-1,36-33 3,-102 75 0,1-1-1,-2-1 1,1 0-1,-2-1 1,0 0 0,0 0-1,-2-1 1,0-1 0,0 0-1,-2 0 1,0 0-1,0-1 1,-2 0 0,0-1-1,-1 1 1,-1-1 0,0 1-1,-1-18 1,-3 23-3,0 0 1,0 0-1,-2 1 0,1-1 0,-1 0 0,-1 1 0,0 0 1,-1 0-1,0 0 0,-1 0 0,0 1 0,0 0 0,-1 0 1,-1 1-1,1-1 0,-2 2 0,1-1 0,-1 1 0,-1 0 3,-11-10-7,-1 2 0,-1 0 0,0 1 1,-1 1-1,0 2 0,-1 0 0,-24-7 7,-54-3-199,103 23 189,0-1 0,0 0 0,0 1 1,1-1-1,-1 0 0,0 1 0,0-1 0,0 1 1,0-1-1,0 1 0,0-1 0,0 0 0,0 1 0,0-1 1,0 1-1,0-1 0,0 1 0,0-1 0,-1 0 1,1 1-1,0-1 0,0 0 0,0 1 0,-1-1 0,1 1 1,0-1-1,0 0 0,-1 1 0,1-1 0,0 0 1,-1 0-1,1 1 0,0-1 0,-1 0 0,1 0 0,0 1 1,-1-1-1,1 0 0,-1 0 0,1 0 0,0 0 1,-1 0-1,1 0 0,-1 1 0,1-1 0,0 0 0,-1 0 1,1 0-1,-1 0 0,1-1 0,-1 1 0,1 0 1,0 0-1,-1 0 0,1 0 0,-1 0 0,1 0 0,0-1 1,-1 1-1,1 0 10,30 21-1218,8 0-740</inkml:trace>
  <inkml:trace contextRef="#ctx0" brushRef="#br0" timeOffset="40565.514">4064 4072 29806,'0'0'753,"13"-22"-472,-6 9-261,7-12 5,0 1 0,2 1 0,1 0 0,0 1-1,2 1 1,7-6-25,25-15 135,2 2 0,2 3 0,1 3 0,2 2 0,1 2-1,1 3 1,2 3 0,32-8-135,-70 24 36,0 1-1,1 1 1,0 2 0,0 0-1,0 2 1,1 0 0,-1 2-1,1 1 1,-1 1-1,0 1 1,0 1 0,0 1-1,0 1 1,-1 2-1,0 0 1,0 1 0,1 3-36,32 23 11,-2 3 1,-1 3-1,-2 1 1,-2 3-1,-3 2 1,14 19-12,61 57 4,-109-109-4,0-2 0,1 0 0,0 0 0,0-1 0,1-1 0,1 0 0,0-2 0,0 1 0,1-2 0,0 0 0,0-1 0,1-1 0,-1-1 0,17 2 0,11-7 0,0-3 0,0-1 0,0-3 0,-1-1 0,0-2 0,-1-2 0,0-3 0,-1 0 0,-1-3 0,-1-2 0,0-1 0,24-19 0,47-29 0,-2-4 0,-4-6 0,59-59 0,-126 110 0,-2-2 0,0-2 0,-3-1 0,-1-1 0,-1-2 0,-2-1 0,-2-2 0,-1 0 0,-3-2 0,-1-1 0,-2 0 0,13-44 0,-10-34 0,-5-1 0,-6-1 0,-6 0 0,-7-103 0,1 138 0,0-49 0,5 30 0,-6 1 0,-4-1 0,-4 0 0,-6 1 0,-4 1 0,-5-1 0,17 84 0,-1-1 0,-1 2 0,-1 0 0,-1 0 0,-1 0 0,-1 2 0,-1-1 0,0 2 0,-2 0 0,0 1 0,0 0 0,-17-11 0,-22-14 0,-2 2 0,-1 3 0,-2 3 0,-1 2 0,-1 3 0,-2 3 0,-1 3 0,-1 2 0,-5 2 0,45 11-1,0 1 1,-1 1-1,1 2 1,-1 0-1,0 2 0,0 0 1,0 2-1,0 2 1,0 0-1,0 2 0,-4 1 1,9 5-7,0 1 0,0 1 0,1 1 0,1 1 0,1 0 0,0 2 0,0 0 0,2 1 0,0 1 0,1 0 0,1 2 0,-2 3 7,-110 149-744,7 6 0,-69 142 744,90-139-1950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2:29:02.28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367 115 29814,'0'0'558,"0"0"-310,0 0-76,0 0 143,0 0-35,0 0-139,23 0-88,74 2-25,-92-1-25,0 0 0,1 0 1,-1 1-1,0 0 0,0 0 0,0 0 0,0 0 0,0 1 0,-1 0 0,1 0 0,-1 0 0,0 0 0,1 1 0,-2 0 0,1 0 0,0 0 0,-1 0 0,0 0 0,0 1 0,0-1 0,0 1 0,-1 0 0,0 0 0,0 0 0,0 0 0,0 0 0,-1 1 0,0-1 0,0 3-3,2 0 19,13 60 128,-2 2 0,-4 0 0,-2 0 0,-4 1 0,-3 9-147,2-21-16,-1-22-194,0-1 0,-3 0 0,-1 1-1,-1-1 1,-7 21 210,-8-2-1586</inkml:trace>
  <inkml:trace contextRef="#ctx0" brushRef="#br0" timeOffset="279.062">1 1270 30551,'0'0'1160,"0"0"-936,0 0-40,0 0 216,0 0-152,166 6-248,-74-12 0,9-13 0,42-18 0,-26 1-544,-20-1-2137</inkml:trace>
  <inkml:trace contextRef="#ctx0" brushRef="#br0" timeOffset="449.753">1335 401 31287,'0'0'720,"0"0"-520,0 0-144,0 0-32,0 0-24,0 0-264,0 0-832,64 112-2185</inkml:trace>
  <inkml:trace contextRef="#ctx0" brushRef="#br0" timeOffset="636.785">1157 791 30286,'0'0'698,"0"0"-327,0 0 13,20-1 68,140-27-1,-134 18-436,1 1 0,0 1 1,0 1-1,0 2 0,1 1 1,22-1-16,-49 5 0,0 0 0,1 0 0,-1 0-1,0 0 1,1 1 0,-1-1 0,0 0 0,0 1 0,1-1 0,-1 1 0,0-1 0,0 1 0,0-1 0,0 1 0,0 0 0,0 0 0,0 0 0,0 0 0,0-1 0,0 1 0,0 0 0,0 0 0,-1 1 0,1-1-1,0 0 1,-1 0 0,1 0 0,-1 0 0,1 1 0,-1-1 0,0 0 0,1 0 0,-1 1 0,0-1 0,0 0 0,0 1 0,0-1 0,0 0 0,0 0 0,0 1 0,0-1 0,-1 0 0,1 1 0,0-1 0,-1 0 0,1 0-1,-1 0 1,0 1 0,0-1 0,-33 67-4,-247 212-319,-57 27-2307,290-268 694</inkml:trace>
  <inkml:trace contextRef="#ctx0" brushRef="#br0" timeOffset="869.918">1318 1253 29334,'0'0'1569,"0"116"-969,-6-39-112,-4 6-128,3-2-192,5-9-112,2-10-56,0-14-184,0-27-304,9-13-664,1-8-1729</inkml:trace>
  <inkml:trace contextRef="#ctx0" brushRef="#br0" timeOffset="1058.407">1761 1027 30006,'0'0'785,"0"0"-401,0 0-96,-159 102-40,113-65-96,9 2-96,9 1-24,14-3-8,14-2-16,0-4-8,30-4 0,14-6 0,7-6 0,9-9-80,2-4-192,19-2-296,-15-15-817,-13-5-3520</inkml:trace>
  <inkml:trace contextRef="#ctx0" brushRef="#br0" timeOffset="1311.745">2037 496 30703,'0'0'832,"0"114"-128,0-10-176,0 47-528,2 48 0,-2 9 0,0-7 0,0-23 0,-2-39 0,-2-29 0,-1-31 0,5-36 0,0-43-272,0 0-1120,5-10-2217</inkml:trace>
  <inkml:trace contextRef="#ctx0" brushRef="#br0" timeOffset="1485.035">2203 1222 31535,'0'0'1152,"0"0"-1072,0 0-80,120 60 0,-90-29 0,-7 33 0,-9-5 0,-14-4-880</inkml:trace>
  <inkml:trace contextRef="#ctx0" brushRef="#br0" timeOffset="23654.868">2855 496 29998,'0'0'785,"0"0"-561,0 0-104,0 0 0,0 0-56,124-29-64,-78 23-288,-11 6-625,-12-2-2367</inkml:trace>
  <inkml:trace contextRef="#ctx0" brushRef="#br0" timeOffset="23907.66">2712 865 31175,'0'0'1008,"0"0"-696,0 0-40,0 0-272,0 0 0,134-18 0,-63 11 0,12 7 0,-16 9-632,-23 7-9970</inkml:trace>
  <inkml:trace contextRef="#ctx0" brushRef="#br1" timeOffset="108126.638">1040 3111 25926,'0'0'2939,"0"0"-1596,0 0-766,0 0-34,0 0-32,0 0-123,5 1-105,57 12-236,0-3 0,0-3 0,0-2 0,1-3-1,28-5-46,-30 3 23,109 10-299,-126-1-1104</inkml:trace>
  <inkml:trace contextRef="#ctx0" brushRef="#br0" timeOffset="25989.936">3783 1 24229,'0'0'4345,"0"0"-2549,0 0-1302,0 0-153,0 0-38,-10 25-62,-66 195 149,19 25 227,-8 123-617,57-213-129,8-154 99,1 1 0,0-1-1,-1 0 1,1 0 0,0 0 0,0 1-1,0-1 1,0 0 0,0 0 0,0 0-1,0 0 1,0-1 0,0 1 0,0 0-1,0 0 1,1-1 0,-1 1 0,0 0-1,0-1 1,1 1 0,-1-1 0,1 0 0,-1 0-1,0 1 1,1-1 0,-1 0 0,1 0-1,-1 0 1,0 0 0,1 0 0,-1-1-1,1 1 1,-1 0 0,0-1 0,1 1-1,-1-1 1,0 1 0,1-1 0,-1 0-1,0 1 1,0-1 0,0 0 0,0 0 0,0 0-1,0 0 1,0 0 0,0 0 0,0 0-1,0 0 1,0 0 0,-1-1 0,1 1-1,0 0 1,-1-1 0,1 1 0,-1 0-1,1-1 1,-1 0 30,32-33-1923</inkml:trace>
  <inkml:trace contextRef="#ctx0" brushRef="#br0" timeOffset="26242.459">4311 24 29046,'0'0'1537,"0"0"-1009,-18 136 16,-5-42 112,-5 28-248,5-6-360,4-6-48,3-15 0,7-22 0,2 2 0,0-1 0,5-18-48,2-25-392,14-35-216,9-27-721,2-17-1359</inkml:trace>
  <inkml:trace contextRef="#ctx0" brushRef="#br0" timeOffset="26448.867">4908 104 29902,'0'0'1225,"0"0"-641,-42 131 80,21-58-272,3 7-392,0 10 0,-1 3 0,3 0 0,2-6 0,12 0 0,2-24-216,0-22-2105</inkml:trace>
  <inkml:trace contextRef="#ctx0" brushRef="#br0" timeOffset="27399.852">5221 1089 30423,'0'0'1009,"0"0"-250,-1 0-274,9-19-394,-8 27-91,1-6 0,0 0 0,-1 0 0,1 0 0,-1 0 0,0 0 0,0 0 0,0 0 0,0 0 0,0-1 0,0 1 0,0 0 0,0 0 0,-1 0 0,1 0 0,-1 0 0,1 0 0,-1 0 0,0-1 0,0 1 0,0 0 0,0-1 0,0 1 0,0 0 0,0-1 0,-1 1 0,1-1 0,0 0 0,-1 1 0,1-1 0,-1 0 0,0 0 0,-1 1 0,2-7 0,25-55-563,-5 23-874</inkml:trace>
  <inkml:trace contextRef="#ctx0" brushRef="#br0" timeOffset="28346.786">6361 129 21749,'0'0'6148,"0"0"-4452,0 0-1024,0 0 30,0 0-260,0 0-148,-16 27-21,-1-1-195,-70 154 371,-72 363-185,144-416-336,14-126 4,1 1 0,0-1 0,-1 1-1,1-1 1,0 1 0,0-1 0,0 0 0,0 1 0,0-1-1,0 1 1,1-1 0,-1 1 0,0-1 0,1 1 0,-1-1 0,1 0-1,-1 1 1,1-1 0,0 0 0,0 0 0,-1 1 0,1-1-1,0 0 1,0 0 0,0 0 0,0 0 0,1 0 0,-1 0 0,0 0-1,0-1 1,0 1 0,1 0 0,-1 0 0,0-1 0,1 1 0,-1-1-1,1 0 1,-1 1 0,0-1 0,1 0 0,-1 0 0,1 0-1,-1 0 1,1 0 0,-1 0 0,1 0 0,-1 0 0,1-1 0,-1 1-1,0 0 1,1-1 0,-1 1 0,0-1 0,1 0 0,-1 1-1,0-1 1,0 0 0,1 0 68,32-18-6233</inkml:trace>
  <inkml:trace contextRef="#ctx0" brushRef="#br0" timeOffset="28689.344">6838 320 28406,'0'0'1904,"0"0"-1623,0 0 239,0 0 64,0 0-88,-48 110-176,25-50-96,-3 9-192,1 7-32,-3 1 0,1 2 0,6-5 0,5-5 0,11-5-256,5-20-1032,0-22-6370</inkml:trace>
  <inkml:trace contextRef="#ctx0" brushRef="#br0" timeOffset="29066.596">7412 830 29614,'0'0'1318,"0"-20"-979,3-141-46,-2-58 147,-2 214-438,0 1-1,0 0 1,-1-1-1,1 1 1,-1 0-1,0 0 1,-1 0-1,1 0 1,-1 1-1,1-1 1,-1 1-1,0-1 1,0 1 0,0 0-1,-1 0 1,1 0-1,-1 1 1,0-1-1,0 1 1,0 0-1,0 0 1,0 0-1,0 1 1,0-1-1,-1 1 1,1 0-1,0 0 1,-1 1-1,1-1 1,-1 1-1,1 0 1,-1 0-1,1 0 1,-1 1-1,1 0 1,-1 0 0,1 0-1,0 0 1,0 0-1,-1 1 1,1 0-1,-2 1-1,-6 7 4,-1 1-1,1 0 1,1 1-1,0 0 0,1 0 1,0 1-1,1 1 1,0 0-1,1 0 1,1 0-1,0 1 1,-3 12-4,-4 8 6,3 0 0,1 1 1,1 1-1,2 0 0,2 0 1,1 0-1,2 0 0,3 24-6,-3-54 2,1 0-1,1-1 1,0 1-1,0 0 0,0 0 1,0-1-1,1 1 1,0 0-1,1-1 1,0 1-1,0-1 1,0 1-1,1-1 1,-1 0-1,1 0 0,1 0 1,-1 0-1,1-1 1,0 1-1,1-1 1,-1 0-1,1 0 1,0-1-1,0 1 0,1-1 1,-1 0-1,1-1 1,0 1-1,0-1 1,0 0-1,0-1 1,1 1-1,-1-1 1,1 0-2,3-3-9,1 0 0,0-1 1,-1 0-1,1-1 0,-1 0 1,0 0-1,0-1 1,0-1-1,-1 1 0,1-2 1,-1 1-1,0-1 0,-1-1 1,1 1-1,-1-1 1,-1-1-1,1 0 0,0-1 9,7-5-63,46-43-644,-7 3-1035</inkml:trace>
  <inkml:trace contextRef="#ctx0" brushRef="#br0" timeOffset="30163.316">7979 291 27558,'0'0'1400,"0"0"-728,0 0 177,0 0-1,0 0-288,0 0-320,0 0-128,-47 52-40,22 4 32,-3 12-24,-1 13-32,-1 2-32,4-4-16,6-9-56,10-16-184,10-23-168,12-18-624,6-13-1177</inkml:trace>
  <inkml:trace contextRef="#ctx0" brushRef="#br0" timeOffset="30410.722">8308 378 29502,'0'0'880,"0"0"-311,-55 139-137,25-66-56,0 10-200,2 4-128,7 0-48,8-4-112,8-17-392,5-33-817,14-18-551,7-15-2825</inkml:trace>
  <inkml:trace contextRef="#ctx0" brushRef="#br0" timeOffset="30598.242">8783 248 28878,'0'0'1609,"0"0"-873,-53 172-40,16-48-128,-5 34-288,5 9-280,10-9 0,13-27 0,7-46-280,2-27-1736</inkml:trace>
  <inkml:trace contextRef="#ctx0" brushRef="#br1" timeOffset="36223.575">5866 1448 5921,'0'0'9869,"0"0"-7254,0 0-1771,0 0 1500,-10 0 271,-77 4 1923,67 44-1855,51-44-1890,369-53-248,35 38-545,-363 15 0,-1 4 0,0 3 0,0 2 0,26 12 0,109 19 0,89-9 0,1-13 0,247-16 0,-480-6 0,56 10 0,-164-2-205,3-8-822</inkml:trace>
  <inkml:trace contextRef="#ctx0" brushRef="#br0" timeOffset="32913.456">7665 2464 29366,'0'0'1008,"0"0"-471,0 0 71,0 0 8,0 0-208,-44 126-184,26-68-224,-5 9 0,0 9 0,0 3 0,0-2 0,4-11 0,10-18-392,9-38-424,5-10-1521,11-16-12186</inkml:trace>
  <inkml:trace contextRef="#ctx0" brushRef="#br0" timeOffset="33180.782">8112 2468 31799,'0'0'736,"0"0"-504,-37 126-232,12-55 0,2 10 0,4 6 0,1 17 0,7-21-640,-3-23-6202</inkml:trace>
  <inkml:trace contextRef="#ctx0" brushRef="#br0" timeOffset="31850.439">5912 2617 27430,'0'0'1093,"0"0"-422,0 0 96,0 0-188,0 0-238,0 0-99,0-13-41,1-3-158,-8-88 240,6 101-278,1 0 0,-1 0 0,0 1 0,0-1 0,0 1 0,0-1 0,0 0 0,0 1 0,-1 0 0,1-1 0,-1 1 0,0 0 0,0 0 0,0 0 0,0 0 0,0 0 0,0 1 0,0-1 0,-1 0 0,1 1 0,0 0 0,-1-1 0,1 1 0,-1 0 0,0 1 0,1-1 0,-1 0 0,0 1 0,0-1 0,1 1 0,-1 0 0,0 0 0,0 0 0,1 0 0,-1 0 0,0 1 0,-1 0-5,-10 6-4,-1 1 1,1 0-1,1 1 1,0 1 0,0 0-1,0 0 1,2 2-1,-1-1 1,2 2-1,-1-1 1,2 1 0,-1 1-1,2 0 1,0 0-1,-3 8 4,10-20 0,-11 17-4,0 1 0,2 0 1,0 0-1,1 1 0,1 1 1,1 0-1,1 0 0,1 0 1,1 0-1,1 1 0,1 0 0,0 0 1,3 12 3,-1-32-1,0-1 1,0 0-1,1 1 0,-1-1 1,1 0-1,-1 1 1,1-1-1,0 0 0,0 0 1,0 0-1,0 0 1,1 0-1,-1 0 0,0 0 1,1 0-1,-1 0 0,1-1 1,0 1-1,0 0 1,0-1-1,-1 1 0,1-1 1,1 0-1,-1 0 1,0 0-1,0 0 0,0 0 1,0 0-1,1-1 1,-1 1-1,0-1 0,1 1 1,-1-1-1,0 0 1,1 0-1,-1 0 0,1 0 1,-1-1-1,1 1 1,88-35 1,-25-22-285,-2-4 0,-3-3 1,-4-2-1,14-23 284,-41 52-700,16-21-2603</inkml:trace>
  <inkml:trace contextRef="#ctx0" brushRef="#br0" timeOffset="32165.526">6467 2843 26414,'0'0'2979,"0"0"-2188,0 0-436,0 0 243,0 0-234,6-21-212,27-134-12,-33 151-136,-8-117 45,7 118-53,0 0 1,0 0-1,0 0 1,0 1-1,0-1 0,-1 0 1,1 1-1,-1-1 0,0 1 1,0-1-1,0 1 1,0 0-1,0 0 0,-1 0 1,1 0-1,-1 0 1,1 0-1,-1 1 0,1-1 1,-1 1-1,0 0 0,0 0 1,0 0-1,0 0 1,0 0-1,0 1 0,0-1 1,0 1-1,0 0 0,0 0 1,0 0-1,0 0 1,0 0-1,0 1 0,0-1 1,0 1-1,-1 0 4,-6 4-6,0 0 0,0 1-1,0 0 1,1 0 0,0 1 0,0 0-1,1 1 1,0 0 0,0 0 0,0 1-1,1 0 1,1 0 0,0 1 0,0-1-1,1 2 1,0-1 0,0 0 0,1 1-1,-1 5 7,-2 4-1,1 0 0,1 0-1,0 0 1,2 0 0,0 1-1,2 0 1,0 15 1,0-31-9,1-1-1,1 1 1,-1-1-1,0 1 1,1-1-1,0 0 1,0 1 0,1-1-1,-1 0 1,1 0-1,0 0 1,0 0-1,0 0 1,0 0-1,1 0 1,-1-1 0,1 1-1,0-1 1,0 0-1,1 0 1,-1 0-1,1 0 1,-1 0 0,1-1-1,0 0 1,0 1-1,0-2 1,0 1-1,0 0 1,0-1-1,1 0 1,-1 0 0,1 0-1,-1 0 1,0-1-1,1 1 1,-1-1-1,1-1 10,134-11-2284,-78-7-715</inkml:trace>
  <inkml:trace contextRef="#ctx0" brushRef="#br0" timeOffset="32460.63">7080 2850 28694,'0'0'1504,"0"0"-1027,0 0-3,0 0 128,0 0-233,0 0-222,0-23-90,-1-72-23,2 90-35,0-1 1,0 1 0,-1-1-1,0 1 1,0-1 0,-1 1 0,0-1-1,0 1 1,0 0 0,0-1-1,-1 1 1,0 0 0,0 0-1,0 0 1,0 0 0,-1 0 0,0 1-1,0-1 1,-1 1 0,1-1-1,-1 1 1,0 1 0,0-1-1,0 0 1,0 1 0,-1 0 0,1 0-1,-1 0 1,0 1 0,0-1-1,0 1 1,0 0 0,0 0-1,-1 1 1,1 0 0,0 0 0,-1 0-1,1 1 1,-1-1 0,1 1-1,-1 1 1,1-1 0,-1 1 0,1 0-1,-2 0 1,-5 4-2,0 1 0,0 1 0,1 0-1,0 0 1,0 1 0,0 0 0,1 1-1,1 0 1,-1 1 0,1 0 0,1 0 0,0 1-1,0 0 1,1 0 0,1 1 0,0 0-1,1 0 1,-3 9 2,1-6-2,1 0-1,1 0 1,1 1 0,0 0-1,1 0 1,0 0 0,2 0-1,0 0 1,1 17 2,0-30-3,1 0-1,0 1 1,-1-1 0,1 0 0,0 1 0,1-1-1,-1 0 1,1 0 0,-1 0 0,1 0 0,0 0-1,0 0 1,0-1 0,1 1 0,-1-1-1,1 1 1,-1-1 0,1 0 0,0 0 0,0 0-1,-1 0 1,1-1 0,1 1 0,-1-1 0,0 0-1,0 0 1,1 0 0,-1 0 0,0 0 0,1-1-1,-1 1 1,1-1 0,-1 0 0,0 0-1,3-1 4,122-13-441,-52-10-396,-7-4-977</inkml:trace>
  <inkml:trace contextRef="#ctx0" brushRef="#br1" timeOffset="37023.622">5654 3291 28822,'0'0'1174,"0"0"-813,0 0-145,0 0 244,0 0 31,15 1-64,89 2-155,0-5 0,0-4 0,90-17-272,52-26 0,-67 12 0,1 7 0,163-6 0,-243 33 0,-1 5 0,1 3 0,0 5 0,69 18 0,-92-12 0,0-4 0,1-2 0,0-5 0,9-2 0,-88-3-2,0 0 0,1 0-1,-1 0 1,0 0 0,0 0 0,0 0 0,0-1-1,1 1 1,-1 0 0,0 0 0,0-1 0,1 1-1,-1 0 1,0-1 0,0 1 0,1-1 0,-1 1-1,0-1 1,1 1 0,-1-1 0,1 1 0,-1-1 0,1 0-1,-1 1 1,1-1 0,-1 0 0,1 0 0,0 1-1,-1-1 1,1 0 0,0 0 0,0 1 0,-1-1-1,1 0 1,0 0 0,0 0 0,0 0 0,0 1-1,0-1 1,0 0 0,0 0 0,0 0 0,1 1-1,-1-1 1,0 0 0,0 0 0,1 0 0,-1 1-1,0-1 1,1 0 0,-1 1 0,1-1 0,-1 0-1,1 1 1,-1-1 0,1 0 0,-1 1 0,1-1-1,0 1 1,-1-1 0,1 1 0,0-1 0,0 1 0,-1 0-1,2-1 3,-39-10-713</inkml:trace>
  <inkml:trace contextRef="#ctx0" brushRef="#br1" timeOffset="69980.211">8151 2055 23285,'0'0'1818,"0"0"-1067,0 0-246,0 0 288,-12-19-52,-56-92 135,64 103-1193,-31-40 1842,19 39-4474,-5 5-4449,18 4-7647</inkml:trace>
  <inkml:trace contextRef="#ctx0" brushRef="#br1" timeOffset="70274.821">7956 1813 16275,'0'0'7197,"0"0"-4483,0 0-1442,0 0-251,0 0-212,0 0-272,-8 5-142,7-5-385,-2 2 21,-1 0 0,1 0 1,0 1-1,0-1 1,0 1-1,0-1 0,0 1 1,1 0-1,-1 0 1,1 0-1,0 1 1,-1-1-1,2 0 0,-1 1 1,0-1-1,1 1 1,-1 0-1,1 0 1,0 0-32,-83 484 872,31-257-338,-9-3 0,-46 95-534,76-224 0,4 2 0,4 1 0,-4 57 0,26-204-604,12-20-1901,0-5-4900</inkml:trace>
  <inkml:trace contextRef="#ctx0" brushRef="#br1" timeOffset="107093.582">3592 1572 29686,'0'0'1463,"0"0"-937,0 0-214,0 0 113,17-7-125,200-56-245,124 17-55,187 3 0,9 41 0,-219 8 0,-93 31 0,-83-44 0,-106 2 0,-1 3 0,0 0 0,1 3 0,-1 1 0,1 1 0,-1 2 0,0 1 0,3 3 0,60 28 0,-130-49-493,-5-4-1975</inkml:trace>
  <inkml:trace contextRef="#ctx0" brushRef="#br1" timeOffset="110359.583">2044 2928 7370,'0'0'11090,"0"0"-2822,0 0-6146,0 0-1531,0 0-62,19-21-107,66-69-130,9 37-18,-78 48-239,-8 1-13,-1 1 0,1 0-1,0 0 1,0 1 0,0 0-1,0 0 1,1 1 0,-1 0-1,0 0 1,1 1 0,-1 0 0,0 1-1,1 0 1,-1 0 0,0 0-1,0 1 1,0 1 0,0-1-1,0 1 1,0 1 0,-1-1-1,0 1 1,6 4-22,-6 7 35,0-1 0,-2 1 0,0 0 0,0 1 0,-2-1 0,0 1 0,0-1 1,-2 1-1,0 0 0,0 0 0,-2 0 0,0 0 0,-1 0 0,-1 3-35,-5 20-80,-2 1 1,-2-1-1,-1-1 0,-2 0 1,-2-1-1,-1-1 0,-22 31 80,36-59-40,75-74 66,133-93 200,-154 125-188,-1-3 1,-2-1 0,-1-3-1,-2-1 1,-2-3-1,20-29-38,-49 58 0,0-1 1,-1 0-1,-1-1 0,-1 0 0,0-1 0,-1 0 0,-2 0 1,0-1-1,0 0 0,-2-1 0,-1 1 0,0-1 0,-2 0 1,0 0-1,-1-14 0,-4 31 6,1 1 0,-1-1 0,0 1 0,0 0 0,0 0 0,-1 0 0,1 0 0,-1 0-1,0 1 1,1 0 0,-1 0 0,0 0 0,0 0 0,-1 0 0,1 1 0,0 0 0,0-1 0,-1 2 0,1-1 0,-1 0 0,1 1 0,0 0 0,-1 0 0,1 1 0,-1-1 0,1 1 0,-1 0 0,1 0 0,0 0 0,0 0 0,-1 1 0,1 0 0,0 0 0,0 0-6,-9 5 21,0 0 0,0 1 1,0 0-1,1 1 1,0 1-1,1 0 0,0 0 1,0 1-1,1 1 1,1 0-1,0 0 0,1 1 1,0 0-1,1 0 1,0 0-1,1 1 0,1 0 1,0 1-1,-3 13-21,6-13 18,1 0 0,1-1 0,0 1 0,1 0 0,0 0 0,1-1 0,1 1 0,0-1 0,1 1-1,1-1 1,0 0 0,1-1 0,0 1 0,1-1 0,1-1 0,8 12-18,26 38 0,-27-44 0,0 1 0,-2 0 0,0 1 0,-1 1 0,-2 0 0,0 1 0,-1 0 0,-1 0 0,-1 1 0,-1 0 0,3 22 0,-8-41 0,0 0 0,1 0 0,-2 1 0,1-1 0,0 0 0,-1 0 0,0 1 0,0-1 0,0 0 0,-1 0 0,1 1 0,-1-1 0,0 0 0,0 0 0,-1 0 0,1 0 0,-1 0 0,0 0 0,0-1 0,0 1 0,0 0 0,-1-1 0,0 0 0,1 1 0,-1-1 0,0 0 0,0 0 0,-1-1 0,1 1 0,-1-1 0,1 0 0,-1 0 0,0 0 0,0 0 0,0 0 0,0-1 0,0 0 0,0 0 0,0 0 0,-2 0 0,-1 1 0,1-2 0,0 1 0,-1-1 0,1 0 0,-1 0 0,1-1 0,0 0 0,0 0 0,-1-1 0,1 1 0,0-1 0,0-1 0,0 1 0,1-1 0,-1 0 0,0 0 0,1 0 0,0-1 0,0 0 0,0 0 0,0-1 0,1 1 0,0-1 0,0 0 0,0 0 0,0 0 0,1-1 0,0 1 0,0-1 0,0 0 0,1 0 0,0 0 0,0 0 0,0 0 0,1 0 0,0 0 0,0-1 0,0-3 0,3-12-14,0 0 0,1 1 0,1 0 0,0 0 0,2 0 0,1 0-1,0 1 1,2 0 0,0 0 0,1 1 0,1 1 0,1 0 0,0 0 0,2 1 0,0 0 0,0 2 0,2-1 0,8-5 14,214-166-4256,-166 137-4342</inkml:trace>
  <inkml:trace contextRef="#ctx0" brushRef="#br1" timeOffset="110690.381">3590 2437 30062,'0'0'1049,"0"0"-421,0 0-43,-13 19-209,0-2-337,7-10-37,0 0 0,0 1 0,1-1 0,0 1 0,1 1 0,0-1 0,0 1 0,0-1 0,1 1 0,1 0 0,0 1 0,0-1 0,0 0 0,1 7-2,-1 6 0,2 1 0,1-1 0,1 0 0,0 0 0,2 0 0,0 0 0,2 0 0,0-1 0,2 0 0,7 16 0,134 194 0,-125-200 0,-22-28 0,-1-2 0,0-1 0,0 1 0,0-1 0,-1 1 0,1 0 0,0 0 0,0 0 0,0-1 0,-1 1 0,1 0 0,0 0 0,-1 0 0,1 0 0,-1 0 0,1 0 0,-1 0 0,1 0 0,-1 1 0,0-1 0,0 0 0,0 0 0,1 0 0,-1 0 0,0 0 0,0 0 0,0 1 0,-1-1 0,1 0 0,0 0 0,0 0 0,-1 0 0,1 0 0,0 0 0,-1 0 0,1 0 0,-1 0 0,1 0 0,-1 0 0,0 0 0,0 0 0,1 0 0,-1 0 0,0 0 0,0 0 0,-196 34 0,180-31-183,-1-1 0,1-1 1,-1 0-1,1-1 0,-1-1 0,0 0 0,1-2 1,-1 0-1,1-1 0,0-1 0,0 0 0,0-1 1,0-1-1,1-1 0,-2-1 183,-24-29-3299</inkml:trace>
  <inkml:trace contextRef="#ctx0" brushRef="#br1" timeOffset="110958.535">3721 2574 29094,'0'0'976,"0"0"-247,134 0-393,-51 0-216,-16 4-120,-12 2-1225</inkml:trace>
  <inkml:trace contextRef="#ctx0" brushRef="#br1" timeOffset="112837.527">3212 1792 15923,'0'0'4076,"0"0"3049,0 0-4688,0 0-1630,0 0-88,0 0-91,17-2-116,114-24 7,-71 5-516,2 1 1,0 4-1,1 2 1,0 3-1,1 2 1,48 2-4,119 23 0,-36 6 0,1-8 0,179-12 0,117 6 0,267-2 0,-398-10 0,241 23 0,189-19 0,-788 0 0,16 4-581,-17 10-2982,-6 3-6984</inkml:trace>
  <inkml:trace contextRef="#ctx0" brushRef="#br1" timeOffset="113527.427">5956 3447 20324,'0'0'2006,"0"0"3505,0 0-3531,0 0-1392,0 0 27,0 0-48,-12-6-112,6 4-426,-27-18 270,70-6 61,44 7-350,1 4 0,1 4 0,63 0-10,-64 4 3,132-12-3,123-10 0,48 13 0,127 37 0,-115 4 0,-452-21-1199,21-2-2299</inkml:trace>
  <inkml:trace contextRef="#ctx0" brushRef="#br1" timeOffset="115345.84">4092 3059 30014,'0'0'729,"0"0"-289,-186 64 72,33-10 40,-58 25-176,-31 12-232,-9 4-144,16-1 0,39-13 0,53-21-176,37-21-1296</inkml:trace>
  <inkml:trace contextRef="#ctx0" brushRef="#br1" timeOffset="115911.095">3366 3370 29734,'0'0'614,"-18"18"-226,-120 133 379,120-129-729,1 0 0,1 1 1,1 1-1,1 0 0,2 1 0,0 1 1,1 0-1,2 0 0,1 1 0,1 0 1,1 1-1,1-1 0,0 11-38,5-35 1,0-1 1,0 1-1,0 0 0,0-1 1,1 1-1,-1 0 0,1-1 0,-1 1 1,1-1-1,0 1 0,0-1 1,0 1-1,0-1 0,0 0 0,1 0 1,-1 1-1,1-1 0,0 0 1,-1 0-1,1 0 0,0-1 0,0 1 1,0 0-1,0-1 0,1 1 0,-1-1 1,0 0-1,1 0 0,-1 0 1,0 0-1,1 0 0,-1 0 0,1-1 1,0 1-1,-1-1 0,1 1 1,0-1-1,-1 0 0,1 0 0,-1-1 1,1 1-1,0 0 0,-1-1 1,1 1-1,-1-1 0,1 0 0,-1 0 1,1 0-1,-1 0 0,0-1-1,13-5 2,-2-1-1,1-1 1,-1 0-1,-1-1 1,1 0 0,-2-1-1,0-1 1,0 1-1,-1-2 1,0 0-1,-1 0 1,1-3-2,-8-18 12,-45 33 4,-89 52-208,128-44-597,27-13-459,11-8-860</inkml:trace>
  <inkml:trace contextRef="#ctx0" brushRef="#br1" timeOffset="116181.64">3747 3485 24373,'0'0'5433,"0"0"-4961,0 16 17,0-16 71,0 11-88,-53 105-208,50-71-144,3-11-88,12-7-8,18 1-24,9-16-16,9-2-160,26-10-200,-9-15-816,-13-7-2657</inkml:trace>
  <inkml:trace contextRef="#ctx0" brushRef="#br1" timeOffset="116363.056">3882 3650 29606,'0'0'664,"0"0"-343,0 0-113,-78 168-208,60-110-16,6-12-1681</inkml:trace>
  <inkml:trace contextRef="#ctx0" brushRef="#br1" timeOffset="116630.705">4136 3619 29830,'0'0'713,"0"0"-193,0 0-152,0 0-8,129 77-184,-104-52-120,1 0-56,-3-3-120,7-3-320,-5-7-945,-4-9-2903</inkml:trace>
  <inkml:trace contextRef="#ctx0" brushRef="#br1" timeOffset="116910.512">4382 3576 29222,'0'0'808,"0"0"-391,0 0-73,-131 165-256,94-102-88,7-12-1729</inkml:trace>
  <inkml:trace contextRef="#ctx0" brushRef="#br1" timeOffset="117176.069">4617 3474 30855,'0'0'600,"0"0"-288,0 0-76,0 0-37,21 4-101,67 16-63,-86-20-34,0 1 0,0-1-1,0 0 1,-1 0 0,1 1 0,0-1 0,0 1-1,0-1 1,0 1 0,0 0 0,-1 0 0,1 0-1,0 0 1,-1 0 0,1 0 0,0 0 0,-1 1-1,0-1 1,1 1 0,-1-1 0,0 1 0,0-1 0,0 1-1,0 0 1,0-1 0,0 1 0,0 0 0,0 0-1,-1 0 1,1 0 0,-1-1 0,1 1 0,-1 0-1,0 0 1,0 0 0,0 0 0,0 0 0,0 0-1,0 0 1,-1 0 0,1 0 0,-1 0 0,1 0-1,-1 0 1,0 0-1,-45 57 5,-73 58 18,119-115-34,-1 0-1,1 1 1,0-1 0,0 0-1,0 0 1,0 0 0,0 0-1,1 0 1,-1 0 0,0 0-1,1 0 1,0 0-1,-1 0 1,1 0 0,0 0-1,0 0 1,0 0 0,0 0-1,1-1 1,-1 1 0,0 0-1,1-1 1,-1 1 0,1-1-1,-1 0 1,1 1 0,0-1-1,0 0 1,-1 0 0,1 0-1,0 0 1,0 0 0,0-1-1,0 1 1,0-1 0,0 1-1,0-1 1,1 0 0,-1 1-1,0-1 1,0 0 0,0-1-1,0 1 1,0 0 0,0 0-1,0-1 1,0 1 0,0-1-1,2-1 12,17 6-79,-17-5 92,-1 1 0,1 0 0,-1 1 1,1-1-1,0 1 0,-1-1 0,1 1 0,-1 0 0,0 0 0,1 1 0,-1-1 0,0 1 0,0 0 1,0-1-1,0 1 0,0 1 0,0-1 0,0 0 0,-1 1 0,1-1 0,-1 1 0,0 0 0,1 0 1,-1 0-1,-1 0 0,1 0 0,0 0 0,-1 0 0,0 1 0,1-1 0,-1 1 0,-1-1 1,1 1-1,0-1 0,-1 1 0,0-1 0,0 1 0,0 0 0,0-1 0,-1 2-13,-2 4-79,-1 1-1,-1-1 0,0 0 1,0-1-1,-1 1 1,0-1-1,0 0 0,-1-1 1,0 1-1,-1-1 1,1-1-1,-1 1 0,-4 1 80,2-5-2063</inkml:trace>
  <inkml:trace contextRef="#ctx0" brushRef="#br1" timeOffset="117424.684">5032 3520 29678,'0'0'1083,"0"0"-417,0 0-65,0 0-155,0 0-217,14 16-170,41 60-54,-52-70-5,-1 0 0,0 0 0,0 0 0,0 0 0,-1 1 0,0-1 0,-1 0 0,1 1 0,-1-1 0,0 1 0,0-1 0,-1 1 0,0-1 0,0 0 0,-1 1 0,0-1 0,0 0 0,0 0 0,-1 0 0,0 1 0,-5 15 0,-11 84 0,22-103 0,0 0 0,0 0 0,0 0 0,0 0 0,0-1 0,1 1 0,-1-1 0,1 0 0,0 0 0,0-1 0,-1 1 0,1-1 0,0 0 0,0 0 0,0 0 0,0 0 0,1-1 0,-1 1 0,0-1 0,0 0 0,0-1 0,0 1 0,0-1 0,0 1 0,0-1 0,0-1 0,0 1 0,3-1 0,11-3-67,1-1 1,-1-1-1,0 0 0,0-2 1,-1 0-1,0 0 0,0-2 1,-1 0-1,-1-1 0,0-1 1,6-6 66,18-16-2708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A896-8685-4778-B163-CB8E93972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3D977F-4390-4644-8865-94A740578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095BF-7C65-407A-BD97-2A55D463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E0969-E9E0-40B2-94B1-DB412D70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7BD1F-0EB1-4BF6-B285-34314EB8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69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A194B-0211-4743-8C4E-61398090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B5A24-AB33-44CB-BD19-202215FB4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78574-1602-4CED-8C40-2F0F19E9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16EA5-40E8-42EB-927F-1828A054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26D0D-E591-43D4-975D-4D8BC613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1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CE2E4-CBD2-4B21-96A4-3C629E76D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F5CD8B-ED8F-4ADA-8384-1E1D3013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69B5C-FCBD-4361-A7B1-7651B872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4E3BC-AEFC-4A34-B241-0ABD3DE2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82826-F3DA-4483-9F1A-08C17A79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11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C161E-B275-4F0E-98E7-37283441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D174C-B72F-4B5A-B82F-A52000A47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A9A41A-4072-4BE7-BAB3-7507D4D2E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A7DA04-7AFB-4B1F-8F14-57EC9E0C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435342-20E6-479A-8FA1-7B3AE10D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D1401E-D7C9-4C69-BD09-A420B52F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2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C90B8-2D96-4680-9233-078F8C62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E50646-1869-494E-83AF-3B1D2BCE6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C3EED9-9E84-4F4F-9B50-53A2E41E9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F7F49A-A5BD-4044-829A-6CC1D0875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6EE481-4FA9-43BD-ABD1-0B4D5B53E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3652E7-A196-4AF3-9DF5-552C264F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6F3E1F-01B0-439D-B075-06881306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C9C291-1F50-4F99-8127-C7132BD3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F62C9-97F6-42EC-9FCA-03596DD3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30F9AB-58AC-4F44-8BFA-EA2229BA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28D95E-E55B-42F9-B7C4-D79B8954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56CE7D-0C42-4A78-991A-E192A503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22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01BDF5-F1CC-468B-8751-3D93590A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A85E1B-853C-49CB-ACAB-F79B4886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97146A-E83A-4701-949C-7EBBA0AE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9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D2B58-DAEB-4D53-B705-3D85A127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F8B710-FF38-48FE-A2A9-4D93D5142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40AEF7-0EFC-4217-A83B-8C3E90582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C30F5D-DD37-45F9-87D9-5A38FBD1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3BB047-C17A-4FE4-B8BB-DC094C94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CEEDB1-9B1E-45EA-9F8D-2B14E99E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5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F6D2B-15C6-44F4-910C-2FC742EC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4E0006-FF7A-45AF-AEF2-D76096381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DD301-400F-4A6A-A097-BE8B6EC1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75C3D1-7532-42E6-86B4-079E96FB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2CDA7D-6414-4A67-A7EA-F6911736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2D45C8-C4BB-43B3-B014-2EBF7EAF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9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191BC-A08D-49BB-B5D5-2BE134D8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84270C-DF50-4336-9C74-E69B187A8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99DDD-C066-4273-8449-1B3A5B06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4D9A0-75C1-404F-B690-E16B1AE19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B3A32-9C5A-4DAB-8C28-50A9B877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08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2CB8E2-AA02-437B-A876-8D953028C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524660-6EC3-45BF-A7E1-CC79119F1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26B256-7884-4BD6-A9D9-64D272B4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EEFC9-726E-4A9D-864A-154773C8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55CA0-9979-4B11-AD4F-6A810301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4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963E62-42E9-4D11-94CD-8B0F2C51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0AA08F-080D-4DBD-AF83-D4F5BD54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BCB67-AC5F-470D-8A6E-5F2750EFB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EB2BD-CAE4-415D-AAF7-8F7D7F61750C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E2DF85-16A8-4F6D-87EF-35A386405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55F4D-F17D-411C-9623-C2CA8AAB8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03DF-6B7D-46DB-9660-9865DB1EB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8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7.png"/><Relationship Id="rId42" Type="http://schemas.openxmlformats.org/officeDocument/2006/relationships/image" Target="../media/image335.png"/><Relationship Id="rId47" Type="http://schemas.openxmlformats.org/officeDocument/2006/relationships/customXml" Target="../ink/ink35.xml"/><Relationship Id="rId63" Type="http://schemas.openxmlformats.org/officeDocument/2006/relationships/customXml" Target="../ink/ink43.xml"/><Relationship Id="rId68" Type="http://schemas.openxmlformats.org/officeDocument/2006/relationships/image" Target="../media/image347.png"/><Relationship Id="rId84" Type="http://schemas.openxmlformats.org/officeDocument/2006/relationships/image" Target="../media/image355.png"/><Relationship Id="rId89" Type="http://schemas.openxmlformats.org/officeDocument/2006/relationships/customXml" Target="../ink/ink56.xml"/><Relationship Id="rId16" Type="http://schemas.openxmlformats.org/officeDocument/2006/relationships/customXml" Target="../ink/ink23.xml"/><Relationship Id="rId11" Type="http://schemas.openxmlformats.org/officeDocument/2006/relationships/image" Target="../media/image169.png"/><Relationship Id="rId32" Type="http://schemas.openxmlformats.org/officeDocument/2006/relationships/image" Target="../media/image330.png"/><Relationship Id="rId37" Type="http://schemas.openxmlformats.org/officeDocument/2006/relationships/customXml" Target="../ink/ink30.xml"/><Relationship Id="rId53" Type="http://schemas.openxmlformats.org/officeDocument/2006/relationships/customXml" Target="../ink/ink38.xml"/><Relationship Id="rId58" Type="http://schemas.openxmlformats.org/officeDocument/2006/relationships/image" Target="../media/image342.png"/><Relationship Id="rId74" Type="http://schemas.openxmlformats.org/officeDocument/2006/relationships/image" Target="../media/image350.png"/><Relationship Id="rId79" Type="http://schemas.openxmlformats.org/officeDocument/2006/relationships/customXml" Target="../ink/ink51.xml"/><Relationship Id="rId102" Type="http://schemas.openxmlformats.org/officeDocument/2006/relationships/image" Target="../media/image364.png"/><Relationship Id="rId90" Type="http://schemas.openxmlformats.org/officeDocument/2006/relationships/image" Target="../media/image358.png"/><Relationship Id="rId95" Type="http://schemas.openxmlformats.org/officeDocument/2006/relationships/customXml" Target="../ink/ink59.xml"/><Relationship Id="rId27" Type="http://schemas.openxmlformats.org/officeDocument/2006/relationships/customXml" Target="../ink/ink25.xml"/><Relationship Id="rId30" Type="http://schemas.openxmlformats.org/officeDocument/2006/relationships/image" Target="../media/image329.png"/><Relationship Id="rId35" Type="http://schemas.openxmlformats.org/officeDocument/2006/relationships/customXml" Target="../ink/ink29.xml"/><Relationship Id="rId43" Type="http://schemas.openxmlformats.org/officeDocument/2006/relationships/customXml" Target="../ink/ink33.xml"/><Relationship Id="rId48" Type="http://schemas.openxmlformats.org/officeDocument/2006/relationships/image" Target="../media/image337.png"/><Relationship Id="rId56" Type="http://schemas.openxmlformats.org/officeDocument/2006/relationships/image" Target="../media/image341.png"/><Relationship Id="rId64" Type="http://schemas.openxmlformats.org/officeDocument/2006/relationships/image" Target="../media/image345.png"/><Relationship Id="rId69" Type="http://schemas.openxmlformats.org/officeDocument/2006/relationships/customXml" Target="../ink/ink46.xml"/><Relationship Id="rId77" Type="http://schemas.openxmlformats.org/officeDocument/2006/relationships/customXml" Target="../ink/ink50.xml"/><Relationship Id="rId100" Type="http://schemas.openxmlformats.org/officeDocument/2006/relationships/image" Target="../media/image363.png"/><Relationship Id="rId51" Type="http://schemas.openxmlformats.org/officeDocument/2006/relationships/customXml" Target="../ink/ink37.xml"/><Relationship Id="rId72" Type="http://schemas.openxmlformats.org/officeDocument/2006/relationships/image" Target="../media/image349.png"/><Relationship Id="rId80" Type="http://schemas.openxmlformats.org/officeDocument/2006/relationships/image" Target="../media/image353.png"/><Relationship Id="rId85" Type="http://schemas.openxmlformats.org/officeDocument/2006/relationships/customXml" Target="../ink/ink54.xml"/><Relationship Id="rId93" Type="http://schemas.openxmlformats.org/officeDocument/2006/relationships/customXml" Target="../ink/ink58.xml"/><Relationship Id="rId98" Type="http://schemas.openxmlformats.org/officeDocument/2006/relationships/image" Target="../media/image362.png"/><Relationship Id="rId3" Type="http://schemas.openxmlformats.org/officeDocument/2006/relationships/image" Target="../media/image165.png"/><Relationship Id="rId12" Type="http://schemas.openxmlformats.org/officeDocument/2006/relationships/customXml" Target="../ink/ink22.xml"/><Relationship Id="rId33" Type="http://schemas.openxmlformats.org/officeDocument/2006/relationships/customXml" Target="../ink/ink28.xml"/><Relationship Id="rId38" Type="http://schemas.openxmlformats.org/officeDocument/2006/relationships/image" Target="../media/image333.png"/><Relationship Id="rId46" Type="http://schemas.openxmlformats.org/officeDocument/2006/relationships/image" Target="../media/image336.png"/><Relationship Id="rId59" Type="http://schemas.openxmlformats.org/officeDocument/2006/relationships/customXml" Target="../ink/ink41.xml"/><Relationship Id="rId67" Type="http://schemas.openxmlformats.org/officeDocument/2006/relationships/customXml" Target="../ink/ink45.xml"/><Relationship Id="rId20" Type="http://schemas.openxmlformats.org/officeDocument/2006/relationships/customXml" Target="../ink/ink24.xml"/><Relationship Id="rId41" Type="http://schemas.openxmlformats.org/officeDocument/2006/relationships/customXml" Target="../ink/ink32.xml"/><Relationship Id="rId54" Type="http://schemas.openxmlformats.org/officeDocument/2006/relationships/image" Target="../media/image340.png"/><Relationship Id="rId62" Type="http://schemas.openxmlformats.org/officeDocument/2006/relationships/image" Target="../media/image344.png"/><Relationship Id="rId70" Type="http://schemas.openxmlformats.org/officeDocument/2006/relationships/image" Target="../media/image348.png"/><Relationship Id="rId75" Type="http://schemas.openxmlformats.org/officeDocument/2006/relationships/customXml" Target="../ink/ink49.xml"/><Relationship Id="rId83" Type="http://schemas.openxmlformats.org/officeDocument/2006/relationships/customXml" Target="../ink/ink53.xml"/><Relationship Id="rId88" Type="http://schemas.openxmlformats.org/officeDocument/2006/relationships/image" Target="../media/image357.png"/><Relationship Id="rId91" Type="http://schemas.openxmlformats.org/officeDocument/2006/relationships/customXml" Target="../ink/ink57.xml"/><Relationship Id="rId96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71.png"/><Relationship Id="rId28" Type="http://schemas.openxmlformats.org/officeDocument/2006/relationships/image" Target="../media/image328.png"/><Relationship Id="rId36" Type="http://schemas.openxmlformats.org/officeDocument/2006/relationships/image" Target="../media/image332.png"/><Relationship Id="rId49" Type="http://schemas.openxmlformats.org/officeDocument/2006/relationships/customXml" Target="../ink/ink36.xml"/><Relationship Id="rId57" Type="http://schemas.openxmlformats.org/officeDocument/2006/relationships/customXml" Target="../ink/ink40.xml"/><Relationship Id="rId10" Type="http://schemas.openxmlformats.org/officeDocument/2006/relationships/customXml" Target="../ink/ink21.xml"/><Relationship Id="rId31" Type="http://schemas.openxmlformats.org/officeDocument/2006/relationships/customXml" Target="../ink/ink27.xml"/><Relationship Id="rId44" Type="http://schemas.openxmlformats.org/officeDocument/2006/relationships/image" Target="../media/image236.png"/><Relationship Id="rId52" Type="http://schemas.openxmlformats.org/officeDocument/2006/relationships/image" Target="../media/image339.png"/><Relationship Id="rId60" Type="http://schemas.openxmlformats.org/officeDocument/2006/relationships/image" Target="../media/image343.png"/><Relationship Id="rId65" Type="http://schemas.openxmlformats.org/officeDocument/2006/relationships/customXml" Target="../ink/ink44.xml"/><Relationship Id="rId73" Type="http://schemas.openxmlformats.org/officeDocument/2006/relationships/customXml" Target="../ink/ink48.xml"/><Relationship Id="rId78" Type="http://schemas.openxmlformats.org/officeDocument/2006/relationships/image" Target="../media/image352.png"/><Relationship Id="rId81" Type="http://schemas.openxmlformats.org/officeDocument/2006/relationships/customXml" Target="../ink/ink52.xml"/><Relationship Id="rId86" Type="http://schemas.openxmlformats.org/officeDocument/2006/relationships/image" Target="../media/image356.png"/><Relationship Id="rId94" Type="http://schemas.openxmlformats.org/officeDocument/2006/relationships/image" Target="../media/image360.png"/><Relationship Id="rId99" Type="http://schemas.openxmlformats.org/officeDocument/2006/relationships/customXml" Target="../ink/ink61.xml"/><Relationship Id="rId101" Type="http://schemas.openxmlformats.org/officeDocument/2006/relationships/customXml" Target="../ink/ink62.xml"/><Relationship Id="rId4" Type="http://schemas.openxmlformats.org/officeDocument/2006/relationships/customXml" Target="../ink/ink20.xml"/><Relationship Id="rId9" Type="http://schemas.openxmlformats.org/officeDocument/2006/relationships/image" Target="../media/image168.png"/><Relationship Id="rId39" Type="http://schemas.openxmlformats.org/officeDocument/2006/relationships/customXml" Target="../ink/ink31.xml"/><Relationship Id="rId34" Type="http://schemas.openxmlformats.org/officeDocument/2006/relationships/image" Target="../media/image331.png"/><Relationship Id="rId50" Type="http://schemas.openxmlformats.org/officeDocument/2006/relationships/image" Target="../media/image338.png"/><Relationship Id="rId55" Type="http://schemas.openxmlformats.org/officeDocument/2006/relationships/customXml" Target="../ink/ink39.xml"/><Relationship Id="rId76" Type="http://schemas.openxmlformats.org/officeDocument/2006/relationships/image" Target="../media/image351.png"/><Relationship Id="rId97" Type="http://schemas.openxmlformats.org/officeDocument/2006/relationships/customXml" Target="../ink/ink60.xml"/><Relationship Id="rId71" Type="http://schemas.openxmlformats.org/officeDocument/2006/relationships/customXml" Target="../ink/ink47.xml"/><Relationship Id="rId92" Type="http://schemas.openxmlformats.org/officeDocument/2006/relationships/image" Target="../media/image359.png"/><Relationship Id="rId2" Type="http://schemas.openxmlformats.org/officeDocument/2006/relationships/customXml" Target="../ink/ink19.xml"/><Relationship Id="rId29" Type="http://schemas.openxmlformats.org/officeDocument/2006/relationships/customXml" Target="../ink/ink26.xml"/><Relationship Id="rId40" Type="http://schemas.openxmlformats.org/officeDocument/2006/relationships/image" Target="../media/image334.png"/><Relationship Id="rId45" Type="http://schemas.openxmlformats.org/officeDocument/2006/relationships/customXml" Target="../ink/ink34.xml"/><Relationship Id="rId66" Type="http://schemas.openxmlformats.org/officeDocument/2006/relationships/image" Target="../media/image346.png"/><Relationship Id="rId87" Type="http://schemas.openxmlformats.org/officeDocument/2006/relationships/customXml" Target="../ink/ink55.xml"/><Relationship Id="rId61" Type="http://schemas.openxmlformats.org/officeDocument/2006/relationships/customXml" Target="../ink/ink42.xml"/><Relationship Id="rId82" Type="http://schemas.openxmlformats.org/officeDocument/2006/relationships/image" Target="../media/image354.png"/><Relationship Id="rId19" Type="http://schemas.openxmlformats.org/officeDocument/2006/relationships/image" Target="../media/image17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6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68.xml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67.xml"/><Relationship Id="rId4" Type="http://schemas.openxmlformats.org/officeDocument/2006/relationships/customXml" Target="../ink/ink64.xml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9" Type="http://schemas.openxmlformats.org/officeDocument/2006/relationships/image" Target="../media/image43.png"/><Relationship Id="rId109" Type="http://schemas.openxmlformats.org/officeDocument/2006/relationships/customXml" Target="../ink/ink90.xml"/><Relationship Id="rId117" Type="http://schemas.openxmlformats.org/officeDocument/2006/relationships/customXml" Target="../ink/ink94.xml"/><Relationship Id="rId42" Type="http://schemas.openxmlformats.org/officeDocument/2006/relationships/customXml" Target="../ink/ink71.xml"/><Relationship Id="rId68" Type="http://schemas.openxmlformats.org/officeDocument/2006/relationships/customXml" Target="../ink/ink74.xml"/><Relationship Id="rId76" Type="http://schemas.openxmlformats.org/officeDocument/2006/relationships/customXml" Target="../ink/ink78.xml"/><Relationship Id="rId89" Type="http://schemas.openxmlformats.org/officeDocument/2006/relationships/customXml" Target="../ink/ink80.xml"/><Relationship Id="rId97" Type="http://schemas.openxmlformats.org/officeDocument/2006/relationships/customXml" Target="../ink/ink84.xml"/><Relationship Id="rId104" Type="http://schemas.openxmlformats.org/officeDocument/2006/relationships/image" Target="../media/image71.png"/><Relationship Id="rId112" Type="http://schemas.openxmlformats.org/officeDocument/2006/relationships/image" Target="../media/image75.png"/><Relationship Id="rId120" Type="http://schemas.openxmlformats.org/officeDocument/2006/relationships/image" Target="../media/image79.png"/><Relationship Id="rId125" Type="http://schemas.openxmlformats.org/officeDocument/2006/relationships/customXml" Target="../ink/ink98.xml"/><Relationship Id="rId71" Type="http://schemas.openxmlformats.org/officeDocument/2006/relationships/image" Target="../media/image59.png"/><Relationship Id="rId92" Type="http://schemas.openxmlformats.org/officeDocument/2006/relationships/image" Target="../media/image65.png"/><Relationship Id="rId2" Type="http://schemas.openxmlformats.org/officeDocument/2006/relationships/customXml" Target="../ink/ink69.xml"/><Relationship Id="rId107" Type="http://schemas.openxmlformats.org/officeDocument/2006/relationships/customXml" Target="../ink/ink89.xml"/><Relationship Id="rId40" Type="http://schemas.openxmlformats.org/officeDocument/2006/relationships/customXml" Target="../ink/ink70.xml"/><Relationship Id="rId53" Type="http://schemas.openxmlformats.org/officeDocument/2006/relationships/image" Target="../media/image50.png"/><Relationship Id="rId74" Type="http://schemas.openxmlformats.org/officeDocument/2006/relationships/customXml" Target="../ink/ink77.xml"/><Relationship Id="rId87" Type="http://schemas.openxmlformats.org/officeDocument/2006/relationships/customXml" Target="../ink/ink79.xml"/><Relationship Id="rId102" Type="http://schemas.openxmlformats.org/officeDocument/2006/relationships/image" Target="../media/image70.png"/><Relationship Id="rId110" Type="http://schemas.openxmlformats.org/officeDocument/2006/relationships/image" Target="../media/image74.png"/><Relationship Id="rId115" Type="http://schemas.openxmlformats.org/officeDocument/2006/relationships/customXml" Target="../ink/ink93.xml"/><Relationship Id="rId123" Type="http://schemas.openxmlformats.org/officeDocument/2006/relationships/customXml" Target="../ink/ink97.xml"/><Relationship Id="rId90" Type="http://schemas.openxmlformats.org/officeDocument/2006/relationships/image" Target="../media/image64.png"/><Relationship Id="rId95" Type="http://schemas.openxmlformats.org/officeDocument/2006/relationships/customXml" Target="../ink/ink83.xml"/><Relationship Id="rId160" Type="http://schemas.openxmlformats.org/officeDocument/2006/relationships/image" Target="../media/image174.png"/><Relationship Id="rId69" Type="http://schemas.openxmlformats.org/officeDocument/2006/relationships/image" Target="../media/image58.png"/><Relationship Id="rId100" Type="http://schemas.openxmlformats.org/officeDocument/2006/relationships/image" Target="../media/image69.png"/><Relationship Id="rId105" Type="http://schemas.openxmlformats.org/officeDocument/2006/relationships/customXml" Target="../ink/ink88.xml"/><Relationship Id="rId113" Type="http://schemas.openxmlformats.org/officeDocument/2006/relationships/customXml" Target="../ink/ink92.xml"/><Relationship Id="rId118" Type="http://schemas.openxmlformats.org/officeDocument/2006/relationships/image" Target="../media/image78.png"/><Relationship Id="rId126" Type="http://schemas.openxmlformats.org/officeDocument/2006/relationships/image" Target="../media/image82.png"/><Relationship Id="rId51" Type="http://schemas.openxmlformats.org/officeDocument/2006/relationships/image" Target="../media/image49.png"/><Relationship Id="rId72" Type="http://schemas.openxmlformats.org/officeDocument/2006/relationships/customXml" Target="../ink/ink76.xml"/><Relationship Id="rId93" Type="http://schemas.openxmlformats.org/officeDocument/2006/relationships/customXml" Target="../ink/ink82.xml"/><Relationship Id="rId98" Type="http://schemas.openxmlformats.org/officeDocument/2006/relationships/image" Target="../media/image68.png"/><Relationship Id="rId121" Type="http://schemas.openxmlformats.org/officeDocument/2006/relationships/customXml" Target="../ink/ink96.xml"/><Relationship Id="rId67" Type="http://schemas.openxmlformats.org/officeDocument/2006/relationships/image" Target="../media/image57.png"/><Relationship Id="rId103" Type="http://schemas.openxmlformats.org/officeDocument/2006/relationships/customXml" Target="../ink/ink87.xml"/><Relationship Id="rId108" Type="http://schemas.openxmlformats.org/officeDocument/2006/relationships/image" Target="../media/image73.png"/><Relationship Id="rId116" Type="http://schemas.openxmlformats.org/officeDocument/2006/relationships/image" Target="../media/image77.png"/><Relationship Id="rId124" Type="http://schemas.openxmlformats.org/officeDocument/2006/relationships/image" Target="../media/image81.png"/><Relationship Id="rId41" Type="http://schemas.openxmlformats.org/officeDocument/2006/relationships/image" Target="../media/image44.png"/><Relationship Id="rId54" Type="http://schemas.openxmlformats.org/officeDocument/2006/relationships/customXml" Target="../ink/ink73.xml"/><Relationship Id="rId70" Type="http://schemas.openxmlformats.org/officeDocument/2006/relationships/customXml" Target="../ink/ink75.xml"/><Relationship Id="rId75" Type="http://schemas.openxmlformats.org/officeDocument/2006/relationships/image" Target="../media/image61.png"/><Relationship Id="rId88" Type="http://schemas.openxmlformats.org/officeDocument/2006/relationships/image" Target="../media/image63.png"/><Relationship Id="rId91" Type="http://schemas.openxmlformats.org/officeDocument/2006/relationships/customXml" Target="../ink/ink81.xml"/><Relationship Id="rId96" Type="http://schemas.openxmlformats.org/officeDocument/2006/relationships/image" Target="../media/image67.png"/><Relationship Id="rId111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106" Type="http://schemas.openxmlformats.org/officeDocument/2006/relationships/image" Target="../media/image72.png"/><Relationship Id="rId114" Type="http://schemas.openxmlformats.org/officeDocument/2006/relationships/image" Target="../media/image76.png"/><Relationship Id="rId119" Type="http://schemas.openxmlformats.org/officeDocument/2006/relationships/customXml" Target="../ink/ink95.xml"/><Relationship Id="rId127" Type="http://schemas.openxmlformats.org/officeDocument/2006/relationships/customXml" Target="../ink/ink99.xml"/><Relationship Id="rId52" Type="http://schemas.openxmlformats.org/officeDocument/2006/relationships/customXml" Target="../ink/ink72.xml"/><Relationship Id="rId73" Type="http://schemas.openxmlformats.org/officeDocument/2006/relationships/image" Target="../media/image60.png"/><Relationship Id="rId86" Type="http://schemas.openxmlformats.org/officeDocument/2006/relationships/image" Target="../media/image62.png"/><Relationship Id="rId94" Type="http://schemas.openxmlformats.org/officeDocument/2006/relationships/image" Target="../media/image66.png"/><Relationship Id="rId99" Type="http://schemas.openxmlformats.org/officeDocument/2006/relationships/customXml" Target="../ink/ink85.xml"/><Relationship Id="rId101" Type="http://schemas.openxmlformats.org/officeDocument/2006/relationships/customXml" Target="../ink/ink86.xml"/><Relationship Id="rId122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0.png"/><Relationship Id="rId21" Type="http://schemas.openxmlformats.org/officeDocument/2006/relationships/image" Target="../media/image93.png"/><Relationship Id="rId42" Type="http://schemas.openxmlformats.org/officeDocument/2006/relationships/customXml" Target="../ink/ink120.xml"/><Relationship Id="rId63" Type="http://schemas.openxmlformats.org/officeDocument/2006/relationships/image" Target="../media/image44.png"/><Relationship Id="rId84" Type="http://schemas.openxmlformats.org/officeDocument/2006/relationships/customXml" Target="../ink/ink141.xml"/><Relationship Id="rId138" Type="http://schemas.openxmlformats.org/officeDocument/2006/relationships/customXml" Target="../ink/ink168.xml"/><Relationship Id="rId159" Type="http://schemas.openxmlformats.org/officeDocument/2006/relationships/image" Target="../media/image161.png"/><Relationship Id="rId107" Type="http://schemas.openxmlformats.org/officeDocument/2006/relationships/image" Target="../media/image135.png"/><Relationship Id="rId11" Type="http://schemas.openxmlformats.org/officeDocument/2006/relationships/image" Target="../media/image88.png"/><Relationship Id="rId32" Type="http://schemas.openxmlformats.org/officeDocument/2006/relationships/customXml" Target="../ink/ink115.xml"/><Relationship Id="rId53" Type="http://schemas.openxmlformats.org/officeDocument/2006/relationships/image" Target="../media/image109.png"/><Relationship Id="rId74" Type="http://schemas.openxmlformats.org/officeDocument/2006/relationships/customXml" Target="../ink/ink136.xml"/><Relationship Id="rId128" Type="http://schemas.openxmlformats.org/officeDocument/2006/relationships/customXml" Target="../ink/ink163.xml"/><Relationship Id="rId149" Type="http://schemas.openxmlformats.org/officeDocument/2006/relationships/image" Target="../media/image156.png"/><Relationship Id="rId5" Type="http://schemas.openxmlformats.org/officeDocument/2006/relationships/image" Target="../media/image85.png"/><Relationship Id="rId95" Type="http://schemas.openxmlformats.org/officeDocument/2006/relationships/image" Target="../media/image129.png"/><Relationship Id="rId160" Type="http://schemas.openxmlformats.org/officeDocument/2006/relationships/customXml" Target="../ink/ink178.xml"/><Relationship Id="rId22" Type="http://schemas.openxmlformats.org/officeDocument/2006/relationships/customXml" Target="../ink/ink110.xml"/><Relationship Id="rId43" Type="http://schemas.openxmlformats.org/officeDocument/2006/relationships/image" Target="../media/image104.png"/><Relationship Id="rId64" Type="http://schemas.openxmlformats.org/officeDocument/2006/relationships/customXml" Target="../ink/ink131.xml"/><Relationship Id="rId118" Type="http://schemas.openxmlformats.org/officeDocument/2006/relationships/customXml" Target="../ink/ink158.xml"/><Relationship Id="rId139" Type="http://schemas.openxmlformats.org/officeDocument/2006/relationships/image" Target="../media/image151.png"/><Relationship Id="rId85" Type="http://schemas.openxmlformats.org/officeDocument/2006/relationships/image" Target="../media/image124.png"/><Relationship Id="rId150" Type="http://schemas.openxmlformats.org/officeDocument/2006/relationships/customXml" Target="../ink/ink173.xml"/><Relationship Id="rId248" Type="http://schemas.openxmlformats.org/officeDocument/2006/relationships/image" Target="../media/image175.png"/><Relationship Id="rId12" Type="http://schemas.openxmlformats.org/officeDocument/2006/relationships/customXml" Target="../ink/ink105.xml"/><Relationship Id="rId17" Type="http://schemas.openxmlformats.org/officeDocument/2006/relationships/image" Target="../media/image91.png"/><Relationship Id="rId33" Type="http://schemas.openxmlformats.org/officeDocument/2006/relationships/image" Target="../media/image99.png"/><Relationship Id="rId38" Type="http://schemas.openxmlformats.org/officeDocument/2006/relationships/customXml" Target="../ink/ink118.xml"/><Relationship Id="rId59" Type="http://schemas.openxmlformats.org/officeDocument/2006/relationships/image" Target="../media/image112.png"/><Relationship Id="rId103" Type="http://schemas.openxmlformats.org/officeDocument/2006/relationships/image" Target="../media/image133.png"/><Relationship Id="rId108" Type="http://schemas.openxmlformats.org/officeDocument/2006/relationships/customXml" Target="../ink/ink153.xml"/><Relationship Id="rId124" Type="http://schemas.openxmlformats.org/officeDocument/2006/relationships/customXml" Target="../ink/ink161.xml"/><Relationship Id="rId129" Type="http://schemas.openxmlformats.org/officeDocument/2006/relationships/image" Target="../media/image146.png"/><Relationship Id="rId54" Type="http://schemas.openxmlformats.org/officeDocument/2006/relationships/customXml" Target="../ink/ink126.xml"/><Relationship Id="rId70" Type="http://schemas.openxmlformats.org/officeDocument/2006/relationships/customXml" Target="../ink/ink134.xml"/><Relationship Id="rId75" Type="http://schemas.openxmlformats.org/officeDocument/2006/relationships/image" Target="../media/image119.png"/><Relationship Id="rId91" Type="http://schemas.openxmlformats.org/officeDocument/2006/relationships/image" Target="../media/image127.png"/><Relationship Id="rId96" Type="http://schemas.openxmlformats.org/officeDocument/2006/relationships/customXml" Target="../ink/ink147.xml"/><Relationship Id="rId140" Type="http://schemas.openxmlformats.org/officeDocument/2006/relationships/customXml" Target="../ink/ink169.xml"/><Relationship Id="rId161" Type="http://schemas.openxmlformats.org/officeDocument/2006/relationships/image" Target="../media/image162.png"/><Relationship Id="rId166" Type="http://schemas.openxmlformats.org/officeDocument/2006/relationships/customXml" Target="../ink/ink1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23" Type="http://schemas.openxmlformats.org/officeDocument/2006/relationships/image" Target="../media/image94.png"/><Relationship Id="rId28" Type="http://schemas.openxmlformats.org/officeDocument/2006/relationships/customXml" Target="../ink/ink113.xml"/><Relationship Id="rId49" Type="http://schemas.openxmlformats.org/officeDocument/2006/relationships/image" Target="../media/image107.png"/><Relationship Id="rId114" Type="http://schemas.openxmlformats.org/officeDocument/2006/relationships/customXml" Target="../ink/ink156.xml"/><Relationship Id="rId119" Type="http://schemas.openxmlformats.org/officeDocument/2006/relationships/image" Target="../media/image141.png"/><Relationship Id="rId44" Type="http://schemas.openxmlformats.org/officeDocument/2006/relationships/customXml" Target="../ink/ink121.xml"/><Relationship Id="rId60" Type="http://schemas.openxmlformats.org/officeDocument/2006/relationships/customXml" Target="../ink/ink129.xml"/><Relationship Id="rId65" Type="http://schemas.openxmlformats.org/officeDocument/2006/relationships/image" Target="../media/image114.png"/><Relationship Id="rId81" Type="http://schemas.openxmlformats.org/officeDocument/2006/relationships/image" Target="../media/image122.png"/><Relationship Id="rId86" Type="http://schemas.openxmlformats.org/officeDocument/2006/relationships/customXml" Target="../ink/ink142.xml"/><Relationship Id="rId130" Type="http://schemas.openxmlformats.org/officeDocument/2006/relationships/customXml" Target="../ink/ink164.xml"/><Relationship Id="rId135" Type="http://schemas.openxmlformats.org/officeDocument/2006/relationships/image" Target="../media/image149.png"/><Relationship Id="rId151" Type="http://schemas.openxmlformats.org/officeDocument/2006/relationships/image" Target="../media/image157.png"/><Relationship Id="rId156" Type="http://schemas.openxmlformats.org/officeDocument/2006/relationships/customXml" Target="../ink/ink176.xml"/><Relationship Id="rId13" Type="http://schemas.openxmlformats.org/officeDocument/2006/relationships/image" Target="../media/image89.png"/><Relationship Id="rId18" Type="http://schemas.openxmlformats.org/officeDocument/2006/relationships/customXml" Target="../ink/ink108.xml"/><Relationship Id="rId39" Type="http://schemas.openxmlformats.org/officeDocument/2006/relationships/image" Target="../media/image102.png"/><Relationship Id="rId109" Type="http://schemas.openxmlformats.org/officeDocument/2006/relationships/image" Target="../media/image136.png"/><Relationship Id="rId34" Type="http://schemas.openxmlformats.org/officeDocument/2006/relationships/customXml" Target="../ink/ink116.xml"/><Relationship Id="rId50" Type="http://schemas.openxmlformats.org/officeDocument/2006/relationships/customXml" Target="../ink/ink124.xml"/><Relationship Id="rId55" Type="http://schemas.openxmlformats.org/officeDocument/2006/relationships/image" Target="../media/image110.png"/><Relationship Id="rId76" Type="http://schemas.openxmlformats.org/officeDocument/2006/relationships/customXml" Target="../ink/ink137.xml"/><Relationship Id="rId97" Type="http://schemas.openxmlformats.org/officeDocument/2006/relationships/image" Target="../media/image130.png"/><Relationship Id="rId104" Type="http://schemas.openxmlformats.org/officeDocument/2006/relationships/customXml" Target="../ink/ink151.xml"/><Relationship Id="rId120" Type="http://schemas.openxmlformats.org/officeDocument/2006/relationships/customXml" Target="../ink/ink159.xml"/><Relationship Id="rId125" Type="http://schemas.openxmlformats.org/officeDocument/2006/relationships/image" Target="../media/image144.png"/><Relationship Id="rId141" Type="http://schemas.openxmlformats.org/officeDocument/2006/relationships/image" Target="../media/image152.png"/><Relationship Id="rId7" Type="http://schemas.openxmlformats.org/officeDocument/2006/relationships/image" Target="../media/image86.png"/><Relationship Id="rId71" Type="http://schemas.openxmlformats.org/officeDocument/2006/relationships/image" Target="../media/image117.png"/><Relationship Id="rId92" Type="http://schemas.openxmlformats.org/officeDocument/2006/relationships/customXml" Target="../ink/ink145.xml"/><Relationship Id="rId162" Type="http://schemas.openxmlformats.org/officeDocument/2006/relationships/customXml" Target="../ink/ink179.xml"/><Relationship Id="rId2" Type="http://schemas.openxmlformats.org/officeDocument/2006/relationships/customXml" Target="../ink/ink100.xml"/><Relationship Id="rId29" Type="http://schemas.openxmlformats.org/officeDocument/2006/relationships/image" Target="../media/image97.png"/><Relationship Id="rId24" Type="http://schemas.openxmlformats.org/officeDocument/2006/relationships/customXml" Target="../ink/ink111.xml"/><Relationship Id="rId40" Type="http://schemas.openxmlformats.org/officeDocument/2006/relationships/customXml" Target="../ink/ink119.xml"/><Relationship Id="rId45" Type="http://schemas.openxmlformats.org/officeDocument/2006/relationships/image" Target="../media/image105.png"/><Relationship Id="rId66" Type="http://schemas.openxmlformats.org/officeDocument/2006/relationships/customXml" Target="../ink/ink132.xml"/><Relationship Id="rId87" Type="http://schemas.openxmlformats.org/officeDocument/2006/relationships/image" Target="../media/image125.png"/><Relationship Id="rId110" Type="http://schemas.openxmlformats.org/officeDocument/2006/relationships/customXml" Target="../ink/ink154.xml"/><Relationship Id="rId115" Type="http://schemas.openxmlformats.org/officeDocument/2006/relationships/image" Target="../media/image139.png"/><Relationship Id="rId131" Type="http://schemas.openxmlformats.org/officeDocument/2006/relationships/image" Target="../media/image147.png"/><Relationship Id="rId136" Type="http://schemas.openxmlformats.org/officeDocument/2006/relationships/customXml" Target="../ink/ink167.xml"/><Relationship Id="rId157" Type="http://schemas.openxmlformats.org/officeDocument/2006/relationships/image" Target="../media/image160.png"/><Relationship Id="rId61" Type="http://schemas.openxmlformats.org/officeDocument/2006/relationships/image" Target="../media/image113.png"/><Relationship Id="rId82" Type="http://schemas.openxmlformats.org/officeDocument/2006/relationships/customXml" Target="../ink/ink140.xml"/><Relationship Id="rId152" Type="http://schemas.openxmlformats.org/officeDocument/2006/relationships/customXml" Target="../ink/ink174.xml"/><Relationship Id="rId19" Type="http://schemas.openxmlformats.org/officeDocument/2006/relationships/image" Target="../media/image92.png"/><Relationship Id="rId14" Type="http://schemas.openxmlformats.org/officeDocument/2006/relationships/customXml" Target="../ink/ink106.xml"/><Relationship Id="rId30" Type="http://schemas.openxmlformats.org/officeDocument/2006/relationships/customXml" Target="../ink/ink114.xml"/><Relationship Id="rId35" Type="http://schemas.openxmlformats.org/officeDocument/2006/relationships/image" Target="../media/image100.png"/><Relationship Id="rId56" Type="http://schemas.openxmlformats.org/officeDocument/2006/relationships/customXml" Target="../ink/ink127.xml"/><Relationship Id="rId77" Type="http://schemas.openxmlformats.org/officeDocument/2006/relationships/image" Target="../media/image120.png"/><Relationship Id="rId100" Type="http://schemas.openxmlformats.org/officeDocument/2006/relationships/customXml" Target="../ink/ink149.xml"/><Relationship Id="rId105" Type="http://schemas.openxmlformats.org/officeDocument/2006/relationships/image" Target="../media/image134.png"/><Relationship Id="rId126" Type="http://schemas.openxmlformats.org/officeDocument/2006/relationships/customXml" Target="../ink/ink162.xml"/><Relationship Id="rId147" Type="http://schemas.openxmlformats.org/officeDocument/2006/relationships/image" Target="../media/image155.png"/><Relationship Id="rId8" Type="http://schemas.openxmlformats.org/officeDocument/2006/relationships/customXml" Target="../ink/ink103.xml"/><Relationship Id="rId51" Type="http://schemas.openxmlformats.org/officeDocument/2006/relationships/image" Target="../media/image108.png"/><Relationship Id="rId72" Type="http://schemas.openxmlformats.org/officeDocument/2006/relationships/customXml" Target="../ink/ink135.xml"/><Relationship Id="rId93" Type="http://schemas.openxmlformats.org/officeDocument/2006/relationships/image" Target="../media/image128.png"/><Relationship Id="rId98" Type="http://schemas.openxmlformats.org/officeDocument/2006/relationships/customXml" Target="../ink/ink148.xml"/><Relationship Id="rId121" Type="http://schemas.openxmlformats.org/officeDocument/2006/relationships/image" Target="../media/image142.png"/><Relationship Id="rId142" Type="http://schemas.openxmlformats.org/officeDocument/2006/relationships/customXml" Target="../ink/ink170.xml"/><Relationship Id="rId163" Type="http://schemas.openxmlformats.org/officeDocument/2006/relationships/image" Target="../media/image163.png"/><Relationship Id="rId3" Type="http://schemas.openxmlformats.org/officeDocument/2006/relationships/image" Target="../media/image84.png"/><Relationship Id="rId25" Type="http://schemas.openxmlformats.org/officeDocument/2006/relationships/image" Target="../media/image95.png"/><Relationship Id="rId46" Type="http://schemas.openxmlformats.org/officeDocument/2006/relationships/customXml" Target="../ink/ink122.xml"/><Relationship Id="rId67" Type="http://schemas.openxmlformats.org/officeDocument/2006/relationships/image" Target="../media/image115.png"/><Relationship Id="rId116" Type="http://schemas.openxmlformats.org/officeDocument/2006/relationships/customXml" Target="../ink/ink157.xml"/><Relationship Id="rId137" Type="http://schemas.openxmlformats.org/officeDocument/2006/relationships/image" Target="../media/image150.png"/><Relationship Id="rId158" Type="http://schemas.openxmlformats.org/officeDocument/2006/relationships/customXml" Target="../ink/ink177.xml"/><Relationship Id="rId20" Type="http://schemas.openxmlformats.org/officeDocument/2006/relationships/customXml" Target="../ink/ink109.xml"/><Relationship Id="rId41" Type="http://schemas.openxmlformats.org/officeDocument/2006/relationships/image" Target="../media/image103.png"/><Relationship Id="rId62" Type="http://schemas.openxmlformats.org/officeDocument/2006/relationships/customXml" Target="../ink/ink130.xml"/><Relationship Id="rId83" Type="http://schemas.openxmlformats.org/officeDocument/2006/relationships/image" Target="../media/image123.png"/><Relationship Id="rId88" Type="http://schemas.openxmlformats.org/officeDocument/2006/relationships/customXml" Target="../ink/ink143.xml"/><Relationship Id="rId111" Type="http://schemas.openxmlformats.org/officeDocument/2006/relationships/image" Target="../media/image137.png"/><Relationship Id="rId132" Type="http://schemas.openxmlformats.org/officeDocument/2006/relationships/customXml" Target="../ink/ink165.xml"/><Relationship Id="rId153" Type="http://schemas.openxmlformats.org/officeDocument/2006/relationships/image" Target="../media/image158.png"/><Relationship Id="rId15" Type="http://schemas.openxmlformats.org/officeDocument/2006/relationships/image" Target="../media/image90.png"/><Relationship Id="rId36" Type="http://schemas.openxmlformats.org/officeDocument/2006/relationships/customXml" Target="../ink/ink117.xml"/><Relationship Id="rId57" Type="http://schemas.openxmlformats.org/officeDocument/2006/relationships/image" Target="../media/image111.png"/><Relationship Id="rId106" Type="http://schemas.openxmlformats.org/officeDocument/2006/relationships/customXml" Target="../ink/ink152.xml"/><Relationship Id="rId127" Type="http://schemas.openxmlformats.org/officeDocument/2006/relationships/image" Target="../media/image145.png"/><Relationship Id="rId10" Type="http://schemas.openxmlformats.org/officeDocument/2006/relationships/customXml" Target="../ink/ink104.xml"/><Relationship Id="rId31" Type="http://schemas.openxmlformats.org/officeDocument/2006/relationships/image" Target="../media/image98.png"/><Relationship Id="rId52" Type="http://schemas.openxmlformats.org/officeDocument/2006/relationships/customXml" Target="../ink/ink125.xml"/><Relationship Id="rId73" Type="http://schemas.openxmlformats.org/officeDocument/2006/relationships/image" Target="../media/image118.png"/><Relationship Id="rId78" Type="http://schemas.openxmlformats.org/officeDocument/2006/relationships/customXml" Target="../ink/ink138.xml"/><Relationship Id="rId94" Type="http://schemas.openxmlformats.org/officeDocument/2006/relationships/customXml" Target="../ink/ink146.xml"/><Relationship Id="rId99" Type="http://schemas.openxmlformats.org/officeDocument/2006/relationships/image" Target="../media/image131.png"/><Relationship Id="rId101" Type="http://schemas.openxmlformats.org/officeDocument/2006/relationships/image" Target="../media/image132.png"/><Relationship Id="rId122" Type="http://schemas.openxmlformats.org/officeDocument/2006/relationships/customXml" Target="../ink/ink160.xml"/><Relationship Id="rId143" Type="http://schemas.openxmlformats.org/officeDocument/2006/relationships/image" Target="../media/image153.png"/><Relationship Id="rId148" Type="http://schemas.openxmlformats.org/officeDocument/2006/relationships/customXml" Target="../ink/ink172.xml"/><Relationship Id="rId164" Type="http://schemas.openxmlformats.org/officeDocument/2006/relationships/customXml" Target="../ink/ink180.xml"/><Relationship Id="rId4" Type="http://schemas.openxmlformats.org/officeDocument/2006/relationships/customXml" Target="../ink/ink101.xml"/><Relationship Id="rId9" Type="http://schemas.openxmlformats.org/officeDocument/2006/relationships/image" Target="../media/image87.png"/><Relationship Id="rId26" Type="http://schemas.openxmlformats.org/officeDocument/2006/relationships/customXml" Target="../ink/ink112.xml"/><Relationship Id="rId47" Type="http://schemas.openxmlformats.org/officeDocument/2006/relationships/image" Target="../media/image106.png"/><Relationship Id="rId68" Type="http://schemas.openxmlformats.org/officeDocument/2006/relationships/customXml" Target="../ink/ink133.xml"/><Relationship Id="rId89" Type="http://schemas.openxmlformats.org/officeDocument/2006/relationships/image" Target="../media/image126.png"/><Relationship Id="rId112" Type="http://schemas.openxmlformats.org/officeDocument/2006/relationships/customXml" Target="../ink/ink155.xml"/><Relationship Id="rId133" Type="http://schemas.openxmlformats.org/officeDocument/2006/relationships/image" Target="../media/image148.png"/><Relationship Id="rId154" Type="http://schemas.openxmlformats.org/officeDocument/2006/relationships/customXml" Target="../ink/ink175.xml"/><Relationship Id="rId16" Type="http://schemas.openxmlformats.org/officeDocument/2006/relationships/customXml" Target="../ink/ink107.xml"/><Relationship Id="rId37" Type="http://schemas.openxmlformats.org/officeDocument/2006/relationships/image" Target="../media/image101.png"/><Relationship Id="rId58" Type="http://schemas.openxmlformats.org/officeDocument/2006/relationships/customXml" Target="../ink/ink128.xml"/><Relationship Id="rId79" Type="http://schemas.openxmlformats.org/officeDocument/2006/relationships/image" Target="../media/image121.png"/><Relationship Id="rId102" Type="http://schemas.openxmlformats.org/officeDocument/2006/relationships/customXml" Target="../ink/ink150.xml"/><Relationship Id="rId123" Type="http://schemas.openxmlformats.org/officeDocument/2006/relationships/image" Target="../media/image143.png"/><Relationship Id="rId144" Type="http://schemas.openxmlformats.org/officeDocument/2006/relationships/customXml" Target="../ink/ink171.xml"/><Relationship Id="rId90" Type="http://schemas.openxmlformats.org/officeDocument/2006/relationships/customXml" Target="../ink/ink144.xml"/><Relationship Id="rId165" Type="http://schemas.openxmlformats.org/officeDocument/2006/relationships/image" Target="../media/image164.png"/><Relationship Id="rId27" Type="http://schemas.openxmlformats.org/officeDocument/2006/relationships/image" Target="../media/image96.png"/><Relationship Id="rId48" Type="http://schemas.openxmlformats.org/officeDocument/2006/relationships/customXml" Target="../ink/ink123.xml"/><Relationship Id="rId69" Type="http://schemas.openxmlformats.org/officeDocument/2006/relationships/image" Target="../media/image116.png"/><Relationship Id="rId113" Type="http://schemas.openxmlformats.org/officeDocument/2006/relationships/image" Target="../media/image138.png"/><Relationship Id="rId134" Type="http://schemas.openxmlformats.org/officeDocument/2006/relationships/customXml" Target="../ink/ink166.xml"/><Relationship Id="rId80" Type="http://schemas.openxmlformats.org/officeDocument/2006/relationships/customXml" Target="../ink/ink139.xml"/><Relationship Id="rId155" Type="http://schemas.openxmlformats.org/officeDocument/2006/relationships/image" Target="../media/image15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1.png"/><Relationship Id="rId18" Type="http://schemas.openxmlformats.org/officeDocument/2006/relationships/customXml" Target="../ink/ink190.xml"/><Relationship Id="rId26" Type="http://schemas.openxmlformats.org/officeDocument/2006/relationships/customXml" Target="../ink/ink194.xml"/><Relationship Id="rId39" Type="http://schemas.openxmlformats.org/officeDocument/2006/relationships/image" Target="../media/image194.png"/><Relationship Id="rId21" Type="http://schemas.openxmlformats.org/officeDocument/2006/relationships/image" Target="../media/image185.png"/><Relationship Id="rId34" Type="http://schemas.openxmlformats.org/officeDocument/2006/relationships/customXml" Target="../ink/ink198.xml"/><Relationship Id="rId7" Type="http://schemas.openxmlformats.org/officeDocument/2006/relationships/image" Target="../media/image178.png"/><Relationship Id="rId2" Type="http://schemas.openxmlformats.org/officeDocument/2006/relationships/customXml" Target="../ink/ink182.xml"/><Relationship Id="rId16" Type="http://schemas.openxmlformats.org/officeDocument/2006/relationships/customXml" Target="../ink/ink189.xml"/><Relationship Id="rId20" Type="http://schemas.openxmlformats.org/officeDocument/2006/relationships/customXml" Target="../ink/ink191.xml"/><Relationship Id="rId29" Type="http://schemas.openxmlformats.org/officeDocument/2006/relationships/image" Target="../media/image189.png"/><Relationship Id="rId41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4.xml"/><Relationship Id="rId11" Type="http://schemas.openxmlformats.org/officeDocument/2006/relationships/image" Target="../media/image180.png"/><Relationship Id="rId24" Type="http://schemas.openxmlformats.org/officeDocument/2006/relationships/customXml" Target="../ink/ink193.xml"/><Relationship Id="rId32" Type="http://schemas.openxmlformats.org/officeDocument/2006/relationships/customXml" Target="../ink/ink197.xml"/><Relationship Id="rId37" Type="http://schemas.openxmlformats.org/officeDocument/2006/relationships/image" Target="../media/image193.png"/><Relationship Id="rId40" Type="http://schemas.openxmlformats.org/officeDocument/2006/relationships/customXml" Target="../ink/ink201.xml"/><Relationship Id="rId5" Type="http://schemas.openxmlformats.org/officeDocument/2006/relationships/image" Target="../media/image177.png"/><Relationship Id="rId15" Type="http://schemas.openxmlformats.org/officeDocument/2006/relationships/image" Target="../media/image182.png"/><Relationship Id="rId23" Type="http://schemas.openxmlformats.org/officeDocument/2006/relationships/image" Target="../media/image186.png"/><Relationship Id="rId28" Type="http://schemas.openxmlformats.org/officeDocument/2006/relationships/customXml" Target="../ink/ink195.xml"/><Relationship Id="rId36" Type="http://schemas.openxmlformats.org/officeDocument/2006/relationships/customXml" Target="../ink/ink199.xml"/><Relationship Id="rId10" Type="http://schemas.openxmlformats.org/officeDocument/2006/relationships/customXml" Target="../ink/ink186.xml"/><Relationship Id="rId19" Type="http://schemas.openxmlformats.org/officeDocument/2006/relationships/image" Target="../media/image184.png"/><Relationship Id="rId31" Type="http://schemas.openxmlformats.org/officeDocument/2006/relationships/image" Target="../media/image190.png"/><Relationship Id="rId4" Type="http://schemas.openxmlformats.org/officeDocument/2006/relationships/customXml" Target="../ink/ink183.xml"/><Relationship Id="rId9" Type="http://schemas.openxmlformats.org/officeDocument/2006/relationships/image" Target="../media/image179.png"/><Relationship Id="rId14" Type="http://schemas.openxmlformats.org/officeDocument/2006/relationships/customXml" Target="../ink/ink188.xml"/><Relationship Id="rId22" Type="http://schemas.openxmlformats.org/officeDocument/2006/relationships/customXml" Target="../ink/ink192.xml"/><Relationship Id="rId27" Type="http://schemas.openxmlformats.org/officeDocument/2006/relationships/image" Target="../media/image188.png"/><Relationship Id="rId30" Type="http://schemas.openxmlformats.org/officeDocument/2006/relationships/customXml" Target="../ink/ink196.xml"/><Relationship Id="rId35" Type="http://schemas.openxmlformats.org/officeDocument/2006/relationships/image" Target="../media/image192.png"/><Relationship Id="rId8" Type="http://schemas.openxmlformats.org/officeDocument/2006/relationships/customXml" Target="../ink/ink185.xml"/><Relationship Id="rId3" Type="http://schemas.openxmlformats.org/officeDocument/2006/relationships/image" Target="../media/image176.png"/><Relationship Id="rId12" Type="http://schemas.openxmlformats.org/officeDocument/2006/relationships/customXml" Target="../ink/ink187.xml"/><Relationship Id="rId17" Type="http://schemas.openxmlformats.org/officeDocument/2006/relationships/image" Target="../media/image183.png"/><Relationship Id="rId25" Type="http://schemas.openxmlformats.org/officeDocument/2006/relationships/image" Target="../media/image187.png"/><Relationship Id="rId33" Type="http://schemas.openxmlformats.org/officeDocument/2006/relationships/image" Target="../media/image191.png"/><Relationship Id="rId38" Type="http://schemas.openxmlformats.org/officeDocument/2006/relationships/customXml" Target="../ink/ink20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4.xml"/><Relationship Id="rId21" Type="http://schemas.openxmlformats.org/officeDocument/2006/relationships/image" Target="../media/image205.png"/><Relationship Id="rId42" Type="http://schemas.openxmlformats.org/officeDocument/2006/relationships/customXml" Target="../ink/ink222.xml"/><Relationship Id="rId47" Type="http://schemas.openxmlformats.org/officeDocument/2006/relationships/image" Target="../media/image218.png"/><Relationship Id="rId63" Type="http://schemas.openxmlformats.org/officeDocument/2006/relationships/image" Target="../media/image226.png"/><Relationship Id="rId68" Type="http://schemas.openxmlformats.org/officeDocument/2006/relationships/customXml" Target="../ink/ink235.xml"/><Relationship Id="rId84" Type="http://schemas.openxmlformats.org/officeDocument/2006/relationships/customXml" Target="../ink/ink243.xml"/><Relationship Id="rId16" Type="http://schemas.openxmlformats.org/officeDocument/2006/relationships/customXml" Target="../ink/ink209.xml"/><Relationship Id="rId11" Type="http://schemas.openxmlformats.org/officeDocument/2006/relationships/image" Target="../media/image200.png"/><Relationship Id="rId32" Type="http://schemas.openxmlformats.org/officeDocument/2006/relationships/customXml" Target="../ink/ink217.xml"/><Relationship Id="rId37" Type="http://schemas.openxmlformats.org/officeDocument/2006/relationships/image" Target="../media/image213.png"/><Relationship Id="rId53" Type="http://schemas.openxmlformats.org/officeDocument/2006/relationships/image" Target="../media/image221.png"/><Relationship Id="rId58" Type="http://schemas.openxmlformats.org/officeDocument/2006/relationships/customXml" Target="../ink/ink230.xml"/><Relationship Id="rId74" Type="http://schemas.openxmlformats.org/officeDocument/2006/relationships/customXml" Target="../ink/ink238.xml"/><Relationship Id="rId79" Type="http://schemas.openxmlformats.org/officeDocument/2006/relationships/image" Target="../media/image234.png"/><Relationship Id="rId5" Type="http://schemas.openxmlformats.org/officeDocument/2006/relationships/image" Target="../media/image197.png"/><Relationship Id="rId19" Type="http://schemas.openxmlformats.org/officeDocument/2006/relationships/image" Target="../media/image204.png"/><Relationship Id="rId14" Type="http://schemas.openxmlformats.org/officeDocument/2006/relationships/customXml" Target="../ink/ink208.xml"/><Relationship Id="rId22" Type="http://schemas.openxmlformats.org/officeDocument/2006/relationships/customXml" Target="../ink/ink212.xml"/><Relationship Id="rId27" Type="http://schemas.openxmlformats.org/officeDocument/2006/relationships/image" Target="../media/image208.png"/><Relationship Id="rId30" Type="http://schemas.openxmlformats.org/officeDocument/2006/relationships/customXml" Target="../ink/ink216.xml"/><Relationship Id="rId35" Type="http://schemas.openxmlformats.org/officeDocument/2006/relationships/image" Target="../media/image212.png"/><Relationship Id="rId43" Type="http://schemas.openxmlformats.org/officeDocument/2006/relationships/image" Target="../media/image216.png"/><Relationship Id="rId48" Type="http://schemas.openxmlformats.org/officeDocument/2006/relationships/customXml" Target="../ink/ink225.xml"/><Relationship Id="rId56" Type="http://schemas.openxmlformats.org/officeDocument/2006/relationships/customXml" Target="../ink/ink229.xml"/><Relationship Id="rId64" Type="http://schemas.openxmlformats.org/officeDocument/2006/relationships/customXml" Target="../ink/ink233.xml"/><Relationship Id="rId69" Type="http://schemas.openxmlformats.org/officeDocument/2006/relationships/image" Target="../media/image229.png"/><Relationship Id="rId77" Type="http://schemas.openxmlformats.org/officeDocument/2006/relationships/image" Target="../media/image233.png"/><Relationship Id="rId8" Type="http://schemas.openxmlformats.org/officeDocument/2006/relationships/customXml" Target="../ink/ink205.xml"/><Relationship Id="rId51" Type="http://schemas.openxmlformats.org/officeDocument/2006/relationships/image" Target="../media/image220.png"/><Relationship Id="rId72" Type="http://schemas.openxmlformats.org/officeDocument/2006/relationships/customXml" Target="../ink/ink237.xml"/><Relationship Id="rId80" Type="http://schemas.openxmlformats.org/officeDocument/2006/relationships/customXml" Target="../ink/ink241.xml"/><Relationship Id="rId85" Type="http://schemas.openxmlformats.org/officeDocument/2006/relationships/image" Target="../media/image237.png"/><Relationship Id="rId3" Type="http://schemas.openxmlformats.org/officeDocument/2006/relationships/image" Target="../media/image196.png"/><Relationship Id="rId12" Type="http://schemas.openxmlformats.org/officeDocument/2006/relationships/customXml" Target="../ink/ink207.xml"/><Relationship Id="rId17" Type="http://schemas.openxmlformats.org/officeDocument/2006/relationships/image" Target="../media/image203.png"/><Relationship Id="rId25" Type="http://schemas.openxmlformats.org/officeDocument/2006/relationships/image" Target="../media/image207.png"/><Relationship Id="rId33" Type="http://schemas.openxmlformats.org/officeDocument/2006/relationships/image" Target="../media/image211.png"/><Relationship Id="rId38" Type="http://schemas.openxmlformats.org/officeDocument/2006/relationships/customXml" Target="../ink/ink220.xml"/><Relationship Id="rId46" Type="http://schemas.openxmlformats.org/officeDocument/2006/relationships/customXml" Target="../ink/ink224.xml"/><Relationship Id="rId59" Type="http://schemas.openxmlformats.org/officeDocument/2006/relationships/image" Target="../media/image224.png"/><Relationship Id="rId67" Type="http://schemas.openxmlformats.org/officeDocument/2006/relationships/image" Target="../media/image228.png"/><Relationship Id="rId20" Type="http://schemas.openxmlformats.org/officeDocument/2006/relationships/customXml" Target="../ink/ink211.xml"/><Relationship Id="rId41" Type="http://schemas.openxmlformats.org/officeDocument/2006/relationships/image" Target="../media/image215.png"/><Relationship Id="rId54" Type="http://schemas.openxmlformats.org/officeDocument/2006/relationships/customXml" Target="../ink/ink228.xml"/><Relationship Id="rId62" Type="http://schemas.openxmlformats.org/officeDocument/2006/relationships/customXml" Target="../ink/ink232.xml"/><Relationship Id="rId70" Type="http://schemas.openxmlformats.org/officeDocument/2006/relationships/customXml" Target="../ink/ink236.xml"/><Relationship Id="rId75" Type="http://schemas.openxmlformats.org/officeDocument/2006/relationships/image" Target="../media/image232.png"/><Relationship Id="rId83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4.xml"/><Relationship Id="rId15" Type="http://schemas.openxmlformats.org/officeDocument/2006/relationships/image" Target="../media/image202.png"/><Relationship Id="rId23" Type="http://schemas.openxmlformats.org/officeDocument/2006/relationships/image" Target="../media/image206.png"/><Relationship Id="rId28" Type="http://schemas.openxmlformats.org/officeDocument/2006/relationships/customXml" Target="../ink/ink215.xml"/><Relationship Id="rId36" Type="http://schemas.openxmlformats.org/officeDocument/2006/relationships/customXml" Target="../ink/ink219.xml"/><Relationship Id="rId49" Type="http://schemas.openxmlformats.org/officeDocument/2006/relationships/image" Target="../media/image219.png"/><Relationship Id="rId57" Type="http://schemas.openxmlformats.org/officeDocument/2006/relationships/image" Target="../media/image223.png"/><Relationship Id="rId10" Type="http://schemas.openxmlformats.org/officeDocument/2006/relationships/customXml" Target="../ink/ink206.xml"/><Relationship Id="rId31" Type="http://schemas.openxmlformats.org/officeDocument/2006/relationships/image" Target="../media/image210.png"/><Relationship Id="rId44" Type="http://schemas.openxmlformats.org/officeDocument/2006/relationships/customXml" Target="../ink/ink223.xml"/><Relationship Id="rId52" Type="http://schemas.openxmlformats.org/officeDocument/2006/relationships/customXml" Target="../ink/ink227.xml"/><Relationship Id="rId60" Type="http://schemas.openxmlformats.org/officeDocument/2006/relationships/customXml" Target="../ink/ink231.xml"/><Relationship Id="rId65" Type="http://schemas.openxmlformats.org/officeDocument/2006/relationships/image" Target="../media/image227.png"/><Relationship Id="rId73" Type="http://schemas.openxmlformats.org/officeDocument/2006/relationships/image" Target="../media/image231.png"/><Relationship Id="rId78" Type="http://schemas.openxmlformats.org/officeDocument/2006/relationships/customXml" Target="../ink/ink240.xml"/><Relationship Id="rId81" Type="http://schemas.openxmlformats.org/officeDocument/2006/relationships/image" Target="../media/image235.png"/><Relationship Id="rId4" Type="http://schemas.openxmlformats.org/officeDocument/2006/relationships/customXml" Target="../ink/ink203.xml"/><Relationship Id="rId9" Type="http://schemas.openxmlformats.org/officeDocument/2006/relationships/image" Target="../media/image199.png"/><Relationship Id="rId13" Type="http://schemas.openxmlformats.org/officeDocument/2006/relationships/image" Target="../media/image201.png"/><Relationship Id="rId18" Type="http://schemas.openxmlformats.org/officeDocument/2006/relationships/customXml" Target="../ink/ink210.xml"/><Relationship Id="rId39" Type="http://schemas.openxmlformats.org/officeDocument/2006/relationships/image" Target="../media/image214.png"/><Relationship Id="rId34" Type="http://schemas.openxmlformats.org/officeDocument/2006/relationships/customXml" Target="../ink/ink218.xml"/><Relationship Id="rId50" Type="http://schemas.openxmlformats.org/officeDocument/2006/relationships/customXml" Target="../ink/ink226.xml"/><Relationship Id="rId55" Type="http://schemas.openxmlformats.org/officeDocument/2006/relationships/image" Target="../media/image222.png"/><Relationship Id="rId76" Type="http://schemas.openxmlformats.org/officeDocument/2006/relationships/customXml" Target="../ink/ink239.xml"/><Relationship Id="rId7" Type="http://schemas.openxmlformats.org/officeDocument/2006/relationships/image" Target="../media/image198.png"/><Relationship Id="rId71" Type="http://schemas.openxmlformats.org/officeDocument/2006/relationships/image" Target="../media/image230.png"/><Relationship Id="rId2" Type="http://schemas.openxmlformats.org/officeDocument/2006/relationships/customXml" Target="../ink/ink202.xml"/><Relationship Id="rId29" Type="http://schemas.openxmlformats.org/officeDocument/2006/relationships/image" Target="../media/image209.png"/><Relationship Id="rId24" Type="http://schemas.openxmlformats.org/officeDocument/2006/relationships/customXml" Target="../ink/ink213.xml"/><Relationship Id="rId40" Type="http://schemas.openxmlformats.org/officeDocument/2006/relationships/customXml" Target="../ink/ink221.xml"/><Relationship Id="rId45" Type="http://schemas.openxmlformats.org/officeDocument/2006/relationships/image" Target="../media/image217.png"/><Relationship Id="rId66" Type="http://schemas.openxmlformats.org/officeDocument/2006/relationships/customXml" Target="../ink/ink234.xml"/><Relationship Id="rId61" Type="http://schemas.openxmlformats.org/officeDocument/2006/relationships/image" Target="../media/image225.png"/><Relationship Id="rId82" Type="http://schemas.openxmlformats.org/officeDocument/2006/relationships/customXml" Target="../ink/ink24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5.png"/><Relationship Id="rId21" Type="http://schemas.openxmlformats.org/officeDocument/2006/relationships/image" Target="../media/image247.png"/><Relationship Id="rId42" Type="http://schemas.openxmlformats.org/officeDocument/2006/relationships/customXml" Target="../ink/ink264.xml"/><Relationship Id="rId63" Type="http://schemas.openxmlformats.org/officeDocument/2006/relationships/image" Target="../media/image268.png"/><Relationship Id="rId84" Type="http://schemas.openxmlformats.org/officeDocument/2006/relationships/customXml" Target="../ink/ink285.xml"/><Relationship Id="rId138" Type="http://schemas.openxmlformats.org/officeDocument/2006/relationships/customXml" Target="../ink/ink312.xml"/><Relationship Id="rId159" Type="http://schemas.openxmlformats.org/officeDocument/2006/relationships/image" Target="../media/image316.png"/><Relationship Id="rId170" Type="http://schemas.openxmlformats.org/officeDocument/2006/relationships/customXml" Target="../ink/ink328.xml"/><Relationship Id="rId107" Type="http://schemas.openxmlformats.org/officeDocument/2006/relationships/image" Target="../media/image290.png"/><Relationship Id="rId11" Type="http://schemas.openxmlformats.org/officeDocument/2006/relationships/image" Target="../media/image242.png"/><Relationship Id="rId32" Type="http://schemas.openxmlformats.org/officeDocument/2006/relationships/customXml" Target="../ink/ink259.xml"/><Relationship Id="rId53" Type="http://schemas.openxmlformats.org/officeDocument/2006/relationships/image" Target="../media/image263.png"/><Relationship Id="rId74" Type="http://schemas.openxmlformats.org/officeDocument/2006/relationships/customXml" Target="../ink/ink280.xml"/><Relationship Id="rId128" Type="http://schemas.openxmlformats.org/officeDocument/2006/relationships/customXml" Target="../ink/ink307.xml"/><Relationship Id="rId149" Type="http://schemas.openxmlformats.org/officeDocument/2006/relationships/image" Target="../media/image311.png"/><Relationship Id="rId5" Type="http://schemas.openxmlformats.org/officeDocument/2006/relationships/image" Target="../media/image239.png"/><Relationship Id="rId95" Type="http://schemas.openxmlformats.org/officeDocument/2006/relationships/image" Target="../media/image284.png"/><Relationship Id="rId160" Type="http://schemas.openxmlformats.org/officeDocument/2006/relationships/customXml" Target="../ink/ink323.xml"/><Relationship Id="rId22" Type="http://schemas.openxmlformats.org/officeDocument/2006/relationships/customXml" Target="../ink/ink254.xml"/><Relationship Id="rId43" Type="http://schemas.openxmlformats.org/officeDocument/2006/relationships/image" Target="../media/image258.png"/><Relationship Id="rId64" Type="http://schemas.openxmlformats.org/officeDocument/2006/relationships/customXml" Target="../ink/ink275.xml"/><Relationship Id="rId118" Type="http://schemas.openxmlformats.org/officeDocument/2006/relationships/customXml" Target="../ink/ink302.xml"/><Relationship Id="rId139" Type="http://schemas.openxmlformats.org/officeDocument/2006/relationships/image" Target="../media/image306.png"/><Relationship Id="rId85" Type="http://schemas.openxmlformats.org/officeDocument/2006/relationships/image" Target="../media/image279.png"/><Relationship Id="rId150" Type="http://schemas.openxmlformats.org/officeDocument/2006/relationships/customXml" Target="../ink/ink318.xml"/><Relationship Id="rId171" Type="http://schemas.openxmlformats.org/officeDocument/2006/relationships/image" Target="../media/image322.png"/><Relationship Id="rId12" Type="http://schemas.openxmlformats.org/officeDocument/2006/relationships/customXml" Target="../ink/ink249.xml"/><Relationship Id="rId33" Type="http://schemas.openxmlformats.org/officeDocument/2006/relationships/image" Target="../media/image253.png"/><Relationship Id="rId108" Type="http://schemas.openxmlformats.org/officeDocument/2006/relationships/customXml" Target="../ink/ink297.xml"/><Relationship Id="rId129" Type="http://schemas.openxmlformats.org/officeDocument/2006/relationships/image" Target="../media/image301.png"/><Relationship Id="rId54" Type="http://schemas.openxmlformats.org/officeDocument/2006/relationships/customXml" Target="../ink/ink270.xml"/><Relationship Id="rId75" Type="http://schemas.openxmlformats.org/officeDocument/2006/relationships/image" Target="../media/image274.png"/><Relationship Id="rId96" Type="http://schemas.openxmlformats.org/officeDocument/2006/relationships/customXml" Target="../ink/ink291.xml"/><Relationship Id="rId140" Type="http://schemas.openxmlformats.org/officeDocument/2006/relationships/customXml" Target="../ink/ink313.xml"/><Relationship Id="rId161" Type="http://schemas.openxmlformats.org/officeDocument/2006/relationships/image" Target="../media/image317.png"/><Relationship Id="rId6" Type="http://schemas.openxmlformats.org/officeDocument/2006/relationships/customXml" Target="../ink/ink246.xml"/><Relationship Id="rId23" Type="http://schemas.openxmlformats.org/officeDocument/2006/relationships/image" Target="../media/image248.png"/><Relationship Id="rId28" Type="http://schemas.openxmlformats.org/officeDocument/2006/relationships/customXml" Target="../ink/ink257.xml"/><Relationship Id="rId49" Type="http://schemas.openxmlformats.org/officeDocument/2006/relationships/image" Target="../media/image261.png"/><Relationship Id="rId114" Type="http://schemas.openxmlformats.org/officeDocument/2006/relationships/customXml" Target="../ink/ink300.xml"/><Relationship Id="rId119" Type="http://schemas.openxmlformats.org/officeDocument/2006/relationships/image" Target="../media/image296.png"/><Relationship Id="rId44" Type="http://schemas.openxmlformats.org/officeDocument/2006/relationships/customXml" Target="../ink/ink265.xml"/><Relationship Id="rId60" Type="http://schemas.openxmlformats.org/officeDocument/2006/relationships/customXml" Target="../ink/ink273.xml"/><Relationship Id="rId65" Type="http://schemas.openxmlformats.org/officeDocument/2006/relationships/image" Target="../media/image269.png"/><Relationship Id="rId81" Type="http://schemas.openxmlformats.org/officeDocument/2006/relationships/image" Target="../media/image277.png"/><Relationship Id="rId86" Type="http://schemas.openxmlformats.org/officeDocument/2006/relationships/customXml" Target="../ink/ink286.xml"/><Relationship Id="rId130" Type="http://schemas.openxmlformats.org/officeDocument/2006/relationships/customXml" Target="../ink/ink308.xml"/><Relationship Id="rId135" Type="http://schemas.openxmlformats.org/officeDocument/2006/relationships/image" Target="../media/image304.png"/><Relationship Id="rId151" Type="http://schemas.openxmlformats.org/officeDocument/2006/relationships/image" Target="../media/image312.png"/><Relationship Id="rId156" Type="http://schemas.openxmlformats.org/officeDocument/2006/relationships/customXml" Target="../ink/ink321.xml"/><Relationship Id="rId177" Type="http://schemas.openxmlformats.org/officeDocument/2006/relationships/image" Target="../media/image325.png"/><Relationship Id="rId172" Type="http://schemas.openxmlformats.org/officeDocument/2006/relationships/customXml" Target="../ink/ink329.xml"/><Relationship Id="rId13" Type="http://schemas.openxmlformats.org/officeDocument/2006/relationships/image" Target="../media/image243.png"/><Relationship Id="rId18" Type="http://schemas.openxmlformats.org/officeDocument/2006/relationships/customXml" Target="../ink/ink252.xml"/><Relationship Id="rId39" Type="http://schemas.openxmlformats.org/officeDocument/2006/relationships/image" Target="../media/image256.png"/><Relationship Id="rId109" Type="http://schemas.openxmlformats.org/officeDocument/2006/relationships/image" Target="../media/image291.png"/><Relationship Id="rId34" Type="http://schemas.openxmlformats.org/officeDocument/2006/relationships/customXml" Target="../ink/ink260.xml"/><Relationship Id="rId50" Type="http://schemas.openxmlformats.org/officeDocument/2006/relationships/customXml" Target="../ink/ink268.xml"/><Relationship Id="rId55" Type="http://schemas.openxmlformats.org/officeDocument/2006/relationships/image" Target="../media/image264.png"/><Relationship Id="rId76" Type="http://schemas.openxmlformats.org/officeDocument/2006/relationships/customXml" Target="../ink/ink281.xml"/><Relationship Id="rId97" Type="http://schemas.openxmlformats.org/officeDocument/2006/relationships/image" Target="../media/image285.png"/><Relationship Id="rId104" Type="http://schemas.openxmlformats.org/officeDocument/2006/relationships/customXml" Target="../ink/ink295.xml"/><Relationship Id="rId120" Type="http://schemas.openxmlformats.org/officeDocument/2006/relationships/customXml" Target="../ink/ink303.xml"/><Relationship Id="rId125" Type="http://schemas.openxmlformats.org/officeDocument/2006/relationships/image" Target="../media/image299.png"/><Relationship Id="rId141" Type="http://schemas.openxmlformats.org/officeDocument/2006/relationships/image" Target="../media/image307.png"/><Relationship Id="rId146" Type="http://schemas.openxmlformats.org/officeDocument/2006/relationships/customXml" Target="../ink/ink316.xml"/><Relationship Id="rId167" Type="http://schemas.openxmlformats.org/officeDocument/2006/relationships/image" Target="../media/image320.png"/><Relationship Id="rId7" Type="http://schemas.openxmlformats.org/officeDocument/2006/relationships/image" Target="../media/image240.png"/><Relationship Id="rId71" Type="http://schemas.openxmlformats.org/officeDocument/2006/relationships/image" Target="../media/image272.png"/><Relationship Id="rId92" Type="http://schemas.openxmlformats.org/officeDocument/2006/relationships/customXml" Target="../ink/ink289.xml"/><Relationship Id="rId162" Type="http://schemas.openxmlformats.org/officeDocument/2006/relationships/customXml" Target="../ink/ink324.xml"/><Relationship Id="rId2" Type="http://schemas.openxmlformats.org/officeDocument/2006/relationships/customXml" Target="../ink/ink244.xml"/><Relationship Id="rId29" Type="http://schemas.openxmlformats.org/officeDocument/2006/relationships/image" Target="../media/image251.png"/><Relationship Id="rId24" Type="http://schemas.openxmlformats.org/officeDocument/2006/relationships/customXml" Target="../ink/ink255.xml"/><Relationship Id="rId40" Type="http://schemas.openxmlformats.org/officeDocument/2006/relationships/customXml" Target="../ink/ink263.xml"/><Relationship Id="rId45" Type="http://schemas.openxmlformats.org/officeDocument/2006/relationships/image" Target="../media/image259.png"/><Relationship Id="rId66" Type="http://schemas.openxmlformats.org/officeDocument/2006/relationships/customXml" Target="../ink/ink276.xml"/><Relationship Id="rId87" Type="http://schemas.openxmlformats.org/officeDocument/2006/relationships/image" Target="../media/image280.png"/><Relationship Id="rId110" Type="http://schemas.openxmlformats.org/officeDocument/2006/relationships/customXml" Target="../ink/ink298.xml"/><Relationship Id="rId115" Type="http://schemas.openxmlformats.org/officeDocument/2006/relationships/image" Target="../media/image294.png"/><Relationship Id="rId131" Type="http://schemas.openxmlformats.org/officeDocument/2006/relationships/image" Target="../media/image302.png"/><Relationship Id="rId136" Type="http://schemas.openxmlformats.org/officeDocument/2006/relationships/customXml" Target="../ink/ink311.xml"/><Relationship Id="rId157" Type="http://schemas.openxmlformats.org/officeDocument/2006/relationships/image" Target="../media/image315.png"/><Relationship Id="rId178" Type="http://schemas.openxmlformats.org/officeDocument/2006/relationships/customXml" Target="../ink/ink332.xml"/><Relationship Id="rId61" Type="http://schemas.openxmlformats.org/officeDocument/2006/relationships/image" Target="../media/image267.png"/><Relationship Id="rId82" Type="http://schemas.openxmlformats.org/officeDocument/2006/relationships/customXml" Target="../ink/ink284.xml"/><Relationship Id="rId152" Type="http://schemas.openxmlformats.org/officeDocument/2006/relationships/customXml" Target="../ink/ink319.xml"/><Relationship Id="rId173" Type="http://schemas.openxmlformats.org/officeDocument/2006/relationships/image" Target="../media/image323.png"/><Relationship Id="rId19" Type="http://schemas.openxmlformats.org/officeDocument/2006/relationships/image" Target="../media/image246.png"/><Relationship Id="rId14" Type="http://schemas.openxmlformats.org/officeDocument/2006/relationships/customXml" Target="../ink/ink250.xml"/><Relationship Id="rId30" Type="http://schemas.openxmlformats.org/officeDocument/2006/relationships/customXml" Target="../ink/ink258.xml"/><Relationship Id="rId35" Type="http://schemas.openxmlformats.org/officeDocument/2006/relationships/image" Target="../media/image254.png"/><Relationship Id="rId56" Type="http://schemas.openxmlformats.org/officeDocument/2006/relationships/customXml" Target="../ink/ink271.xml"/><Relationship Id="rId77" Type="http://schemas.openxmlformats.org/officeDocument/2006/relationships/image" Target="../media/image275.png"/><Relationship Id="rId100" Type="http://schemas.openxmlformats.org/officeDocument/2006/relationships/customXml" Target="../ink/ink293.xml"/><Relationship Id="rId105" Type="http://schemas.openxmlformats.org/officeDocument/2006/relationships/image" Target="../media/image289.png"/><Relationship Id="rId126" Type="http://schemas.openxmlformats.org/officeDocument/2006/relationships/customXml" Target="../ink/ink306.xml"/><Relationship Id="rId147" Type="http://schemas.openxmlformats.org/officeDocument/2006/relationships/image" Target="../media/image310.png"/><Relationship Id="rId168" Type="http://schemas.openxmlformats.org/officeDocument/2006/relationships/customXml" Target="../ink/ink327.xml"/><Relationship Id="rId8" Type="http://schemas.openxmlformats.org/officeDocument/2006/relationships/customXml" Target="../ink/ink247.xml"/><Relationship Id="rId51" Type="http://schemas.openxmlformats.org/officeDocument/2006/relationships/image" Target="../media/image262.png"/><Relationship Id="rId72" Type="http://schemas.openxmlformats.org/officeDocument/2006/relationships/customXml" Target="../ink/ink279.xml"/><Relationship Id="rId93" Type="http://schemas.openxmlformats.org/officeDocument/2006/relationships/image" Target="../media/image283.png"/><Relationship Id="rId98" Type="http://schemas.openxmlformats.org/officeDocument/2006/relationships/customXml" Target="../ink/ink292.xml"/><Relationship Id="rId121" Type="http://schemas.openxmlformats.org/officeDocument/2006/relationships/image" Target="../media/image297.png"/><Relationship Id="rId142" Type="http://schemas.openxmlformats.org/officeDocument/2006/relationships/customXml" Target="../ink/ink314.xml"/><Relationship Id="rId163" Type="http://schemas.openxmlformats.org/officeDocument/2006/relationships/image" Target="../media/image318.png"/><Relationship Id="rId3" Type="http://schemas.openxmlformats.org/officeDocument/2006/relationships/image" Target="../media/image238.png"/><Relationship Id="rId25" Type="http://schemas.openxmlformats.org/officeDocument/2006/relationships/image" Target="../media/image249.png"/><Relationship Id="rId46" Type="http://schemas.openxmlformats.org/officeDocument/2006/relationships/customXml" Target="../ink/ink266.xml"/><Relationship Id="rId67" Type="http://schemas.openxmlformats.org/officeDocument/2006/relationships/image" Target="../media/image270.png"/><Relationship Id="rId116" Type="http://schemas.openxmlformats.org/officeDocument/2006/relationships/customXml" Target="../ink/ink301.xml"/><Relationship Id="rId137" Type="http://schemas.openxmlformats.org/officeDocument/2006/relationships/image" Target="../media/image305.png"/><Relationship Id="rId158" Type="http://schemas.openxmlformats.org/officeDocument/2006/relationships/customXml" Target="../ink/ink322.xml"/><Relationship Id="rId20" Type="http://schemas.openxmlformats.org/officeDocument/2006/relationships/customXml" Target="../ink/ink253.xml"/><Relationship Id="rId41" Type="http://schemas.openxmlformats.org/officeDocument/2006/relationships/image" Target="../media/image257.png"/><Relationship Id="rId62" Type="http://schemas.openxmlformats.org/officeDocument/2006/relationships/customXml" Target="../ink/ink274.xml"/><Relationship Id="rId83" Type="http://schemas.openxmlformats.org/officeDocument/2006/relationships/image" Target="../media/image278.png"/><Relationship Id="rId88" Type="http://schemas.openxmlformats.org/officeDocument/2006/relationships/customXml" Target="../ink/ink287.xml"/><Relationship Id="rId111" Type="http://schemas.openxmlformats.org/officeDocument/2006/relationships/image" Target="../media/image292.png"/><Relationship Id="rId132" Type="http://schemas.openxmlformats.org/officeDocument/2006/relationships/customXml" Target="../ink/ink309.xml"/><Relationship Id="rId153" Type="http://schemas.openxmlformats.org/officeDocument/2006/relationships/image" Target="../media/image313.png"/><Relationship Id="rId174" Type="http://schemas.openxmlformats.org/officeDocument/2006/relationships/customXml" Target="../ink/ink330.xml"/><Relationship Id="rId179" Type="http://schemas.openxmlformats.org/officeDocument/2006/relationships/image" Target="../media/image326.png"/><Relationship Id="rId15" Type="http://schemas.openxmlformats.org/officeDocument/2006/relationships/image" Target="../media/image244.png"/><Relationship Id="rId36" Type="http://schemas.openxmlformats.org/officeDocument/2006/relationships/customXml" Target="../ink/ink261.xml"/><Relationship Id="rId57" Type="http://schemas.openxmlformats.org/officeDocument/2006/relationships/image" Target="../media/image265.png"/><Relationship Id="rId106" Type="http://schemas.openxmlformats.org/officeDocument/2006/relationships/customXml" Target="../ink/ink296.xml"/><Relationship Id="rId127" Type="http://schemas.openxmlformats.org/officeDocument/2006/relationships/image" Target="../media/image300.png"/><Relationship Id="rId10" Type="http://schemas.openxmlformats.org/officeDocument/2006/relationships/customXml" Target="../ink/ink248.xml"/><Relationship Id="rId31" Type="http://schemas.openxmlformats.org/officeDocument/2006/relationships/image" Target="../media/image252.png"/><Relationship Id="rId52" Type="http://schemas.openxmlformats.org/officeDocument/2006/relationships/customXml" Target="../ink/ink269.xml"/><Relationship Id="rId73" Type="http://schemas.openxmlformats.org/officeDocument/2006/relationships/image" Target="../media/image273.png"/><Relationship Id="rId78" Type="http://schemas.openxmlformats.org/officeDocument/2006/relationships/customXml" Target="../ink/ink282.xml"/><Relationship Id="rId94" Type="http://schemas.openxmlformats.org/officeDocument/2006/relationships/customXml" Target="../ink/ink290.xml"/><Relationship Id="rId99" Type="http://schemas.openxmlformats.org/officeDocument/2006/relationships/image" Target="../media/image286.png"/><Relationship Id="rId101" Type="http://schemas.openxmlformats.org/officeDocument/2006/relationships/image" Target="../media/image287.png"/><Relationship Id="rId122" Type="http://schemas.openxmlformats.org/officeDocument/2006/relationships/customXml" Target="../ink/ink304.xml"/><Relationship Id="rId143" Type="http://schemas.openxmlformats.org/officeDocument/2006/relationships/image" Target="../media/image308.png"/><Relationship Id="rId148" Type="http://schemas.openxmlformats.org/officeDocument/2006/relationships/customXml" Target="../ink/ink317.xml"/><Relationship Id="rId164" Type="http://schemas.openxmlformats.org/officeDocument/2006/relationships/customXml" Target="../ink/ink325.xml"/><Relationship Id="rId169" Type="http://schemas.openxmlformats.org/officeDocument/2006/relationships/image" Target="../media/image321.png"/><Relationship Id="rId4" Type="http://schemas.openxmlformats.org/officeDocument/2006/relationships/customXml" Target="../ink/ink245.xml"/><Relationship Id="rId9" Type="http://schemas.openxmlformats.org/officeDocument/2006/relationships/image" Target="../media/image241.png"/><Relationship Id="rId26" Type="http://schemas.openxmlformats.org/officeDocument/2006/relationships/customXml" Target="../ink/ink256.xml"/><Relationship Id="rId47" Type="http://schemas.openxmlformats.org/officeDocument/2006/relationships/image" Target="../media/image260.png"/><Relationship Id="rId68" Type="http://schemas.openxmlformats.org/officeDocument/2006/relationships/customXml" Target="../ink/ink277.xml"/><Relationship Id="rId89" Type="http://schemas.openxmlformats.org/officeDocument/2006/relationships/image" Target="../media/image281.png"/><Relationship Id="rId112" Type="http://schemas.openxmlformats.org/officeDocument/2006/relationships/customXml" Target="../ink/ink299.xml"/><Relationship Id="rId133" Type="http://schemas.openxmlformats.org/officeDocument/2006/relationships/image" Target="../media/image303.png"/><Relationship Id="rId154" Type="http://schemas.openxmlformats.org/officeDocument/2006/relationships/customXml" Target="../ink/ink320.xml"/><Relationship Id="rId175" Type="http://schemas.openxmlformats.org/officeDocument/2006/relationships/image" Target="../media/image324.png"/><Relationship Id="rId16" Type="http://schemas.openxmlformats.org/officeDocument/2006/relationships/customXml" Target="../ink/ink251.xml"/><Relationship Id="rId37" Type="http://schemas.openxmlformats.org/officeDocument/2006/relationships/image" Target="../media/image255.png"/><Relationship Id="rId58" Type="http://schemas.openxmlformats.org/officeDocument/2006/relationships/customXml" Target="../ink/ink272.xml"/><Relationship Id="rId79" Type="http://schemas.openxmlformats.org/officeDocument/2006/relationships/image" Target="../media/image276.png"/><Relationship Id="rId102" Type="http://schemas.openxmlformats.org/officeDocument/2006/relationships/customXml" Target="../ink/ink294.xml"/><Relationship Id="rId123" Type="http://schemas.openxmlformats.org/officeDocument/2006/relationships/image" Target="../media/image298.png"/><Relationship Id="rId144" Type="http://schemas.openxmlformats.org/officeDocument/2006/relationships/customXml" Target="../ink/ink315.xml"/><Relationship Id="rId90" Type="http://schemas.openxmlformats.org/officeDocument/2006/relationships/customXml" Target="../ink/ink288.xml"/><Relationship Id="rId165" Type="http://schemas.openxmlformats.org/officeDocument/2006/relationships/image" Target="../media/image319.png"/><Relationship Id="rId27" Type="http://schemas.openxmlformats.org/officeDocument/2006/relationships/image" Target="../media/image250.png"/><Relationship Id="rId48" Type="http://schemas.openxmlformats.org/officeDocument/2006/relationships/customXml" Target="../ink/ink267.xml"/><Relationship Id="rId69" Type="http://schemas.openxmlformats.org/officeDocument/2006/relationships/image" Target="../media/image271.png"/><Relationship Id="rId113" Type="http://schemas.openxmlformats.org/officeDocument/2006/relationships/image" Target="../media/image293.png"/><Relationship Id="rId134" Type="http://schemas.openxmlformats.org/officeDocument/2006/relationships/customXml" Target="../ink/ink310.xml"/><Relationship Id="rId80" Type="http://schemas.openxmlformats.org/officeDocument/2006/relationships/customXml" Target="../ink/ink283.xml"/><Relationship Id="rId155" Type="http://schemas.openxmlformats.org/officeDocument/2006/relationships/image" Target="../media/image314.png"/><Relationship Id="rId176" Type="http://schemas.openxmlformats.org/officeDocument/2006/relationships/customXml" Target="../ink/ink331.xml"/><Relationship Id="rId17" Type="http://schemas.openxmlformats.org/officeDocument/2006/relationships/image" Target="../media/image245.png"/><Relationship Id="rId38" Type="http://schemas.openxmlformats.org/officeDocument/2006/relationships/customXml" Target="../ink/ink262.xml"/><Relationship Id="rId59" Type="http://schemas.openxmlformats.org/officeDocument/2006/relationships/image" Target="../media/image266.png"/><Relationship Id="rId103" Type="http://schemas.openxmlformats.org/officeDocument/2006/relationships/image" Target="../media/image288.png"/><Relationship Id="rId124" Type="http://schemas.openxmlformats.org/officeDocument/2006/relationships/customXml" Target="../ink/ink305.xml"/><Relationship Id="rId70" Type="http://schemas.openxmlformats.org/officeDocument/2006/relationships/customXml" Target="../ink/ink278.xml"/><Relationship Id="rId91" Type="http://schemas.openxmlformats.org/officeDocument/2006/relationships/image" Target="../media/image282.png"/><Relationship Id="rId145" Type="http://schemas.openxmlformats.org/officeDocument/2006/relationships/image" Target="../media/image309.png"/><Relationship Id="rId166" Type="http://schemas.openxmlformats.org/officeDocument/2006/relationships/customXml" Target="../ink/ink32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customXml" Target="../ink/ink341.xml"/><Relationship Id="rId26" Type="http://schemas.openxmlformats.org/officeDocument/2006/relationships/customXml" Target="../ink/ink345.xml"/><Relationship Id="rId39" Type="http://schemas.openxmlformats.org/officeDocument/2006/relationships/image" Target="../media/image382.png"/><Relationship Id="rId21" Type="http://schemas.openxmlformats.org/officeDocument/2006/relationships/image" Target="../media/image373.png"/><Relationship Id="rId34" Type="http://schemas.openxmlformats.org/officeDocument/2006/relationships/customXml" Target="../ink/ink349.xml"/><Relationship Id="rId42" Type="http://schemas.openxmlformats.org/officeDocument/2006/relationships/customXml" Target="../ink/ink353.xml"/><Relationship Id="rId47" Type="http://schemas.openxmlformats.org/officeDocument/2006/relationships/image" Target="../media/image386.png"/><Relationship Id="rId50" Type="http://schemas.openxmlformats.org/officeDocument/2006/relationships/customXml" Target="../ink/ink357.xml"/><Relationship Id="rId55" Type="http://schemas.openxmlformats.org/officeDocument/2006/relationships/image" Target="../media/image390.png"/><Relationship Id="rId7" Type="http://schemas.openxmlformats.org/officeDocument/2006/relationships/image" Target="../media/image367.png"/><Relationship Id="rId2" Type="http://schemas.openxmlformats.org/officeDocument/2006/relationships/customXml" Target="../ink/ink333.xml"/><Relationship Id="rId16" Type="http://schemas.openxmlformats.org/officeDocument/2006/relationships/customXml" Target="../ink/ink340.xml"/><Relationship Id="rId29" Type="http://schemas.openxmlformats.org/officeDocument/2006/relationships/image" Target="../media/image377.png"/><Relationship Id="rId11" Type="http://schemas.openxmlformats.org/officeDocument/2006/relationships/image" Target="../media/image369.png"/><Relationship Id="rId24" Type="http://schemas.openxmlformats.org/officeDocument/2006/relationships/customXml" Target="../ink/ink344.xml"/><Relationship Id="rId32" Type="http://schemas.openxmlformats.org/officeDocument/2006/relationships/customXml" Target="../ink/ink348.xml"/><Relationship Id="rId37" Type="http://schemas.openxmlformats.org/officeDocument/2006/relationships/image" Target="../media/image381.png"/><Relationship Id="rId40" Type="http://schemas.openxmlformats.org/officeDocument/2006/relationships/customXml" Target="../ink/ink352.xml"/><Relationship Id="rId45" Type="http://schemas.openxmlformats.org/officeDocument/2006/relationships/image" Target="../media/image385.png"/><Relationship Id="rId53" Type="http://schemas.openxmlformats.org/officeDocument/2006/relationships/image" Target="../media/image389.png"/><Relationship Id="rId5" Type="http://schemas.openxmlformats.org/officeDocument/2006/relationships/image" Target="../media/image366.png"/><Relationship Id="rId19" Type="http://schemas.openxmlformats.org/officeDocument/2006/relationships/image" Target="../media/image44.png"/><Relationship Id="rId4" Type="http://schemas.openxmlformats.org/officeDocument/2006/relationships/customXml" Target="../ink/ink334.xml"/><Relationship Id="rId9" Type="http://schemas.openxmlformats.org/officeDocument/2006/relationships/image" Target="../media/image368.png"/><Relationship Id="rId14" Type="http://schemas.openxmlformats.org/officeDocument/2006/relationships/customXml" Target="../ink/ink339.xml"/><Relationship Id="rId22" Type="http://schemas.openxmlformats.org/officeDocument/2006/relationships/customXml" Target="../ink/ink343.xml"/><Relationship Id="rId27" Type="http://schemas.openxmlformats.org/officeDocument/2006/relationships/image" Target="../media/image376.png"/><Relationship Id="rId30" Type="http://schemas.openxmlformats.org/officeDocument/2006/relationships/customXml" Target="../ink/ink347.xml"/><Relationship Id="rId35" Type="http://schemas.openxmlformats.org/officeDocument/2006/relationships/image" Target="../media/image380.png"/><Relationship Id="rId43" Type="http://schemas.openxmlformats.org/officeDocument/2006/relationships/image" Target="../media/image384.png"/><Relationship Id="rId48" Type="http://schemas.openxmlformats.org/officeDocument/2006/relationships/customXml" Target="../ink/ink356.xml"/><Relationship Id="rId56" Type="http://schemas.openxmlformats.org/officeDocument/2006/relationships/customXml" Target="../ink/ink360.xml"/><Relationship Id="rId8" Type="http://schemas.openxmlformats.org/officeDocument/2006/relationships/customXml" Target="../ink/ink336.xml"/><Relationship Id="rId51" Type="http://schemas.openxmlformats.org/officeDocument/2006/relationships/image" Target="../media/image388.png"/><Relationship Id="rId3" Type="http://schemas.openxmlformats.org/officeDocument/2006/relationships/image" Target="../media/image365.png"/><Relationship Id="rId12" Type="http://schemas.openxmlformats.org/officeDocument/2006/relationships/customXml" Target="../ink/ink338.xml"/><Relationship Id="rId17" Type="http://schemas.openxmlformats.org/officeDocument/2006/relationships/image" Target="../media/image372.png"/><Relationship Id="rId25" Type="http://schemas.openxmlformats.org/officeDocument/2006/relationships/image" Target="../media/image375.png"/><Relationship Id="rId33" Type="http://schemas.openxmlformats.org/officeDocument/2006/relationships/image" Target="../media/image379.png"/><Relationship Id="rId38" Type="http://schemas.openxmlformats.org/officeDocument/2006/relationships/customXml" Target="../ink/ink351.xml"/><Relationship Id="rId46" Type="http://schemas.openxmlformats.org/officeDocument/2006/relationships/customXml" Target="../ink/ink355.xml"/><Relationship Id="rId20" Type="http://schemas.openxmlformats.org/officeDocument/2006/relationships/customXml" Target="../ink/ink342.xml"/><Relationship Id="rId41" Type="http://schemas.openxmlformats.org/officeDocument/2006/relationships/image" Target="../media/image383.png"/><Relationship Id="rId54" Type="http://schemas.openxmlformats.org/officeDocument/2006/relationships/customXml" Target="../ink/ink3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5.xml"/><Relationship Id="rId15" Type="http://schemas.openxmlformats.org/officeDocument/2006/relationships/image" Target="../media/image371.png"/><Relationship Id="rId23" Type="http://schemas.openxmlformats.org/officeDocument/2006/relationships/image" Target="../media/image374.png"/><Relationship Id="rId28" Type="http://schemas.openxmlformats.org/officeDocument/2006/relationships/customXml" Target="../ink/ink346.xml"/><Relationship Id="rId36" Type="http://schemas.openxmlformats.org/officeDocument/2006/relationships/customXml" Target="../ink/ink350.xml"/><Relationship Id="rId49" Type="http://schemas.openxmlformats.org/officeDocument/2006/relationships/image" Target="../media/image387.png"/><Relationship Id="rId57" Type="http://schemas.openxmlformats.org/officeDocument/2006/relationships/image" Target="../media/image391.png"/><Relationship Id="rId10" Type="http://schemas.openxmlformats.org/officeDocument/2006/relationships/customXml" Target="../ink/ink337.xml"/><Relationship Id="rId31" Type="http://schemas.openxmlformats.org/officeDocument/2006/relationships/image" Target="../media/image378.png"/><Relationship Id="rId44" Type="http://schemas.openxmlformats.org/officeDocument/2006/relationships/customXml" Target="../ink/ink354.xml"/><Relationship Id="rId52" Type="http://schemas.openxmlformats.org/officeDocument/2006/relationships/customXml" Target="../ink/ink358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3.xml"/><Relationship Id="rId21" Type="http://schemas.openxmlformats.org/officeDocument/2006/relationships/image" Target="../media/image401.png"/><Relationship Id="rId42" Type="http://schemas.openxmlformats.org/officeDocument/2006/relationships/customXml" Target="../ink/ink380.xml"/><Relationship Id="rId47" Type="http://schemas.openxmlformats.org/officeDocument/2006/relationships/image" Target="../media/image414.png"/><Relationship Id="rId63" Type="http://schemas.openxmlformats.org/officeDocument/2006/relationships/image" Target="../media/image422.png"/><Relationship Id="rId68" Type="http://schemas.openxmlformats.org/officeDocument/2006/relationships/customXml" Target="../ink/ink393.xml"/><Relationship Id="rId84" Type="http://schemas.openxmlformats.org/officeDocument/2006/relationships/customXml" Target="../ink/ink401.xml"/><Relationship Id="rId89" Type="http://schemas.openxmlformats.org/officeDocument/2006/relationships/image" Target="../media/image434.png"/><Relationship Id="rId112" Type="http://schemas.openxmlformats.org/officeDocument/2006/relationships/customXml" Target="../ink/ink415.xml"/><Relationship Id="rId175" Type="http://schemas.openxmlformats.org/officeDocument/2006/relationships/image" Target="../media/image470.png"/><Relationship Id="rId16" Type="http://schemas.openxmlformats.org/officeDocument/2006/relationships/customXml" Target="../ink/ink368.xml"/><Relationship Id="rId107" Type="http://schemas.openxmlformats.org/officeDocument/2006/relationships/image" Target="../media/image443.png"/><Relationship Id="rId11" Type="http://schemas.openxmlformats.org/officeDocument/2006/relationships/image" Target="../media/image396.png"/><Relationship Id="rId37" Type="http://schemas.openxmlformats.org/officeDocument/2006/relationships/image" Target="../media/image409.png"/><Relationship Id="rId53" Type="http://schemas.openxmlformats.org/officeDocument/2006/relationships/image" Target="../media/image417.png"/><Relationship Id="rId58" Type="http://schemas.openxmlformats.org/officeDocument/2006/relationships/customXml" Target="../ink/ink388.xml"/><Relationship Id="rId74" Type="http://schemas.openxmlformats.org/officeDocument/2006/relationships/customXml" Target="../ink/ink396.xml"/><Relationship Id="rId79" Type="http://schemas.openxmlformats.org/officeDocument/2006/relationships/image" Target="../media/image429.png"/><Relationship Id="rId102" Type="http://schemas.openxmlformats.org/officeDocument/2006/relationships/customXml" Target="../ink/ink410.xml"/><Relationship Id="rId5" Type="http://schemas.openxmlformats.org/officeDocument/2006/relationships/image" Target="../media/image393.png"/><Relationship Id="rId90" Type="http://schemas.openxmlformats.org/officeDocument/2006/relationships/customXml" Target="../ink/ink404.xml"/><Relationship Id="rId95" Type="http://schemas.openxmlformats.org/officeDocument/2006/relationships/image" Target="../media/image437.png"/><Relationship Id="rId22" Type="http://schemas.openxmlformats.org/officeDocument/2006/relationships/customXml" Target="../ink/ink371.xml"/><Relationship Id="rId27" Type="http://schemas.openxmlformats.org/officeDocument/2006/relationships/image" Target="../media/image404.png"/><Relationship Id="rId43" Type="http://schemas.openxmlformats.org/officeDocument/2006/relationships/image" Target="../media/image412.png"/><Relationship Id="rId48" Type="http://schemas.openxmlformats.org/officeDocument/2006/relationships/customXml" Target="../ink/ink383.xml"/><Relationship Id="rId64" Type="http://schemas.openxmlformats.org/officeDocument/2006/relationships/customXml" Target="../ink/ink391.xml"/><Relationship Id="rId69" Type="http://schemas.openxmlformats.org/officeDocument/2006/relationships/image" Target="../media/image425.png"/><Relationship Id="rId113" Type="http://schemas.openxmlformats.org/officeDocument/2006/relationships/image" Target="../media/image446.png"/><Relationship Id="rId80" Type="http://schemas.openxmlformats.org/officeDocument/2006/relationships/customXml" Target="../ink/ink399.xml"/><Relationship Id="rId85" Type="http://schemas.openxmlformats.org/officeDocument/2006/relationships/image" Target="../media/image432.png"/><Relationship Id="rId176" Type="http://schemas.openxmlformats.org/officeDocument/2006/relationships/customXml" Target="../ink/ink418.xml"/><Relationship Id="rId12" Type="http://schemas.openxmlformats.org/officeDocument/2006/relationships/customXml" Target="../ink/ink366.xml"/><Relationship Id="rId17" Type="http://schemas.openxmlformats.org/officeDocument/2006/relationships/image" Target="../media/image399.png"/><Relationship Id="rId33" Type="http://schemas.openxmlformats.org/officeDocument/2006/relationships/image" Target="../media/image407.png"/><Relationship Id="rId38" Type="http://schemas.openxmlformats.org/officeDocument/2006/relationships/customXml" Target="../ink/ink378.xml"/><Relationship Id="rId59" Type="http://schemas.openxmlformats.org/officeDocument/2006/relationships/image" Target="../media/image420.png"/><Relationship Id="rId103" Type="http://schemas.openxmlformats.org/officeDocument/2006/relationships/image" Target="../media/image441.png"/><Relationship Id="rId108" Type="http://schemas.openxmlformats.org/officeDocument/2006/relationships/customXml" Target="../ink/ink413.xml"/><Relationship Id="rId54" Type="http://schemas.openxmlformats.org/officeDocument/2006/relationships/customXml" Target="../ink/ink386.xml"/><Relationship Id="rId70" Type="http://schemas.openxmlformats.org/officeDocument/2006/relationships/customXml" Target="../ink/ink394.xml"/><Relationship Id="rId75" Type="http://schemas.openxmlformats.org/officeDocument/2006/relationships/image" Target="../media/image44.png"/><Relationship Id="rId91" Type="http://schemas.openxmlformats.org/officeDocument/2006/relationships/image" Target="../media/image435.png"/><Relationship Id="rId96" Type="http://schemas.openxmlformats.org/officeDocument/2006/relationships/customXml" Target="../ink/ink4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3.xml"/><Relationship Id="rId23" Type="http://schemas.openxmlformats.org/officeDocument/2006/relationships/image" Target="../media/image402.png"/><Relationship Id="rId28" Type="http://schemas.openxmlformats.org/officeDocument/2006/relationships/customXml" Target="../ink/ink374.xml"/><Relationship Id="rId49" Type="http://schemas.openxmlformats.org/officeDocument/2006/relationships/image" Target="../media/image415.png"/><Relationship Id="rId114" Type="http://schemas.openxmlformats.org/officeDocument/2006/relationships/customXml" Target="../ink/ink416.xml"/><Relationship Id="rId10" Type="http://schemas.openxmlformats.org/officeDocument/2006/relationships/customXml" Target="../ink/ink365.xml"/><Relationship Id="rId44" Type="http://schemas.openxmlformats.org/officeDocument/2006/relationships/customXml" Target="../ink/ink381.xml"/><Relationship Id="rId52" Type="http://schemas.openxmlformats.org/officeDocument/2006/relationships/customXml" Target="../ink/ink385.xml"/><Relationship Id="rId60" Type="http://schemas.openxmlformats.org/officeDocument/2006/relationships/customXml" Target="../ink/ink389.xml"/><Relationship Id="rId65" Type="http://schemas.openxmlformats.org/officeDocument/2006/relationships/image" Target="../media/image423.png"/><Relationship Id="rId73" Type="http://schemas.openxmlformats.org/officeDocument/2006/relationships/image" Target="../media/image427.png"/><Relationship Id="rId78" Type="http://schemas.openxmlformats.org/officeDocument/2006/relationships/customXml" Target="../ink/ink398.xml"/><Relationship Id="rId81" Type="http://schemas.openxmlformats.org/officeDocument/2006/relationships/image" Target="../media/image430.png"/><Relationship Id="rId86" Type="http://schemas.openxmlformats.org/officeDocument/2006/relationships/customXml" Target="../ink/ink402.xml"/><Relationship Id="rId94" Type="http://schemas.openxmlformats.org/officeDocument/2006/relationships/customXml" Target="../ink/ink406.xml"/><Relationship Id="rId99" Type="http://schemas.openxmlformats.org/officeDocument/2006/relationships/image" Target="../media/image439.png"/><Relationship Id="rId101" Type="http://schemas.openxmlformats.org/officeDocument/2006/relationships/image" Target="../media/image440.png"/><Relationship Id="rId177" Type="http://schemas.openxmlformats.org/officeDocument/2006/relationships/image" Target="../media/image471.png"/><Relationship Id="rId4" Type="http://schemas.openxmlformats.org/officeDocument/2006/relationships/customXml" Target="../ink/ink362.xml"/><Relationship Id="rId9" Type="http://schemas.openxmlformats.org/officeDocument/2006/relationships/image" Target="../media/image395.png"/><Relationship Id="rId13" Type="http://schemas.openxmlformats.org/officeDocument/2006/relationships/image" Target="../media/image397.png"/><Relationship Id="rId18" Type="http://schemas.openxmlformats.org/officeDocument/2006/relationships/customXml" Target="../ink/ink369.xml"/><Relationship Id="rId39" Type="http://schemas.openxmlformats.org/officeDocument/2006/relationships/image" Target="../media/image410.png"/><Relationship Id="rId109" Type="http://schemas.openxmlformats.org/officeDocument/2006/relationships/image" Target="../media/image444.png"/><Relationship Id="rId34" Type="http://schemas.openxmlformats.org/officeDocument/2006/relationships/customXml" Target="../ink/ink376.xml"/><Relationship Id="rId50" Type="http://schemas.openxmlformats.org/officeDocument/2006/relationships/customXml" Target="../ink/ink384.xml"/><Relationship Id="rId55" Type="http://schemas.openxmlformats.org/officeDocument/2006/relationships/image" Target="../media/image418.png"/><Relationship Id="rId76" Type="http://schemas.openxmlformats.org/officeDocument/2006/relationships/customXml" Target="../ink/ink397.xml"/><Relationship Id="rId97" Type="http://schemas.openxmlformats.org/officeDocument/2006/relationships/image" Target="../media/image438.png"/><Relationship Id="rId104" Type="http://schemas.openxmlformats.org/officeDocument/2006/relationships/customXml" Target="../ink/ink411.xml"/><Relationship Id="rId7" Type="http://schemas.openxmlformats.org/officeDocument/2006/relationships/image" Target="../media/image394.png"/><Relationship Id="rId71" Type="http://schemas.openxmlformats.org/officeDocument/2006/relationships/image" Target="../media/image426.png"/><Relationship Id="rId92" Type="http://schemas.openxmlformats.org/officeDocument/2006/relationships/customXml" Target="../ink/ink405.xml"/><Relationship Id="rId2" Type="http://schemas.openxmlformats.org/officeDocument/2006/relationships/customXml" Target="../ink/ink361.xml"/><Relationship Id="rId29" Type="http://schemas.openxmlformats.org/officeDocument/2006/relationships/image" Target="../media/image405.png"/><Relationship Id="rId24" Type="http://schemas.openxmlformats.org/officeDocument/2006/relationships/customXml" Target="../ink/ink372.xml"/><Relationship Id="rId40" Type="http://schemas.openxmlformats.org/officeDocument/2006/relationships/customXml" Target="../ink/ink379.xml"/><Relationship Id="rId45" Type="http://schemas.openxmlformats.org/officeDocument/2006/relationships/image" Target="../media/image413.png"/><Relationship Id="rId66" Type="http://schemas.openxmlformats.org/officeDocument/2006/relationships/customXml" Target="../ink/ink392.xml"/><Relationship Id="rId87" Type="http://schemas.openxmlformats.org/officeDocument/2006/relationships/image" Target="../media/image433.png"/><Relationship Id="rId110" Type="http://schemas.openxmlformats.org/officeDocument/2006/relationships/customXml" Target="../ink/ink414.xml"/><Relationship Id="rId115" Type="http://schemas.openxmlformats.org/officeDocument/2006/relationships/image" Target="../media/image447.png"/><Relationship Id="rId178" Type="http://schemas.openxmlformats.org/officeDocument/2006/relationships/customXml" Target="../ink/ink419.xml"/><Relationship Id="rId61" Type="http://schemas.openxmlformats.org/officeDocument/2006/relationships/image" Target="../media/image421.png"/><Relationship Id="rId82" Type="http://schemas.openxmlformats.org/officeDocument/2006/relationships/customXml" Target="../ink/ink400.xml"/><Relationship Id="rId19" Type="http://schemas.openxmlformats.org/officeDocument/2006/relationships/image" Target="../media/image400.png"/><Relationship Id="rId14" Type="http://schemas.openxmlformats.org/officeDocument/2006/relationships/customXml" Target="../ink/ink367.xml"/><Relationship Id="rId30" Type="http://schemas.openxmlformats.org/officeDocument/2006/relationships/customXml" Target="../ink/ink375.xml"/><Relationship Id="rId35" Type="http://schemas.openxmlformats.org/officeDocument/2006/relationships/image" Target="../media/image408.png"/><Relationship Id="rId56" Type="http://schemas.openxmlformats.org/officeDocument/2006/relationships/customXml" Target="../ink/ink387.xml"/><Relationship Id="rId77" Type="http://schemas.openxmlformats.org/officeDocument/2006/relationships/image" Target="../media/image428.png"/><Relationship Id="rId100" Type="http://schemas.openxmlformats.org/officeDocument/2006/relationships/customXml" Target="../ink/ink409.xml"/><Relationship Id="rId105" Type="http://schemas.openxmlformats.org/officeDocument/2006/relationships/image" Target="../media/image442.png"/><Relationship Id="rId8" Type="http://schemas.openxmlformats.org/officeDocument/2006/relationships/customXml" Target="../ink/ink364.xml"/><Relationship Id="rId51" Type="http://schemas.openxmlformats.org/officeDocument/2006/relationships/image" Target="../media/image416.png"/><Relationship Id="rId72" Type="http://schemas.openxmlformats.org/officeDocument/2006/relationships/customXml" Target="../ink/ink395.xml"/><Relationship Id="rId93" Type="http://schemas.openxmlformats.org/officeDocument/2006/relationships/image" Target="../media/image436.png"/><Relationship Id="rId98" Type="http://schemas.openxmlformats.org/officeDocument/2006/relationships/customXml" Target="../ink/ink408.xml"/><Relationship Id="rId3" Type="http://schemas.openxmlformats.org/officeDocument/2006/relationships/image" Target="../media/image392.png"/><Relationship Id="rId25" Type="http://schemas.openxmlformats.org/officeDocument/2006/relationships/image" Target="../media/image403.png"/><Relationship Id="rId46" Type="http://schemas.openxmlformats.org/officeDocument/2006/relationships/customXml" Target="../ink/ink382.xml"/><Relationship Id="rId67" Type="http://schemas.openxmlformats.org/officeDocument/2006/relationships/image" Target="../media/image424.png"/><Relationship Id="rId116" Type="http://schemas.openxmlformats.org/officeDocument/2006/relationships/customXml" Target="../ink/ink417.xml"/><Relationship Id="rId20" Type="http://schemas.openxmlformats.org/officeDocument/2006/relationships/customXml" Target="../ink/ink370.xml"/><Relationship Id="rId41" Type="http://schemas.openxmlformats.org/officeDocument/2006/relationships/image" Target="../media/image411.png"/><Relationship Id="rId62" Type="http://schemas.openxmlformats.org/officeDocument/2006/relationships/customXml" Target="../ink/ink390.xml"/><Relationship Id="rId83" Type="http://schemas.openxmlformats.org/officeDocument/2006/relationships/image" Target="../media/image431.png"/><Relationship Id="rId88" Type="http://schemas.openxmlformats.org/officeDocument/2006/relationships/customXml" Target="../ink/ink403.xml"/><Relationship Id="rId111" Type="http://schemas.openxmlformats.org/officeDocument/2006/relationships/image" Target="../media/image445.png"/><Relationship Id="rId179" Type="http://schemas.openxmlformats.org/officeDocument/2006/relationships/image" Target="../media/image472.png"/><Relationship Id="rId15" Type="http://schemas.openxmlformats.org/officeDocument/2006/relationships/image" Target="../media/image398.png"/><Relationship Id="rId36" Type="http://schemas.openxmlformats.org/officeDocument/2006/relationships/customXml" Target="../ink/ink377.xml"/><Relationship Id="rId57" Type="http://schemas.openxmlformats.org/officeDocument/2006/relationships/image" Target="../media/image419.png"/><Relationship Id="rId106" Type="http://schemas.openxmlformats.org/officeDocument/2006/relationships/customXml" Target="../ink/ink41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3.xml"/><Relationship Id="rId42" Type="http://schemas.openxmlformats.org/officeDocument/2006/relationships/image" Target="../media/image479.png"/><Relationship Id="rId63" Type="http://schemas.openxmlformats.org/officeDocument/2006/relationships/customXml" Target="../ink/ink446.xml"/><Relationship Id="rId84" Type="http://schemas.openxmlformats.org/officeDocument/2006/relationships/image" Target="../media/image500.png"/><Relationship Id="rId138" Type="http://schemas.openxmlformats.org/officeDocument/2006/relationships/image" Target="../media/image527.png"/><Relationship Id="rId159" Type="http://schemas.openxmlformats.org/officeDocument/2006/relationships/customXml" Target="../ink/ink494.xml"/><Relationship Id="rId170" Type="http://schemas.openxmlformats.org/officeDocument/2006/relationships/image" Target="../media/image543.png"/><Relationship Id="rId191" Type="http://schemas.openxmlformats.org/officeDocument/2006/relationships/customXml" Target="../ink/ink510.xml"/><Relationship Id="rId205" Type="http://schemas.openxmlformats.org/officeDocument/2006/relationships/customXml" Target="../ink/ink517.xml"/><Relationship Id="rId226" Type="http://schemas.openxmlformats.org/officeDocument/2006/relationships/image" Target="../media/image571.png"/><Relationship Id="rId247" Type="http://schemas.openxmlformats.org/officeDocument/2006/relationships/customXml" Target="../ink/ink538.xml"/><Relationship Id="rId107" Type="http://schemas.openxmlformats.org/officeDocument/2006/relationships/customXml" Target="../ink/ink468.xml"/><Relationship Id="rId11" Type="http://schemas.openxmlformats.org/officeDocument/2006/relationships/image" Target="../media/image453.png"/><Relationship Id="rId32" Type="http://schemas.openxmlformats.org/officeDocument/2006/relationships/image" Target="../media/image474.png"/><Relationship Id="rId53" Type="http://schemas.openxmlformats.org/officeDocument/2006/relationships/customXml" Target="../ink/ink441.xml"/><Relationship Id="rId74" Type="http://schemas.openxmlformats.org/officeDocument/2006/relationships/image" Target="../media/image495.png"/><Relationship Id="rId128" Type="http://schemas.openxmlformats.org/officeDocument/2006/relationships/image" Target="../media/image522.png"/><Relationship Id="rId149" Type="http://schemas.openxmlformats.org/officeDocument/2006/relationships/customXml" Target="../ink/ink489.xml"/><Relationship Id="rId5" Type="http://schemas.openxmlformats.org/officeDocument/2006/relationships/image" Target="../media/image450.png"/><Relationship Id="rId95" Type="http://schemas.openxmlformats.org/officeDocument/2006/relationships/customXml" Target="../ink/ink462.xml"/><Relationship Id="rId160" Type="http://schemas.openxmlformats.org/officeDocument/2006/relationships/image" Target="../media/image538.png"/><Relationship Id="rId181" Type="http://schemas.openxmlformats.org/officeDocument/2006/relationships/customXml" Target="../ink/ink505.xml"/><Relationship Id="rId216" Type="http://schemas.openxmlformats.org/officeDocument/2006/relationships/image" Target="../media/image566.png"/><Relationship Id="rId237" Type="http://schemas.openxmlformats.org/officeDocument/2006/relationships/customXml" Target="../ink/ink533.xml"/><Relationship Id="rId43" Type="http://schemas.openxmlformats.org/officeDocument/2006/relationships/customXml" Target="../ink/ink436.xml"/><Relationship Id="rId64" Type="http://schemas.openxmlformats.org/officeDocument/2006/relationships/image" Target="../media/image490.png"/><Relationship Id="rId118" Type="http://schemas.openxmlformats.org/officeDocument/2006/relationships/image" Target="../media/image517.png"/><Relationship Id="rId139" Type="http://schemas.openxmlformats.org/officeDocument/2006/relationships/customXml" Target="../ink/ink484.xml"/><Relationship Id="rId85" Type="http://schemas.openxmlformats.org/officeDocument/2006/relationships/customXml" Target="../ink/ink457.xml"/><Relationship Id="rId150" Type="http://schemas.openxmlformats.org/officeDocument/2006/relationships/image" Target="../media/image533.png"/><Relationship Id="rId171" Type="http://schemas.openxmlformats.org/officeDocument/2006/relationships/customXml" Target="../ink/ink500.xml"/><Relationship Id="rId192" Type="http://schemas.openxmlformats.org/officeDocument/2006/relationships/image" Target="../media/image554.png"/><Relationship Id="rId206" Type="http://schemas.openxmlformats.org/officeDocument/2006/relationships/image" Target="../media/image561.png"/><Relationship Id="rId227" Type="http://schemas.openxmlformats.org/officeDocument/2006/relationships/customXml" Target="../ink/ink528.xml"/><Relationship Id="rId248" Type="http://schemas.openxmlformats.org/officeDocument/2006/relationships/image" Target="../media/image581.png"/><Relationship Id="rId12" Type="http://schemas.openxmlformats.org/officeDocument/2006/relationships/customXml" Target="../ink/ink425.xml"/><Relationship Id="rId33" Type="http://schemas.openxmlformats.org/officeDocument/2006/relationships/customXml" Target="../ink/ink431.xml"/><Relationship Id="rId108" Type="http://schemas.openxmlformats.org/officeDocument/2006/relationships/image" Target="../media/image512.png"/><Relationship Id="rId129" Type="http://schemas.openxmlformats.org/officeDocument/2006/relationships/customXml" Target="../ink/ink479.xml"/><Relationship Id="rId54" Type="http://schemas.openxmlformats.org/officeDocument/2006/relationships/image" Target="../media/image485.png"/><Relationship Id="rId75" Type="http://schemas.openxmlformats.org/officeDocument/2006/relationships/customXml" Target="../ink/ink452.xml"/><Relationship Id="rId96" Type="http://schemas.openxmlformats.org/officeDocument/2006/relationships/image" Target="../media/image506.png"/><Relationship Id="rId140" Type="http://schemas.openxmlformats.org/officeDocument/2006/relationships/image" Target="../media/image528.png"/><Relationship Id="rId161" Type="http://schemas.openxmlformats.org/officeDocument/2006/relationships/customXml" Target="../ink/ink495.xml"/><Relationship Id="rId182" Type="http://schemas.openxmlformats.org/officeDocument/2006/relationships/image" Target="../media/image549.png"/><Relationship Id="rId217" Type="http://schemas.openxmlformats.org/officeDocument/2006/relationships/customXml" Target="../ink/ink523.xml"/><Relationship Id="rId6" Type="http://schemas.openxmlformats.org/officeDocument/2006/relationships/customXml" Target="../ink/ink422.xml"/><Relationship Id="rId238" Type="http://schemas.openxmlformats.org/officeDocument/2006/relationships/image" Target="../media/image44.png"/><Relationship Id="rId119" Type="http://schemas.openxmlformats.org/officeDocument/2006/relationships/customXml" Target="../ink/ink474.xml"/><Relationship Id="rId44" Type="http://schemas.openxmlformats.org/officeDocument/2006/relationships/image" Target="../media/image480.png"/><Relationship Id="rId65" Type="http://schemas.openxmlformats.org/officeDocument/2006/relationships/customXml" Target="../ink/ink447.xml"/><Relationship Id="rId86" Type="http://schemas.openxmlformats.org/officeDocument/2006/relationships/image" Target="../media/image501.png"/><Relationship Id="rId130" Type="http://schemas.openxmlformats.org/officeDocument/2006/relationships/image" Target="../media/image523.png"/><Relationship Id="rId151" Type="http://schemas.openxmlformats.org/officeDocument/2006/relationships/customXml" Target="../ink/ink490.xml"/><Relationship Id="rId172" Type="http://schemas.openxmlformats.org/officeDocument/2006/relationships/image" Target="../media/image544.png"/><Relationship Id="rId193" Type="http://schemas.openxmlformats.org/officeDocument/2006/relationships/customXml" Target="../ink/ink511.xml"/><Relationship Id="rId207" Type="http://schemas.openxmlformats.org/officeDocument/2006/relationships/customXml" Target="../ink/ink518.xml"/><Relationship Id="rId228" Type="http://schemas.openxmlformats.org/officeDocument/2006/relationships/image" Target="../media/image572.png"/><Relationship Id="rId249" Type="http://schemas.openxmlformats.org/officeDocument/2006/relationships/customXml" Target="../ink/ink539.xml"/><Relationship Id="rId13" Type="http://schemas.openxmlformats.org/officeDocument/2006/relationships/image" Target="../media/image454.png"/><Relationship Id="rId109" Type="http://schemas.openxmlformats.org/officeDocument/2006/relationships/customXml" Target="../ink/ink469.xml"/><Relationship Id="rId34" Type="http://schemas.openxmlformats.org/officeDocument/2006/relationships/image" Target="../media/image475.png"/><Relationship Id="rId55" Type="http://schemas.openxmlformats.org/officeDocument/2006/relationships/customXml" Target="../ink/ink442.xml"/><Relationship Id="rId76" Type="http://schemas.openxmlformats.org/officeDocument/2006/relationships/image" Target="../media/image496.png"/><Relationship Id="rId97" Type="http://schemas.openxmlformats.org/officeDocument/2006/relationships/customXml" Target="../ink/ink463.xml"/><Relationship Id="rId120" Type="http://schemas.openxmlformats.org/officeDocument/2006/relationships/image" Target="../media/image518.png"/><Relationship Id="rId141" Type="http://schemas.openxmlformats.org/officeDocument/2006/relationships/customXml" Target="../ink/ink485.xml"/><Relationship Id="rId7" Type="http://schemas.openxmlformats.org/officeDocument/2006/relationships/image" Target="../media/image451.png"/><Relationship Id="rId162" Type="http://schemas.openxmlformats.org/officeDocument/2006/relationships/image" Target="../media/image539.png"/><Relationship Id="rId183" Type="http://schemas.openxmlformats.org/officeDocument/2006/relationships/customXml" Target="../ink/ink506.xml"/><Relationship Id="rId218" Type="http://schemas.openxmlformats.org/officeDocument/2006/relationships/image" Target="../media/image567.png"/><Relationship Id="rId239" Type="http://schemas.openxmlformats.org/officeDocument/2006/relationships/customXml" Target="../ink/ink534.xml"/><Relationship Id="rId250" Type="http://schemas.openxmlformats.org/officeDocument/2006/relationships/image" Target="../media/image582.png"/><Relationship Id="rId45" Type="http://schemas.openxmlformats.org/officeDocument/2006/relationships/customXml" Target="../ink/ink437.xml"/><Relationship Id="rId66" Type="http://schemas.openxmlformats.org/officeDocument/2006/relationships/image" Target="../media/image491.png"/><Relationship Id="rId87" Type="http://schemas.openxmlformats.org/officeDocument/2006/relationships/customXml" Target="../ink/ink458.xml"/><Relationship Id="rId110" Type="http://schemas.openxmlformats.org/officeDocument/2006/relationships/image" Target="../media/image513.png"/><Relationship Id="rId131" Type="http://schemas.openxmlformats.org/officeDocument/2006/relationships/customXml" Target="../ink/ink480.xml"/><Relationship Id="rId152" Type="http://schemas.openxmlformats.org/officeDocument/2006/relationships/image" Target="../media/image534.png"/><Relationship Id="rId173" Type="http://schemas.openxmlformats.org/officeDocument/2006/relationships/customXml" Target="../ink/ink501.xml"/><Relationship Id="rId194" Type="http://schemas.openxmlformats.org/officeDocument/2006/relationships/image" Target="../media/image555.png"/><Relationship Id="rId208" Type="http://schemas.openxmlformats.org/officeDocument/2006/relationships/image" Target="../media/image562.png"/><Relationship Id="rId229" Type="http://schemas.openxmlformats.org/officeDocument/2006/relationships/customXml" Target="../ink/ink529.xml"/><Relationship Id="rId240" Type="http://schemas.openxmlformats.org/officeDocument/2006/relationships/image" Target="../media/image577.png"/><Relationship Id="rId14" Type="http://schemas.openxmlformats.org/officeDocument/2006/relationships/customXml" Target="../ink/ink426.xml"/><Relationship Id="rId35" Type="http://schemas.openxmlformats.org/officeDocument/2006/relationships/customXml" Target="../ink/ink432.xml"/><Relationship Id="rId56" Type="http://schemas.openxmlformats.org/officeDocument/2006/relationships/image" Target="../media/image486.png"/><Relationship Id="rId77" Type="http://schemas.openxmlformats.org/officeDocument/2006/relationships/customXml" Target="../ink/ink453.xml"/><Relationship Id="rId100" Type="http://schemas.openxmlformats.org/officeDocument/2006/relationships/image" Target="../media/image508.png"/><Relationship Id="rId8" Type="http://schemas.openxmlformats.org/officeDocument/2006/relationships/customXml" Target="../ink/ink423.xml"/><Relationship Id="rId98" Type="http://schemas.openxmlformats.org/officeDocument/2006/relationships/image" Target="../media/image507.png"/><Relationship Id="rId121" Type="http://schemas.openxmlformats.org/officeDocument/2006/relationships/customXml" Target="../ink/ink475.xml"/><Relationship Id="rId142" Type="http://schemas.openxmlformats.org/officeDocument/2006/relationships/image" Target="../media/image529.png"/><Relationship Id="rId163" Type="http://schemas.openxmlformats.org/officeDocument/2006/relationships/customXml" Target="../ink/ink496.xml"/><Relationship Id="rId184" Type="http://schemas.openxmlformats.org/officeDocument/2006/relationships/image" Target="../media/image550.png"/><Relationship Id="rId219" Type="http://schemas.openxmlformats.org/officeDocument/2006/relationships/customXml" Target="../ink/ink524.xml"/><Relationship Id="rId230" Type="http://schemas.openxmlformats.org/officeDocument/2006/relationships/image" Target="../media/image573.png"/><Relationship Id="rId46" Type="http://schemas.openxmlformats.org/officeDocument/2006/relationships/image" Target="../media/image481.png"/><Relationship Id="rId67" Type="http://schemas.openxmlformats.org/officeDocument/2006/relationships/customXml" Target="../ink/ink448.xml"/><Relationship Id="rId88" Type="http://schemas.openxmlformats.org/officeDocument/2006/relationships/image" Target="../media/image502.png"/><Relationship Id="rId111" Type="http://schemas.openxmlformats.org/officeDocument/2006/relationships/customXml" Target="../ink/ink470.xml"/><Relationship Id="rId132" Type="http://schemas.openxmlformats.org/officeDocument/2006/relationships/image" Target="../media/image524.png"/><Relationship Id="rId153" Type="http://schemas.openxmlformats.org/officeDocument/2006/relationships/customXml" Target="../ink/ink491.xml"/><Relationship Id="rId174" Type="http://schemas.openxmlformats.org/officeDocument/2006/relationships/image" Target="../media/image545.png"/><Relationship Id="rId195" Type="http://schemas.openxmlformats.org/officeDocument/2006/relationships/customXml" Target="../ink/ink512.xml"/><Relationship Id="rId209" Type="http://schemas.openxmlformats.org/officeDocument/2006/relationships/customXml" Target="../ink/ink519.xml"/><Relationship Id="rId220" Type="http://schemas.openxmlformats.org/officeDocument/2006/relationships/image" Target="../media/image568.png"/><Relationship Id="rId241" Type="http://schemas.openxmlformats.org/officeDocument/2006/relationships/customXml" Target="../ink/ink535.xml"/><Relationship Id="rId15" Type="http://schemas.openxmlformats.org/officeDocument/2006/relationships/image" Target="../media/image455.png"/><Relationship Id="rId36" Type="http://schemas.openxmlformats.org/officeDocument/2006/relationships/image" Target="../media/image476.png"/><Relationship Id="rId57" Type="http://schemas.openxmlformats.org/officeDocument/2006/relationships/customXml" Target="../ink/ink443.xml"/><Relationship Id="rId106" Type="http://schemas.openxmlformats.org/officeDocument/2006/relationships/image" Target="../media/image511.png"/><Relationship Id="rId127" Type="http://schemas.openxmlformats.org/officeDocument/2006/relationships/customXml" Target="../ink/ink478.xml"/><Relationship Id="rId10" Type="http://schemas.openxmlformats.org/officeDocument/2006/relationships/customXml" Target="../ink/ink424.xml"/><Relationship Id="rId31" Type="http://schemas.openxmlformats.org/officeDocument/2006/relationships/customXml" Target="../ink/ink430.xml"/><Relationship Id="rId52" Type="http://schemas.openxmlformats.org/officeDocument/2006/relationships/image" Target="../media/image484.png"/><Relationship Id="rId73" Type="http://schemas.openxmlformats.org/officeDocument/2006/relationships/customXml" Target="../ink/ink451.xml"/><Relationship Id="rId78" Type="http://schemas.openxmlformats.org/officeDocument/2006/relationships/image" Target="../media/image497.png"/><Relationship Id="rId94" Type="http://schemas.openxmlformats.org/officeDocument/2006/relationships/image" Target="../media/image505.png"/><Relationship Id="rId99" Type="http://schemas.openxmlformats.org/officeDocument/2006/relationships/customXml" Target="../ink/ink464.xml"/><Relationship Id="rId101" Type="http://schemas.openxmlformats.org/officeDocument/2006/relationships/customXml" Target="../ink/ink465.xml"/><Relationship Id="rId122" Type="http://schemas.openxmlformats.org/officeDocument/2006/relationships/image" Target="../media/image519.png"/><Relationship Id="rId143" Type="http://schemas.openxmlformats.org/officeDocument/2006/relationships/customXml" Target="../ink/ink486.xml"/><Relationship Id="rId148" Type="http://schemas.openxmlformats.org/officeDocument/2006/relationships/image" Target="../media/image532.png"/><Relationship Id="rId164" Type="http://schemas.openxmlformats.org/officeDocument/2006/relationships/image" Target="../media/image540.png"/><Relationship Id="rId169" Type="http://schemas.openxmlformats.org/officeDocument/2006/relationships/customXml" Target="../ink/ink499.xml"/><Relationship Id="rId185" Type="http://schemas.openxmlformats.org/officeDocument/2006/relationships/customXml" Target="../ink/ink507.xml"/><Relationship Id="rId4" Type="http://schemas.openxmlformats.org/officeDocument/2006/relationships/customXml" Target="../ink/ink421.xml"/><Relationship Id="rId9" Type="http://schemas.openxmlformats.org/officeDocument/2006/relationships/image" Target="../media/image452.png"/><Relationship Id="rId180" Type="http://schemas.openxmlformats.org/officeDocument/2006/relationships/image" Target="../media/image548.png"/><Relationship Id="rId210" Type="http://schemas.openxmlformats.org/officeDocument/2006/relationships/image" Target="../media/image563.png"/><Relationship Id="rId215" Type="http://schemas.openxmlformats.org/officeDocument/2006/relationships/customXml" Target="../ink/ink522.xml"/><Relationship Id="rId236" Type="http://schemas.openxmlformats.org/officeDocument/2006/relationships/image" Target="../media/image576.png"/><Relationship Id="rId231" Type="http://schemas.openxmlformats.org/officeDocument/2006/relationships/customXml" Target="../ink/ink530.xml"/><Relationship Id="rId47" Type="http://schemas.openxmlformats.org/officeDocument/2006/relationships/customXml" Target="../ink/ink438.xml"/><Relationship Id="rId68" Type="http://schemas.openxmlformats.org/officeDocument/2006/relationships/image" Target="../media/image492.png"/><Relationship Id="rId89" Type="http://schemas.openxmlformats.org/officeDocument/2006/relationships/customXml" Target="../ink/ink459.xml"/><Relationship Id="rId112" Type="http://schemas.openxmlformats.org/officeDocument/2006/relationships/image" Target="../media/image514.png"/><Relationship Id="rId133" Type="http://schemas.openxmlformats.org/officeDocument/2006/relationships/customXml" Target="../ink/ink481.xml"/><Relationship Id="rId154" Type="http://schemas.openxmlformats.org/officeDocument/2006/relationships/image" Target="../media/image535.png"/><Relationship Id="rId175" Type="http://schemas.openxmlformats.org/officeDocument/2006/relationships/customXml" Target="../ink/ink502.xml"/><Relationship Id="rId196" Type="http://schemas.openxmlformats.org/officeDocument/2006/relationships/image" Target="../media/image556.png"/><Relationship Id="rId200" Type="http://schemas.openxmlformats.org/officeDocument/2006/relationships/image" Target="../media/image558.png"/><Relationship Id="rId16" Type="http://schemas.openxmlformats.org/officeDocument/2006/relationships/customXml" Target="../ink/ink427.xml"/><Relationship Id="rId221" Type="http://schemas.openxmlformats.org/officeDocument/2006/relationships/customXml" Target="../ink/ink525.xml"/><Relationship Id="rId242" Type="http://schemas.openxmlformats.org/officeDocument/2006/relationships/image" Target="../media/image578.png"/><Relationship Id="rId37" Type="http://schemas.openxmlformats.org/officeDocument/2006/relationships/customXml" Target="../ink/ink433.xml"/><Relationship Id="rId58" Type="http://schemas.openxmlformats.org/officeDocument/2006/relationships/image" Target="../media/image487.png"/><Relationship Id="rId79" Type="http://schemas.openxmlformats.org/officeDocument/2006/relationships/customXml" Target="../ink/ink454.xml"/><Relationship Id="rId102" Type="http://schemas.openxmlformats.org/officeDocument/2006/relationships/image" Target="../media/image509.png"/><Relationship Id="rId123" Type="http://schemas.openxmlformats.org/officeDocument/2006/relationships/customXml" Target="../ink/ink476.xml"/><Relationship Id="rId144" Type="http://schemas.openxmlformats.org/officeDocument/2006/relationships/image" Target="../media/image530.png"/><Relationship Id="rId90" Type="http://schemas.openxmlformats.org/officeDocument/2006/relationships/image" Target="../media/image503.png"/><Relationship Id="rId165" Type="http://schemas.openxmlformats.org/officeDocument/2006/relationships/customXml" Target="../ink/ink497.xml"/><Relationship Id="rId186" Type="http://schemas.openxmlformats.org/officeDocument/2006/relationships/image" Target="../media/image551.png"/><Relationship Id="rId211" Type="http://schemas.openxmlformats.org/officeDocument/2006/relationships/customXml" Target="../ink/ink520.xml"/><Relationship Id="rId232" Type="http://schemas.openxmlformats.org/officeDocument/2006/relationships/image" Target="../media/image574.png"/><Relationship Id="rId48" Type="http://schemas.openxmlformats.org/officeDocument/2006/relationships/image" Target="../media/image482.png"/><Relationship Id="rId69" Type="http://schemas.openxmlformats.org/officeDocument/2006/relationships/customXml" Target="../ink/ink449.xml"/><Relationship Id="rId113" Type="http://schemas.openxmlformats.org/officeDocument/2006/relationships/customXml" Target="../ink/ink471.xml"/><Relationship Id="rId134" Type="http://schemas.openxmlformats.org/officeDocument/2006/relationships/image" Target="../media/image525.png"/><Relationship Id="rId80" Type="http://schemas.openxmlformats.org/officeDocument/2006/relationships/image" Target="../media/image498.png"/><Relationship Id="rId155" Type="http://schemas.openxmlformats.org/officeDocument/2006/relationships/customXml" Target="../ink/ink492.xml"/><Relationship Id="rId176" Type="http://schemas.openxmlformats.org/officeDocument/2006/relationships/image" Target="../media/image546.png"/><Relationship Id="rId197" Type="http://schemas.openxmlformats.org/officeDocument/2006/relationships/customXml" Target="../ink/ink513.xml"/><Relationship Id="rId201" Type="http://schemas.openxmlformats.org/officeDocument/2006/relationships/customXml" Target="../ink/ink515.xml"/><Relationship Id="rId222" Type="http://schemas.openxmlformats.org/officeDocument/2006/relationships/image" Target="../media/image569.png"/><Relationship Id="rId243" Type="http://schemas.openxmlformats.org/officeDocument/2006/relationships/customXml" Target="../ink/ink536.xml"/><Relationship Id="rId17" Type="http://schemas.openxmlformats.org/officeDocument/2006/relationships/image" Target="../media/image456.png"/><Relationship Id="rId38" Type="http://schemas.openxmlformats.org/officeDocument/2006/relationships/image" Target="../media/image477.png"/><Relationship Id="rId59" Type="http://schemas.openxmlformats.org/officeDocument/2006/relationships/customXml" Target="../ink/ink444.xml"/><Relationship Id="rId103" Type="http://schemas.openxmlformats.org/officeDocument/2006/relationships/customXml" Target="../ink/ink466.xml"/><Relationship Id="rId124" Type="http://schemas.openxmlformats.org/officeDocument/2006/relationships/image" Target="../media/image520.png"/><Relationship Id="rId70" Type="http://schemas.openxmlformats.org/officeDocument/2006/relationships/image" Target="../media/image493.png"/><Relationship Id="rId91" Type="http://schemas.openxmlformats.org/officeDocument/2006/relationships/customXml" Target="../ink/ink460.xml"/><Relationship Id="rId145" Type="http://schemas.openxmlformats.org/officeDocument/2006/relationships/customXml" Target="../ink/ink487.xml"/><Relationship Id="rId166" Type="http://schemas.openxmlformats.org/officeDocument/2006/relationships/image" Target="../media/image541.png"/><Relationship Id="rId187" Type="http://schemas.openxmlformats.org/officeDocument/2006/relationships/customXml" Target="../ink/ink50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64.png"/><Relationship Id="rId233" Type="http://schemas.openxmlformats.org/officeDocument/2006/relationships/customXml" Target="../ink/ink531.xml"/><Relationship Id="rId49" Type="http://schemas.openxmlformats.org/officeDocument/2006/relationships/customXml" Target="../ink/ink439.xml"/><Relationship Id="rId114" Type="http://schemas.openxmlformats.org/officeDocument/2006/relationships/image" Target="../media/image515.png"/><Relationship Id="rId60" Type="http://schemas.openxmlformats.org/officeDocument/2006/relationships/image" Target="../media/image488.png"/><Relationship Id="rId81" Type="http://schemas.openxmlformats.org/officeDocument/2006/relationships/customXml" Target="../ink/ink455.xml"/><Relationship Id="rId135" Type="http://schemas.openxmlformats.org/officeDocument/2006/relationships/customXml" Target="../ink/ink482.xml"/><Relationship Id="rId156" Type="http://schemas.openxmlformats.org/officeDocument/2006/relationships/image" Target="../media/image536.png"/><Relationship Id="rId177" Type="http://schemas.openxmlformats.org/officeDocument/2006/relationships/customXml" Target="../ink/ink503.xml"/><Relationship Id="rId198" Type="http://schemas.openxmlformats.org/officeDocument/2006/relationships/image" Target="../media/image557.png"/><Relationship Id="rId202" Type="http://schemas.openxmlformats.org/officeDocument/2006/relationships/image" Target="../media/image559.png"/><Relationship Id="rId223" Type="http://schemas.openxmlformats.org/officeDocument/2006/relationships/customXml" Target="../ink/ink526.xml"/><Relationship Id="rId244" Type="http://schemas.openxmlformats.org/officeDocument/2006/relationships/image" Target="../media/image579.png"/><Relationship Id="rId18" Type="http://schemas.openxmlformats.org/officeDocument/2006/relationships/customXml" Target="../ink/ink428.xml"/><Relationship Id="rId39" Type="http://schemas.openxmlformats.org/officeDocument/2006/relationships/customXml" Target="../ink/ink434.xml"/><Relationship Id="rId50" Type="http://schemas.openxmlformats.org/officeDocument/2006/relationships/image" Target="../media/image483.png"/><Relationship Id="rId104" Type="http://schemas.openxmlformats.org/officeDocument/2006/relationships/image" Target="../media/image510.png"/><Relationship Id="rId125" Type="http://schemas.openxmlformats.org/officeDocument/2006/relationships/customXml" Target="../ink/ink477.xml"/><Relationship Id="rId146" Type="http://schemas.openxmlformats.org/officeDocument/2006/relationships/image" Target="../media/image531.png"/><Relationship Id="rId167" Type="http://schemas.openxmlformats.org/officeDocument/2006/relationships/customXml" Target="../ink/ink498.xml"/><Relationship Id="rId188" Type="http://schemas.openxmlformats.org/officeDocument/2006/relationships/image" Target="../media/image552.png"/><Relationship Id="rId71" Type="http://schemas.openxmlformats.org/officeDocument/2006/relationships/customXml" Target="../ink/ink450.xml"/><Relationship Id="rId92" Type="http://schemas.openxmlformats.org/officeDocument/2006/relationships/image" Target="../media/image504.png"/><Relationship Id="rId213" Type="http://schemas.openxmlformats.org/officeDocument/2006/relationships/customXml" Target="../ink/ink521.xml"/><Relationship Id="rId234" Type="http://schemas.openxmlformats.org/officeDocument/2006/relationships/image" Target="../media/image575.png"/><Relationship Id="rId2" Type="http://schemas.openxmlformats.org/officeDocument/2006/relationships/customXml" Target="../ink/ink420.xml"/><Relationship Id="rId40" Type="http://schemas.openxmlformats.org/officeDocument/2006/relationships/image" Target="../media/image478.png"/><Relationship Id="rId115" Type="http://schemas.openxmlformats.org/officeDocument/2006/relationships/customXml" Target="../ink/ink472.xml"/><Relationship Id="rId136" Type="http://schemas.openxmlformats.org/officeDocument/2006/relationships/image" Target="../media/image526.png"/><Relationship Id="rId157" Type="http://schemas.openxmlformats.org/officeDocument/2006/relationships/customXml" Target="../ink/ink493.xml"/><Relationship Id="rId178" Type="http://schemas.openxmlformats.org/officeDocument/2006/relationships/image" Target="../media/image547.png"/><Relationship Id="rId61" Type="http://schemas.openxmlformats.org/officeDocument/2006/relationships/customXml" Target="../ink/ink445.xml"/><Relationship Id="rId82" Type="http://schemas.openxmlformats.org/officeDocument/2006/relationships/image" Target="../media/image499.png"/><Relationship Id="rId199" Type="http://schemas.openxmlformats.org/officeDocument/2006/relationships/customXml" Target="../ink/ink514.xml"/><Relationship Id="rId203" Type="http://schemas.openxmlformats.org/officeDocument/2006/relationships/customXml" Target="../ink/ink516.xml"/><Relationship Id="rId19" Type="http://schemas.openxmlformats.org/officeDocument/2006/relationships/image" Target="../media/image457.png"/><Relationship Id="rId224" Type="http://schemas.openxmlformats.org/officeDocument/2006/relationships/image" Target="../media/image570.png"/><Relationship Id="rId245" Type="http://schemas.openxmlformats.org/officeDocument/2006/relationships/customXml" Target="../ink/ink537.xml"/><Relationship Id="rId30" Type="http://schemas.openxmlformats.org/officeDocument/2006/relationships/image" Target="../media/image473.png"/><Relationship Id="rId105" Type="http://schemas.openxmlformats.org/officeDocument/2006/relationships/customXml" Target="../ink/ink467.xml"/><Relationship Id="rId126" Type="http://schemas.openxmlformats.org/officeDocument/2006/relationships/image" Target="../media/image521.png"/><Relationship Id="rId147" Type="http://schemas.openxmlformats.org/officeDocument/2006/relationships/customXml" Target="../ink/ink488.xml"/><Relationship Id="rId168" Type="http://schemas.openxmlformats.org/officeDocument/2006/relationships/image" Target="../media/image542.png"/><Relationship Id="rId51" Type="http://schemas.openxmlformats.org/officeDocument/2006/relationships/customXml" Target="../ink/ink440.xml"/><Relationship Id="rId72" Type="http://schemas.openxmlformats.org/officeDocument/2006/relationships/image" Target="../media/image494.png"/><Relationship Id="rId93" Type="http://schemas.openxmlformats.org/officeDocument/2006/relationships/customXml" Target="../ink/ink461.xml"/><Relationship Id="rId189" Type="http://schemas.openxmlformats.org/officeDocument/2006/relationships/customXml" Target="../ink/ink509.xml"/><Relationship Id="rId3" Type="http://schemas.openxmlformats.org/officeDocument/2006/relationships/image" Target="../media/image449.png"/><Relationship Id="rId214" Type="http://schemas.openxmlformats.org/officeDocument/2006/relationships/image" Target="../media/image565.png"/><Relationship Id="rId235" Type="http://schemas.openxmlformats.org/officeDocument/2006/relationships/customXml" Target="../ink/ink532.xml"/><Relationship Id="rId116" Type="http://schemas.openxmlformats.org/officeDocument/2006/relationships/image" Target="../media/image516.png"/><Relationship Id="rId137" Type="http://schemas.openxmlformats.org/officeDocument/2006/relationships/customXml" Target="../ink/ink483.xml"/><Relationship Id="rId158" Type="http://schemas.openxmlformats.org/officeDocument/2006/relationships/image" Target="../media/image537.png"/><Relationship Id="rId20" Type="http://schemas.openxmlformats.org/officeDocument/2006/relationships/customXml" Target="../ink/ink429.xml"/><Relationship Id="rId41" Type="http://schemas.openxmlformats.org/officeDocument/2006/relationships/customXml" Target="../ink/ink435.xml"/><Relationship Id="rId62" Type="http://schemas.openxmlformats.org/officeDocument/2006/relationships/image" Target="../media/image489.png"/><Relationship Id="rId83" Type="http://schemas.openxmlformats.org/officeDocument/2006/relationships/customXml" Target="../ink/ink456.xml"/><Relationship Id="rId179" Type="http://schemas.openxmlformats.org/officeDocument/2006/relationships/customXml" Target="../ink/ink504.xml"/><Relationship Id="rId190" Type="http://schemas.openxmlformats.org/officeDocument/2006/relationships/image" Target="../media/image553.png"/><Relationship Id="rId204" Type="http://schemas.openxmlformats.org/officeDocument/2006/relationships/image" Target="../media/image560.png"/><Relationship Id="rId225" Type="http://schemas.openxmlformats.org/officeDocument/2006/relationships/customXml" Target="../ink/ink527.xml"/><Relationship Id="rId246" Type="http://schemas.openxmlformats.org/officeDocument/2006/relationships/image" Target="../media/image58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0.png"/><Relationship Id="rId21" Type="http://schemas.openxmlformats.org/officeDocument/2006/relationships/image" Target="../media/image592.png"/><Relationship Id="rId42" Type="http://schemas.openxmlformats.org/officeDocument/2006/relationships/customXml" Target="../ink/ink560.xml"/><Relationship Id="rId84" Type="http://schemas.openxmlformats.org/officeDocument/2006/relationships/customXml" Target="../ink/ink577.xml"/><Relationship Id="rId205" Type="http://schemas.openxmlformats.org/officeDocument/2006/relationships/image" Target="../media/image652.png"/><Relationship Id="rId107" Type="http://schemas.openxmlformats.org/officeDocument/2006/relationships/image" Target="../media/image635.png"/><Relationship Id="rId11" Type="http://schemas.openxmlformats.org/officeDocument/2006/relationships/image" Target="../media/image587.png"/><Relationship Id="rId32" Type="http://schemas.openxmlformats.org/officeDocument/2006/relationships/customXml" Target="../ink/ink555.xml"/><Relationship Id="rId37" Type="http://schemas.openxmlformats.org/officeDocument/2006/relationships/image" Target="../media/image600.png"/><Relationship Id="rId53" Type="http://schemas.openxmlformats.org/officeDocument/2006/relationships/image" Target="../media/image608.png"/><Relationship Id="rId58" Type="http://schemas.openxmlformats.org/officeDocument/2006/relationships/customXml" Target="../ink/ink568.xml"/><Relationship Id="rId74" Type="http://schemas.openxmlformats.org/officeDocument/2006/relationships/customXml" Target="../ink/ink572.xml"/><Relationship Id="rId79" Type="http://schemas.openxmlformats.org/officeDocument/2006/relationships/image" Target="../media/image621.png"/><Relationship Id="rId102" Type="http://schemas.openxmlformats.org/officeDocument/2006/relationships/customXml" Target="../ink/ink585.xml"/><Relationship Id="rId123" Type="http://schemas.openxmlformats.org/officeDocument/2006/relationships/image" Target="../media/image643.png"/><Relationship Id="rId5" Type="http://schemas.openxmlformats.org/officeDocument/2006/relationships/image" Target="../media/image584.png"/><Relationship Id="rId95" Type="http://schemas.openxmlformats.org/officeDocument/2006/relationships/image" Target="../media/image629.png"/><Relationship Id="rId216" Type="http://schemas.openxmlformats.org/officeDocument/2006/relationships/customXml" Target="../ink/ink610.xml"/><Relationship Id="rId211" Type="http://schemas.openxmlformats.org/officeDocument/2006/relationships/image" Target="../media/image655.png"/><Relationship Id="rId22" Type="http://schemas.openxmlformats.org/officeDocument/2006/relationships/customXml" Target="../ink/ink550.xml"/><Relationship Id="rId27" Type="http://schemas.openxmlformats.org/officeDocument/2006/relationships/image" Target="../media/image595.png"/><Relationship Id="rId43" Type="http://schemas.openxmlformats.org/officeDocument/2006/relationships/image" Target="../media/image603.png"/><Relationship Id="rId48" Type="http://schemas.openxmlformats.org/officeDocument/2006/relationships/customXml" Target="../ink/ink563.xml"/><Relationship Id="rId113" Type="http://schemas.openxmlformats.org/officeDocument/2006/relationships/image" Target="../media/image638.png"/><Relationship Id="rId118" Type="http://schemas.openxmlformats.org/officeDocument/2006/relationships/customXml" Target="../ink/ink593.xml"/><Relationship Id="rId290" Type="http://schemas.openxmlformats.org/officeDocument/2006/relationships/image" Target="../media/image1085.png"/><Relationship Id="rId80" Type="http://schemas.openxmlformats.org/officeDocument/2006/relationships/customXml" Target="../ink/ink575.xml"/><Relationship Id="rId85" Type="http://schemas.openxmlformats.org/officeDocument/2006/relationships/image" Target="../media/image624.png"/><Relationship Id="rId197" Type="http://schemas.openxmlformats.org/officeDocument/2006/relationships/image" Target="../media/image648.png"/><Relationship Id="rId206" Type="http://schemas.openxmlformats.org/officeDocument/2006/relationships/customXml" Target="../ink/ink605.xml"/><Relationship Id="rId201" Type="http://schemas.openxmlformats.org/officeDocument/2006/relationships/image" Target="../media/image650.png"/><Relationship Id="rId12" Type="http://schemas.openxmlformats.org/officeDocument/2006/relationships/customXml" Target="../ink/ink545.xml"/><Relationship Id="rId17" Type="http://schemas.openxmlformats.org/officeDocument/2006/relationships/image" Target="../media/image590.png"/><Relationship Id="rId33" Type="http://schemas.openxmlformats.org/officeDocument/2006/relationships/image" Target="../media/image598.png"/><Relationship Id="rId38" Type="http://schemas.openxmlformats.org/officeDocument/2006/relationships/customXml" Target="../ink/ink558.xml"/><Relationship Id="rId59" Type="http://schemas.openxmlformats.org/officeDocument/2006/relationships/image" Target="../media/image611.png"/><Relationship Id="rId103" Type="http://schemas.openxmlformats.org/officeDocument/2006/relationships/image" Target="../media/image633.png"/><Relationship Id="rId108" Type="http://schemas.openxmlformats.org/officeDocument/2006/relationships/customXml" Target="../ink/ink588.xml"/><Relationship Id="rId124" Type="http://schemas.openxmlformats.org/officeDocument/2006/relationships/customXml" Target="../ink/ink596.xml"/><Relationship Id="rId129" Type="http://schemas.openxmlformats.org/officeDocument/2006/relationships/image" Target="../media/image646.png"/><Relationship Id="rId54" Type="http://schemas.openxmlformats.org/officeDocument/2006/relationships/customXml" Target="../ink/ink566.xml"/><Relationship Id="rId75" Type="http://schemas.openxmlformats.org/officeDocument/2006/relationships/image" Target="../media/image619.png"/><Relationship Id="rId91" Type="http://schemas.openxmlformats.org/officeDocument/2006/relationships/image" Target="../media/image627.png"/><Relationship Id="rId96" Type="http://schemas.openxmlformats.org/officeDocument/2006/relationships/customXml" Target="../ink/ink582.xml"/><Relationship Id="rId217" Type="http://schemas.openxmlformats.org/officeDocument/2006/relationships/image" Target="../media/image6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2.xml"/><Relationship Id="rId212" Type="http://schemas.openxmlformats.org/officeDocument/2006/relationships/customXml" Target="../ink/ink608.xml"/><Relationship Id="rId23" Type="http://schemas.openxmlformats.org/officeDocument/2006/relationships/image" Target="../media/image593.png"/><Relationship Id="rId28" Type="http://schemas.openxmlformats.org/officeDocument/2006/relationships/customXml" Target="../ink/ink553.xml"/><Relationship Id="rId49" Type="http://schemas.openxmlformats.org/officeDocument/2006/relationships/image" Target="../media/image606.png"/><Relationship Id="rId114" Type="http://schemas.openxmlformats.org/officeDocument/2006/relationships/customXml" Target="../ink/ink591.xml"/><Relationship Id="rId119" Type="http://schemas.openxmlformats.org/officeDocument/2006/relationships/image" Target="../media/image641.png"/><Relationship Id="rId44" Type="http://schemas.openxmlformats.org/officeDocument/2006/relationships/customXml" Target="../ink/ink561.xml"/><Relationship Id="rId60" Type="http://schemas.openxmlformats.org/officeDocument/2006/relationships/customXml" Target="../ink/ink569.xml"/><Relationship Id="rId81" Type="http://schemas.openxmlformats.org/officeDocument/2006/relationships/image" Target="../media/image622.png"/><Relationship Id="rId86" Type="http://schemas.openxmlformats.org/officeDocument/2006/relationships/customXml" Target="../ink/ink578.xml"/><Relationship Id="rId130" Type="http://schemas.openxmlformats.org/officeDocument/2006/relationships/customXml" Target="../ink/ink598.xml"/><Relationship Id="rId198" Type="http://schemas.openxmlformats.org/officeDocument/2006/relationships/customXml" Target="../ink/ink601.xml"/><Relationship Id="rId202" Type="http://schemas.openxmlformats.org/officeDocument/2006/relationships/customXml" Target="../ink/ink603.xml"/><Relationship Id="rId207" Type="http://schemas.openxmlformats.org/officeDocument/2006/relationships/image" Target="../media/image653.png"/><Relationship Id="rId13" Type="http://schemas.openxmlformats.org/officeDocument/2006/relationships/image" Target="../media/image588.png"/><Relationship Id="rId18" Type="http://schemas.openxmlformats.org/officeDocument/2006/relationships/customXml" Target="../ink/ink548.xml"/><Relationship Id="rId39" Type="http://schemas.openxmlformats.org/officeDocument/2006/relationships/image" Target="../media/image601.png"/><Relationship Id="rId109" Type="http://schemas.openxmlformats.org/officeDocument/2006/relationships/image" Target="../media/image636.png"/><Relationship Id="rId34" Type="http://schemas.openxmlformats.org/officeDocument/2006/relationships/customXml" Target="../ink/ink556.xml"/><Relationship Id="rId50" Type="http://schemas.openxmlformats.org/officeDocument/2006/relationships/customXml" Target="../ink/ink564.xml"/><Relationship Id="rId55" Type="http://schemas.openxmlformats.org/officeDocument/2006/relationships/image" Target="../media/image609.png"/><Relationship Id="rId76" Type="http://schemas.openxmlformats.org/officeDocument/2006/relationships/customXml" Target="../ink/ink573.xml"/><Relationship Id="rId97" Type="http://schemas.openxmlformats.org/officeDocument/2006/relationships/image" Target="../media/image630.png"/><Relationship Id="rId104" Type="http://schemas.openxmlformats.org/officeDocument/2006/relationships/customXml" Target="../ink/ink586.xml"/><Relationship Id="rId120" Type="http://schemas.openxmlformats.org/officeDocument/2006/relationships/customXml" Target="../ink/ink594.xml"/><Relationship Id="rId125" Type="http://schemas.openxmlformats.org/officeDocument/2006/relationships/image" Target="../media/image644.png"/><Relationship Id="rId7" Type="http://schemas.openxmlformats.org/officeDocument/2006/relationships/image" Target="../media/image585.png"/><Relationship Id="rId71" Type="http://schemas.openxmlformats.org/officeDocument/2006/relationships/image" Target="../media/image617.png"/><Relationship Id="rId92" Type="http://schemas.openxmlformats.org/officeDocument/2006/relationships/customXml" Target="../ink/ink580.xml"/><Relationship Id="rId213" Type="http://schemas.openxmlformats.org/officeDocument/2006/relationships/image" Target="../media/image656.png"/><Relationship Id="rId218" Type="http://schemas.openxmlformats.org/officeDocument/2006/relationships/customXml" Target="../ink/ink611.xml"/><Relationship Id="rId2" Type="http://schemas.openxmlformats.org/officeDocument/2006/relationships/customXml" Target="../ink/ink540.xml"/><Relationship Id="rId29" Type="http://schemas.openxmlformats.org/officeDocument/2006/relationships/image" Target="../media/image596.png"/><Relationship Id="rId24" Type="http://schemas.openxmlformats.org/officeDocument/2006/relationships/customXml" Target="../ink/ink551.xml"/><Relationship Id="rId40" Type="http://schemas.openxmlformats.org/officeDocument/2006/relationships/customXml" Target="../ink/ink559.xml"/><Relationship Id="rId45" Type="http://schemas.openxmlformats.org/officeDocument/2006/relationships/image" Target="../media/image604.png"/><Relationship Id="rId87" Type="http://schemas.openxmlformats.org/officeDocument/2006/relationships/image" Target="../media/image625.png"/><Relationship Id="rId110" Type="http://schemas.openxmlformats.org/officeDocument/2006/relationships/customXml" Target="../ink/ink589.xml"/><Relationship Id="rId115" Type="http://schemas.openxmlformats.org/officeDocument/2006/relationships/image" Target="../media/image639.png"/><Relationship Id="rId61" Type="http://schemas.openxmlformats.org/officeDocument/2006/relationships/image" Target="../media/image612.png"/><Relationship Id="rId82" Type="http://schemas.openxmlformats.org/officeDocument/2006/relationships/customXml" Target="../ink/ink576.xml"/><Relationship Id="rId194" Type="http://schemas.openxmlformats.org/officeDocument/2006/relationships/image" Target="../media/image647.png"/><Relationship Id="rId199" Type="http://schemas.openxmlformats.org/officeDocument/2006/relationships/image" Target="../media/image649.png"/><Relationship Id="rId203" Type="http://schemas.openxmlformats.org/officeDocument/2006/relationships/image" Target="../media/image651.png"/><Relationship Id="rId208" Type="http://schemas.openxmlformats.org/officeDocument/2006/relationships/customXml" Target="../ink/ink606.xml"/><Relationship Id="rId19" Type="http://schemas.openxmlformats.org/officeDocument/2006/relationships/image" Target="../media/image591.png"/><Relationship Id="rId14" Type="http://schemas.openxmlformats.org/officeDocument/2006/relationships/customXml" Target="../ink/ink546.xml"/><Relationship Id="rId30" Type="http://schemas.openxmlformats.org/officeDocument/2006/relationships/customXml" Target="../ink/ink554.xml"/><Relationship Id="rId35" Type="http://schemas.openxmlformats.org/officeDocument/2006/relationships/image" Target="../media/image599.png"/><Relationship Id="rId56" Type="http://schemas.openxmlformats.org/officeDocument/2006/relationships/customXml" Target="../ink/ink567.xml"/><Relationship Id="rId77" Type="http://schemas.openxmlformats.org/officeDocument/2006/relationships/image" Target="../media/image620.png"/><Relationship Id="rId100" Type="http://schemas.openxmlformats.org/officeDocument/2006/relationships/customXml" Target="../ink/ink584.xml"/><Relationship Id="rId105" Type="http://schemas.openxmlformats.org/officeDocument/2006/relationships/image" Target="../media/image634.png"/><Relationship Id="rId126" Type="http://schemas.openxmlformats.org/officeDocument/2006/relationships/customXml" Target="../ink/ink597.xml"/><Relationship Id="rId8" Type="http://schemas.openxmlformats.org/officeDocument/2006/relationships/customXml" Target="../ink/ink543.xml"/><Relationship Id="rId51" Type="http://schemas.openxmlformats.org/officeDocument/2006/relationships/image" Target="../media/image607.png"/><Relationship Id="rId72" Type="http://schemas.openxmlformats.org/officeDocument/2006/relationships/customXml" Target="../ink/ink571.xml"/><Relationship Id="rId93" Type="http://schemas.openxmlformats.org/officeDocument/2006/relationships/image" Target="../media/image628.png"/><Relationship Id="rId98" Type="http://schemas.openxmlformats.org/officeDocument/2006/relationships/customXml" Target="../ink/ink583.xml"/><Relationship Id="rId121" Type="http://schemas.openxmlformats.org/officeDocument/2006/relationships/image" Target="../media/image642.png"/><Relationship Id="rId3" Type="http://schemas.openxmlformats.org/officeDocument/2006/relationships/image" Target="../media/image583.png"/><Relationship Id="rId214" Type="http://schemas.openxmlformats.org/officeDocument/2006/relationships/customXml" Target="../ink/ink609.xml"/><Relationship Id="rId25" Type="http://schemas.openxmlformats.org/officeDocument/2006/relationships/image" Target="../media/image594.png"/><Relationship Id="rId46" Type="http://schemas.openxmlformats.org/officeDocument/2006/relationships/customXml" Target="../ink/ink562.xml"/><Relationship Id="rId116" Type="http://schemas.openxmlformats.org/officeDocument/2006/relationships/customXml" Target="../ink/ink592.xml"/><Relationship Id="rId20" Type="http://schemas.openxmlformats.org/officeDocument/2006/relationships/customXml" Target="../ink/ink549.xml"/><Relationship Id="rId41" Type="http://schemas.openxmlformats.org/officeDocument/2006/relationships/image" Target="../media/image602.png"/><Relationship Id="rId62" Type="http://schemas.openxmlformats.org/officeDocument/2006/relationships/customXml" Target="../ink/ink570.xml"/><Relationship Id="rId83" Type="http://schemas.openxmlformats.org/officeDocument/2006/relationships/image" Target="../media/image623.png"/><Relationship Id="rId88" Type="http://schemas.openxmlformats.org/officeDocument/2006/relationships/customXml" Target="../ink/ink579.xml"/><Relationship Id="rId111" Type="http://schemas.openxmlformats.org/officeDocument/2006/relationships/image" Target="../media/image637.png"/><Relationship Id="rId195" Type="http://schemas.openxmlformats.org/officeDocument/2006/relationships/customXml" Target="../ink/ink599.xml"/><Relationship Id="rId209" Type="http://schemas.openxmlformats.org/officeDocument/2006/relationships/image" Target="../media/image654.png"/><Relationship Id="rId204" Type="http://schemas.openxmlformats.org/officeDocument/2006/relationships/customXml" Target="../ink/ink604.xml"/><Relationship Id="rId15" Type="http://schemas.openxmlformats.org/officeDocument/2006/relationships/image" Target="../media/image589.png"/><Relationship Id="rId36" Type="http://schemas.openxmlformats.org/officeDocument/2006/relationships/customXml" Target="../ink/ink557.xml"/><Relationship Id="rId57" Type="http://schemas.openxmlformats.org/officeDocument/2006/relationships/image" Target="../media/image610.png"/><Relationship Id="rId106" Type="http://schemas.openxmlformats.org/officeDocument/2006/relationships/customXml" Target="../ink/ink587.xml"/><Relationship Id="rId10" Type="http://schemas.openxmlformats.org/officeDocument/2006/relationships/customXml" Target="../ink/ink544.xml"/><Relationship Id="rId31" Type="http://schemas.openxmlformats.org/officeDocument/2006/relationships/image" Target="../media/image597.png"/><Relationship Id="rId52" Type="http://schemas.openxmlformats.org/officeDocument/2006/relationships/customXml" Target="../ink/ink565.xml"/><Relationship Id="rId73" Type="http://schemas.openxmlformats.org/officeDocument/2006/relationships/image" Target="../media/image618.png"/><Relationship Id="rId78" Type="http://schemas.openxmlformats.org/officeDocument/2006/relationships/customXml" Target="../ink/ink574.xml"/><Relationship Id="rId94" Type="http://schemas.openxmlformats.org/officeDocument/2006/relationships/customXml" Target="../ink/ink581.xml"/><Relationship Id="rId99" Type="http://schemas.openxmlformats.org/officeDocument/2006/relationships/image" Target="../media/image631.png"/><Relationship Id="rId101" Type="http://schemas.openxmlformats.org/officeDocument/2006/relationships/image" Target="../media/image632.png"/><Relationship Id="rId122" Type="http://schemas.openxmlformats.org/officeDocument/2006/relationships/customXml" Target="../ink/ink595.xml"/><Relationship Id="rId4" Type="http://schemas.openxmlformats.org/officeDocument/2006/relationships/customXml" Target="../ink/ink541.xml"/><Relationship Id="rId9" Type="http://schemas.openxmlformats.org/officeDocument/2006/relationships/image" Target="../media/image586.png"/><Relationship Id="rId210" Type="http://schemas.openxmlformats.org/officeDocument/2006/relationships/customXml" Target="../ink/ink607.xml"/><Relationship Id="rId215" Type="http://schemas.openxmlformats.org/officeDocument/2006/relationships/image" Target="../media/image657.png"/><Relationship Id="rId26" Type="http://schemas.openxmlformats.org/officeDocument/2006/relationships/customXml" Target="../ink/ink552.xml"/><Relationship Id="rId47" Type="http://schemas.openxmlformats.org/officeDocument/2006/relationships/image" Target="../media/image605.png"/><Relationship Id="rId112" Type="http://schemas.openxmlformats.org/officeDocument/2006/relationships/customXml" Target="../ink/ink590.xml"/><Relationship Id="rId196" Type="http://schemas.openxmlformats.org/officeDocument/2006/relationships/customXml" Target="../ink/ink600.xml"/><Relationship Id="rId200" Type="http://schemas.openxmlformats.org/officeDocument/2006/relationships/customXml" Target="../ink/ink602.xml"/><Relationship Id="rId16" Type="http://schemas.openxmlformats.org/officeDocument/2006/relationships/customXml" Target="../ink/ink54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7.png"/><Relationship Id="rId21" Type="http://schemas.openxmlformats.org/officeDocument/2006/relationships/image" Target="../media/image467.png"/><Relationship Id="rId42" Type="http://schemas.openxmlformats.org/officeDocument/2006/relationships/customXml" Target="../ink/ink626.xml"/><Relationship Id="rId63" Type="http://schemas.openxmlformats.org/officeDocument/2006/relationships/image" Target="../media/image670.png"/><Relationship Id="rId84" Type="http://schemas.openxmlformats.org/officeDocument/2006/relationships/customXml" Target="../ink/ink647.xml"/><Relationship Id="rId138" Type="http://schemas.openxmlformats.org/officeDocument/2006/relationships/customXml" Target="../ink/ink674.xml"/><Relationship Id="rId159" Type="http://schemas.openxmlformats.org/officeDocument/2006/relationships/image" Target="../media/image718.png"/><Relationship Id="rId170" Type="http://schemas.openxmlformats.org/officeDocument/2006/relationships/customXml" Target="../ink/ink690.xml"/><Relationship Id="rId191" Type="http://schemas.openxmlformats.org/officeDocument/2006/relationships/image" Target="../media/image734.png"/><Relationship Id="rId107" Type="http://schemas.openxmlformats.org/officeDocument/2006/relationships/image" Target="../media/image692.png"/><Relationship Id="rId11" Type="http://schemas.openxmlformats.org/officeDocument/2006/relationships/image" Target="../media/image462.png"/><Relationship Id="rId53" Type="http://schemas.openxmlformats.org/officeDocument/2006/relationships/image" Target="../media/image665.png"/><Relationship Id="rId74" Type="http://schemas.openxmlformats.org/officeDocument/2006/relationships/customXml" Target="../ink/ink642.xml"/><Relationship Id="rId128" Type="http://schemas.openxmlformats.org/officeDocument/2006/relationships/customXml" Target="../ink/ink669.xml"/><Relationship Id="rId149" Type="http://schemas.openxmlformats.org/officeDocument/2006/relationships/image" Target="../media/image713.png"/><Relationship Id="rId5" Type="http://schemas.openxmlformats.org/officeDocument/2006/relationships/image" Target="../media/image459.png"/><Relationship Id="rId95" Type="http://schemas.openxmlformats.org/officeDocument/2006/relationships/image" Target="../media/image686.png"/><Relationship Id="rId160" Type="http://schemas.openxmlformats.org/officeDocument/2006/relationships/customXml" Target="../ink/ink685.xml"/><Relationship Id="rId181" Type="http://schemas.openxmlformats.org/officeDocument/2006/relationships/image" Target="../media/image729.png"/><Relationship Id="rId22" Type="http://schemas.openxmlformats.org/officeDocument/2006/relationships/customXml" Target="../ink/ink622.xml"/><Relationship Id="rId43" Type="http://schemas.openxmlformats.org/officeDocument/2006/relationships/image" Target="../media/image44.png"/><Relationship Id="rId64" Type="http://schemas.openxmlformats.org/officeDocument/2006/relationships/customXml" Target="../ink/ink637.xml"/><Relationship Id="rId118" Type="http://schemas.openxmlformats.org/officeDocument/2006/relationships/customXml" Target="../ink/ink664.xml"/><Relationship Id="rId139" Type="http://schemas.openxmlformats.org/officeDocument/2006/relationships/image" Target="../media/image708.png"/><Relationship Id="rId85" Type="http://schemas.openxmlformats.org/officeDocument/2006/relationships/image" Target="../media/image681.png"/><Relationship Id="rId150" Type="http://schemas.openxmlformats.org/officeDocument/2006/relationships/customXml" Target="../ink/ink680.xml"/><Relationship Id="rId171" Type="http://schemas.openxmlformats.org/officeDocument/2006/relationships/image" Target="../media/image724.png"/><Relationship Id="rId192" Type="http://schemas.openxmlformats.org/officeDocument/2006/relationships/customXml" Target="../ink/ink701.xml"/><Relationship Id="rId12" Type="http://schemas.openxmlformats.org/officeDocument/2006/relationships/customXml" Target="../ink/ink617.xml"/><Relationship Id="rId108" Type="http://schemas.openxmlformats.org/officeDocument/2006/relationships/customXml" Target="../ink/ink659.xml"/><Relationship Id="rId129" Type="http://schemas.openxmlformats.org/officeDocument/2006/relationships/image" Target="../media/image703.png"/><Relationship Id="rId54" Type="http://schemas.openxmlformats.org/officeDocument/2006/relationships/customXml" Target="../ink/ink632.xml"/><Relationship Id="rId75" Type="http://schemas.openxmlformats.org/officeDocument/2006/relationships/image" Target="../media/image676.png"/><Relationship Id="rId96" Type="http://schemas.openxmlformats.org/officeDocument/2006/relationships/customXml" Target="../ink/ink653.xml"/><Relationship Id="rId140" Type="http://schemas.openxmlformats.org/officeDocument/2006/relationships/customXml" Target="../ink/ink675.xml"/><Relationship Id="rId161" Type="http://schemas.openxmlformats.org/officeDocument/2006/relationships/image" Target="../media/image719.png"/><Relationship Id="rId182" Type="http://schemas.openxmlformats.org/officeDocument/2006/relationships/customXml" Target="../ink/ink696.xml"/><Relationship Id="rId6" Type="http://schemas.openxmlformats.org/officeDocument/2006/relationships/customXml" Target="../ink/ink614.xml"/><Relationship Id="rId23" Type="http://schemas.openxmlformats.org/officeDocument/2006/relationships/image" Target="../media/image468.png"/><Relationship Id="rId119" Type="http://schemas.openxmlformats.org/officeDocument/2006/relationships/image" Target="../media/image698.png"/><Relationship Id="rId44" Type="http://schemas.openxmlformats.org/officeDocument/2006/relationships/customXml" Target="../ink/ink627.xml"/><Relationship Id="rId65" Type="http://schemas.openxmlformats.org/officeDocument/2006/relationships/image" Target="../media/image671.png"/><Relationship Id="rId86" Type="http://schemas.openxmlformats.org/officeDocument/2006/relationships/customXml" Target="../ink/ink648.xml"/><Relationship Id="rId130" Type="http://schemas.openxmlformats.org/officeDocument/2006/relationships/customXml" Target="../ink/ink670.xml"/><Relationship Id="rId151" Type="http://schemas.openxmlformats.org/officeDocument/2006/relationships/image" Target="../media/image714.png"/><Relationship Id="rId172" Type="http://schemas.openxmlformats.org/officeDocument/2006/relationships/customXml" Target="../ink/ink691.xml"/><Relationship Id="rId193" Type="http://schemas.openxmlformats.org/officeDocument/2006/relationships/customXml" Target="../ink/ink702.xml"/><Relationship Id="rId13" Type="http://schemas.openxmlformats.org/officeDocument/2006/relationships/image" Target="../media/image463.png"/><Relationship Id="rId18" Type="http://schemas.openxmlformats.org/officeDocument/2006/relationships/customXml" Target="../ink/ink620.xml"/><Relationship Id="rId39" Type="http://schemas.openxmlformats.org/officeDocument/2006/relationships/image" Target="../media/image659.png"/><Relationship Id="rId109" Type="http://schemas.openxmlformats.org/officeDocument/2006/relationships/image" Target="../media/image693.png"/><Relationship Id="rId50" Type="http://schemas.openxmlformats.org/officeDocument/2006/relationships/customXml" Target="../ink/ink630.xml"/><Relationship Id="rId55" Type="http://schemas.openxmlformats.org/officeDocument/2006/relationships/image" Target="../media/image666.png"/><Relationship Id="rId76" Type="http://schemas.openxmlformats.org/officeDocument/2006/relationships/customXml" Target="../ink/ink643.xml"/><Relationship Id="rId97" Type="http://schemas.openxmlformats.org/officeDocument/2006/relationships/image" Target="../media/image687.png"/><Relationship Id="rId104" Type="http://schemas.openxmlformats.org/officeDocument/2006/relationships/customXml" Target="../ink/ink657.xml"/><Relationship Id="rId120" Type="http://schemas.openxmlformats.org/officeDocument/2006/relationships/customXml" Target="../ink/ink665.xml"/><Relationship Id="rId125" Type="http://schemas.openxmlformats.org/officeDocument/2006/relationships/image" Target="../media/image701.png"/><Relationship Id="rId141" Type="http://schemas.openxmlformats.org/officeDocument/2006/relationships/image" Target="../media/image709.png"/><Relationship Id="rId146" Type="http://schemas.openxmlformats.org/officeDocument/2006/relationships/customXml" Target="../ink/ink678.xml"/><Relationship Id="rId167" Type="http://schemas.openxmlformats.org/officeDocument/2006/relationships/image" Target="../media/image722.png"/><Relationship Id="rId188" Type="http://schemas.openxmlformats.org/officeDocument/2006/relationships/customXml" Target="../ink/ink699.xml"/><Relationship Id="rId7" Type="http://schemas.openxmlformats.org/officeDocument/2006/relationships/image" Target="../media/image460.png"/><Relationship Id="rId71" Type="http://schemas.openxmlformats.org/officeDocument/2006/relationships/image" Target="../media/image674.png"/><Relationship Id="rId92" Type="http://schemas.openxmlformats.org/officeDocument/2006/relationships/customXml" Target="../ink/ink651.xml"/><Relationship Id="rId162" Type="http://schemas.openxmlformats.org/officeDocument/2006/relationships/customXml" Target="../ink/ink686.xml"/><Relationship Id="rId183" Type="http://schemas.openxmlformats.org/officeDocument/2006/relationships/image" Target="../media/image730.png"/><Relationship Id="rId2" Type="http://schemas.openxmlformats.org/officeDocument/2006/relationships/customXml" Target="../ink/ink612.xml"/><Relationship Id="rId24" Type="http://schemas.openxmlformats.org/officeDocument/2006/relationships/customXml" Target="../ink/ink623.xml"/><Relationship Id="rId40" Type="http://schemas.openxmlformats.org/officeDocument/2006/relationships/customXml" Target="../ink/ink625.xml"/><Relationship Id="rId45" Type="http://schemas.openxmlformats.org/officeDocument/2006/relationships/image" Target="../media/image661.png"/><Relationship Id="rId66" Type="http://schemas.openxmlformats.org/officeDocument/2006/relationships/customXml" Target="../ink/ink638.xml"/><Relationship Id="rId87" Type="http://schemas.openxmlformats.org/officeDocument/2006/relationships/image" Target="../media/image682.png"/><Relationship Id="rId110" Type="http://schemas.openxmlformats.org/officeDocument/2006/relationships/customXml" Target="../ink/ink660.xml"/><Relationship Id="rId115" Type="http://schemas.openxmlformats.org/officeDocument/2006/relationships/image" Target="../media/image696.png"/><Relationship Id="rId131" Type="http://schemas.openxmlformats.org/officeDocument/2006/relationships/image" Target="../media/image704.png"/><Relationship Id="rId136" Type="http://schemas.openxmlformats.org/officeDocument/2006/relationships/customXml" Target="../ink/ink673.xml"/><Relationship Id="rId157" Type="http://schemas.openxmlformats.org/officeDocument/2006/relationships/image" Target="../media/image717.png"/><Relationship Id="rId178" Type="http://schemas.openxmlformats.org/officeDocument/2006/relationships/customXml" Target="../ink/ink694.xml"/><Relationship Id="rId61" Type="http://schemas.openxmlformats.org/officeDocument/2006/relationships/image" Target="../media/image669.png"/><Relationship Id="rId82" Type="http://schemas.openxmlformats.org/officeDocument/2006/relationships/customXml" Target="../ink/ink646.xml"/><Relationship Id="rId152" Type="http://schemas.openxmlformats.org/officeDocument/2006/relationships/customXml" Target="../ink/ink681.xml"/><Relationship Id="rId173" Type="http://schemas.openxmlformats.org/officeDocument/2006/relationships/image" Target="../media/image725.png"/><Relationship Id="rId194" Type="http://schemas.openxmlformats.org/officeDocument/2006/relationships/image" Target="../media/image735.png"/><Relationship Id="rId199" Type="http://schemas.openxmlformats.org/officeDocument/2006/relationships/image" Target="../media/image737.png"/><Relationship Id="rId19" Type="http://schemas.openxmlformats.org/officeDocument/2006/relationships/image" Target="../media/image466.png"/><Relationship Id="rId14" Type="http://schemas.openxmlformats.org/officeDocument/2006/relationships/customXml" Target="../ink/ink618.xml"/><Relationship Id="rId56" Type="http://schemas.openxmlformats.org/officeDocument/2006/relationships/customXml" Target="../ink/ink633.xml"/><Relationship Id="rId77" Type="http://schemas.openxmlformats.org/officeDocument/2006/relationships/image" Target="../media/image677.png"/><Relationship Id="rId100" Type="http://schemas.openxmlformats.org/officeDocument/2006/relationships/customXml" Target="../ink/ink655.xml"/><Relationship Id="rId105" Type="http://schemas.openxmlformats.org/officeDocument/2006/relationships/image" Target="../media/image691.png"/><Relationship Id="rId126" Type="http://schemas.openxmlformats.org/officeDocument/2006/relationships/customXml" Target="../ink/ink668.xml"/><Relationship Id="rId147" Type="http://schemas.openxmlformats.org/officeDocument/2006/relationships/image" Target="../media/image712.png"/><Relationship Id="rId168" Type="http://schemas.openxmlformats.org/officeDocument/2006/relationships/customXml" Target="../ink/ink689.xml"/><Relationship Id="rId8" Type="http://schemas.openxmlformats.org/officeDocument/2006/relationships/customXml" Target="../ink/ink615.xml"/><Relationship Id="rId51" Type="http://schemas.openxmlformats.org/officeDocument/2006/relationships/image" Target="../media/image664.png"/><Relationship Id="rId72" Type="http://schemas.openxmlformats.org/officeDocument/2006/relationships/customXml" Target="../ink/ink641.xml"/><Relationship Id="rId93" Type="http://schemas.openxmlformats.org/officeDocument/2006/relationships/image" Target="../media/image685.png"/><Relationship Id="rId98" Type="http://schemas.openxmlformats.org/officeDocument/2006/relationships/customXml" Target="../ink/ink654.xml"/><Relationship Id="rId121" Type="http://schemas.openxmlformats.org/officeDocument/2006/relationships/image" Target="../media/image699.png"/><Relationship Id="rId142" Type="http://schemas.openxmlformats.org/officeDocument/2006/relationships/customXml" Target="../ink/ink676.xml"/><Relationship Id="rId163" Type="http://schemas.openxmlformats.org/officeDocument/2006/relationships/image" Target="../media/image720.png"/><Relationship Id="rId184" Type="http://schemas.openxmlformats.org/officeDocument/2006/relationships/customXml" Target="../ink/ink697.xml"/><Relationship Id="rId189" Type="http://schemas.openxmlformats.org/officeDocument/2006/relationships/image" Target="../media/image733.png"/><Relationship Id="rId3" Type="http://schemas.openxmlformats.org/officeDocument/2006/relationships/image" Target="../media/image458.png"/><Relationship Id="rId25" Type="http://schemas.openxmlformats.org/officeDocument/2006/relationships/image" Target="../media/image469.png"/><Relationship Id="rId46" Type="http://schemas.openxmlformats.org/officeDocument/2006/relationships/customXml" Target="../ink/ink628.xml"/><Relationship Id="rId67" Type="http://schemas.openxmlformats.org/officeDocument/2006/relationships/image" Target="../media/image672.png"/><Relationship Id="rId116" Type="http://schemas.openxmlformats.org/officeDocument/2006/relationships/customXml" Target="../ink/ink663.xml"/><Relationship Id="rId137" Type="http://schemas.openxmlformats.org/officeDocument/2006/relationships/image" Target="../media/image707.png"/><Relationship Id="rId158" Type="http://schemas.openxmlformats.org/officeDocument/2006/relationships/customXml" Target="../ink/ink684.xml"/><Relationship Id="rId20" Type="http://schemas.openxmlformats.org/officeDocument/2006/relationships/customXml" Target="../ink/ink621.xml"/><Relationship Id="rId41" Type="http://schemas.openxmlformats.org/officeDocument/2006/relationships/image" Target="../media/image660.png"/><Relationship Id="rId62" Type="http://schemas.openxmlformats.org/officeDocument/2006/relationships/customXml" Target="../ink/ink636.xml"/><Relationship Id="rId83" Type="http://schemas.openxmlformats.org/officeDocument/2006/relationships/image" Target="../media/image680.png"/><Relationship Id="rId88" Type="http://schemas.openxmlformats.org/officeDocument/2006/relationships/customXml" Target="../ink/ink649.xml"/><Relationship Id="rId111" Type="http://schemas.openxmlformats.org/officeDocument/2006/relationships/image" Target="../media/image694.png"/><Relationship Id="rId132" Type="http://schemas.openxmlformats.org/officeDocument/2006/relationships/customXml" Target="../ink/ink671.xml"/><Relationship Id="rId153" Type="http://schemas.openxmlformats.org/officeDocument/2006/relationships/image" Target="../media/image715.png"/><Relationship Id="rId174" Type="http://schemas.openxmlformats.org/officeDocument/2006/relationships/customXml" Target="../ink/ink692.xml"/><Relationship Id="rId179" Type="http://schemas.openxmlformats.org/officeDocument/2006/relationships/image" Target="../media/image728.png"/><Relationship Id="rId195" Type="http://schemas.openxmlformats.org/officeDocument/2006/relationships/customXml" Target="../ink/ink703.xml"/><Relationship Id="rId190" Type="http://schemas.openxmlformats.org/officeDocument/2006/relationships/customXml" Target="../ink/ink700.xml"/><Relationship Id="rId15" Type="http://schemas.openxmlformats.org/officeDocument/2006/relationships/image" Target="../media/image464.png"/><Relationship Id="rId57" Type="http://schemas.openxmlformats.org/officeDocument/2006/relationships/image" Target="../media/image667.png"/><Relationship Id="rId106" Type="http://schemas.openxmlformats.org/officeDocument/2006/relationships/customXml" Target="../ink/ink658.xml"/><Relationship Id="rId127" Type="http://schemas.openxmlformats.org/officeDocument/2006/relationships/image" Target="../media/image702.png"/><Relationship Id="rId10" Type="http://schemas.openxmlformats.org/officeDocument/2006/relationships/customXml" Target="../ink/ink616.xml"/><Relationship Id="rId52" Type="http://schemas.openxmlformats.org/officeDocument/2006/relationships/customXml" Target="../ink/ink631.xml"/><Relationship Id="rId73" Type="http://schemas.openxmlformats.org/officeDocument/2006/relationships/image" Target="../media/image675.png"/><Relationship Id="rId78" Type="http://schemas.openxmlformats.org/officeDocument/2006/relationships/customXml" Target="../ink/ink644.xml"/><Relationship Id="rId94" Type="http://schemas.openxmlformats.org/officeDocument/2006/relationships/customXml" Target="../ink/ink652.xml"/><Relationship Id="rId99" Type="http://schemas.openxmlformats.org/officeDocument/2006/relationships/image" Target="../media/image688.png"/><Relationship Id="rId101" Type="http://schemas.openxmlformats.org/officeDocument/2006/relationships/image" Target="../media/image689.png"/><Relationship Id="rId122" Type="http://schemas.openxmlformats.org/officeDocument/2006/relationships/customXml" Target="../ink/ink666.xml"/><Relationship Id="rId143" Type="http://schemas.openxmlformats.org/officeDocument/2006/relationships/image" Target="../media/image710.png"/><Relationship Id="rId148" Type="http://schemas.openxmlformats.org/officeDocument/2006/relationships/customXml" Target="../ink/ink679.xml"/><Relationship Id="rId164" Type="http://schemas.openxmlformats.org/officeDocument/2006/relationships/customXml" Target="../ink/ink687.xml"/><Relationship Id="rId169" Type="http://schemas.openxmlformats.org/officeDocument/2006/relationships/image" Target="../media/image723.png"/><Relationship Id="rId185" Type="http://schemas.openxmlformats.org/officeDocument/2006/relationships/image" Target="../media/image731.png"/><Relationship Id="rId4" Type="http://schemas.openxmlformats.org/officeDocument/2006/relationships/customXml" Target="../ink/ink613.xml"/><Relationship Id="rId9" Type="http://schemas.openxmlformats.org/officeDocument/2006/relationships/image" Target="../media/image461.png"/><Relationship Id="rId180" Type="http://schemas.openxmlformats.org/officeDocument/2006/relationships/customXml" Target="../ink/ink695.xml"/><Relationship Id="rId26" Type="http://schemas.openxmlformats.org/officeDocument/2006/relationships/customXml" Target="../ink/ink624.xml"/><Relationship Id="rId47" Type="http://schemas.openxmlformats.org/officeDocument/2006/relationships/image" Target="../media/image662.png"/><Relationship Id="rId68" Type="http://schemas.openxmlformats.org/officeDocument/2006/relationships/customXml" Target="../ink/ink639.xml"/><Relationship Id="rId89" Type="http://schemas.openxmlformats.org/officeDocument/2006/relationships/image" Target="../media/image683.png"/><Relationship Id="rId112" Type="http://schemas.openxmlformats.org/officeDocument/2006/relationships/customXml" Target="../ink/ink661.xml"/><Relationship Id="rId133" Type="http://schemas.openxmlformats.org/officeDocument/2006/relationships/image" Target="../media/image705.png"/><Relationship Id="rId154" Type="http://schemas.openxmlformats.org/officeDocument/2006/relationships/customXml" Target="../ink/ink682.xml"/><Relationship Id="rId175" Type="http://schemas.openxmlformats.org/officeDocument/2006/relationships/image" Target="../media/image726.png"/><Relationship Id="rId196" Type="http://schemas.openxmlformats.org/officeDocument/2006/relationships/customXml" Target="../ink/ink704.xml"/><Relationship Id="rId16" Type="http://schemas.openxmlformats.org/officeDocument/2006/relationships/customXml" Target="../ink/ink619.xml"/><Relationship Id="rId58" Type="http://schemas.openxmlformats.org/officeDocument/2006/relationships/customXml" Target="../ink/ink634.xml"/><Relationship Id="rId79" Type="http://schemas.openxmlformats.org/officeDocument/2006/relationships/image" Target="../media/image678.png"/><Relationship Id="rId102" Type="http://schemas.openxmlformats.org/officeDocument/2006/relationships/customXml" Target="../ink/ink656.xml"/><Relationship Id="rId123" Type="http://schemas.openxmlformats.org/officeDocument/2006/relationships/image" Target="../media/image700.png"/><Relationship Id="rId144" Type="http://schemas.openxmlformats.org/officeDocument/2006/relationships/customXml" Target="../ink/ink677.xml"/><Relationship Id="rId90" Type="http://schemas.openxmlformats.org/officeDocument/2006/relationships/customXml" Target="../ink/ink650.xml"/><Relationship Id="rId165" Type="http://schemas.openxmlformats.org/officeDocument/2006/relationships/image" Target="../media/image721.png"/><Relationship Id="rId186" Type="http://schemas.openxmlformats.org/officeDocument/2006/relationships/customXml" Target="../ink/ink698.xml"/><Relationship Id="rId48" Type="http://schemas.openxmlformats.org/officeDocument/2006/relationships/customXml" Target="../ink/ink629.xml"/><Relationship Id="rId69" Type="http://schemas.openxmlformats.org/officeDocument/2006/relationships/image" Target="../media/image673.png"/><Relationship Id="rId113" Type="http://schemas.openxmlformats.org/officeDocument/2006/relationships/image" Target="../media/image695.png"/><Relationship Id="rId134" Type="http://schemas.openxmlformats.org/officeDocument/2006/relationships/customXml" Target="../ink/ink672.xml"/><Relationship Id="rId80" Type="http://schemas.openxmlformats.org/officeDocument/2006/relationships/customXml" Target="../ink/ink645.xml"/><Relationship Id="rId155" Type="http://schemas.openxmlformats.org/officeDocument/2006/relationships/image" Target="../media/image716.png"/><Relationship Id="rId176" Type="http://schemas.openxmlformats.org/officeDocument/2006/relationships/customXml" Target="../ink/ink693.xml"/><Relationship Id="rId197" Type="http://schemas.openxmlformats.org/officeDocument/2006/relationships/image" Target="../media/image736.png"/><Relationship Id="rId17" Type="http://schemas.openxmlformats.org/officeDocument/2006/relationships/image" Target="../media/image465.png"/><Relationship Id="rId59" Type="http://schemas.openxmlformats.org/officeDocument/2006/relationships/image" Target="../media/image668.png"/><Relationship Id="rId103" Type="http://schemas.openxmlformats.org/officeDocument/2006/relationships/image" Target="../media/image690.png"/><Relationship Id="rId124" Type="http://schemas.openxmlformats.org/officeDocument/2006/relationships/customXml" Target="../ink/ink667.xml"/><Relationship Id="rId70" Type="http://schemas.openxmlformats.org/officeDocument/2006/relationships/customXml" Target="../ink/ink640.xml"/><Relationship Id="rId91" Type="http://schemas.openxmlformats.org/officeDocument/2006/relationships/image" Target="../media/image684.png"/><Relationship Id="rId145" Type="http://schemas.openxmlformats.org/officeDocument/2006/relationships/image" Target="../media/image711.png"/><Relationship Id="rId166" Type="http://schemas.openxmlformats.org/officeDocument/2006/relationships/customXml" Target="../ink/ink688.xml"/><Relationship Id="rId187" Type="http://schemas.openxmlformats.org/officeDocument/2006/relationships/image" Target="../media/image732.png"/><Relationship Id="rId1" Type="http://schemas.openxmlformats.org/officeDocument/2006/relationships/slideLayout" Target="../slideLayouts/slideLayout2.xml"/><Relationship Id="rId49" Type="http://schemas.openxmlformats.org/officeDocument/2006/relationships/image" Target="../media/image663.png"/><Relationship Id="rId114" Type="http://schemas.openxmlformats.org/officeDocument/2006/relationships/customXml" Target="../ink/ink662.xml"/><Relationship Id="rId60" Type="http://schemas.openxmlformats.org/officeDocument/2006/relationships/customXml" Target="../ink/ink635.xml"/><Relationship Id="rId81" Type="http://schemas.openxmlformats.org/officeDocument/2006/relationships/image" Target="../media/image679.png"/><Relationship Id="rId135" Type="http://schemas.openxmlformats.org/officeDocument/2006/relationships/image" Target="../media/image706.png"/><Relationship Id="rId156" Type="http://schemas.openxmlformats.org/officeDocument/2006/relationships/customXml" Target="../ink/ink683.xml"/><Relationship Id="rId177" Type="http://schemas.openxmlformats.org/officeDocument/2006/relationships/image" Target="../media/image727.png"/><Relationship Id="rId198" Type="http://schemas.openxmlformats.org/officeDocument/2006/relationships/customXml" Target="../ink/ink705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5.png"/><Relationship Id="rId21" Type="http://schemas.openxmlformats.org/officeDocument/2006/relationships/image" Target="../media/image747.png"/><Relationship Id="rId42" Type="http://schemas.openxmlformats.org/officeDocument/2006/relationships/customXml" Target="../ink/ink726.xml"/><Relationship Id="rId63" Type="http://schemas.openxmlformats.org/officeDocument/2006/relationships/image" Target="../media/image768.png"/><Relationship Id="rId84" Type="http://schemas.openxmlformats.org/officeDocument/2006/relationships/customXml" Target="../ink/ink747.xml"/><Relationship Id="rId138" Type="http://schemas.openxmlformats.org/officeDocument/2006/relationships/customXml" Target="../ink/ink774.xml"/><Relationship Id="rId159" Type="http://schemas.openxmlformats.org/officeDocument/2006/relationships/image" Target="../media/image816.png"/><Relationship Id="rId170" Type="http://schemas.openxmlformats.org/officeDocument/2006/relationships/customXml" Target="../ink/ink790.xml"/><Relationship Id="rId191" Type="http://schemas.openxmlformats.org/officeDocument/2006/relationships/image" Target="../media/image832.png"/><Relationship Id="rId205" Type="http://schemas.openxmlformats.org/officeDocument/2006/relationships/image" Target="../media/image839.png"/><Relationship Id="rId226" Type="http://schemas.openxmlformats.org/officeDocument/2006/relationships/customXml" Target="../ink/ink818.xml"/><Relationship Id="rId107" Type="http://schemas.openxmlformats.org/officeDocument/2006/relationships/image" Target="../media/image790.png"/><Relationship Id="rId11" Type="http://schemas.openxmlformats.org/officeDocument/2006/relationships/image" Target="../media/image742.png"/><Relationship Id="rId32" Type="http://schemas.openxmlformats.org/officeDocument/2006/relationships/customXml" Target="../ink/ink721.xml"/><Relationship Id="rId53" Type="http://schemas.openxmlformats.org/officeDocument/2006/relationships/image" Target="../media/image763.png"/><Relationship Id="rId74" Type="http://schemas.openxmlformats.org/officeDocument/2006/relationships/customXml" Target="../ink/ink742.xml"/><Relationship Id="rId128" Type="http://schemas.openxmlformats.org/officeDocument/2006/relationships/customXml" Target="../ink/ink769.xml"/><Relationship Id="rId149" Type="http://schemas.openxmlformats.org/officeDocument/2006/relationships/image" Target="../media/image811.png"/><Relationship Id="rId5" Type="http://schemas.openxmlformats.org/officeDocument/2006/relationships/image" Target="../media/image739.png"/><Relationship Id="rId95" Type="http://schemas.openxmlformats.org/officeDocument/2006/relationships/image" Target="../media/image784.png"/><Relationship Id="rId160" Type="http://schemas.openxmlformats.org/officeDocument/2006/relationships/customXml" Target="../ink/ink785.xml"/><Relationship Id="rId181" Type="http://schemas.openxmlformats.org/officeDocument/2006/relationships/image" Target="../media/image827.png"/><Relationship Id="rId216" Type="http://schemas.openxmlformats.org/officeDocument/2006/relationships/customXml" Target="../ink/ink813.xml"/><Relationship Id="rId237" Type="http://schemas.openxmlformats.org/officeDocument/2006/relationships/image" Target="../media/image855.png"/><Relationship Id="rId22" Type="http://schemas.openxmlformats.org/officeDocument/2006/relationships/customXml" Target="../ink/ink716.xml"/><Relationship Id="rId43" Type="http://schemas.openxmlformats.org/officeDocument/2006/relationships/image" Target="../media/image758.png"/><Relationship Id="rId64" Type="http://schemas.openxmlformats.org/officeDocument/2006/relationships/customXml" Target="../ink/ink737.xml"/><Relationship Id="rId118" Type="http://schemas.openxmlformats.org/officeDocument/2006/relationships/customXml" Target="../ink/ink764.xml"/><Relationship Id="rId139" Type="http://schemas.openxmlformats.org/officeDocument/2006/relationships/image" Target="../media/image806.png"/><Relationship Id="rId85" Type="http://schemas.openxmlformats.org/officeDocument/2006/relationships/image" Target="../media/image779.png"/><Relationship Id="rId150" Type="http://schemas.openxmlformats.org/officeDocument/2006/relationships/customXml" Target="../ink/ink780.xml"/><Relationship Id="rId171" Type="http://schemas.openxmlformats.org/officeDocument/2006/relationships/image" Target="../media/image822.png"/><Relationship Id="rId192" Type="http://schemas.openxmlformats.org/officeDocument/2006/relationships/customXml" Target="../ink/ink801.xml"/><Relationship Id="rId206" Type="http://schemas.openxmlformats.org/officeDocument/2006/relationships/customXml" Target="../ink/ink808.xml"/><Relationship Id="rId227" Type="http://schemas.openxmlformats.org/officeDocument/2006/relationships/image" Target="../media/image850.png"/><Relationship Id="rId12" Type="http://schemas.openxmlformats.org/officeDocument/2006/relationships/customXml" Target="../ink/ink711.xml"/><Relationship Id="rId33" Type="http://schemas.openxmlformats.org/officeDocument/2006/relationships/image" Target="../media/image753.png"/><Relationship Id="rId108" Type="http://schemas.openxmlformats.org/officeDocument/2006/relationships/customXml" Target="../ink/ink759.xml"/><Relationship Id="rId129" Type="http://schemas.openxmlformats.org/officeDocument/2006/relationships/image" Target="../media/image801.png"/><Relationship Id="rId54" Type="http://schemas.openxmlformats.org/officeDocument/2006/relationships/customXml" Target="../ink/ink732.xml"/><Relationship Id="rId75" Type="http://schemas.openxmlformats.org/officeDocument/2006/relationships/image" Target="../media/image774.png"/><Relationship Id="rId96" Type="http://schemas.openxmlformats.org/officeDocument/2006/relationships/customXml" Target="../ink/ink753.xml"/><Relationship Id="rId140" Type="http://schemas.openxmlformats.org/officeDocument/2006/relationships/customXml" Target="../ink/ink775.xml"/><Relationship Id="rId161" Type="http://schemas.openxmlformats.org/officeDocument/2006/relationships/image" Target="../media/image817.png"/><Relationship Id="rId182" Type="http://schemas.openxmlformats.org/officeDocument/2006/relationships/customXml" Target="../ink/ink796.xml"/><Relationship Id="rId217" Type="http://schemas.openxmlformats.org/officeDocument/2006/relationships/image" Target="../media/image845.png"/><Relationship Id="rId6" Type="http://schemas.openxmlformats.org/officeDocument/2006/relationships/customXml" Target="../ink/ink708.xml"/><Relationship Id="rId238" Type="http://schemas.openxmlformats.org/officeDocument/2006/relationships/customXml" Target="../ink/ink824.xml"/><Relationship Id="rId23" Type="http://schemas.openxmlformats.org/officeDocument/2006/relationships/image" Target="../media/image748.png"/><Relationship Id="rId119" Type="http://schemas.openxmlformats.org/officeDocument/2006/relationships/image" Target="../media/image796.png"/><Relationship Id="rId44" Type="http://schemas.openxmlformats.org/officeDocument/2006/relationships/customXml" Target="../ink/ink727.xml"/><Relationship Id="rId65" Type="http://schemas.openxmlformats.org/officeDocument/2006/relationships/image" Target="../media/image769.png"/><Relationship Id="rId86" Type="http://schemas.openxmlformats.org/officeDocument/2006/relationships/customXml" Target="../ink/ink748.xml"/><Relationship Id="rId130" Type="http://schemas.openxmlformats.org/officeDocument/2006/relationships/customXml" Target="../ink/ink770.xml"/><Relationship Id="rId151" Type="http://schemas.openxmlformats.org/officeDocument/2006/relationships/image" Target="../media/image812.png"/><Relationship Id="rId172" Type="http://schemas.openxmlformats.org/officeDocument/2006/relationships/customXml" Target="../ink/ink791.xml"/><Relationship Id="rId193" Type="http://schemas.openxmlformats.org/officeDocument/2006/relationships/image" Target="../media/image833.png"/><Relationship Id="rId207" Type="http://schemas.openxmlformats.org/officeDocument/2006/relationships/image" Target="../media/image840.png"/><Relationship Id="rId228" Type="http://schemas.openxmlformats.org/officeDocument/2006/relationships/customXml" Target="../ink/ink819.xml"/><Relationship Id="rId13" Type="http://schemas.openxmlformats.org/officeDocument/2006/relationships/image" Target="../media/image743.png"/><Relationship Id="rId109" Type="http://schemas.openxmlformats.org/officeDocument/2006/relationships/image" Target="../media/image791.png"/><Relationship Id="rId34" Type="http://schemas.openxmlformats.org/officeDocument/2006/relationships/customXml" Target="../ink/ink722.xml"/><Relationship Id="rId55" Type="http://schemas.openxmlformats.org/officeDocument/2006/relationships/image" Target="../media/image764.png"/><Relationship Id="rId76" Type="http://schemas.openxmlformats.org/officeDocument/2006/relationships/customXml" Target="../ink/ink743.xml"/><Relationship Id="rId97" Type="http://schemas.openxmlformats.org/officeDocument/2006/relationships/image" Target="../media/image785.png"/><Relationship Id="rId120" Type="http://schemas.openxmlformats.org/officeDocument/2006/relationships/customXml" Target="../ink/ink765.xml"/><Relationship Id="rId141" Type="http://schemas.openxmlformats.org/officeDocument/2006/relationships/image" Target="../media/image807.png"/><Relationship Id="rId7" Type="http://schemas.openxmlformats.org/officeDocument/2006/relationships/image" Target="../media/image740.png"/><Relationship Id="rId162" Type="http://schemas.openxmlformats.org/officeDocument/2006/relationships/customXml" Target="../ink/ink786.xml"/><Relationship Id="rId183" Type="http://schemas.openxmlformats.org/officeDocument/2006/relationships/image" Target="../media/image828.png"/><Relationship Id="rId218" Type="http://schemas.openxmlformats.org/officeDocument/2006/relationships/customXml" Target="../ink/ink814.xml"/><Relationship Id="rId239" Type="http://schemas.openxmlformats.org/officeDocument/2006/relationships/image" Target="../media/image856.png"/><Relationship Id="rId24" Type="http://schemas.openxmlformats.org/officeDocument/2006/relationships/customXml" Target="../ink/ink717.xml"/><Relationship Id="rId45" Type="http://schemas.openxmlformats.org/officeDocument/2006/relationships/image" Target="../media/image759.png"/><Relationship Id="rId66" Type="http://schemas.openxmlformats.org/officeDocument/2006/relationships/customXml" Target="../ink/ink738.xml"/><Relationship Id="rId87" Type="http://schemas.openxmlformats.org/officeDocument/2006/relationships/image" Target="../media/image780.png"/><Relationship Id="rId110" Type="http://schemas.openxmlformats.org/officeDocument/2006/relationships/customXml" Target="../ink/ink760.xml"/><Relationship Id="rId131" Type="http://schemas.openxmlformats.org/officeDocument/2006/relationships/image" Target="../media/image802.png"/><Relationship Id="rId152" Type="http://schemas.openxmlformats.org/officeDocument/2006/relationships/customXml" Target="../ink/ink781.xml"/><Relationship Id="rId173" Type="http://schemas.openxmlformats.org/officeDocument/2006/relationships/image" Target="../media/image823.png"/><Relationship Id="rId194" Type="http://schemas.openxmlformats.org/officeDocument/2006/relationships/customXml" Target="../ink/ink802.xml"/><Relationship Id="rId208" Type="http://schemas.openxmlformats.org/officeDocument/2006/relationships/customXml" Target="../ink/ink809.xml"/><Relationship Id="rId229" Type="http://schemas.openxmlformats.org/officeDocument/2006/relationships/image" Target="../media/image851.png"/><Relationship Id="rId240" Type="http://schemas.openxmlformats.org/officeDocument/2006/relationships/customXml" Target="../ink/ink825.xml"/><Relationship Id="rId14" Type="http://schemas.openxmlformats.org/officeDocument/2006/relationships/customXml" Target="../ink/ink712.xml"/><Relationship Id="rId35" Type="http://schemas.openxmlformats.org/officeDocument/2006/relationships/image" Target="../media/image754.png"/><Relationship Id="rId56" Type="http://schemas.openxmlformats.org/officeDocument/2006/relationships/customXml" Target="../ink/ink733.xml"/><Relationship Id="rId77" Type="http://schemas.openxmlformats.org/officeDocument/2006/relationships/image" Target="../media/image775.png"/><Relationship Id="rId100" Type="http://schemas.openxmlformats.org/officeDocument/2006/relationships/customXml" Target="../ink/ink755.xml"/><Relationship Id="rId8" Type="http://schemas.openxmlformats.org/officeDocument/2006/relationships/customXml" Target="../ink/ink709.xml"/><Relationship Id="rId98" Type="http://schemas.openxmlformats.org/officeDocument/2006/relationships/customXml" Target="../ink/ink754.xml"/><Relationship Id="rId121" Type="http://schemas.openxmlformats.org/officeDocument/2006/relationships/image" Target="../media/image797.png"/><Relationship Id="rId142" Type="http://schemas.openxmlformats.org/officeDocument/2006/relationships/customXml" Target="../ink/ink776.xml"/><Relationship Id="rId163" Type="http://schemas.openxmlformats.org/officeDocument/2006/relationships/image" Target="../media/image818.png"/><Relationship Id="rId184" Type="http://schemas.openxmlformats.org/officeDocument/2006/relationships/customXml" Target="../ink/ink797.xml"/><Relationship Id="rId219" Type="http://schemas.openxmlformats.org/officeDocument/2006/relationships/image" Target="../media/image846.png"/><Relationship Id="rId230" Type="http://schemas.openxmlformats.org/officeDocument/2006/relationships/customXml" Target="../ink/ink820.xml"/><Relationship Id="rId25" Type="http://schemas.openxmlformats.org/officeDocument/2006/relationships/image" Target="../media/image749.png"/><Relationship Id="rId46" Type="http://schemas.openxmlformats.org/officeDocument/2006/relationships/customXml" Target="../ink/ink728.xml"/><Relationship Id="rId67" Type="http://schemas.openxmlformats.org/officeDocument/2006/relationships/image" Target="../media/image770.png"/><Relationship Id="rId88" Type="http://schemas.openxmlformats.org/officeDocument/2006/relationships/customXml" Target="../ink/ink749.xml"/><Relationship Id="rId111" Type="http://schemas.openxmlformats.org/officeDocument/2006/relationships/image" Target="../media/image792.png"/><Relationship Id="rId132" Type="http://schemas.openxmlformats.org/officeDocument/2006/relationships/customXml" Target="../ink/ink771.xml"/><Relationship Id="rId153" Type="http://schemas.openxmlformats.org/officeDocument/2006/relationships/image" Target="../media/image813.png"/><Relationship Id="rId174" Type="http://schemas.openxmlformats.org/officeDocument/2006/relationships/customXml" Target="../ink/ink792.xml"/><Relationship Id="rId195" Type="http://schemas.openxmlformats.org/officeDocument/2006/relationships/image" Target="../media/image834.png"/><Relationship Id="rId209" Type="http://schemas.openxmlformats.org/officeDocument/2006/relationships/image" Target="../media/image841.png"/><Relationship Id="rId220" Type="http://schemas.openxmlformats.org/officeDocument/2006/relationships/customXml" Target="../ink/ink815.xml"/><Relationship Id="rId241" Type="http://schemas.openxmlformats.org/officeDocument/2006/relationships/image" Target="../media/image857.png"/><Relationship Id="rId15" Type="http://schemas.openxmlformats.org/officeDocument/2006/relationships/image" Target="../media/image744.png"/><Relationship Id="rId36" Type="http://schemas.openxmlformats.org/officeDocument/2006/relationships/customXml" Target="../ink/ink723.xml"/><Relationship Id="rId57" Type="http://schemas.openxmlformats.org/officeDocument/2006/relationships/image" Target="../media/image765.png"/><Relationship Id="rId106" Type="http://schemas.openxmlformats.org/officeDocument/2006/relationships/customXml" Target="../ink/ink758.xml"/><Relationship Id="rId127" Type="http://schemas.openxmlformats.org/officeDocument/2006/relationships/image" Target="../media/image800.png"/><Relationship Id="rId10" Type="http://schemas.openxmlformats.org/officeDocument/2006/relationships/customXml" Target="../ink/ink710.xml"/><Relationship Id="rId31" Type="http://schemas.openxmlformats.org/officeDocument/2006/relationships/image" Target="../media/image752.png"/><Relationship Id="rId52" Type="http://schemas.openxmlformats.org/officeDocument/2006/relationships/customXml" Target="../ink/ink731.xml"/><Relationship Id="rId73" Type="http://schemas.openxmlformats.org/officeDocument/2006/relationships/image" Target="../media/image773.png"/><Relationship Id="rId78" Type="http://schemas.openxmlformats.org/officeDocument/2006/relationships/customXml" Target="../ink/ink744.xml"/><Relationship Id="rId94" Type="http://schemas.openxmlformats.org/officeDocument/2006/relationships/customXml" Target="../ink/ink752.xml"/><Relationship Id="rId99" Type="http://schemas.openxmlformats.org/officeDocument/2006/relationships/image" Target="../media/image786.png"/><Relationship Id="rId101" Type="http://schemas.openxmlformats.org/officeDocument/2006/relationships/image" Target="../media/image787.png"/><Relationship Id="rId122" Type="http://schemas.openxmlformats.org/officeDocument/2006/relationships/customXml" Target="../ink/ink766.xml"/><Relationship Id="rId143" Type="http://schemas.openxmlformats.org/officeDocument/2006/relationships/image" Target="../media/image808.png"/><Relationship Id="rId148" Type="http://schemas.openxmlformats.org/officeDocument/2006/relationships/customXml" Target="../ink/ink779.xml"/><Relationship Id="rId164" Type="http://schemas.openxmlformats.org/officeDocument/2006/relationships/customXml" Target="../ink/ink787.xml"/><Relationship Id="rId169" Type="http://schemas.openxmlformats.org/officeDocument/2006/relationships/image" Target="../media/image821.png"/><Relationship Id="rId185" Type="http://schemas.openxmlformats.org/officeDocument/2006/relationships/image" Target="../media/image829.png"/><Relationship Id="rId4" Type="http://schemas.openxmlformats.org/officeDocument/2006/relationships/customXml" Target="../ink/ink707.xml"/><Relationship Id="rId9" Type="http://schemas.openxmlformats.org/officeDocument/2006/relationships/image" Target="../media/image741.png"/><Relationship Id="rId180" Type="http://schemas.openxmlformats.org/officeDocument/2006/relationships/customXml" Target="../ink/ink795.xml"/><Relationship Id="rId210" Type="http://schemas.openxmlformats.org/officeDocument/2006/relationships/customXml" Target="../ink/ink810.xml"/><Relationship Id="rId215" Type="http://schemas.openxmlformats.org/officeDocument/2006/relationships/image" Target="../media/image844.png"/><Relationship Id="rId236" Type="http://schemas.openxmlformats.org/officeDocument/2006/relationships/customXml" Target="../ink/ink823.xml"/><Relationship Id="rId26" Type="http://schemas.openxmlformats.org/officeDocument/2006/relationships/customXml" Target="../ink/ink718.xml"/><Relationship Id="rId231" Type="http://schemas.openxmlformats.org/officeDocument/2006/relationships/image" Target="../media/image852.png"/><Relationship Id="rId47" Type="http://schemas.openxmlformats.org/officeDocument/2006/relationships/image" Target="../media/image760.png"/><Relationship Id="rId68" Type="http://schemas.openxmlformats.org/officeDocument/2006/relationships/customXml" Target="../ink/ink739.xml"/><Relationship Id="rId89" Type="http://schemas.openxmlformats.org/officeDocument/2006/relationships/image" Target="../media/image781.png"/><Relationship Id="rId112" Type="http://schemas.openxmlformats.org/officeDocument/2006/relationships/customXml" Target="../ink/ink761.xml"/><Relationship Id="rId133" Type="http://schemas.openxmlformats.org/officeDocument/2006/relationships/image" Target="../media/image803.png"/><Relationship Id="rId154" Type="http://schemas.openxmlformats.org/officeDocument/2006/relationships/customXml" Target="../ink/ink782.xml"/><Relationship Id="rId175" Type="http://schemas.openxmlformats.org/officeDocument/2006/relationships/image" Target="../media/image824.png"/><Relationship Id="rId196" Type="http://schemas.openxmlformats.org/officeDocument/2006/relationships/customXml" Target="../ink/ink803.xml"/><Relationship Id="rId200" Type="http://schemas.openxmlformats.org/officeDocument/2006/relationships/customXml" Target="../ink/ink805.xml"/><Relationship Id="rId16" Type="http://schemas.openxmlformats.org/officeDocument/2006/relationships/customXml" Target="../ink/ink713.xml"/><Relationship Id="rId221" Type="http://schemas.openxmlformats.org/officeDocument/2006/relationships/image" Target="../media/image847.png"/><Relationship Id="rId37" Type="http://schemas.openxmlformats.org/officeDocument/2006/relationships/image" Target="../media/image755.png"/><Relationship Id="rId58" Type="http://schemas.openxmlformats.org/officeDocument/2006/relationships/customXml" Target="../ink/ink734.xml"/><Relationship Id="rId79" Type="http://schemas.openxmlformats.org/officeDocument/2006/relationships/image" Target="../media/image776.png"/><Relationship Id="rId102" Type="http://schemas.openxmlformats.org/officeDocument/2006/relationships/customXml" Target="../ink/ink756.xml"/><Relationship Id="rId123" Type="http://schemas.openxmlformats.org/officeDocument/2006/relationships/image" Target="../media/image798.png"/><Relationship Id="rId144" Type="http://schemas.openxmlformats.org/officeDocument/2006/relationships/customXml" Target="../ink/ink777.xml"/><Relationship Id="rId90" Type="http://schemas.openxmlformats.org/officeDocument/2006/relationships/customXml" Target="../ink/ink750.xml"/><Relationship Id="rId165" Type="http://schemas.openxmlformats.org/officeDocument/2006/relationships/image" Target="../media/image819.png"/><Relationship Id="rId186" Type="http://schemas.openxmlformats.org/officeDocument/2006/relationships/customXml" Target="../ink/ink798.xml"/><Relationship Id="rId211" Type="http://schemas.openxmlformats.org/officeDocument/2006/relationships/image" Target="../media/image842.png"/><Relationship Id="rId232" Type="http://schemas.openxmlformats.org/officeDocument/2006/relationships/customXml" Target="../ink/ink821.xml"/><Relationship Id="rId27" Type="http://schemas.openxmlformats.org/officeDocument/2006/relationships/image" Target="../media/image750.png"/><Relationship Id="rId48" Type="http://schemas.openxmlformats.org/officeDocument/2006/relationships/customXml" Target="../ink/ink729.xml"/><Relationship Id="rId69" Type="http://schemas.openxmlformats.org/officeDocument/2006/relationships/image" Target="../media/image771.png"/><Relationship Id="rId113" Type="http://schemas.openxmlformats.org/officeDocument/2006/relationships/image" Target="../media/image793.png"/><Relationship Id="rId134" Type="http://schemas.openxmlformats.org/officeDocument/2006/relationships/customXml" Target="../ink/ink772.xml"/><Relationship Id="rId80" Type="http://schemas.openxmlformats.org/officeDocument/2006/relationships/customXml" Target="../ink/ink745.xml"/><Relationship Id="rId155" Type="http://schemas.openxmlformats.org/officeDocument/2006/relationships/image" Target="../media/image814.png"/><Relationship Id="rId176" Type="http://schemas.openxmlformats.org/officeDocument/2006/relationships/customXml" Target="../ink/ink793.xml"/><Relationship Id="rId197" Type="http://schemas.openxmlformats.org/officeDocument/2006/relationships/image" Target="../media/image835.png"/><Relationship Id="rId201" Type="http://schemas.openxmlformats.org/officeDocument/2006/relationships/image" Target="../media/image837.png"/><Relationship Id="rId222" Type="http://schemas.openxmlformats.org/officeDocument/2006/relationships/customXml" Target="../ink/ink816.xml"/><Relationship Id="rId17" Type="http://schemas.openxmlformats.org/officeDocument/2006/relationships/image" Target="../media/image745.png"/><Relationship Id="rId38" Type="http://schemas.openxmlformats.org/officeDocument/2006/relationships/customXml" Target="../ink/ink724.xml"/><Relationship Id="rId59" Type="http://schemas.openxmlformats.org/officeDocument/2006/relationships/image" Target="../media/image766.png"/><Relationship Id="rId103" Type="http://schemas.openxmlformats.org/officeDocument/2006/relationships/image" Target="../media/image788.png"/><Relationship Id="rId124" Type="http://schemas.openxmlformats.org/officeDocument/2006/relationships/customXml" Target="../ink/ink767.xml"/><Relationship Id="rId70" Type="http://schemas.openxmlformats.org/officeDocument/2006/relationships/customXml" Target="../ink/ink740.xml"/><Relationship Id="rId91" Type="http://schemas.openxmlformats.org/officeDocument/2006/relationships/image" Target="../media/image782.png"/><Relationship Id="rId145" Type="http://schemas.openxmlformats.org/officeDocument/2006/relationships/image" Target="../media/image809.png"/><Relationship Id="rId166" Type="http://schemas.openxmlformats.org/officeDocument/2006/relationships/customXml" Target="../ink/ink788.xml"/><Relationship Id="rId187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11.xml"/><Relationship Id="rId233" Type="http://schemas.openxmlformats.org/officeDocument/2006/relationships/image" Target="../media/image853.png"/><Relationship Id="rId28" Type="http://schemas.openxmlformats.org/officeDocument/2006/relationships/customXml" Target="../ink/ink719.xml"/><Relationship Id="rId49" Type="http://schemas.openxmlformats.org/officeDocument/2006/relationships/image" Target="../media/image761.png"/><Relationship Id="rId114" Type="http://schemas.openxmlformats.org/officeDocument/2006/relationships/customXml" Target="../ink/ink762.xml"/><Relationship Id="rId60" Type="http://schemas.openxmlformats.org/officeDocument/2006/relationships/customXml" Target="../ink/ink735.xml"/><Relationship Id="rId81" Type="http://schemas.openxmlformats.org/officeDocument/2006/relationships/image" Target="../media/image777.png"/><Relationship Id="rId135" Type="http://schemas.openxmlformats.org/officeDocument/2006/relationships/image" Target="../media/image804.png"/><Relationship Id="rId156" Type="http://schemas.openxmlformats.org/officeDocument/2006/relationships/customXml" Target="../ink/ink783.xml"/><Relationship Id="rId177" Type="http://schemas.openxmlformats.org/officeDocument/2006/relationships/image" Target="../media/image825.png"/><Relationship Id="rId198" Type="http://schemas.openxmlformats.org/officeDocument/2006/relationships/customXml" Target="../ink/ink804.xml"/><Relationship Id="rId202" Type="http://schemas.openxmlformats.org/officeDocument/2006/relationships/customXml" Target="../ink/ink806.xml"/><Relationship Id="rId223" Type="http://schemas.openxmlformats.org/officeDocument/2006/relationships/image" Target="../media/image848.png"/><Relationship Id="rId18" Type="http://schemas.openxmlformats.org/officeDocument/2006/relationships/customXml" Target="../ink/ink714.xml"/><Relationship Id="rId39" Type="http://schemas.openxmlformats.org/officeDocument/2006/relationships/image" Target="../media/image756.png"/><Relationship Id="rId50" Type="http://schemas.openxmlformats.org/officeDocument/2006/relationships/customXml" Target="../ink/ink730.xml"/><Relationship Id="rId104" Type="http://schemas.openxmlformats.org/officeDocument/2006/relationships/customXml" Target="../ink/ink757.xml"/><Relationship Id="rId125" Type="http://schemas.openxmlformats.org/officeDocument/2006/relationships/image" Target="../media/image799.png"/><Relationship Id="rId146" Type="http://schemas.openxmlformats.org/officeDocument/2006/relationships/customXml" Target="../ink/ink778.xml"/><Relationship Id="rId167" Type="http://schemas.openxmlformats.org/officeDocument/2006/relationships/image" Target="../media/image820.png"/><Relationship Id="rId188" Type="http://schemas.openxmlformats.org/officeDocument/2006/relationships/customXml" Target="../ink/ink799.xml"/><Relationship Id="rId71" Type="http://schemas.openxmlformats.org/officeDocument/2006/relationships/image" Target="../media/image772.png"/><Relationship Id="rId92" Type="http://schemas.openxmlformats.org/officeDocument/2006/relationships/customXml" Target="../ink/ink751.xml"/><Relationship Id="rId213" Type="http://schemas.openxmlformats.org/officeDocument/2006/relationships/image" Target="../media/image843.png"/><Relationship Id="rId234" Type="http://schemas.openxmlformats.org/officeDocument/2006/relationships/customXml" Target="../ink/ink822.xml"/><Relationship Id="rId2" Type="http://schemas.openxmlformats.org/officeDocument/2006/relationships/customXml" Target="../ink/ink706.xml"/><Relationship Id="rId29" Type="http://schemas.openxmlformats.org/officeDocument/2006/relationships/image" Target="../media/image751.png"/><Relationship Id="rId40" Type="http://schemas.openxmlformats.org/officeDocument/2006/relationships/customXml" Target="../ink/ink725.xml"/><Relationship Id="rId115" Type="http://schemas.openxmlformats.org/officeDocument/2006/relationships/image" Target="../media/image794.png"/><Relationship Id="rId136" Type="http://schemas.openxmlformats.org/officeDocument/2006/relationships/customXml" Target="../ink/ink773.xml"/><Relationship Id="rId157" Type="http://schemas.openxmlformats.org/officeDocument/2006/relationships/image" Target="../media/image815.png"/><Relationship Id="rId178" Type="http://schemas.openxmlformats.org/officeDocument/2006/relationships/customXml" Target="../ink/ink794.xml"/><Relationship Id="rId61" Type="http://schemas.openxmlformats.org/officeDocument/2006/relationships/image" Target="../media/image767.png"/><Relationship Id="rId82" Type="http://schemas.openxmlformats.org/officeDocument/2006/relationships/customXml" Target="../ink/ink746.xml"/><Relationship Id="rId199" Type="http://schemas.openxmlformats.org/officeDocument/2006/relationships/image" Target="../media/image836.png"/><Relationship Id="rId203" Type="http://schemas.openxmlformats.org/officeDocument/2006/relationships/image" Target="../media/image838.png"/><Relationship Id="rId19" Type="http://schemas.openxmlformats.org/officeDocument/2006/relationships/image" Target="../media/image746.png"/><Relationship Id="rId224" Type="http://schemas.openxmlformats.org/officeDocument/2006/relationships/customXml" Target="../ink/ink817.xml"/><Relationship Id="rId30" Type="http://schemas.openxmlformats.org/officeDocument/2006/relationships/customXml" Target="../ink/ink720.xml"/><Relationship Id="rId105" Type="http://schemas.openxmlformats.org/officeDocument/2006/relationships/image" Target="../media/image789.png"/><Relationship Id="rId126" Type="http://schemas.openxmlformats.org/officeDocument/2006/relationships/customXml" Target="../ink/ink768.xml"/><Relationship Id="rId147" Type="http://schemas.openxmlformats.org/officeDocument/2006/relationships/image" Target="../media/image810.png"/><Relationship Id="rId168" Type="http://schemas.openxmlformats.org/officeDocument/2006/relationships/customXml" Target="../ink/ink789.xml"/><Relationship Id="rId51" Type="http://schemas.openxmlformats.org/officeDocument/2006/relationships/image" Target="../media/image762.png"/><Relationship Id="rId72" Type="http://schemas.openxmlformats.org/officeDocument/2006/relationships/customXml" Target="../ink/ink741.xml"/><Relationship Id="rId93" Type="http://schemas.openxmlformats.org/officeDocument/2006/relationships/image" Target="../media/image783.png"/><Relationship Id="rId189" Type="http://schemas.openxmlformats.org/officeDocument/2006/relationships/image" Target="../media/image831.png"/><Relationship Id="rId3" Type="http://schemas.openxmlformats.org/officeDocument/2006/relationships/image" Target="../media/image738.png"/><Relationship Id="rId214" Type="http://schemas.openxmlformats.org/officeDocument/2006/relationships/customXml" Target="../ink/ink812.xml"/><Relationship Id="rId235" Type="http://schemas.openxmlformats.org/officeDocument/2006/relationships/image" Target="../media/image854.png"/><Relationship Id="rId116" Type="http://schemas.openxmlformats.org/officeDocument/2006/relationships/customXml" Target="../ink/ink763.xml"/><Relationship Id="rId137" Type="http://schemas.openxmlformats.org/officeDocument/2006/relationships/image" Target="../media/image805.png"/><Relationship Id="rId158" Type="http://schemas.openxmlformats.org/officeDocument/2006/relationships/customXml" Target="../ink/ink784.xml"/><Relationship Id="rId20" Type="http://schemas.openxmlformats.org/officeDocument/2006/relationships/customXml" Target="../ink/ink715.xml"/><Relationship Id="rId41" Type="http://schemas.openxmlformats.org/officeDocument/2006/relationships/image" Target="../media/image757.png"/><Relationship Id="rId62" Type="http://schemas.openxmlformats.org/officeDocument/2006/relationships/customXml" Target="../ink/ink736.xml"/><Relationship Id="rId83" Type="http://schemas.openxmlformats.org/officeDocument/2006/relationships/image" Target="../media/image778.png"/><Relationship Id="rId179" Type="http://schemas.openxmlformats.org/officeDocument/2006/relationships/image" Target="../media/image826.png"/><Relationship Id="rId190" Type="http://schemas.openxmlformats.org/officeDocument/2006/relationships/customXml" Target="../ink/ink800.xml"/><Relationship Id="rId204" Type="http://schemas.openxmlformats.org/officeDocument/2006/relationships/customXml" Target="../ink/ink807.xml"/><Relationship Id="rId225" Type="http://schemas.openxmlformats.org/officeDocument/2006/relationships/image" Target="../media/image849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8.xml"/><Relationship Id="rId117" Type="http://schemas.openxmlformats.org/officeDocument/2006/relationships/customXml" Target="../ink/ink862.xml"/><Relationship Id="rId231" Type="http://schemas.openxmlformats.org/officeDocument/2006/relationships/image" Target="../media/image1086.png"/><Relationship Id="rId21" Type="http://schemas.openxmlformats.org/officeDocument/2006/relationships/image" Target="../media/image867.png"/><Relationship Id="rId42" Type="http://schemas.openxmlformats.org/officeDocument/2006/relationships/customXml" Target="../ink/ink846.xml"/><Relationship Id="rId47" Type="http://schemas.openxmlformats.org/officeDocument/2006/relationships/image" Target="../media/image880.png"/><Relationship Id="rId63" Type="http://schemas.openxmlformats.org/officeDocument/2006/relationships/image" Target="../media/image888.png"/><Relationship Id="rId68" Type="http://schemas.openxmlformats.org/officeDocument/2006/relationships/customXml" Target="../ink/ink859.xml"/><Relationship Id="rId112" Type="http://schemas.openxmlformats.org/officeDocument/2006/relationships/image" Target="../media/image896.png"/><Relationship Id="rId133" Type="http://schemas.openxmlformats.org/officeDocument/2006/relationships/customXml" Target="../ink/ink869.xml"/><Relationship Id="rId138" Type="http://schemas.openxmlformats.org/officeDocument/2006/relationships/image" Target="../media/image908.png"/><Relationship Id="rId154" Type="http://schemas.openxmlformats.org/officeDocument/2006/relationships/image" Target="../media/image916.png"/><Relationship Id="rId159" Type="http://schemas.openxmlformats.org/officeDocument/2006/relationships/customXml" Target="../ink/ink882.xml"/><Relationship Id="rId16" Type="http://schemas.openxmlformats.org/officeDocument/2006/relationships/customXml" Target="../ink/ink833.xml"/><Relationship Id="rId11" Type="http://schemas.openxmlformats.org/officeDocument/2006/relationships/image" Target="../media/image862.png"/><Relationship Id="rId32" Type="http://schemas.openxmlformats.org/officeDocument/2006/relationships/customXml" Target="../ink/ink841.xml"/><Relationship Id="rId37" Type="http://schemas.openxmlformats.org/officeDocument/2006/relationships/image" Target="../media/image875.png"/><Relationship Id="rId53" Type="http://schemas.openxmlformats.org/officeDocument/2006/relationships/image" Target="../media/image883.png"/><Relationship Id="rId58" Type="http://schemas.openxmlformats.org/officeDocument/2006/relationships/customXml" Target="../ink/ink854.xml"/><Relationship Id="rId128" Type="http://schemas.openxmlformats.org/officeDocument/2006/relationships/image" Target="../media/image903.png"/><Relationship Id="rId144" Type="http://schemas.openxmlformats.org/officeDocument/2006/relationships/image" Target="../media/image911.png"/><Relationship Id="rId149" Type="http://schemas.openxmlformats.org/officeDocument/2006/relationships/customXml" Target="../ink/ink877.xml"/><Relationship Id="rId5" Type="http://schemas.openxmlformats.org/officeDocument/2006/relationships/image" Target="../media/image859.png"/><Relationship Id="rId160" Type="http://schemas.openxmlformats.org/officeDocument/2006/relationships/image" Target="../media/image919.png"/><Relationship Id="rId165" Type="http://schemas.openxmlformats.org/officeDocument/2006/relationships/customXml" Target="../ink/ink885.xml"/><Relationship Id="rId22" Type="http://schemas.openxmlformats.org/officeDocument/2006/relationships/customXml" Target="../ink/ink836.xml"/><Relationship Id="rId27" Type="http://schemas.openxmlformats.org/officeDocument/2006/relationships/image" Target="../media/image870.png"/><Relationship Id="rId43" Type="http://schemas.openxmlformats.org/officeDocument/2006/relationships/image" Target="../media/image878.png"/><Relationship Id="rId48" Type="http://schemas.openxmlformats.org/officeDocument/2006/relationships/customXml" Target="../ink/ink849.xml"/><Relationship Id="rId64" Type="http://schemas.openxmlformats.org/officeDocument/2006/relationships/customXml" Target="../ink/ink857.xml"/><Relationship Id="rId113" Type="http://schemas.openxmlformats.org/officeDocument/2006/relationships/customXml" Target="../ink/ink860.xml"/><Relationship Id="rId118" Type="http://schemas.openxmlformats.org/officeDocument/2006/relationships/image" Target="../media/image236.png"/><Relationship Id="rId134" Type="http://schemas.openxmlformats.org/officeDocument/2006/relationships/image" Target="../media/image906.png"/><Relationship Id="rId139" Type="http://schemas.openxmlformats.org/officeDocument/2006/relationships/customXml" Target="../ink/ink872.xml"/><Relationship Id="rId150" Type="http://schemas.openxmlformats.org/officeDocument/2006/relationships/image" Target="../media/image914.png"/><Relationship Id="rId155" Type="http://schemas.openxmlformats.org/officeDocument/2006/relationships/customXml" Target="../ink/ink880.xml"/><Relationship Id="rId12" Type="http://schemas.openxmlformats.org/officeDocument/2006/relationships/customXml" Target="../ink/ink831.xml"/><Relationship Id="rId17" Type="http://schemas.openxmlformats.org/officeDocument/2006/relationships/image" Target="../media/image865.png"/><Relationship Id="rId33" Type="http://schemas.openxmlformats.org/officeDocument/2006/relationships/image" Target="../media/image873.png"/><Relationship Id="rId38" Type="http://schemas.openxmlformats.org/officeDocument/2006/relationships/customXml" Target="../ink/ink844.xml"/><Relationship Id="rId59" Type="http://schemas.openxmlformats.org/officeDocument/2006/relationships/image" Target="../media/image886.png"/><Relationship Id="rId124" Type="http://schemas.openxmlformats.org/officeDocument/2006/relationships/image" Target="../media/image901.png"/><Relationship Id="rId129" Type="http://schemas.openxmlformats.org/officeDocument/2006/relationships/customXml" Target="../ink/ink867.xml"/><Relationship Id="rId54" Type="http://schemas.openxmlformats.org/officeDocument/2006/relationships/customXml" Target="../ink/ink852.xml"/><Relationship Id="rId140" Type="http://schemas.openxmlformats.org/officeDocument/2006/relationships/image" Target="../media/image909.png"/><Relationship Id="rId145" Type="http://schemas.openxmlformats.org/officeDocument/2006/relationships/customXml" Target="../ink/ink875.xml"/><Relationship Id="rId161" Type="http://schemas.openxmlformats.org/officeDocument/2006/relationships/customXml" Target="../ink/ink883.xml"/><Relationship Id="rId166" Type="http://schemas.openxmlformats.org/officeDocument/2006/relationships/image" Target="../media/image9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8.xml"/><Relationship Id="rId23" Type="http://schemas.openxmlformats.org/officeDocument/2006/relationships/image" Target="../media/image868.png"/><Relationship Id="rId28" Type="http://schemas.openxmlformats.org/officeDocument/2006/relationships/customXml" Target="../ink/ink839.xml"/><Relationship Id="rId49" Type="http://schemas.openxmlformats.org/officeDocument/2006/relationships/image" Target="../media/image881.png"/><Relationship Id="rId114" Type="http://schemas.openxmlformats.org/officeDocument/2006/relationships/image" Target="../media/image897.png"/><Relationship Id="rId119" Type="http://schemas.openxmlformats.org/officeDocument/2006/relationships/customXml" Target="../ink/ink863.xml"/><Relationship Id="rId44" Type="http://schemas.openxmlformats.org/officeDocument/2006/relationships/customXml" Target="../ink/ink847.xml"/><Relationship Id="rId60" Type="http://schemas.openxmlformats.org/officeDocument/2006/relationships/customXml" Target="../ink/ink855.xml"/><Relationship Id="rId65" Type="http://schemas.openxmlformats.org/officeDocument/2006/relationships/image" Target="../media/image889.png"/><Relationship Id="rId130" Type="http://schemas.openxmlformats.org/officeDocument/2006/relationships/image" Target="../media/image904.png"/><Relationship Id="rId135" Type="http://schemas.openxmlformats.org/officeDocument/2006/relationships/customXml" Target="../ink/ink870.xml"/><Relationship Id="rId151" Type="http://schemas.openxmlformats.org/officeDocument/2006/relationships/customXml" Target="../ink/ink878.xml"/><Relationship Id="rId156" Type="http://schemas.openxmlformats.org/officeDocument/2006/relationships/image" Target="../media/image917.png"/><Relationship Id="rId13" Type="http://schemas.openxmlformats.org/officeDocument/2006/relationships/image" Target="../media/image863.png"/><Relationship Id="rId18" Type="http://schemas.openxmlformats.org/officeDocument/2006/relationships/customXml" Target="../ink/ink834.xml"/><Relationship Id="rId39" Type="http://schemas.openxmlformats.org/officeDocument/2006/relationships/image" Target="../media/image876.png"/><Relationship Id="rId34" Type="http://schemas.openxmlformats.org/officeDocument/2006/relationships/customXml" Target="../ink/ink842.xml"/><Relationship Id="rId50" Type="http://schemas.openxmlformats.org/officeDocument/2006/relationships/customXml" Target="../ink/ink850.xml"/><Relationship Id="rId55" Type="http://schemas.openxmlformats.org/officeDocument/2006/relationships/image" Target="../media/image884.png"/><Relationship Id="rId120" Type="http://schemas.openxmlformats.org/officeDocument/2006/relationships/image" Target="../media/image899.png"/><Relationship Id="rId125" Type="http://schemas.openxmlformats.org/officeDocument/2006/relationships/customXml" Target="../ink/ink865.xml"/><Relationship Id="rId141" Type="http://schemas.openxmlformats.org/officeDocument/2006/relationships/customXml" Target="../ink/ink873.xml"/><Relationship Id="rId146" Type="http://schemas.openxmlformats.org/officeDocument/2006/relationships/image" Target="../media/image912.png"/><Relationship Id="rId167" Type="http://schemas.openxmlformats.org/officeDocument/2006/relationships/customXml" Target="../ink/ink886.xml"/><Relationship Id="rId7" Type="http://schemas.openxmlformats.org/officeDocument/2006/relationships/image" Target="../media/image860.png"/><Relationship Id="rId162" Type="http://schemas.openxmlformats.org/officeDocument/2006/relationships/image" Target="../media/image920.png"/><Relationship Id="rId2" Type="http://schemas.openxmlformats.org/officeDocument/2006/relationships/customXml" Target="../ink/ink826.xml"/><Relationship Id="rId29" Type="http://schemas.openxmlformats.org/officeDocument/2006/relationships/image" Target="../media/image871.png"/><Relationship Id="rId24" Type="http://schemas.openxmlformats.org/officeDocument/2006/relationships/customXml" Target="../ink/ink837.xml"/><Relationship Id="rId40" Type="http://schemas.openxmlformats.org/officeDocument/2006/relationships/customXml" Target="../ink/ink845.xml"/><Relationship Id="rId45" Type="http://schemas.openxmlformats.org/officeDocument/2006/relationships/image" Target="../media/image879.png"/><Relationship Id="rId66" Type="http://schemas.openxmlformats.org/officeDocument/2006/relationships/customXml" Target="../ink/ink858.xml"/><Relationship Id="rId115" Type="http://schemas.openxmlformats.org/officeDocument/2006/relationships/customXml" Target="../ink/ink861.xml"/><Relationship Id="rId131" Type="http://schemas.openxmlformats.org/officeDocument/2006/relationships/customXml" Target="../ink/ink868.xml"/><Relationship Id="rId136" Type="http://schemas.openxmlformats.org/officeDocument/2006/relationships/image" Target="../media/image907.png"/><Relationship Id="rId157" Type="http://schemas.openxmlformats.org/officeDocument/2006/relationships/customXml" Target="../ink/ink881.xml"/><Relationship Id="rId61" Type="http://schemas.openxmlformats.org/officeDocument/2006/relationships/image" Target="../media/image887.png"/><Relationship Id="rId152" Type="http://schemas.openxmlformats.org/officeDocument/2006/relationships/image" Target="../media/image915.png"/><Relationship Id="rId19" Type="http://schemas.openxmlformats.org/officeDocument/2006/relationships/image" Target="../media/image866.png"/><Relationship Id="rId14" Type="http://schemas.openxmlformats.org/officeDocument/2006/relationships/customXml" Target="../ink/ink832.xml"/><Relationship Id="rId30" Type="http://schemas.openxmlformats.org/officeDocument/2006/relationships/customXml" Target="../ink/ink840.xml"/><Relationship Id="rId35" Type="http://schemas.openxmlformats.org/officeDocument/2006/relationships/image" Target="../media/image874.png"/><Relationship Id="rId56" Type="http://schemas.openxmlformats.org/officeDocument/2006/relationships/customXml" Target="../ink/ink853.xml"/><Relationship Id="rId126" Type="http://schemas.openxmlformats.org/officeDocument/2006/relationships/image" Target="../media/image902.png"/><Relationship Id="rId147" Type="http://schemas.openxmlformats.org/officeDocument/2006/relationships/customXml" Target="../ink/ink876.xml"/><Relationship Id="rId168" Type="http://schemas.openxmlformats.org/officeDocument/2006/relationships/image" Target="../media/image923.png"/><Relationship Id="rId8" Type="http://schemas.openxmlformats.org/officeDocument/2006/relationships/customXml" Target="../ink/ink829.xml"/><Relationship Id="rId51" Type="http://schemas.openxmlformats.org/officeDocument/2006/relationships/image" Target="../media/image882.png"/><Relationship Id="rId121" Type="http://schemas.openxmlformats.org/officeDocument/2006/relationships/customXml" Target="../ink/ink864.xml"/><Relationship Id="rId142" Type="http://schemas.openxmlformats.org/officeDocument/2006/relationships/image" Target="../media/image910.png"/><Relationship Id="rId163" Type="http://schemas.openxmlformats.org/officeDocument/2006/relationships/customXml" Target="../ink/ink884.xml"/><Relationship Id="rId3" Type="http://schemas.openxmlformats.org/officeDocument/2006/relationships/image" Target="../media/image858.png"/><Relationship Id="rId25" Type="http://schemas.openxmlformats.org/officeDocument/2006/relationships/image" Target="../media/image869.png"/><Relationship Id="rId46" Type="http://schemas.openxmlformats.org/officeDocument/2006/relationships/customXml" Target="../ink/ink848.xml"/><Relationship Id="rId67" Type="http://schemas.openxmlformats.org/officeDocument/2006/relationships/image" Target="../media/image890.png"/><Relationship Id="rId116" Type="http://schemas.openxmlformats.org/officeDocument/2006/relationships/image" Target="../media/image898.png"/><Relationship Id="rId137" Type="http://schemas.openxmlformats.org/officeDocument/2006/relationships/customXml" Target="../ink/ink871.xml"/><Relationship Id="rId158" Type="http://schemas.openxmlformats.org/officeDocument/2006/relationships/image" Target="../media/image918.png"/><Relationship Id="rId20" Type="http://schemas.openxmlformats.org/officeDocument/2006/relationships/customXml" Target="../ink/ink835.xml"/><Relationship Id="rId41" Type="http://schemas.openxmlformats.org/officeDocument/2006/relationships/image" Target="../media/image877.png"/><Relationship Id="rId62" Type="http://schemas.openxmlformats.org/officeDocument/2006/relationships/customXml" Target="../ink/ink856.xml"/><Relationship Id="rId132" Type="http://schemas.openxmlformats.org/officeDocument/2006/relationships/image" Target="../media/image905.png"/><Relationship Id="rId153" Type="http://schemas.openxmlformats.org/officeDocument/2006/relationships/customXml" Target="../ink/ink879.xml"/><Relationship Id="rId15" Type="http://schemas.openxmlformats.org/officeDocument/2006/relationships/image" Target="../media/image864.png"/><Relationship Id="rId36" Type="http://schemas.openxmlformats.org/officeDocument/2006/relationships/customXml" Target="../ink/ink843.xml"/><Relationship Id="rId57" Type="http://schemas.openxmlformats.org/officeDocument/2006/relationships/image" Target="../media/image885.png"/><Relationship Id="rId127" Type="http://schemas.openxmlformats.org/officeDocument/2006/relationships/customXml" Target="../ink/ink866.xml"/><Relationship Id="rId10" Type="http://schemas.openxmlformats.org/officeDocument/2006/relationships/customXml" Target="../ink/ink830.xml"/><Relationship Id="rId31" Type="http://schemas.openxmlformats.org/officeDocument/2006/relationships/image" Target="../media/image872.png"/><Relationship Id="rId52" Type="http://schemas.openxmlformats.org/officeDocument/2006/relationships/customXml" Target="../ink/ink851.xml"/><Relationship Id="rId143" Type="http://schemas.openxmlformats.org/officeDocument/2006/relationships/customXml" Target="../ink/ink874.xml"/><Relationship Id="rId148" Type="http://schemas.openxmlformats.org/officeDocument/2006/relationships/image" Target="../media/image913.png"/><Relationship Id="rId164" Type="http://schemas.openxmlformats.org/officeDocument/2006/relationships/image" Target="../media/image921.png"/><Relationship Id="rId169" Type="http://schemas.openxmlformats.org/officeDocument/2006/relationships/customXml" Target="../ink/ink887.xml"/><Relationship Id="rId4" Type="http://schemas.openxmlformats.org/officeDocument/2006/relationships/customXml" Target="../ink/ink827.xml"/><Relationship Id="rId9" Type="http://schemas.openxmlformats.org/officeDocument/2006/relationships/image" Target="../media/image8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91.xml"/><Relationship Id="rId13" Type="http://schemas.openxmlformats.org/officeDocument/2006/relationships/image" Target="../media/image928.png"/><Relationship Id="rId3" Type="http://schemas.openxmlformats.org/officeDocument/2006/relationships/image" Target="../media/image924.png"/><Relationship Id="rId7" Type="http://schemas.openxmlformats.org/officeDocument/2006/relationships/image" Target="../media/image926.png"/><Relationship Id="rId12" Type="http://schemas.openxmlformats.org/officeDocument/2006/relationships/customXml" Target="../ink/ink893.xml"/><Relationship Id="rId17" Type="http://schemas.openxmlformats.org/officeDocument/2006/relationships/image" Target="../media/image930.png"/><Relationship Id="rId2" Type="http://schemas.openxmlformats.org/officeDocument/2006/relationships/customXml" Target="../ink/ink888.xml"/><Relationship Id="rId16" Type="http://schemas.openxmlformats.org/officeDocument/2006/relationships/customXml" Target="../ink/ink8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90.xml"/><Relationship Id="rId11" Type="http://schemas.openxmlformats.org/officeDocument/2006/relationships/image" Target="../media/image927.png"/><Relationship Id="rId5" Type="http://schemas.openxmlformats.org/officeDocument/2006/relationships/image" Target="../media/image925.png"/><Relationship Id="rId15" Type="http://schemas.openxmlformats.org/officeDocument/2006/relationships/image" Target="../media/image929.png"/><Relationship Id="rId10" Type="http://schemas.openxmlformats.org/officeDocument/2006/relationships/customXml" Target="../ink/ink892.xml"/><Relationship Id="rId4" Type="http://schemas.openxmlformats.org/officeDocument/2006/relationships/customXml" Target="../ink/ink889.xml"/><Relationship Id="rId9" Type="http://schemas.openxmlformats.org/officeDocument/2006/relationships/image" Target="../media/image236.png"/><Relationship Id="rId14" Type="http://schemas.openxmlformats.org/officeDocument/2006/relationships/customXml" Target="../ink/ink894.xml"/></Relationships>
</file>

<file path=ppt/slides/_rels/slide17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087.png"/><Relationship Id="rId2" Type="http://schemas.openxmlformats.org/officeDocument/2006/relationships/customXml" Target="../ink/ink89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00.xml"/><Relationship Id="rId13" Type="http://schemas.openxmlformats.org/officeDocument/2006/relationships/image" Target="../media/image1093.png"/><Relationship Id="rId18" Type="http://schemas.openxmlformats.org/officeDocument/2006/relationships/customXml" Target="../ink/ink905.xml"/><Relationship Id="rId26" Type="http://schemas.openxmlformats.org/officeDocument/2006/relationships/customXml" Target="../ink/ink909.xml"/><Relationship Id="rId3" Type="http://schemas.openxmlformats.org/officeDocument/2006/relationships/image" Target="../media/image1088.png"/><Relationship Id="rId21" Type="http://schemas.openxmlformats.org/officeDocument/2006/relationships/image" Target="../media/image1097.png"/><Relationship Id="rId7" Type="http://schemas.openxmlformats.org/officeDocument/2006/relationships/image" Target="../media/image1090.png"/><Relationship Id="rId12" Type="http://schemas.openxmlformats.org/officeDocument/2006/relationships/customXml" Target="../ink/ink902.xml"/><Relationship Id="rId17" Type="http://schemas.openxmlformats.org/officeDocument/2006/relationships/image" Target="../media/image1095.png"/><Relationship Id="rId25" Type="http://schemas.openxmlformats.org/officeDocument/2006/relationships/image" Target="../media/image1099.png"/><Relationship Id="rId2" Type="http://schemas.openxmlformats.org/officeDocument/2006/relationships/customXml" Target="../ink/ink897.xml"/><Relationship Id="rId16" Type="http://schemas.openxmlformats.org/officeDocument/2006/relationships/customXml" Target="../ink/ink904.xml"/><Relationship Id="rId20" Type="http://schemas.openxmlformats.org/officeDocument/2006/relationships/customXml" Target="../ink/ink906.xml"/><Relationship Id="rId29" Type="http://schemas.openxmlformats.org/officeDocument/2006/relationships/image" Target="../media/image1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99.xml"/><Relationship Id="rId11" Type="http://schemas.openxmlformats.org/officeDocument/2006/relationships/image" Target="../media/image1092.png"/><Relationship Id="rId24" Type="http://schemas.openxmlformats.org/officeDocument/2006/relationships/customXml" Target="../ink/ink908.xml"/><Relationship Id="rId5" Type="http://schemas.openxmlformats.org/officeDocument/2006/relationships/image" Target="../media/image1089.png"/><Relationship Id="rId15" Type="http://schemas.openxmlformats.org/officeDocument/2006/relationships/image" Target="../media/image1094.png"/><Relationship Id="rId23" Type="http://schemas.openxmlformats.org/officeDocument/2006/relationships/image" Target="../media/image1098.png"/><Relationship Id="rId28" Type="http://schemas.openxmlformats.org/officeDocument/2006/relationships/customXml" Target="../ink/ink910.xml"/><Relationship Id="rId10" Type="http://schemas.openxmlformats.org/officeDocument/2006/relationships/customXml" Target="../ink/ink901.xml"/><Relationship Id="rId19" Type="http://schemas.openxmlformats.org/officeDocument/2006/relationships/image" Target="../media/image1096.png"/><Relationship Id="rId31" Type="http://schemas.openxmlformats.org/officeDocument/2006/relationships/image" Target="../media/image1102.png"/><Relationship Id="rId4" Type="http://schemas.openxmlformats.org/officeDocument/2006/relationships/customXml" Target="../ink/ink898.xml"/><Relationship Id="rId9" Type="http://schemas.openxmlformats.org/officeDocument/2006/relationships/image" Target="../media/image1091.png"/><Relationship Id="rId14" Type="http://schemas.openxmlformats.org/officeDocument/2006/relationships/customXml" Target="../ink/ink903.xml"/><Relationship Id="rId22" Type="http://schemas.openxmlformats.org/officeDocument/2006/relationships/customXml" Target="../ink/ink907.xml"/><Relationship Id="rId27" Type="http://schemas.openxmlformats.org/officeDocument/2006/relationships/image" Target="../media/image1100.png"/><Relationship Id="rId30" Type="http://schemas.openxmlformats.org/officeDocument/2006/relationships/customXml" Target="../ink/ink9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3.png"/><Relationship Id="rId7" Type="http://schemas.openxmlformats.org/officeDocument/2006/relationships/image" Target="../media/image1105.png"/><Relationship Id="rId2" Type="http://schemas.openxmlformats.org/officeDocument/2006/relationships/customXml" Target="../ink/ink9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4.xml"/><Relationship Id="rId5" Type="http://schemas.openxmlformats.org/officeDocument/2006/relationships/image" Target="../media/image1104.png"/><Relationship Id="rId4" Type="http://schemas.openxmlformats.org/officeDocument/2006/relationships/customXml" Target="../ink/ink9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8.xml"/><Relationship Id="rId13" Type="http://schemas.openxmlformats.org/officeDocument/2006/relationships/image" Target="../media/image1111.png"/><Relationship Id="rId3" Type="http://schemas.openxmlformats.org/officeDocument/2006/relationships/image" Target="../media/image1106.png"/><Relationship Id="rId7" Type="http://schemas.openxmlformats.org/officeDocument/2006/relationships/image" Target="../media/image1108.png"/><Relationship Id="rId12" Type="http://schemas.openxmlformats.org/officeDocument/2006/relationships/customXml" Target="../ink/ink920.xml"/><Relationship Id="rId17" Type="http://schemas.openxmlformats.org/officeDocument/2006/relationships/image" Target="../media/image1113.png"/><Relationship Id="rId2" Type="http://schemas.openxmlformats.org/officeDocument/2006/relationships/customXml" Target="../ink/ink915.xml"/><Relationship Id="rId16" Type="http://schemas.openxmlformats.org/officeDocument/2006/relationships/customXml" Target="../ink/ink9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7.xml"/><Relationship Id="rId11" Type="http://schemas.openxmlformats.org/officeDocument/2006/relationships/image" Target="../media/image1110.png"/><Relationship Id="rId5" Type="http://schemas.openxmlformats.org/officeDocument/2006/relationships/image" Target="../media/image1107.png"/><Relationship Id="rId15" Type="http://schemas.openxmlformats.org/officeDocument/2006/relationships/image" Target="../media/image1112.png"/><Relationship Id="rId10" Type="http://schemas.openxmlformats.org/officeDocument/2006/relationships/customXml" Target="../ink/ink919.xml"/><Relationship Id="rId4" Type="http://schemas.openxmlformats.org/officeDocument/2006/relationships/customXml" Target="../ink/ink916.xml"/><Relationship Id="rId9" Type="http://schemas.openxmlformats.org/officeDocument/2006/relationships/image" Target="../media/image1109.png"/><Relationship Id="rId14" Type="http://schemas.openxmlformats.org/officeDocument/2006/relationships/customXml" Target="../ink/ink9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5.png"/><Relationship Id="rId2" Type="http://schemas.openxmlformats.org/officeDocument/2006/relationships/customXml" Target="../ink/ink92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1.png"/><Relationship Id="rId18" Type="http://schemas.openxmlformats.org/officeDocument/2006/relationships/customXml" Target="../ink/ink932.xml"/><Relationship Id="rId26" Type="http://schemas.openxmlformats.org/officeDocument/2006/relationships/customXml" Target="../ink/ink936.xml"/><Relationship Id="rId39" Type="http://schemas.openxmlformats.org/officeDocument/2006/relationships/image" Target="../media/image1143.png"/><Relationship Id="rId21" Type="http://schemas.openxmlformats.org/officeDocument/2006/relationships/image" Target="../media/image1135.png"/><Relationship Id="rId34" Type="http://schemas.openxmlformats.org/officeDocument/2006/relationships/customXml" Target="../ink/ink940.xml"/><Relationship Id="rId42" Type="http://schemas.openxmlformats.org/officeDocument/2006/relationships/customXml" Target="../ink/ink944.xml"/><Relationship Id="rId47" Type="http://schemas.openxmlformats.org/officeDocument/2006/relationships/image" Target="../media/image1147.png"/><Relationship Id="rId7" Type="http://schemas.openxmlformats.org/officeDocument/2006/relationships/image" Target="../media/image1128.png"/><Relationship Id="rId2" Type="http://schemas.openxmlformats.org/officeDocument/2006/relationships/customXml" Target="../ink/ink924.xml"/><Relationship Id="rId16" Type="http://schemas.openxmlformats.org/officeDocument/2006/relationships/customXml" Target="../ink/ink931.xml"/><Relationship Id="rId29" Type="http://schemas.openxmlformats.org/officeDocument/2006/relationships/image" Target="../media/image1139.png"/><Relationship Id="rId11" Type="http://schemas.openxmlformats.org/officeDocument/2006/relationships/image" Target="../media/image1130.png"/><Relationship Id="rId24" Type="http://schemas.openxmlformats.org/officeDocument/2006/relationships/customXml" Target="../ink/ink935.xml"/><Relationship Id="rId32" Type="http://schemas.openxmlformats.org/officeDocument/2006/relationships/customXml" Target="../ink/ink939.xml"/><Relationship Id="rId37" Type="http://schemas.openxmlformats.org/officeDocument/2006/relationships/image" Target="../media/image236.png"/><Relationship Id="rId40" Type="http://schemas.openxmlformats.org/officeDocument/2006/relationships/customXml" Target="../ink/ink943.xml"/><Relationship Id="rId45" Type="http://schemas.openxmlformats.org/officeDocument/2006/relationships/image" Target="../media/image1146.png"/><Relationship Id="rId5" Type="http://schemas.openxmlformats.org/officeDocument/2006/relationships/image" Target="../media/image1127.png"/><Relationship Id="rId15" Type="http://schemas.openxmlformats.org/officeDocument/2006/relationships/image" Target="../media/image1132.png"/><Relationship Id="rId23" Type="http://schemas.openxmlformats.org/officeDocument/2006/relationships/image" Target="../media/image1136.png"/><Relationship Id="rId28" Type="http://schemas.openxmlformats.org/officeDocument/2006/relationships/customXml" Target="../ink/ink937.xml"/><Relationship Id="rId36" Type="http://schemas.openxmlformats.org/officeDocument/2006/relationships/customXml" Target="../ink/ink941.xml"/><Relationship Id="rId49" Type="http://schemas.openxmlformats.org/officeDocument/2006/relationships/image" Target="../media/image1148.png"/><Relationship Id="rId10" Type="http://schemas.openxmlformats.org/officeDocument/2006/relationships/customXml" Target="../ink/ink928.xml"/><Relationship Id="rId19" Type="http://schemas.openxmlformats.org/officeDocument/2006/relationships/image" Target="../media/image1134.png"/><Relationship Id="rId31" Type="http://schemas.openxmlformats.org/officeDocument/2006/relationships/image" Target="../media/image1140.png"/><Relationship Id="rId44" Type="http://schemas.openxmlformats.org/officeDocument/2006/relationships/customXml" Target="../ink/ink945.xml"/><Relationship Id="rId4" Type="http://schemas.openxmlformats.org/officeDocument/2006/relationships/customXml" Target="../ink/ink925.xml"/><Relationship Id="rId9" Type="http://schemas.openxmlformats.org/officeDocument/2006/relationships/image" Target="../media/image1129.png"/><Relationship Id="rId14" Type="http://schemas.openxmlformats.org/officeDocument/2006/relationships/customXml" Target="../ink/ink930.xml"/><Relationship Id="rId22" Type="http://schemas.openxmlformats.org/officeDocument/2006/relationships/customXml" Target="../ink/ink934.xml"/><Relationship Id="rId27" Type="http://schemas.openxmlformats.org/officeDocument/2006/relationships/image" Target="../media/image1138.png"/><Relationship Id="rId30" Type="http://schemas.openxmlformats.org/officeDocument/2006/relationships/customXml" Target="../ink/ink938.xml"/><Relationship Id="rId35" Type="http://schemas.openxmlformats.org/officeDocument/2006/relationships/image" Target="../media/image1142.png"/><Relationship Id="rId43" Type="http://schemas.openxmlformats.org/officeDocument/2006/relationships/image" Target="../media/image1145.png"/><Relationship Id="rId48" Type="http://schemas.openxmlformats.org/officeDocument/2006/relationships/customXml" Target="../ink/ink947.xml"/><Relationship Id="rId8" Type="http://schemas.openxmlformats.org/officeDocument/2006/relationships/customXml" Target="../ink/ink927.xml"/><Relationship Id="rId3" Type="http://schemas.openxmlformats.org/officeDocument/2006/relationships/image" Target="../media/image1126.png"/><Relationship Id="rId12" Type="http://schemas.openxmlformats.org/officeDocument/2006/relationships/customXml" Target="../ink/ink929.xml"/><Relationship Id="rId17" Type="http://schemas.openxmlformats.org/officeDocument/2006/relationships/image" Target="../media/image1133.png"/><Relationship Id="rId25" Type="http://schemas.openxmlformats.org/officeDocument/2006/relationships/image" Target="../media/image1137.png"/><Relationship Id="rId33" Type="http://schemas.openxmlformats.org/officeDocument/2006/relationships/image" Target="../media/image1141.png"/><Relationship Id="rId38" Type="http://schemas.openxmlformats.org/officeDocument/2006/relationships/customXml" Target="../ink/ink942.xml"/><Relationship Id="rId46" Type="http://schemas.openxmlformats.org/officeDocument/2006/relationships/customXml" Target="../ink/ink946.xml"/><Relationship Id="rId20" Type="http://schemas.openxmlformats.org/officeDocument/2006/relationships/customXml" Target="../ink/ink933.xml"/><Relationship Id="rId41" Type="http://schemas.openxmlformats.org/officeDocument/2006/relationships/image" Target="../media/image11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26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60.xml"/><Relationship Id="rId21" Type="http://schemas.openxmlformats.org/officeDocument/2006/relationships/image" Target="../media/image1158.png"/><Relationship Id="rId42" Type="http://schemas.openxmlformats.org/officeDocument/2006/relationships/customXml" Target="../ink/ink968.xml"/><Relationship Id="rId47" Type="http://schemas.openxmlformats.org/officeDocument/2006/relationships/image" Target="../media/image1170.png"/><Relationship Id="rId63" Type="http://schemas.openxmlformats.org/officeDocument/2006/relationships/customXml" Target="../ink/ink979.xml"/><Relationship Id="rId68" Type="http://schemas.openxmlformats.org/officeDocument/2006/relationships/image" Target="../media/image1180.png"/><Relationship Id="rId7" Type="http://schemas.openxmlformats.org/officeDocument/2006/relationships/image" Target="../media/image1151.png"/><Relationship Id="rId71" Type="http://schemas.openxmlformats.org/officeDocument/2006/relationships/customXml" Target="../ink/ink983.xml"/><Relationship Id="rId2" Type="http://schemas.openxmlformats.org/officeDocument/2006/relationships/customXml" Target="../ink/ink948.xml"/><Relationship Id="rId16" Type="http://schemas.openxmlformats.org/officeDocument/2006/relationships/customXml" Target="../ink/ink955.xml"/><Relationship Id="rId29" Type="http://schemas.openxmlformats.org/officeDocument/2006/relationships/image" Target="../media/image1162.png"/><Relationship Id="rId11" Type="http://schemas.openxmlformats.org/officeDocument/2006/relationships/image" Target="../media/image1153.png"/><Relationship Id="rId24" Type="http://schemas.openxmlformats.org/officeDocument/2006/relationships/customXml" Target="../ink/ink959.xml"/><Relationship Id="rId32" Type="http://schemas.openxmlformats.org/officeDocument/2006/relationships/customXml" Target="../ink/ink963.xml"/><Relationship Id="rId37" Type="http://schemas.openxmlformats.org/officeDocument/2006/relationships/image" Target="../media/image236.png"/><Relationship Id="rId40" Type="http://schemas.openxmlformats.org/officeDocument/2006/relationships/customXml" Target="../ink/ink967.xml"/><Relationship Id="rId45" Type="http://schemas.openxmlformats.org/officeDocument/2006/relationships/image" Target="../media/image1169.png"/><Relationship Id="rId53" Type="http://schemas.openxmlformats.org/officeDocument/2006/relationships/customXml" Target="../ink/ink974.xml"/><Relationship Id="rId58" Type="http://schemas.openxmlformats.org/officeDocument/2006/relationships/image" Target="../media/image1175.png"/><Relationship Id="rId66" Type="http://schemas.openxmlformats.org/officeDocument/2006/relationships/image" Target="../media/image1179.png"/><Relationship Id="rId5" Type="http://schemas.openxmlformats.org/officeDocument/2006/relationships/image" Target="../media/image1150.png"/><Relationship Id="rId61" Type="http://schemas.openxmlformats.org/officeDocument/2006/relationships/customXml" Target="../ink/ink978.xml"/><Relationship Id="rId19" Type="http://schemas.openxmlformats.org/officeDocument/2006/relationships/image" Target="../media/image1157.png"/><Relationship Id="rId14" Type="http://schemas.openxmlformats.org/officeDocument/2006/relationships/customXml" Target="../ink/ink954.xml"/><Relationship Id="rId22" Type="http://schemas.openxmlformats.org/officeDocument/2006/relationships/customXml" Target="../ink/ink958.xml"/><Relationship Id="rId27" Type="http://schemas.openxmlformats.org/officeDocument/2006/relationships/image" Target="../media/image1161.png"/><Relationship Id="rId30" Type="http://schemas.openxmlformats.org/officeDocument/2006/relationships/customXml" Target="../ink/ink962.xml"/><Relationship Id="rId35" Type="http://schemas.openxmlformats.org/officeDocument/2006/relationships/image" Target="../media/image1165.png"/><Relationship Id="rId43" Type="http://schemas.openxmlformats.org/officeDocument/2006/relationships/image" Target="../media/image1168.png"/><Relationship Id="rId48" Type="http://schemas.openxmlformats.org/officeDocument/2006/relationships/customXml" Target="../ink/ink971.xml"/><Relationship Id="rId56" Type="http://schemas.openxmlformats.org/officeDocument/2006/relationships/image" Target="../media/image1174.png"/><Relationship Id="rId64" Type="http://schemas.openxmlformats.org/officeDocument/2006/relationships/image" Target="../media/image1178.png"/><Relationship Id="rId69" Type="http://schemas.openxmlformats.org/officeDocument/2006/relationships/customXml" Target="../ink/ink982.xml"/><Relationship Id="rId8" Type="http://schemas.openxmlformats.org/officeDocument/2006/relationships/customXml" Target="../ink/ink951.xml"/><Relationship Id="rId51" Type="http://schemas.openxmlformats.org/officeDocument/2006/relationships/customXml" Target="../ink/ink973.xml"/><Relationship Id="rId72" Type="http://schemas.openxmlformats.org/officeDocument/2006/relationships/image" Target="../media/image1182.png"/><Relationship Id="rId3" Type="http://schemas.openxmlformats.org/officeDocument/2006/relationships/image" Target="../media/image1149.png"/><Relationship Id="rId12" Type="http://schemas.openxmlformats.org/officeDocument/2006/relationships/customXml" Target="../ink/ink953.xml"/><Relationship Id="rId17" Type="http://schemas.openxmlformats.org/officeDocument/2006/relationships/image" Target="../media/image1156.png"/><Relationship Id="rId25" Type="http://schemas.openxmlformats.org/officeDocument/2006/relationships/image" Target="../media/image1160.png"/><Relationship Id="rId33" Type="http://schemas.openxmlformats.org/officeDocument/2006/relationships/image" Target="../media/image1164.png"/><Relationship Id="rId38" Type="http://schemas.openxmlformats.org/officeDocument/2006/relationships/customXml" Target="../ink/ink966.xml"/><Relationship Id="rId46" Type="http://schemas.openxmlformats.org/officeDocument/2006/relationships/customXml" Target="../ink/ink970.xml"/><Relationship Id="rId59" Type="http://schemas.openxmlformats.org/officeDocument/2006/relationships/customXml" Target="../ink/ink977.xml"/><Relationship Id="rId67" Type="http://schemas.openxmlformats.org/officeDocument/2006/relationships/customXml" Target="../ink/ink981.xml"/><Relationship Id="rId20" Type="http://schemas.openxmlformats.org/officeDocument/2006/relationships/customXml" Target="../ink/ink957.xml"/><Relationship Id="rId41" Type="http://schemas.openxmlformats.org/officeDocument/2006/relationships/image" Target="../media/image1167.png"/><Relationship Id="rId54" Type="http://schemas.openxmlformats.org/officeDocument/2006/relationships/image" Target="../media/image1173.png"/><Relationship Id="rId62" Type="http://schemas.openxmlformats.org/officeDocument/2006/relationships/image" Target="../media/image1177.png"/><Relationship Id="rId70" Type="http://schemas.openxmlformats.org/officeDocument/2006/relationships/image" Target="../media/image11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0.xml"/><Relationship Id="rId15" Type="http://schemas.openxmlformats.org/officeDocument/2006/relationships/image" Target="../media/image1155.png"/><Relationship Id="rId23" Type="http://schemas.openxmlformats.org/officeDocument/2006/relationships/image" Target="../media/image1159.png"/><Relationship Id="rId28" Type="http://schemas.openxmlformats.org/officeDocument/2006/relationships/customXml" Target="../ink/ink961.xml"/><Relationship Id="rId36" Type="http://schemas.openxmlformats.org/officeDocument/2006/relationships/customXml" Target="../ink/ink965.xml"/><Relationship Id="rId49" Type="http://schemas.openxmlformats.org/officeDocument/2006/relationships/customXml" Target="../ink/ink972.xml"/><Relationship Id="rId57" Type="http://schemas.openxmlformats.org/officeDocument/2006/relationships/customXml" Target="../ink/ink976.xml"/><Relationship Id="rId10" Type="http://schemas.openxmlformats.org/officeDocument/2006/relationships/customXml" Target="../ink/ink952.xml"/><Relationship Id="rId31" Type="http://schemas.openxmlformats.org/officeDocument/2006/relationships/image" Target="../media/image1163.png"/><Relationship Id="rId44" Type="http://schemas.openxmlformats.org/officeDocument/2006/relationships/customXml" Target="../ink/ink969.xml"/><Relationship Id="rId52" Type="http://schemas.openxmlformats.org/officeDocument/2006/relationships/image" Target="../media/image1172.png"/><Relationship Id="rId60" Type="http://schemas.openxmlformats.org/officeDocument/2006/relationships/image" Target="../media/image1176.png"/><Relationship Id="rId65" Type="http://schemas.openxmlformats.org/officeDocument/2006/relationships/customXml" Target="../ink/ink980.xml"/><Relationship Id="rId4" Type="http://schemas.openxmlformats.org/officeDocument/2006/relationships/customXml" Target="../ink/ink949.xml"/><Relationship Id="rId9" Type="http://schemas.openxmlformats.org/officeDocument/2006/relationships/image" Target="../media/image1152.png"/><Relationship Id="rId13" Type="http://schemas.openxmlformats.org/officeDocument/2006/relationships/image" Target="../media/image1154.png"/><Relationship Id="rId18" Type="http://schemas.openxmlformats.org/officeDocument/2006/relationships/customXml" Target="../ink/ink956.xml"/><Relationship Id="rId39" Type="http://schemas.openxmlformats.org/officeDocument/2006/relationships/image" Target="../media/image1166.png"/><Relationship Id="rId34" Type="http://schemas.openxmlformats.org/officeDocument/2006/relationships/customXml" Target="../ink/ink964.xml"/><Relationship Id="rId50" Type="http://schemas.openxmlformats.org/officeDocument/2006/relationships/image" Target="../media/image1171.png"/><Relationship Id="rId55" Type="http://schemas.openxmlformats.org/officeDocument/2006/relationships/customXml" Target="../ink/ink975.xml"/></Relationships>
</file>

<file path=ppt/slides/_rels/slide24.xml.rels><?xml version="1.0" encoding="UTF-8" standalone="yes"?>
<Relationships xmlns="http://schemas.openxmlformats.org/package/2006/relationships"><Relationship Id="rId59" Type="http://schemas.openxmlformats.org/officeDocument/2006/relationships/image" Target="../media/image1209.png"/><Relationship Id="rId2" Type="http://schemas.openxmlformats.org/officeDocument/2006/relationships/customXml" Target="../ink/ink98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97.xml"/><Relationship Id="rId21" Type="http://schemas.openxmlformats.org/officeDocument/2006/relationships/image" Target="../media/image1218.png"/><Relationship Id="rId42" Type="http://schemas.openxmlformats.org/officeDocument/2006/relationships/customXml" Target="../ink/ink1005.xml"/><Relationship Id="rId47" Type="http://schemas.openxmlformats.org/officeDocument/2006/relationships/image" Target="../media/image1231.png"/><Relationship Id="rId63" Type="http://schemas.openxmlformats.org/officeDocument/2006/relationships/image" Target="../media/image1239.png"/><Relationship Id="rId68" Type="http://schemas.openxmlformats.org/officeDocument/2006/relationships/customXml" Target="../ink/ink1018.xml"/><Relationship Id="rId16" Type="http://schemas.openxmlformats.org/officeDocument/2006/relationships/customXml" Target="../ink/ink992.xml"/><Relationship Id="rId11" Type="http://schemas.openxmlformats.org/officeDocument/2006/relationships/image" Target="../media/image1213.png"/><Relationship Id="rId24" Type="http://schemas.openxmlformats.org/officeDocument/2006/relationships/customXml" Target="../ink/ink996.xml"/><Relationship Id="rId32" Type="http://schemas.openxmlformats.org/officeDocument/2006/relationships/customXml" Target="../ink/ink1000.xml"/><Relationship Id="rId37" Type="http://schemas.openxmlformats.org/officeDocument/2006/relationships/image" Target="../media/image1226.png"/><Relationship Id="rId40" Type="http://schemas.openxmlformats.org/officeDocument/2006/relationships/customXml" Target="../ink/ink1004.xml"/><Relationship Id="rId45" Type="http://schemas.openxmlformats.org/officeDocument/2006/relationships/image" Target="../media/image1230.png"/><Relationship Id="rId53" Type="http://schemas.openxmlformats.org/officeDocument/2006/relationships/image" Target="../media/image1234.png"/><Relationship Id="rId58" Type="http://schemas.openxmlformats.org/officeDocument/2006/relationships/customXml" Target="../ink/ink1013.xml"/><Relationship Id="rId66" Type="http://schemas.openxmlformats.org/officeDocument/2006/relationships/customXml" Target="../ink/ink1017.xml"/><Relationship Id="rId74" Type="http://schemas.openxmlformats.org/officeDocument/2006/relationships/customXml" Target="../ink/ink1021.xml"/><Relationship Id="rId5" Type="http://schemas.openxmlformats.org/officeDocument/2006/relationships/image" Target="../media/image236.png"/><Relationship Id="rId61" Type="http://schemas.openxmlformats.org/officeDocument/2006/relationships/image" Target="../media/image1238.png"/><Relationship Id="rId19" Type="http://schemas.openxmlformats.org/officeDocument/2006/relationships/image" Target="../media/image1217.png"/><Relationship Id="rId14" Type="http://schemas.openxmlformats.org/officeDocument/2006/relationships/customXml" Target="../ink/ink991.xml"/><Relationship Id="rId22" Type="http://schemas.openxmlformats.org/officeDocument/2006/relationships/customXml" Target="../ink/ink995.xml"/><Relationship Id="rId27" Type="http://schemas.openxmlformats.org/officeDocument/2006/relationships/image" Target="../media/image1221.png"/><Relationship Id="rId30" Type="http://schemas.openxmlformats.org/officeDocument/2006/relationships/customXml" Target="../ink/ink999.xml"/><Relationship Id="rId35" Type="http://schemas.openxmlformats.org/officeDocument/2006/relationships/image" Target="../media/image1225.png"/><Relationship Id="rId43" Type="http://schemas.openxmlformats.org/officeDocument/2006/relationships/image" Target="../media/image1229.png"/><Relationship Id="rId48" Type="http://schemas.openxmlformats.org/officeDocument/2006/relationships/customXml" Target="../ink/ink1008.xml"/><Relationship Id="rId56" Type="http://schemas.openxmlformats.org/officeDocument/2006/relationships/customXml" Target="../ink/ink1012.xml"/><Relationship Id="rId64" Type="http://schemas.openxmlformats.org/officeDocument/2006/relationships/customXml" Target="../ink/ink1016.xml"/><Relationship Id="rId69" Type="http://schemas.openxmlformats.org/officeDocument/2006/relationships/image" Target="../media/image1242.png"/><Relationship Id="rId77" Type="http://schemas.openxmlformats.org/officeDocument/2006/relationships/image" Target="../media/image1246.png"/><Relationship Id="rId8" Type="http://schemas.openxmlformats.org/officeDocument/2006/relationships/customXml" Target="../ink/ink988.xml"/><Relationship Id="rId51" Type="http://schemas.openxmlformats.org/officeDocument/2006/relationships/image" Target="../media/image1233.png"/><Relationship Id="rId72" Type="http://schemas.openxmlformats.org/officeDocument/2006/relationships/customXml" Target="../ink/ink1020.xml"/><Relationship Id="rId3" Type="http://schemas.openxmlformats.org/officeDocument/2006/relationships/image" Target="../media/image1210.png"/><Relationship Id="rId12" Type="http://schemas.openxmlformats.org/officeDocument/2006/relationships/customXml" Target="../ink/ink990.xml"/><Relationship Id="rId17" Type="http://schemas.openxmlformats.org/officeDocument/2006/relationships/image" Target="../media/image1216.png"/><Relationship Id="rId25" Type="http://schemas.openxmlformats.org/officeDocument/2006/relationships/image" Target="../media/image1220.png"/><Relationship Id="rId33" Type="http://schemas.openxmlformats.org/officeDocument/2006/relationships/image" Target="../media/image1224.png"/><Relationship Id="rId38" Type="http://schemas.openxmlformats.org/officeDocument/2006/relationships/customXml" Target="../ink/ink1003.xml"/><Relationship Id="rId46" Type="http://schemas.openxmlformats.org/officeDocument/2006/relationships/customXml" Target="../ink/ink1007.xml"/><Relationship Id="rId59" Type="http://schemas.openxmlformats.org/officeDocument/2006/relationships/image" Target="../media/image1237.png"/><Relationship Id="rId67" Type="http://schemas.openxmlformats.org/officeDocument/2006/relationships/image" Target="../media/image1241.png"/><Relationship Id="rId20" Type="http://schemas.openxmlformats.org/officeDocument/2006/relationships/customXml" Target="../ink/ink994.xml"/><Relationship Id="rId41" Type="http://schemas.openxmlformats.org/officeDocument/2006/relationships/image" Target="../media/image1228.png"/><Relationship Id="rId54" Type="http://schemas.openxmlformats.org/officeDocument/2006/relationships/customXml" Target="../ink/ink1011.xml"/><Relationship Id="rId62" Type="http://schemas.openxmlformats.org/officeDocument/2006/relationships/customXml" Target="../ink/ink1015.xml"/><Relationship Id="rId70" Type="http://schemas.openxmlformats.org/officeDocument/2006/relationships/customXml" Target="../ink/ink1019.xml"/><Relationship Id="rId75" Type="http://schemas.openxmlformats.org/officeDocument/2006/relationships/image" Target="../media/image12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7.xml"/><Relationship Id="rId15" Type="http://schemas.openxmlformats.org/officeDocument/2006/relationships/image" Target="../media/image1215.png"/><Relationship Id="rId23" Type="http://schemas.openxmlformats.org/officeDocument/2006/relationships/image" Target="../media/image1219.png"/><Relationship Id="rId28" Type="http://schemas.openxmlformats.org/officeDocument/2006/relationships/customXml" Target="../ink/ink998.xml"/><Relationship Id="rId36" Type="http://schemas.openxmlformats.org/officeDocument/2006/relationships/customXml" Target="../ink/ink1002.xml"/><Relationship Id="rId49" Type="http://schemas.openxmlformats.org/officeDocument/2006/relationships/image" Target="../media/image1232.png"/><Relationship Id="rId57" Type="http://schemas.openxmlformats.org/officeDocument/2006/relationships/image" Target="../media/image1236.png"/><Relationship Id="rId10" Type="http://schemas.openxmlformats.org/officeDocument/2006/relationships/customXml" Target="../ink/ink989.xml"/><Relationship Id="rId31" Type="http://schemas.openxmlformats.org/officeDocument/2006/relationships/image" Target="../media/image1223.png"/><Relationship Id="rId44" Type="http://schemas.openxmlformats.org/officeDocument/2006/relationships/customXml" Target="../ink/ink1006.xml"/><Relationship Id="rId52" Type="http://schemas.openxmlformats.org/officeDocument/2006/relationships/customXml" Target="../ink/ink1010.xml"/><Relationship Id="rId60" Type="http://schemas.openxmlformats.org/officeDocument/2006/relationships/customXml" Target="../ink/ink1014.xml"/><Relationship Id="rId65" Type="http://schemas.openxmlformats.org/officeDocument/2006/relationships/image" Target="../media/image1240.png"/><Relationship Id="rId73" Type="http://schemas.openxmlformats.org/officeDocument/2006/relationships/image" Target="../media/image1244.png"/><Relationship Id="rId4" Type="http://schemas.openxmlformats.org/officeDocument/2006/relationships/customXml" Target="../ink/ink986.xml"/><Relationship Id="rId9" Type="http://schemas.openxmlformats.org/officeDocument/2006/relationships/image" Target="../media/image1212.png"/><Relationship Id="rId13" Type="http://schemas.openxmlformats.org/officeDocument/2006/relationships/image" Target="../media/image1214.png"/><Relationship Id="rId18" Type="http://schemas.openxmlformats.org/officeDocument/2006/relationships/customXml" Target="../ink/ink993.xml"/><Relationship Id="rId39" Type="http://schemas.openxmlformats.org/officeDocument/2006/relationships/image" Target="../media/image1227.png"/><Relationship Id="rId34" Type="http://schemas.openxmlformats.org/officeDocument/2006/relationships/customXml" Target="../ink/ink1001.xml"/><Relationship Id="rId50" Type="http://schemas.openxmlformats.org/officeDocument/2006/relationships/customXml" Target="../ink/ink1009.xml"/><Relationship Id="rId55" Type="http://schemas.openxmlformats.org/officeDocument/2006/relationships/image" Target="../media/image1235.png"/><Relationship Id="rId76" Type="http://schemas.openxmlformats.org/officeDocument/2006/relationships/customXml" Target="../ink/ink1022.xml"/><Relationship Id="rId7" Type="http://schemas.openxmlformats.org/officeDocument/2006/relationships/image" Target="../media/image1211.png"/><Relationship Id="rId71" Type="http://schemas.openxmlformats.org/officeDocument/2006/relationships/image" Target="../media/image1243.png"/><Relationship Id="rId2" Type="http://schemas.openxmlformats.org/officeDocument/2006/relationships/customXml" Target="../ink/ink985.xml"/><Relationship Id="rId29" Type="http://schemas.openxmlformats.org/officeDocument/2006/relationships/image" Target="../media/image12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26.xml"/><Relationship Id="rId13" Type="http://schemas.openxmlformats.org/officeDocument/2006/relationships/image" Target="../media/image945.png"/><Relationship Id="rId18" Type="http://schemas.openxmlformats.org/officeDocument/2006/relationships/customXml" Target="../ink/ink1031.xml"/><Relationship Id="rId26" Type="http://schemas.openxmlformats.org/officeDocument/2006/relationships/customXml" Target="../ink/ink1035.xml"/><Relationship Id="rId3" Type="http://schemas.openxmlformats.org/officeDocument/2006/relationships/image" Target="../media/image940.png"/><Relationship Id="rId21" Type="http://schemas.openxmlformats.org/officeDocument/2006/relationships/image" Target="../media/image949.png"/><Relationship Id="rId7" Type="http://schemas.openxmlformats.org/officeDocument/2006/relationships/image" Target="../media/image942.png"/><Relationship Id="rId12" Type="http://schemas.openxmlformats.org/officeDocument/2006/relationships/customXml" Target="../ink/ink1028.xml"/><Relationship Id="rId17" Type="http://schemas.openxmlformats.org/officeDocument/2006/relationships/image" Target="../media/image947.png"/><Relationship Id="rId25" Type="http://schemas.openxmlformats.org/officeDocument/2006/relationships/image" Target="../media/image951.png"/><Relationship Id="rId2" Type="http://schemas.openxmlformats.org/officeDocument/2006/relationships/customXml" Target="../ink/ink1023.xml"/><Relationship Id="rId16" Type="http://schemas.openxmlformats.org/officeDocument/2006/relationships/customXml" Target="../ink/ink1030.xml"/><Relationship Id="rId20" Type="http://schemas.openxmlformats.org/officeDocument/2006/relationships/customXml" Target="../ink/ink10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5.xml"/><Relationship Id="rId11" Type="http://schemas.openxmlformats.org/officeDocument/2006/relationships/image" Target="../media/image944.png"/><Relationship Id="rId24" Type="http://schemas.openxmlformats.org/officeDocument/2006/relationships/customXml" Target="../ink/ink1034.xml"/><Relationship Id="rId5" Type="http://schemas.openxmlformats.org/officeDocument/2006/relationships/image" Target="../media/image941.png"/><Relationship Id="rId15" Type="http://schemas.openxmlformats.org/officeDocument/2006/relationships/image" Target="../media/image946.png"/><Relationship Id="rId23" Type="http://schemas.openxmlformats.org/officeDocument/2006/relationships/image" Target="../media/image950.png"/><Relationship Id="rId10" Type="http://schemas.openxmlformats.org/officeDocument/2006/relationships/customXml" Target="../ink/ink1027.xml"/><Relationship Id="rId19" Type="http://schemas.openxmlformats.org/officeDocument/2006/relationships/image" Target="../media/image948.png"/><Relationship Id="rId4" Type="http://schemas.openxmlformats.org/officeDocument/2006/relationships/customXml" Target="../ink/ink1024.xml"/><Relationship Id="rId9" Type="http://schemas.openxmlformats.org/officeDocument/2006/relationships/image" Target="../media/image943.png"/><Relationship Id="rId14" Type="http://schemas.openxmlformats.org/officeDocument/2006/relationships/customXml" Target="../ink/ink1029.xml"/><Relationship Id="rId22" Type="http://schemas.openxmlformats.org/officeDocument/2006/relationships/customXml" Target="../ink/ink1033.xml"/><Relationship Id="rId27" Type="http://schemas.openxmlformats.org/officeDocument/2006/relationships/image" Target="../media/image952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94.xml"/><Relationship Id="rId21" Type="http://schemas.openxmlformats.org/officeDocument/2006/relationships/image" Target="../media/image467.png"/><Relationship Id="rId42" Type="http://schemas.openxmlformats.org/officeDocument/2006/relationships/customXml" Target="../ink/ink1056.xml"/><Relationship Id="rId63" Type="http://schemas.openxmlformats.org/officeDocument/2006/relationships/image" Target="../media/image676.png"/><Relationship Id="rId84" Type="http://schemas.openxmlformats.org/officeDocument/2006/relationships/customXml" Target="../ink/ink1077.xml"/><Relationship Id="rId138" Type="http://schemas.openxmlformats.org/officeDocument/2006/relationships/customXml" Target="../ink/ink1105.xml"/><Relationship Id="rId107" Type="http://schemas.openxmlformats.org/officeDocument/2006/relationships/image" Target="../media/image721.png"/><Relationship Id="rId11" Type="http://schemas.openxmlformats.org/officeDocument/2006/relationships/image" Target="../media/image462.png"/><Relationship Id="rId32" Type="http://schemas.openxmlformats.org/officeDocument/2006/relationships/customXml" Target="../ink/ink1051.xml"/><Relationship Id="rId53" Type="http://schemas.openxmlformats.org/officeDocument/2006/relationships/image" Target="../media/image671.png"/><Relationship Id="rId74" Type="http://schemas.openxmlformats.org/officeDocument/2006/relationships/customXml" Target="../ink/ink1072.xml"/><Relationship Id="rId128" Type="http://schemas.openxmlformats.org/officeDocument/2006/relationships/customXml" Target="../ink/ink1100.xml"/><Relationship Id="rId5" Type="http://schemas.openxmlformats.org/officeDocument/2006/relationships/image" Target="../media/image459.png"/><Relationship Id="rId90" Type="http://schemas.openxmlformats.org/officeDocument/2006/relationships/customXml" Target="../ink/ink1080.xml"/><Relationship Id="rId95" Type="http://schemas.openxmlformats.org/officeDocument/2006/relationships/image" Target="../media/image704.png"/><Relationship Id="rId22" Type="http://schemas.openxmlformats.org/officeDocument/2006/relationships/customXml" Target="../ink/ink1046.xml"/><Relationship Id="rId27" Type="http://schemas.openxmlformats.org/officeDocument/2006/relationships/image" Target="../media/image659.png"/><Relationship Id="rId43" Type="http://schemas.openxmlformats.org/officeDocument/2006/relationships/image" Target="../media/image666.png"/><Relationship Id="rId48" Type="http://schemas.openxmlformats.org/officeDocument/2006/relationships/customXml" Target="../ink/ink1059.xml"/><Relationship Id="rId64" Type="http://schemas.openxmlformats.org/officeDocument/2006/relationships/customXml" Target="../ink/ink1067.xml"/><Relationship Id="rId69" Type="http://schemas.openxmlformats.org/officeDocument/2006/relationships/image" Target="../media/image679.png"/><Relationship Id="rId113" Type="http://schemas.openxmlformats.org/officeDocument/2006/relationships/image" Target="../media/image733.png"/><Relationship Id="rId118" Type="http://schemas.openxmlformats.org/officeDocument/2006/relationships/image" Target="../media/image735.png"/><Relationship Id="rId134" Type="http://schemas.openxmlformats.org/officeDocument/2006/relationships/customXml" Target="../ink/ink1103.xml"/><Relationship Id="rId139" Type="http://schemas.openxmlformats.org/officeDocument/2006/relationships/image" Target="../media/image960.png"/><Relationship Id="rId80" Type="http://schemas.openxmlformats.org/officeDocument/2006/relationships/customXml" Target="../ink/ink1075.xml"/><Relationship Id="rId85" Type="http://schemas.openxmlformats.org/officeDocument/2006/relationships/image" Target="../media/image687.png"/><Relationship Id="rId12" Type="http://schemas.openxmlformats.org/officeDocument/2006/relationships/customXml" Target="../ink/ink1041.xml"/><Relationship Id="rId17" Type="http://schemas.openxmlformats.org/officeDocument/2006/relationships/image" Target="../media/image465.png"/><Relationship Id="rId33" Type="http://schemas.openxmlformats.org/officeDocument/2006/relationships/image" Target="../media/image661.png"/><Relationship Id="rId38" Type="http://schemas.openxmlformats.org/officeDocument/2006/relationships/customXml" Target="../ink/ink1054.xml"/><Relationship Id="rId59" Type="http://schemas.openxmlformats.org/officeDocument/2006/relationships/image" Target="../media/image674.png"/><Relationship Id="rId103" Type="http://schemas.openxmlformats.org/officeDocument/2006/relationships/image" Target="../media/image719.png"/><Relationship Id="rId108" Type="http://schemas.openxmlformats.org/officeDocument/2006/relationships/customXml" Target="../ink/ink1089.xml"/><Relationship Id="rId124" Type="http://schemas.openxmlformats.org/officeDocument/2006/relationships/customXml" Target="../ink/ink1098.xml"/><Relationship Id="rId129" Type="http://schemas.openxmlformats.org/officeDocument/2006/relationships/image" Target="../media/image955.png"/><Relationship Id="rId54" Type="http://schemas.openxmlformats.org/officeDocument/2006/relationships/customXml" Target="../ink/ink1062.xml"/><Relationship Id="rId70" Type="http://schemas.openxmlformats.org/officeDocument/2006/relationships/customXml" Target="../ink/ink1070.xml"/><Relationship Id="rId75" Type="http://schemas.openxmlformats.org/officeDocument/2006/relationships/image" Target="../media/image682.png"/><Relationship Id="rId91" Type="http://schemas.openxmlformats.org/officeDocument/2006/relationships/image" Target="../media/image702.png"/><Relationship Id="rId96" Type="http://schemas.openxmlformats.org/officeDocument/2006/relationships/customXml" Target="../ink/ink1083.xml"/><Relationship Id="rId140" Type="http://schemas.openxmlformats.org/officeDocument/2006/relationships/customXml" Target="../ink/ink1106.xml"/><Relationship Id="rId145" Type="http://schemas.openxmlformats.org/officeDocument/2006/relationships/image" Target="../media/image9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38.xml"/><Relationship Id="rId23" Type="http://schemas.openxmlformats.org/officeDocument/2006/relationships/image" Target="../media/image468.png"/><Relationship Id="rId28" Type="http://schemas.openxmlformats.org/officeDocument/2006/relationships/customXml" Target="../ink/ink1049.xml"/><Relationship Id="rId49" Type="http://schemas.openxmlformats.org/officeDocument/2006/relationships/image" Target="../media/image669.png"/><Relationship Id="rId114" Type="http://schemas.openxmlformats.org/officeDocument/2006/relationships/customXml" Target="../ink/ink1092.xml"/><Relationship Id="rId119" Type="http://schemas.openxmlformats.org/officeDocument/2006/relationships/customXml" Target="../ink/ink1095.xml"/><Relationship Id="rId44" Type="http://schemas.openxmlformats.org/officeDocument/2006/relationships/customXml" Target="../ink/ink1057.xml"/><Relationship Id="rId60" Type="http://schemas.openxmlformats.org/officeDocument/2006/relationships/customXml" Target="../ink/ink1065.xml"/><Relationship Id="rId65" Type="http://schemas.openxmlformats.org/officeDocument/2006/relationships/image" Target="../media/image677.png"/><Relationship Id="rId81" Type="http://schemas.openxmlformats.org/officeDocument/2006/relationships/image" Target="../media/image685.png"/><Relationship Id="rId86" Type="http://schemas.openxmlformats.org/officeDocument/2006/relationships/customXml" Target="../ink/ink1078.xml"/><Relationship Id="rId130" Type="http://schemas.openxmlformats.org/officeDocument/2006/relationships/customXml" Target="../ink/ink1101.xml"/><Relationship Id="rId135" Type="http://schemas.openxmlformats.org/officeDocument/2006/relationships/image" Target="../media/image958.png"/><Relationship Id="rId13" Type="http://schemas.openxmlformats.org/officeDocument/2006/relationships/image" Target="../media/image463.png"/><Relationship Id="rId18" Type="http://schemas.openxmlformats.org/officeDocument/2006/relationships/customXml" Target="../ink/ink1044.xml"/><Relationship Id="rId39" Type="http://schemas.openxmlformats.org/officeDocument/2006/relationships/image" Target="../media/image664.png"/><Relationship Id="rId109" Type="http://schemas.openxmlformats.org/officeDocument/2006/relationships/image" Target="../media/image722.png"/><Relationship Id="rId34" Type="http://schemas.openxmlformats.org/officeDocument/2006/relationships/customXml" Target="../ink/ink1052.xml"/><Relationship Id="rId50" Type="http://schemas.openxmlformats.org/officeDocument/2006/relationships/customXml" Target="../ink/ink1060.xml"/><Relationship Id="rId55" Type="http://schemas.openxmlformats.org/officeDocument/2006/relationships/image" Target="../media/image672.png"/><Relationship Id="rId76" Type="http://schemas.openxmlformats.org/officeDocument/2006/relationships/customXml" Target="../ink/ink1073.xml"/><Relationship Id="rId97" Type="http://schemas.openxmlformats.org/officeDocument/2006/relationships/image" Target="../media/image705.png"/><Relationship Id="rId104" Type="http://schemas.openxmlformats.org/officeDocument/2006/relationships/customXml" Target="../ink/ink1087.xml"/><Relationship Id="rId120" Type="http://schemas.openxmlformats.org/officeDocument/2006/relationships/customXml" Target="../ink/ink1096.xml"/><Relationship Id="rId125" Type="http://schemas.openxmlformats.org/officeDocument/2006/relationships/image" Target="../media/image953.png"/><Relationship Id="rId141" Type="http://schemas.openxmlformats.org/officeDocument/2006/relationships/image" Target="../media/image961.png"/><Relationship Id="rId7" Type="http://schemas.openxmlformats.org/officeDocument/2006/relationships/image" Target="../media/image460.png"/><Relationship Id="rId71" Type="http://schemas.openxmlformats.org/officeDocument/2006/relationships/image" Target="../media/image680.png"/><Relationship Id="rId92" Type="http://schemas.openxmlformats.org/officeDocument/2006/relationships/customXml" Target="../ink/ink1081.xml"/><Relationship Id="rId2" Type="http://schemas.openxmlformats.org/officeDocument/2006/relationships/customXml" Target="../ink/ink1036.xml"/><Relationship Id="rId29" Type="http://schemas.openxmlformats.org/officeDocument/2006/relationships/image" Target="../media/image660.png"/><Relationship Id="rId24" Type="http://schemas.openxmlformats.org/officeDocument/2006/relationships/customXml" Target="../ink/ink1047.xml"/><Relationship Id="rId40" Type="http://schemas.openxmlformats.org/officeDocument/2006/relationships/customXml" Target="../ink/ink1055.xml"/><Relationship Id="rId45" Type="http://schemas.openxmlformats.org/officeDocument/2006/relationships/image" Target="../media/image667.png"/><Relationship Id="rId66" Type="http://schemas.openxmlformats.org/officeDocument/2006/relationships/customXml" Target="../ink/ink1068.xml"/><Relationship Id="rId87" Type="http://schemas.openxmlformats.org/officeDocument/2006/relationships/image" Target="../media/image688.png"/><Relationship Id="rId110" Type="http://schemas.openxmlformats.org/officeDocument/2006/relationships/customXml" Target="../ink/ink1090.xml"/><Relationship Id="rId115" Type="http://schemas.openxmlformats.org/officeDocument/2006/relationships/image" Target="../media/image734.png"/><Relationship Id="rId131" Type="http://schemas.openxmlformats.org/officeDocument/2006/relationships/image" Target="../media/image956.png"/><Relationship Id="rId136" Type="http://schemas.openxmlformats.org/officeDocument/2006/relationships/customXml" Target="../ink/ink1104.xml"/><Relationship Id="rId61" Type="http://schemas.openxmlformats.org/officeDocument/2006/relationships/image" Target="../media/image675.png"/><Relationship Id="rId82" Type="http://schemas.openxmlformats.org/officeDocument/2006/relationships/customXml" Target="../ink/ink1076.xml"/><Relationship Id="rId19" Type="http://schemas.openxmlformats.org/officeDocument/2006/relationships/image" Target="../media/image466.png"/><Relationship Id="rId14" Type="http://schemas.openxmlformats.org/officeDocument/2006/relationships/customXml" Target="../ink/ink1042.xml"/><Relationship Id="rId30" Type="http://schemas.openxmlformats.org/officeDocument/2006/relationships/customXml" Target="../ink/ink1050.xml"/><Relationship Id="rId35" Type="http://schemas.openxmlformats.org/officeDocument/2006/relationships/image" Target="../media/image662.png"/><Relationship Id="rId56" Type="http://schemas.openxmlformats.org/officeDocument/2006/relationships/customXml" Target="../ink/ink1063.xml"/><Relationship Id="rId77" Type="http://schemas.openxmlformats.org/officeDocument/2006/relationships/image" Target="../media/image683.png"/><Relationship Id="rId100" Type="http://schemas.openxmlformats.org/officeDocument/2006/relationships/customXml" Target="../ink/ink1085.xml"/><Relationship Id="rId105" Type="http://schemas.openxmlformats.org/officeDocument/2006/relationships/image" Target="../media/image720.png"/><Relationship Id="rId126" Type="http://schemas.openxmlformats.org/officeDocument/2006/relationships/customXml" Target="../ink/ink1099.xml"/><Relationship Id="rId8" Type="http://schemas.openxmlformats.org/officeDocument/2006/relationships/customXml" Target="../ink/ink1039.xml"/><Relationship Id="rId51" Type="http://schemas.openxmlformats.org/officeDocument/2006/relationships/image" Target="../media/image670.png"/><Relationship Id="rId72" Type="http://schemas.openxmlformats.org/officeDocument/2006/relationships/customXml" Target="../ink/ink1071.xml"/><Relationship Id="rId93" Type="http://schemas.openxmlformats.org/officeDocument/2006/relationships/image" Target="../media/image703.png"/><Relationship Id="rId98" Type="http://schemas.openxmlformats.org/officeDocument/2006/relationships/customXml" Target="../ink/ink1084.xml"/><Relationship Id="rId121" Type="http://schemas.openxmlformats.org/officeDocument/2006/relationships/image" Target="../media/image736.png"/><Relationship Id="rId142" Type="http://schemas.openxmlformats.org/officeDocument/2006/relationships/customXml" Target="../ink/ink1107.xml"/><Relationship Id="rId3" Type="http://schemas.openxmlformats.org/officeDocument/2006/relationships/image" Target="../media/image458.png"/><Relationship Id="rId25" Type="http://schemas.openxmlformats.org/officeDocument/2006/relationships/image" Target="../media/image469.png"/><Relationship Id="rId46" Type="http://schemas.openxmlformats.org/officeDocument/2006/relationships/customXml" Target="../ink/ink1058.xml"/><Relationship Id="rId67" Type="http://schemas.openxmlformats.org/officeDocument/2006/relationships/image" Target="../media/image678.png"/><Relationship Id="rId116" Type="http://schemas.openxmlformats.org/officeDocument/2006/relationships/customXml" Target="../ink/ink1093.xml"/><Relationship Id="rId137" Type="http://schemas.openxmlformats.org/officeDocument/2006/relationships/image" Target="../media/image959.png"/><Relationship Id="rId20" Type="http://schemas.openxmlformats.org/officeDocument/2006/relationships/customXml" Target="../ink/ink1045.xml"/><Relationship Id="rId41" Type="http://schemas.openxmlformats.org/officeDocument/2006/relationships/image" Target="../media/image665.png"/><Relationship Id="rId62" Type="http://schemas.openxmlformats.org/officeDocument/2006/relationships/customXml" Target="../ink/ink1066.xml"/><Relationship Id="rId83" Type="http://schemas.openxmlformats.org/officeDocument/2006/relationships/image" Target="../media/image686.png"/><Relationship Id="rId88" Type="http://schemas.openxmlformats.org/officeDocument/2006/relationships/customXml" Target="../ink/ink1079.xml"/><Relationship Id="rId111" Type="http://schemas.openxmlformats.org/officeDocument/2006/relationships/image" Target="../media/image732.png"/><Relationship Id="rId132" Type="http://schemas.openxmlformats.org/officeDocument/2006/relationships/customXml" Target="../ink/ink1102.xml"/><Relationship Id="rId15" Type="http://schemas.openxmlformats.org/officeDocument/2006/relationships/image" Target="../media/image464.png"/><Relationship Id="rId36" Type="http://schemas.openxmlformats.org/officeDocument/2006/relationships/customXml" Target="../ink/ink1053.xml"/><Relationship Id="rId57" Type="http://schemas.openxmlformats.org/officeDocument/2006/relationships/image" Target="../media/image673.png"/><Relationship Id="rId106" Type="http://schemas.openxmlformats.org/officeDocument/2006/relationships/customXml" Target="../ink/ink1088.xml"/><Relationship Id="rId127" Type="http://schemas.openxmlformats.org/officeDocument/2006/relationships/image" Target="../media/image954.png"/><Relationship Id="rId10" Type="http://schemas.openxmlformats.org/officeDocument/2006/relationships/customXml" Target="../ink/ink1040.xml"/><Relationship Id="rId31" Type="http://schemas.openxmlformats.org/officeDocument/2006/relationships/image" Target="../media/image44.png"/><Relationship Id="rId52" Type="http://schemas.openxmlformats.org/officeDocument/2006/relationships/customXml" Target="../ink/ink1061.xml"/><Relationship Id="rId73" Type="http://schemas.openxmlformats.org/officeDocument/2006/relationships/image" Target="../media/image681.png"/><Relationship Id="rId78" Type="http://schemas.openxmlformats.org/officeDocument/2006/relationships/customXml" Target="../ink/ink1074.xml"/><Relationship Id="rId94" Type="http://schemas.openxmlformats.org/officeDocument/2006/relationships/customXml" Target="../ink/ink1082.xml"/><Relationship Id="rId99" Type="http://schemas.openxmlformats.org/officeDocument/2006/relationships/image" Target="../media/image706.png"/><Relationship Id="rId101" Type="http://schemas.openxmlformats.org/officeDocument/2006/relationships/image" Target="../media/image718.png"/><Relationship Id="rId122" Type="http://schemas.openxmlformats.org/officeDocument/2006/relationships/customXml" Target="../ink/ink1097.xml"/><Relationship Id="rId143" Type="http://schemas.openxmlformats.org/officeDocument/2006/relationships/image" Target="../media/image962.png"/><Relationship Id="rId4" Type="http://schemas.openxmlformats.org/officeDocument/2006/relationships/customXml" Target="../ink/ink1037.xml"/><Relationship Id="rId9" Type="http://schemas.openxmlformats.org/officeDocument/2006/relationships/image" Target="../media/image461.png"/><Relationship Id="rId26" Type="http://schemas.openxmlformats.org/officeDocument/2006/relationships/customXml" Target="../ink/ink1048.xml"/><Relationship Id="rId47" Type="http://schemas.openxmlformats.org/officeDocument/2006/relationships/image" Target="../media/image668.png"/><Relationship Id="rId68" Type="http://schemas.openxmlformats.org/officeDocument/2006/relationships/customXml" Target="../ink/ink1069.xml"/><Relationship Id="rId89" Type="http://schemas.openxmlformats.org/officeDocument/2006/relationships/image" Target="../media/image701.png"/><Relationship Id="rId112" Type="http://schemas.openxmlformats.org/officeDocument/2006/relationships/customXml" Target="../ink/ink1091.xml"/><Relationship Id="rId133" Type="http://schemas.openxmlformats.org/officeDocument/2006/relationships/image" Target="../media/image957.png"/><Relationship Id="rId16" Type="http://schemas.openxmlformats.org/officeDocument/2006/relationships/customXml" Target="../ink/ink1043.xml"/><Relationship Id="rId37" Type="http://schemas.openxmlformats.org/officeDocument/2006/relationships/image" Target="../media/image663.png"/><Relationship Id="rId58" Type="http://schemas.openxmlformats.org/officeDocument/2006/relationships/customXml" Target="../ink/ink1064.xml"/><Relationship Id="rId79" Type="http://schemas.openxmlformats.org/officeDocument/2006/relationships/image" Target="../media/image684.png"/><Relationship Id="rId102" Type="http://schemas.openxmlformats.org/officeDocument/2006/relationships/customXml" Target="../ink/ink1086.xml"/><Relationship Id="rId123" Type="http://schemas.openxmlformats.org/officeDocument/2006/relationships/image" Target="../media/image737.png"/><Relationship Id="rId144" Type="http://schemas.openxmlformats.org/officeDocument/2006/relationships/customXml" Target="../ink/ink1108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1.png"/><Relationship Id="rId21" Type="http://schemas.openxmlformats.org/officeDocument/2006/relationships/image" Target="../media/image973.png"/><Relationship Id="rId63" Type="http://schemas.openxmlformats.org/officeDocument/2006/relationships/image" Target="../media/image994.png"/><Relationship Id="rId159" Type="http://schemas.openxmlformats.org/officeDocument/2006/relationships/image" Target="../media/image1042.png"/><Relationship Id="rId170" Type="http://schemas.openxmlformats.org/officeDocument/2006/relationships/customXml" Target="../ink/ink1193.xml"/><Relationship Id="rId226" Type="http://schemas.openxmlformats.org/officeDocument/2006/relationships/customXml" Target="../ink/ink1221.xml"/><Relationship Id="rId107" Type="http://schemas.openxmlformats.org/officeDocument/2006/relationships/image" Target="../media/image1016.png"/><Relationship Id="rId11" Type="http://schemas.openxmlformats.org/officeDocument/2006/relationships/image" Target="../media/image968.png"/><Relationship Id="rId32" Type="http://schemas.openxmlformats.org/officeDocument/2006/relationships/customXml" Target="../ink/ink1124.xml"/><Relationship Id="rId53" Type="http://schemas.openxmlformats.org/officeDocument/2006/relationships/image" Target="../media/image989.png"/><Relationship Id="rId74" Type="http://schemas.openxmlformats.org/officeDocument/2006/relationships/customXml" Target="../ink/ink1145.xml"/><Relationship Id="rId128" Type="http://schemas.openxmlformats.org/officeDocument/2006/relationships/customXml" Target="../ink/ink1172.xml"/><Relationship Id="rId149" Type="http://schemas.openxmlformats.org/officeDocument/2006/relationships/image" Target="../media/image1037.png"/><Relationship Id="rId377" Type="http://schemas.openxmlformats.org/officeDocument/2006/relationships/customXml" Target="../ink/ink1236.xml"/><Relationship Id="rId5" Type="http://schemas.openxmlformats.org/officeDocument/2006/relationships/image" Target="../media/image965.png"/><Relationship Id="rId95" Type="http://schemas.openxmlformats.org/officeDocument/2006/relationships/image" Target="../media/image1010.png"/><Relationship Id="rId160" Type="http://schemas.openxmlformats.org/officeDocument/2006/relationships/customXml" Target="../ink/ink1188.xml"/><Relationship Id="rId181" Type="http://schemas.openxmlformats.org/officeDocument/2006/relationships/image" Target="../media/image1053.png"/><Relationship Id="rId216" Type="http://schemas.openxmlformats.org/officeDocument/2006/relationships/customXml" Target="../ink/ink1216.xml"/><Relationship Id="rId237" Type="http://schemas.openxmlformats.org/officeDocument/2006/relationships/image" Target="../media/image1081.png"/><Relationship Id="rId22" Type="http://schemas.openxmlformats.org/officeDocument/2006/relationships/customXml" Target="../ink/ink1119.xml"/><Relationship Id="rId43" Type="http://schemas.openxmlformats.org/officeDocument/2006/relationships/image" Target="../media/image984.png"/><Relationship Id="rId64" Type="http://schemas.openxmlformats.org/officeDocument/2006/relationships/customXml" Target="../ink/ink1140.xml"/><Relationship Id="rId118" Type="http://schemas.openxmlformats.org/officeDocument/2006/relationships/customXml" Target="../ink/ink1167.xml"/><Relationship Id="rId139" Type="http://schemas.openxmlformats.org/officeDocument/2006/relationships/image" Target="../media/image1032.png"/><Relationship Id="rId388" Type="http://schemas.openxmlformats.org/officeDocument/2006/relationships/image" Target="../media/image1124.png"/><Relationship Id="rId85" Type="http://schemas.openxmlformats.org/officeDocument/2006/relationships/image" Target="../media/image1005.png"/><Relationship Id="rId150" Type="http://schemas.openxmlformats.org/officeDocument/2006/relationships/customXml" Target="../ink/ink1183.xml"/><Relationship Id="rId171" Type="http://schemas.openxmlformats.org/officeDocument/2006/relationships/image" Target="../media/image1048.png"/><Relationship Id="rId192" Type="http://schemas.openxmlformats.org/officeDocument/2006/relationships/customXml" Target="../ink/ink1204.xml"/><Relationship Id="rId206" Type="http://schemas.openxmlformats.org/officeDocument/2006/relationships/customXml" Target="../ink/ink1211.xml"/><Relationship Id="rId227" Type="http://schemas.openxmlformats.org/officeDocument/2006/relationships/image" Target="../media/image1076.png"/><Relationship Id="rId12" Type="http://schemas.openxmlformats.org/officeDocument/2006/relationships/customXml" Target="../ink/ink1114.xml"/><Relationship Id="rId33" Type="http://schemas.openxmlformats.org/officeDocument/2006/relationships/image" Target="../media/image979.png"/><Relationship Id="rId108" Type="http://schemas.openxmlformats.org/officeDocument/2006/relationships/customXml" Target="../ink/ink1162.xml"/><Relationship Id="rId129" Type="http://schemas.openxmlformats.org/officeDocument/2006/relationships/image" Target="../media/image1027.png"/><Relationship Id="rId54" Type="http://schemas.openxmlformats.org/officeDocument/2006/relationships/customXml" Target="../ink/ink1135.xml"/><Relationship Id="rId75" Type="http://schemas.openxmlformats.org/officeDocument/2006/relationships/image" Target="../media/image1000.png"/><Relationship Id="rId96" Type="http://schemas.openxmlformats.org/officeDocument/2006/relationships/customXml" Target="../ink/ink1156.xml"/><Relationship Id="rId140" Type="http://schemas.openxmlformats.org/officeDocument/2006/relationships/customXml" Target="../ink/ink1178.xml"/><Relationship Id="rId161" Type="http://schemas.openxmlformats.org/officeDocument/2006/relationships/image" Target="../media/image1043.png"/><Relationship Id="rId182" Type="http://schemas.openxmlformats.org/officeDocument/2006/relationships/customXml" Target="../ink/ink1199.xml"/><Relationship Id="rId217" Type="http://schemas.openxmlformats.org/officeDocument/2006/relationships/image" Target="../media/image1071.png"/><Relationship Id="rId378" Type="http://schemas.openxmlformats.org/officeDocument/2006/relationships/image" Target="../media/image1119.png"/><Relationship Id="rId6" Type="http://schemas.openxmlformats.org/officeDocument/2006/relationships/customXml" Target="../ink/ink1111.xml"/><Relationship Id="rId238" Type="http://schemas.openxmlformats.org/officeDocument/2006/relationships/customXml" Target="../ink/ink1227.xml"/><Relationship Id="rId23" Type="http://schemas.openxmlformats.org/officeDocument/2006/relationships/image" Target="../media/image974.png"/><Relationship Id="rId119" Type="http://schemas.openxmlformats.org/officeDocument/2006/relationships/image" Target="../media/image1022.png"/><Relationship Id="rId44" Type="http://schemas.openxmlformats.org/officeDocument/2006/relationships/customXml" Target="../ink/ink1130.xml"/><Relationship Id="rId65" Type="http://schemas.openxmlformats.org/officeDocument/2006/relationships/image" Target="../media/image995.png"/><Relationship Id="rId86" Type="http://schemas.openxmlformats.org/officeDocument/2006/relationships/customXml" Target="../ink/ink1151.xml"/><Relationship Id="rId130" Type="http://schemas.openxmlformats.org/officeDocument/2006/relationships/customXml" Target="../ink/ink1173.xml"/><Relationship Id="rId151" Type="http://schemas.openxmlformats.org/officeDocument/2006/relationships/image" Target="../media/image1038.png"/><Relationship Id="rId368" Type="http://schemas.openxmlformats.org/officeDocument/2006/relationships/image" Target="../media/image1114.png"/><Relationship Id="rId172" Type="http://schemas.openxmlformats.org/officeDocument/2006/relationships/customXml" Target="../ink/ink1194.xml"/><Relationship Id="rId193" Type="http://schemas.openxmlformats.org/officeDocument/2006/relationships/image" Target="../media/image1059.png"/><Relationship Id="rId207" Type="http://schemas.openxmlformats.org/officeDocument/2006/relationships/image" Target="../media/image1066.png"/><Relationship Id="rId228" Type="http://schemas.openxmlformats.org/officeDocument/2006/relationships/customXml" Target="../ink/ink1222.xml"/><Relationship Id="rId13" Type="http://schemas.openxmlformats.org/officeDocument/2006/relationships/image" Target="../media/image969.png"/><Relationship Id="rId109" Type="http://schemas.openxmlformats.org/officeDocument/2006/relationships/image" Target="../media/image1017.png"/><Relationship Id="rId34" Type="http://schemas.openxmlformats.org/officeDocument/2006/relationships/customXml" Target="../ink/ink1125.xml"/><Relationship Id="rId55" Type="http://schemas.openxmlformats.org/officeDocument/2006/relationships/image" Target="../media/image990.png"/><Relationship Id="rId76" Type="http://schemas.openxmlformats.org/officeDocument/2006/relationships/customXml" Target="../ink/ink1146.xml"/><Relationship Id="rId97" Type="http://schemas.openxmlformats.org/officeDocument/2006/relationships/image" Target="../media/image1011.png"/><Relationship Id="rId120" Type="http://schemas.openxmlformats.org/officeDocument/2006/relationships/customXml" Target="../ink/ink1168.xml"/><Relationship Id="rId141" Type="http://schemas.openxmlformats.org/officeDocument/2006/relationships/image" Target="../media/image1033.png"/><Relationship Id="rId379" Type="http://schemas.openxmlformats.org/officeDocument/2006/relationships/customXml" Target="../ink/ink1237.xml"/><Relationship Id="rId7" Type="http://schemas.openxmlformats.org/officeDocument/2006/relationships/image" Target="../media/image966.png"/><Relationship Id="rId162" Type="http://schemas.openxmlformats.org/officeDocument/2006/relationships/customXml" Target="../ink/ink1189.xml"/><Relationship Id="rId183" Type="http://schemas.openxmlformats.org/officeDocument/2006/relationships/image" Target="../media/image1054.png"/><Relationship Id="rId218" Type="http://schemas.openxmlformats.org/officeDocument/2006/relationships/customXml" Target="../ink/ink1217.xml"/><Relationship Id="rId239" Type="http://schemas.openxmlformats.org/officeDocument/2006/relationships/image" Target="../media/image1082.png"/><Relationship Id="rId24" Type="http://schemas.openxmlformats.org/officeDocument/2006/relationships/customXml" Target="../ink/ink1120.xml"/><Relationship Id="rId45" Type="http://schemas.openxmlformats.org/officeDocument/2006/relationships/image" Target="../media/image985.png"/><Relationship Id="rId66" Type="http://schemas.openxmlformats.org/officeDocument/2006/relationships/customXml" Target="../ink/ink1141.xml"/><Relationship Id="rId87" Type="http://schemas.openxmlformats.org/officeDocument/2006/relationships/image" Target="../media/image1006.png"/><Relationship Id="rId110" Type="http://schemas.openxmlformats.org/officeDocument/2006/relationships/customXml" Target="../ink/ink1163.xml"/><Relationship Id="rId131" Type="http://schemas.openxmlformats.org/officeDocument/2006/relationships/image" Target="../media/image1028.png"/><Relationship Id="rId369" Type="http://schemas.openxmlformats.org/officeDocument/2006/relationships/customXml" Target="../ink/ink1232.xml"/><Relationship Id="rId152" Type="http://schemas.openxmlformats.org/officeDocument/2006/relationships/customXml" Target="../ink/ink1184.xml"/><Relationship Id="rId173" Type="http://schemas.openxmlformats.org/officeDocument/2006/relationships/image" Target="../media/image1049.png"/><Relationship Id="rId194" Type="http://schemas.openxmlformats.org/officeDocument/2006/relationships/customXml" Target="../ink/ink1205.xml"/><Relationship Id="rId208" Type="http://schemas.openxmlformats.org/officeDocument/2006/relationships/customXml" Target="../ink/ink1212.xml"/><Relationship Id="rId229" Type="http://schemas.openxmlformats.org/officeDocument/2006/relationships/image" Target="../media/image1077.png"/><Relationship Id="rId380" Type="http://schemas.openxmlformats.org/officeDocument/2006/relationships/image" Target="../media/image1120.png"/><Relationship Id="rId240" Type="http://schemas.openxmlformats.org/officeDocument/2006/relationships/customXml" Target="../ink/ink1228.xml"/><Relationship Id="rId14" Type="http://schemas.openxmlformats.org/officeDocument/2006/relationships/customXml" Target="../ink/ink1115.xml"/><Relationship Id="rId35" Type="http://schemas.openxmlformats.org/officeDocument/2006/relationships/image" Target="../media/image980.png"/><Relationship Id="rId56" Type="http://schemas.openxmlformats.org/officeDocument/2006/relationships/customXml" Target="../ink/ink1136.xml"/><Relationship Id="rId77" Type="http://schemas.openxmlformats.org/officeDocument/2006/relationships/image" Target="../media/image1001.png"/><Relationship Id="rId100" Type="http://schemas.openxmlformats.org/officeDocument/2006/relationships/customXml" Target="../ink/ink1158.xml"/><Relationship Id="rId8" Type="http://schemas.openxmlformats.org/officeDocument/2006/relationships/customXml" Target="../ink/ink1112.xml"/><Relationship Id="rId98" Type="http://schemas.openxmlformats.org/officeDocument/2006/relationships/customXml" Target="../ink/ink1157.xml"/><Relationship Id="rId121" Type="http://schemas.openxmlformats.org/officeDocument/2006/relationships/image" Target="../media/image1023.png"/><Relationship Id="rId142" Type="http://schemas.openxmlformats.org/officeDocument/2006/relationships/customXml" Target="../ink/ink1179.xml"/><Relationship Id="rId163" Type="http://schemas.openxmlformats.org/officeDocument/2006/relationships/image" Target="../media/image1044.png"/><Relationship Id="rId184" Type="http://schemas.openxmlformats.org/officeDocument/2006/relationships/customXml" Target="../ink/ink1200.xml"/><Relationship Id="rId219" Type="http://schemas.openxmlformats.org/officeDocument/2006/relationships/image" Target="../media/image1072.png"/><Relationship Id="rId370" Type="http://schemas.openxmlformats.org/officeDocument/2006/relationships/image" Target="../media/image1115.png"/><Relationship Id="rId230" Type="http://schemas.openxmlformats.org/officeDocument/2006/relationships/customXml" Target="../ink/ink1223.xml"/><Relationship Id="rId25" Type="http://schemas.openxmlformats.org/officeDocument/2006/relationships/image" Target="../media/image975.png"/><Relationship Id="rId46" Type="http://schemas.openxmlformats.org/officeDocument/2006/relationships/customXml" Target="../ink/ink1131.xml"/><Relationship Id="rId67" Type="http://schemas.openxmlformats.org/officeDocument/2006/relationships/image" Target="../media/image996.png"/><Relationship Id="rId88" Type="http://schemas.openxmlformats.org/officeDocument/2006/relationships/customXml" Target="../ink/ink1152.xml"/><Relationship Id="rId111" Type="http://schemas.openxmlformats.org/officeDocument/2006/relationships/image" Target="../media/image1018.png"/><Relationship Id="rId132" Type="http://schemas.openxmlformats.org/officeDocument/2006/relationships/customXml" Target="../ink/ink1174.xml"/><Relationship Id="rId153" Type="http://schemas.openxmlformats.org/officeDocument/2006/relationships/image" Target="../media/image1039.png"/><Relationship Id="rId174" Type="http://schemas.openxmlformats.org/officeDocument/2006/relationships/customXml" Target="../ink/ink1195.xml"/><Relationship Id="rId195" Type="http://schemas.openxmlformats.org/officeDocument/2006/relationships/image" Target="../media/image1060.png"/><Relationship Id="rId209" Type="http://schemas.openxmlformats.org/officeDocument/2006/relationships/image" Target="../media/image1067.png"/><Relationship Id="rId381" Type="http://schemas.openxmlformats.org/officeDocument/2006/relationships/customXml" Target="../ink/ink1238.xml"/><Relationship Id="rId220" Type="http://schemas.openxmlformats.org/officeDocument/2006/relationships/customXml" Target="../ink/ink1218.xml"/><Relationship Id="rId241" Type="http://schemas.openxmlformats.org/officeDocument/2006/relationships/customXml" Target="../ink/ink1229.xml"/><Relationship Id="rId15" Type="http://schemas.openxmlformats.org/officeDocument/2006/relationships/image" Target="../media/image970.png"/><Relationship Id="rId36" Type="http://schemas.openxmlformats.org/officeDocument/2006/relationships/customXml" Target="../ink/ink1126.xml"/><Relationship Id="rId57" Type="http://schemas.openxmlformats.org/officeDocument/2006/relationships/image" Target="../media/image991.png"/><Relationship Id="rId78" Type="http://schemas.openxmlformats.org/officeDocument/2006/relationships/customXml" Target="../ink/ink1147.xml"/><Relationship Id="rId99" Type="http://schemas.openxmlformats.org/officeDocument/2006/relationships/image" Target="../media/image1012.png"/><Relationship Id="rId101" Type="http://schemas.openxmlformats.org/officeDocument/2006/relationships/image" Target="../media/image1013.png"/><Relationship Id="rId122" Type="http://schemas.openxmlformats.org/officeDocument/2006/relationships/customXml" Target="../ink/ink1169.xml"/><Relationship Id="rId143" Type="http://schemas.openxmlformats.org/officeDocument/2006/relationships/image" Target="../media/image1034.png"/><Relationship Id="rId164" Type="http://schemas.openxmlformats.org/officeDocument/2006/relationships/customXml" Target="../ink/ink1190.xml"/><Relationship Id="rId185" Type="http://schemas.openxmlformats.org/officeDocument/2006/relationships/image" Target="../media/image1055.png"/><Relationship Id="rId371" Type="http://schemas.openxmlformats.org/officeDocument/2006/relationships/customXml" Target="../ink/ink1233.xml"/><Relationship Id="rId9" Type="http://schemas.openxmlformats.org/officeDocument/2006/relationships/image" Target="../media/image967.png"/><Relationship Id="rId210" Type="http://schemas.openxmlformats.org/officeDocument/2006/relationships/customXml" Target="../ink/ink1213.xml"/><Relationship Id="rId26" Type="http://schemas.openxmlformats.org/officeDocument/2006/relationships/customXml" Target="../ink/ink1121.xml"/><Relationship Id="rId231" Type="http://schemas.openxmlformats.org/officeDocument/2006/relationships/image" Target="../media/image1078.png"/><Relationship Id="rId47" Type="http://schemas.openxmlformats.org/officeDocument/2006/relationships/image" Target="../media/image986.png"/><Relationship Id="rId68" Type="http://schemas.openxmlformats.org/officeDocument/2006/relationships/customXml" Target="../ink/ink1142.xml"/><Relationship Id="rId89" Type="http://schemas.openxmlformats.org/officeDocument/2006/relationships/image" Target="../media/image1007.png"/><Relationship Id="rId112" Type="http://schemas.openxmlformats.org/officeDocument/2006/relationships/customXml" Target="../ink/ink1164.xml"/><Relationship Id="rId133" Type="http://schemas.openxmlformats.org/officeDocument/2006/relationships/image" Target="../media/image1029.png"/><Relationship Id="rId154" Type="http://schemas.openxmlformats.org/officeDocument/2006/relationships/customXml" Target="../ink/ink1185.xml"/><Relationship Id="rId175" Type="http://schemas.openxmlformats.org/officeDocument/2006/relationships/image" Target="../media/image1050.png"/><Relationship Id="rId196" Type="http://schemas.openxmlformats.org/officeDocument/2006/relationships/customXml" Target="../ink/ink1206.xml"/><Relationship Id="rId200" Type="http://schemas.openxmlformats.org/officeDocument/2006/relationships/customXml" Target="../ink/ink1208.xml"/><Relationship Id="rId382" Type="http://schemas.openxmlformats.org/officeDocument/2006/relationships/image" Target="../media/image1121.png"/><Relationship Id="rId16" Type="http://schemas.openxmlformats.org/officeDocument/2006/relationships/customXml" Target="../ink/ink1116.xml"/><Relationship Id="rId221" Type="http://schemas.openxmlformats.org/officeDocument/2006/relationships/image" Target="../media/image1073.png"/><Relationship Id="rId242" Type="http://schemas.openxmlformats.org/officeDocument/2006/relationships/image" Target="../media/image1083.png"/><Relationship Id="rId37" Type="http://schemas.openxmlformats.org/officeDocument/2006/relationships/image" Target="../media/image981.png"/><Relationship Id="rId58" Type="http://schemas.openxmlformats.org/officeDocument/2006/relationships/customXml" Target="../ink/ink1137.xml"/><Relationship Id="rId79" Type="http://schemas.openxmlformats.org/officeDocument/2006/relationships/image" Target="../media/image1002.png"/><Relationship Id="rId102" Type="http://schemas.openxmlformats.org/officeDocument/2006/relationships/customXml" Target="../ink/ink1159.xml"/><Relationship Id="rId123" Type="http://schemas.openxmlformats.org/officeDocument/2006/relationships/image" Target="../media/image1024.png"/><Relationship Id="rId144" Type="http://schemas.openxmlformats.org/officeDocument/2006/relationships/customXml" Target="../ink/ink1180.xml"/><Relationship Id="rId90" Type="http://schemas.openxmlformats.org/officeDocument/2006/relationships/customXml" Target="../ink/ink1153.xml"/><Relationship Id="rId165" Type="http://schemas.openxmlformats.org/officeDocument/2006/relationships/image" Target="../media/image1045.png"/><Relationship Id="rId186" Type="http://schemas.openxmlformats.org/officeDocument/2006/relationships/customXml" Target="../ink/ink1201.xml"/><Relationship Id="rId372" Type="http://schemas.openxmlformats.org/officeDocument/2006/relationships/image" Target="../media/image1116.png"/><Relationship Id="rId211" Type="http://schemas.openxmlformats.org/officeDocument/2006/relationships/image" Target="../media/image1068.png"/><Relationship Id="rId232" Type="http://schemas.openxmlformats.org/officeDocument/2006/relationships/customXml" Target="../ink/ink1224.xml"/><Relationship Id="rId27" Type="http://schemas.openxmlformats.org/officeDocument/2006/relationships/image" Target="../media/image976.png"/><Relationship Id="rId48" Type="http://schemas.openxmlformats.org/officeDocument/2006/relationships/customXml" Target="../ink/ink1132.xml"/><Relationship Id="rId69" Type="http://schemas.openxmlformats.org/officeDocument/2006/relationships/image" Target="../media/image997.png"/><Relationship Id="rId113" Type="http://schemas.openxmlformats.org/officeDocument/2006/relationships/image" Target="../media/image1019.png"/><Relationship Id="rId134" Type="http://schemas.openxmlformats.org/officeDocument/2006/relationships/customXml" Target="../ink/ink1175.xml"/><Relationship Id="rId80" Type="http://schemas.openxmlformats.org/officeDocument/2006/relationships/customXml" Target="../ink/ink1148.xml"/><Relationship Id="rId155" Type="http://schemas.openxmlformats.org/officeDocument/2006/relationships/image" Target="../media/image1040.png"/><Relationship Id="rId176" Type="http://schemas.openxmlformats.org/officeDocument/2006/relationships/customXml" Target="../ink/ink1196.xml"/><Relationship Id="rId197" Type="http://schemas.openxmlformats.org/officeDocument/2006/relationships/image" Target="../media/image1061.png"/><Relationship Id="rId383" Type="http://schemas.openxmlformats.org/officeDocument/2006/relationships/customXml" Target="../ink/ink1239.xml"/><Relationship Id="rId201" Type="http://schemas.openxmlformats.org/officeDocument/2006/relationships/image" Target="../media/image1063.png"/><Relationship Id="rId222" Type="http://schemas.openxmlformats.org/officeDocument/2006/relationships/customXml" Target="../ink/ink1219.xml"/><Relationship Id="rId243" Type="http://schemas.openxmlformats.org/officeDocument/2006/relationships/customXml" Target="../ink/ink1230.xml"/><Relationship Id="rId17" Type="http://schemas.openxmlformats.org/officeDocument/2006/relationships/image" Target="../media/image971.png"/><Relationship Id="rId38" Type="http://schemas.openxmlformats.org/officeDocument/2006/relationships/customXml" Target="../ink/ink1127.xml"/><Relationship Id="rId59" Type="http://schemas.openxmlformats.org/officeDocument/2006/relationships/image" Target="../media/image992.png"/><Relationship Id="rId103" Type="http://schemas.openxmlformats.org/officeDocument/2006/relationships/image" Target="../media/image1014.png"/><Relationship Id="rId124" Type="http://schemas.openxmlformats.org/officeDocument/2006/relationships/customXml" Target="../ink/ink1170.xml"/><Relationship Id="rId70" Type="http://schemas.openxmlformats.org/officeDocument/2006/relationships/customXml" Target="../ink/ink1143.xml"/><Relationship Id="rId91" Type="http://schemas.openxmlformats.org/officeDocument/2006/relationships/image" Target="../media/image1008.png"/><Relationship Id="rId145" Type="http://schemas.openxmlformats.org/officeDocument/2006/relationships/image" Target="../media/image1035.png"/><Relationship Id="rId166" Type="http://schemas.openxmlformats.org/officeDocument/2006/relationships/customXml" Target="../ink/ink1191.xml"/><Relationship Id="rId187" Type="http://schemas.openxmlformats.org/officeDocument/2006/relationships/image" Target="../media/image1056.png"/><Relationship Id="rId373" Type="http://schemas.openxmlformats.org/officeDocument/2006/relationships/customXml" Target="../ink/ink1234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14.xml"/><Relationship Id="rId233" Type="http://schemas.openxmlformats.org/officeDocument/2006/relationships/image" Target="../media/image1079.png"/><Relationship Id="rId28" Type="http://schemas.openxmlformats.org/officeDocument/2006/relationships/customXml" Target="../ink/ink1122.xml"/><Relationship Id="rId49" Type="http://schemas.openxmlformats.org/officeDocument/2006/relationships/image" Target="../media/image987.png"/><Relationship Id="rId114" Type="http://schemas.openxmlformats.org/officeDocument/2006/relationships/customXml" Target="../ink/ink1165.xml"/><Relationship Id="rId60" Type="http://schemas.openxmlformats.org/officeDocument/2006/relationships/customXml" Target="../ink/ink1138.xml"/><Relationship Id="rId81" Type="http://schemas.openxmlformats.org/officeDocument/2006/relationships/image" Target="../media/image1003.png"/><Relationship Id="rId135" Type="http://schemas.openxmlformats.org/officeDocument/2006/relationships/image" Target="../media/image1030.png"/><Relationship Id="rId156" Type="http://schemas.openxmlformats.org/officeDocument/2006/relationships/customXml" Target="../ink/ink1186.xml"/><Relationship Id="rId177" Type="http://schemas.openxmlformats.org/officeDocument/2006/relationships/image" Target="../media/image1051.png"/><Relationship Id="rId198" Type="http://schemas.openxmlformats.org/officeDocument/2006/relationships/customXml" Target="../ink/ink1207.xml"/><Relationship Id="rId384" Type="http://schemas.openxmlformats.org/officeDocument/2006/relationships/image" Target="../media/image1122.png"/><Relationship Id="rId202" Type="http://schemas.openxmlformats.org/officeDocument/2006/relationships/customXml" Target="../ink/ink1209.xml"/><Relationship Id="rId223" Type="http://schemas.openxmlformats.org/officeDocument/2006/relationships/image" Target="../media/image1074.png"/><Relationship Id="rId244" Type="http://schemas.openxmlformats.org/officeDocument/2006/relationships/image" Target="../media/image1084.png"/><Relationship Id="rId18" Type="http://schemas.openxmlformats.org/officeDocument/2006/relationships/customXml" Target="../ink/ink1117.xml"/><Relationship Id="rId39" Type="http://schemas.openxmlformats.org/officeDocument/2006/relationships/image" Target="../media/image982.png"/><Relationship Id="rId50" Type="http://schemas.openxmlformats.org/officeDocument/2006/relationships/customXml" Target="../ink/ink1133.xml"/><Relationship Id="rId104" Type="http://schemas.openxmlformats.org/officeDocument/2006/relationships/customXml" Target="../ink/ink1160.xml"/><Relationship Id="rId125" Type="http://schemas.openxmlformats.org/officeDocument/2006/relationships/image" Target="../media/image1025.png"/><Relationship Id="rId146" Type="http://schemas.openxmlformats.org/officeDocument/2006/relationships/customXml" Target="../ink/ink1181.xml"/><Relationship Id="rId167" Type="http://schemas.openxmlformats.org/officeDocument/2006/relationships/image" Target="../media/image1046.png"/><Relationship Id="rId188" Type="http://schemas.openxmlformats.org/officeDocument/2006/relationships/customXml" Target="../ink/ink1202.xml"/><Relationship Id="rId374" Type="http://schemas.openxmlformats.org/officeDocument/2006/relationships/image" Target="../media/image1117.png"/><Relationship Id="rId71" Type="http://schemas.openxmlformats.org/officeDocument/2006/relationships/image" Target="../media/image998.png"/><Relationship Id="rId92" Type="http://schemas.openxmlformats.org/officeDocument/2006/relationships/customXml" Target="../ink/ink1154.xml"/><Relationship Id="rId213" Type="http://schemas.openxmlformats.org/officeDocument/2006/relationships/image" Target="../media/image1069.png"/><Relationship Id="rId234" Type="http://schemas.openxmlformats.org/officeDocument/2006/relationships/customXml" Target="../ink/ink1225.xml"/><Relationship Id="rId2" Type="http://schemas.openxmlformats.org/officeDocument/2006/relationships/customXml" Target="../ink/ink1109.xml"/><Relationship Id="rId29" Type="http://schemas.openxmlformats.org/officeDocument/2006/relationships/image" Target="../media/image977.png"/><Relationship Id="rId40" Type="http://schemas.openxmlformats.org/officeDocument/2006/relationships/customXml" Target="../ink/ink1128.xml"/><Relationship Id="rId115" Type="http://schemas.openxmlformats.org/officeDocument/2006/relationships/image" Target="../media/image1020.png"/><Relationship Id="rId136" Type="http://schemas.openxmlformats.org/officeDocument/2006/relationships/customXml" Target="../ink/ink1176.xml"/><Relationship Id="rId157" Type="http://schemas.openxmlformats.org/officeDocument/2006/relationships/image" Target="../media/image1041.png"/><Relationship Id="rId178" Type="http://schemas.openxmlformats.org/officeDocument/2006/relationships/customXml" Target="../ink/ink1197.xml"/><Relationship Id="rId61" Type="http://schemas.openxmlformats.org/officeDocument/2006/relationships/image" Target="../media/image993.png"/><Relationship Id="rId82" Type="http://schemas.openxmlformats.org/officeDocument/2006/relationships/customXml" Target="../ink/ink1149.xml"/><Relationship Id="rId199" Type="http://schemas.openxmlformats.org/officeDocument/2006/relationships/image" Target="../media/image1062.png"/><Relationship Id="rId203" Type="http://schemas.openxmlformats.org/officeDocument/2006/relationships/image" Target="../media/image1064.png"/><Relationship Id="rId385" Type="http://schemas.openxmlformats.org/officeDocument/2006/relationships/customXml" Target="../ink/ink1240.xml"/><Relationship Id="rId19" Type="http://schemas.openxmlformats.org/officeDocument/2006/relationships/image" Target="../media/image972.png"/><Relationship Id="rId224" Type="http://schemas.openxmlformats.org/officeDocument/2006/relationships/customXml" Target="../ink/ink1220.xml"/><Relationship Id="rId245" Type="http://schemas.openxmlformats.org/officeDocument/2006/relationships/customXml" Target="../ink/ink1231.xml"/><Relationship Id="rId30" Type="http://schemas.openxmlformats.org/officeDocument/2006/relationships/customXml" Target="../ink/ink1123.xml"/><Relationship Id="rId105" Type="http://schemas.openxmlformats.org/officeDocument/2006/relationships/image" Target="../media/image1015.png"/><Relationship Id="rId126" Type="http://schemas.openxmlformats.org/officeDocument/2006/relationships/customXml" Target="../ink/ink1171.xml"/><Relationship Id="rId147" Type="http://schemas.openxmlformats.org/officeDocument/2006/relationships/image" Target="../media/image1036.png"/><Relationship Id="rId168" Type="http://schemas.openxmlformats.org/officeDocument/2006/relationships/customXml" Target="../ink/ink1192.xml"/><Relationship Id="rId51" Type="http://schemas.openxmlformats.org/officeDocument/2006/relationships/image" Target="../media/image988.png"/><Relationship Id="rId72" Type="http://schemas.openxmlformats.org/officeDocument/2006/relationships/customXml" Target="../ink/ink1144.xml"/><Relationship Id="rId93" Type="http://schemas.openxmlformats.org/officeDocument/2006/relationships/image" Target="../media/image1009.png"/><Relationship Id="rId189" Type="http://schemas.openxmlformats.org/officeDocument/2006/relationships/image" Target="../media/image1057.png"/><Relationship Id="rId375" Type="http://schemas.openxmlformats.org/officeDocument/2006/relationships/customXml" Target="../ink/ink1235.xml"/><Relationship Id="rId3" Type="http://schemas.openxmlformats.org/officeDocument/2006/relationships/image" Target="../media/image964.png"/><Relationship Id="rId214" Type="http://schemas.openxmlformats.org/officeDocument/2006/relationships/customXml" Target="../ink/ink1215.xml"/><Relationship Id="rId235" Type="http://schemas.openxmlformats.org/officeDocument/2006/relationships/image" Target="../media/image1080.png"/><Relationship Id="rId116" Type="http://schemas.openxmlformats.org/officeDocument/2006/relationships/customXml" Target="../ink/ink1166.xml"/><Relationship Id="rId137" Type="http://schemas.openxmlformats.org/officeDocument/2006/relationships/image" Target="../media/image1031.png"/><Relationship Id="rId158" Type="http://schemas.openxmlformats.org/officeDocument/2006/relationships/customXml" Target="../ink/ink1187.xml"/><Relationship Id="rId20" Type="http://schemas.openxmlformats.org/officeDocument/2006/relationships/customXml" Target="../ink/ink1118.xml"/><Relationship Id="rId41" Type="http://schemas.openxmlformats.org/officeDocument/2006/relationships/image" Target="../media/image983.png"/><Relationship Id="rId62" Type="http://schemas.openxmlformats.org/officeDocument/2006/relationships/customXml" Target="../ink/ink1139.xml"/><Relationship Id="rId83" Type="http://schemas.openxmlformats.org/officeDocument/2006/relationships/image" Target="../media/image1004.png"/><Relationship Id="rId179" Type="http://schemas.openxmlformats.org/officeDocument/2006/relationships/image" Target="../media/image1052.png"/><Relationship Id="rId386" Type="http://schemas.openxmlformats.org/officeDocument/2006/relationships/image" Target="../media/image1123.png"/><Relationship Id="rId190" Type="http://schemas.openxmlformats.org/officeDocument/2006/relationships/customXml" Target="../ink/ink1203.xml"/><Relationship Id="rId204" Type="http://schemas.openxmlformats.org/officeDocument/2006/relationships/customXml" Target="../ink/ink1210.xml"/><Relationship Id="rId225" Type="http://schemas.openxmlformats.org/officeDocument/2006/relationships/image" Target="../media/image1075.png"/><Relationship Id="rId106" Type="http://schemas.openxmlformats.org/officeDocument/2006/relationships/customXml" Target="../ink/ink1161.xml"/><Relationship Id="rId127" Type="http://schemas.openxmlformats.org/officeDocument/2006/relationships/image" Target="../media/image1026.png"/><Relationship Id="rId10" Type="http://schemas.openxmlformats.org/officeDocument/2006/relationships/customXml" Target="../ink/ink1113.xml"/><Relationship Id="rId31" Type="http://schemas.openxmlformats.org/officeDocument/2006/relationships/image" Target="../media/image978.png"/><Relationship Id="rId52" Type="http://schemas.openxmlformats.org/officeDocument/2006/relationships/customXml" Target="../ink/ink1134.xml"/><Relationship Id="rId73" Type="http://schemas.openxmlformats.org/officeDocument/2006/relationships/image" Target="../media/image999.png"/><Relationship Id="rId94" Type="http://schemas.openxmlformats.org/officeDocument/2006/relationships/customXml" Target="../ink/ink1155.xml"/><Relationship Id="rId148" Type="http://schemas.openxmlformats.org/officeDocument/2006/relationships/customXml" Target="../ink/ink1182.xml"/><Relationship Id="rId169" Type="http://schemas.openxmlformats.org/officeDocument/2006/relationships/image" Target="../media/image1047.png"/><Relationship Id="rId376" Type="http://schemas.openxmlformats.org/officeDocument/2006/relationships/image" Target="../media/image1118.png"/><Relationship Id="rId4" Type="http://schemas.openxmlformats.org/officeDocument/2006/relationships/customXml" Target="../ink/ink1110.xml"/><Relationship Id="rId180" Type="http://schemas.openxmlformats.org/officeDocument/2006/relationships/customXml" Target="../ink/ink1198.xml"/><Relationship Id="rId215" Type="http://schemas.openxmlformats.org/officeDocument/2006/relationships/image" Target="../media/image1070.png"/><Relationship Id="rId236" Type="http://schemas.openxmlformats.org/officeDocument/2006/relationships/customXml" Target="../ink/ink1226.xml"/><Relationship Id="rId42" Type="http://schemas.openxmlformats.org/officeDocument/2006/relationships/customXml" Target="../ink/ink1129.xml"/><Relationship Id="rId84" Type="http://schemas.openxmlformats.org/officeDocument/2006/relationships/customXml" Target="../ink/ink1150.xml"/><Relationship Id="rId138" Type="http://schemas.openxmlformats.org/officeDocument/2006/relationships/customXml" Target="../ink/ink1177.xml"/><Relationship Id="rId387" Type="http://schemas.openxmlformats.org/officeDocument/2006/relationships/customXml" Target="../ink/ink1241.xml"/><Relationship Id="rId191" Type="http://schemas.openxmlformats.org/officeDocument/2006/relationships/image" Target="../media/image1058.png"/><Relationship Id="rId205" Type="http://schemas.openxmlformats.org/officeDocument/2006/relationships/image" Target="../media/image10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F10028F3-A77D-4E0F-A71E-AA927449A4B8}"/>
                  </a:ext>
                </a:extLst>
              </p14:cNvPr>
              <p14:cNvContentPartPr/>
              <p14:nvPr/>
            </p14:nvContentPartPr>
            <p14:xfrm>
              <a:off x="780393" y="230673"/>
              <a:ext cx="1297800" cy="92520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F10028F3-A77D-4E0F-A71E-AA927449A4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1753" y="222033"/>
                <a:ext cx="1315440" cy="9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03B4F936-57AA-4FBA-A464-D26FDA3E071B}"/>
                  </a:ext>
                </a:extLst>
              </p14:cNvPr>
              <p14:cNvContentPartPr/>
              <p14:nvPr/>
            </p14:nvContentPartPr>
            <p14:xfrm>
              <a:off x="2807193" y="829353"/>
              <a:ext cx="1195560" cy="427068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03B4F936-57AA-4FBA-A464-D26FDA3E07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9553" y="811713"/>
                <a:ext cx="1231200" cy="43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01D83B28-C0F0-4622-8E50-8577D7C16D1E}"/>
                  </a:ext>
                </a:extLst>
              </p14:cNvPr>
              <p14:cNvContentPartPr/>
              <p14:nvPr/>
            </p14:nvContentPartPr>
            <p14:xfrm>
              <a:off x="336873" y="5674953"/>
              <a:ext cx="1406160" cy="7873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01D83B28-C0F0-4622-8E50-8577D7C16D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228" y="5656961"/>
                <a:ext cx="1441809" cy="822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62707F8C-D36E-40EF-89E1-2802DE143101}"/>
                  </a:ext>
                </a:extLst>
              </p14:cNvPr>
              <p14:cNvContentPartPr/>
              <p14:nvPr/>
            </p14:nvContentPartPr>
            <p14:xfrm>
              <a:off x="1418673" y="4447713"/>
              <a:ext cx="477720" cy="60984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62707F8C-D36E-40EF-89E1-2802DE1431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1033" y="4430073"/>
                <a:ext cx="51336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84FDBEE8-643A-4856-B177-FC9632EE80EA}"/>
                  </a:ext>
                </a:extLst>
              </p14:cNvPr>
              <p14:cNvContentPartPr/>
              <p14:nvPr/>
            </p14:nvContentPartPr>
            <p14:xfrm>
              <a:off x="-33927" y="4202193"/>
              <a:ext cx="1138320" cy="72180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84FDBEE8-643A-4856-B177-FC9632EE80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51573" y="4184193"/>
                <a:ext cx="1173971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1DE78572-DE4F-4951-A355-882B38735EF1}"/>
                  </a:ext>
                </a:extLst>
              </p14:cNvPr>
              <p14:cNvContentPartPr/>
              <p14:nvPr/>
            </p14:nvContentPartPr>
            <p14:xfrm>
              <a:off x="507513" y="5066193"/>
              <a:ext cx="151200" cy="34596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1DE78572-DE4F-4951-A355-882B38735E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9513" y="5048535"/>
                <a:ext cx="186840" cy="381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B05231BD-CB02-41AC-9DB0-68423C385297}"/>
                  </a:ext>
                </a:extLst>
              </p14:cNvPr>
              <p14:cNvContentPartPr/>
              <p14:nvPr/>
            </p14:nvContentPartPr>
            <p14:xfrm>
              <a:off x="4853793" y="1587513"/>
              <a:ext cx="2052000" cy="13032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B05231BD-CB02-41AC-9DB0-68423C3852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35793" y="1569513"/>
                <a:ext cx="20876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468D71BE-B33D-470D-8875-B63B5FC88132}"/>
                  </a:ext>
                </a:extLst>
              </p14:cNvPr>
              <p14:cNvContentPartPr/>
              <p14:nvPr/>
            </p14:nvContentPartPr>
            <p14:xfrm>
              <a:off x="7258233" y="981633"/>
              <a:ext cx="2288520" cy="61992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468D71BE-B33D-470D-8875-B63B5FC881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40236" y="963643"/>
                <a:ext cx="2324154" cy="655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31FAAEE8-3E2F-4A5D-AA40-5A1A64068797}"/>
                  </a:ext>
                </a:extLst>
              </p14:cNvPr>
              <p14:cNvContentPartPr/>
              <p14:nvPr/>
            </p14:nvContentPartPr>
            <p14:xfrm>
              <a:off x="5613033" y="842313"/>
              <a:ext cx="533520" cy="37188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31FAAEE8-3E2F-4A5D-AA40-5A1A640687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95033" y="824673"/>
                <a:ext cx="5691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9B6F9265-45E7-4FDD-A042-3633578431A4}"/>
                  </a:ext>
                </a:extLst>
              </p14:cNvPr>
              <p14:cNvContentPartPr/>
              <p14:nvPr/>
            </p14:nvContentPartPr>
            <p14:xfrm>
              <a:off x="9788673" y="2786673"/>
              <a:ext cx="2716200" cy="137448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9B6F9265-45E7-4FDD-A042-3633578431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771033" y="2769033"/>
                <a:ext cx="2751840" cy="14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CC5AF248-0170-4D59-B44B-BDE1EADE31EB}"/>
                  </a:ext>
                </a:extLst>
              </p14:cNvPr>
              <p14:cNvContentPartPr/>
              <p14:nvPr/>
            </p14:nvContentPartPr>
            <p14:xfrm>
              <a:off x="7268313" y="2852193"/>
              <a:ext cx="2359800" cy="74088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CC5AF248-0170-4D59-B44B-BDE1EADE31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250673" y="2834193"/>
                <a:ext cx="2395440" cy="7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C6B487A8-398B-45D3-B3E8-0EB553E82946}"/>
                  </a:ext>
                </a:extLst>
              </p14:cNvPr>
              <p14:cNvContentPartPr/>
              <p14:nvPr/>
            </p14:nvContentPartPr>
            <p14:xfrm>
              <a:off x="4797633" y="2740953"/>
              <a:ext cx="2167200" cy="89748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C6B487A8-398B-45D3-B3E8-0EB553E8294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79993" y="2722953"/>
                <a:ext cx="2202840" cy="9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0BD4C6EB-164F-4481-B98F-6DB3A28E06FF}"/>
                  </a:ext>
                </a:extLst>
              </p14:cNvPr>
              <p14:cNvContentPartPr/>
              <p14:nvPr/>
            </p14:nvContentPartPr>
            <p14:xfrm>
              <a:off x="7671513" y="4610433"/>
              <a:ext cx="206280" cy="6984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0BD4C6EB-164F-4481-B98F-6DB3A28E06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53873" y="4592433"/>
                <a:ext cx="2419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82E07ED3-3A15-4B5E-AC3B-F3169485AE0F}"/>
                  </a:ext>
                </a:extLst>
              </p14:cNvPr>
              <p14:cNvContentPartPr/>
              <p14:nvPr/>
            </p14:nvContentPartPr>
            <p14:xfrm>
              <a:off x="10245873" y="4552113"/>
              <a:ext cx="639360" cy="802080"/>
            </p14:xfrm>
          </p:contentPart>
        </mc:Choice>
        <mc:Fallback xmlns=""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82E07ED3-3A15-4B5E-AC3B-F3169485AE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28223" y="4534473"/>
                <a:ext cx="67502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B92F1426-CD01-4C16-90B7-78DBCA386EBE}"/>
                  </a:ext>
                </a:extLst>
              </p14:cNvPr>
              <p14:cNvContentPartPr/>
              <p14:nvPr/>
            </p14:nvContentPartPr>
            <p14:xfrm>
              <a:off x="8145273" y="4486953"/>
              <a:ext cx="1866600" cy="89532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B92F1426-CD01-4C16-90B7-78DBCA386EB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27273" y="4468960"/>
                <a:ext cx="1902240" cy="930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8FD19A74-C521-4ACB-8AD3-70B1513B5C90}"/>
                  </a:ext>
                </a:extLst>
              </p14:cNvPr>
              <p14:cNvContentPartPr/>
              <p14:nvPr/>
            </p14:nvContentPartPr>
            <p14:xfrm>
              <a:off x="7433193" y="4804113"/>
              <a:ext cx="508680" cy="62604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8FD19A74-C521-4ACB-8AD3-70B1513B5C9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15553" y="4786473"/>
                <a:ext cx="54432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52D7B6EA-E90A-4E56-80B8-378F3B11B5B9}"/>
                  </a:ext>
                </a:extLst>
              </p14:cNvPr>
              <p14:cNvContentPartPr/>
              <p14:nvPr/>
            </p14:nvContentPartPr>
            <p14:xfrm>
              <a:off x="1379433" y="1845633"/>
              <a:ext cx="1140480" cy="78480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52D7B6EA-E90A-4E56-80B8-378F3B11B5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61793" y="1827993"/>
                <a:ext cx="1176120" cy="82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075C3602-490F-4DC5-BAA3-600720899D8B}"/>
                  </a:ext>
                </a:extLst>
              </p14:cNvPr>
              <p14:cNvContentPartPr/>
              <p14:nvPr/>
            </p14:nvContentPartPr>
            <p14:xfrm>
              <a:off x="4747953" y="4380393"/>
              <a:ext cx="2206800" cy="142740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075C3602-490F-4DC5-BAA3-600720899D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30313" y="4362393"/>
                <a:ext cx="2242440" cy="146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23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E8ACE7D0-3DBF-4CDD-82FF-329BC31B8198}"/>
                  </a:ext>
                </a:extLst>
              </p14:cNvPr>
              <p14:cNvContentPartPr/>
              <p14:nvPr/>
            </p14:nvContentPartPr>
            <p14:xfrm>
              <a:off x="2900433" y="1173513"/>
              <a:ext cx="604080" cy="14893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E8ACE7D0-3DBF-4CDD-82FF-329BC31B81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1433" y="1164873"/>
                <a:ext cx="621720" cy="15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F366CB80-67A0-4A94-B0CE-FC962F93C7B4}"/>
                  </a:ext>
                </a:extLst>
              </p14:cNvPr>
              <p14:cNvContentPartPr/>
              <p14:nvPr/>
            </p14:nvContentPartPr>
            <p14:xfrm>
              <a:off x="1811793" y="3167913"/>
              <a:ext cx="721080" cy="414540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F366CB80-67A0-4A94-B0CE-FC962F93C7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2793" y="3159273"/>
                <a:ext cx="738720" cy="41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7A0682F3-A6AC-4C1C-860B-EF8040B765F1}"/>
                  </a:ext>
                </a:extLst>
              </p14:cNvPr>
              <p14:cNvContentPartPr/>
              <p14:nvPr/>
            </p14:nvContentPartPr>
            <p14:xfrm>
              <a:off x="2967393" y="3072023"/>
              <a:ext cx="614880" cy="59976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7A0682F3-A6AC-4C1C-860B-EF8040B765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8393" y="3063383"/>
                <a:ext cx="63252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823A5732-E545-48D0-A4D0-ED88D89C6FA4}"/>
                  </a:ext>
                </a:extLst>
              </p14:cNvPr>
              <p14:cNvContentPartPr/>
              <p14:nvPr/>
            </p14:nvContentPartPr>
            <p14:xfrm>
              <a:off x="3862353" y="1159113"/>
              <a:ext cx="9015840" cy="3097821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823A5732-E545-48D0-A4D0-ED88D89C6F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53713" y="1150114"/>
                <a:ext cx="9033480" cy="3124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442A4A2F-2322-478C-B141-4A4404C1F321}"/>
                  </a:ext>
                </a:extLst>
              </p14:cNvPr>
              <p14:cNvContentPartPr/>
              <p14:nvPr/>
            </p14:nvContentPartPr>
            <p14:xfrm>
              <a:off x="2854168" y="5215254"/>
              <a:ext cx="541440" cy="87444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442A4A2F-2322-478C-B141-4A4404C1F3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36528" y="5197614"/>
                <a:ext cx="577080" cy="9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C3AC1110-F186-4148-A54C-4DE0E6D0FD8F}"/>
                  </a:ext>
                </a:extLst>
              </p14:cNvPr>
              <p14:cNvContentPartPr/>
              <p14:nvPr/>
            </p14:nvContentPartPr>
            <p14:xfrm>
              <a:off x="8189008" y="4818894"/>
              <a:ext cx="484560" cy="82728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C3AC1110-F186-4148-A54C-4DE0E6D0FD8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71008" y="4800894"/>
                <a:ext cx="520200" cy="86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BA706DE0-5048-469C-86D9-E04C31D4D681}"/>
                  </a:ext>
                </a:extLst>
              </p14:cNvPr>
              <p14:cNvContentPartPr/>
              <p14:nvPr/>
            </p14:nvContentPartPr>
            <p14:xfrm>
              <a:off x="8913688" y="4789734"/>
              <a:ext cx="48600" cy="84672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BA706DE0-5048-469C-86D9-E04C31D4D68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95688" y="4771734"/>
                <a:ext cx="84240" cy="88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BC65B022-FA6E-4E2B-8F47-60343145D505}"/>
                  </a:ext>
                </a:extLst>
              </p14:cNvPr>
              <p14:cNvContentPartPr/>
              <p14:nvPr/>
            </p14:nvContentPartPr>
            <p14:xfrm>
              <a:off x="7292248" y="4974054"/>
              <a:ext cx="525240" cy="71892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BC65B022-FA6E-4E2B-8F47-60343145D5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74608" y="4956054"/>
                <a:ext cx="560880" cy="75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DC28E78F-65F0-44A5-BE24-47AF7DB08E20}"/>
                  </a:ext>
                </a:extLst>
              </p14:cNvPr>
              <p14:cNvContentPartPr/>
              <p14:nvPr/>
            </p14:nvContentPartPr>
            <p14:xfrm>
              <a:off x="6020008" y="4631334"/>
              <a:ext cx="855720" cy="124596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DC28E78F-65F0-44A5-BE24-47AF7DB08E2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02368" y="4613694"/>
                <a:ext cx="891360" cy="12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F785E3A9-64AC-495D-8F91-EFD666FB72A0}"/>
                  </a:ext>
                </a:extLst>
              </p14:cNvPr>
              <p14:cNvContentPartPr/>
              <p14:nvPr/>
            </p14:nvContentPartPr>
            <p14:xfrm>
              <a:off x="4213888" y="4826094"/>
              <a:ext cx="1578600" cy="1225800"/>
            </p14:xfrm>
          </p:contentPart>
        </mc:Choice>
        <mc:Fallback xmlns=""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F785E3A9-64AC-495D-8F91-EFD666FB72A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95888" y="4808454"/>
                <a:ext cx="1614240" cy="12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A7607FE8-DD2F-4E14-B462-924210B755E5}"/>
                  </a:ext>
                </a:extLst>
              </p14:cNvPr>
              <p14:cNvContentPartPr/>
              <p14:nvPr/>
            </p14:nvContentPartPr>
            <p14:xfrm>
              <a:off x="9233008" y="4790454"/>
              <a:ext cx="1788840" cy="100332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A7607FE8-DD2F-4E14-B462-924210B755E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15012" y="4772460"/>
                <a:ext cx="1824473" cy="1038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44526E38-1520-4FFB-A841-A399DB59DB3F}"/>
                  </a:ext>
                </a:extLst>
              </p14:cNvPr>
              <p14:cNvContentPartPr/>
              <p14:nvPr/>
            </p14:nvContentPartPr>
            <p14:xfrm>
              <a:off x="6451288" y="262014"/>
              <a:ext cx="252360" cy="38160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44526E38-1520-4FFB-A841-A399DB59DB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33648" y="244374"/>
                <a:ext cx="2880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91393B67-1ED2-4C30-9CF8-08D5BD66661B}"/>
                  </a:ext>
                </a:extLst>
              </p14:cNvPr>
              <p14:cNvContentPartPr/>
              <p14:nvPr/>
            </p14:nvContentPartPr>
            <p14:xfrm>
              <a:off x="9766168" y="352374"/>
              <a:ext cx="129600" cy="576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91393B67-1ED2-4C30-9CF8-08D5BD66661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748528" y="334374"/>
                <a:ext cx="1652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AEF38808-1476-461E-84E4-98B7B8FD0A80}"/>
                  </a:ext>
                </a:extLst>
              </p14:cNvPr>
              <p14:cNvContentPartPr/>
              <p14:nvPr/>
            </p14:nvContentPartPr>
            <p14:xfrm>
              <a:off x="9777688" y="454614"/>
              <a:ext cx="119880" cy="3384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AEF38808-1476-461E-84E4-98B7B8FD0A8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760048" y="436614"/>
                <a:ext cx="1555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D991DBFD-9891-4847-B353-7D89347EAA5F}"/>
                  </a:ext>
                </a:extLst>
              </p14:cNvPr>
              <p14:cNvContentPartPr/>
              <p14:nvPr/>
            </p14:nvContentPartPr>
            <p14:xfrm>
              <a:off x="11321368" y="670974"/>
              <a:ext cx="360" cy="36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D991DBFD-9891-4847-B353-7D89347EAA5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303368" y="65333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6DB5FB40-3FCF-4B09-AECF-0980D0450379}"/>
                  </a:ext>
                </a:extLst>
              </p14:cNvPr>
              <p14:cNvContentPartPr/>
              <p14:nvPr/>
            </p14:nvContentPartPr>
            <p14:xfrm>
              <a:off x="10261528" y="768894"/>
              <a:ext cx="867960" cy="23400"/>
            </p14:xfrm>
          </p:contentPart>
        </mc:Choice>
        <mc:Fallback xmlns=""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6DB5FB40-3FCF-4B09-AECF-0980D045037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243528" y="750894"/>
                <a:ext cx="9036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A66C074F-BCC8-4B3C-A590-BBE6BADA0653}"/>
                  </a:ext>
                </a:extLst>
              </p14:cNvPr>
              <p14:cNvContentPartPr/>
              <p14:nvPr/>
            </p14:nvContentPartPr>
            <p14:xfrm>
              <a:off x="10269808" y="233574"/>
              <a:ext cx="978840" cy="32148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A66C074F-BCC8-4B3C-A590-BBE6BADA065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251808" y="215934"/>
                <a:ext cx="10144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4BFB25AF-357A-4927-9E17-F357B7017BAC}"/>
                  </a:ext>
                </a:extLst>
              </p14:cNvPr>
              <p14:cNvContentPartPr/>
              <p14:nvPr/>
            </p14:nvContentPartPr>
            <p14:xfrm>
              <a:off x="8325088" y="285774"/>
              <a:ext cx="893160" cy="32580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4BFB25AF-357A-4927-9E17-F357B7017BA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307095" y="268134"/>
                <a:ext cx="928786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DF18B4B0-5819-4CEB-BD4D-FE72245D2391}"/>
                  </a:ext>
                </a:extLst>
              </p14:cNvPr>
              <p14:cNvContentPartPr/>
              <p14:nvPr/>
            </p14:nvContentPartPr>
            <p14:xfrm>
              <a:off x="7740088" y="321774"/>
              <a:ext cx="276480" cy="22716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DF18B4B0-5819-4CEB-BD4D-FE72245D239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722448" y="303774"/>
                <a:ext cx="3121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DE8120AA-8D0E-44B5-AED2-C7E956CCA1DF}"/>
                  </a:ext>
                </a:extLst>
              </p14:cNvPr>
              <p14:cNvContentPartPr/>
              <p14:nvPr/>
            </p14:nvContentPartPr>
            <p14:xfrm>
              <a:off x="6864208" y="235014"/>
              <a:ext cx="628920" cy="35856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DE8120AA-8D0E-44B5-AED2-C7E956CCA1D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846568" y="217374"/>
                <a:ext cx="6645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2C88EB9D-DB48-4188-9769-04CCC198C77D}"/>
                  </a:ext>
                </a:extLst>
              </p14:cNvPr>
              <p14:cNvContentPartPr/>
              <p14:nvPr/>
            </p14:nvContentPartPr>
            <p14:xfrm>
              <a:off x="4581088" y="6454734"/>
              <a:ext cx="667440" cy="31896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2C88EB9D-DB48-4188-9769-04CCC198C77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63438" y="6437094"/>
                <a:ext cx="703099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DC55D0E6-40D1-423D-AB9C-8A7A616F900F}"/>
                  </a:ext>
                </a:extLst>
              </p14:cNvPr>
              <p14:cNvContentPartPr/>
              <p14:nvPr/>
            </p14:nvContentPartPr>
            <p14:xfrm>
              <a:off x="5814088" y="6456174"/>
              <a:ext cx="216360" cy="333000"/>
            </p14:xfrm>
          </p:contentPart>
        </mc:Choice>
        <mc:Fallback xmlns=""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DC55D0E6-40D1-423D-AB9C-8A7A616F900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796088" y="6438534"/>
                <a:ext cx="25200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4E12D356-8E2F-4BFE-B92F-09982A3588CB}"/>
                  </a:ext>
                </a:extLst>
              </p14:cNvPr>
              <p14:cNvContentPartPr/>
              <p14:nvPr/>
            </p14:nvContentPartPr>
            <p14:xfrm>
              <a:off x="6181648" y="6383094"/>
              <a:ext cx="544680" cy="301320"/>
            </p14:xfrm>
          </p:contentPart>
        </mc:Choice>
        <mc:Fallback xmlns=""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4E12D356-8E2F-4BFE-B92F-09982A3588C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163996" y="6365454"/>
                <a:ext cx="580344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32AFCEB8-2A63-4AEC-8D9B-A106A7858AFB}"/>
                  </a:ext>
                </a:extLst>
              </p14:cNvPr>
              <p14:cNvContentPartPr/>
              <p14:nvPr/>
            </p14:nvContentPartPr>
            <p14:xfrm>
              <a:off x="8580328" y="6290574"/>
              <a:ext cx="1041120" cy="23328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32AFCEB8-2A63-4AEC-8D9B-A106A7858AF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562334" y="6272934"/>
                <a:ext cx="1076748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00BB6449-F898-4304-B806-0AA810E1D271}"/>
                  </a:ext>
                </a:extLst>
              </p14:cNvPr>
              <p14:cNvContentPartPr/>
              <p14:nvPr/>
            </p14:nvContentPartPr>
            <p14:xfrm>
              <a:off x="7467208" y="6357174"/>
              <a:ext cx="554760" cy="262800"/>
            </p14:xfrm>
          </p:contentPart>
        </mc:Choice>
        <mc:Fallback xmlns=""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00BB6449-F898-4304-B806-0AA810E1D27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449557" y="6339199"/>
                <a:ext cx="590423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4D61DFE2-73AB-4A4F-829B-CF9F30034009}"/>
                  </a:ext>
                </a:extLst>
              </p14:cNvPr>
              <p14:cNvContentPartPr/>
              <p14:nvPr/>
            </p14:nvContentPartPr>
            <p14:xfrm>
              <a:off x="10446208" y="6119574"/>
              <a:ext cx="660600" cy="439200"/>
            </p14:xfrm>
          </p:contentPart>
        </mc:Choice>
        <mc:Fallback xmlns=""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4D61DFE2-73AB-4A4F-829B-CF9F3003400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428568" y="6101934"/>
                <a:ext cx="69624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76AE4507-09AD-409E-AC55-0A4320B04F8B}"/>
                  </a:ext>
                </a:extLst>
              </p14:cNvPr>
              <p14:cNvContentPartPr/>
              <p14:nvPr/>
            </p14:nvContentPartPr>
            <p14:xfrm>
              <a:off x="11555008" y="5140374"/>
              <a:ext cx="239760" cy="353160"/>
            </p14:xfrm>
          </p:contentPart>
        </mc:Choice>
        <mc:Fallback xmlns=""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76AE4507-09AD-409E-AC55-0A4320B04F8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537368" y="5122734"/>
                <a:ext cx="2754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6B729E84-4349-4130-83EC-304A1CB82F3C}"/>
                  </a:ext>
                </a:extLst>
              </p14:cNvPr>
              <p14:cNvContentPartPr/>
              <p14:nvPr/>
            </p14:nvContentPartPr>
            <p14:xfrm>
              <a:off x="11958928" y="5151894"/>
              <a:ext cx="335520" cy="15768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6B729E84-4349-4130-83EC-304A1CB82F3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941288" y="5133894"/>
                <a:ext cx="3711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15429B5A-EFE5-4BA0-9F2E-338358E889C4}"/>
                  </a:ext>
                </a:extLst>
              </p14:cNvPr>
              <p14:cNvContentPartPr/>
              <p14:nvPr/>
            </p14:nvContentPartPr>
            <p14:xfrm>
              <a:off x="12493168" y="4956774"/>
              <a:ext cx="23760" cy="40572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15429B5A-EFE5-4BA0-9F2E-338358E889C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2475168" y="4939134"/>
                <a:ext cx="5940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49FE24A2-190A-4760-BB2F-30FE6D50898A}"/>
                  </a:ext>
                </a:extLst>
              </p14:cNvPr>
              <p14:cNvContentPartPr/>
              <p14:nvPr/>
            </p14:nvContentPartPr>
            <p14:xfrm>
              <a:off x="11451328" y="5656974"/>
              <a:ext cx="158760" cy="9576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49FE24A2-190A-4760-BB2F-30FE6D50898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1433688" y="5638974"/>
                <a:ext cx="194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5B428A4E-0E6C-49A5-849D-FE8C3188AE01}"/>
                  </a:ext>
                </a:extLst>
              </p14:cNvPr>
              <p14:cNvContentPartPr/>
              <p14:nvPr/>
            </p14:nvContentPartPr>
            <p14:xfrm>
              <a:off x="11273128" y="5832294"/>
              <a:ext cx="1764000" cy="125604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5B428A4E-0E6C-49A5-849D-FE8C3188AE0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255488" y="5814654"/>
                <a:ext cx="1799640" cy="1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3ADEA16B-6330-48CE-AB50-55DEED6208BE}"/>
                  </a:ext>
                </a:extLst>
              </p14:cNvPr>
              <p14:cNvContentPartPr/>
              <p14:nvPr/>
            </p14:nvContentPartPr>
            <p14:xfrm>
              <a:off x="-853472" y="3403014"/>
              <a:ext cx="1161360" cy="128160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3ADEA16B-6330-48CE-AB50-55DEED6208B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-862472" y="3394014"/>
                <a:ext cx="1179000" cy="12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500F7AE6-3521-43D1-82FB-70FD6756C23E}"/>
                  </a:ext>
                </a:extLst>
              </p14:cNvPr>
              <p14:cNvContentPartPr/>
              <p14:nvPr/>
            </p14:nvContentPartPr>
            <p14:xfrm>
              <a:off x="-1099712" y="2892894"/>
              <a:ext cx="227520" cy="85320"/>
            </p14:xfrm>
          </p:contentPart>
        </mc:Choice>
        <mc:Fallback xmlns=""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500F7AE6-3521-43D1-82FB-70FD6756C23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-1108712" y="2884254"/>
                <a:ext cx="2451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D06BBEE4-6217-4B24-B5E4-5734B06B180C}"/>
                  </a:ext>
                </a:extLst>
              </p14:cNvPr>
              <p14:cNvContentPartPr/>
              <p14:nvPr/>
            </p14:nvContentPartPr>
            <p14:xfrm>
              <a:off x="-773192" y="2719734"/>
              <a:ext cx="41760" cy="264600"/>
            </p14:xfrm>
          </p:contentPart>
        </mc:Choice>
        <mc:Fallback xmlns=""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D06BBEE4-6217-4B24-B5E4-5734B06B180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-781832" y="2711094"/>
                <a:ext cx="594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1357EAED-0D9E-4F03-82CD-D47FF6D3FD43}"/>
                  </a:ext>
                </a:extLst>
              </p14:cNvPr>
              <p14:cNvContentPartPr/>
              <p14:nvPr/>
            </p14:nvContentPartPr>
            <p14:xfrm>
              <a:off x="-462152" y="2711094"/>
              <a:ext cx="137880" cy="5724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1357EAED-0D9E-4F03-82CD-D47FF6D3FD4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-470792" y="2702094"/>
                <a:ext cx="155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133D6B75-DBED-46D3-917E-A6E982DAA507}"/>
                  </a:ext>
                </a:extLst>
              </p14:cNvPr>
              <p14:cNvContentPartPr/>
              <p14:nvPr/>
            </p14:nvContentPartPr>
            <p14:xfrm>
              <a:off x="-142112" y="2589414"/>
              <a:ext cx="36000" cy="33192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133D6B75-DBED-46D3-917E-A6E982DAA50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-150752" y="2580414"/>
                <a:ext cx="536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93E6DB72-4643-4335-B95F-01349A8257CB}"/>
                  </a:ext>
                </a:extLst>
              </p14:cNvPr>
              <p14:cNvContentPartPr/>
              <p14:nvPr/>
            </p14:nvContentPartPr>
            <p14:xfrm>
              <a:off x="-583832" y="2640174"/>
              <a:ext cx="228960" cy="25128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93E6DB72-4643-4335-B95F-01349A8257C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-592472" y="2631174"/>
                <a:ext cx="2466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0DB6010A-EE44-45BA-BB9E-A3F5629125FB}"/>
                  </a:ext>
                </a:extLst>
              </p14:cNvPr>
              <p14:cNvContentPartPr/>
              <p14:nvPr/>
            </p14:nvContentPartPr>
            <p14:xfrm>
              <a:off x="-923312" y="5247654"/>
              <a:ext cx="1462680" cy="1186200"/>
            </p14:xfrm>
          </p:contentPart>
        </mc:Choice>
        <mc:Fallback xmlns=""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0DB6010A-EE44-45BA-BB9E-A3F5629125F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-931952" y="5238654"/>
                <a:ext cx="1480320" cy="12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7433945A-4090-4A23-91E3-E192F8994390}"/>
                  </a:ext>
                </a:extLst>
              </p14:cNvPr>
              <p14:cNvContentPartPr/>
              <p14:nvPr/>
            </p14:nvContentPartPr>
            <p14:xfrm>
              <a:off x="-641432" y="626334"/>
              <a:ext cx="247680" cy="41004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7433945A-4090-4A23-91E3-E192F899439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-650072" y="617334"/>
                <a:ext cx="26532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A91DC246-1FDC-4164-827B-09CD6E856D79}"/>
                  </a:ext>
                </a:extLst>
              </p14:cNvPr>
              <p14:cNvContentPartPr/>
              <p14:nvPr/>
            </p14:nvContentPartPr>
            <p14:xfrm>
              <a:off x="-237512" y="534534"/>
              <a:ext cx="235080" cy="273960"/>
            </p14:xfrm>
          </p:contentPart>
        </mc:Choice>
        <mc:Fallback xmlns=""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A91DC246-1FDC-4164-827B-09CD6E856D7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-246152" y="525894"/>
                <a:ext cx="2527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DDBA05BC-4CA8-4140-BDA2-1EF10250EA9F}"/>
                  </a:ext>
                </a:extLst>
              </p14:cNvPr>
              <p14:cNvContentPartPr/>
              <p14:nvPr/>
            </p14:nvContentPartPr>
            <p14:xfrm>
              <a:off x="-846992" y="1634694"/>
              <a:ext cx="165240" cy="10044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DDBA05BC-4CA8-4140-BDA2-1EF10250EA9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-855632" y="1625694"/>
                <a:ext cx="1828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E712C972-A5F8-407E-ADD5-41D7D8686EF6}"/>
                  </a:ext>
                </a:extLst>
              </p14:cNvPr>
              <p14:cNvContentPartPr/>
              <p14:nvPr/>
            </p14:nvContentPartPr>
            <p14:xfrm>
              <a:off x="-508592" y="1369734"/>
              <a:ext cx="263160" cy="326520"/>
            </p14:xfrm>
          </p:contentPart>
        </mc:Choice>
        <mc:Fallback xmlns=""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E712C972-A5F8-407E-ADD5-41D7D8686EF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-517232" y="1360734"/>
                <a:ext cx="2808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761CC7F1-C097-4EAC-A63B-CF3BCCF87D2C}"/>
                  </a:ext>
                </a:extLst>
              </p14:cNvPr>
              <p14:cNvContentPartPr/>
              <p14:nvPr/>
            </p14:nvContentPartPr>
            <p14:xfrm>
              <a:off x="-349472" y="1339854"/>
              <a:ext cx="41040" cy="38268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761CC7F1-C097-4EAC-A63B-CF3BCCF87D2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-358112" y="1330854"/>
                <a:ext cx="586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C0B12D8E-EDB6-4F28-B572-4B5040451559}"/>
                  </a:ext>
                </a:extLst>
              </p14:cNvPr>
              <p14:cNvContentPartPr/>
              <p14:nvPr/>
            </p14:nvContentPartPr>
            <p14:xfrm>
              <a:off x="-344432" y="35574"/>
              <a:ext cx="3047760" cy="2768400"/>
            </p14:xfrm>
          </p:contentPart>
        </mc:Choice>
        <mc:Fallback xmlns=""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C0B12D8E-EDB6-4F28-B572-4B504045155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-353073" y="26934"/>
                <a:ext cx="3065402" cy="278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893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20E38688-EFE2-41ED-A2B5-0AF7FBA363E7}"/>
                  </a:ext>
                </a:extLst>
              </p14:cNvPr>
              <p14:cNvContentPartPr/>
              <p14:nvPr/>
            </p14:nvContentPartPr>
            <p14:xfrm>
              <a:off x="4067913" y="5889513"/>
              <a:ext cx="12960" cy="65376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20E38688-EFE2-41ED-A2B5-0AF7FBA363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9913" y="5871513"/>
                <a:ext cx="4860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AA7F54A3-3445-4249-8620-67999AAD4D9C}"/>
                  </a:ext>
                </a:extLst>
              </p14:cNvPr>
              <p14:cNvContentPartPr/>
              <p14:nvPr/>
            </p14:nvContentPartPr>
            <p14:xfrm>
              <a:off x="4302273" y="5841993"/>
              <a:ext cx="561960" cy="79668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AA7F54A3-3445-4249-8620-67999AAD4D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4285" y="5823993"/>
                <a:ext cx="597577" cy="8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36CA1CD7-E483-479D-94BC-1AACFB8E5A4A}"/>
                  </a:ext>
                </a:extLst>
              </p14:cNvPr>
              <p14:cNvContentPartPr/>
              <p14:nvPr/>
            </p14:nvContentPartPr>
            <p14:xfrm>
              <a:off x="3489393" y="6118113"/>
              <a:ext cx="158040" cy="16920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36CA1CD7-E483-479D-94BC-1AACFB8E5A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1753" y="6100113"/>
                <a:ext cx="193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535FF278-2874-4650-A76F-C0B787CC764E}"/>
                  </a:ext>
                </a:extLst>
              </p14:cNvPr>
              <p14:cNvContentPartPr/>
              <p14:nvPr/>
            </p14:nvContentPartPr>
            <p14:xfrm>
              <a:off x="1012593" y="5093553"/>
              <a:ext cx="2101680" cy="156240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535FF278-2874-4650-A76F-C0B787CC76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4593" y="5075553"/>
                <a:ext cx="2137320" cy="15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0" name="墨迹 279">
                <a:extLst>
                  <a:ext uri="{FF2B5EF4-FFF2-40B4-BE49-F238E27FC236}">
                    <a16:creationId xmlns:a16="http://schemas.microsoft.com/office/drawing/2014/main" id="{6150C80A-04DF-47A7-B0A2-AE4E239F45B4}"/>
                  </a:ext>
                </a:extLst>
              </p14:cNvPr>
              <p14:cNvContentPartPr/>
              <p14:nvPr/>
            </p14:nvContentPartPr>
            <p14:xfrm>
              <a:off x="331473" y="78033"/>
              <a:ext cx="4593960" cy="4442760"/>
            </p14:xfrm>
          </p:contentPart>
        </mc:Choice>
        <mc:Fallback xmlns="">
          <p:pic>
            <p:nvPicPr>
              <p:cNvPr id="280" name="墨迹 279">
                <a:extLst>
                  <a:ext uri="{FF2B5EF4-FFF2-40B4-BE49-F238E27FC236}">
                    <a16:creationId xmlns:a16="http://schemas.microsoft.com/office/drawing/2014/main" id="{6150C80A-04DF-47A7-B0A2-AE4E239F45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3472" y="42393"/>
                <a:ext cx="4629603" cy="44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2" name="墨迹 291">
                <a:extLst>
                  <a:ext uri="{FF2B5EF4-FFF2-40B4-BE49-F238E27FC236}">
                    <a16:creationId xmlns:a16="http://schemas.microsoft.com/office/drawing/2014/main" id="{1FD29604-F2B9-4269-90EB-4CC4B47C3DC4}"/>
                  </a:ext>
                </a:extLst>
              </p14:cNvPr>
              <p14:cNvContentPartPr/>
              <p14:nvPr/>
            </p14:nvContentPartPr>
            <p14:xfrm>
              <a:off x="5336553" y="343713"/>
              <a:ext cx="7168680" cy="5105520"/>
            </p14:xfrm>
          </p:contentPart>
        </mc:Choice>
        <mc:Fallback xmlns="">
          <p:pic>
            <p:nvPicPr>
              <p:cNvPr id="292" name="墨迹 291">
                <a:extLst>
                  <a:ext uri="{FF2B5EF4-FFF2-40B4-BE49-F238E27FC236}">
                    <a16:creationId xmlns:a16="http://schemas.microsoft.com/office/drawing/2014/main" id="{1FD29604-F2B9-4269-90EB-4CC4B47C3D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7913" y="326073"/>
                <a:ext cx="7195320" cy="513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405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E7FDDAF8-6CCB-43CD-8AA7-671BD155C7CB}"/>
                  </a:ext>
                </a:extLst>
              </p14:cNvPr>
              <p14:cNvContentPartPr/>
              <p14:nvPr/>
            </p14:nvContentPartPr>
            <p14:xfrm>
              <a:off x="12328833" y="2236953"/>
              <a:ext cx="414000" cy="22572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E7FDDAF8-6CCB-43CD-8AA7-671BD155C7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319833" y="2228313"/>
                <a:ext cx="4316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472D2EEB-1B0D-4948-8B1C-2DA61EDA00E3}"/>
                  </a:ext>
                </a:extLst>
              </p14:cNvPr>
              <p14:cNvContentPartPr/>
              <p14:nvPr/>
            </p14:nvContentPartPr>
            <p14:xfrm>
              <a:off x="12611433" y="2642673"/>
              <a:ext cx="360" cy="36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472D2EEB-1B0D-4948-8B1C-2DA61EDA00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602433" y="2633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D75F0CD2-C4FD-4E85-B31A-89894EB296E7}"/>
                  </a:ext>
                </a:extLst>
              </p14:cNvPr>
              <p14:cNvContentPartPr/>
              <p14:nvPr/>
            </p14:nvContentPartPr>
            <p14:xfrm>
              <a:off x="7272633" y="2907633"/>
              <a:ext cx="446760" cy="28008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D75F0CD2-C4FD-4E85-B31A-89894EB296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63993" y="2898633"/>
                <a:ext cx="4644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D49CEE99-4BBD-4DC2-9925-780AFB0835A5}"/>
                  </a:ext>
                </a:extLst>
              </p14:cNvPr>
              <p14:cNvContentPartPr/>
              <p14:nvPr/>
            </p14:nvContentPartPr>
            <p14:xfrm>
              <a:off x="7893273" y="2872713"/>
              <a:ext cx="219600" cy="32220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D49CEE99-4BBD-4DC2-9925-780AFB0835A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884633" y="2864063"/>
                <a:ext cx="237240" cy="339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141E9E09-FE84-4319-9EB4-806C10FB56A8}"/>
                  </a:ext>
                </a:extLst>
              </p14:cNvPr>
              <p14:cNvContentPartPr/>
              <p14:nvPr/>
            </p14:nvContentPartPr>
            <p14:xfrm>
              <a:off x="7572873" y="1430193"/>
              <a:ext cx="4400280" cy="107244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141E9E09-FE84-4319-9EB4-806C10FB56A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64233" y="1421550"/>
                <a:ext cx="4417920" cy="1090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AEF38DA2-2A1B-47EF-8A4A-8BB2507C6D6F}"/>
                  </a:ext>
                </a:extLst>
              </p14:cNvPr>
              <p14:cNvContentPartPr/>
              <p14:nvPr/>
            </p14:nvContentPartPr>
            <p14:xfrm>
              <a:off x="6647673" y="3536193"/>
              <a:ext cx="281520" cy="36036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AEF38DA2-2A1B-47EF-8A4A-8BB2507C6D6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39033" y="3527193"/>
                <a:ext cx="2991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79BB0C69-29E3-4C6B-8667-CA0ABC1B4283}"/>
                  </a:ext>
                </a:extLst>
              </p14:cNvPr>
              <p14:cNvContentPartPr/>
              <p14:nvPr/>
            </p14:nvContentPartPr>
            <p14:xfrm>
              <a:off x="7114593" y="3567873"/>
              <a:ext cx="277200" cy="29700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79BB0C69-29E3-4C6B-8667-CA0ABC1B428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05593" y="3558873"/>
                <a:ext cx="2948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0A860BB3-4153-4E90-A8A6-9C0CAFEA4C33}"/>
                  </a:ext>
                </a:extLst>
              </p14:cNvPr>
              <p14:cNvContentPartPr/>
              <p14:nvPr/>
            </p14:nvContentPartPr>
            <p14:xfrm>
              <a:off x="7742433" y="3540153"/>
              <a:ext cx="94320" cy="30996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0A860BB3-4153-4E90-A8A6-9C0CAFEA4C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33793" y="3531513"/>
                <a:ext cx="11196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D28588B9-F718-431C-8FD7-10D6DCB25AA2}"/>
                  </a:ext>
                </a:extLst>
              </p14:cNvPr>
              <p14:cNvContentPartPr/>
              <p14:nvPr/>
            </p14:nvContentPartPr>
            <p14:xfrm>
              <a:off x="8103873" y="3511713"/>
              <a:ext cx="148680" cy="30636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D28588B9-F718-431C-8FD7-10D6DCB25AA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95233" y="3502713"/>
                <a:ext cx="1663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8868DBEE-2C37-40C4-98C8-62DD2ACD9B8E}"/>
                  </a:ext>
                </a:extLst>
              </p14:cNvPr>
              <p14:cNvContentPartPr/>
              <p14:nvPr/>
            </p14:nvContentPartPr>
            <p14:xfrm>
              <a:off x="8046273" y="3976833"/>
              <a:ext cx="192240" cy="90360"/>
            </p14:xfrm>
          </p:contentPart>
        </mc:Choice>
        <mc:Fallback xmlns=""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8868DBEE-2C37-40C4-98C8-62DD2ACD9B8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037633" y="3968227"/>
                <a:ext cx="209880" cy="107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42" name="墨迹 241">
                <a:extLst>
                  <a:ext uri="{FF2B5EF4-FFF2-40B4-BE49-F238E27FC236}">
                    <a16:creationId xmlns:a16="http://schemas.microsoft.com/office/drawing/2014/main" id="{BF475B53-5C7E-4555-B335-B78C617C1BEF}"/>
                  </a:ext>
                </a:extLst>
              </p14:cNvPr>
              <p14:cNvContentPartPr/>
              <p14:nvPr/>
            </p14:nvContentPartPr>
            <p14:xfrm>
              <a:off x="2681193" y="6080673"/>
              <a:ext cx="236160" cy="389160"/>
            </p14:xfrm>
          </p:contentPart>
        </mc:Choice>
        <mc:Fallback xmlns="">
          <p:pic>
            <p:nvPicPr>
              <p:cNvPr id="242" name="墨迹 241">
                <a:extLst>
                  <a:ext uri="{FF2B5EF4-FFF2-40B4-BE49-F238E27FC236}">
                    <a16:creationId xmlns:a16="http://schemas.microsoft.com/office/drawing/2014/main" id="{BF475B53-5C7E-4555-B335-B78C617C1BE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672553" y="6072033"/>
                <a:ext cx="2538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43" name="墨迹 242">
                <a:extLst>
                  <a:ext uri="{FF2B5EF4-FFF2-40B4-BE49-F238E27FC236}">
                    <a16:creationId xmlns:a16="http://schemas.microsoft.com/office/drawing/2014/main" id="{8FD9EB25-B35C-43FD-8552-B352B2887F34}"/>
                  </a:ext>
                </a:extLst>
              </p14:cNvPr>
              <p14:cNvContentPartPr/>
              <p14:nvPr/>
            </p14:nvContentPartPr>
            <p14:xfrm>
              <a:off x="3161793" y="6354633"/>
              <a:ext cx="55440" cy="64440"/>
            </p14:xfrm>
          </p:contentPart>
        </mc:Choice>
        <mc:Fallback xmlns="">
          <p:pic>
            <p:nvPicPr>
              <p:cNvPr id="243" name="墨迹 242">
                <a:extLst>
                  <a:ext uri="{FF2B5EF4-FFF2-40B4-BE49-F238E27FC236}">
                    <a16:creationId xmlns:a16="http://schemas.microsoft.com/office/drawing/2014/main" id="{8FD9EB25-B35C-43FD-8552-B352B2887F3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153153" y="6345633"/>
                <a:ext cx="730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44" name="墨迹 243">
                <a:extLst>
                  <a:ext uri="{FF2B5EF4-FFF2-40B4-BE49-F238E27FC236}">
                    <a16:creationId xmlns:a16="http://schemas.microsoft.com/office/drawing/2014/main" id="{37B006DB-24FA-4036-981F-0E48C3BF1E04}"/>
                  </a:ext>
                </a:extLst>
              </p14:cNvPr>
              <p14:cNvContentPartPr/>
              <p14:nvPr/>
            </p14:nvContentPartPr>
            <p14:xfrm>
              <a:off x="3904473" y="6095073"/>
              <a:ext cx="183600" cy="304560"/>
            </p14:xfrm>
          </p:contentPart>
        </mc:Choice>
        <mc:Fallback xmlns="">
          <p:pic>
            <p:nvPicPr>
              <p:cNvPr id="244" name="墨迹 243">
                <a:extLst>
                  <a:ext uri="{FF2B5EF4-FFF2-40B4-BE49-F238E27FC236}">
                    <a16:creationId xmlns:a16="http://schemas.microsoft.com/office/drawing/2014/main" id="{37B006DB-24FA-4036-981F-0E48C3BF1E0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895473" y="6086073"/>
                <a:ext cx="2012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45" name="墨迹 244">
                <a:extLst>
                  <a:ext uri="{FF2B5EF4-FFF2-40B4-BE49-F238E27FC236}">
                    <a16:creationId xmlns:a16="http://schemas.microsoft.com/office/drawing/2014/main" id="{2D3C20A1-D92B-4899-848B-B4278EEED152}"/>
                  </a:ext>
                </a:extLst>
              </p14:cNvPr>
              <p14:cNvContentPartPr/>
              <p14:nvPr/>
            </p14:nvContentPartPr>
            <p14:xfrm>
              <a:off x="4401633" y="5969073"/>
              <a:ext cx="34200" cy="371160"/>
            </p14:xfrm>
          </p:contentPart>
        </mc:Choice>
        <mc:Fallback xmlns="">
          <p:pic>
            <p:nvPicPr>
              <p:cNvPr id="245" name="墨迹 244">
                <a:extLst>
                  <a:ext uri="{FF2B5EF4-FFF2-40B4-BE49-F238E27FC236}">
                    <a16:creationId xmlns:a16="http://schemas.microsoft.com/office/drawing/2014/main" id="{2D3C20A1-D92B-4899-848B-B4278EEED15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392633" y="5960073"/>
                <a:ext cx="518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E171843D-4868-42C7-A3B2-56202AFA3628}"/>
                  </a:ext>
                </a:extLst>
              </p14:cNvPr>
              <p14:cNvContentPartPr/>
              <p14:nvPr/>
            </p14:nvContentPartPr>
            <p14:xfrm>
              <a:off x="4686753" y="6036393"/>
              <a:ext cx="253440" cy="240840"/>
            </p14:xfrm>
          </p:contentPart>
        </mc:Choice>
        <mc:Fallback xmlns=""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E171843D-4868-42C7-A3B2-56202AFA362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678113" y="6027393"/>
                <a:ext cx="2710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47" name="墨迹 246">
                <a:extLst>
                  <a:ext uri="{FF2B5EF4-FFF2-40B4-BE49-F238E27FC236}">
                    <a16:creationId xmlns:a16="http://schemas.microsoft.com/office/drawing/2014/main" id="{8CD59AD6-F547-4DD9-952C-7D02BD42677C}"/>
                  </a:ext>
                </a:extLst>
              </p14:cNvPr>
              <p14:cNvContentPartPr/>
              <p14:nvPr/>
            </p14:nvContentPartPr>
            <p14:xfrm>
              <a:off x="5178153" y="5995353"/>
              <a:ext cx="63360" cy="284400"/>
            </p14:xfrm>
          </p:contentPart>
        </mc:Choice>
        <mc:Fallback xmlns="">
          <p:pic>
            <p:nvPicPr>
              <p:cNvPr id="247" name="墨迹 246">
                <a:extLst>
                  <a:ext uri="{FF2B5EF4-FFF2-40B4-BE49-F238E27FC236}">
                    <a16:creationId xmlns:a16="http://schemas.microsoft.com/office/drawing/2014/main" id="{8CD59AD6-F547-4DD9-952C-7D02BD42677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169513" y="5986353"/>
                <a:ext cx="810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49" name="墨迹 248">
                <a:extLst>
                  <a:ext uri="{FF2B5EF4-FFF2-40B4-BE49-F238E27FC236}">
                    <a16:creationId xmlns:a16="http://schemas.microsoft.com/office/drawing/2014/main" id="{935CBD45-90AC-4E82-81DE-942E75B0A963}"/>
                  </a:ext>
                </a:extLst>
              </p14:cNvPr>
              <p14:cNvContentPartPr/>
              <p14:nvPr/>
            </p14:nvContentPartPr>
            <p14:xfrm>
              <a:off x="7288113" y="5942793"/>
              <a:ext cx="309600" cy="246600"/>
            </p14:xfrm>
          </p:contentPart>
        </mc:Choice>
        <mc:Fallback xmlns="">
          <p:pic>
            <p:nvPicPr>
              <p:cNvPr id="249" name="墨迹 248">
                <a:extLst>
                  <a:ext uri="{FF2B5EF4-FFF2-40B4-BE49-F238E27FC236}">
                    <a16:creationId xmlns:a16="http://schemas.microsoft.com/office/drawing/2014/main" id="{935CBD45-90AC-4E82-81DE-942E75B0A96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279113" y="5933793"/>
                <a:ext cx="327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50" name="墨迹 249">
                <a:extLst>
                  <a:ext uri="{FF2B5EF4-FFF2-40B4-BE49-F238E27FC236}">
                    <a16:creationId xmlns:a16="http://schemas.microsoft.com/office/drawing/2014/main" id="{7CC6B3C9-6708-4A8A-9B3B-C34CDB56DFBC}"/>
                  </a:ext>
                </a:extLst>
              </p14:cNvPr>
              <p14:cNvContentPartPr/>
              <p14:nvPr/>
            </p14:nvContentPartPr>
            <p14:xfrm>
              <a:off x="7774113" y="5961513"/>
              <a:ext cx="256680" cy="238680"/>
            </p14:xfrm>
          </p:contentPart>
        </mc:Choice>
        <mc:Fallback xmlns="">
          <p:pic>
            <p:nvPicPr>
              <p:cNvPr id="250" name="墨迹 249">
                <a:extLst>
                  <a:ext uri="{FF2B5EF4-FFF2-40B4-BE49-F238E27FC236}">
                    <a16:creationId xmlns:a16="http://schemas.microsoft.com/office/drawing/2014/main" id="{7CC6B3C9-6708-4A8A-9B3B-C34CDB56DFB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65473" y="5952873"/>
                <a:ext cx="274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51" name="墨迹 250">
                <a:extLst>
                  <a:ext uri="{FF2B5EF4-FFF2-40B4-BE49-F238E27FC236}">
                    <a16:creationId xmlns:a16="http://schemas.microsoft.com/office/drawing/2014/main" id="{237FFDE5-D6B6-4ED6-AE5C-D743F0E4C218}"/>
                  </a:ext>
                </a:extLst>
              </p14:cNvPr>
              <p14:cNvContentPartPr/>
              <p14:nvPr/>
            </p14:nvContentPartPr>
            <p14:xfrm>
              <a:off x="8302233" y="5969793"/>
              <a:ext cx="59400" cy="278640"/>
            </p14:xfrm>
          </p:contentPart>
        </mc:Choice>
        <mc:Fallback xmlns="">
          <p:pic>
            <p:nvPicPr>
              <p:cNvPr id="251" name="墨迹 250">
                <a:extLst>
                  <a:ext uri="{FF2B5EF4-FFF2-40B4-BE49-F238E27FC236}">
                    <a16:creationId xmlns:a16="http://schemas.microsoft.com/office/drawing/2014/main" id="{237FFDE5-D6B6-4ED6-AE5C-D743F0E4C21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293233" y="5960793"/>
                <a:ext cx="770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54" name="墨迹 253">
                <a:extLst>
                  <a:ext uri="{FF2B5EF4-FFF2-40B4-BE49-F238E27FC236}">
                    <a16:creationId xmlns:a16="http://schemas.microsoft.com/office/drawing/2014/main" id="{D1D7DA56-88DF-4365-8F90-1552AD72E5BB}"/>
                  </a:ext>
                </a:extLst>
              </p14:cNvPr>
              <p14:cNvContentPartPr/>
              <p14:nvPr/>
            </p14:nvContentPartPr>
            <p14:xfrm>
              <a:off x="6757833" y="5902833"/>
              <a:ext cx="299520" cy="422280"/>
            </p14:xfrm>
          </p:contentPart>
        </mc:Choice>
        <mc:Fallback xmlns="">
          <p:pic>
            <p:nvPicPr>
              <p:cNvPr id="254" name="墨迹 253">
                <a:extLst>
                  <a:ext uri="{FF2B5EF4-FFF2-40B4-BE49-F238E27FC236}">
                    <a16:creationId xmlns:a16="http://schemas.microsoft.com/office/drawing/2014/main" id="{D1D7DA56-88DF-4365-8F90-1552AD72E5B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48833" y="5894193"/>
                <a:ext cx="3171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57" name="墨迹 256">
                <a:extLst>
                  <a:ext uri="{FF2B5EF4-FFF2-40B4-BE49-F238E27FC236}">
                    <a16:creationId xmlns:a16="http://schemas.microsoft.com/office/drawing/2014/main" id="{02B65C49-EB17-49B1-9C24-C6FBD214B78F}"/>
                  </a:ext>
                </a:extLst>
              </p14:cNvPr>
              <p14:cNvContentPartPr/>
              <p14:nvPr/>
            </p14:nvContentPartPr>
            <p14:xfrm>
              <a:off x="8164713" y="6383073"/>
              <a:ext cx="267840" cy="122400"/>
            </p14:xfrm>
          </p:contentPart>
        </mc:Choice>
        <mc:Fallback xmlns="">
          <p:pic>
            <p:nvPicPr>
              <p:cNvPr id="257" name="墨迹 256">
                <a:extLst>
                  <a:ext uri="{FF2B5EF4-FFF2-40B4-BE49-F238E27FC236}">
                    <a16:creationId xmlns:a16="http://schemas.microsoft.com/office/drawing/2014/main" id="{02B65C49-EB17-49B1-9C24-C6FBD214B78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156073" y="6374073"/>
                <a:ext cx="285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60" name="墨迹 259">
                <a:extLst>
                  <a:ext uri="{FF2B5EF4-FFF2-40B4-BE49-F238E27FC236}">
                    <a16:creationId xmlns:a16="http://schemas.microsoft.com/office/drawing/2014/main" id="{9DF7699F-0396-49EE-A9A3-5E2087736A9F}"/>
                  </a:ext>
                </a:extLst>
              </p14:cNvPr>
              <p14:cNvContentPartPr/>
              <p14:nvPr/>
            </p14:nvContentPartPr>
            <p14:xfrm>
              <a:off x="2746713" y="6673103"/>
              <a:ext cx="183600" cy="238680"/>
            </p14:xfrm>
          </p:contentPart>
        </mc:Choice>
        <mc:Fallback xmlns="">
          <p:pic>
            <p:nvPicPr>
              <p:cNvPr id="260" name="墨迹 259">
                <a:extLst>
                  <a:ext uri="{FF2B5EF4-FFF2-40B4-BE49-F238E27FC236}">
                    <a16:creationId xmlns:a16="http://schemas.microsoft.com/office/drawing/2014/main" id="{9DF7699F-0396-49EE-A9A3-5E2087736A9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738073" y="6664463"/>
                <a:ext cx="2012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62" name="墨迹 261">
                <a:extLst>
                  <a:ext uri="{FF2B5EF4-FFF2-40B4-BE49-F238E27FC236}">
                    <a16:creationId xmlns:a16="http://schemas.microsoft.com/office/drawing/2014/main" id="{A0EB52DB-9C1D-46A5-9C86-438FA96A5C55}"/>
                  </a:ext>
                </a:extLst>
              </p14:cNvPr>
              <p14:cNvContentPartPr/>
              <p14:nvPr/>
            </p14:nvContentPartPr>
            <p14:xfrm>
              <a:off x="3260433" y="6788303"/>
              <a:ext cx="98280" cy="79200"/>
            </p14:xfrm>
          </p:contentPart>
        </mc:Choice>
        <mc:Fallback xmlns="">
          <p:pic>
            <p:nvPicPr>
              <p:cNvPr id="262" name="墨迹 261">
                <a:extLst>
                  <a:ext uri="{FF2B5EF4-FFF2-40B4-BE49-F238E27FC236}">
                    <a16:creationId xmlns:a16="http://schemas.microsoft.com/office/drawing/2014/main" id="{A0EB52DB-9C1D-46A5-9C86-438FA96A5C5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251793" y="6779663"/>
                <a:ext cx="1159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63" name="墨迹 262">
                <a:extLst>
                  <a:ext uri="{FF2B5EF4-FFF2-40B4-BE49-F238E27FC236}">
                    <a16:creationId xmlns:a16="http://schemas.microsoft.com/office/drawing/2014/main" id="{3A2BFD98-E348-4A4D-995F-28D82B42FC6D}"/>
                  </a:ext>
                </a:extLst>
              </p14:cNvPr>
              <p14:cNvContentPartPr/>
              <p14:nvPr/>
            </p14:nvContentPartPr>
            <p14:xfrm>
              <a:off x="4156833" y="6592463"/>
              <a:ext cx="41400" cy="193680"/>
            </p14:xfrm>
          </p:contentPart>
        </mc:Choice>
        <mc:Fallback xmlns="">
          <p:pic>
            <p:nvPicPr>
              <p:cNvPr id="263" name="墨迹 262">
                <a:extLst>
                  <a:ext uri="{FF2B5EF4-FFF2-40B4-BE49-F238E27FC236}">
                    <a16:creationId xmlns:a16="http://schemas.microsoft.com/office/drawing/2014/main" id="{3A2BFD98-E348-4A4D-995F-28D82B42FC6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148193" y="6583823"/>
                <a:ext cx="590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64" name="墨迹 263">
                <a:extLst>
                  <a:ext uri="{FF2B5EF4-FFF2-40B4-BE49-F238E27FC236}">
                    <a16:creationId xmlns:a16="http://schemas.microsoft.com/office/drawing/2014/main" id="{D7BC9B68-72F4-4485-B5D9-9409FD5C7AD5}"/>
                  </a:ext>
                </a:extLst>
              </p14:cNvPr>
              <p14:cNvContentPartPr/>
              <p14:nvPr/>
            </p14:nvContentPartPr>
            <p14:xfrm>
              <a:off x="4447353" y="6620183"/>
              <a:ext cx="224640" cy="209160"/>
            </p14:xfrm>
          </p:contentPart>
        </mc:Choice>
        <mc:Fallback xmlns="">
          <p:pic>
            <p:nvPicPr>
              <p:cNvPr id="264" name="墨迹 263">
                <a:extLst>
                  <a:ext uri="{FF2B5EF4-FFF2-40B4-BE49-F238E27FC236}">
                    <a16:creationId xmlns:a16="http://schemas.microsoft.com/office/drawing/2014/main" id="{D7BC9B68-72F4-4485-B5D9-9409FD5C7AD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438353" y="6611543"/>
                <a:ext cx="2422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65" name="墨迹 264">
                <a:extLst>
                  <a:ext uri="{FF2B5EF4-FFF2-40B4-BE49-F238E27FC236}">
                    <a16:creationId xmlns:a16="http://schemas.microsoft.com/office/drawing/2014/main" id="{EEC05271-9FA7-4DBB-A862-B268761BD6E7}"/>
                  </a:ext>
                </a:extLst>
              </p14:cNvPr>
              <p14:cNvContentPartPr/>
              <p14:nvPr/>
            </p14:nvContentPartPr>
            <p14:xfrm>
              <a:off x="4888353" y="6690383"/>
              <a:ext cx="38160" cy="169920"/>
            </p14:xfrm>
          </p:contentPart>
        </mc:Choice>
        <mc:Fallback xmlns="">
          <p:pic>
            <p:nvPicPr>
              <p:cNvPr id="265" name="墨迹 264">
                <a:extLst>
                  <a:ext uri="{FF2B5EF4-FFF2-40B4-BE49-F238E27FC236}">
                    <a16:creationId xmlns:a16="http://schemas.microsoft.com/office/drawing/2014/main" id="{EEC05271-9FA7-4DBB-A862-B268761BD6E7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879713" y="6681743"/>
                <a:ext cx="55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66" name="墨迹 265">
                <a:extLst>
                  <a:ext uri="{FF2B5EF4-FFF2-40B4-BE49-F238E27FC236}">
                    <a16:creationId xmlns:a16="http://schemas.microsoft.com/office/drawing/2014/main" id="{A834D841-8A9E-4A0A-8A19-980825AF04BE}"/>
                  </a:ext>
                </a:extLst>
              </p14:cNvPr>
              <p14:cNvContentPartPr/>
              <p14:nvPr/>
            </p14:nvContentPartPr>
            <p14:xfrm>
              <a:off x="5218473" y="6613703"/>
              <a:ext cx="61200" cy="246960"/>
            </p14:xfrm>
          </p:contentPart>
        </mc:Choice>
        <mc:Fallback xmlns="">
          <p:pic>
            <p:nvPicPr>
              <p:cNvPr id="266" name="墨迹 265">
                <a:extLst>
                  <a:ext uri="{FF2B5EF4-FFF2-40B4-BE49-F238E27FC236}">
                    <a16:creationId xmlns:a16="http://schemas.microsoft.com/office/drawing/2014/main" id="{A834D841-8A9E-4A0A-8A19-980825AF04B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209473" y="6605063"/>
                <a:ext cx="788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76" name="墨迹 275">
                <a:extLst>
                  <a:ext uri="{FF2B5EF4-FFF2-40B4-BE49-F238E27FC236}">
                    <a16:creationId xmlns:a16="http://schemas.microsoft.com/office/drawing/2014/main" id="{84FC06E3-8D76-40DB-A0D7-56C2FD225E4D}"/>
                  </a:ext>
                </a:extLst>
              </p14:cNvPr>
              <p14:cNvContentPartPr/>
              <p14:nvPr/>
            </p14:nvContentPartPr>
            <p14:xfrm>
              <a:off x="2279793" y="6086663"/>
              <a:ext cx="234000" cy="315360"/>
            </p14:xfrm>
          </p:contentPart>
        </mc:Choice>
        <mc:Fallback xmlns="">
          <p:pic>
            <p:nvPicPr>
              <p:cNvPr id="276" name="墨迹 275">
                <a:extLst>
                  <a:ext uri="{FF2B5EF4-FFF2-40B4-BE49-F238E27FC236}">
                    <a16:creationId xmlns:a16="http://schemas.microsoft.com/office/drawing/2014/main" id="{84FC06E3-8D76-40DB-A0D7-56C2FD225E4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261793" y="6069023"/>
                <a:ext cx="2696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78" name="墨迹 277">
                <a:extLst>
                  <a:ext uri="{FF2B5EF4-FFF2-40B4-BE49-F238E27FC236}">
                    <a16:creationId xmlns:a16="http://schemas.microsoft.com/office/drawing/2014/main" id="{9E6D004F-ED7C-4CC1-A5AA-3857D8224F33}"/>
                  </a:ext>
                </a:extLst>
              </p14:cNvPr>
              <p14:cNvContentPartPr/>
              <p14:nvPr/>
            </p14:nvContentPartPr>
            <p14:xfrm>
              <a:off x="1952913" y="6533553"/>
              <a:ext cx="612360" cy="459950"/>
            </p14:xfrm>
          </p:contentPart>
        </mc:Choice>
        <mc:Fallback xmlns="">
          <p:pic>
            <p:nvPicPr>
              <p:cNvPr id="278" name="墨迹 277">
                <a:extLst>
                  <a:ext uri="{FF2B5EF4-FFF2-40B4-BE49-F238E27FC236}">
                    <a16:creationId xmlns:a16="http://schemas.microsoft.com/office/drawing/2014/main" id="{9E6D004F-ED7C-4CC1-A5AA-3857D8224F3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944273" y="6524556"/>
                <a:ext cx="639000" cy="486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23" name="墨迹 322">
                <a:extLst>
                  <a:ext uri="{FF2B5EF4-FFF2-40B4-BE49-F238E27FC236}">
                    <a16:creationId xmlns:a16="http://schemas.microsoft.com/office/drawing/2014/main" id="{935D2E1C-A9C3-44E2-8CB4-17155BE320FD}"/>
                  </a:ext>
                </a:extLst>
              </p14:cNvPr>
              <p14:cNvContentPartPr/>
              <p14:nvPr/>
            </p14:nvContentPartPr>
            <p14:xfrm>
              <a:off x="-864087" y="2735553"/>
              <a:ext cx="6300720" cy="2997230"/>
            </p14:xfrm>
          </p:contentPart>
        </mc:Choice>
        <mc:Fallback xmlns="">
          <p:pic>
            <p:nvPicPr>
              <p:cNvPr id="323" name="墨迹 322">
                <a:extLst>
                  <a:ext uri="{FF2B5EF4-FFF2-40B4-BE49-F238E27FC236}">
                    <a16:creationId xmlns:a16="http://schemas.microsoft.com/office/drawing/2014/main" id="{935D2E1C-A9C3-44E2-8CB4-17155BE320F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-881727" y="2717914"/>
                <a:ext cx="6327360" cy="3032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35" name="墨迹 334">
                <a:extLst>
                  <a:ext uri="{FF2B5EF4-FFF2-40B4-BE49-F238E27FC236}">
                    <a16:creationId xmlns:a16="http://schemas.microsoft.com/office/drawing/2014/main" id="{D60BD34B-B134-4574-A9F6-817CC09DA5B3}"/>
                  </a:ext>
                </a:extLst>
              </p14:cNvPr>
              <p14:cNvContentPartPr/>
              <p14:nvPr/>
            </p14:nvContentPartPr>
            <p14:xfrm>
              <a:off x="-464847" y="-9577"/>
              <a:ext cx="7864560" cy="2624170"/>
            </p14:xfrm>
          </p:contentPart>
        </mc:Choice>
        <mc:Fallback xmlns="">
          <p:pic>
            <p:nvPicPr>
              <p:cNvPr id="335" name="墨迹 334">
                <a:extLst>
                  <a:ext uri="{FF2B5EF4-FFF2-40B4-BE49-F238E27FC236}">
                    <a16:creationId xmlns:a16="http://schemas.microsoft.com/office/drawing/2014/main" id="{D60BD34B-B134-4574-A9F6-817CC09DA5B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-482487" y="-18577"/>
                <a:ext cx="7891200" cy="26508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916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EC3AE12D-A515-4BA9-B9C5-C1E2190F3F04}"/>
                  </a:ext>
                </a:extLst>
              </p14:cNvPr>
              <p14:cNvContentPartPr/>
              <p14:nvPr/>
            </p14:nvContentPartPr>
            <p14:xfrm>
              <a:off x="1708473" y="1520553"/>
              <a:ext cx="2808720" cy="4759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EC3AE12D-A515-4BA9-B9C5-C1E2190F3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0473" y="1502553"/>
                <a:ext cx="284436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44C4A181-0280-4713-88DC-7D555BFD331F}"/>
                  </a:ext>
                </a:extLst>
              </p14:cNvPr>
              <p14:cNvContentPartPr/>
              <p14:nvPr/>
            </p14:nvContentPartPr>
            <p14:xfrm>
              <a:off x="2994753" y="2774793"/>
              <a:ext cx="103680" cy="40428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44C4A181-0280-4713-88DC-7D555BFD33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5753" y="2765793"/>
                <a:ext cx="1213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976AAC14-858C-4252-AD1F-B33D2408122B}"/>
                  </a:ext>
                </a:extLst>
              </p14:cNvPr>
              <p14:cNvContentPartPr/>
              <p14:nvPr/>
            </p14:nvContentPartPr>
            <p14:xfrm>
              <a:off x="3549873" y="2801793"/>
              <a:ext cx="222480" cy="21312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976AAC14-858C-4252-AD1F-B33D240812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41233" y="2792793"/>
                <a:ext cx="2401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1966D29A-94D7-41C5-8D88-D116A785E6F4}"/>
                  </a:ext>
                </a:extLst>
              </p14:cNvPr>
              <p14:cNvContentPartPr/>
              <p14:nvPr/>
            </p14:nvContentPartPr>
            <p14:xfrm>
              <a:off x="4128753" y="2724753"/>
              <a:ext cx="583920" cy="28296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1966D29A-94D7-41C5-8D88-D116A785E6F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20113" y="2715753"/>
                <a:ext cx="6015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140B23AA-DB1A-4615-8D54-74341421B7D4}"/>
                  </a:ext>
                </a:extLst>
              </p14:cNvPr>
              <p14:cNvContentPartPr/>
              <p14:nvPr/>
            </p14:nvContentPartPr>
            <p14:xfrm>
              <a:off x="607593" y="268473"/>
              <a:ext cx="4255200" cy="111240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140B23AA-DB1A-4615-8D54-74341421B7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953" y="259833"/>
                <a:ext cx="428184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AF872BC0-43ED-493C-961A-DE4061AC0ECA}"/>
                  </a:ext>
                </a:extLst>
              </p14:cNvPr>
              <p14:cNvContentPartPr/>
              <p14:nvPr/>
            </p14:nvContentPartPr>
            <p14:xfrm>
              <a:off x="448113" y="2569233"/>
              <a:ext cx="514080" cy="61128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AF872BC0-43ED-493C-961A-DE4061AC0EC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0473" y="2551593"/>
                <a:ext cx="54972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C9234747-CFFF-4684-A640-6CCD8041F0EA}"/>
                  </a:ext>
                </a:extLst>
              </p14:cNvPr>
              <p14:cNvContentPartPr/>
              <p14:nvPr/>
            </p14:nvContentPartPr>
            <p14:xfrm>
              <a:off x="5747673" y="2667513"/>
              <a:ext cx="259200" cy="38808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C9234747-CFFF-4684-A640-6CCD8041F0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39033" y="2658873"/>
                <a:ext cx="2768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4B233F0B-9611-4D66-A70C-201DCD5AF296}"/>
                  </a:ext>
                </a:extLst>
              </p14:cNvPr>
              <p14:cNvContentPartPr/>
              <p14:nvPr/>
            </p14:nvContentPartPr>
            <p14:xfrm>
              <a:off x="6360753" y="2610993"/>
              <a:ext cx="38880" cy="35568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4B233F0B-9611-4D66-A70C-201DCD5AF2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52113" y="2601993"/>
                <a:ext cx="565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666B9568-6F22-4761-B406-B242EE82374F}"/>
                  </a:ext>
                </a:extLst>
              </p14:cNvPr>
              <p14:cNvContentPartPr/>
              <p14:nvPr/>
            </p14:nvContentPartPr>
            <p14:xfrm>
              <a:off x="6983553" y="2627553"/>
              <a:ext cx="30960" cy="68400"/>
            </p14:xfrm>
          </p:contentPart>
        </mc:Choice>
        <mc:Fallback xmlns=""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666B9568-6F22-4761-B406-B242EE8237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74553" y="2618913"/>
                <a:ext cx="486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379F51CD-6989-48EB-A57E-24609AE5C93F}"/>
                  </a:ext>
                </a:extLst>
              </p14:cNvPr>
              <p14:cNvContentPartPr/>
              <p14:nvPr/>
            </p14:nvContentPartPr>
            <p14:xfrm>
              <a:off x="6860433" y="2901153"/>
              <a:ext cx="205560" cy="207000"/>
            </p14:xfrm>
          </p:contentPart>
        </mc:Choice>
        <mc:Fallback xmlns=""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379F51CD-6989-48EB-A57E-24609AE5C9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51433" y="2892153"/>
                <a:ext cx="223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470C65E9-610B-4C43-9F72-36670A27BFD4}"/>
                  </a:ext>
                </a:extLst>
              </p14:cNvPr>
              <p14:cNvContentPartPr/>
              <p14:nvPr/>
            </p14:nvContentPartPr>
            <p14:xfrm>
              <a:off x="7791753" y="2620353"/>
              <a:ext cx="288360" cy="281160"/>
            </p14:xfrm>
          </p:contentPart>
        </mc:Choice>
        <mc:Fallback xmlns=""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470C65E9-610B-4C43-9F72-36670A27BF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82753" y="2611713"/>
                <a:ext cx="3060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F406C4F5-67B9-4D19-AC00-B04276E6D6A9}"/>
                  </a:ext>
                </a:extLst>
              </p14:cNvPr>
              <p14:cNvContentPartPr/>
              <p14:nvPr/>
            </p14:nvContentPartPr>
            <p14:xfrm>
              <a:off x="8267313" y="2611713"/>
              <a:ext cx="239400" cy="37620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F406C4F5-67B9-4D19-AC00-B04276E6D6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8313" y="2603073"/>
                <a:ext cx="25704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ED5A232C-445A-4036-BBAE-23F856B6F6A8}"/>
                  </a:ext>
                </a:extLst>
              </p14:cNvPr>
              <p14:cNvContentPartPr/>
              <p14:nvPr/>
            </p14:nvContentPartPr>
            <p14:xfrm>
              <a:off x="1606593" y="3829233"/>
              <a:ext cx="238680" cy="28800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ED5A232C-445A-4036-BBAE-23F856B6F6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97953" y="3820593"/>
                <a:ext cx="2563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34F7A273-6AD6-4231-AA9B-E7E27C6B355C}"/>
                  </a:ext>
                </a:extLst>
              </p14:cNvPr>
              <p14:cNvContentPartPr/>
              <p14:nvPr/>
            </p14:nvContentPartPr>
            <p14:xfrm>
              <a:off x="2274753" y="3792153"/>
              <a:ext cx="226080" cy="24408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34F7A273-6AD6-4231-AA9B-E7E27C6B35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66113" y="3783153"/>
                <a:ext cx="2437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7065B5E7-D79F-4A3F-9478-4B14A969B33E}"/>
                  </a:ext>
                </a:extLst>
              </p14:cNvPr>
              <p14:cNvContentPartPr/>
              <p14:nvPr/>
            </p14:nvContentPartPr>
            <p14:xfrm>
              <a:off x="2855073" y="3998073"/>
              <a:ext cx="32040" cy="2520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7065B5E7-D79F-4A3F-9478-4B14A969B3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46073" y="3989433"/>
                <a:ext cx="49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4F1E391C-1DFE-4092-BAFA-2CE42EBD1AF0}"/>
                  </a:ext>
                </a:extLst>
              </p14:cNvPr>
              <p14:cNvContentPartPr/>
              <p14:nvPr/>
            </p14:nvContentPartPr>
            <p14:xfrm>
              <a:off x="651153" y="3883953"/>
              <a:ext cx="305640" cy="304920"/>
            </p14:xfrm>
          </p:contentPart>
        </mc:Choice>
        <mc:Fallback xmlns=""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4F1E391C-1DFE-4092-BAFA-2CE42EBD1AF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2153" y="3874953"/>
                <a:ext cx="3232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7245CC3D-1991-4F1C-A1D5-7EC45F7BBD15}"/>
                  </a:ext>
                </a:extLst>
              </p14:cNvPr>
              <p14:cNvContentPartPr/>
              <p14:nvPr/>
            </p14:nvContentPartPr>
            <p14:xfrm>
              <a:off x="3122553" y="3728433"/>
              <a:ext cx="241920" cy="22464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7245CC3D-1991-4F1C-A1D5-7EC45F7BBD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13553" y="3719793"/>
                <a:ext cx="2595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FDD92C77-35F2-4A99-A03D-0A9A0B8A9F12}"/>
                  </a:ext>
                </a:extLst>
              </p14:cNvPr>
              <p14:cNvContentPartPr/>
              <p14:nvPr/>
            </p14:nvContentPartPr>
            <p14:xfrm>
              <a:off x="3671913" y="3672273"/>
              <a:ext cx="244440" cy="18972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FDD92C77-35F2-4A99-A03D-0A9A0B8A9F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63273" y="3663273"/>
                <a:ext cx="2620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0EA30840-CD26-45F2-908A-322B810F8D4D}"/>
                  </a:ext>
                </a:extLst>
              </p14:cNvPr>
              <p14:cNvContentPartPr/>
              <p14:nvPr/>
            </p14:nvContentPartPr>
            <p14:xfrm>
              <a:off x="4169793" y="3637713"/>
              <a:ext cx="198000" cy="20700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0EA30840-CD26-45F2-908A-322B810F8D4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61153" y="3629073"/>
                <a:ext cx="215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0A073E50-ADF8-4B95-A6C8-1FD57BEAAB3E}"/>
                  </a:ext>
                </a:extLst>
              </p14:cNvPr>
              <p14:cNvContentPartPr/>
              <p14:nvPr/>
            </p14:nvContentPartPr>
            <p14:xfrm>
              <a:off x="4586673" y="3666873"/>
              <a:ext cx="189360" cy="19512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0A073E50-ADF8-4B95-A6C8-1FD57BEAAB3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577673" y="3658233"/>
                <a:ext cx="2070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0289FFB9-0267-441D-BA78-5D00896668F5}"/>
                  </a:ext>
                </a:extLst>
              </p14:cNvPr>
              <p14:cNvContentPartPr/>
              <p14:nvPr/>
            </p14:nvContentPartPr>
            <p14:xfrm>
              <a:off x="1644393" y="4535553"/>
              <a:ext cx="277200" cy="2646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0289FFB9-0267-441D-BA78-5D00896668F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35753" y="4526913"/>
                <a:ext cx="2948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AA7C9210-F0A2-444E-8967-B0C8F72FB537}"/>
                  </a:ext>
                </a:extLst>
              </p14:cNvPr>
              <p14:cNvContentPartPr/>
              <p14:nvPr/>
            </p14:nvContentPartPr>
            <p14:xfrm>
              <a:off x="2332353" y="4487313"/>
              <a:ext cx="225360" cy="29700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AA7C9210-F0A2-444E-8967-B0C8F72FB53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23353" y="4478673"/>
                <a:ext cx="2430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8324A92E-BBB0-4B2B-B777-1EE4F3BF3917}"/>
                  </a:ext>
                </a:extLst>
              </p14:cNvPr>
              <p14:cNvContentPartPr/>
              <p14:nvPr/>
            </p14:nvContentPartPr>
            <p14:xfrm>
              <a:off x="2845353" y="4709793"/>
              <a:ext cx="28080" cy="36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8324A92E-BBB0-4B2B-B777-1EE4F3BF391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836713" y="4701153"/>
                <a:ext cx="45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B7C3E45A-7B44-481C-8C6B-E4D82CAF92A0}"/>
                  </a:ext>
                </a:extLst>
              </p14:cNvPr>
              <p14:cNvContentPartPr/>
              <p14:nvPr/>
            </p14:nvContentPartPr>
            <p14:xfrm>
              <a:off x="3405873" y="4365993"/>
              <a:ext cx="54720" cy="33264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B7C3E45A-7B44-481C-8C6B-E4D82CAF92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96873" y="4357353"/>
                <a:ext cx="723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633B6E65-78D1-4417-AE22-35BF0E6E6DE4}"/>
                  </a:ext>
                </a:extLst>
              </p14:cNvPr>
              <p14:cNvContentPartPr/>
              <p14:nvPr/>
            </p14:nvContentPartPr>
            <p14:xfrm>
              <a:off x="3752553" y="4404873"/>
              <a:ext cx="183600" cy="204120"/>
            </p14:xfrm>
          </p:contentPart>
        </mc:Choice>
        <mc:Fallback xmlns=""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633B6E65-78D1-4417-AE22-35BF0E6E6DE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43913" y="4396233"/>
                <a:ext cx="2012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F34C3FEF-F2FC-4F11-AE89-DED381E43E60}"/>
                  </a:ext>
                </a:extLst>
              </p14:cNvPr>
              <p14:cNvContentPartPr/>
              <p14:nvPr/>
            </p14:nvContentPartPr>
            <p14:xfrm>
              <a:off x="4230993" y="4370313"/>
              <a:ext cx="255600" cy="20016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F34C3FEF-F2FC-4F11-AE89-DED381E43E6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21993" y="4361673"/>
                <a:ext cx="2732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FBE8A63E-BE17-4EEC-8CF0-59A03EDABF47}"/>
                  </a:ext>
                </a:extLst>
              </p14:cNvPr>
              <p14:cNvContentPartPr/>
              <p14:nvPr/>
            </p14:nvContentPartPr>
            <p14:xfrm>
              <a:off x="4669473" y="4373553"/>
              <a:ext cx="205920" cy="20556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FBE8A63E-BE17-4EEC-8CF0-59A03EDABF4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60473" y="4364553"/>
                <a:ext cx="2235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276E455C-722B-4E3B-9120-9568DD6443D9}"/>
                  </a:ext>
                </a:extLst>
              </p14:cNvPr>
              <p14:cNvContentPartPr/>
              <p14:nvPr/>
            </p14:nvContentPartPr>
            <p14:xfrm>
              <a:off x="1149033" y="4404513"/>
              <a:ext cx="24120" cy="178560"/>
            </p14:xfrm>
          </p:contentPart>
        </mc:Choice>
        <mc:Fallback xmlns=""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276E455C-722B-4E3B-9120-9568DD6443D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40033" y="4395513"/>
                <a:ext cx="41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99FDE986-CF3F-4274-9D67-A688280805F9}"/>
                  </a:ext>
                </a:extLst>
              </p14:cNvPr>
              <p14:cNvContentPartPr/>
              <p14:nvPr/>
            </p14:nvContentPartPr>
            <p14:xfrm>
              <a:off x="1718913" y="5156913"/>
              <a:ext cx="295920" cy="226800"/>
            </p14:xfrm>
          </p:contentPart>
        </mc:Choice>
        <mc:Fallback xmlns=""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99FDE986-CF3F-4274-9D67-A688280805F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10273" y="5147913"/>
                <a:ext cx="3135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6BD4DE05-F69E-47CB-AD05-63FD6E36C4F5}"/>
                  </a:ext>
                </a:extLst>
              </p14:cNvPr>
              <p14:cNvContentPartPr/>
              <p14:nvPr/>
            </p14:nvContentPartPr>
            <p14:xfrm>
              <a:off x="2433153" y="5175633"/>
              <a:ext cx="244800" cy="19656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6BD4DE05-F69E-47CB-AD05-63FD6E36C4F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24153" y="5166993"/>
                <a:ext cx="2624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C439B3E2-B020-482A-9B49-4011A4EE9490}"/>
                  </a:ext>
                </a:extLst>
              </p14:cNvPr>
              <p14:cNvContentPartPr/>
              <p14:nvPr/>
            </p14:nvContentPartPr>
            <p14:xfrm>
              <a:off x="3020673" y="5341953"/>
              <a:ext cx="360" cy="36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C439B3E2-B020-482A-9B49-4011A4EE949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12033" y="53329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63709D10-42E2-4B53-9218-F94CFDDAE78A}"/>
                  </a:ext>
                </a:extLst>
              </p14:cNvPr>
              <p14:cNvContentPartPr/>
              <p14:nvPr/>
            </p14:nvContentPartPr>
            <p14:xfrm>
              <a:off x="3416313" y="5084913"/>
              <a:ext cx="262080" cy="21348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63709D10-42E2-4B53-9218-F94CFDDAE78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07313" y="5076273"/>
                <a:ext cx="2797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07DE3698-353E-415D-944A-E3A0230E6D2F}"/>
                  </a:ext>
                </a:extLst>
              </p14:cNvPr>
              <p14:cNvContentPartPr/>
              <p14:nvPr/>
            </p14:nvContentPartPr>
            <p14:xfrm>
              <a:off x="4013193" y="5001753"/>
              <a:ext cx="22320" cy="23904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07DE3698-353E-415D-944A-E3A0230E6D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04553" y="4992753"/>
                <a:ext cx="399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22986E12-3145-4183-89A8-C343379DAC6D}"/>
                  </a:ext>
                </a:extLst>
              </p14:cNvPr>
              <p14:cNvContentPartPr/>
              <p14:nvPr/>
            </p14:nvContentPartPr>
            <p14:xfrm>
              <a:off x="4340433" y="5058633"/>
              <a:ext cx="190800" cy="16884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22986E12-3145-4183-89A8-C343379DAC6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31793" y="5049993"/>
                <a:ext cx="2084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CC194512-38A8-4501-9493-BD4952A03CAF}"/>
                  </a:ext>
                </a:extLst>
              </p14:cNvPr>
              <p14:cNvContentPartPr/>
              <p14:nvPr/>
            </p14:nvContentPartPr>
            <p14:xfrm>
              <a:off x="4732473" y="5021553"/>
              <a:ext cx="166680" cy="153360"/>
            </p14:xfrm>
          </p:contentPart>
        </mc:Choice>
        <mc:Fallback xmlns=""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CC194512-38A8-4501-9493-BD4952A03C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723473" y="5012553"/>
                <a:ext cx="1843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BD68DD17-C5FD-404F-8E0B-8B2C9887AB00}"/>
                  </a:ext>
                </a:extLst>
              </p14:cNvPr>
              <p14:cNvContentPartPr/>
              <p14:nvPr/>
            </p14:nvContentPartPr>
            <p14:xfrm>
              <a:off x="5931273" y="4889793"/>
              <a:ext cx="219600" cy="21312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BD68DD17-C5FD-404F-8E0B-8B2C9887AB0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22273" y="4881153"/>
                <a:ext cx="2372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C164ECBE-89ED-4D79-8147-DDA9DD962227}"/>
                  </a:ext>
                </a:extLst>
              </p14:cNvPr>
              <p14:cNvContentPartPr/>
              <p14:nvPr/>
            </p14:nvContentPartPr>
            <p14:xfrm>
              <a:off x="6488193" y="4906353"/>
              <a:ext cx="246960" cy="17676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C164ECBE-89ED-4D79-8147-DDA9DD96222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79553" y="4897353"/>
                <a:ext cx="2646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3BC24193-D93F-4304-8F12-BC490EA4C6DA}"/>
                  </a:ext>
                </a:extLst>
              </p14:cNvPr>
              <p14:cNvContentPartPr/>
              <p14:nvPr/>
            </p14:nvContentPartPr>
            <p14:xfrm>
              <a:off x="7115313" y="4892313"/>
              <a:ext cx="6840" cy="20052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3BC24193-D93F-4304-8F12-BC490EA4C6D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06313" y="4883673"/>
                <a:ext cx="244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DC12D299-301B-4EFC-A0BA-DB63699D0AD4}"/>
                  </a:ext>
                </a:extLst>
              </p14:cNvPr>
              <p14:cNvContentPartPr/>
              <p14:nvPr/>
            </p14:nvContentPartPr>
            <p14:xfrm>
              <a:off x="7536513" y="4841193"/>
              <a:ext cx="73800" cy="9324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DC12D299-301B-4EFC-A0BA-DB63699D0AD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27873" y="4832553"/>
                <a:ext cx="914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D031B199-1BE2-4860-A197-1B305628F087}"/>
                  </a:ext>
                </a:extLst>
              </p14:cNvPr>
              <p14:cNvContentPartPr/>
              <p14:nvPr/>
            </p14:nvContentPartPr>
            <p14:xfrm>
              <a:off x="7514553" y="5152233"/>
              <a:ext cx="151920" cy="15732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D031B199-1BE2-4860-A197-1B305628F08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05553" y="5143593"/>
                <a:ext cx="1695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A77FA6D1-15EC-4FC6-98A6-9F81D0DD4B43}"/>
                  </a:ext>
                </a:extLst>
              </p14:cNvPr>
              <p14:cNvContentPartPr/>
              <p14:nvPr/>
            </p14:nvContentPartPr>
            <p14:xfrm>
              <a:off x="8070033" y="4860633"/>
              <a:ext cx="279000" cy="31716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A77FA6D1-15EC-4FC6-98A6-9F81D0DD4B4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061393" y="4851633"/>
                <a:ext cx="2966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F7984272-FDBC-4D8C-ACF5-C6000B6F7174}"/>
                  </a:ext>
                </a:extLst>
              </p14:cNvPr>
              <p14:cNvContentPartPr/>
              <p14:nvPr/>
            </p14:nvContentPartPr>
            <p14:xfrm>
              <a:off x="7973913" y="5266713"/>
              <a:ext cx="451080" cy="30240"/>
            </p14:xfrm>
          </p:contentPart>
        </mc:Choice>
        <mc:Fallback xmlns=""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F7984272-FDBC-4D8C-ACF5-C6000B6F717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964913" y="5257713"/>
                <a:ext cx="46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BA11E3EB-9CD5-40E4-8D3F-2519B3D1419F}"/>
                  </a:ext>
                </a:extLst>
              </p14:cNvPr>
              <p14:cNvContentPartPr/>
              <p14:nvPr/>
            </p14:nvContentPartPr>
            <p14:xfrm>
              <a:off x="8088393" y="5355273"/>
              <a:ext cx="196920" cy="756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BA11E3EB-9CD5-40E4-8D3F-2519B3D1419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79393" y="5346633"/>
                <a:ext cx="214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FE70CAF4-B400-4B64-ABC7-1CF4C119B283}"/>
                  </a:ext>
                </a:extLst>
              </p14:cNvPr>
              <p14:cNvContentPartPr/>
              <p14:nvPr/>
            </p14:nvContentPartPr>
            <p14:xfrm>
              <a:off x="234273" y="4422873"/>
              <a:ext cx="546840" cy="24876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FE70CAF4-B400-4B64-ABC7-1CF4C119B28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5633" y="4414233"/>
                <a:ext cx="5644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1932A0E9-3E4F-4DF5-B2F5-CDB7496FD548}"/>
                  </a:ext>
                </a:extLst>
              </p14:cNvPr>
              <p14:cNvContentPartPr/>
              <p14:nvPr/>
            </p14:nvContentPartPr>
            <p14:xfrm>
              <a:off x="1928433" y="5647233"/>
              <a:ext cx="251640" cy="21024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1932A0E9-3E4F-4DF5-B2F5-CDB7496FD54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19433" y="5638593"/>
                <a:ext cx="2692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FA28353C-E82B-45AE-AA77-9CD2E6CCDFD1}"/>
                  </a:ext>
                </a:extLst>
              </p14:cNvPr>
              <p14:cNvContentPartPr/>
              <p14:nvPr/>
            </p14:nvContentPartPr>
            <p14:xfrm>
              <a:off x="2651313" y="5689713"/>
              <a:ext cx="275760" cy="16956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FA28353C-E82B-45AE-AA77-9CD2E6CCDFD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42313" y="5681073"/>
                <a:ext cx="2934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4D2E16F4-22CC-424F-AF26-AB88E1032FE2}"/>
                  </a:ext>
                </a:extLst>
              </p14:cNvPr>
              <p14:cNvContentPartPr/>
              <p14:nvPr/>
            </p14:nvContentPartPr>
            <p14:xfrm>
              <a:off x="3184833" y="5855313"/>
              <a:ext cx="97560" cy="6768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4D2E16F4-22CC-424F-AF26-AB88E1032FE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175833" y="5846673"/>
                <a:ext cx="1152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B85E306D-3991-4355-A8A2-E382521B20A0}"/>
                  </a:ext>
                </a:extLst>
              </p14:cNvPr>
              <p14:cNvContentPartPr/>
              <p14:nvPr/>
            </p14:nvContentPartPr>
            <p14:xfrm>
              <a:off x="3641313" y="5630673"/>
              <a:ext cx="340560" cy="22284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B85E306D-3991-4355-A8A2-E382521B20A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32673" y="5621673"/>
                <a:ext cx="3582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6D4220E4-6CE6-46ED-BC00-E14C27679721}"/>
                  </a:ext>
                </a:extLst>
              </p14:cNvPr>
              <p14:cNvContentPartPr/>
              <p14:nvPr/>
            </p14:nvContentPartPr>
            <p14:xfrm>
              <a:off x="4130193" y="5608713"/>
              <a:ext cx="193680" cy="15336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6D4220E4-6CE6-46ED-BC00-E14C2767972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21193" y="5599713"/>
                <a:ext cx="2113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3C2DD485-7459-4AA4-AAB4-B9F2129B1327}"/>
                  </a:ext>
                </a:extLst>
              </p14:cNvPr>
              <p14:cNvContentPartPr/>
              <p14:nvPr/>
            </p14:nvContentPartPr>
            <p14:xfrm>
              <a:off x="4519353" y="5547873"/>
              <a:ext cx="117720" cy="15948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3C2DD485-7459-4AA4-AAB4-B9F2129B132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510713" y="5538873"/>
                <a:ext cx="1353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80C1DED1-4225-4E51-848A-B4E6A9A6DDC7}"/>
                  </a:ext>
                </a:extLst>
              </p14:cNvPr>
              <p14:cNvContentPartPr/>
              <p14:nvPr/>
            </p14:nvContentPartPr>
            <p14:xfrm>
              <a:off x="4791873" y="5526993"/>
              <a:ext cx="165240" cy="194040"/>
            </p14:xfrm>
          </p:contentPart>
        </mc:Choice>
        <mc:Fallback xmlns=""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80C1DED1-4225-4E51-848A-B4E6A9A6DDC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83233" y="5518353"/>
                <a:ext cx="1828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16277D7C-19D0-4F17-8CBC-B72D3A79C848}"/>
                  </a:ext>
                </a:extLst>
              </p14:cNvPr>
              <p14:cNvContentPartPr/>
              <p14:nvPr/>
            </p14:nvContentPartPr>
            <p14:xfrm>
              <a:off x="724593" y="5483793"/>
              <a:ext cx="449280" cy="31860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16277D7C-19D0-4F17-8CBC-B72D3A79C84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5593" y="5475153"/>
                <a:ext cx="4669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8CE653CC-6304-4AC7-B318-A73768E6D06D}"/>
                  </a:ext>
                </a:extLst>
              </p14:cNvPr>
              <p14:cNvContentPartPr/>
              <p14:nvPr/>
            </p14:nvContentPartPr>
            <p14:xfrm>
              <a:off x="1613073" y="6096873"/>
              <a:ext cx="6840" cy="17784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8CE653CC-6304-4AC7-B318-A73768E6D06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04073" y="6087873"/>
                <a:ext cx="244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4B957707-6F5A-4DBC-AB29-BD5A6328039D}"/>
                  </a:ext>
                </a:extLst>
              </p14:cNvPr>
              <p14:cNvContentPartPr/>
              <p14:nvPr/>
            </p14:nvContentPartPr>
            <p14:xfrm>
              <a:off x="762393" y="6108033"/>
              <a:ext cx="398880" cy="20844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4B957707-6F5A-4DBC-AB29-BD5A6328039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53393" y="6099393"/>
                <a:ext cx="4165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9057A703-66EC-42F0-8692-897DA2ACEEA7}"/>
                  </a:ext>
                </a:extLst>
              </p14:cNvPr>
              <p14:cNvContentPartPr/>
              <p14:nvPr/>
            </p14:nvContentPartPr>
            <p14:xfrm>
              <a:off x="8963913" y="5950583"/>
              <a:ext cx="730440" cy="469800"/>
            </p14:xfrm>
          </p:contentPart>
        </mc:Choice>
        <mc:Fallback xmlns=""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9057A703-66EC-42F0-8692-897DA2ACEEA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954913" y="5941583"/>
                <a:ext cx="7480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0A56BEF4-F28A-48C0-99F2-C10C50EEA262}"/>
                  </a:ext>
                </a:extLst>
              </p14:cNvPr>
              <p14:cNvContentPartPr/>
              <p14:nvPr/>
            </p14:nvContentPartPr>
            <p14:xfrm>
              <a:off x="8704353" y="6426143"/>
              <a:ext cx="5760" cy="90000"/>
            </p14:xfrm>
          </p:contentPart>
        </mc:Choice>
        <mc:Fallback xmlns=""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0A56BEF4-F28A-48C0-99F2-C10C50EEA26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695713" y="6417503"/>
                <a:ext cx="234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FAC78AB9-6ACD-4D82-8430-E50E290A7434}"/>
                  </a:ext>
                </a:extLst>
              </p14:cNvPr>
              <p14:cNvContentPartPr/>
              <p14:nvPr/>
            </p14:nvContentPartPr>
            <p14:xfrm>
              <a:off x="8605713" y="6681383"/>
              <a:ext cx="79200" cy="5796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FAC78AB9-6ACD-4D82-8430-E50E290A743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97073" y="6672383"/>
                <a:ext cx="96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3DCE2B92-C754-4EFA-9209-18813E3F3A4C}"/>
                  </a:ext>
                </a:extLst>
              </p14:cNvPr>
              <p14:cNvContentPartPr/>
              <p14:nvPr/>
            </p14:nvContentPartPr>
            <p14:xfrm>
              <a:off x="688953" y="733103"/>
              <a:ext cx="806760" cy="20772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3DCE2B92-C754-4EFA-9209-18813E3F3A4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70953" y="715103"/>
                <a:ext cx="8424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67D6014E-6C84-4ED0-BF8D-EDF91D6DB67C}"/>
                  </a:ext>
                </a:extLst>
              </p14:cNvPr>
              <p14:cNvContentPartPr/>
              <p14:nvPr/>
            </p14:nvContentPartPr>
            <p14:xfrm>
              <a:off x="272433" y="4881743"/>
              <a:ext cx="642600" cy="17496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67D6014E-6C84-4ED0-BF8D-EDF91D6DB67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54433" y="4863743"/>
                <a:ext cx="6782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7AAE89D5-2BD5-495A-83E8-9BF3CE6008F8}"/>
                  </a:ext>
                </a:extLst>
              </p14:cNvPr>
              <p14:cNvContentPartPr/>
              <p14:nvPr/>
            </p14:nvContentPartPr>
            <p14:xfrm>
              <a:off x="965073" y="6398423"/>
              <a:ext cx="755640" cy="12672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7AAE89D5-2BD5-495A-83E8-9BF3CE6008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47433" y="6380783"/>
                <a:ext cx="7912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2EDC162C-4854-49EA-A637-46DCCD2B6CC6}"/>
                  </a:ext>
                </a:extLst>
              </p14:cNvPr>
              <p14:cNvContentPartPr/>
              <p14:nvPr/>
            </p14:nvContentPartPr>
            <p14:xfrm>
              <a:off x="2107713" y="6016593"/>
              <a:ext cx="6253920" cy="101471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2EDC162C-4854-49EA-A637-46DCCD2B6CC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99073" y="6007597"/>
                <a:ext cx="6280562" cy="1041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1E173618-1CFE-4C33-A1B6-75310ADDC3D3}"/>
                  </a:ext>
                </a:extLst>
              </p14:cNvPr>
              <p14:cNvContentPartPr/>
              <p14:nvPr/>
            </p14:nvContentPartPr>
            <p14:xfrm>
              <a:off x="1286913" y="2775873"/>
              <a:ext cx="1241280" cy="81491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1E173618-1CFE-4C33-A1B6-75310ADDC3D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269273" y="2767231"/>
                <a:ext cx="1267920" cy="841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0A6D0222-3D70-49FF-8E53-2CBF0F66C6BD}"/>
                  </a:ext>
                </a:extLst>
              </p14:cNvPr>
              <p14:cNvContentPartPr/>
              <p14:nvPr/>
            </p14:nvContentPartPr>
            <p14:xfrm>
              <a:off x="10003953" y="2727863"/>
              <a:ext cx="67320" cy="57996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0A6D0222-3D70-49FF-8E53-2CBF0F66C6B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995313" y="2718863"/>
                <a:ext cx="8496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DF8AC975-0F15-462C-BA27-7B9A2E0A4985}"/>
                  </a:ext>
                </a:extLst>
              </p14:cNvPr>
              <p14:cNvContentPartPr/>
              <p14:nvPr/>
            </p14:nvContentPartPr>
            <p14:xfrm>
              <a:off x="11677953" y="2803103"/>
              <a:ext cx="42480" cy="540720"/>
            </p14:xfrm>
          </p:contentPart>
        </mc:Choice>
        <mc:Fallback xmlns=""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DF8AC975-0F15-462C-BA27-7B9A2E0A498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668953" y="2794103"/>
                <a:ext cx="6012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969EBD5A-1BAF-467A-AA91-2EB74C356609}"/>
                  </a:ext>
                </a:extLst>
              </p14:cNvPr>
              <p14:cNvContentPartPr/>
              <p14:nvPr/>
            </p14:nvContentPartPr>
            <p14:xfrm>
              <a:off x="11063793" y="2760983"/>
              <a:ext cx="426240" cy="700920"/>
            </p14:xfrm>
          </p:contentPart>
        </mc:Choice>
        <mc:Fallback xmlns=""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969EBD5A-1BAF-467A-AA91-2EB74C35660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055160" y="2752339"/>
                <a:ext cx="443865" cy="718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2" name="墨迹 211">
                <a:extLst>
                  <a:ext uri="{FF2B5EF4-FFF2-40B4-BE49-F238E27FC236}">
                    <a16:creationId xmlns:a16="http://schemas.microsoft.com/office/drawing/2014/main" id="{752AEE08-E7E4-44C8-AEAC-BE3A917B161C}"/>
                  </a:ext>
                </a:extLst>
              </p14:cNvPr>
              <p14:cNvContentPartPr/>
              <p14:nvPr/>
            </p14:nvContentPartPr>
            <p14:xfrm>
              <a:off x="10736553" y="2901023"/>
              <a:ext cx="136800" cy="185040"/>
            </p14:xfrm>
          </p:contentPart>
        </mc:Choice>
        <mc:Fallback xmlns="">
          <p:pic>
            <p:nvPicPr>
              <p:cNvPr id="212" name="墨迹 211">
                <a:extLst>
                  <a:ext uri="{FF2B5EF4-FFF2-40B4-BE49-F238E27FC236}">
                    <a16:creationId xmlns:a16="http://schemas.microsoft.com/office/drawing/2014/main" id="{752AEE08-E7E4-44C8-AEAC-BE3A917B161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727553" y="2892383"/>
                <a:ext cx="1544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F083AB01-8222-431B-91FE-4050AC5738B7}"/>
                  </a:ext>
                </a:extLst>
              </p14:cNvPr>
              <p14:cNvContentPartPr/>
              <p14:nvPr/>
            </p14:nvContentPartPr>
            <p14:xfrm>
              <a:off x="10224273" y="2823623"/>
              <a:ext cx="304200" cy="472320"/>
            </p14:xfrm>
          </p:contentPart>
        </mc:Choice>
        <mc:Fallback xmlns=""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F083AB01-8222-431B-91FE-4050AC5738B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15633" y="2814983"/>
                <a:ext cx="32184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AA1DB4C4-BF4D-4DC6-8422-43287C1AE6BA}"/>
                  </a:ext>
                </a:extLst>
              </p14:cNvPr>
              <p14:cNvContentPartPr/>
              <p14:nvPr/>
            </p14:nvContentPartPr>
            <p14:xfrm>
              <a:off x="9544953" y="3939263"/>
              <a:ext cx="173160" cy="34560"/>
            </p14:xfrm>
          </p:contentPart>
        </mc:Choice>
        <mc:Fallback xmlns=""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AA1DB4C4-BF4D-4DC6-8422-43287C1AE6B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535953" y="3930623"/>
                <a:ext cx="190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B8A95D13-2EED-4FDF-B734-F94BEF2D9780}"/>
                  </a:ext>
                </a:extLst>
              </p14:cNvPr>
              <p14:cNvContentPartPr/>
              <p14:nvPr/>
            </p14:nvContentPartPr>
            <p14:xfrm>
              <a:off x="9589953" y="4061303"/>
              <a:ext cx="110160" cy="28080"/>
            </p14:xfrm>
          </p:contentPart>
        </mc:Choice>
        <mc:Fallback xmlns=""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B8A95D13-2EED-4FDF-B734-F94BEF2D978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580953" y="4052663"/>
                <a:ext cx="1278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34" name="墨迹 233">
                <a:extLst>
                  <a:ext uri="{FF2B5EF4-FFF2-40B4-BE49-F238E27FC236}">
                    <a16:creationId xmlns:a16="http://schemas.microsoft.com/office/drawing/2014/main" id="{843919E1-40C4-486D-8C3F-703BAC7B81A3}"/>
                  </a:ext>
                </a:extLst>
              </p14:cNvPr>
              <p14:cNvContentPartPr/>
              <p14:nvPr/>
            </p14:nvContentPartPr>
            <p14:xfrm>
              <a:off x="8858433" y="2563703"/>
              <a:ext cx="298800" cy="227880"/>
            </p14:xfrm>
          </p:contentPart>
        </mc:Choice>
        <mc:Fallback xmlns="">
          <p:pic>
            <p:nvPicPr>
              <p:cNvPr id="234" name="墨迹 233">
                <a:extLst>
                  <a:ext uri="{FF2B5EF4-FFF2-40B4-BE49-F238E27FC236}">
                    <a16:creationId xmlns:a16="http://schemas.microsoft.com/office/drawing/2014/main" id="{843919E1-40C4-486D-8C3F-703BAC7B81A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49433" y="2555077"/>
                <a:ext cx="316440" cy="245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35" name="墨迹 234">
                <a:extLst>
                  <a:ext uri="{FF2B5EF4-FFF2-40B4-BE49-F238E27FC236}">
                    <a16:creationId xmlns:a16="http://schemas.microsoft.com/office/drawing/2014/main" id="{53E5702E-5BFE-492E-9119-1165BA7C0121}"/>
                  </a:ext>
                </a:extLst>
              </p14:cNvPr>
              <p14:cNvContentPartPr/>
              <p14:nvPr/>
            </p14:nvContentPartPr>
            <p14:xfrm>
              <a:off x="9319953" y="2583503"/>
              <a:ext cx="291960" cy="231840"/>
            </p14:xfrm>
          </p:contentPart>
        </mc:Choice>
        <mc:Fallback xmlns="">
          <p:pic>
            <p:nvPicPr>
              <p:cNvPr id="235" name="墨迹 234">
                <a:extLst>
                  <a:ext uri="{FF2B5EF4-FFF2-40B4-BE49-F238E27FC236}">
                    <a16:creationId xmlns:a16="http://schemas.microsoft.com/office/drawing/2014/main" id="{53E5702E-5BFE-492E-9119-1165BA7C012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311313" y="2574863"/>
                <a:ext cx="3096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525E77AC-B97D-4BAF-A367-6177C3F18470}"/>
                  </a:ext>
                </a:extLst>
              </p14:cNvPr>
              <p14:cNvContentPartPr/>
              <p14:nvPr/>
            </p14:nvContentPartPr>
            <p14:xfrm>
              <a:off x="10240113" y="3974183"/>
              <a:ext cx="1109880" cy="40680"/>
            </p14:xfrm>
          </p:contentPart>
        </mc:Choice>
        <mc:Fallback xmlns=""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525E77AC-B97D-4BAF-A367-6177C3F1847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231113" y="3965543"/>
                <a:ext cx="1127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47" name="墨迹 246">
                <a:extLst>
                  <a:ext uri="{FF2B5EF4-FFF2-40B4-BE49-F238E27FC236}">
                    <a16:creationId xmlns:a16="http://schemas.microsoft.com/office/drawing/2014/main" id="{DA13F20C-DDF6-4414-A5F5-B41A71809EBC}"/>
                  </a:ext>
                </a:extLst>
              </p14:cNvPr>
              <p14:cNvContentPartPr/>
              <p14:nvPr/>
            </p14:nvContentPartPr>
            <p14:xfrm>
              <a:off x="10530273" y="3579263"/>
              <a:ext cx="138240" cy="227520"/>
            </p14:xfrm>
          </p:contentPart>
        </mc:Choice>
        <mc:Fallback xmlns="">
          <p:pic>
            <p:nvPicPr>
              <p:cNvPr id="247" name="墨迹 246">
                <a:extLst>
                  <a:ext uri="{FF2B5EF4-FFF2-40B4-BE49-F238E27FC236}">
                    <a16:creationId xmlns:a16="http://schemas.microsoft.com/office/drawing/2014/main" id="{DA13F20C-DDF6-4414-A5F5-B41A71809EB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521273" y="3570263"/>
                <a:ext cx="1558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48" name="墨迹 247">
                <a:extLst>
                  <a:ext uri="{FF2B5EF4-FFF2-40B4-BE49-F238E27FC236}">
                    <a16:creationId xmlns:a16="http://schemas.microsoft.com/office/drawing/2014/main" id="{EED696AE-D2B5-4EC8-8DAD-01CC45164247}"/>
                  </a:ext>
                </a:extLst>
              </p14:cNvPr>
              <p14:cNvContentPartPr/>
              <p14:nvPr/>
            </p14:nvContentPartPr>
            <p14:xfrm>
              <a:off x="10824033" y="3538223"/>
              <a:ext cx="96840" cy="263880"/>
            </p14:xfrm>
          </p:contentPart>
        </mc:Choice>
        <mc:Fallback xmlns="">
          <p:pic>
            <p:nvPicPr>
              <p:cNvPr id="248" name="墨迹 247">
                <a:extLst>
                  <a:ext uri="{FF2B5EF4-FFF2-40B4-BE49-F238E27FC236}">
                    <a16:creationId xmlns:a16="http://schemas.microsoft.com/office/drawing/2014/main" id="{EED696AE-D2B5-4EC8-8DAD-01CC4516424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815033" y="3529223"/>
                <a:ext cx="114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83" name="墨迹 282">
                <a:extLst>
                  <a:ext uri="{FF2B5EF4-FFF2-40B4-BE49-F238E27FC236}">
                    <a16:creationId xmlns:a16="http://schemas.microsoft.com/office/drawing/2014/main" id="{DD89D83C-BE81-4DA0-9708-149F4205235C}"/>
                  </a:ext>
                </a:extLst>
              </p14:cNvPr>
              <p14:cNvContentPartPr/>
              <p14:nvPr/>
            </p14:nvContentPartPr>
            <p14:xfrm>
              <a:off x="10342713" y="6200063"/>
              <a:ext cx="1982880" cy="478800"/>
            </p14:xfrm>
          </p:contentPart>
        </mc:Choice>
        <mc:Fallback xmlns="">
          <p:pic>
            <p:nvPicPr>
              <p:cNvPr id="283" name="墨迹 282">
                <a:extLst>
                  <a:ext uri="{FF2B5EF4-FFF2-40B4-BE49-F238E27FC236}">
                    <a16:creationId xmlns:a16="http://schemas.microsoft.com/office/drawing/2014/main" id="{DD89D83C-BE81-4DA0-9708-149F4205235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333715" y="6191063"/>
                <a:ext cx="2000517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85" name="墨迹 284">
                <a:extLst>
                  <a:ext uri="{FF2B5EF4-FFF2-40B4-BE49-F238E27FC236}">
                    <a16:creationId xmlns:a16="http://schemas.microsoft.com/office/drawing/2014/main" id="{DF850A22-6DDC-4466-B9CC-9AADFC2CA8D3}"/>
                  </a:ext>
                </a:extLst>
              </p14:cNvPr>
              <p14:cNvContentPartPr/>
              <p14:nvPr/>
            </p14:nvContentPartPr>
            <p14:xfrm>
              <a:off x="9394833" y="4625423"/>
              <a:ext cx="9000" cy="90720"/>
            </p14:xfrm>
          </p:contentPart>
        </mc:Choice>
        <mc:Fallback xmlns="">
          <p:pic>
            <p:nvPicPr>
              <p:cNvPr id="285" name="墨迹 284">
                <a:extLst>
                  <a:ext uri="{FF2B5EF4-FFF2-40B4-BE49-F238E27FC236}">
                    <a16:creationId xmlns:a16="http://schemas.microsoft.com/office/drawing/2014/main" id="{DF850A22-6DDC-4466-B9CC-9AADFC2CA8D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386193" y="4616423"/>
                <a:ext cx="266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90" name="墨迹 289">
                <a:extLst>
                  <a:ext uri="{FF2B5EF4-FFF2-40B4-BE49-F238E27FC236}">
                    <a16:creationId xmlns:a16="http://schemas.microsoft.com/office/drawing/2014/main" id="{93662DDF-4B9C-438C-BDD9-294B4A2D6544}"/>
                  </a:ext>
                </a:extLst>
              </p14:cNvPr>
              <p14:cNvContentPartPr/>
              <p14:nvPr/>
            </p14:nvContentPartPr>
            <p14:xfrm>
              <a:off x="11802513" y="4393943"/>
              <a:ext cx="770400" cy="81360"/>
            </p14:xfrm>
          </p:contentPart>
        </mc:Choice>
        <mc:Fallback xmlns="">
          <p:pic>
            <p:nvPicPr>
              <p:cNvPr id="290" name="墨迹 289">
                <a:extLst>
                  <a:ext uri="{FF2B5EF4-FFF2-40B4-BE49-F238E27FC236}">
                    <a16:creationId xmlns:a16="http://schemas.microsoft.com/office/drawing/2014/main" id="{93662DDF-4B9C-438C-BDD9-294B4A2D654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793513" y="4384943"/>
                <a:ext cx="7880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91" name="墨迹 290">
                <a:extLst>
                  <a:ext uri="{FF2B5EF4-FFF2-40B4-BE49-F238E27FC236}">
                    <a16:creationId xmlns:a16="http://schemas.microsoft.com/office/drawing/2014/main" id="{5837387C-ACF1-43FB-B835-C0845842FB6A}"/>
                  </a:ext>
                </a:extLst>
              </p14:cNvPr>
              <p14:cNvContentPartPr/>
              <p14:nvPr/>
            </p14:nvContentPartPr>
            <p14:xfrm>
              <a:off x="12791073" y="4500863"/>
              <a:ext cx="34200" cy="39240"/>
            </p14:xfrm>
          </p:contentPart>
        </mc:Choice>
        <mc:Fallback xmlns="">
          <p:pic>
            <p:nvPicPr>
              <p:cNvPr id="291" name="墨迹 290">
                <a:extLst>
                  <a:ext uri="{FF2B5EF4-FFF2-40B4-BE49-F238E27FC236}">
                    <a16:creationId xmlns:a16="http://schemas.microsoft.com/office/drawing/2014/main" id="{5837387C-ACF1-43FB-B835-C0845842FB6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2782433" y="4492223"/>
                <a:ext cx="518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01" name="墨迹 300">
                <a:extLst>
                  <a:ext uri="{FF2B5EF4-FFF2-40B4-BE49-F238E27FC236}">
                    <a16:creationId xmlns:a16="http://schemas.microsoft.com/office/drawing/2014/main" id="{E4F22FF2-5898-4BCB-8B87-358E7B5D4BAF}"/>
                  </a:ext>
                </a:extLst>
              </p14:cNvPr>
              <p14:cNvContentPartPr/>
              <p14:nvPr/>
            </p14:nvContentPartPr>
            <p14:xfrm>
              <a:off x="9462873" y="4949783"/>
              <a:ext cx="1263600" cy="748800"/>
            </p14:xfrm>
          </p:contentPart>
        </mc:Choice>
        <mc:Fallback xmlns="">
          <p:pic>
            <p:nvPicPr>
              <p:cNvPr id="301" name="墨迹 300">
                <a:extLst>
                  <a:ext uri="{FF2B5EF4-FFF2-40B4-BE49-F238E27FC236}">
                    <a16:creationId xmlns:a16="http://schemas.microsoft.com/office/drawing/2014/main" id="{E4F22FF2-5898-4BCB-8B87-358E7B5D4BA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453873" y="4941139"/>
                <a:ext cx="1281240" cy="766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02" name="墨迹 301">
                <a:extLst>
                  <a:ext uri="{FF2B5EF4-FFF2-40B4-BE49-F238E27FC236}">
                    <a16:creationId xmlns:a16="http://schemas.microsoft.com/office/drawing/2014/main" id="{69AE3A29-86A9-4D13-9690-4A6FABCAF94C}"/>
                  </a:ext>
                </a:extLst>
              </p14:cNvPr>
              <p14:cNvContentPartPr/>
              <p14:nvPr/>
            </p14:nvContentPartPr>
            <p14:xfrm>
              <a:off x="9854913" y="4138703"/>
              <a:ext cx="1405800" cy="342000"/>
            </p14:xfrm>
          </p:contentPart>
        </mc:Choice>
        <mc:Fallback xmlns="">
          <p:pic>
            <p:nvPicPr>
              <p:cNvPr id="302" name="墨迹 301">
                <a:extLst>
                  <a:ext uri="{FF2B5EF4-FFF2-40B4-BE49-F238E27FC236}">
                    <a16:creationId xmlns:a16="http://schemas.microsoft.com/office/drawing/2014/main" id="{69AE3A29-86A9-4D13-9690-4A6FABCAF94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846271" y="4130063"/>
                <a:ext cx="1423445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03" name="墨迹 302">
                <a:extLst>
                  <a:ext uri="{FF2B5EF4-FFF2-40B4-BE49-F238E27FC236}">
                    <a16:creationId xmlns:a16="http://schemas.microsoft.com/office/drawing/2014/main" id="{6832C09B-EDC7-4E55-A8B1-E3DBBEA2057A}"/>
                  </a:ext>
                </a:extLst>
              </p14:cNvPr>
              <p14:cNvContentPartPr/>
              <p14:nvPr/>
            </p14:nvContentPartPr>
            <p14:xfrm>
              <a:off x="10920153" y="4642343"/>
              <a:ext cx="1902960" cy="1139400"/>
            </p14:xfrm>
          </p:contentPart>
        </mc:Choice>
        <mc:Fallback xmlns="">
          <p:pic>
            <p:nvPicPr>
              <p:cNvPr id="303" name="墨迹 302">
                <a:extLst>
                  <a:ext uri="{FF2B5EF4-FFF2-40B4-BE49-F238E27FC236}">
                    <a16:creationId xmlns:a16="http://schemas.microsoft.com/office/drawing/2014/main" id="{6832C09B-EDC7-4E55-A8B1-E3DBBEA2057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1513" y="4633703"/>
                <a:ext cx="1920600" cy="11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05" name="墨迹 304">
                <a:extLst>
                  <a:ext uri="{FF2B5EF4-FFF2-40B4-BE49-F238E27FC236}">
                    <a16:creationId xmlns:a16="http://schemas.microsoft.com/office/drawing/2014/main" id="{04898129-975A-4BE5-BE84-3AE5AA932EB8}"/>
                  </a:ext>
                </a:extLst>
              </p14:cNvPr>
              <p14:cNvContentPartPr/>
              <p14:nvPr/>
            </p14:nvContentPartPr>
            <p14:xfrm>
              <a:off x="6968433" y="460223"/>
              <a:ext cx="5084640" cy="2005200"/>
            </p14:xfrm>
          </p:contentPart>
        </mc:Choice>
        <mc:Fallback xmlns="">
          <p:pic>
            <p:nvPicPr>
              <p:cNvPr id="305" name="墨迹 304">
                <a:extLst>
                  <a:ext uri="{FF2B5EF4-FFF2-40B4-BE49-F238E27FC236}">
                    <a16:creationId xmlns:a16="http://schemas.microsoft.com/office/drawing/2014/main" id="{04898129-975A-4BE5-BE84-3AE5AA932EB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6950793" y="451583"/>
                <a:ext cx="5111280" cy="20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175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F805DBA-E3C3-4B25-80A1-51354C1F3958}"/>
                  </a:ext>
                </a:extLst>
              </p14:cNvPr>
              <p14:cNvContentPartPr/>
              <p14:nvPr/>
            </p14:nvContentPartPr>
            <p14:xfrm>
              <a:off x="3435033" y="538113"/>
              <a:ext cx="684360" cy="10674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F805DBA-E3C3-4B25-80A1-51354C1F39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6033" y="529113"/>
                <a:ext cx="702000" cy="10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B100331-5114-4E78-94F8-4860DAF42110}"/>
                  </a:ext>
                </a:extLst>
              </p14:cNvPr>
              <p14:cNvContentPartPr/>
              <p14:nvPr/>
            </p14:nvContentPartPr>
            <p14:xfrm>
              <a:off x="4406673" y="990273"/>
              <a:ext cx="351360" cy="325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B100331-5114-4E78-94F8-4860DAF421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7673" y="981633"/>
                <a:ext cx="3690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E4E8D1A-1C25-4EB6-AC96-2F35EF85D04C}"/>
                  </a:ext>
                </a:extLst>
              </p14:cNvPr>
              <p14:cNvContentPartPr/>
              <p14:nvPr/>
            </p14:nvContentPartPr>
            <p14:xfrm>
              <a:off x="4052433" y="2517033"/>
              <a:ext cx="354240" cy="5806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E4E8D1A-1C25-4EB6-AC96-2F35EF85D0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3433" y="2508393"/>
                <a:ext cx="37188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E0E6D49-E2B6-4F5E-AC5B-5000A6E7CD93}"/>
                  </a:ext>
                </a:extLst>
              </p14:cNvPr>
              <p14:cNvContentPartPr/>
              <p14:nvPr/>
            </p14:nvContentPartPr>
            <p14:xfrm>
              <a:off x="4152153" y="4383273"/>
              <a:ext cx="100440" cy="9007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E0E6D49-E2B6-4F5E-AC5B-5000A6E7CD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3513" y="4374273"/>
                <a:ext cx="11808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592290A2-8FFC-432D-9CBD-289406B6BF7A}"/>
                  </a:ext>
                </a:extLst>
              </p14:cNvPr>
              <p14:cNvContentPartPr/>
              <p14:nvPr/>
            </p14:nvContentPartPr>
            <p14:xfrm>
              <a:off x="7128633" y="2639433"/>
              <a:ext cx="317520" cy="5065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592290A2-8FFC-432D-9CBD-289406B6BF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9993" y="2630793"/>
                <a:ext cx="3351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FAFC637-58B0-47CB-A57B-25D692920451}"/>
                  </a:ext>
                </a:extLst>
              </p14:cNvPr>
              <p14:cNvContentPartPr/>
              <p14:nvPr/>
            </p14:nvContentPartPr>
            <p14:xfrm>
              <a:off x="6465153" y="2696673"/>
              <a:ext cx="448560" cy="49248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FAFC637-58B0-47CB-A57B-25D6929204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56153" y="2687673"/>
                <a:ext cx="46620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139F8DDF-B875-44DC-A7EC-1584C72BC08B}"/>
                  </a:ext>
                </a:extLst>
              </p14:cNvPr>
              <p14:cNvContentPartPr/>
              <p14:nvPr/>
            </p14:nvContentPartPr>
            <p14:xfrm>
              <a:off x="7901193" y="2982153"/>
              <a:ext cx="58680" cy="1281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139F8DDF-B875-44DC-A7EC-1584C72BC0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92553" y="2973153"/>
                <a:ext cx="763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EEE2E7D-3D70-49DF-B8FD-76FB6D76A300}"/>
                  </a:ext>
                </a:extLst>
              </p14:cNvPr>
              <p14:cNvContentPartPr/>
              <p14:nvPr/>
            </p14:nvContentPartPr>
            <p14:xfrm>
              <a:off x="8495553" y="2712153"/>
              <a:ext cx="318600" cy="25848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EEE2E7D-3D70-49DF-B8FD-76FB6D76A3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86553" y="2703153"/>
                <a:ext cx="3362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59B91C34-801D-4A56-8B8E-38A99D264EE1}"/>
                  </a:ext>
                </a:extLst>
              </p14:cNvPr>
              <p14:cNvContentPartPr/>
              <p14:nvPr/>
            </p14:nvContentPartPr>
            <p14:xfrm>
              <a:off x="8918193" y="2599833"/>
              <a:ext cx="285840" cy="32688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59B91C34-801D-4A56-8B8E-38A99D264E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09553" y="2591193"/>
                <a:ext cx="3034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6EC4DD4A-2BDC-47EE-B8D3-BF33007A703D}"/>
                  </a:ext>
                </a:extLst>
              </p14:cNvPr>
              <p14:cNvContentPartPr/>
              <p14:nvPr/>
            </p14:nvContentPartPr>
            <p14:xfrm>
              <a:off x="9562233" y="2543673"/>
              <a:ext cx="21600" cy="55512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6EC4DD4A-2BDC-47EE-B8D3-BF33007A70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553593" y="2535033"/>
                <a:ext cx="3924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140AED21-1342-4B8B-BCA9-046CBB081BC1}"/>
                  </a:ext>
                </a:extLst>
              </p14:cNvPr>
              <p14:cNvContentPartPr/>
              <p14:nvPr/>
            </p14:nvContentPartPr>
            <p14:xfrm>
              <a:off x="10189713" y="2512713"/>
              <a:ext cx="26280" cy="8784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140AED21-1342-4B8B-BCA9-046CBB081B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80713" y="2503713"/>
                <a:ext cx="439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5B4CDB80-7539-4FAD-A34E-62C8DB372BD1}"/>
                  </a:ext>
                </a:extLst>
              </p14:cNvPr>
              <p14:cNvContentPartPr/>
              <p14:nvPr/>
            </p14:nvContentPartPr>
            <p14:xfrm>
              <a:off x="10211673" y="2831313"/>
              <a:ext cx="179640" cy="23328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5B4CDB80-7539-4FAD-A34E-62C8DB372BD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02673" y="2822673"/>
                <a:ext cx="1972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1E086F61-D87E-4051-80CB-AA67BA3AF419}"/>
                  </a:ext>
                </a:extLst>
              </p14:cNvPr>
              <p14:cNvContentPartPr/>
              <p14:nvPr/>
            </p14:nvContentPartPr>
            <p14:xfrm>
              <a:off x="6961233" y="3373473"/>
              <a:ext cx="2469600" cy="1479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1E086F61-D87E-4051-80CB-AA67BA3AF41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52593" y="3364473"/>
                <a:ext cx="24872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540B7241-0016-420C-9368-E6AB69CAF544}"/>
                  </a:ext>
                </a:extLst>
              </p14:cNvPr>
              <p14:cNvContentPartPr/>
              <p14:nvPr/>
            </p14:nvContentPartPr>
            <p14:xfrm>
              <a:off x="7921713" y="4858113"/>
              <a:ext cx="28800" cy="15012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540B7241-0016-420C-9368-E6AB69CAF5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13073" y="4849473"/>
                <a:ext cx="464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4BE2A72A-750B-4FE2-A1C4-B93FB3B8AE17}"/>
                  </a:ext>
                </a:extLst>
              </p14:cNvPr>
              <p14:cNvContentPartPr/>
              <p14:nvPr/>
            </p14:nvContentPartPr>
            <p14:xfrm>
              <a:off x="8438673" y="4561473"/>
              <a:ext cx="273960" cy="21060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4BE2A72A-750B-4FE2-A1C4-B93FB3B8AE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29673" y="4552473"/>
                <a:ext cx="291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365288FA-F595-421F-8994-3DF55EEAA4A6}"/>
                  </a:ext>
                </a:extLst>
              </p14:cNvPr>
              <p14:cNvContentPartPr/>
              <p14:nvPr/>
            </p14:nvContentPartPr>
            <p14:xfrm>
              <a:off x="8898753" y="4515393"/>
              <a:ext cx="195120" cy="27648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365288FA-F595-421F-8994-3DF55EEAA4A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89753" y="4506393"/>
                <a:ext cx="2127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C8A5098A-65B7-46B6-A86A-ED644B454654}"/>
                  </a:ext>
                </a:extLst>
              </p14:cNvPr>
              <p14:cNvContentPartPr/>
              <p14:nvPr/>
            </p14:nvContentPartPr>
            <p14:xfrm>
              <a:off x="9532353" y="4396593"/>
              <a:ext cx="41400" cy="52704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C8A5098A-65B7-46B6-A86A-ED644B4546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523353" y="4387953"/>
                <a:ext cx="5904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E3602930-C20F-4894-819B-E802C3E72F18}"/>
                  </a:ext>
                </a:extLst>
              </p14:cNvPr>
              <p14:cNvContentPartPr/>
              <p14:nvPr/>
            </p14:nvContentPartPr>
            <p14:xfrm>
              <a:off x="10199793" y="4395873"/>
              <a:ext cx="57240" cy="14364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E3602930-C20F-4894-819B-E802C3E72F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91153" y="4387233"/>
                <a:ext cx="74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F757BAB9-0720-4FF3-86DC-470961713D5B}"/>
                  </a:ext>
                </a:extLst>
              </p14:cNvPr>
              <p14:cNvContentPartPr/>
              <p14:nvPr/>
            </p14:nvContentPartPr>
            <p14:xfrm>
              <a:off x="10154793" y="4900953"/>
              <a:ext cx="244800" cy="2667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F757BAB9-0720-4FF3-86DC-470961713D5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46153" y="4891953"/>
                <a:ext cx="26244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B10DD11B-86FF-4127-9161-9B57158D87B3}"/>
                  </a:ext>
                </a:extLst>
              </p14:cNvPr>
              <p14:cNvContentPartPr/>
              <p14:nvPr/>
            </p14:nvContentPartPr>
            <p14:xfrm>
              <a:off x="6469113" y="4554993"/>
              <a:ext cx="1145880" cy="47808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B10DD11B-86FF-4127-9161-9B57158D87B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60116" y="4546360"/>
                <a:ext cx="1163514" cy="4957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39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D7156E6C-CE1D-48D0-9DCC-796E645F7AE6}"/>
                  </a:ext>
                </a:extLst>
              </p14:cNvPr>
              <p14:cNvContentPartPr/>
              <p14:nvPr/>
            </p14:nvContentPartPr>
            <p14:xfrm>
              <a:off x="11235873" y="524073"/>
              <a:ext cx="1164960" cy="70200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D7156E6C-CE1D-48D0-9DCC-796E645F7A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27233" y="515433"/>
                <a:ext cx="118260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0F473EAD-4334-47B7-AF66-EA5EDDC909FB}"/>
                  </a:ext>
                </a:extLst>
              </p14:cNvPr>
              <p14:cNvContentPartPr/>
              <p14:nvPr/>
            </p14:nvContentPartPr>
            <p14:xfrm>
              <a:off x="-92247" y="666273"/>
              <a:ext cx="384120" cy="91224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0F473EAD-4334-47B7-AF66-EA5EDDC909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0247" y="648633"/>
                <a:ext cx="419760" cy="9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ABC00FE2-5263-4337-B4C6-EC73E4ECF953}"/>
                  </a:ext>
                </a:extLst>
              </p14:cNvPr>
              <p14:cNvContentPartPr/>
              <p14:nvPr/>
            </p14:nvContentPartPr>
            <p14:xfrm>
              <a:off x="2697753" y="3873873"/>
              <a:ext cx="387000" cy="459000"/>
            </p14:xfrm>
          </p:contentPart>
        </mc:Choice>
        <mc:Fallback xmlns=""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ABC00FE2-5263-4337-B4C6-EC73E4ECF9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9113" y="3864873"/>
                <a:ext cx="40464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086B6289-944F-4F7E-BC32-8112AF95582F}"/>
                  </a:ext>
                </a:extLst>
              </p14:cNvPr>
              <p14:cNvContentPartPr/>
              <p14:nvPr/>
            </p14:nvContentPartPr>
            <p14:xfrm>
              <a:off x="4224153" y="3894393"/>
              <a:ext cx="30960" cy="39312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086B6289-944F-4F7E-BC32-8112AF9558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5153" y="3885753"/>
                <a:ext cx="4860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D96F1346-7514-4C7A-90AF-A49FE3B57F29}"/>
                  </a:ext>
                </a:extLst>
              </p14:cNvPr>
              <p14:cNvContentPartPr/>
              <p14:nvPr/>
            </p14:nvContentPartPr>
            <p14:xfrm>
              <a:off x="3028593" y="4779273"/>
              <a:ext cx="40680" cy="44064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D96F1346-7514-4C7A-90AF-A49FE3B57F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9593" y="4770633"/>
                <a:ext cx="5832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30C21BD9-7BD8-43C4-85BA-7933DE58AB45}"/>
                  </a:ext>
                </a:extLst>
              </p14:cNvPr>
              <p14:cNvContentPartPr/>
              <p14:nvPr/>
            </p14:nvContentPartPr>
            <p14:xfrm>
              <a:off x="4084473" y="4862793"/>
              <a:ext cx="250920" cy="35388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30C21BD9-7BD8-43C4-85BA-7933DE58AB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75833" y="4854153"/>
                <a:ext cx="26856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29977D66-6A20-4AF5-8E09-DBF7769344F1}"/>
                  </a:ext>
                </a:extLst>
              </p14:cNvPr>
              <p14:cNvContentPartPr/>
              <p14:nvPr/>
            </p14:nvContentPartPr>
            <p14:xfrm>
              <a:off x="3072153" y="5921193"/>
              <a:ext cx="41400" cy="41940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29977D66-6A20-4AF5-8E09-DBF7769344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63153" y="5912553"/>
                <a:ext cx="5904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CE7353E4-5562-4589-BA92-A3E0F1FF9814}"/>
                  </a:ext>
                </a:extLst>
              </p14:cNvPr>
              <p14:cNvContentPartPr/>
              <p14:nvPr/>
            </p14:nvContentPartPr>
            <p14:xfrm>
              <a:off x="4407033" y="5919393"/>
              <a:ext cx="19440" cy="33696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CE7353E4-5562-4589-BA92-A3E0F1FF98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98393" y="5910393"/>
                <a:ext cx="370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97AA7C17-9D4C-4ADD-848A-8B4BD0DFD57B}"/>
                  </a:ext>
                </a:extLst>
              </p14:cNvPr>
              <p14:cNvContentPartPr/>
              <p14:nvPr/>
            </p14:nvContentPartPr>
            <p14:xfrm>
              <a:off x="6483873" y="4074393"/>
              <a:ext cx="480960" cy="38196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97AA7C17-9D4C-4ADD-848A-8B4BD0DFD5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75233" y="4065393"/>
                <a:ext cx="49860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B219180B-908A-4522-9D56-D30D19E56E20}"/>
                  </a:ext>
                </a:extLst>
              </p14:cNvPr>
              <p14:cNvContentPartPr/>
              <p14:nvPr/>
            </p14:nvContentPartPr>
            <p14:xfrm>
              <a:off x="6063393" y="4162953"/>
              <a:ext cx="302760" cy="30276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B219180B-908A-4522-9D56-D30D19E56E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54753" y="4154313"/>
                <a:ext cx="3204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79233FA1-F0BA-44D2-8D54-12B0937175A2}"/>
                  </a:ext>
                </a:extLst>
              </p14:cNvPr>
              <p14:cNvContentPartPr/>
              <p14:nvPr/>
            </p14:nvContentPartPr>
            <p14:xfrm>
              <a:off x="2729433" y="5440593"/>
              <a:ext cx="1960920" cy="9756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79233FA1-F0BA-44D2-8D54-12B0937175A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20793" y="5431593"/>
                <a:ext cx="1978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581516C0-E6A2-4F8F-9CD0-4D7221FE8F8A}"/>
                  </a:ext>
                </a:extLst>
              </p14:cNvPr>
              <p14:cNvContentPartPr/>
              <p14:nvPr/>
            </p14:nvContentPartPr>
            <p14:xfrm>
              <a:off x="6388473" y="4976193"/>
              <a:ext cx="757080" cy="37008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581516C0-E6A2-4F8F-9CD0-4D7221FE8F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79833" y="4967193"/>
                <a:ext cx="77472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6646160C-CB03-4DD2-B118-E167438940CB}"/>
                  </a:ext>
                </a:extLst>
              </p14:cNvPr>
              <p14:cNvContentPartPr/>
              <p14:nvPr/>
            </p14:nvContentPartPr>
            <p14:xfrm>
              <a:off x="5893833" y="5001033"/>
              <a:ext cx="356400" cy="28008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6646160C-CB03-4DD2-B118-E167438940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84833" y="4992033"/>
                <a:ext cx="3740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DB202E15-DFF5-43C5-9A4A-EB9D99D82984}"/>
                  </a:ext>
                </a:extLst>
              </p14:cNvPr>
              <p14:cNvContentPartPr/>
              <p14:nvPr/>
            </p14:nvContentPartPr>
            <p14:xfrm>
              <a:off x="7438953" y="4450593"/>
              <a:ext cx="77040" cy="13896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DB202E15-DFF5-43C5-9A4A-EB9D99D8298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29953" y="4441953"/>
                <a:ext cx="946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66EAA195-09BD-4C65-AC47-7F399D3B53CE}"/>
                  </a:ext>
                </a:extLst>
              </p14:cNvPr>
              <p14:cNvContentPartPr/>
              <p14:nvPr/>
            </p14:nvContentPartPr>
            <p14:xfrm>
              <a:off x="7972113" y="4155033"/>
              <a:ext cx="262080" cy="22536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66EAA195-09BD-4C65-AC47-7F399D3B53C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63473" y="4146393"/>
                <a:ext cx="2797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29C9380A-DBFE-4FDA-81FA-A28F7605677E}"/>
                  </a:ext>
                </a:extLst>
              </p14:cNvPr>
              <p14:cNvContentPartPr/>
              <p14:nvPr/>
            </p14:nvContentPartPr>
            <p14:xfrm>
              <a:off x="8374593" y="4100673"/>
              <a:ext cx="258120" cy="272520"/>
            </p14:xfrm>
          </p:contentPart>
        </mc:Choice>
        <mc:Fallback xmlns=""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29C9380A-DBFE-4FDA-81FA-A28F760567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65953" y="4091673"/>
                <a:ext cx="2757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89BACC22-A069-4B12-8248-B1C5669D8E5F}"/>
                  </a:ext>
                </a:extLst>
              </p14:cNvPr>
              <p14:cNvContentPartPr/>
              <p14:nvPr/>
            </p14:nvContentPartPr>
            <p14:xfrm>
              <a:off x="9022593" y="4125513"/>
              <a:ext cx="392400" cy="32400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89BACC22-A069-4B12-8248-B1C5669D8E5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13593" y="4116513"/>
                <a:ext cx="4100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2A5BB341-71D0-4802-8A46-9B260915C3DF}"/>
                  </a:ext>
                </a:extLst>
              </p14:cNvPr>
              <p14:cNvContentPartPr/>
              <p14:nvPr/>
            </p14:nvContentPartPr>
            <p14:xfrm>
              <a:off x="9727833" y="4118313"/>
              <a:ext cx="32040" cy="8640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2A5BB341-71D0-4802-8A46-9B260915C3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19193" y="4109313"/>
                <a:ext cx="496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FE40E7EA-CE28-4C77-903C-9D5DA9078377}"/>
                  </a:ext>
                </a:extLst>
              </p14:cNvPr>
              <p14:cNvContentPartPr/>
              <p14:nvPr/>
            </p14:nvContentPartPr>
            <p14:xfrm>
              <a:off x="9629193" y="4414953"/>
              <a:ext cx="165960" cy="161640"/>
            </p14:xfrm>
          </p:contentPart>
        </mc:Choice>
        <mc:Fallback xmlns=""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FE40E7EA-CE28-4C77-903C-9D5DA90783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20553" y="4406313"/>
                <a:ext cx="1836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FEA7561A-1A1B-4D56-9A6D-C9ED163F11F4}"/>
                  </a:ext>
                </a:extLst>
              </p14:cNvPr>
              <p14:cNvContentPartPr/>
              <p14:nvPr/>
            </p14:nvContentPartPr>
            <p14:xfrm>
              <a:off x="7745673" y="5091033"/>
              <a:ext cx="257760" cy="197640"/>
            </p14:xfrm>
          </p:contentPart>
        </mc:Choice>
        <mc:Fallback xmlns=""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FEA7561A-1A1B-4D56-9A6D-C9ED163F11F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37033" y="5082393"/>
                <a:ext cx="275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2EEB4DBF-59BA-49BF-963B-F4358EFA193C}"/>
                  </a:ext>
                </a:extLst>
              </p14:cNvPr>
              <p14:cNvContentPartPr/>
              <p14:nvPr/>
            </p14:nvContentPartPr>
            <p14:xfrm>
              <a:off x="7437873" y="5314953"/>
              <a:ext cx="62640" cy="14328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2EEB4DBF-59BA-49BF-963B-F4358EFA193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29233" y="5305953"/>
                <a:ext cx="802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12F464D2-CDAD-4251-9818-DB43E02852E7}"/>
                  </a:ext>
                </a:extLst>
              </p14:cNvPr>
              <p14:cNvContentPartPr/>
              <p14:nvPr/>
            </p14:nvContentPartPr>
            <p14:xfrm>
              <a:off x="8152113" y="5002473"/>
              <a:ext cx="183240" cy="23256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12F464D2-CDAD-4251-9818-DB43E02852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43473" y="4993473"/>
                <a:ext cx="200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50445722-6950-45E5-AB7F-E67659AFA35F}"/>
                  </a:ext>
                </a:extLst>
              </p14:cNvPr>
              <p14:cNvContentPartPr/>
              <p14:nvPr/>
            </p14:nvContentPartPr>
            <p14:xfrm>
              <a:off x="8898753" y="4970433"/>
              <a:ext cx="316800" cy="30204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50445722-6950-45E5-AB7F-E67659AFA35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889753" y="4961793"/>
                <a:ext cx="3344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C4AFFE9C-6B32-4A97-811D-D97143D9562B}"/>
                  </a:ext>
                </a:extLst>
              </p14:cNvPr>
              <p14:cNvContentPartPr/>
              <p14:nvPr/>
            </p14:nvContentPartPr>
            <p14:xfrm>
              <a:off x="9690753" y="4993833"/>
              <a:ext cx="15480" cy="12240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C4AFFE9C-6B32-4A97-811D-D97143D956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82113" y="4985193"/>
                <a:ext cx="33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9E38769D-6E65-43C2-99D1-A45BC83410B8}"/>
                  </a:ext>
                </a:extLst>
              </p14:cNvPr>
              <p14:cNvContentPartPr/>
              <p14:nvPr/>
            </p14:nvContentPartPr>
            <p14:xfrm>
              <a:off x="9561513" y="5253033"/>
              <a:ext cx="176400" cy="16524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9E38769D-6E65-43C2-99D1-A45BC83410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52513" y="5244393"/>
                <a:ext cx="194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BDB3F50E-5BD6-4622-AADE-B33F3E8B7AD6}"/>
                  </a:ext>
                </a:extLst>
              </p14:cNvPr>
              <p14:cNvContentPartPr/>
              <p14:nvPr/>
            </p14:nvContentPartPr>
            <p14:xfrm>
              <a:off x="7641633" y="5983113"/>
              <a:ext cx="1521000" cy="33480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BDB3F50E-5BD6-4622-AADE-B33F3E8B7A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32633" y="5974464"/>
                <a:ext cx="1538640" cy="352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7D8005EA-11CF-40A9-9ED1-027C05B33C06}"/>
                  </a:ext>
                </a:extLst>
              </p14:cNvPr>
              <p14:cNvContentPartPr/>
              <p14:nvPr/>
            </p14:nvContentPartPr>
            <p14:xfrm>
              <a:off x="10331913" y="5976633"/>
              <a:ext cx="229680" cy="241920"/>
            </p14:xfrm>
          </p:contentPart>
        </mc:Choice>
        <mc:Fallback xmlns=""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7D8005EA-11CF-40A9-9ED1-027C05B33C0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323273" y="5967993"/>
                <a:ext cx="2473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7DC9253F-366E-4671-9F43-7DF65DA7CA55}"/>
                  </a:ext>
                </a:extLst>
              </p14:cNvPr>
              <p14:cNvContentPartPr/>
              <p14:nvPr/>
            </p14:nvContentPartPr>
            <p14:xfrm>
              <a:off x="10709553" y="6028473"/>
              <a:ext cx="25560" cy="36000"/>
            </p14:xfrm>
          </p:contentPart>
        </mc:Choice>
        <mc:Fallback xmlns=""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7DC9253F-366E-4671-9F43-7DF65DA7CA5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700913" y="6019833"/>
                <a:ext cx="43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E8F870BB-3E4E-4CA4-B630-0E5607FBF106}"/>
                  </a:ext>
                </a:extLst>
              </p14:cNvPr>
              <p14:cNvContentPartPr/>
              <p14:nvPr/>
            </p14:nvContentPartPr>
            <p14:xfrm>
              <a:off x="10679673" y="6206313"/>
              <a:ext cx="87840" cy="6840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E8F870BB-3E4E-4CA4-B630-0E5607FBF10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70673" y="6197313"/>
                <a:ext cx="1054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3ADF33DE-4BAC-4635-B9C7-092E6DE76382}"/>
                  </a:ext>
                </a:extLst>
              </p14:cNvPr>
              <p14:cNvContentPartPr/>
              <p14:nvPr/>
            </p14:nvContentPartPr>
            <p14:xfrm>
              <a:off x="9376833" y="6224673"/>
              <a:ext cx="69120" cy="8208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3ADF33DE-4BAC-4635-B9C7-092E6DE7638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367833" y="6215673"/>
                <a:ext cx="867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954ADB8A-D5EF-4CC4-B607-2B60505E1712}"/>
                  </a:ext>
                </a:extLst>
              </p14:cNvPr>
              <p14:cNvContentPartPr/>
              <p14:nvPr/>
            </p14:nvContentPartPr>
            <p14:xfrm>
              <a:off x="9693993" y="6026313"/>
              <a:ext cx="457200" cy="21132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954ADB8A-D5EF-4CC4-B607-2B60505E171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85353" y="6017673"/>
                <a:ext cx="474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00A8E990-2BA8-4E6D-98CB-1E69CEF84083}"/>
                  </a:ext>
                </a:extLst>
              </p14:cNvPr>
              <p14:cNvContentPartPr/>
              <p14:nvPr/>
            </p14:nvContentPartPr>
            <p14:xfrm>
              <a:off x="5904633" y="5936313"/>
              <a:ext cx="1211040" cy="41364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00A8E990-2BA8-4E6D-98CB-1E69CEF8408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86993" y="5927313"/>
                <a:ext cx="123768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707ED666-A90E-46F1-B21B-05E7887E2BAA}"/>
                  </a:ext>
                </a:extLst>
              </p14:cNvPr>
              <p14:cNvContentPartPr/>
              <p14:nvPr/>
            </p14:nvContentPartPr>
            <p14:xfrm>
              <a:off x="8246073" y="6679713"/>
              <a:ext cx="67320" cy="13032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707ED666-A90E-46F1-B21B-05E7887E2BA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28073" y="6662073"/>
                <a:ext cx="1029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102C4EF8-DE44-41A7-B8EC-0D8D0F37CCEB}"/>
                  </a:ext>
                </a:extLst>
              </p14:cNvPr>
              <p14:cNvContentPartPr/>
              <p14:nvPr/>
            </p14:nvContentPartPr>
            <p14:xfrm>
              <a:off x="9037353" y="6489633"/>
              <a:ext cx="498240" cy="336240"/>
            </p14:xfrm>
          </p:contentPart>
        </mc:Choice>
        <mc:Fallback xmlns=""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102C4EF8-DE44-41A7-B8EC-0D8D0F37CCE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019713" y="6471633"/>
                <a:ext cx="53388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4DEC8F92-85D0-4361-9B93-FC0AC8A8BD94}"/>
                  </a:ext>
                </a:extLst>
              </p14:cNvPr>
              <p14:cNvContentPartPr/>
              <p14:nvPr/>
            </p14:nvContentPartPr>
            <p14:xfrm>
              <a:off x="8469273" y="6573873"/>
              <a:ext cx="428400" cy="230760"/>
            </p14:xfrm>
          </p:contentPart>
        </mc:Choice>
        <mc:Fallback xmlns=""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4DEC8F92-85D0-4361-9B93-FC0AC8A8BD9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51633" y="6556205"/>
                <a:ext cx="464040" cy="266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CE8FB5DC-2E73-407C-801B-690136814B5A}"/>
                  </a:ext>
                </a:extLst>
              </p14:cNvPr>
              <p14:cNvContentPartPr/>
              <p14:nvPr/>
            </p14:nvContentPartPr>
            <p14:xfrm>
              <a:off x="7360473" y="6522033"/>
              <a:ext cx="452880" cy="28836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CE8FB5DC-2E73-407C-801B-690136814B5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42473" y="6504371"/>
                <a:ext cx="488520" cy="324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DE0B46D4-E0B6-4665-AB38-912D1049AA30}"/>
                  </a:ext>
                </a:extLst>
              </p14:cNvPr>
              <p14:cNvContentPartPr/>
              <p14:nvPr/>
            </p14:nvContentPartPr>
            <p14:xfrm>
              <a:off x="6021633" y="6548313"/>
              <a:ext cx="1202040" cy="25380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DE0B46D4-E0B6-4665-AB38-912D1049AA3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03633" y="6530673"/>
                <a:ext cx="12376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4B85024F-DC44-4842-9DE0-7D88064AB8A7}"/>
                  </a:ext>
                </a:extLst>
              </p14:cNvPr>
              <p14:cNvContentPartPr/>
              <p14:nvPr/>
            </p14:nvContentPartPr>
            <p14:xfrm>
              <a:off x="498873" y="142833"/>
              <a:ext cx="10575360" cy="3458880"/>
            </p14:xfrm>
          </p:contentPart>
        </mc:Choice>
        <mc:Fallback xmlns=""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4B85024F-DC44-4842-9DE0-7D88064AB8A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0874" y="133833"/>
                <a:ext cx="10610999" cy="34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8" name="墨迹 207">
                <a:extLst>
                  <a:ext uri="{FF2B5EF4-FFF2-40B4-BE49-F238E27FC236}">
                    <a16:creationId xmlns:a16="http://schemas.microsoft.com/office/drawing/2014/main" id="{232E3B0E-2358-4C70-A2CB-5A1F585FB435}"/>
                  </a:ext>
                </a:extLst>
              </p14:cNvPr>
              <p14:cNvContentPartPr/>
              <p14:nvPr/>
            </p14:nvContentPartPr>
            <p14:xfrm>
              <a:off x="12054513" y="2825193"/>
              <a:ext cx="329760" cy="245880"/>
            </p14:xfrm>
          </p:contentPart>
        </mc:Choice>
        <mc:Fallback xmlns="">
          <p:pic>
            <p:nvPicPr>
              <p:cNvPr id="208" name="墨迹 207">
                <a:extLst>
                  <a:ext uri="{FF2B5EF4-FFF2-40B4-BE49-F238E27FC236}">
                    <a16:creationId xmlns:a16="http://schemas.microsoft.com/office/drawing/2014/main" id="{232E3B0E-2358-4C70-A2CB-5A1F585FB43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036873" y="2807193"/>
                <a:ext cx="3654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0A151F3A-4899-48C1-895D-AB33C81E204B}"/>
                  </a:ext>
                </a:extLst>
              </p14:cNvPr>
              <p14:cNvContentPartPr/>
              <p14:nvPr/>
            </p14:nvContentPartPr>
            <p14:xfrm>
              <a:off x="11228673" y="1790913"/>
              <a:ext cx="1472040" cy="879840"/>
            </p14:xfrm>
          </p:contentPart>
        </mc:Choice>
        <mc:Fallback xmlns=""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0A151F3A-4899-48C1-895D-AB33C81E204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11033" y="1772913"/>
                <a:ext cx="1507680" cy="9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7C08AD6F-97E6-4D9C-BDB6-1BD8DF91FD3B}"/>
                  </a:ext>
                </a:extLst>
              </p14:cNvPr>
              <p14:cNvContentPartPr/>
              <p14:nvPr/>
            </p14:nvContentPartPr>
            <p14:xfrm>
              <a:off x="12248193" y="4229193"/>
              <a:ext cx="360" cy="360"/>
            </p14:xfrm>
          </p:contentPart>
        </mc:Choice>
        <mc:Fallback xmlns=""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7C08AD6F-97E6-4D9C-BDB6-1BD8DF91FD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230553" y="42111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F7A68C7E-CAF3-47AF-802D-3CD759334CFF}"/>
                  </a:ext>
                </a:extLst>
              </p14:cNvPr>
              <p14:cNvContentPartPr/>
              <p14:nvPr/>
            </p14:nvContentPartPr>
            <p14:xfrm>
              <a:off x="11829153" y="3414513"/>
              <a:ext cx="198360" cy="639720"/>
            </p14:xfrm>
          </p:contentPart>
        </mc:Choice>
        <mc:Fallback xmlns=""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F7A68C7E-CAF3-47AF-802D-3CD759334CF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811513" y="3396513"/>
                <a:ext cx="234000" cy="67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901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8CB513F-AEE6-49C7-A36E-D8E2EC973D3D}"/>
                  </a:ext>
                </a:extLst>
              </p14:cNvPr>
              <p14:cNvContentPartPr/>
              <p14:nvPr/>
            </p14:nvContentPartPr>
            <p14:xfrm>
              <a:off x="5238273" y="238593"/>
              <a:ext cx="1437840" cy="84168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8CB513F-AEE6-49C7-A36E-D8E2EC973D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29273" y="229953"/>
                <a:ext cx="145548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8480E91-4C01-4204-BDD0-F0F44E15E7B9}"/>
                  </a:ext>
                </a:extLst>
              </p14:cNvPr>
              <p14:cNvContentPartPr/>
              <p14:nvPr/>
            </p14:nvContentPartPr>
            <p14:xfrm>
              <a:off x="1689393" y="261273"/>
              <a:ext cx="444240" cy="7286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8480E91-4C01-4204-BDD0-F0F44E15E7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0753" y="252633"/>
                <a:ext cx="46188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38F227E-0F57-41B0-B85A-28C44B420A54}"/>
                  </a:ext>
                </a:extLst>
              </p14:cNvPr>
              <p14:cNvContentPartPr/>
              <p14:nvPr/>
            </p14:nvContentPartPr>
            <p14:xfrm>
              <a:off x="2283033" y="597513"/>
              <a:ext cx="151200" cy="234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38F227E-0F57-41B0-B85A-28C44B420A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4033" y="588873"/>
                <a:ext cx="168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015F3671-A445-4DD1-AB74-766D1CA03321}"/>
                  </a:ext>
                </a:extLst>
              </p14:cNvPr>
              <p14:cNvContentPartPr/>
              <p14:nvPr/>
            </p14:nvContentPartPr>
            <p14:xfrm>
              <a:off x="2752473" y="282513"/>
              <a:ext cx="462600" cy="6800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015F3671-A445-4DD1-AB74-766D1CA033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43473" y="273513"/>
                <a:ext cx="48024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0838545-9131-407A-98A4-25571D82100A}"/>
                  </a:ext>
                </a:extLst>
              </p14:cNvPr>
              <p14:cNvContentPartPr/>
              <p14:nvPr/>
            </p14:nvContentPartPr>
            <p14:xfrm>
              <a:off x="3346473" y="543873"/>
              <a:ext cx="520560" cy="3434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0838545-9131-407A-98A4-25571D8210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37827" y="535233"/>
                <a:ext cx="538212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49D67DA3-5BDD-4D2E-AD19-B3C02DB76B6E}"/>
                  </a:ext>
                </a:extLst>
              </p14:cNvPr>
              <p14:cNvContentPartPr/>
              <p14:nvPr/>
            </p14:nvContentPartPr>
            <p14:xfrm>
              <a:off x="5608353" y="1384113"/>
              <a:ext cx="269280" cy="29880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49D67DA3-5BDD-4D2E-AD19-B3C02DB76B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99353" y="1375473"/>
                <a:ext cx="2869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F000D4D5-6862-4611-BF3F-0A3D05A2FF7A}"/>
                  </a:ext>
                </a:extLst>
              </p14:cNvPr>
              <p14:cNvContentPartPr/>
              <p14:nvPr/>
            </p14:nvContentPartPr>
            <p14:xfrm>
              <a:off x="5557593" y="2068833"/>
              <a:ext cx="299520" cy="34740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F000D4D5-6862-4611-BF3F-0A3D05A2FF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48593" y="2060193"/>
                <a:ext cx="3171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C8DD4FD7-7E03-4ADE-817B-EA3658519CAD}"/>
                  </a:ext>
                </a:extLst>
              </p14:cNvPr>
              <p14:cNvContentPartPr/>
              <p14:nvPr/>
            </p14:nvContentPartPr>
            <p14:xfrm>
              <a:off x="5623473" y="3384633"/>
              <a:ext cx="233640" cy="33804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C8DD4FD7-7E03-4ADE-817B-EA3658519C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14833" y="3375993"/>
                <a:ext cx="25128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1C461E06-0FE9-442A-B4C2-94619B025410}"/>
                  </a:ext>
                </a:extLst>
              </p14:cNvPr>
              <p14:cNvContentPartPr/>
              <p14:nvPr/>
            </p14:nvContentPartPr>
            <p14:xfrm>
              <a:off x="5702673" y="4344753"/>
              <a:ext cx="44640" cy="23760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1C461E06-0FE9-442A-B4C2-94619B02541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94033" y="4336113"/>
                <a:ext cx="622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F683C4CA-9E41-4E72-8D48-D21F1E0FD033}"/>
                  </a:ext>
                </a:extLst>
              </p14:cNvPr>
              <p14:cNvContentPartPr/>
              <p14:nvPr/>
            </p14:nvContentPartPr>
            <p14:xfrm>
              <a:off x="5757393" y="5662713"/>
              <a:ext cx="50040" cy="30132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F683C4CA-9E41-4E72-8D48-D21F1E0FD0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48393" y="5654073"/>
                <a:ext cx="676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7DE377C7-A3FA-4140-A635-CDEDCA27EA12}"/>
                  </a:ext>
                </a:extLst>
              </p14:cNvPr>
              <p14:cNvContentPartPr/>
              <p14:nvPr/>
            </p14:nvContentPartPr>
            <p14:xfrm>
              <a:off x="7861408" y="260934"/>
              <a:ext cx="857880" cy="48960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7DE377C7-A3FA-4140-A635-CDEDCA27EA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52408" y="252294"/>
                <a:ext cx="87552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7ECD5398-DC17-4C74-B431-C8057C71E247}"/>
                  </a:ext>
                </a:extLst>
              </p14:cNvPr>
              <p14:cNvContentPartPr/>
              <p14:nvPr/>
            </p14:nvContentPartPr>
            <p14:xfrm>
              <a:off x="5397928" y="2750673"/>
              <a:ext cx="433440" cy="432381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7ECD5398-DC17-4C74-B431-C8057C71E24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89288" y="2741673"/>
                <a:ext cx="451080" cy="450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694C8DAD-CCF7-45D3-AA78-09713CA1FB0C}"/>
                  </a:ext>
                </a:extLst>
              </p14:cNvPr>
              <p14:cNvContentPartPr/>
              <p14:nvPr/>
            </p14:nvContentPartPr>
            <p14:xfrm>
              <a:off x="5301273" y="3796473"/>
              <a:ext cx="707400" cy="27108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694C8DAD-CCF7-45D3-AA78-09713CA1FB0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92273" y="3787833"/>
                <a:ext cx="7250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37C5D953-4216-4707-BFAD-1CC5E2F4F4DC}"/>
                  </a:ext>
                </a:extLst>
              </p14:cNvPr>
              <p14:cNvContentPartPr/>
              <p14:nvPr/>
            </p14:nvContentPartPr>
            <p14:xfrm>
              <a:off x="5408008" y="4692534"/>
              <a:ext cx="567720" cy="8460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37C5D953-4216-4707-BFAD-1CC5E2F4F4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99368" y="4683894"/>
                <a:ext cx="5853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87F0C2DC-5788-46C8-8A14-66E00EF8821A}"/>
                  </a:ext>
                </a:extLst>
              </p14:cNvPr>
              <p14:cNvContentPartPr/>
              <p14:nvPr/>
            </p14:nvContentPartPr>
            <p14:xfrm>
              <a:off x="5629408" y="6114534"/>
              <a:ext cx="398520" cy="5472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87F0C2DC-5788-46C8-8A14-66E00EF882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20768" y="6105534"/>
                <a:ext cx="4161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7E263F89-70C9-4268-A492-20E609900CD4}"/>
                  </a:ext>
                </a:extLst>
              </p14:cNvPr>
              <p14:cNvContentPartPr/>
              <p14:nvPr/>
            </p14:nvContentPartPr>
            <p14:xfrm>
              <a:off x="5509888" y="6445353"/>
              <a:ext cx="568080" cy="541578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7E263F89-70C9-4268-A492-20E609900CD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01243" y="6436705"/>
                <a:ext cx="585731" cy="559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11E1B90D-49B3-4B75-9F08-687CF7CF5D79}"/>
                  </a:ext>
                </a:extLst>
              </p14:cNvPr>
              <p14:cNvContentPartPr/>
              <p14:nvPr/>
            </p14:nvContentPartPr>
            <p14:xfrm>
              <a:off x="5556328" y="4989513"/>
              <a:ext cx="429840" cy="409701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11E1B90D-49B3-4B75-9F08-687CF7CF5D7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47688" y="4980865"/>
                <a:ext cx="447480" cy="427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1BCCB64C-7EA9-402B-9823-887F237087B5}"/>
                  </a:ext>
                </a:extLst>
              </p14:cNvPr>
              <p14:cNvContentPartPr/>
              <p14:nvPr/>
            </p14:nvContentPartPr>
            <p14:xfrm>
              <a:off x="1689208" y="1465854"/>
              <a:ext cx="2226240" cy="5343819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1BCCB64C-7EA9-402B-9823-887F237087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80208" y="1457213"/>
                <a:ext cx="2243880" cy="5361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04F53938-2123-4F08-8229-EE14B1D96BB5}"/>
                  </a:ext>
                </a:extLst>
              </p14:cNvPr>
              <p14:cNvContentPartPr/>
              <p14:nvPr/>
            </p14:nvContentPartPr>
            <p14:xfrm>
              <a:off x="6371728" y="1367574"/>
              <a:ext cx="2466720" cy="553356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04F53938-2123-4F08-8229-EE14B1D96BB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62728" y="1358574"/>
                <a:ext cx="2484360" cy="55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98868F80-83A5-49B5-A5EF-38087E9E7270}"/>
                  </a:ext>
                </a:extLst>
              </p14:cNvPr>
              <p14:cNvContentPartPr/>
              <p14:nvPr/>
            </p14:nvContentPartPr>
            <p14:xfrm>
              <a:off x="10021048" y="75534"/>
              <a:ext cx="1567800" cy="811800"/>
            </p14:xfrm>
          </p:contentPart>
        </mc:Choice>
        <mc:Fallback xmlns=""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98868F80-83A5-49B5-A5EF-38087E9E727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003404" y="57534"/>
                <a:ext cx="1603448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80BBD052-114C-4381-A047-C762830B7A37}"/>
                  </a:ext>
                </a:extLst>
              </p14:cNvPr>
              <p14:cNvContentPartPr/>
              <p14:nvPr/>
            </p14:nvContentPartPr>
            <p14:xfrm>
              <a:off x="10893328" y="1784094"/>
              <a:ext cx="93240" cy="11376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80BBD052-114C-4381-A047-C762830B7A3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875688" y="1766094"/>
                <a:ext cx="1288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33DEBF2A-38CA-41F6-B4B4-E6DD6E5183E1}"/>
                  </a:ext>
                </a:extLst>
              </p14:cNvPr>
              <p14:cNvContentPartPr/>
              <p14:nvPr/>
            </p14:nvContentPartPr>
            <p14:xfrm>
              <a:off x="11222728" y="1507614"/>
              <a:ext cx="805320" cy="24876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33DEBF2A-38CA-41F6-B4B4-E6DD6E5183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204736" y="1489974"/>
                <a:ext cx="840944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8ADCE5B9-6C58-4C90-830C-CBEA9AB80D0E}"/>
                  </a:ext>
                </a:extLst>
              </p14:cNvPr>
              <p14:cNvContentPartPr/>
              <p14:nvPr/>
            </p14:nvContentPartPr>
            <p14:xfrm>
              <a:off x="10080448" y="1454334"/>
              <a:ext cx="682200" cy="39996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8ADCE5B9-6C58-4C90-830C-CBEA9AB80D0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62808" y="1436350"/>
                <a:ext cx="717840" cy="435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26E1C113-82AB-426B-A51D-D249FA4EFDAB}"/>
                  </a:ext>
                </a:extLst>
              </p14:cNvPr>
              <p14:cNvContentPartPr/>
              <p14:nvPr/>
            </p14:nvContentPartPr>
            <p14:xfrm>
              <a:off x="12275728" y="1525614"/>
              <a:ext cx="15120" cy="8172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26E1C113-82AB-426B-A51D-D249FA4EFDA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258088" y="1507974"/>
                <a:ext cx="507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F5D8B08C-8F0F-4CF1-8CBB-2E0569CC5AB1}"/>
                  </a:ext>
                </a:extLst>
              </p14:cNvPr>
              <p14:cNvContentPartPr/>
              <p14:nvPr/>
            </p14:nvContentPartPr>
            <p14:xfrm>
              <a:off x="12173848" y="1771134"/>
              <a:ext cx="144720" cy="11448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F5D8B08C-8F0F-4CF1-8CBB-2E0569CC5A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156208" y="1753494"/>
                <a:ext cx="1803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4041EDD8-D592-43AE-B563-A92EDC6190A5}"/>
                  </a:ext>
                </a:extLst>
              </p14:cNvPr>
              <p14:cNvContentPartPr/>
              <p14:nvPr/>
            </p14:nvContentPartPr>
            <p14:xfrm>
              <a:off x="10979728" y="2598414"/>
              <a:ext cx="38520" cy="14220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4041EDD8-D592-43AE-B563-A92EDC6190A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961728" y="2580414"/>
                <a:ext cx="741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32FBA0F6-69F7-4CFC-983C-40976E34432A}"/>
                  </a:ext>
                </a:extLst>
              </p14:cNvPr>
              <p14:cNvContentPartPr/>
              <p14:nvPr/>
            </p14:nvContentPartPr>
            <p14:xfrm>
              <a:off x="11724568" y="2320494"/>
              <a:ext cx="541080" cy="43704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32FBA0F6-69F7-4CFC-983C-40976E34432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706916" y="2302854"/>
                <a:ext cx="576744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55A70B25-CB69-4D0D-AFA2-3FC603124EF8}"/>
                  </a:ext>
                </a:extLst>
              </p14:cNvPr>
              <p14:cNvContentPartPr/>
              <p14:nvPr/>
            </p14:nvContentPartPr>
            <p14:xfrm>
              <a:off x="11223448" y="2334894"/>
              <a:ext cx="358200" cy="229320"/>
            </p14:xfrm>
          </p:contentPart>
        </mc:Choice>
        <mc:Fallback xmlns=""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55A70B25-CB69-4D0D-AFA2-3FC603124EF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205448" y="2316922"/>
                <a:ext cx="393840" cy="264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6163E3B2-598F-4609-823C-D61285FE1076}"/>
                  </a:ext>
                </a:extLst>
              </p14:cNvPr>
              <p14:cNvContentPartPr/>
              <p14:nvPr/>
            </p14:nvContentPartPr>
            <p14:xfrm>
              <a:off x="10365208" y="2305734"/>
              <a:ext cx="304560" cy="311760"/>
            </p14:xfrm>
          </p:contentPart>
        </mc:Choice>
        <mc:Fallback xmlns=""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6163E3B2-598F-4609-823C-D61285FE107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47208" y="2287734"/>
                <a:ext cx="3402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1DDFC1CB-B4A2-4E9D-B05A-8B9E788D4E3E}"/>
                  </a:ext>
                </a:extLst>
              </p14:cNvPr>
              <p14:cNvContentPartPr/>
              <p14:nvPr/>
            </p14:nvContentPartPr>
            <p14:xfrm>
              <a:off x="9916288" y="2315454"/>
              <a:ext cx="333000" cy="311760"/>
            </p14:xfrm>
          </p:contentPart>
        </mc:Choice>
        <mc:Fallback xmlns=""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1DDFC1CB-B4A2-4E9D-B05A-8B9E788D4E3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98648" y="2297454"/>
                <a:ext cx="3686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7AE1E903-A86A-49C2-946F-295FD4278770}"/>
                  </a:ext>
                </a:extLst>
              </p14:cNvPr>
              <p14:cNvContentPartPr/>
              <p14:nvPr/>
            </p14:nvContentPartPr>
            <p14:xfrm>
              <a:off x="12149008" y="2999814"/>
              <a:ext cx="45000" cy="9288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7AE1E903-A86A-49C2-946F-295FD427877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131008" y="2981814"/>
                <a:ext cx="806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56537C59-6E93-401B-A203-177BA2CD26AE}"/>
                  </a:ext>
                </a:extLst>
              </p14:cNvPr>
              <p14:cNvContentPartPr/>
              <p14:nvPr/>
            </p14:nvContentPartPr>
            <p14:xfrm>
              <a:off x="12021208" y="3301494"/>
              <a:ext cx="167760" cy="7956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56537C59-6E93-401B-A203-177BA2CD26A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003568" y="3283494"/>
                <a:ext cx="2034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38F3A2B3-9587-4042-91FB-3A5855421DAC}"/>
                  </a:ext>
                </a:extLst>
              </p14:cNvPr>
              <p14:cNvContentPartPr/>
              <p14:nvPr/>
            </p14:nvContentPartPr>
            <p14:xfrm>
              <a:off x="11272408" y="2992254"/>
              <a:ext cx="664920" cy="22752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38F3A2B3-9587-4042-91FB-3A5855421DA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254398" y="2974614"/>
                <a:ext cx="700579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66DF147B-534A-472B-A456-A710C4DE7CBB}"/>
                  </a:ext>
                </a:extLst>
              </p14:cNvPr>
              <p14:cNvContentPartPr/>
              <p14:nvPr/>
            </p14:nvContentPartPr>
            <p14:xfrm>
              <a:off x="9769408" y="3032574"/>
              <a:ext cx="1275120" cy="29232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66DF147B-534A-472B-A456-A710C4DE7CB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751768" y="3014934"/>
                <a:ext cx="13107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CD8A2D9E-EE24-4AA4-A701-9850939782AE}"/>
                  </a:ext>
                </a:extLst>
              </p14:cNvPr>
              <p14:cNvContentPartPr/>
              <p14:nvPr/>
            </p14:nvContentPartPr>
            <p14:xfrm>
              <a:off x="9586168" y="3626934"/>
              <a:ext cx="648000" cy="28080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CD8A2D9E-EE24-4AA4-A701-9850939782A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568528" y="3608957"/>
                <a:ext cx="683640" cy="316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3396901B-C7E0-4AC9-8312-85953DA49CE2}"/>
                  </a:ext>
                </a:extLst>
              </p14:cNvPr>
              <p14:cNvContentPartPr/>
              <p14:nvPr/>
            </p14:nvContentPartPr>
            <p14:xfrm>
              <a:off x="10644568" y="3849054"/>
              <a:ext cx="62640" cy="12960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3396901B-C7E0-4AC9-8312-85953DA49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626568" y="3831414"/>
                <a:ext cx="982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050EC710-A1A9-44BA-95A4-EFA344FD2326}"/>
                  </a:ext>
                </a:extLst>
              </p14:cNvPr>
              <p14:cNvContentPartPr/>
              <p14:nvPr/>
            </p14:nvContentPartPr>
            <p14:xfrm>
              <a:off x="11697568" y="3696054"/>
              <a:ext cx="203040" cy="234000"/>
            </p14:xfrm>
          </p:contentPart>
        </mc:Choice>
        <mc:Fallback xmlns=""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050EC710-A1A9-44BA-95A4-EFA344FD232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679568" y="3678414"/>
                <a:ext cx="2386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E195B514-CFAB-457B-9294-AE8C426D3AE4}"/>
                  </a:ext>
                </a:extLst>
              </p14:cNvPr>
              <p14:cNvContentPartPr/>
              <p14:nvPr/>
            </p14:nvContentPartPr>
            <p14:xfrm>
              <a:off x="12126688" y="3652854"/>
              <a:ext cx="37800" cy="10332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E195B514-CFAB-457B-9294-AE8C426D3AE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2108688" y="3635214"/>
                <a:ext cx="734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A74138E8-3D63-4D31-93E7-1BECCC2A5F4F}"/>
                  </a:ext>
                </a:extLst>
              </p14:cNvPr>
              <p14:cNvContentPartPr/>
              <p14:nvPr/>
            </p14:nvContentPartPr>
            <p14:xfrm>
              <a:off x="12060088" y="3887934"/>
              <a:ext cx="146160" cy="11160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A74138E8-3D63-4D31-93E7-1BECCC2A5F4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042448" y="3870294"/>
                <a:ext cx="181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67030DC1-89F6-4CBD-ABC3-5FCFAB834EFC}"/>
                  </a:ext>
                </a:extLst>
              </p14:cNvPr>
              <p14:cNvContentPartPr/>
              <p14:nvPr/>
            </p14:nvContentPartPr>
            <p14:xfrm>
              <a:off x="11071528" y="3674454"/>
              <a:ext cx="493560" cy="25164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67030DC1-89F6-4CBD-ABC3-5FCFAB834EF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053888" y="3656839"/>
                <a:ext cx="529200" cy="287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736588AB-C692-4320-9549-1B2D27140F2B}"/>
                  </a:ext>
                </a:extLst>
              </p14:cNvPr>
              <p14:cNvContentPartPr/>
              <p14:nvPr/>
            </p14:nvContentPartPr>
            <p14:xfrm>
              <a:off x="13162408" y="3698574"/>
              <a:ext cx="6840" cy="28008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736588AB-C692-4320-9549-1B2D27140F2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3144768" y="3680574"/>
                <a:ext cx="424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BD1FFEA8-603C-4D5D-99D2-6AA811478F3D}"/>
                  </a:ext>
                </a:extLst>
              </p14:cNvPr>
              <p14:cNvContentPartPr/>
              <p14:nvPr/>
            </p14:nvContentPartPr>
            <p14:xfrm>
              <a:off x="12610168" y="3651774"/>
              <a:ext cx="411480" cy="305640"/>
            </p14:xfrm>
          </p:contentPart>
        </mc:Choice>
        <mc:Fallback xmlns=""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BD1FFEA8-603C-4D5D-99D2-6AA811478F3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592184" y="3633774"/>
                <a:ext cx="447089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D83C6C90-A397-40F6-B379-C63344A68EAB}"/>
                  </a:ext>
                </a:extLst>
              </p14:cNvPr>
              <p14:cNvContentPartPr/>
              <p14:nvPr/>
            </p14:nvContentPartPr>
            <p14:xfrm>
              <a:off x="10720168" y="4641054"/>
              <a:ext cx="21240" cy="151920"/>
            </p14:xfrm>
          </p:contentPart>
        </mc:Choice>
        <mc:Fallback xmlns=""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D83C6C90-A397-40F6-B379-C63344A68EA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02168" y="4623414"/>
                <a:ext cx="568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05160925-FC29-4AED-B99A-03D2B6D3E260}"/>
                  </a:ext>
                </a:extLst>
              </p14:cNvPr>
              <p14:cNvContentPartPr/>
              <p14:nvPr/>
            </p14:nvContentPartPr>
            <p14:xfrm>
              <a:off x="11601448" y="4485174"/>
              <a:ext cx="193680" cy="19908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05160925-FC29-4AED-B99A-03D2B6D3E26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583808" y="4467174"/>
                <a:ext cx="2293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B2811872-005E-4056-B0B4-E999829026ED}"/>
                  </a:ext>
                </a:extLst>
              </p14:cNvPr>
              <p14:cNvContentPartPr/>
              <p14:nvPr/>
            </p14:nvContentPartPr>
            <p14:xfrm>
              <a:off x="12092488" y="4466454"/>
              <a:ext cx="47520" cy="8172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B2811872-005E-4056-B0B4-E999829026E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074848" y="4448814"/>
                <a:ext cx="831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375B3470-1FA4-4003-9C22-1E25165C183C}"/>
                  </a:ext>
                </a:extLst>
              </p14:cNvPr>
              <p14:cNvContentPartPr/>
              <p14:nvPr/>
            </p14:nvContentPartPr>
            <p14:xfrm>
              <a:off x="12008968" y="4685334"/>
              <a:ext cx="137160" cy="121320"/>
            </p14:xfrm>
          </p:contentPart>
        </mc:Choice>
        <mc:Fallback xmlns=""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375B3470-1FA4-4003-9C22-1E25165C183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990968" y="4667334"/>
                <a:ext cx="172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6A25B1B6-FD3A-4ABB-8560-99308823C38F}"/>
                  </a:ext>
                </a:extLst>
              </p14:cNvPr>
              <p14:cNvContentPartPr/>
              <p14:nvPr/>
            </p14:nvContentPartPr>
            <p14:xfrm>
              <a:off x="11003488" y="4517934"/>
              <a:ext cx="387000" cy="19368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6A25B1B6-FD3A-4ABB-8560-99308823C38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985832" y="4500294"/>
                <a:ext cx="422673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A6666956-9B50-4053-8103-684A0ED9B4E0}"/>
                  </a:ext>
                </a:extLst>
              </p14:cNvPr>
              <p14:cNvContentPartPr/>
              <p14:nvPr/>
            </p14:nvContentPartPr>
            <p14:xfrm>
              <a:off x="9703528" y="4429734"/>
              <a:ext cx="788760" cy="286560"/>
            </p14:xfrm>
          </p:contentPart>
        </mc:Choice>
        <mc:Fallback xmlns=""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A6666956-9B50-4053-8103-684A0ED9B4E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685528" y="4412072"/>
                <a:ext cx="824400" cy="322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10EB93C3-6CB2-4101-B925-6E42EE6BA573}"/>
                  </a:ext>
                </a:extLst>
              </p14:cNvPr>
              <p14:cNvContentPartPr/>
              <p14:nvPr/>
            </p14:nvContentPartPr>
            <p14:xfrm>
              <a:off x="10765528" y="5421174"/>
              <a:ext cx="7920" cy="113760"/>
            </p14:xfrm>
          </p:contentPart>
        </mc:Choice>
        <mc:Fallback xmlns=""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10EB93C3-6CB2-4101-B925-6E42EE6BA57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47888" y="5403174"/>
                <a:ext cx="435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C843611C-E48F-4B84-9F83-7ACCD89E479D}"/>
                  </a:ext>
                </a:extLst>
              </p14:cNvPr>
              <p14:cNvContentPartPr/>
              <p14:nvPr/>
            </p14:nvContentPartPr>
            <p14:xfrm>
              <a:off x="11115448" y="5241894"/>
              <a:ext cx="82800" cy="153360"/>
            </p14:xfrm>
          </p:contentPart>
        </mc:Choice>
        <mc:Fallback xmlns=""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C843611C-E48F-4B84-9F83-7ACCD89E479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097808" y="5224254"/>
                <a:ext cx="1184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1613DF44-D495-4A48-8FE0-CC7DCA4D19B9}"/>
                  </a:ext>
                </a:extLst>
              </p14:cNvPr>
              <p14:cNvContentPartPr/>
              <p14:nvPr/>
            </p14:nvContentPartPr>
            <p14:xfrm>
              <a:off x="11296528" y="5207694"/>
              <a:ext cx="96120" cy="174960"/>
            </p14:xfrm>
          </p:contentPart>
        </mc:Choice>
        <mc:Fallback xmlns=""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1613DF44-D495-4A48-8FE0-CC7DCA4D19B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278528" y="5189694"/>
                <a:ext cx="1317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2" name="墨迹 211">
                <a:extLst>
                  <a:ext uri="{FF2B5EF4-FFF2-40B4-BE49-F238E27FC236}">
                    <a16:creationId xmlns:a16="http://schemas.microsoft.com/office/drawing/2014/main" id="{6C058210-607F-4D57-AFA7-B69071E271C2}"/>
                  </a:ext>
                </a:extLst>
              </p14:cNvPr>
              <p14:cNvContentPartPr/>
              <p14:nvPr/>
            </p14:nvContentPartPr>
            <p14:xfrm>
              <a:off x="11521168" y="5191854"/>
              <a:ext cx="172080" cy="174240"/>
            </p14:xfrm>
          </p:contentPart>
        </mc:Choice>
        <mc:Fallback xmlns="">
          <p:pic>
            <p:nvPicPr>
              <p:cNvPr id="212" name="墨迹 211">
                <a:extLst>
                  <a:ext uri="{FF2B5EF4-FFF2-40B4-BE49-F238E27FC236}">
                    <a16:creationId xmlns:a16="http://schemas.microsoft.com/office/drawing/2014/main" id="{6C058210-607F-4D57-AFA7-B69071E271C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503168" y="5174214"/>
                <a:ext cx="2077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9FC962B0-3DB8-477A-A9E6-088540425894}"/>
                  </a:ext>
                </a:extLst>
              </p14:cNvPr>
              <p14:cNvContentPartPr/>
              <p14:nvPr/>
            </p14:nvContentPartPr>
            <p14:xfrm>
              <a:off x="12059368" y="5138934"/>
              <a:ext cx="38520" cy="54000"/>
            </p14:xfrm>
          </p:contentPart>
        </mc:Choice>
        <mc:Fallback xmlns=""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9FC962B0-3DB8-477A-A9E6-08854042589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041728" y="5121294"/>
                <a:ext cx="741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7F1B61D2-7822-4E54-9DD4-38A96677E4A1}"/>
                  </a:ext>
                </a:extLst>
              </p14:cNvPr>
              <p14:cNvContentPartPr/>
              <p14:nvPr/>
            </p14:nvContentPartPr>
            <p14:xfrm>
              <a:off x="12054328" y="5282214"/>
              <a:ext cx="99720" cy="133200"/>
            </p14:xfrm>
          </p:contentPart>
        </mc:Choice>
        <mc:Fallback xmlns=""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7F1B61D2-7822-4E54-9DD4-38A96677E4A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036688" y="5264574"/>
                <a:ext cx="1353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648EC581-2C9C-4B7C-87DB-3A208A41A20E}"/>
                  </a:ext>
                </a:extLst>
              </p14:cNvPr>
              <p14:cNvContentPartPr/>
              <p14:nvPr/>
            </p14:nvContentPartPr>
            <p14:xfrm>
              <a:off x="10262968" y="5230734"/>
              <a:ext cx="280800" cy="256320"/>
            </p14:xfrm>
          </p:contentPart>
        </mc:Choice>
        <mc:Fallback xmlns=""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648EC581-2C9C-4B7C-87DB-3A208A41A20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45328" y="5213094"/>
                <a:ext cx="3164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89786086-BAA8-466A-868E-4A6A56D71A1E}"/>
                  </a:ext>
                </a:extLst>
              </p14:cNvPr>
              <p14:cNvContentPartPr/>
              <p14:nvPr/>
            </p14:nvContentPartPr>
            <p14:xfrm>
              <a:off x="9612088" y="5226414"/>
              <a:ext cx="545040" cy="261720"/>
            </p14:xfrm>
          </p:contentPart>
        </mc:Choice>
        <mc:Fallback xmlns=""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89786086-BAA8-466A-868E-4A6A56D71A1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594100" y="5208414"/>
                <a:ext cx="580656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B8C7F518-5CD0-45A3-B5D9-283DDA27DBA2}"/>
                  </a:ext>
                </a:extLst>
              </p14:cNvPr>
              <p14:cNvContentPartPr/>
              <p14:nvPr/>
            </p14:nvContentPartPr>
            <p14:xfrm>
              <a:off x="10841848" y="5941374"/>
              <a:ext cx="30240" cy="128880"/>
            </p14:xfrm>
          </p:contentPart>
        </mc:Choice>
        <mc:Fallback xmlns=""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B8C7F518-5CD0-45A3-B5D9-283DDA27DBA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824208" y="5923374"/>
                <a:ext cx="65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4" name="墨迹 223">
                <a:extLst>
                  <a:ext uri="{FF2B5EF4-FFF2-40B4-BE49-F238E27FC236}">
                    <a16:creationId xmlns:a16="http://schemas.microsoft.com/office/drawing/2014/main" id="{A465108F-43BE-4400-90FF-C2BC42FC215E}"/>
                  </a:ext>
                </a:extLst>
              </p14:cNvPr>
              <p14:cNvContentPartPr/>
              <p14:nvPr/>
            </p14:nvContentPartPr>
            <p14:xfrm>
              <a:off x="11704048" y="5763534"/>
              <a:ext cx="160200" cy="140760"/>
            </p14:xfrm>
          </p:contentPart>
        </mc:Choice>
        <mc:Fallback xmlns="">
          <p:pic>
            <p:nvPicPr>
              <p:cNvPr id="224" name="墨迹 223">
                <a:extLst>
                  <a:ext uri="{FF2B5EF4-FFF2-40B4-BE49-F238E27FC236}">
                    <a16:creationId xmlns:a16="http://schemas.microsoft.com/office/drawing/2014/main" id="{A465108F-43BE-4400-90FF-C2BC42FC215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686048" y="5745894"/>
                <a:ext cx="1958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5" name="墨迹 224">
                <a:extLst>
                  <a:ext uri="{FF2B5EF4-FFF2-40B4-BE49-F238E27FC236}">
                    <a16:creationId xmlns:a16="http://schemas.microsoft.com/office/drawing/2014/main" id="{151153FD-B97E-4DCB-9372-438733A76AC2}"/>
                  </a:ext>
                </a:extLst>
              </p14:cNvPr>
              <p14:cNvContentPartPr/>
              <p14:nvPr/>
            </p14:nvContentPartPr>
            <p14:xfrm>
              <a:off x="12119848" y="5702334"/>
              <a:ext cx="40320" cy="60120"/>
            </p14:xfrm>
          </p:contentPart>
        </mc:Choice>
        <mc:Fallback xmlns="">
          <p:pic>
            <p:nvPicPr>
              <p:cNvPr id="225" name="墨迹 224">
                <a:extLst>
                  <a:ext uri="{FF2B5EF4-FFF2-40B4-BE49-F238E27FC236}">
                    <a16:creationId xmlns:a16="http://schemas.microsoft.com/office/drawing/2014/main" id="{151153FD-B97E-4DCB-9372-438733A76AC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2102208" y="5684694"/>
                <a:ext cx="759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26" name="墨迹 225">
                <a:extLst>
                  <a:ext uri="{FF2B5EF4-FFF2-40B4-BE49-F238E27FC236}">
                    <a16:creationId xmlns:a16="http://schemas.microsoft.com/office/drawing/2014/main" id="{0CB85CBA-4B09-4868-AB76-BEDD53A3AF34}"/>
                  </a:ext>
                </a:extLst>
              </p14:cNvPr>
              <p14:cNvContentPartPr/>
              <p14:nvPr/>
            </p14:nvContentPartPr>
            <p14:xfrm>
              <a:off x="12100048" y="5892054"/>
              <a:ext cx="90000" cy="115920"/>
            </p14:xfrm>
          </p:contentPart>
        </mc:Choice>
        <mc:Fallback xmlns="">
          <p:pic>
            <p:nvPicPr>
              <p:cNvPr id="226" name="墨迹 225">
                <a:extLst>
                  <a:ext uri="{FF2B5EF4-FFF2-40B4-BE49-F238E27FC236}">
                    <a16:creationId xmlns:a16="http://schemas.microsoft.com/office/drawing/2014/main" id="{0CB85CBA-4B09-4868-AB76-BEDD53A3AF3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082048" y="5874414"/>
                <a:ext cx="1256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E2069ECF-96F9-4E8A-B8C0-0D9C01002815}"/>
                  </a:ext>
                </a:extLst>
              </p14:cNvPr>
              <p14:cNvContentPartPr/>
              <p14:nvPr/>
            </p14:nvContentPartPr>
            <p14:xfrm>
              <a:off x="13104448" y="5721774"/>
              <a:ext cx="13680" cy="323640"/>
            </p14:xfrm>
          </p:contentPart>
        </mc:Choice>
        <mc:Fallback xmlns=""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E2069ECF-96F9-4E8A-B8C0-0D9C0100281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3086448" y="5704134"/>
                <a:ext cx="493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1" name="墨迹 230">
                <a:extLst>
                  <a:ext uri="{FF2B5EF4-FFF2-40B4-BE49-F238E27FC236}">
                    <a16:creationId xmlns:a16="http://schemas.microsoft.com/office/drawing/2014/main" id="{98EE6A63-1BC1-447E-A057-CBFE5399CAD4}"/>
                  </a:ext>
                </a:extLst>
              </p14:cNvPr>
              <p14:cNvContentPartPr/>
              <p14:nvPr/>
            </p14:nvContentPartPr>
            <p14:xfrm>
              <a:off x="12649048" y="5686854"/>
              <a:ext cx="350640" cy="277920"/>
            </p14:xfrm>
          </p:contentPart>
        </mc:Choice>
        <mc:Fallback xmlns="">
          <p:pic>
            <p:nvPicPr>
              <p:cNvPr id="231" name="墨迹 230">
                <a:extLst>
                  <a:ext uri="{FF2B5EF4-FFF2-40B4-BE49-F238E27FC236}">
                    <a16:creationId xmlns:a16="http://schemas.microsoft.com/office/drawing/2014/main" id="{98EE6A63-1BC1-447E-A057-CBFE5399CA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2631048" y="5668854"/>
                <a:ext cx="3862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32" name="墨迹 231">
                <a:extLst>
                  <a:ext uri="{FF2B5EF4-FFF2-40B4-BE49-F238E27FC236}">
                    <a16:creationId xmlns:a16="http://schemas.microsoft.com/office/drawing/2014/main" id="{45C5CEFD-8CFA-4C08-9966-763F367AF1E3}"/>
                  </a:ext>
                </a:extLst>
              </p14:cNvPr>
              <p14:cNvContentPartPr/>
              <p14:nvPr/>
            </p14:nvContentPartPr>
            <p14:xfrm>
              <a:off x="11155408" y="5765334"/>
              <a:ext cx="322200" cy="155520"/>
            </p14:xfrm>
          </p:contentPart>
        </mc:Choice>
        <mc:Fallback xmlns="">
          <p:pic>
            <p:nvPicPr>
              <p:cNvPr id="232" name="墨迹 231">
                <a:extLst>
                  <a:ext uri="{FF2B5EF4-FFF2-40B4-BE49-F238E27FC236}">
                    <a16:creationId xmlns:a16="http://schemas.microsoft.com/office/drawing/2014/main" id="{45C5CEFD-8CFA-4C08-9966-763F367AF1E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37768" y="5747334"/>
                <a:ext cx="3578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33" name="墨迹 232">
                <a:extLst>
                  <a:ext uri="{FF2B5EF4-FFF2-40B4-BE49-F238E27FC236}">
                    <a16:creationId xmlns:a16="http://schemas.microsoft.com/office/drawing/2014/main" id="{ED77966C-8804-4D27-AF7C-1673FDAD678E}"/>
                  </a:ext>
                </a:extLst>
              </p14:cNvPr>
              <p14:cNvContentPartPr/>
              <p14:nvPr/>
            </p14:nvContentPartPr>
            <p14:xfrm>
              <a:off x="9391408" y="5719614"/>
              <a:ext cx="59400" cy="323640"/>
            </p14:xfrm>
          </p:contentPart>
        </mc:Choice>
        <mc:Fallback xmlns="">
          <p:pic>
            <p:nvPicPr>
              <p:cNvPr id="233" name="墨迹 232">
                <a:extLst>
                  <a:ext uri="{FF2B5EF4-FFF2-40B4-BE49-F238E27FC236}">
                    <a16:creationId xmlns:a16="http://schemas.microsoft.com/office/drawing/2014/main" id="{ED77966C-8804-4D27-AF7C-1673FDAD678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373408" y="5701974"/>
                <a:ext cx="950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37" name="墨迹 236">
                <a:extLst>
                  <a:ext uri="{FF2B5EF4-FFF2-40B4-BE49-F238E27FC236}">
                    <a16:creationId xmlns:a16="http://schemas.microsoft.com/office/drawing/2014/main" id="{9D353454-F612-49D5-9DB6-6419DC5BFB41}"/>
                  </a:ext>
                </a:extLst>
              </p14:cNvPr>
              <p14:cNvContentPartPr/>
              <p14:nvPr/>
            </p14:nvContentPartPr>
            <p14:xfrm>
              <a:off x="9699208" y="5599734"/>
              <a:ext cx="1044360" cy="545040"/>
            </p14:xfrm>
          </p:contentPart>
        </mc:Choice>
        <mc:Fallback xmlns="">
          <p:pic>
            <p:nvPicPr>
              <p:cNvPr id="237" name="墨迹 236">
                <a:extLst>
                  <a:ext uri="{FF2B5EF4-FFF2-40B4-BE49-F238E27FC236}">
                    <a16:creationId xmlns:a16="http://schemas.microsoft.com/office/drawing/2014/main" id="{9D353454-F612-49D5-9DB6-6419DC5BFB4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681208" y="5582082"/>
                <a:ext cx="1080000" cy="58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8D234050-BF35-463B-B21E-2FC4F7511A69}"/>
                  </a:ext>
                </a:extLst>
              </p14:cNvPr>
              <p14:cNvContentPartPr/>
              <p14:nvPr/>
            </p14:nvContentPartPr>
            <p14:xfrm>
              <a:off x="10279888" y="6553374"/>
              <a:ext cx="216000" cy="254160"/>
            </p14:xfrm>
          </p:contentPart>
        </mc:Choice>
        <mc:Fallback xmlns=""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8D234050-BF35-463B-B21E-2FC4F7511A6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261888" y="6535734"/>
                <a:ext cx="2516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8E2B85E9-7AE0-4B4C-BCCD-89A738AFBBDA}"/>
                  </a:ext>
                </a:extLst>
              </p14:cNvPr>
              <p14:cNvContentPartPr/>
              <p14:nvPr/>
            </p14:nvContentPartPr>
            <p14:xfrm>
              <a:off x="9754288" y="6500454"/>
              <a:ext cx="363960" cy="363960"/>
            </p14:xfrm>
          </p:contentPart>
        </mc:Choice>
        <mc:Fallback xmlns=""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8E2B85E9-7AE0-4B4C-BCCD-89A738AFBBD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736648" y="6482454"/>
                <a:ext cx="39960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42" name="墨迹 241">
                <a:extLst>
                  <a:ext uri="{FF2B5EF4-FFF2-40B4-BE49-F238E27FC236}">
                    <a16:creationId xmlns:a16="http://schemas.microsoft.com/office/drawing/2014/main" id="{83CE146A-9680-43DF-8756-21E50BF590BE}"/>
                  </a:ext>
                </a:extLst>
              </p14:cNvPr>
              <p14:cNvContentPartPr/>
              <p14:nvPr/>
            </p14:nvContentPartPr>
            <p14:xfrm>
              <a:off x="10792168" y="6732654"/>
              <a:ext cx="44280" cy="161640"/>
            </p14:xfrm>
          </p:contentPart>
        </mc:Choice>
        <mc:Fallback xmlns="">
          <p:pic>
            <p:nvPicPr>
              <p:cNvPr id="242" name="墨迹 241">
                <a:extLst>
                  <a:ext uri="{FF2B5EF4-FFF2-40B4-BE49-F238E27FC236}">
                    <a16:creationId xmlns:a16="http://schemas.microsoft.com/office/drawing/2014/main" id="{83CE146A-9680-43DF-8756-21E50BF590B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774168" y="6714654"/>
                <a:ext cx="799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43" name="墨迹 242">
                <a:extLst>
                  <a:ext uri="{FF2B5EF4-FFF2-40B4-BE49-F238E27FC236}">
                    <a16:creationId xmlns:a16="http://schemas.microsoft.com/office/drawing/2014/main" id="{553436FB-C128-4336-B170-274B28B460DC}"/>
                  </a:ext>
                </a:extLst>
              </p14:cNvPr>
              <p14:cNvContentPartPr/>
              <p14:nvPr/>
            </p14:nvContentPartPr>
            <p14:xfrm>
              <a:off x="11043448" y="6590094"/>
              <a:ext cx="161280" cy="174240"/>
            </p14:xfrm>
          </p:contentPart>
        </mc:Choice>
        <mc:Fallback xmlns="">
          <p:pic>
            <p:nvPicPr>
              <p:cNvPr id="243" name="墨迹 242">
                <a:extLst>
                  <a:ext uri="{FF2B5EF4-FFF2-40B4-BE49-F238E27FC236}">
                    <a16:creationId xmlns:a16="http://schemas.microsoft.com/office/drawing/2014/main" id="{553436FB-C128-4336-B170-274B28B460D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025808" y="6572094"/>
                <a:ext cx="196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44" name="墨迹 243">
                <a:extLst>
                  <a:ext uri="{FF2B5EF4-FFF2-40B4-BE49-F238E27FC236}">
                    <a16:creationId xmlns:a16="http://schemas.microsoft.com/office/drawing/2014/main" id="{C9005963-F358-466F-B86F-F09B1937C53F}"/>
                  </a:ext>
                </a:extLst>
              </p14:cNvPr>
              <p14:cNvContentPartPr/>
              <p14:nvPr/>
            </p14:nvContentPartPr>
            <p14:xfrm>
              <a:off x="11376808" y="6555534"/>
              <a:ext cx="132120" cy="201960"/>
            </p14:xfrm>
          </p:contentPart>
        </mc:Choice>
        <mc:Fallback xmlns="">
          <p:pic>
            <p:nvPicPr>
              <p:cNvPr id="244" name="墨迹 243">
                <a:extLst>
                  <a:ext uri="{FF2B5EF4-FFF2-40B4-BE49-F238E27FC236}">
                    <a16:creationId xmlns:a16="http://schemas.microsoft.com/office/drawing/2014/main" id="{C9005963-F358-466F-B86F-F09B1937C5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59168" y="6537894"/>
                <a:ext cx="1677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45" name="墨迹 244">
                <a:extLst>
                  <a:ext uri="{FF2B5EF4-FFF2-40B4-BE49-F238E27FC236}">
                    <a16:creationId xmlns:a16="http://schemas.microsoft.com/office/drawing/2014/main" id="{A4F32512-C2F5-4962-9D47-6FB6726A10AA}"/>
                  </a:ext>
                </a:extLst>
              </p14:cNvPr>
              <p14:cNvContentPartPr/>
              <p14:nvPr/>
            </p14:nvContentPartPr>
            <p14:xfrm>
              <a:off x="11722768" y="6542214"/>
              <a:ext cx="249840" cy="206280"/>
            </p14:xfrm>
          </p:contentPart>
        </mc:Choice>
        <mc:Fallback xmlns="">
          <p:pic>
            <p:nvPicPr>
              <p:cNvPr id="245" name="墨迹 244">
                <a:extLst>
                  <a:ext uri="{FF2B5EF4-FFF2-40B4-BE49-F238E27FC236}">
                    <a16:creationId xmlns:a16="http://schemas.microsoft.com/office/drawing/2014/main" id="{A4F32512-C2F5-4962-9D47-6FB6726A10A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704768" y="6524214"/>
                <a:ext cx="2854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6552242B-B86B-499A-B56E-E895DE0285BB}"/>
                  </a:ext>
                </a:extLst>
              </p14:cNvPr>
              <p14:cNvContentPartPr/>
              <p14:nvPr/>
            </p14:nvContentPartPr>
            <p14:xfrm>
              <a:off x="12219568" y="6525654"/>
              <a:ext cx="65880" cy="65160"/>
            </p14:xfrm>
          </p:contentPart>
        </mc:Choice>
        <mc:Fallback xmlns=""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6552242B-B86B-499A-B56E-E895DE0285B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2201568" y="6508014"/>
                <a:ext cx="1015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47" name="墨迹 246">
                <a:extLst>
                  <a:ext uri="{FF2B5EF4-FFF2-40B4-BE49-F238E27FC236}">
                    <a16:creationId xmlns:a16="http://schemas.microsoft.com/office/drawing/2014/main" id="{498C2866-3E30-4C83-A21C-D3F89FD1C099}"/>
                  </a:ext>
                </a:extLst>
              </p14:cNvPr>
              <p14:cNvContentPartPr/>
              <p14:nvPr/>
            </p14:nvContentPartPr>
            <p14:xfrm>
              <a:off x="12293368" y="6746694"/>
              <a:ext cx="34200" cy="85320"/>
            </p14:xfrm>
          </p:contentPart>
        </mc:Choice>
        <mc:Fallback xmlns="">
          <p:pic>
            <p:nvPicPr>
              <p:cNvPr id="247" name="墨迹 246">
                <a:extLst>
                  <a:ext uri="{FF2B5EF4-FFF2-40B4-BE49-F238E27FC236}">
                    <a16:creationId xmlns:a16="http://schemas.microsoft.com/office/drawing/2014/main" id="{498C2866-3E30-4C83-A21C-D3F89FD1C09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2275368" y="6729054"/>
                <a:ext cx="698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52" name="墨迹 251">
                <a:extLst>
                  <a:ext uri="{FF2B5EF4-FFF2-40B4-BE49-F238E27FC236}">
                    <a16:creationId xmlns:a16="http://schemas.microsoft.com/office/drawing/2014/main" id="{17EDF490-A221-44DD-8B07-A9AEC03B70BC}"/>
                  </a:ext>
                </a:extLst>
              </p14:cNvPr>
              <p14:cNvContentPartPr/>
              <p14:nvPr/>
            </p14:nvContentPartPr>
            <p14:xfrm>
              <a:off x="12673528" y="6549054"/>
              <a:ext cx="434520" cy="298080"/>
            </p14:xfrm>
          </p:contentPart>
        </mc:Choice>
        <mc:Fallback xmlns="">
          <p:pic>
            <p:nvPicPr>
              <p:cNvPr id="252" name="墨迹 251">
                <a:extLst>
                  <a:ext uri="{FF2B5EF4-FFF2-40B4-BE49-F238E27FC236}">
                    <a16:creationId xmlns:a16="http://schemas.microsoft.com/office/drawing/2014/main" id="{17EDF490-A221-44DD-8B07-A9AEC03B70B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655888" y="6531054"/>
                <a:ext cx="4701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87" name="墨迹 286">
                <a:extLst>
                  <a:ext uri="{FF2B5EF4-FFF2-40B4-BE49-F238E27FC236}">
                    <a16:creationId xmlns:a16="http://schemas.microsoft.com/office/drawing/2014/main" id="{BE397388-9C50-4FAA-A117-A8970B2BF344}"/>
                  </a:ext>
                </a:extLst>
              </p14:cNvPr>
              <p14:cNvContentPartPr/>
              <p14:nvPr/>
            </p14:nvContentPartPr>
            <p14:xfrm>
              <a:off x="-675992" y="3320934"/>
              <a:ext cx="32760" cy="42120"/>
            </p14:xfrm>
          </p:contentPart>
        </mc:Choice>
        <mc:Fallback xmlns="">
          <p:pic>
            <p:nvPicPr>
              <p:cNvPr id="287" name="墨迹 286">
                <a:extLst>
                  <a:ext uri="{FF2B5EF4-FFF2-40B4-BE49-F238E27FC236}">
                    <a16:creationId xmlns:a16="http://schemas.microsoft.com/office/drawing/2014/main" id="{BE397388-9C50-4FAA-A117-A8970B2BF34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-693992" y="3302934"/>
                <a:ext cx="684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88" name="墨迹 287">
                <a:extLst>
                  <a:ext uri="{FF2B5EF4-FFF2-40B4-BE49-F238E27FC236}">
                    <a16:creationId xmlns:a16="http://schemas.microsoft.com/office/drawing/2014/main" id="{BD77E92C-D612-4309-9C9C-02C7A234E753}"/>
                  </a:ext>
                </a:extLst>
              </p14:cNvPr>
              <p14:cNvContentPartPr/>
              <p14:nvPr/>
            </p14:nvContentPartPr>
            <p14:xfrm>
              <a:off x="-815312" y="3537294"/>
              <a:ext cx="184320" cy="339840"/>
            </p14:xfrm>
          </p:contentPart>
        </mc:Choice>
        <mc:Fallback xmlns="">
          <p:pic>
            <p:nvPicPr>
              <p:cNvPr id="288" name="墨迹 287">
                <a:extLst>
                  <a:ext uri="{FF2B5EF4-FFF2-40B4-BE49-F238E27FC236}">
                    <a16:creationId xmlns:a16="http://schemas.microsoft.com/office/drawing/2014/main" id="{BD77E92C-D612-4309-9C9C-02C7A234E7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-833312" y="3519654"/>
                <a:ext cx="2199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89" name="墨迹 288">
                <a:extLst>
                  <a:ext uri="{FF2B5EF4-FFF2-40B4-BE49-F238E27FC236}">
                    <a16:creationId xmlns:a16="http://schemas.microsoft.com/office/drawing/2014/main" id="{02D150D5-CDD9-4E0B-B3BB-C003A6A7E599}"/>
                  </a:ext>
                </a:extLst>
              </p14:cNvPr>
              <p14:cNvContentPartPr/>
              <p14:nvPr/>
            </p14:nvContentPartPr>
            <p14:xfrm>
              <a:off x="-685352" y="3844014"/>
              <a:ext cx="88200" cy="206280"/>
            </p14:xfrm>
          </p:contentPart>
        </mc:Choice>
        <mc:Fallback xmlns="">
          <p:pic>
            <p:nvPicPr>
              <p:cNvPr id="289" name="墨迹 288">
                <a:extLst>
                  <a:ext uri="{FF2B5EF4-FFF2-40B4-BE49-F238E27FC236}">
                    <a16:creationId xmlns:a16="http://schemas.microsoft.com/office/drawing/2014/main" id="{02D150D5-CDD9-4E0B-B3BB-C003A6A7E59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-702992" y="3826014"/>
                <a:ext cx="1238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90" name="墨迹 289">
                <a:extLst>
                  <a:ext uri="{FF2B5EF4-FFF2-40B4-BE49-F238E27FC236}">
                    <a16:creationId xmlns:a16="http://schemas.microsoft.com/office/drawing/2014/main" id="{B1BE5899-61F8-4D73-93FB-F89BDF90982D}"/>
                  </a:ext>
                </a:extLst>
              </p14:cNvPr>
              <p14:cNvContentPartPr/>
              <p14:nvPr/>
            </p14:nvContentPartPr>
            <p14:xfrm>
              <a:off x="-604352" y="3572214"/>
              <a:ext cx="149400" cy="247320"/>
            </p14:xfrm>
          </p:contentPart>
        </mc:Choice>
        <mc:Fallback xmlns="">
          <p:pic>
            <p:nvPicPr>
              <p:cNvPr id="290" name="墨迹 289">
                <a:extLst>
                  <a:ext uri="{FF2B5EF4-FFF2-40B4-BE49-F238E27FC236}">
                    <a16:creationId xmlns:a16="http://schemas.microsoft.com/office/drawing/2014/main" id="{B1BE5899-61F8-4D73-93FB-F89BDF90982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-621992" y="3554574"/>
                <a:ext cx="1850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91" name="墨迹 290">
                <a:extLst>
                  <a:ext uri="{FF2B5EF4-FFF2-40B4-BE49-F238E27FC236}">
                    <a16:creationId xmlns:a16="http://schemas.microsoft.com/office/drawing/2014/main" id="{EFBABDD8-1500-42BE-86D7-95FEAFA8EC96}"/>
                  </a:ext>
                </a:extLst>
              </p14:cNvPr>
              <p14:cNvContentPartPr/>
              <p14:nvPr/>
            </p14:nvContentPartPr>
            <p14:xfrm>
              <a:off x="-499592" y="3464934"/>
              <a:ext cx="164520" cy="554760"/>
            </p14:xfrm>
          </p:contentPart>
        </mc:Choice>
        <mc:Fallback xmlns="">
          <p:pic>
            <p:nvPicPr>
              <p:cNvPr id="291" name="墨迹 290">
                <a:extLst>
                  <a:ext uri="{FF2B5EF4-FFF2-40B4-BE49-F238E27FC236}">
                    <a16:creationId xmlns:a16="http://schemas.microsoft.com/office/drawing/2014/main" id="{EFBABDD8-1500-42BE-86D7-95FEAFA8EC9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-517232" y="3446934"/>
                <a:ext cx="20016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92" name="墨迹 291">
                <a:extLst>
                  <a:ext uri="{FF2B5EF4-FFF2-40B4-BE49-F238E27FC236}">
                    <a16:creationId xmlns:a16="http://schemas.microsoft.com/office/drawing/2014/main" id="{F32183BF-BB2F-4DDF-865F-7F64F806CA23}"/>
                  </a:ext>
                </a:extLst>
              </p14:cNvPr>
              <p14:cNvContentPartPr/>
              <p14:nvPr/>
            </p14:nvContentPartPr>
            <p14:xfrm>
              <a:off x="-379352" y="3709734"/>
              <a:ext cx="170280" cy="86040"/>
            </p14:xfrm>
          </p:contentPart>
        </mc:Choice>
        <mc:Fallback xmlns="">
          <p:pic>
            <p:nvPicPr>
              <p:cNvPr id="292" name="墨迹 291">
                <a:extLst>
                  <a:ext uri="{FF2B5EF4-FFF2-40B4-BE49-F238E27FC236}">
                    <a16:creationId xmlns:a16="http://schemas.microsoft.com/office/drawing/2014/main" id="{F32183BF-BB2F-4DDF-865F-7F64F806CA2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-396992" y="3691734"/>
                <a:ext cx="2059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93" name="墨迹 292">
                <a:extLst>
                  <a:ext uri="{FF2B5EF4-FFF2-40B4-BE49-F238E27FC236}">
                    <a16:creationId xmlns:a16="http://schemas.microsoft.com/office/drawing/2014/main" id="{C7AF7449-439C-4684-B522-65643157F17F}"/>
                  </a:ext>
                </a:extLst>
              </p14:cNvPr>
              <p14:cNvContentPartPr/>
              <p14:nvPr/>
            </p14:nvContentPartPr>
            <p14:xfrm>
              <a:off x="-1010432" y="3171894"/>
              <a:ext cx="985680" cy="1195560"/>
            </p14:xfrm>
          </p:contentPart>
        </mc:Choice>
        <mc:Fallback xmlns="">
          <p:pic>
            <p:nvPicPr>
              <p:cNvPr id="293" name="墨迹 292">
                <a:extLst>
                  <a:ext uri="{FF2B5EF4-FFF2-40B4-BE49-F238E27FC236}">
                    <a16:creationId xmlns:a16="http://schemas.microsoft.com/office/drawing/2014/main" id="{C7AF7449-439C-4684-B522-65643157F17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-1028432" y="3153894"/>
                <a:ext cx="1021320" cy="12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94" name="墨迹 293">
                <a:extLst>
                  <a:ext uri="{FF2B5EF4-FFF2-40B4-BE49-F238E27FC236}">
                    <a16:creationId xmlns:a16="http://schemas.microsoft.com/office/drawing/2014/main" id="{10F64076-F7C2-475A-8DF6-3D72B3371270}"/>
                  </a:ext>
                </a:extLst>
              </p14:cNvPr>
              <p14:cNvContentPartPr/>
              <p14:nvPr/>
            </p14:nvContentPartPr>
            <p14:xfrm>
              <a:off x="-165152" y="4176294"/>
              <a:ext cx="11160" cy="30240"/>
            </p14:xfrm>
          </p:contentPart>
        </mc:Choice>
        <mc:Fallback xmlns="">
          <p:pic>
            <p:nvPicPr>
              <p:cNvPr id="294" name="墨迹 293">
                <a:extLst>
                  <a:ext uri="{FF2B5EF4-FFF2-40B4-BE49-F238E27FC236}">
                    <a16:creationId xmlns:a16="http://schemas.microsoft.com/office/drawing/2014/main" id="{10F64076-F7C2-475A-8DF6-3D72B337127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-183152" y="4158294"/>
                <a:ext cx="468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96" name="墨迹 295">
                <a:extLst>
                  <a:ext uri="{FF2B5EF4-FFF2-40B4-BE49-F238E27FC236}">
                    <a16:creationId xmlns:a16="http://schemas.microsoft.com/office/drawing/2014/main" id="{6D383716-EFD3-42E7-A6A1-0A4C5BAE5ABF}"/>
                  </a:ext>
                </a:extLst>
              </p14:cNvPr>
              <p14:cNvContentPartPr/>
              <p14:nvPr/>
            </p14:nvContentPartPr>
            <p14:xfrm>
              <a:off x="-525152" y="4225974"/>
              <a:ext cx="14400" cy="15120"/>
            </p14:xfrm>
          </p:contentPart>
        </mc:Choice>
        <mc:Fallback xmlns="">
          <p:pic>
            <p:nvPicPr>
              <p:cNvPr id="296" name="墨迹 295">
                <a:extLst>
                  <a:ext uri="{FF2B5EF4-FFF2-40B4-BE49-F238E27FC236}">
                    <a16:creationId xmlns:a16="http://schemas.microsoft.com/office/drawing/2014/main" id="{6D383716-EFD3-42E7-A6A1-0A4C5BAE5AB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-542792" y="4208334"/>
                <a:ext cx="500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97" name="墨迹 296">
                <a:extLst>
                  <a:ext uri="{FF2B5EF4-FFF2-40B4-BE49-F238E27FC236}">
                    <a16:creationId xmlns:a16="http://schemas.microsoft.com/office/drawing/2014/main" id="{8348B398-CA8D-4F18-A39F-26D6D2BC6B0B}"/>
                  </a:ext>
                </a:extLst>
              </p14:cNvPr>
              <p14:cNvContentPartPr/>
              <p14:nvPr/>
            </p14:nvContentPartPr>
            <p14:xfrm>
              <a:off x="-683552" y="4208334"/>
              <a:ext cx="376920" cy="480240"/>
            </p14:xfrm>
          </p:contentPart>
        </mc:Choice>
        <mc:Fallback xmlns="">
          <p:pic>
            <p:nvPicPr>
              <p:cNvPr id="297" name="墨迹 296">
                <a:extLst>
                  <a:ext uri="{FF2B5EF4-FFF2-40B4-BE49-F238E27FC236}">
                    <a16:creationId xmlns:a16="http://schemas.microsoft.com/office/drawing/2014/main" id="{8348B398-CA8D-4F18-A39F-26D6D2BC6B0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-701552" y="4190694"/>
                <a:ext cx="41256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98" name="墨迹 297">
                <a:extLst>
                  <a:ext uri="{FF2B5EF4-FFF2-40B4-BE49-F238E27FC236}">
                    <a16:creationId xmlns:a16="http://schemas.microsoft.com/office/drawing/2014/main" id="{01E5BC25-7653-436E-9807-C8606E575A56}"/>
                  </a:ext>
                </a:extLst>
              </p14:cNvPr>
              <p14:cNvContentPartPr/>
              <p14:nvPr/>
            </p14:nvContentPartPr>
            <p14:xfrm>
              <a:off x="-857792" y="5019774"/>
              <a:ext cx="185040" cy="240480"/>
            </p14:xfrm>
          </p:contentPart>
        </mc:Choice>
        <mc:Fallback xmlns="">
          <p:pic>
            <p:nvPicPr>
              <p:cNvPr id="298" name="墨迹 297">
                <a:extLst>
                  <a:ext uri="{FF2B5EF4-FFF2-40B4-BE49-F238E27FC236}">
                    <a16:creationId xmlns:a16="http://schemas.microsoft.com/office/drawing/2014/main" id="{01E5BC25-7653-436E-9807-C8606E575A5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-875432" y="5002134"/>
                <a:ext cx="2206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99" name="墨迹 298">
                <a:extLst>
                  <a:ext uri="{FF2B5EF4-FFF2-40B4-BE49-F238E27FC236}">
                    <a16:creationId xmlns:a16="http://schemas.microsoft.com/office/drawing/2014/main" id="{D73E36E1-97A9-4ECF-BE05-C765AFE64899}"/>
                  </a:ext>
                </a:extLst>
              </p14:cNvPr>
              <p14:cNvContentPartPr/>
              <p14:nvPr/>
            </p14:nvContentPartPr>
            <p14:xfrm>
              <a:off x="-655472" y="4905294"/>
              <a:ext cx="186840" cy="275760"/>
            </p14:xfrm>
          </p:contentPart>
        </mc:Choice>
        <mc:Fallback xmlns="">
          <p:pic>
            <p:nvPicPr>
              <p:cNvPr id="299" name="墨迹 298">
                <a:extLst>
                  <a:ext uri="{FF2B5EF4-FFF2-40B4-BE49-F238E27FC236}">
                    <a16:creationId xmlns:a16="http://schemas.microsoft.com/office/drawing/2014/main" id="{D73E36E1-97A9-4ECF-BE05-C765AFE6489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-673112" y="4887294"/>
                <a:ext cx="2224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00" name="墨迹 299">
                <a:extLst>
                  <a:ext uri="{FF2B5EF4-FFF2-40B4-BE49-F238E27FC236}">
                    <a16:creationId xmlns:a16="http://schemas.microsoft.com/office/drawing/2014/main" id="{E1780A4D-32A1-44C9-8145-746258CB86F3}"/>
                  </a:ext>
                </a:extLst>
              </p14:cNvPr>
              <p14:cNvContentPartPr/>
              <p14:nvPr/>
            </p14:nvContentPartPr>
            <p14:xfrm>
              <a:off x="-425792" y="4843374"/>
              <a:ext cx="248400" cy="220680"/>
            </p14:xfrm>
          </p:contentPart>
        </mc:Choice>
        <mc:Fallback xmlns="">
          <p:pic>
            <p:nvPicPr>
              <p:cNvPr id="300" name="墨迹 299">
                <a:extLst>
                  <a:ext uri="{FF2B5EF4-FFF2-40B4-BE49-F238E27FC236}">
                    <a16:creationId xmlns:a16="http://schemas.microsoft.com/office/drawing/2014/main" id="{E1780A4D-32A1-44C9-8145-746258CB86F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-443432" y="4825734"/>
                <a:ext cx="2840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01" name="墨迹 300">
                <a:extLst>
                  <a:ext uri="{FF2B5EF4-FFF2-40B4-BE49-F238E27FC236}">
                    <a16:creationId xmlns:a16="http://schemas.microsoft.com/office/drawing/2014/main" id="{17222D37-B02B-4872-906B-3AD02D8FBEAD}"/>
                  </a:ext>
                </a:extLst>
              </p14:cNvPr>
              <p14:cNvContentPartPr/>
              <p14:nvPr/>
            </p14:nvContentPartPr>
            <p14:xfrm>
              <a:off x="-476912" y="5085294"/>
              <a:ext cx="434880" cy="331920"/>
            </p14:xfrm>
          </p:contentPart>
        </mc:Choice>
        <mc:Fallback xmlns="">
          <p:pic>
            <p:nvPicPr>
              <p:cNvPr id="301" name="墨迹 300">
                <a:extLst>
                  <a:ext uri="{FF2B5EF4-FFF2-40B4-BE49-F238E27FC236}">
                    <a16:creationId xmlns:a16="http://schemas.microsoft.com/office/drawing/2014/main" id="{17222D37-B02B-4872-906B-3AD02D8FBEA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-494912" y="5067294"/>
                <a:ext cx="4705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10" name="墨迹 309">
                <a:extLst>
                  <a:ext uri="{FF2B5EF4-FFF2-40B4-BE49-F238E27FC236}">
                    <a16:creationId xmlns:a16="http://schemas.microsoft.com/office/drawing/2014/main" id="{6785B1DD-7946-4989-A7B2-2FACA76C6695}"/>
                  </a:ext>
                </a:extLst>
              </p14:cNvPr>
              <p14:cNvContentPartPr/>
              <p14:nvPr/>
            </p14:nvContentPartPr>
            <p14:xfrm>
              <a:off x="-1159472" y="403134"/>
              <a:ext cx="2578680" cy="4051080"/>
            </p14:xfrm>
          </p:contentPart>
        </mc:Choice>
        <mc:Fallback xmlns="">
          <p:pic>
            <p:nvPicPr>
              <p:cNvPr id="310" name="墨迹 309">
                <a:extLst>
                  <a:ext uri="{FF2B5EF4-FFF2-40B4-BE49-F238E27FC236}">
                    <a16:creationId xmlns:a16="http://schemas.microsoft.com/office/drawing/2014/main" id="{6785B1DD-7946-4989-A7B2-2FACA76C669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-1177112" y="394494"/>
                <a:ext cx="2605320" cy="406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046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7CB98C8-ADB6-4AF4-AAF2-1ADF2E57AEFC}"/>
                  </a:ext>
                </a:extLst>
              </p14:cNvPr>
              <p14:cNvContentPartPr/>
              <p14:nvPr/>
            </p14:nvContentPartPr>
            <p14:xfrm>
              <a:off x="1035448" y="834891"/>
              <a:ext cx="465120" cy="5418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7CB98C8-ADB6-4AF4-AAF2-1ADF2E57AE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448" y="825891"/>
                <a:ext cx="48276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48689CE-3008-417F-9D54-B203DE0976F6}"/>
                  </a:ext>
                </a:extLst>
              </p14:cNvPr>
              <p14:cNvContentPartPr/>
              <p14:nvPr/>
            </p14:nvContentPartPr>
            <p14:xfrm>
              <a:off x="1860208" y="1249611"/>
              <a:ext cx="2880" cy="428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48689CE-3008-417F-9D54-B203DE0976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1208" y="1240611"/>
                <a:ext cx="205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831A79A-3E09-405F-BD22-97EC0CDA8794}"/>
                  </a:ext>
                </a:extLst>
              </p14:cNvPr>
              <p14:cNvContentPartPr/>
              <p14:nvPr/>
            </p14:nvContentPartPr>
            <p14:xfrm>
              <a:off x="2467888" y="882411"/>
              <a:ext cx="32760" cy="4809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831A79A-3E09-405F-BD22-97EC0CDA87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59248" y="873411"/>
                <a:ext cx="5040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7913907-DA77-40CB-8AD1-E765A1F2ECE1}"/>
                  </a:ext>
                </a:extLst>
              </p14:cNvPr>
              <p14:cNvContentPartPr/>
              <p14:nvPr/>
            </p14:nvContentPartPr>
            <p14:xfrm>
              <a:off x="2633848" y="691611"/>
              <a:ext cx="435960" cy="7149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7913907-DA77-40CB-8AD1-E765A1F2EC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5208" y="682971"/>
                <a:ext cx="453600" cy="7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B10396CB-CC29-40D7-B078-2F1040C508AC}"/>
                  </a:ext>
                </a:extLst>
              </p14:cNvPr>
              <p14:cNvContentPartPr/>
              <p14:nvPr/>
            </p14:nvContentPartPr>
            <p14:xfrm>
              <a:off x="3542848" y="543291"/>
              <a:ext cx="3376800" cy="105660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B10396CB-CC29-40D7-B078-2F1040C508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33848" y="534651"/>
                <a:ext cx="3394440" cy="10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499C3D73-7361-457F-9676-98F0067CDFB1}"/>
                  </a:ext>
                </a:extLst>
              </p14:cNvPr>
              <p14:cNvContentPartPr/>
              <p14:nvPr/>
            </p14:nvContentPartPr>
            <p14:xfrm>
              <a:off x="8102608" y="1372011"/>
              <a:ext cx="5400" cy="4428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499C3D73-7361-457F-9676-98F0067CD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93608" y="1363011"/>
                <a:ext cx="230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4BC6BC5F-1E5F-4DC5-B379-78616AEEED1E}"/>
                  </a:ext>
                </a:extLst>
              </p14:cNvPr>
              <p14:cNvContentPartPr/>
              <p14:nvPr/>
            </p14:nvContentPartPr>
            <p14:xfrm>
              <a:off x="7411048" y="972771"/>
              <a:ext cx="542520" cy="37512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4BC6BC5F-1E5F-4DC5-B379-78616AEEED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02054" y="963771"/>
                <a:ext cx="560148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E52F87BF-C90A-4E8B-9DAD-6C6D8B1F0019}"/>
                  </a:ext>
                </a:extLst>
              </p14:cNvPr>
              <p14:cNvContentPartPr/>
              <p14:nvPr/>
            </p14:nvContentPartPr>
            <p14:xfrm>
              <a:off x="878128" y="2592771"/>
              <a:ext cx="504720" cy="76140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E52F87BF-C90A-4E8B-9DAD-6C6D8B1F00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128" y="2583771"/>
                <a:ext cx="522360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88BDA8D0-049B-49B7-8F61-FC6A4FC4917D}"/>
                  </a:ext>
                </a:extLst>
              </p14:cNvPr>
              <p14:cNvContentPartPr/>
              <p14:nvPr/>
            </p14:nvContentPartPr>
            <p14:xfrm>
              <a:off x="1647088" y="3066891"/>
              <a:ext cx="360" cy="3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88BDA8D0-049B-49B7-8F61-FC6A4FC491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38088" y="30582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6FD78DB5-C027-4594-B628-31A370E1D288}"/>
                  </a:ext>
                </a:extLst>
              </p14:cNvPr>
              <p14:cNvContentPartPr/>
              <p14:nvPr/>
            </p14:nvContentPartPr>
            <p14:xfrm>
              <a:off x="2425408" y="2553171"/>
              <a:ext cx="612360" cy="118404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6FD78DB5-C027-4594-B628-31A370E1D2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16768" y="2544531"/>
                <a:ext cx="63000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241F7666-4E42-4924-84B6-F99D461A8020}"/>
                  </a:ext>
                </a:extLst>
              </p14:cNvPr>
              <p14:cNvContentPartPr/>
              <p14:nvPr/>
            </p14:nvContentPartPr>
            <p14:xfrm>
              <a:off x="5815168" y="3169851"/>
              <a:ext cx="18720" cy="5400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241F7666-4E42-4924-84B6-F99D461A80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06528" y="3161211"/>
                <a:ext cx="363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68824022-41EA-41D0-96A9-918D992F6A2A}"/>
                  </a:ext>
                </a:extLst>
              </p14:cNvPr>
              <p14:cNvContentPartPr/>
              <p14:nvPr/>
            </p14:nvContentPartPr>
            <p14:xfrm>
              <a:off x="3332968" y="2340051"/>
              <a:ext cx="2212200" cy="113040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68824022-41EA-41D0-96A9-918D992F6A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24328" y="2331051"/>
                <a:ext cx="2229840" cy="11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789F39BD-1368-4A18-BC4F-F5E920E86363}"/>
                  </a:ext>
                </a:extLst>
              </p14:cNvPr>
              <p14:cNvContentPartPr/>
              <p14:nvPr/>
            </p14:nvContentPartPr>
            <p14:xfrm>
              <a:off x="7145008" y="2312331"/>
              <a:ext cx="573840" cy="85788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789F39BD-1368-4A18-BC4F-F5E920E8636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36008" y="2303331"/>
                <a:ext cx="591480" cy="87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36F3D665-FCB1-4B07-90C6-9E3F66916DEE}"/>
                  </a:ext>
                </a:extLst>
              </p14:cNvPr>
              <p14:cNvContentPartPr/>
              <p14:nvPr/>
            </p14:nvContentPartPr>
            <p14:xfrm>
              <a:off x="8775088" y="3036291"/>
              <a:ext cx="60840" cy="7884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36F3D665-FCB1-4B07-90C6-9E3F66916DE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66448" y="3027651"/>
                <a:ext cx="78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8DAE804D-19EE-4A32-BA08-BE9B7AFAAA51}"/>
                  </a:ext>
                </a:extLst>
              </p14:cNvPr>
              <p14:cNvContentPartPr/>
              <p14:nvPr/>
            </p14:nvContentPartPr>
            <p14:xfrm>
              <a:off x="9575368" y="2183091"/>
              <a:ext cx="36720" cy="10476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8DAE804D-19EE-4A32-BA08-BE9B7AFAAA5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566728" y="2174451"/>
                <a:ext cx="543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C16F8522-342A-44B7-91F5-A3F19EEF2B78}"/>
                  </a:ext>
                </a:extLst>
              </p14:cNvPr>
              <p14:cNvContentPartPr/>
              <p14:nvPr/>
            </p14:nvContentPartPr>
            <p14:xfrm>
              <a:off x="10587328" y="2598891"/>
              <a:ext cx="230040" cy="65160"/>
            </p14:xfrm>
          </p:contentPart>
        </mc:Choice>
        <mc:Fallback xmlns=""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C16F8522-342A-44B7-91F5-A3F19EEF2B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578328" y="2590251"/>
                <a:ext cx="2476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DFEB2AE3-AF97-4306-8BFE-5D405FA17A93}"/>
                  </a:ext>
                </a:extLst>
              </p14:cNvPr>
              <p14:cNvContentPartPr/>
              <p14:nvPr/>
            </p14:nvContentPartPr>
            <p14:xfrm>
              <a:off x="9131128" y="2377491"/>
              <a:ext cx="1152000" cy="75276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DFEB2AE3-AF97-4306-8BFE-5D405FA17A9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22131" y="2368491"/>
                <a:ext cx="1169634" cy="7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4D432E9A-1E5D-466C-81A3-599C57DA9FEC}"/>
                  </a:ext>
                </a:extLst>
              </p14:cNvPr>
              <p14:cNvContentPartPr/>
              <p14:nvPr/>
            </p14:nvContentPartPr>
            <p14:xfrm>
              <a:off x="7989928" y="2134851"/>
              <a:ext cx="553320" cy="107928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4D432E9A-1E5D-466C-81A3-599C57DA9F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80934" y="2125854"/>
                <a:ext cx="570949" cy="1096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7A115504-2903-43F0-B878-EA35C42DE703}"/>
                  </a:ext>
                </a:extLst>
              </p14:cNvPr>
              <p14:cNvContentPartPr/>
              <p14:nvPr/>
            </p14:nvContentPartPr>
            <p14:xfrm>
              <a:off x="6562528" y="3822531"/>
              <a:ext cx="851400" cy="1018080"/>
            </p14:xfrm>
          </p:contentPart>
        </mc:Choice>
        <mc:Fallback xmlns=""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7A115504-2903-43F0-B878-EA35C42DE7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53528" y="3813531"/>
                <a:ext cx="869040" cy="10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6CA16655-A552-48EA-ABEE-1469FB19985B}"/>
                  </a:ext>
                </a:extLst>
              </p14:cNvPr>
              <p14:cNvContentPartPr/>
              <p14:nvPr/>
            </p14:nvContentPartPr>
            <p14:xfrm>
              <a:off x="9145888" y="4356051"/>
              <a:ext cx="16200" cy="9432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6CA16655-A552-48EA-ABEE-1469FB1998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37248" y="4347051"/>
                <a:ext cx="338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45DB6A42-B537-4E59-B092-F90C64467298}"/>
                  </a:ext>
                </a:extLst>
              </p14:cNvPr>
              <p14:cNvContentPartPr/>
              <p14:nvPr/>
            </p14:nvContentPartPr>
            <p14:xfrm>
              <a:off x="7769968" y="3774651"/>
              <a:ext cx="1090800" cy="78768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45DB6A42-B537-4E59-B092-F90C6446729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61328" y="3765651"/>
                <a:ext cx="1108440" cy="80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DAEC12D1-1A49-4CE9-A8F4-2C4F0180D65C}"/>
                  </a:ext>
                </a:extLst>
              </p14:cNvPr>
              <p14:cNvContentPartPr/>
              <p14:nvPr/>
            </p14:nvContentPartPr>
            <p14:xfrm>
              <a:off x="12062608" y="2379651"/>
              <a:ext cx="730800" cy="712440"/>
            </p14:xfrm>
          </p:contentPart>
        </mc:Choice>
        <mc:Fallback xmlns=""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DAEC12D1-1A49-4CE9-A8F4-2C4F0180D65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053968" y="2370651"/>
                <a:ext cx="74844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817A544F-7B90-482B-92F2-FA14D92F8ACE}"/>
                  </a:ext>
                </a:extLst>
              </p14:cNvPr>
              <p14:cNvContentPartPr/>
              <p14:nvPr/>
            </p14:nvContentPartPr>
            <p14:xfrm>
              <a:off x="9142648" y="3982731"/>
              <a:ext cx="50040" cy="2556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817A544F-7B90-482B-92F2-FA14D92F8AC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33648" y="3974091"/>
                <a:ext cx="67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E0A056A9-34D3-450B-AA72-311F04A8D686}"/>
                  </a:ext>
                </a:extLst>
              </p14:cNvPr>
              <p14:cNvContentPartPr/>
              <p14:nvPr/>
            </p14:nvContentPartPr>
            <p14:xfrm>
              <a:off x="9155968" y="4178931"/>
              <a:ext cx="62640" cy="3924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E0A056A9-34D3-450B-AA72-311F04A8D68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46968" y="4170291"/>
                <a:ext cx="80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7B7A40E9-6682-4D26-9F76-838D1F34AF52}"/>
                  </a:ext>
                </a:extLst>
              </p14:cNvPr>
              <p14:cNvContentPartPr/>
              <p14:nvPr/>
            </p14:nvContentPartPr>
            <p14:xfrm>
              <a:off x="9942928" y="3838731"/>
              <a:ext cx="360" cy="9144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7B7A40E9-6682-4D26-9F76-838D1F34AF5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33928" y="3830091"/>
                <a:ext cx="180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6A8C5799-EC8C-493D-B456-C44D03745F5B}"/>
                  </a:ext>
                </a:extLst>
              </p14:cNvPr>
              <p14:cNvContentPartPr/>
              <p14:nvPr/>
            </p14:nvContentPartPr>
            <p14:xfrm>
              <a:off x="11597848" y="4292691"/>
              <a:ext cx="230400" cy="353160"/>
            </p14:xfrm>
          </p:contentPart>
        </mc:Choice>
        <mc:Fallback xmlns=""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6A8C5799-EC8C-493D-B456-C44D03745F5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589208" y="4283691"/>
                <a:ext cx="2480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90E55879-81ED-4ABC-9CC7-4AB044454634}"/>
                  </a:ext>
                </a:extLst>
              </p14:cNvPr>
              <p14:cNvContentPartPr/>
              <p14:nvPr/>
            </p14:nvContentPartPr>
            <p14:xfrm>
              <a:off x="10956688" y="1840731"/>
              <a:ext cx="874080" cy="1266120"/>
            </p14:xfrm>
          </p:contentPart>
        </mc:Choice>
        <mc:Fallback xmlns=""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90E55879-81ED-4ABC-9CC7-4AB04445463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947692" y="1832091"/>
                <a:ext cx="891713" cy="12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017A3377-7318-449F-9256-38766D0729F8}"/>
                  </a:ext>
                </a:extLst>
              </p14:cNvPr>
              <p14:cNvContentPartPr/>
              <p14:nvPr/>
            </p14:nvContentPartPr>
            <p14:xfrm>
              <a:off x="9450448" y="4027371"/>
              <a:ext cx="1730880" cy="85464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017A3377-7318-449F-9256-38766D0729F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41448" y="4018371"/>
                <a:ext cx="1748520" cy="8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1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1B6408A1-59E9-4B7E-AF1E-BD14495E7F05}"/>
                  </a:ext>
                </a:extLst>
              </p14:cNvPr>
              <p14:cNvContentPartPr/>
              <p14:nvPr/>
            </p14:nvContentPartPr>
            <p14:xfrm>
              <a:off x="8408608" y="2547411"/>
              <a:ext cx="151200" cy="1296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1B6408A1-59E9-4B7E-AF1E-BD14495E7F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9968" y="2538771"/>
                <a:ext cx="1688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82265880-0FC3-4570-86C1-C405279B2F7F}"/>
                  </a:ext>
                </a:extLst>
              </p14:cNvPr>
              <p14:cNvContentPartPr/>
              <p14:nvPr/>
            </p14:nvContentPartPr>
            <p14:xfrm>
              <a:off x="3965848" y="3632811"/>
              <a:ext cx="131400" cy="162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82265880-0FC3-4570-86C1-C405279B2F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6848" y="3623811"/>
                <a:ext cx="1490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1411FC0B-000D-4915-9B26-FDC9953AF32E}"/>
                  </a:ext>
                </a:extLst>
              </p14:cNvPr>
              <p14:cNvContentPartPr/>
              <p14:nvPr/>
            </p14:nvContentPartPr>
            <p14:xfrm>
              <a:off x="3947488" y="3744051"/>
              <a:ext cx="140400" cy="720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1411FC0B-000D-4915-9B26-FDC9953AF3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8848" y="3735051"/>
                <a:ext cx="1580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B48DE5CB-1362-461B-B9FF-88D27D660407}"/>
                  </a:ext>
                </a:extLst>
              </p14:cNvPr>
              <p14:cNvContentPartPr/>
              <p14:nvPr/>
            </p14:nvContentPartPr>
            <p14:xfrm>
              <a:off x="5462008" y="3945651"/>
              <a:ext cx="37440" cy="2880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B48DE5CB-1362-461B-B9FF-88D27D6604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53368" y="3937011"/>
                <a:ext cx="55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163B131C-575F-4F51-8E0B-C265E8BC10CD}"/>
                  </a:ext>
                </a:extLst>
              </p14:cNvPr>
              <p14:cNvContentPartPr/>
              <p14:nvPr/>
            </p14:nvContentPartPr>
            <p14:xfrm>
              <a:off x="5112448" y="3587451"/>
              <a:ext cx="210240" cy="30312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163B131C-575F-4F51-8E0B-C265E8BC10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03808" y="3578811"/>
                <a:ext cx="2278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9386B0B6-6B2B-443A-98D4-1001ECBDE4CE}"/>
                  </a:ext>
                </a:extLst>
              </p14:cNvPr>
              <p14:cNvContentPartPr/>
              <p14:nvPr/>
            </p14:nvContentPartPr>
            <p14:xfrm>
              <a:off x="4374808" y="3571611"/>
              <a:ext cx="618120" cy="33012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9386B0B6-6B2B-443A-98D4-1001ECBDE4C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66168" y="3562971"/>
                <a:ext cx="63576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3248E662-5B6E-450B-AECD-6BF8900B84E0}"/>
                  </a:ext>
                </a:extLst>
              </p14:cNvPr>
              <p14:cNvContentPartPr/>
              <p14:nvPr/>
            </p14:nvContentPartPr>
            <p14:xfrm>
              <a:off x="1648168" y="4877691"/>
              <a:ext cx="261360" cy="21852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3248E662-5B6E-450B-AECD-6BF8900B84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39168" y="4868691"/>
                <a:ext cx="2790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1C3632FB-8274-4747-80F5-9CE5B4339DC0}"/>
                  </a:ext>
                </a:extLst>
              </p14:cNvPr>
              <p14:cNvContentPartPr/>
              <p14:nvPr/>
            </p14:nvContentPartPr>
            <p14:xfrm>
              <a:off x="2008168" y="4771131"/>
              <a:ext cx="60480" cy="480600"/>
            </p14:xfrm>
          </p:contentPart>
        </mc:Choice>
        <mc:Fallback xmlns=""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1C3632FB-8274-4747-80F5-9CE5B4339D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99168" y="4762131"/>
                <a:ext cx="7812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E8C8D524-AD14-42DC-B4B3-15B8AAAC2FE8}"/>
                  </a:ext>
                </a:extLst>
              </p14:cNvPr>
              <p14:cNvContentPartPr/>
              <p14:nvPr/>
            </p14:nvContentPartPr>
            <p14:xfrm>
              <a:off x="2483008" y="4774011"/>
              <a:ext cx="10440" cy="40500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E8C8D524-AD14-42DC-B4B3-15B8AAAC2F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74008" y="4765011"/>
                <a:ext cx="280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34925EB5-1332-40EB-83A5-F594AD7EA4FD}"/>
                  </a:ext>
                </a:extLst>
              </p14:cNvPr>
              <p14:cNvContentPartPr/>
              <p14:nvPr/>
            </p14:nvContentPartPr>
            <p14:xfrm>
              <a:off x="3834088" y="5021691"/>
              <a:ext cx="108000" cy="324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34925EB5-1332-40EB-83A5-F594AD7EA4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25088" y="5013051"/>
                <a:ext cx="125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250E8754-D66C-4362-BBCE-DC7EB96F653C}"/>
                  </a:ext>
                </a:extLst>
              </p14:cNvPr>
              <p14:cNvContentPartPr/>
              <p14:nvPr/>
            </p14:nvContentPartPr>
            <p14:xfrm>
              <a:off x="3771808" y="5118171"/>
              <a:ext cx="130680" cy="6696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250E8754-D66C-4362-BBCE-DC7EB96F65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62808" y="5109171"/>
                <a:ext cx="148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836F6E34-5106-4E91-A63D-730EC9C1A53C}"/>
                  </a:ext>
                </a:extLst>
              </p14:cNvPr>
              <p14:cNvContentPartPr/>
              <p14:nvPr/>
            </p14:nvContentPartPr>
            <p14:xfrm>
              <a:off x="2706928" y="4780851"/>
              <a:ext cx="871200" cy="75960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836F6E34-5106-4E91-A63D-730EC9C1A53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97928" y="4772215"/>
                <a:ext cx="888840" cy="777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C03BA10F-963E-4647-A835-AC4FA6067BEB}"/>
                  </a:ext>
                </a:extLst>
              </p14:cNvPr>
              <p14:cNvContentPartPr/>
              <p14:nvPr/>
            </p14:nvContentPartPr>
            <p14:xfrm>
              <a:off x="2153608" y="4900731"/>
              <a:ext cx="169560" cy="24228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C03BA10F-963E-4647-A835-AC4FA6067BE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44968" y="4892091"/>
                <a:ext cx="1872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F1590A07-5B7A-4727-9DD3-E5297213CBE1}"/>
                  </a:ext>
                </a:extLst>
              </p14:cNvPr>
              <p14:cNvContentPartPr/>
              <p14:nvPr/>
            </p14:nvContentPartPr>
            <p14:xfrm>
              <a:off x="1292848" y="4678611"/>
              <a:ext cx="270000" cy="61272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F1590A07-5B7A-4727-9DD3-E5297213CBE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83848" y="4669611"/>
                <a:ext cx="28764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6D068C3C-2383-417C-B427-2DA30B0474BF}"/>
                  </a:ext>
                </a:extLst>
              </p14:cNvPr>
              <p14:cNvContentPartPr/>
              <p14:nvPr/>
            </p14:nvContentPartPr>
            <p14:xfrm>
              <a:off x="5910568" y="3500691"/>
              <a:ext cx="46800" cy="539640"/>
            </p14:xfrm>
          </p:contentPart>
        </mc:Choice>
        <mc:Fallback xmlns=""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6D068C3C-2383-417C-B427-2DA30B0474B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01928" y="3492051"/>
                <a:ext cx="6444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4F4A1064-25A3-4B52-BACD-DF5CCF3E04EC}"/>
                  </a:ext>
                </a:extLst>
              </p14:cNvPr>
              <p14:cNvContentPartPr/>
              <p14:nvPr/>
            </p14:nvContentPartPr>
            <p14:xfrm>
              <a:off x="6192808" y="3561531"/>
              <a:ext cx="255600" cy="24912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4F4A1064-25A3-4B52-BACD-DF5CCF3E04E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84168" y="3552891"/>
                <a:ext cx="2732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E600D227-9D00-4EB7-AE53-83F3B73E297E}"/>
                  </a:ext>
                </a:extLst>
              </p14:cNvPr>
              <p14:cNvContentPartPr/>
              <p14:nvPr/>
            </p14:nvContentPartPr>
            <p14:xfrm>
              <a:off x="6566848" y="3605451"/>
              <a:ext cx="165960" cy="22572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E600D227-9D00-4EB7-AE53-83F3B73E29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58208" y="3596811"/>
                <a:ext cx="1836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64641AB8-24B7-444B-9F97-A6928AB01517}"/>
                  </a:ext>
                </a:extLst>
              </p14:cNvPr>
              <p14:cNvContentPartPr/>
              <p14:nvPr/>
            </p14:nvContentPartPr>
            <p14:xfrm>
              <a:off x="7055008" y="3530571"/>
              <a:ext cx="35280" cy="37188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64641AB8-24B7-444B-9F97-A6928AB0151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46368" y="3521571"/>
                <a:ext cx="529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EDED0797-02F4-4067-B0A0-5378DA0E9669}"/>
                  </a:ext>
                </a:extLst>
              </p14:cNvPr>
              <p14:cNvContentPartPr/>
              <p14:nvPr/>
            </p14:nvContentPartPr>
            <p14:xfrm>
              <a:off x="7323928" y="3583491"/>
              <a:ext cx="46080" cy="37512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EDED0797-02F4-4067-B0A0-5378DA0E966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14928" y="3574491"/>
                <a:ext cx="637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1A2658A6-51F9-45C2-BCFC-D44623E58A33}"/>
                  </a:ext>
                </a:extLst>
              </p14:cNvPr>
              <p14:cNvContentPartPr/>
              <p14:nvPr/>
            </p14:nvContentPartPr>
            <p14:xfrm>
              <a:off x="7685368" y="3562611"/>
              <a:ext cx="62640" cy="448200"/>
            </p14:xfrm>
          </p:contentPart>
        </mc:Choice>
        <mc:Fallback xmlns=""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1A2658A6-51F9-45C2-BCFC-D44623E58A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76728" y="3553611"/>
                <a:ext cx="802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450E9447-1BD8-4B07-A1F1-495C95EE560B}"/>
                  </a:ext>
                </a:extLst>
              </p14:cNvPr>
              <p14:cNvContentPartPr/>
              <p14:nvPr/>
            </p14:nvContentPartPr>
            <p14:xfrm>
              <a:off x="1274488" y="3313491"/>
              <a:ext cx="2352600" cy="91152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450E9447-1BD8-4B07-A1F1-495C95EE560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65847" y="3304851"/>
                <a:ext cx="2370243" cy="9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F4F74A88-594B-447B-B979-8D88AE70EE00}"/>
                  </a:ext>
                </a:extLst>
              </p14:cNvPr>
              <p14:cNvContentPartPr/>
              <p14:nvPr/>
            </p14:nvContentPartPr>
            <p14:xfrm>
              <a:off x="5292808" y="4978491"/>
              <a:ext cx="46080" cy="316080"/>
            </p14:xfrm>
          </p:contentPart>
        </mc:Choice>
        <mc:Fallback xmlns=""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F4F74A88-594B-447B-B979-8D88AE70EE0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83808" y="4969851"/>
                <a:ext cx="63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CE436A52-E5E1-42DB-8842-4E0558F1989A}"/>
                  </a:ext>
                </a:extLst>
              </p14:cNvPr>
              <p14:cNvContentPartPr/>
              <p14:nvPr/>
            </p14:nvContentPartPr>
            <p14:xfrm>
              <a:off x="5563168" y="5262531"/>
              <a:ext cx="51120" cy="52200"/>
            </p14:xfrm>
          </p:contentPart>
        </mc:Choice>
        <mc:Fallback xmlns=""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CE436A52-E5E1-42DB-8842-4E0558F198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54528" y="5253891"/>
                <a:ext cx="687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C784C29B-14C6-44DC-949C-49A8C5FF03EB}"/>
                  </a:ext>
                </a:extLst>
              </p14:cNvPr>
              <p14:cNvContentPartPr/>
              <p14:nvPr/>
            </p14:nvContentPartPr>
            <p14:xfrm>
              <a:off x="6909928" y="4970211"/>
              <a:ext cx="116640" cy="32328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C784C29B-14C6-44DC-949C-49A8C5FF03E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00928" y="4961571"/>
                <a:ext cx="1342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E9BB5B02-6B12-4D46-B1F8-6DFCB5D3B6B5}"/>
                  </a:ext>
                </a:extLst>
              </p14:cNvPr>
              <p14:cNvContentPartPr/>
              <p14:nvPr/>
            </p14:nvContentPartPr>
            <p14:xfrm>
              <a:off x="7245088" y="4982811"/>
              <a:ext cx="95040" cy="30420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E9BB5B02-6B12-4D46-B1F8-6DFCB5D3B6B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236088" y="4974171"/>
                <a:ext cx="1126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DEE8BB1C-89C2-4307-B903-8D71E1464C48}"/>
                  </a:ext>
                </a:extLst>
              </p14:cNvPr>
              <p14:cNvContentPartPr/>
              <p14:nvPr/>
            </p14:nvContentPartPr>
            <p14:xfrm>
              <a:off x="7551088" y="5017371"/>
              <a:ext cx="72360" cy="28260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DEE8BB1C-89C2-4307-B903-8D71E1464C4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42088" y="5008371"/>
                <a:ext cx="900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90B80C74-6630-4764-8FB2-47F88113010B}"/>
                  </a:ext>
                </a:extLst>
              </p14:cNvPr>
              <p14:cNvContentPartPr/>
              <p14:nvPr/>
            </p14:nvContentPartPr>
            <p14:xfrm>
              <a:off x="7840888" y="4994691"/>
              <a:ext cx="285120" cy="32580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90B80C74-6630-4764-8FB2-47F8811301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31888" y="4986051"/>
                <a:ext cx="30276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14DE1A9E-FDA4-4429-BBA4-CF65CE7941BD}"/>
                  </a:ext>
                </a:extLst>
              </p14:cNvPr>
              <p14:cNvContentPartPr/>
              <p14:nvPr/>
            </p14:nvContentPartPr>
            <p14:xfrm>
              <a:off x="5999128" y="4946451"/>
              <a:ext cx="619920" cy="33696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14DE1A9E-FDA4-4429-BBA4-CF65CE7941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990488" y="4937451"/>
                <a:ext cx="6375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C33C7114-E39A-4D72-9958-2012805627EE}"/>
                  </a:ext>
                </a:extLst>
              </p14:cNvPr>
              <p14:cNvContentPartPr/>
              <p14:nvPr/>
            </p14:nvContentPartPr>
            <p14:xfrm>
              <a:off x="4460848" y="4896771"/>
              <a:ext cx="572760" cy="36756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C33C7114-E39A-4D72-9958-2012805627E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51848" y="4887771"/>
                <a:ext cx="5904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86A7E07B-D094-4149-8FCD-082418D9383A}"/>
                  </a:ext>
                </a:extLst>
              </p14:cNvPr>
              <p14:cNvContentPartPr/>
              <p14:nvPr/>
            </p14:nvContentPartPr>
            <p14:xfrm>
              <a:off x="1944808" y="5955531"/>
              <a:ext cx="55080" cy="526680"/>
            </p14:xfrm>
          </p:contentPart>
        </mc:Choice>
        <mc:Fallback xmlns=""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86A7E07B-D094-4149-8FCD-082418D9383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35808" y="5946531"/>
                <a:ext cx="7272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C28A2B5E-3783-4E6E-9856-F3BE95553A23}"/>
                  </a:ext>
                </a:extLst>
              </p14:cNvPr>
              <p14:cNvContentPartPr/>
              <p14:nvPr/>
            </p14:nvContentPartPr>
            <p14:xfrm>
              <a:off x="2517568" y="6024291"/>
              <a:ext cx="44280" cy="49212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C28A2B5E-3783-4E6E-9856-F3BE95553A2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08928" y="6015291"/>
                <a:ext cx="6192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2A73BEF7-D730-4860-9BDE-6C13589E9776}"/>
                  </a:ext>
                </a:extLst>
              </p14:cNvPr>
              <p14:cNvContentPartPr/>
              <p14:nvPr/>
            </p14:nvContentPartPr>
            <p14:xfrm>
              <a:off x="2691808" y="5990451"/>
              <a:ext cx="889560" cy="747720"/>
            </p14:xfrm>
          </p:contentPart>
        </mc:Choice>
        <mc:Fallback xmlns=""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2A73BEF7-D730-4860-9BDE-6C13589E977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83168" y="5981807"/>
                <a:ext cx="907200" cy="765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0766BA70-BD8C-4D66-AAD8-93103EADDF79}"/>
                  </a:ext>
                </a:extLst>
              </p14:cNvPr>
              <p14:cNvContentPartPr/>
              <p14:nvPr/>
            </p14:nvContentPartPr>
            <p14:xfrm>
              <a:off x="1028248" y="5882451"/>
              <a:ext cx="707760" cy="78264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0766BA70-BD8C-4D66-AAD8-93103EADDF7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9248" y="5873455"/>
                <a:ext cx="725400" cy="800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68AD52BA-EA24-44FE-9DB7-777E0E437250}"/>
                  </a:ext>
                </a:extLst>
              </p14:cNvPr>
              <p14:cNvContentPartPr/>
              <p14:nvPr/>
            </p14:nvContentPartPr>
            <p14:xfrm>
              <a:off x="2177008" y="6087651"/>
              <a:ext cx="174960" cy="26388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68AD52BA-EA24-44FE-9DB7-777E0E43725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68026" y="6078651"/>
                <a:ext cx="192564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3CE3933D-69EA-466E-B81C-B2682A6236D4}"/>
                  </a:ext>
                </a:extLst>
              </p14:cNvPr>
              <p14:cNvContentPartPr/>
              <p14:nvPr/>
            </p14:nvContentPartPr>
            <p14:xfrm>
              <a:off x="7531288" y="3184971"/>
              <a:ext cx="13680" cy="7632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3CE3933D-69EA-466E-B81C-B2682A6236D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22288" y="3175971"/>
                <a:ext cx="313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31BFB8E0-FE4C-4923-830D-A92899AF3724}"/>
                  </a:ext>
                </a:extLst>
              </p14:cNvPr>
              <p14:cNvContentPartPr/>
              <p14:nvPr/>
            </p14:nvContentPartPr>
            <p14:xfrm>
              <a:off x="7532008" y="3435531"/>
              <a:ext cx="360" cy="360"/>
            </p14:xfrm>
          </p:contentPart>
        </mc:Choice>
        <mc:Fallback xmlns=""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31BFB8E0-FE4C-4923-830D-A92899AF372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23008" y="34268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6299459E-E1C8-435B-8A9E-C1C558F6ABBE}"/>
                  </a:ext>
                </a:extLst>
              </p14:cNvPr>
              <p14:cNvContentPartPr/>
              <p14:nvPr/>
            </p14:nvContentPartPr>
            <p14:xfrm>
              <a:off x="7523728" y="3631371"/>
              <a:ext cx="10440" cy="183960"/>
            </p14:xfrm>
          </p:contentPart>
        </mc:Choice>
        <mc:Fallback xmlns=""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6299459E-E1C8-435B-8A9E-C1C558F6ABB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514728" y="3622371"/>
                <a:ext cx="280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FE0615FD-3CA4-45B2-8F81-E7A162398D1F}"/>
                  </a:ext>
                </a:extLst>
              </p14:cNvPr>
              <p14:cNvContentPartPr/>
              <p14:nvPr/>
            </p14:nvContentPartPr>
            <p14:xfrm>
              <a:off x="7512208" y="3934131"/>
              <a:ext cx="3600" cy="146520"/>
            </p14:xfrm>
          </p:contentPart>
        </mc:Choice>
        <mc:Fallback xmlns=""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FE0615FD-3CA4-45B2-8F81-E7A162398D1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03208" y="3925491"/>
                <a:ext cx="212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D43A9EED-2CAE-4AD7-8626-BAAABE8D621D}"/>
                  </a:ext>
                </a:extLst>
              </p14:cNvPr>
              <p14:cNvContentPartPr/>
              <p14:nvPr/>
            </p14:nvContentPartPr>
            <p14:xfrm>
              <a:off x="4499008" y="4137171"/>
              <a:ext cx="3111120" cy="16488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D43A9EED-2CAE-4AD7-8626-BAAABE8D621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90368" y="4128171"/>
                <a:ext cx="31287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F2A2D9A5-E758-4F04-AA4C-014DD6029481}"/>
                  </a:ext>
                </a:extLst>
              </p14:cNvPr>
              <p14:cNvContentPartPr/>
              <p14:nvPr/>
            </p14:nvContentPartPr>
            <p14:xfrm>
              <a:off x="3921928" y="6281691"/>
              <a:ext cx="104760" cy="1764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F2A2D9A5-E758-4F04-AA4C-014DD602948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12928" y="6273051"/>
                <a:ext cx="1224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F8D2D381-B62B-4119-9D9E-306345F96DAB}"/>
                  </a:ext>
                </a:extLst>
              </p14:cNvPr>
              <p14:cNvContentPartPr/>
              <p14:nvPr/>
            </p14:nvContentPartPr>
            <p14:xfrm>
              <a:off x="3930928" y="6396531"/>
              <a:ext cx="118800" cy="1836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F8D2D381-B62B-4119-9D9E-306345F96DA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922288" y="6387891"/>
                <a:ext cx="136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4FD3E555-A2CA-4448-9451-E232D3D9656C}"/>
                  </a:ext>
                </a:extLst>
              </p14:cNvPr>
              <p14:cNvContentPartPr/>
              <p14:nvPr/>
            </p14:nvContentPartPr>
            <p14:xfrm>
              <a:off x="4418368" y="6158571"/>
              <a:ext cx="80280" cy="38376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4FD3E555-A2CA-4448-9451-E232D3D9656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409728" y="6149571"/>
                <a:ext cx="979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5C3A9D2B-FBBD-4FDE-B7EF-E5C42DA5FF20}"/>
                  </a:ext>
                </a:extLst>
              </p14:cNvPr>
              <p14:cNvContentPartPr/>
              <p14:nvPr/>
            </p14:nvContentPartPr>
            <p14:xfrm>
              <a:off x="4741288" y="6228051"/>
              <a:ext cx="83160" cy="28116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5C3A9D2B-FBBD-4FDE-B7EF-E5C42DA5FF2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732288" y="6219051"/>
                <a:ext cx="1008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C63CCD8F-7DD0-4C84-B720-2E515D383C7D}"/>
                  </a:ext>
                </a:extLst>
              </p14:cNvPr>
              <p14:cNvContentPartPr/>
              <p14:nvPr/>
            </p14:nvContentPartPr>
            <p14:xfrm>
              <a:off x="5186608" y="6213651"/>
              <a:ext cx="60840" cy="31536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C63CCD8F-7DD0-4C84-B720-2E515D383C7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77608" y="6205011"/>
                <a:ext cx="784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BBC049C3-3185-4B84-8530-C90A43A1D949}"/>
                  </a:ext>
                </a:extLst>
              </p14:cNvPr>
              <p14:cNvContentPartPr/>
              <p14:nvPr/>
            </p14:nvContentPartPr>
            <p14:xfrm>
              <a:off x="5475328" y="6465291"/>
              <a:ext cx="67320" cy="9432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BBC049C3-3185-4B84-8530-C90A43A1D94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466688" y="6456651"/>
                <a:ext cx="849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F52E60CF-5FFB-4C2B-A4AE-C4E7BAFF3BE1}"/>
                  </a:ext>
                </a:extLst>
              </p14:cNvPr>
              <p14:cNvContentPartPr/>
              <p14:nvPr/>
            </p14:nvContentPartPr>
            <p14:xfrm>
              <a:off x="5841088" y="6209691"/>
              <a:ext cx="222480" cy="31932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F52E60CF-5FFB-4C2B-A4AE-C4E7BAFF3BE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832088" y="6200691"/>
                <a:ext cx="2401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E8D04066-5E07-459D-A12E-991EC37B1D4E}"/>
                  </a:ext>
                </a:extLst>
              </p14:cNvPr>
              <p14:cNvContentPartPr/>
              <p14:nvPr/>
            </p14:nvContentPartPr>
            <p14:xfrm>
              <a:off x="6372088" y="6199611"/>
              <a:ext cx="106920" cy="36216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E8D04066-5E07-459D-A12E-991EC37B1D4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63448" y="6190611"/>
                <a:ext cx="12456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41F4BF98-81A2-4D2B-9E46-D2B74741E745}"/>
                  </a:ext>
                </a:extLst>
              </p14:cNvPr>
              <p14:cNvContentPartPr/>
              <p14:nvPr/>
            </p14:nvContentPartPr>
            <p14:xfrm>
              <a:off x="6652888" y="6222651"/>
              <a:ext cx="75960" cy="327960"/>
            </p14:xfrm>
          </p:contentPart>
        </mc:Choice>
        <mc:Fallback xmlns=""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41F4BF98-81A2-4D2B-9E46-D2B74741E74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43888" y="6214011"/>
                <a:ext cx="936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9328ED71-9BB1-47A8-9162-7E65B520B846}"/>
                  </a:ext>
                </a:extLst>
              </p14:cNvPr>
              <p14:cNvContentPartPr/>
              <p14:nvPr/>
            </p14:nvContentPartPr>
            <p14:xfrm>
              <a:off x="7785808" y="6134811"/>
              <a:ext cx="90000" cy="47124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9328ED71-9BB1-47A8-9162-7E65B520B84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776808" y="6125811"/>
                <a:ext cx="10764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9E1C2C0-8382-4C8E-9467-A13F028C0273}"/>
                  </a:ext>
                </a:extLst>
              </p14:cNvPr>
              <p14:cNvContentPartPr/>
              <p14:nvPr/>
            </p14:nvContentPartPr>
            <p14:xfrm>
              <a:off x="6950968" y="6264771"/>
              <a:ext cx="529920" cy="27756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9E1C2C0-8382-4C8E-9467-A13F028C027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42328" y="6256120"/>
                <a:ext cx="547560" cy="295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7C8884DA-F01F-4B11-A5C8-E536650F4F00}"/>
                  </a:ext>
                </a:extLst>
              </p14:cNvPr>
              <p14:cNvContentPartPr/>
              <p14:nvPr/>
            </p14:nvContentPartPr>
            <p14:xfrm>
              <a:off x="9326608" y="3623811"/>
              <a:ext cx="46800" cy="486360"/>
            </p14:xfrm>
          </p:contentPart>
        </mc:Choice>
        <mc:Fallback xmlns=""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7C8884DA-F01F-4B11-A5C8-E536650F4F0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317968" y="3614811"/>
                <a:ext cx="6444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ECE14E30-D520-4FE6-BC6F-0F4A38101F20}"/>
                  </a:ext>
                </a:extLst>
              </p14:cNvPr>
              <p14:cNvContentPartPr/>
              <p14:nvPr/>
            </p14:nvContentPartPr>
            <p14:xfrm>
              <a:off x="9553048" y="3676011"/>
              <a:ext cx="369360" cy="74700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ECE14E30-D520-4FE6-BC6F-0F4A38101F2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544408" y="3667371"/>
                <a:ext cx="38700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9D6C76C0-79E2-4CE7-ACB4-60900FC11DB3}"/>
                  </a:ext>
                </a:extLst>
              </p14:cNvPr>
              <p14:cNvContentPartPr/>
              <p14:nvPr/>
            </p14:nvContentPartPr>
            <p14:xfrm>
              <a:off x="8923768" y="3492411"/>
              <a:ext cx="306360" cy="641160"/>
            </p14:xfrm>
          </p:contentPart>
        </mc:Choice>
        <mc:Fallback xmlns=""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9D6C76C0-79E2-4CE7-ACB4-60900FC11DB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915128" y="3483766"/>
                <a:ext cx="324000" cy="658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DFC1C707-057B-4E42-9FF6-85FC415E0EC3}"/>
                  </a:ext>
                </a:extLst>
              </p14:cNvPr>
              <p14:cNvContentPartPr/>
              <p14:nvPr/>
            </p14:nvContentPartPr>
            <p14:xfrm>
              <a:off x="10041568" y="3500331"/>
              <a:ext cx="1347480" cy="119988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DFC1C707-057B-4E42-9FF6-85FC415E0EC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032928" y="3491691"/>
                <a:ext cx="1365120" cy="12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385EC1AD-EB02-465C-A2FB-1853B31B3243}"/>
                  </a:ext>
                </a:extLst>
              </p14:cNvPr>
              <p14:cNvContentPartPr/>
              <p14:nvPr/>
            </p14:nvContentPartPr>
            <p14:xfrm>
              <a:off x="8961928" y="5307531"/>
              <a:ext cx="235080" cy="63000"/>
            </p14:xfrm>
          </p:contentPart>
        </mc:Choice>
        <mc:Fallback xmlns=""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385EC1AD-EB02-465C-A2FB-1853B31B324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952928" y="5298891"/>
                <a:ext cx="2527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AA65983D-E39E-4BB6-BBD6-E38A99D80CD5}"/>
                  </a:ext>
                </a:extLst>
              </p14:cNvPr>
              <p14:cNvContentPartPr/>
              <p14:nvPr/>
            </p14:nvContentPartPr>
            <p14:xfrm>
              <a:off x="9045448" y="5452611"/>
              <a:ext cx="155520" cy="4680"/>
            </p14:xfrm>
          </p:contentPart>
        </mc:Choice>
        <mc:Fallback xmlns=""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AA65983D-E39E-4BB6-BBD6-E38A99D80CD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036808" y="5443611"/>
                <a:ext cx="1731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9F578E00-53C3-4D57-A936-B1775A9E1062}"/>
                  </a:ext>
                </a:extLst>
              </p14:cNvPr>
              <p14:cNvContentPartPr/>
              <p14:nvPr/>
            </p14:nvContentPartPr>
            <p14:xfrm>
              <a:off x="9523168" y="5114211"/>
              <a:ext cx="2529360" cy="988920"/>
            </p14:xfrm>
          </p:contentPart>
        </mc:Choice>
        <mc:Fallback xmlns=""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9F578E00-53C3-4D57-A936-B1775A9E106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514168" y="5105571"/>
                <a:ext cx="2547000" cy="10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25" name="墨迹 224">
                <a:extLst>
                  <a:ext uri="{FF2B5EF4-FFF2-40B4-BE49-F238E27FC236}">
                    <a16:creationId xmlns:a16="http://schemas.microsoft.com/office/drawing/2014/main" id="{CE6CEBEA-DE84-42C0-969B-C8835CA9830E}"/>
                  </a:ext>
                </a:extLst>
              </p14:cNvPr>
              <p14:cNvContentPartPr/>
              <p14:nvPr/>
            </p14:nvContentPartPr>
            <p14:xfrm>
              <a:off x="374848" y="220011"/>
              <a:ext cx="7737480" cy="2775600"/>
            </p14:xfrm>
          </p:contentPart>
        </mc:Choice>
        <mc:Fallback xmlns="">
          <p:pic>
            <p:nvPicPr>
              <p:cNvPr id="225" name="墨迹 224">
                <a:extLst>
                  <a:ext uri="{FF2B5EF4-FFF2-40B4-BE49-F238E27FC236}">
                    <a16:creationId xmlns:a16="http://schemas.microsoft.com/office/drawing/2014/main" id="{CE6CEBEA-DE84-42C0-969B-C8835CA9830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65848" y="211012"/>
                <a:ext cx="7755120" cy="27932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45ADBA09-FCEA-437A-B9B8-506A2A344ABD}"/>
                  </a:ext>
                </a:extLst>
              </p14:cNvPr>
              <p14:cNvContentPartPr/>
              <p14:nvPr/>
            </p14:nvContentPartPr>
            <p14:xfrm>
              <a:off x="10735648" y="6192051"/>
              <a:ext cx="308880" cy="435600"/>
            </p14:xfrm>
          </p:contentPart>
        </mc:Choice>
        <mc:Fallback xmlns=""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45ADBA09-FCEA-437A-B9B8-506A2A344AB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727008" y="6183411"/>
                <a:ext cx="326520" cy="4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959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F3275A96-F5D6-48F0-B480-A4A08CA8BE19}"/>
                  </a:ext>
                </a:extLst>
              </p14:cNvPr>
              <p14:cNvContentPartPr/>
              <p14:nvPr/>
            </p14:nvContentPartPr>
            <p14:xfrm>
              <a:off x="3776848" y="247011"/>
              <a:ext cx="333360" cy="4057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F3275A96-F5D6-48F0-B480-A4A08CA8BE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7848" y="238371"/>
                <a:ext cx="3510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B789CA5C-1CEE-4B07-9D2D-13F9697501CC}"/>
                  </a:ext>
                </a:extLst>
              </p14:cNvPr>
              <p14:cNvContentPartPr/>
              <p14:nvPr/>
            </p14:nvContentPartPr>
            <p14:xfrm>
              <a:off x="3329728" y="294531"/>
              <a:ext cx="284760" cy="3740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B789CA5C-1CEE-4B07-9D2D-13F9697501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0739" y="285531"/>
                <a:ext cx="302378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C2F5014-D797-4337-9360-C659D8E6D55D}"/>
                  </a:ext>
                </a:extLst>
              </p14:cNvPr>
              <p14:cNvContentPartPr/>
              <p14:nvPr/>
            </p14:nvContentPartPr>
            <p14:xfrm>
              <a:off x="2765968" y="175371"/>
              <a:ext cx="380880" cy="54072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C2F5014-D797-4337-9360-C659D8E6D5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7320" y="166731"/>
                <a:ext cx="398537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EED196CE-30E5-4C19-BE12-51E750D7CC49}"/>
                  </a:ext>
                </a:extLst>
              </p14:cNvPr>
              <p14:cNvContentPartPr/>
              <p14:nvPr/>
            </p14:nvContentPartPr>
            <p14:xfrm>
              <a:off x="6400528" y="345291"/>
              <a:ext cx="505440" cy="387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EED196CE-30E5-4C19-BE12-51E750D7CC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91888" y="336651"/>
                <a:ext cx="5230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0E9DAA4-29BD-4755-860C-7D5AA7651146}"/>
                  </a:ext>
                </a:extLst>
              </p14:cNvPr>
              <p14:cNvContentPartPr/>
              <p14:nvPr/>
            </p14:nvContentPartPr>
            <p14:xfrm>
              <a:off x="7085968" y="278691"/>
              <a:ext cx="348120" cy="46260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0E9DAA4-29BD-4755-860C-7D5AA76511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76968" y="270051"/>
                <a:ext cx="36576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720F91DA-1B81-411F-A610-AEF0A453D0D2}"/>
                  </a:ext>
                </a:extLst>
              </p14:cNvPr>
              <p14:cNvContentPartPr/>
              <p14:nvPr/>
            </p14:nvContentPartPr>
            <p14:xfrm>
              <a:off x="9634768" y="265731"/>
              <a:ext cx="1233360" cy="91188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720F91DA-1B81-411F-A610-AEF0A453D0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26125" y="256735"/>
                <a:ext cx="1251005" cy="929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A5893376-4DD6-483B-942D-0102075652BD}"/>
                  </a:ext>
                </a:extLst>
              </p14:cNvPr>
              <p14:cNvContentPartPr/>
              <p14:nvPr/>
            </p14:nvContentPartPr>
            <p14:xfrm>
              <a:off x="1375648" y="1186251"/>
              <a:ext cx="997200" cy="5173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A5893376-4DD6-483B-942D-0102075652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67008" y="1177251"/>
                <a:ext cx="101484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14AD021F-22EE-4DD7-A9C0-4E6E13ED4D82}"/>
                  </a:ext>
                </a:extLst>
              </p14:cNvPr>
              <p14:cNvContentPartPr/>
              <p14:nvPr/>
            </p14:nvContentPartPr>
            <p14:xfrm>
              <a:off x="2523688" y="1622211"/>
              <a:ext cx="53280" cy="561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14AD021F-22EE-4DD7-A9C0-4E6E13ED4D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15048" y="1613571"/>
                <a:ext cx="709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3A2656AC-4283-42D3-9B63-437E501AFF10}"/>
                  </a:ext>
                </a:extLst>
              </p14:cNvPr>
              <p14:cNvContentPartPr/>
              <p14:nvPr/>
            </p14:nvContentPartPr>
            <p14:xfrm>
              <a:off x="2903128" y="1303971"/>
              <a:ext cx="1900440" cy="41868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3A2656AC-4283-42D3-9B63-437E501AFF1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94128" y="1294971"/>
                <a:ext cx="19180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005802C8-3CC1-4AB5-BCB1-0A01C2C3E979}"/>
                  </a:ext>
                </a:extLst>
              </p14:cNvPr>
              <p14:cNvContentPartPr/>
              <p14:nvPr/>
            </p14:nvContentPartPr>
            <p14:xfrm>
              <a:off x="6494488" y="1344291"/>
              <a:ext cx="34200" cy="35280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005802C8-3CC1-4AB5-BCB1-0A01C2C3E97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85488" y="1335651"/>
                <a:ext cx="518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BDE9CD3F-385A-4F7A-980B-1A88643509C9}"/>
                  </a:ext>
                </a:extLst>
              </p14:cNvPr>
              <p14:cNvContentPartPr/>
              <p14:nvPr/>
            </p14:nvContentPartPr>
            <p14:xfrm>
              <a:off x="6835408" y="1303971"/>
              <a:ext cx="32040" cy="35784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BDE9CD3F-385A-4F7A-980B-1A88643509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26408" y="1295331"/>
                <a:ext cx="4968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15D59BA6-DCFC-40F6-99B5-AAAF1C43DE1F}"/>
                  </a:ext>
                </a:extLst>
              </p14:cNvPr>
              <p14:cNvContentPartPr/>
              <p14:nvPr/>
            </p14:nvContentPartPr>
            <p14:xfrm>
              <a:off x="7908568" y="1346451"/>
              <a:ext cx="25200" cy="29232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15D59BA6-DCFC-40F6-99B5-AAAF1C43DE1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99568" y="1337811"/>
                <a:ext cx="428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68FB0719-7DF1-4F8F-A841-223B13856EEA}"/>
                  </a:ext>
                </a:extLst>
              </p14:cNvPr>
              <p14:cNvContentPartPr/>
              <p14:nvPr/>
            </p14:nvContentPartPr>
            <p14:xfrm>
              <a:off x="7128808" y="1355811"/>
              <a:ext cx="521280" cy="27828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68FB0719-7DF1-4F8F-A841-223B13856EE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19808" y="1346811"/>
                <a:ext cx="5389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9A3BF506-4356-4633-8D85-58A9AFF2F5C6}"/>
                  </a:ext>
                </a:extLst>
              </p14:cNvPr>
              <p14:cNvContentPartPr/>
              <p14:nvPr/>
            </p14:nvContentPartPr>
            <p14:xfrm>
              <a:off x="5733808" y="1363011"/>
              <a:ext cx="254520" cy="36360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9A3BF506-4356-4633-8D85-58A9AFF2F5C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724808" y="1354011"/>
                <a:ext cx="27216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3F1A284F-DE77-49C2-A07F-6F4990A8E46A}"/>
                  </a:ext>
                </a:extLst>
              </p14:cNvPr>
              <p14:cNvContentPartPr/>
              <p14:nvPr/>
            </p14:nvContentPartPr>
            <p14:xfrm>
              <a:off x="6102448" y="1364451"/>
              <a:ext cx="236880" cy="36792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3F1A284F-DE77-49C2-A07F-6F4990A8E46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93808" y="1355451"/>
                <a:ext cx="25452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FF8A4638-BE8F-4139-BEFC-F97A28865E72}"/>
                  </a:ext>
                </a:extLst>
              </p14:cNvPr>
              <p14:cNvContentPartPr/>
              <p14:nvPr/>
            </p14:nvContentPartPr>
            <p14:xfrm>
              <a:off x="5354008" y="1395411"/>
              <a:ext cx="43560" cy="3384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FF8A4638-BE8F-4139-BEFC-F97A28865E7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345368" y="1386771"/>
                <a:ext cx="61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34D4D085-A4EA-44DB-86F1-D1BC6AA53FC5}"/>
                  </a:ext>
                </a:extLst>
              </p14:cNvPr>
              <p14:cNvContentPartPr/>
              <p14:nvPr/>
            </p14:nvContentPartPr>
            <p14:xfrm>
              <a:off x="5341768" y="1616451"/>
              <a:ext cx="69480" cy="17316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34D4D085-A4EA-44DB-86F1-D1BC6AA53FC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32768" y="1607451"/>
                <a:ext cx="871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0A6FF068-B9B5-4C14-AEFF-E4B8476888B8}"/>
                  </a:ext>
                </a:extLst>
              </p14:cNvPr>
              <p14:cNvContentPartPr/>
              <p14:nvPr/>
            </p14:nvContentPartPr>
            <p14:xfrm>
              <a:off x="10020328" y="1357611"/>
              <a:ext cx="267840" cy="30708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0A6FF068-B9B5-4C14-AEFF-E4B8476888B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11328" y="1348611"/>
                <a:ext cx="2854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70F7A714-BFCB-4B05-97BE-179BD2BAF331}"/>
                  </a:ext>
                </a:extLst>
              </p14:cNvPr>
              <p14:cNvContentPartPr/>
              <p14:nvPr/>
            </p14:nvContentPartPr>
            <p14:xfrm>
              <a:off x="7817128" y="1832451"/>
              <a:ext cx="657720" cy="8316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70F7A714-BFCB-4B05-97BE-179BD2BAF33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808488" y="1823451"/>
                <a:ext cx="6753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26B4E153-9519-41C1-9F0D-00C08DE3AEA1}"/>
                  </a:ext>
                </a:extLst>
              </p14:cNvPr>
              <p14:cNvContentPartPr/>
              <p14:nvPr/>
            </p14:nvContentPartPr>
            <p14:xfrm>
              <a:off x="8127088" y="1375611"/>
              <a:ext cx="272520" cy="27252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26B4E153-9519-41C1-9F0D-00C08DE3AEA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118448" y="1366611"/>
                <a:ext cx="290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D133A79C-BBB2-4EFB-9C20-59D78AB7E1A4}"/>
                  </a:ext>
                </a:extLst>
              </p14:cNvPr>
              <p14:cNvContentPartPr/>
              <p14:nvPr/>
            </p14:nvContentPartPr>
            <p14:xfrm>
              <a:off x="-171992" y="2086251"/>
              <a:ext cx="35280" cy="304200"/>
            </p14:xfrm>
          </p:contentPart>
        </mc:Choice>
        <mc:Fallback xmlns=""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D133A79C-BBB2-4EFB-9C20-59D78AB7E1A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-180632" y="2077251"/>
                <a:ext cx="529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2AFAF9AA-5529-4646-8555-0C85288F14B5}"/>
                  </a:ext>
                </a:extLst>
              </p14:cNvPr>
              <p14:cNvContentPartPr/>
              <p14:nvPr/>
            </p14:nvContentPartPr>
            <p14:xfrm>
              <a:off x="-336152" y="2121171"/>
              <a:ext cx="788400" cy="29520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2AFAF9AA-5529-4646-8555-0C85288F14B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-344792" y="2112531"/>
                <a:ext cx="8060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19295FF4-DAEF-46BD-89CA-F796CB9B5802}"/>
                  </a:ext>
                </a:extLst>
              </p14:cNvPr>
              <p14:cNvContentPartPr/>
              <p14:nvPr/>
            </p14:nvContentPartPr>
            <p14:xfrm>
              <a:off x="2305528" y="2183091"/>
              <a:ext cx="19440" cy="35784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19295FF4-DAEF-46BD-89CA-F796CB9B580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296528" y="2174451"/>
                <a:ext cx="3708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A3E354F3-C098-49EA-BDD4-D9454225BC41}"/>
                  </a:ext>
                </a:extLst>
              </p14:cNvPr>
              <p14:cNvContentPartPr/>
              <p14:nvPr/>
            </p14:nvContentPartPr>
            <p14:xfrm>
              <a:off x="2614048" y="2388291"/>
              <a:ext cx="62640" cy="68040"/>
            </p14:xfrm>
          </p:contentPart>
        </mc:Choice>
        <mc:Fallback xmlns=""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A3E354F3-C098-49EA-BDD4-D9454225BC4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605048" y="2379651"/>
                <a:ext cx="80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CF2C7F92-3601-45DF-A321-31351BC5A86A}"/>
                  </a:ext>
                </a:extLst>
              </p14:cNvPr>
              <p14:cNvContentPartPr/>
              <p14:nvPr/>
            </p14:nvContentPartPr>
            <p14:xfrm>
              <a:off x="2888008" y="2168331"/>
              <a:ext cx="232200" cy="31392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CF2C7F92-3601-45DF-A321-31351BC5A86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879368" y="2159691"/>
                <a:ext cx="24984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4F1D57D5-3A21-4948-865C-433C1C98669E}"/>
                  </a:ext>
                </a:extLst>
              </p14:cNvPr>
              <p14:cNvContentPartPr/>
              <p14:nvPr/>
            </p14:nvContentPartPr>
            <p14:xfrm>
              <a:off x="3234328" y="2176971"/>
              <a:ext cx="200160" cy="28764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4F1D57D5-3A21-4948-865C-433C1C98669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25328" y="2168331"/>
                <a:ext cx="2178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6A4BBB73-A823-428A-A88E-93DD0E0BA32A}"/>
                  </a:ext>
                </a:extLst>
              </p14:cNvPr>
              <p14:cNvContentPartPr/>
              <p14:nvPr/>
            </p14:nvContentPartPr>
            <p14:xfrm>
              <a:off x="3703768" y="2186331"/>
              <a:ext cx="41760" cy="23472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6A4BBB73-A823-428A-A88E-93DD0E0BA32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694768" y="2177331"/>
                <a:ext cx="594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3D1BC82F-BA71-4108-8FEA-25A2C5F8E231}"/>
                  </a:ext>
                </a:extLst>
              </p14:cNvPr>
              <p14:cNvContentPartPr/>
              <p14:nvPr/>
            </p14:nvContentPartPr>
            <p14:xfrm>
              <a:off x="4032088" y="2219811"/>
              <a:ext cx="35280" cy="227880"/>
            </p14:xfrm>
          </p:contentPart>
        </mc:Choice>
        <mc:Fallback xmlns=""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3D1BC82F-BA71-4108-8FEA-25A2C5F8E23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23448" y="2211171"/>
                <a:ext cx="52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B7C8EFD0-C6D1-4570-9EFA-E0530B05F021}"/>
                  </a:ext>
                </a:extLst>
              </p14:cNvPr>
              <p14:cNvContentPartPr/>
              <p14:nvPr/>
            </p14:nvContentPartPr>
            <p14:xfrm>
              <a:off x="4417648" y="2180211"/>
              <a:ext cx="38520" cy="318240"/>
            </p14:xfrm>
          </p:contentPart>
        </mc:Choice>
        <mc:Fallback xmlns=""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B7C8EFD0-C6D1-4570-9EFA-E0530B05F02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09008" y="2171571"/>
                <a:ext cx="561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C490E3F0-B919-422F-AF78-08006B0A9EEE}"/>
                  </a:ext>
                </a:extLst>
              </p14:cNvPr>
              <p14:cNvContentPartPr/>
              <p14:nvPr/>
            </p14:nvContentPartPr>
            <p14:xfrm>
              <a:off x="4675768" y="2198571"/>
              <a:ext cx="186840" cy="289080"/>
            </p14:xfrm>
          </p:contentPart>
        </mc:Choice>
        <mc:Fallback xmlns=""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C490E3F0-B919-422F-AF78-08006B0A9EE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666768" y="2189931"/>
                <a:ext cx="2044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9432DE67-A04F-4AD8-8F94-2BBC7F87013A}"/>
                  </a:ext>
                </a:extLst>
              </p14:cNvPr>
              <p14:cNvContentPartPr/>
              <p14:nvPr/>
            </p14:nvContentPartPr>
            <p14:xfrm>
              <a:off x="1398328" y="2150331"/>
              <a:ext cx="636120" cy="34920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9432DE67-A04F-4AD8-8F94-2BBC7F87013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389688" y="2141331"/>
                <a:ext cx="6537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878BB67F-43A0-45DB-8FDE-31E4FB49FA71}"/>
                  </a:ext>
                </a:extLst>
              </p14:cNvPr>
              <p14:cNvContentPartPr/>
              <p14:nvPr/>
            </p14:nvContentPartPr>
            <p14:xfrm>
              <a:off x="-187472" y="2653611"/>
              <a:ext cx="6152400" cy="11592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878BB67F-43A0-45DB-8FDE-31E4FB49FA7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-196472" y="2644611"/>
                <a:ext cx="6170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43194052-61DB-4C8E-9ADD-94394BF3DC59}"/>
                  </a:ext>
                </a:extLst>
              </p14:cNvPr>
              <p14:cNvContentPartPr/>
              <p14:nvPr/>
            </p14:nvContentPartPr>
            <p14:xfrm>
              <a:off x="1347208" y="2981211"/>
              <a:ext cx="288720" cy="38592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43194052-61DB-4C8E-9ADD-94394BF3DC5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338208" y="2972211"/>
                <a:ext cx="3063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BD8C7BC7-D19E-4BEA-B104-4212544B9B79}"/>
                  </a:ext>
                </a:extLst>
              </p14:cNvPr>
              <p14:cNvContentPartPr/>
              <p14:nvPr/>
            </p14:nvContentPartPr>
            <p14:xfrm>
              <a:off x="1735648" y="3073011"/>
              <a:ext cx="214560" cy="25380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BD8C7BC7-D19E-4BEA-B104-4212544B9B7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26648" y="3064371"/>
                <a:ext cx="2322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61A2E575-CC07-452E-B262-03E8BA81C66D}"/>
                  </a:ext>
                </a:extLst>
              </p14:cNvPr>
              <p14:cNvContentPartPr/>
              <p14:nvPr/>
            </p14:nvContentPartPr>
            <p14:xfrm>
              <a:off x="2236768" y="3080571"/>
              <a:ext cx="13680" cy="29808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61A2E575-CC07-452E-B262-03E8BA81C66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227768" y="3071571"/>
                <a:ext cx="3132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2237FD7E-F2B4-4A50-BF7E-F2E4F9AC74A2}"/>
                  </a:ext>
                </a:extLst>
              </p14:cNvPr>
              <p14:cNvContentPartPr/>
              <p14:nvPr/>
            </p14:nvContentPartPr>
            <p14:xfrm>
              <a:off x="2504248" y="3331851"/>
              <a:ext cx="61200" cy="4608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2237FD7E-F2B4-4A50-BF7E-F2E4F9AC74A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495248" y="3323211"/>
                <a:ext cx="788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E48DFD3E-9085-472D-B754-8B364B264AF8}"/>
                  </a:ext>
                </a:extLst>
              </p14:cNvPr>
              <p14:cNvContentPartPr/>
              <p14:nvPr/>
            </p14:nvContentPartPr>
            <p14:xfrm>
              <a:off x="3848848" y="3117651"/>
              <a:ext cx="64080" cy="236880"/>
            </p14:xfrm>
          </p:contentPart>
        </mc:Choice>
        <mc:Fallback xmlns=""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E48DFD3E-9085-472D-B754-8B364B264AF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839848" y="3109011"/>
                <a:ext cx="817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52E17178-76D1-4D3C-80EF-C46ECAD59916}"/>
                  </a:ext>
                </a:extLst>
              </p14:cNvPr>
              <p14:cNvContentPartPr/>
              <p14:nvPr/>
            </p14:nvContentPartPr>
            <p14:xfrm>
              <a:off x="4129288" y="3143931"/>
              <a:ext cx="57600" cy="185400"/>
            </p14:xfrm>
          </p:contentPart>
        </mc:Choice>
        <mc:Fallback xmlns=""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52E17178-76D1-4D3C-80EF-C46ECAD5991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120288" y="3134931"/>
                <a:ext cx="752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ADF12843-5D22-4B94-BCC5-8D0BF886DB0C}"/>
                  </a:ext>
                </a:extLst>
              </p14:cNvPr>
              <p14:cNvContentPartPr/>
              <p14:nvPr/>
            </p14:nvContentPartPr>
            <p14:xfrm>
              <a:off x="4397128" y="3144651"/>
              <a:ext cx="55800" cy="19440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ADF12843-5D22-4B94-BCC5-8D0BF886DB0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388128" y="3135651"/>
                <a:ext cx="73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3356A633-C6B1-49CB-8ABF-E301B0850E22}"/>
                  </a:ext>
                </a:extLst>
              </p14:cNvPr>
              <p14:cNvContentPartPr/>
              <p14:nvPr/>
            </p14:nvContentPartPr>
            <p14:xfrm>
              <a:off x="4788448" y="3129891"/>
              <a:ext cx="273240" cy="26424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3356A633-C6B1-49CB-8ABF-E301B0850E2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779448" y="3121251"/>
                <a:ext cx="2908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1FBE369F-9150-48CA-A93C-A13019E16F3F}"/>
                  </a:ext>
                </a:extLst>
              </p14:cNvPr>
              <p14:cNvContentPartPr/>
              <p14:nvPr/>
            </p14:nvContentPartPr>
            <p14:xfrm>
              <a:off x="3001048" y="3106851"/>
              <a:ext cx="525600" cy="23904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1FBE369F-9150-48CA-A93C-A13019E16F3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2402" y="3098211"/>
                <a:ext cx="543252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50D3E9B3-C559-41A4-BD92-C8B5052C6539}"/>
                  </a:ext>
                </a:extLst>
              </p14:cNvPr>
              <p14:cNvContentPartPr/>
              <p14:nvPr/>
            </p14:nvContentPartPr>
            <p14:xfrm>
              <a:off x="-494192" y="2965371"/>
              <a:ext cx="916920" cy="28656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50D3E9B3-C559-41A4-BD92-C8B5052C653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-502832" y="2956731"/>
                <a:ext cx="934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98E837F1-30CC-4EBA-9693-F080ADE22081}"/>
                  </a:ext>
                </a:extLst>
              </p14:cNvPr>
              <p14:cNvContentPartPr/>
              <p14:nvPr/>
            </p14:nvContentPartPr>
            <p14:xfrm>
              <a:off x="1329208" y="3538131"/>
              <a:ext cx="139680" cy="936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98E837F1-30CC-4EBA-9693-F080ADE2208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320568" y="3529131"/>
                <a:ext cx="1573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AF7132B3-9A33-47E9-A956-3DA62AD58737}"/>
                  </a:ext>
                </a:extLst>
              </p14:cNvPr>
              <p14:cNvContentPartPr/>
              <p14:nvPr/>
            </p14:nvContentPartPr>
            <p14:xfrm>
              <a:off x="1314448" y="3866811"/>
              <a:ext cx="181800" cy="35136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AF7132B3-9A33-47E9-A956-3DA62AD5873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305448" y="3857811"/>
                <a:ext cx="1994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9FD11FA9-39D9-49D2-BE2E-18B477E6415B}"/>
                  </a:ext>
                </a:extLst>
              </p14:cNvPr>
              <p14:cNvContentPartPr/>
              <p14:nvPr/>
            </p14:nvContentPartPr>
            <p14:xfrm>
              <a:off x="1733488" y="3929811"/>
              <a:ext cx="194760" cy="2487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9FD11FA9-39D9-49D2-BE2E-18B477E6415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724848" y="3921171"/>
                <a:ext cx="2124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820710D3-65C4-45B8-956E-F8AA38E9EF18}"/>
                  </a:ext>
                </a:extLst>
              </p14:cNvPr>
              <p14:cNvContentPartPr/>
              <p14:nvPr/>
            </p14:nvContentPartPr>
            <p14:xfrm>
              <a:off x="2172688" y="3918291"/>
              <a:ext cx="217800" cy="36648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820710D3-65C4-45B8-956E-F8AA38E9EF1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163688" y="3909291"/>
                <a:ext cx="2354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77EF1A7E-C594-420E-8224-63596907915B}"/>
                  </a:ext>
                </a:extLst>
              </p14:cNvPr>
              <p14:cNvContentPartPr/>
              <p14:nvPr/>
            </p14:nvContentPartPr>
            <p14:xfrm>
              <a:off x="2603248" y="4200891"/>
              <a:ext cx="67680" cy="5940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77EF1A7E-C594-420E-8224-63596907915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594248" y="4192251"/>
                <a:ext cx="85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FE31D6DA-2E61-48A0-B4E8-369252D4940F}"/>
                  </a:ext>
                </a:extLst>
              </p14:cNvPr>
              <p14:cNvContentPartPr/>
              <p14:nvPr/>
            </p14:nvContentPartPr>
            <p14:xfrm>
              <a:off x="3021928" y="3930171"/>
              <a:ext cx="194400" cy="29556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FE31D6DA-2E61-48A0-B4E8-369252D4940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013288" y="3921171"/>
                <a:ext cx="2120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B67EFF7E-AB30-4766-AD79-802D289C18FD}"/>
                  </a:ext>
                </a:extLst>
              </p14:cNvPr>
              <p14:cNvContentPartPr/>
              <p14:nvPr/>
            </p14:nvContentPartPr>
            <p14:xfrm>
              <a:off x="3496768" y="3933411"/>
              <a:ext cx="75600" cy="28368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B67EFF7E-AB30-4766-AD79-802D289C18F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487768" y="3924771"/>
                <a:ext cx="932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B69510C2-5398-48E2-B683-09C00765F654}"/>
                  </a:ext>
                </a:extLst>
              </p14:cNvPr>
              <p14:cNvContentPartPr/>
              <p14:nvPr/>
            </p14:nvContentPartPr>
            <p14:xfrm>
              <a:off x="3831568" y="3962571"/>
              <a:ext cx="537480" cy="22788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B69510C2-5398-48E2-B683-09C00765F65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822574" y="3953917"/>
                <a:ext cx="555108" cy="245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D0FF5504-B6F6-4D69-8D74-3DB132E1646E}"/>
                  </a:ext>
                </a:extLst>
              </p14:cNvPr>
              <p14:cNvContentPartPr/>
              <p14:nvPr/>
            </p14:nvContentPartPr>
            <p14:xfrm>
              <a:off x="4485688" y="3911091"/>
              <a:ext cx="91440" cy="34848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D0FF5504-B6F6-4D69-8D74-3DB132E1646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477048" y="3902451"/>
                <a:ext cx="1090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2E8185BE-2B37-4DA4-9775-3CAD7275387C}"/>
                  </a:ext>
                </a:extLst>
              </p14:cNvPr>
              <p14:cNvContentPartPr/>
              <p14:nvPr/>
            </p14:nvContentPartPr>
            <p14:xfrm>
              <a:off x="4913728" y="3888051"/>
              <a:ext cx="133920" cy="299520"/>
            </p14:xfrm>
          </p:contentPart>
        </mc:Choice>
        <mc:Fallback xmlns=""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2E8185BE-2B37-4DA4-9775-3CAD7275387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905088" y="3879051"/>
                <a:ext cx="1515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E8CE0E99-07F6-4B24-8D56-72F3CBF9BE5A}"/>
                  </a:ext>
                </a:extLst>
              </p14:cNvPr>
              <p14:cNvContentPartPr/>
              <p14:nvPr/>
            </p14:nvContentPartPr>
            <p14:xfrm>
              <a:off x="6077968" y="3887331"/>
              <a:ext cx="280080" cy="273960"/>
            </p14:xfrm>
          </p:contentPart>
        </mc:Choice>
        <mc:Fallback xmlns=""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E8CE0E99-07F6-4B24-8D56-72F3CBF9BE5A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069328" y="3878691"/>
                <a:ext cx="2977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B13031A2-2C78-4FFF-A425-9FA5458C21F6}"/>
                  </a:ext>
                </a:extLst>
              </p14:cNvPr>
              <p14:cNvContentPartPr/>
              <p14:nvPr/>
            </p14:nvContentPartPr>
            <p14:xfrm>
              <a:off x="5607448" y="3865731"/>
              <a:ext cx="181800" cy="35028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B13031A2-2C78-4FFF-A425-9FA5458C21F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598791" y="3856731"/>
                <a:ext cx="199475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D26BA4F0-4E72-4016-A112-8F8536BE7672}"/>
                  </a:ext>
                </a:extLst>
              </p14:cNvPr>
              <p14:cNvContentPartPr/>
              <p14:nvPr/>
            </p14:nvContentPartPr>
            <p14:xfrm>
              <a:off x="6731008" y="3905331"/>
              <a:ext cx="54000" cy="3708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D26BA4F0-4E72-4016-A112-8F8536BE767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722008" y="3896331"/>
                <a:ext cx="716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A6E3F70E-2385-40A7-9096-D484DE5AF053}"/>
                  </a:ext>
                </a:extLst>
              </p14:cNvPr>
              <p14:cNvContentPartPr/>
              <p14:nvPr/>
            </p14:nvContentPartPr>
            <p14:xfrm>
              <a:off x="6560728" y="4120971"/>
              <a:ext cx="178560" cy="18252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A6E3F70E-2385-40A7-9096-D484DE5AF05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552088" y="4111971"/>
                <a:ext cx="1962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E9ADDB84-62DE-4AC1-B765-BF3B37E3D882}"/>
                  </a:ext>
                </a:extLst>
              </p14:cNvPr>
              <p14:cNvContentPartPr/>
              <p14:nvPr/>
            </p14:nvContentPartPr>
            <p14:xfrm>
              <a:off x="7955008" y="3903531"/>
              <a:ext cx="106560" cy="29160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E9ADDB84-62DE-4AC1-B765-BF3B37E3D88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946008" y="3894891"/>
                <a:ext cx="124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07AD89F3-5655-4A5C-B140-34729AC43107}"/>
                  </a:ext>
                </a:extLst>
              </p14:cNvPr>
              <p14:cNvContentPartPr/>
              <p14:nvPr/>
            </p14:nvContentPartPr>
            <p14:xfrm>
              <a:off x="8212048" y="3953571"/>
              <a:ext cx="90720" cy="27432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07AD89F3-5655-4A5C-B140-34729AC4310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203408" y="3944931"/>
                <a:ext cx="1083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EADA6A22-6FB0-49A5-8ADF-440DB29DCF9A}"/>
                  </a:ext>
                </a:extLst>
              </p14:cNvPr>
              <p14:cNvContentPartPr/>
              <p14:nvPr/>
            </p14:nvContentPartPr>
            <p14:xfrm>
              <a:off x="8443888" y="3940251"/>
              <a:ext cx="227880" cy="30024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EADA6A22-6FB0-49A5-8ADF-440DB29DCF9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434888" y="3931611"/>
                <a:ext cx="24552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9E6ABB4C-97A2-43F4-8E59-6C46F7CE58B6}"/>
                  </a:ext>
                </a:extLst>
              </p14:cNvPr>
              <p14:cNvContentPartPr/>
              <p14:nvPr/>
            </p14:nvContentPartPr>
            <p14:xfrm>
              <a:off x="8815768" y="4009371"/>
              <a:ext cx="174600" cy="24300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9E6ABB4C-97A2-43F4-8E59-6C46F7CE58B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807128" y="4000731"/>
                <a:ext cx="1922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09F00605-6F24-4407-AE42-A5DB01ACED0F}"/>
                  </a:ext>
                </a:extLst>
              </p14:cNvPr>
              <p14:cNvContentPartPr/>
              <p14:nvPr/>
            </p14:nvContentPartPr>
            <p14:xfrm>
              <a:off x="7273528" y="3890931"/>
              <a:ext cx="507600" cy="29268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09F00605-6F24-4407-AE42-A5DB01ACED0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264528" y="3882280"/>
                <a:ext cx="525240" cy="310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3F308794-A40F-48FE-AD13-54BE353C5C44}"/>
                  </a:ext>
                </a:extLst>
              </p14:cNvPr>
              <p14:cNvContentPartPr/>
              <p14:nvPr/>
            </p14:nvContentPartPr>
            <p14:xfrm>
              <a:off x="10233088" y="3937731"/>
              <a:ext cx="247680" cy="277920"/>
            </p14:xfrm>
          </p:contentPart>
        </mc:Choice>
        <mc:Fallback xmlns=""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3F308794-A40F-48FE-AD13-54BE353C5C4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224088" y="3928731"/>
                <a:ext cx="2653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D86AC342-FE30-4F0E-A1F6-6AA9930CC03B}"/>
                  </a:ext>
                </a:extLst>
              </p14:cNvPr>
              <p14:cNvContentPartPr/>
              <p14:nvPr/>
            </p14:nvContentPartPr>
            <p14:xfrm>
              <a:off x="8396728" y="4368651"/>
              <a:ext cx="565200" cy="8100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D86AC342-FE30-4F0E-A1F6-6AA9930CC03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387728" y="4360011"/>
                <a:ext cx="5828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BD1BE89D-D162-449C-B7B1-07C112335A44}"/>
                  </a:ext>
                </a:extLst>
              </p14:cNvPr>
              <p14:cNvContentPartPr/>
              <p14:nvPr/>
            </p14:nvContentPartPr>
            <p14:xfrm>
              <a:off x="10215808" y="4289451"/>
              <a:ext cx="261720" cy="6048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BD1BE89D-D162-449C-B7B1-07C112335A4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206808" y="4280811"/>
                <a:ext cx="2793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F8A87C78-4BEF-496D-991F-4C7B7CDD7061}"/>
                  </a:ext>
                </a:extLst>
              </p14:cNvPr>
              <p14:cNvContentPartPr/>
              <p14:nvPr/>
            </p14:nvContentPartPr>
            <p14:xfrm>
              <a:off x="9864808" y="1751811"/>
              <a:ext cx="327960" cy="28080"/>
            </p14:xfrm>
          </p:contentPart>
        </mc:Choice>
        <mc:Fallback xmlns=""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F8A87C78-4BEF-496D-991F-4C7B7CDD706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856168" y="1743171"/>
                <a:ext cx="3456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752650C9-B453-4866-A8B0-B66F9106EF64}"/>
                  </a:ext>
                </a:extLst>
              </p14:cNvPr>
              <p14:cNvContentPartPr/>
              <p14:nvPr/>
            </p14:nvContentPartPr>
            <p14:xfrm>
              <a:off x="-224912" y="4574571"/>
              <a:ext cx="361080" cy="29088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752650C9-B453-4866-A8B0-B66F9106EF64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-233912" y="4565931"/>
                <a:ext cx="3787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00F01EE0-7B06-4B56-8115-5315690E57B3}"/>
                  </a:ext>
                </a:extLst>
              </p14:cNvPr>
              <p14:cNvContentPartPr/>
              <p14:nvPr/>
            </p14:nvContentPartPr>
            <p14:xfrm>
              <a:off x="1307248" y="5335611"/>
              <a:ext cx="256320" cy="27648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00F01EE0-7B06-4B56-8115-5315690E57B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298608" y="5326611"/>
                <a:ext cx="2739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3EAA8990-995A-486C-9D46-919DFC65C806}"/>
                  </a:ext>
                </a:extLst>
              </p14:cNvPr>
              <p14:cNvContentPartPr/>
              <p14:nvPr/>
            </p14:nvContentPartPr>
            <p14:xfrm>
              <a:off x="1764448" y="5359011"/>
              <a:ext cx="243720" cy="26316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3EAA8990-995A-486C-9D46-919DFC65C80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755448" y="5350371"/>
                <a:ext cx="2613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F1B2A4F7-AA96-4D03-9C6F-2614841C04A0}"/>
                  </a:ext>
                </a:extLst>
              </p14:cNvPr>
              <p14:cNvContentPartPr/>
              <p14:nvPr/>
            </p14:nvContentPartPr>
            <p14:xfrm>
              <a:off x="2213008" y="5393211"/>
              <a:ext cx="227160" cy="204120"/>
            </p14:xfrm>
          </p:contentPart>
        </mc:Choice>
        <mc:Fallback xmlns=""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F1B2A4F7-AA96-4D03-9C6F-2614841C04A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204368" y="5384211"/>
                <a:ext cx="2448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50156EA0-36DF-448C-8834-43921063E3DA}"/>
                  </a:ext>
                </a:extLst>
              </p14:cNvPr>
              <p14:cNvContentPartPr/>
              <p14:nvPr/>
            </p14:nvContentPartPr>
            <p14:xfrm>
              <a:off x="330208" y="4521291"/>
              <a:ext cx="5154480" cy="624960"/>
            </p14:xfrm>
          </p:contentPart>
        </mc:Choice>
        <mc:Fallback xmlns=""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50156EA0-36DF-448C-8834-43921063E3D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21568" y="4512291"/>
                <a:ext cx="517212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10FAC850-3294-491E-9EB9-54CED01A9B8C}"/>
                  </a:ext>
                </a:extLst>
              </p14:cNvPr>
              <p14:cNvContentPartPr/>
              <p14:nvPr/>
            </p14:nvContentPartPr>
            <p14:xfrm>
              <a:off x="2759848" y="5567811"/>
              <a:ext cx="69840" cy="40680"/>
            </p14:xfrm>
          </p:contentPart>
        </mc:Choice>
        <mc:Fallback xmlns=""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10FAC850-3294-491E-9EB9-54CED01A9B8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750848" y="5559171"/>
                <a:ext cx="874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E1B649C6-F77D-47DF-A4DE-7227008DD6CB}"/>
                  </a:ext>
                </a:extLst>
              </p14:cNvPr>
              <p14:cNvContentPartPr/>
              <p14:nvPr/>
            </p14:nvContentPartPr>
            <p14:xfrm>
              <a:off x="3821848" y="5416611"/>
              <a:ext cx="186480" cy="23328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E1B649C6-F77D-47DF-A4DE-7227008DD6CB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812848" y="5407971"/>
                <a:ext cx="2041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7F798FAD-B440-47DC-AD08-7272C9C108E0}"/>
                  </a:ext>
                </a:extLst>
              </p14:cNvPr>
              <p14:cNvContentPartPr/>
              <p14:nvPr/>
            </p14:nvContentPartPr>
            <p14:xfrm>
              <a:off x="3084568" y="5364411"/>
              <a:ext cx="554760" cy="26640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7F798FAD-B440-47DC-AD08-7272C9C108E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075928" y="5355771"/>
                <a:ext cx="5724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EC6D12B1-3398-4EF9-85CD-004DCC9F161D}"/>
                  </a:ext>
                </a:extLst>
              </p14:cNvPr>
              <p14:cNvContentPartPr/>
              <p14:nvPr/>
            </p14:nvContentPartPr>
            <p14:xfrm>
              <a:off x="4308208" y="5398611"/>
              <a:ext cx="256680" cy="22104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EC6D12B1-3398-4EF9-85CD-004DCC9F161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4299568" y="5389611"/>
                <a:ext cx="2743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FDC6EA0B-CC3C-4581-A815-FA6D791141B1}"/>
                  </a:ext>
                </a:extLst>
              </p14:cNvPr>
              <p14:cNvContentPartPr/>
              <p14:nvPr/>
            </p14:nvContentPartPr>
            <p14:xfrm>
              <a:off x="4711408" y="5426331"/>
              <a:ext cx="85680" cy="21096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FDC6EA0B-CC3C-4581-A815-FA6D791141B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702408" y="5417331"/>
                <a:ext cx="1033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130D12A8-A1F3-4481-8B9D-2B8D3E0D91A2}"/>
                  </a:ext>
                </a:extLst>
              </p14:cNvPr>
              <p14:cNvContentPartPr/>
              <p14:nvPr/>
            </p14:nvContentPartPr>
            <p14:xfrm>
              <a:off x="5045488" y="5450811"/>
              <a:ext cx="84960" cy="19512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130D12A8-A1F3-4481-8B9D-2B8D3E0D91A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036848" y="5442171"/>
                <a:ext cx="102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A0C580F2-0BEB-49DC-BFF3-6EA2185E54A4}"/>
                  </a:ext>
                </a:extLst>
              </p14:cNvPr>
              <p14:cNvContentPartPr/>
              <p14:nvPr/>
            </p14:nvContentPartPr>
            <p14:xfrm>
              <a:off x="5783848" y="5371971"/>
              <a:ext cx="117360" cy="23688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A0C580F2-0BEB-49DC-BFF3-6EA2185E54A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774848" y="5362971"/>
                <a:ext cx="1350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8939495F-91C0-401D-930F-68C644FC63FE}"/>
                  </a:ext>
                </a:extLst>
              </p14:cNvPr>
              <p14:cNvContentPartPr/>
              <p14:nvPr/>
            </p14:nvContentPartPr>
            <p14:xfrm>
              <a:off x="6108928" y="5383131"/>
              <a:ext cx="231840" cy="19224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8939495F-91C0-401D-930F-68C644FC63FE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099928" y="5374491"/>
                <a:ext cx="2494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FB3F74EF-0647-40E0-BDAF-2FEEC7F68496}"/>
                  </a:ext>
                </a:extLst>
              </p14:cNvPr>
              <p14:cNvContentPartPr/>
              <p14:nvPr/>
            </p14:nvContentPartPr>
            <p14:xfrm>
              <a:off x="383848" y="5367291"/>
              <a:ext cx="281520" cy="21960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FB3F74EF-0647-40E0-BDAF-2FEEC7F68496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74848" y="5358651"/>
                <a:ext cx="2991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3A3FD5E1-2CC8-440F-A313-82A46535953C}"/>
                  </a:ext>
                </a:extLst>
              </p14:cNvPr>
              <p14:cNvContentPartPr/>
              <p14:nvPr/>
            </p14:nvContentPartPr>
            <p14:xfrm>
              <a:off x="1295008" y="5962011"/>
              <a:ext cx="242280" cy="21780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3A3FD5E1-2CC8-440F-A313-82A46535953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286008" y="5953371"/>
                <a:ext cx="2599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CCA3A863-F301-4C46-A338-25B4E5113F12}"/>
                  </a:ext>
                </a:extLst>
              </p14:cNvPr>
              <p14:cNvContentPartPr/>
              <p14:nvPr/>
            </p14:nvContentPartPr>
            <p14:xfrm>
              <a:off x="1758328" y="5956971"/>
              <a:ext cx="249120" cy="22680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CCA3A863-F301-4C46-A338-25B4E5113F1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749328" y="5947971"/>
                <a:ext cx="2667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E5FA3956-AB5F-4C51-AB7E-C03F785A4F67}"/>
                  </a:ext>
                </a:extLst>
              </p14:cNvPr>
              <p14:cNvContentPartPr/>
              <p14:nvPr/>
            </p14:nvContentPartPr>
            <p14:xfrm>
              <a:off x="2175208" y="5973891"/>
              <a:ext cx="204480" cy="20808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E5FA3956-AB5F-4C51-AB7E-C03F785A4F6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166208" y="5965251"/>
                <a:ext cx="2221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BC69F071-D345-4D47-BB5E-8D3B31174B5F}"/>
                  </a:ext>
                </a:extLst>
              </p14:cNvPr>
              <p14:cNvContentPartPr/>
              <p14:nvPr/>
            </p14:nvContentPartPr>
            <p14:xfrm>
              <a:off x="2723848" y="6163611"/>
              <a:ext cx="59400" cy="7596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BC69F071-D345-4D47-BB5E-8D3B31174B5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715208" y="6154971"/>
                <a:ext cx="770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7991800F-68F2-4D51-A34A-31F5753A27D7}"/>
                  </a:ext>
                </a:extLst>
              </p14:cNvPr>
              <p14:cNvContentPartPr/>
              <p14:nvPr/>
            </p14:nvContentPartPr>
            <p14:xfrm>
              <a:off x="-372512" y="5385291"/>
              <a:ext cx="531000" cy="21096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7991800F-68F2-4D51-A34A-31F5753A27D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-381512" y="5376291"/>
                <a:ext cx="5486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08F4DC8C-3254-44F9-B1F7-4DF2304AEF00}"/>
                  </a:ext>
                </a:extLst>
              </p14:cNvPr>
              <p14:cNvContentPartPr/>
              <p14:nvPr/>
            </p14:nvContentPartPr>
            <p14:xfrm>
              <a:off x="3185728" y="5969571"/>
              <a:ext cx="580680" cy="23724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08F4DC8C-3254-44F9-B1F7-4DF2304AEF0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3177083" y="5960931"/>
                <a:ext cx="598331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603EEABC-3285-4988-A2F6-6E4A312E240F}"/>
                  </a:ext>
                </a:extLst>
              </p14:cNvPr>
              <p14:cNvContentPartPr/>
              <p14:nvPr/>
            </p14:nvContentPartPr>
            <p14:xfrm>
              <a:off x="3597568" y="6370611"/>
              <a:ext cx="49320" cy="360"/>
            </p14:xfrm>
          </p:contentPart>
        </mc:Choice>
        <mc:Fallback xmlns=""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603EEABC-3285-4988-A2F6-6E4A312E240F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588568" y="6361611"/>
                <a:ext cx="66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11F9DDA0-7A58-4F96-A6E1-1B281EE7FDE9}"/>
                  </a:ext>
                </a:extLst>
              </p14:cNvPr>
              <p14:cNvContentPartPr/>
              <p14:nvPr/>
            </p14:nvContentPartPr>
            <p14:xfrm>
              <a:off x="3998608" y="5969931"/>
              <a:ext cx="188640" cy="258480"/>
            </p14:xfrm>
          </p:contentPart>
        </mc:Choice>
        <mc:Fallback xmlns=""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11F9DDA0-7A58-4F96-A6E1-1B281EE7FDE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989968" y="5961291"/>
                <a:ext cx="2062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5D1B7900-E9AB-426B-AA1A-95A3CBFE0944}"/>
                  </a:ext>
                </a:extLst>
              </p14:cNvPr>
              <p14:cNvContentPartPr/>
              <p14:nvPr/>
            </p14:nvContentPartPr>
            <p14:xfrm>
              <a:off x="4476688" y="5942211"/>
              <a:ext cx="20160" cy="267840"/>
            </p14:xfrm>
          </p:contentPart>
        </mc:Choice>
        <mc:Fallback xmlns=""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5D1B7900-E9AB-426B-AA1A-95A3CBFE0944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4467688" y="5933211"/>
                <a:ext cx="378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AA9BC426-E81F-4E28-8FB1-06E7161B71F2}"/>
                  </a:ext>
                </a:extLst>
              </p14:cNvPr>
              <p14:cNvContentPartPr/>
              <p14:nvPr/>
            </p14:nvContentPartPr>
            <p14:xfrm>
              <a:off x="4733728" y="5898291"/>
              <a:ext cx="191160" cy="22212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AA9BC426-E81F-4E28-8FB1-06E7161B71F2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4725088" y="5889291"/>
                <a:ext cx="2088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4572BF7B-E6B4-48DF-8380-8AB26386E22E}"/>
                  </a:ext>
                </a:extLst>
              </p14:cNvPr>
              <p14:cNvContentPartPr/>
              <p14:nvPr/>
            </p14:nvContentPartPr>
            <p14:xfrm>
              <a:off x="5090488" y="5930691"/>
              <a:ext cx="159480" cy="17568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4572BF7B-E6B4-48DF-8380-8AB26386E22E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5081488" y="5921691"/>
                <a:ext cx="1771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A4EF9566-6BE9-4AD0-AFE6-DB20C57600A3}"/>
                  </a:ext>
                </a:extLst>
              </p14:cNvPr>
              <p14:cNvContentPartPr/>
              <p14:nvPr/>
            </p14:nvContentPartPr>
            <p14:xfrm>
              <a:off x="5852608" y="5835291"/>
              <a:ext cx="34200" cy="26496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A4EF9566-6BE9-4AD0-AFE6-DB20C57600A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5843608" y="5826651"/>
                <a:ext cx="518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3E678A44-20B8-4C30-BBA2-4BCDF95ABA7C}"/>
                  </a:ext>
                </a:extLst>
              </p14:cNvPr>
              <p14:cNvContentPartPr/>
              <p14:nvPr/>
            </p14:nvContentPartPr>
            <p14:xfrm>
              <a:off x="6242488" y="5901891"/>
              <a:ext cx="20160" cy="231120"/>
            </p14:xfrm>
          </p:contentPart>
        </mc:Choice>
        <mc:Fallback xmlns=""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3E678A44-20B8-4C30-BBA2-4BCDF95ABA7C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233488" y="5892891"/>
                <a:ext cx="378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9E931B83-4A9D-4AC1-B5B9-FD6ED6AAAB23}"/>
                  </a:ext>
                </a:extLst>
              </p14:cNvPr>
              <p14:cNvContentPartPr/>
              <p14:nvPr/>
            </p14:nvContentPartPr>
            <p14:xfrm>
              <a:off x="6759808" y="5798211"/>
              <a:ext cx="34200" cy="27504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9E931B83-4A9D-4AC1-B5B9-FD6ED6AAAB23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751168" y="5789211"/>
                <a:ext cx="51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F9F068BC-8382-4D3E-A84A-1C73F601AB3A}"/>
                  </a:ext>
                </a:extLst>
              </p14:cNvPr>
              <p14:cNvContentPartPr/>
              <p14:nvPr/>
            </p14:nvContentPartPr>
            <p14:xfrm>
              <a:off x="7027648" y="5814771"/>
              <a:ext cx="193680" cy="241200"/>
            </p14:xfrm>
          </p:contentPart>
        </mc:Choice>
        <mc:Fallback xmlns=""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F9F068BC-8382-4D3E-A84A-1C73F601AB3A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019008" y="5805771"/>
                <a:ext cx="2113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E18B6C55-AB37-4C4D-B314-F978EEDD9C88}"/>
                  </a:ext>
                </a:extLst>
              </p14:cNvPr>
              <p14:cNvContentPartPr/>
              <p14:nvPr/>
            </p14:nvContentPartPr>
            <p14:xfrm>
              <a:off x="7531288" y="5804691"/>
              <a:ext cx="15120" cy="67680"/>
            </p14:xfrm>
          </p:contentPart>
        </mc:Choice>
        <mc:Fallback xmlns=""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E18B6C55-AB37-4C4D-B314-F978EEDD9C88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522288" y="5796051"/>
                <a:ext cx="327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3797239A-08B0-41B7-A5A4-93127E4F248C}"/>
                  </a:ext>
                </a:extLst>
              </p14:cNvPr>
              <p14:cNvContentPartPr/>
              <p14:nvPr/>
            </p14:nvContentPartPr>
            <p14:xfrm>
              <a:off x="7369288" y="6039051"/>
              <a:ext cx="171360" cy="151200"/>
            </p14:xfrm>
          </p:contentPart>
        </mc:Choice>
        <mc:Fallback xmlns=""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3797239A-08B0-41B7-A5A4-93127E4F248C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360648" y="6030411"/>
                <a:ext cx="1890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904CEDDC-E791-40AF-A05F-E4584833DF26}"/>
                  </a:ext>
                </a:extLst>
              </p14:cNvPr>
              <p14:cNvContentPartPr/>
              <p14:nvPr/>
            </p14:nvContentPartPr>
            <p14:xfrm>
              <a:off x="8605888" y="5901891"/>
              <a:ext cx="58320" cy="21600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904CEDDC-E791-40AF-A05F-E4584833DF2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597248" y="5892891"/>
                <a:ext cx="759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981E0593-1F53-4A77-B01C-3F2A51F5CD7A}"/>
                  </a:ext>
                </a:extLst>
              </p14:cNvPr>
              <p14:cNvContentPartPr/>
              <p14:nvPr/>
            </p14:nvContentPartPr>
            <p14:xfrm>
              <a:off x="8882008" y="5871291"/>
              <a:ext cx="62640" cy="31320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981E0593-1F53-4A77-B01C-3F2A51F5CD7A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873368" y="5862291"/>
                <a:ext cx="802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2FA0C75B-4790-41B9-B0BA-6A2A7969600F}"/>
                  </a:ext>
                </a:extLst>
              </p14:cNvPr>
              <p14:cNvContentPartPr/>
              <p14:nvPr/>
            </p14:nvContentPartPr>
            <p14:xfrm>
              <a:off x="7910728" y="5853651"/>
              <a:ext cx="534600" cy="24660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2FA0C75B-4790-41B9-B0BA-6A2A7969600F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902088" y="5845011"/>
                <a:ext cx="552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AC6148D9-1575-4717-8545-9CF70FC0EC5F}"/>
                  </a:ext>
                </a:extLst>
              </p14:cNvPr>
              <p14:cNvContentPartPr/>
              <p14:nvPr/>
            </p14:nvContentPartPr>
            <p14:xfrm>
              <a:off x="10277728" y="5890011"/>
              <a:ext cx="210960" cy="26640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AC6148D9-1575-4717-8545-9CF70FC0EC5F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0268728" y="5881011"/>
                <a:ext cx="2286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7EBDEA01-CF42-49CB-A37D-D27492E28FA9}"/>
                  </a:ext>
                </a:extLst>
              </p14:cNvPr>
              <p14:cNvContentPartPr/>
              <p14:nvPr/>
            </p14:nvContentPartPr>
            <p14:xfrm>
              <a:off x="8480608" y="6344331"/>
              <a:ext cx="386640" cy="5904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7EBDEA01-CF42-49CB-A37D-D27492E28FA9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471968" y="6335691"/>
                <a:ext cx="4042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7BFE2F1A-8B75-4053-AAEB-1C3E5D47A9DC}"/>
                  </a:ext>
                </a:extLst>
              </p14:cNvPr>
              <p14:cNvContentPartPr/>
              <p14:nvPr/>
            </p14:nvContentPartPr>
            <p14:xfrm>
              <a:off x="10103488" y="6338571"/>
              <a:ext cx="362520" cy="2952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7BFE2F1A-8B75-4053-AAEB-1C3E5D47A9DC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0094488" y="6329571"/>
                <a:ext cx="3801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855FB816-6452-4CB8-ABED-D2603D2C4B58}"/>
                  </a:ext>
                </a:extLst>
              </p14:cNvPr>
              <p14:cNvContentPartPr/>
              <p14:nvPr/>
            </p14:nvContentPartPr>
            <p14:xfrm>
              <a:off x="-41672" y="6391491"/>
              <a:ext cx="689760" cy="295920"/>
            </p14:xfrm>
          </p:contentPart>
        </mc:Choice>
        <mc:Fallback xmlns=""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855FB816-6452-4CB8-ABED-D2603D2C4B5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-50317" y="6382491"/>
                <a:ext cx="707409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EFF90DAD-D12A-4E04-9760-FC2F2750589C}"/>
                  </a:ext>
                </a:extLst>
              </p14:cNvPr>
              <p14:cNvContentPartPr/>
              <p14:nvPr/>
            </p14:nvContentPartPr>
            <p14:xfrm>
              <a:off x="1427128" y="6461691"/>
              <a:ext cx="41040" cy="23616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EFF90DAD-D12A-4E04-9760-FC2F2750589C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418488" y="6452691"/>
                <a:ext cx="586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EF74D6BE-3245-4782-AB82-65458FA81783}"/>
                  </a:ext>
                </a:extLst>
              </p14:cNvPr>
              <p14:cNvContentPartPr/>
              <p14:nvPr/>
            </p14:nvContentPartPr>
            <p14:xfrm>
              <a:off x="1866688" y="6488331"/>
              <a:ext cx="28440" cy="24948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EF74D6BE-3245-4782-AB82-65458FA81783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858048" y="6479691"/>
                <a:ext cx="460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62AAE46-E875-4676-9CCC-7DD63758AA0C}"/>
                  </a:ext>
                </a:extLst>
              </p14:cNvPr>
              <p14:cNvContentPartPr/>
              <p14:nvPr/>
            </p14:nvContentPartPr>
            <p14:xfrm>
              <a:off x="2350888" y="6498051"/>
              <a:ext cx="21240" cy="27432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62AAE46-E875-4676-9CCC-7DD63758AA0C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2342248" y="6489411"/>
                <a:ext cx="388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E7EC3D57-49BC-43A0-8F0C-F44EAF032CE0}"/>
                  </a:ext>
                </a:extLst>
              </p14:cNvPr>
              <p14:cNvContentPartPr/>
              <p14:nvPr/>
            </p14:nvContentPartPr>
            <p14:xfrm>
              <a:off x="2756608" y="6691011"/>
              <a:ext cx="64800" cy="71640"/>
            </p14:xfrm>
          </p:contentPart>
        </mc:Choice>
        <mc:Fallback xmlns=""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E7EC3D57-49BC-43A0-8F0C-F44EAF032CE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2747608" y="6682371"/>
                <a:ext cx="82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9141276F-5E5E-4662-A3F6-22EBCCF5900B}"/>
                  </a:ext>
                </a:extLst>
              </p14:cNvPr>
              <p14:cNvContentPartPr/>
              <p14:nvPr/>
            </p14:nvContentPartPr>
            <p14:xfrm>
              <a:off x="3252688" y="6545211"/>
              <a:ext cx="213480" cy="216720"/>
            </p14:xfrm>
          </p:contentPart>
        </mc:Choice>
        <mc:Fallback xmlns=""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9141276F-5E5E-4662-A3F6-22EBCCF5900B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3243688" y="6536571"/>
                <a:ext cx="2311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0000285F-EA71-433F-A4B0-B527C520DD48}"/>
                  </a:ext>
                </a:extLst>
              </p14:cNvPr>
              <p14:cNvContentPartPr/>
              <p14:nvPr/>
            </p14:nvContentPartPr>
            <p14:xfrm>
              <a:off x="3727888" y="6502731"/>
              <a:ext cx="25920" cy="207000"/>
            </p14:xfrm>
          </p:contentPart>
        </mc:Choice>
        <mc:Fallback xmlns=""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0000285F-EA71-433F-A4B0-B527C520DD4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3718888" y="6493731"/>
                <a:ext cx="435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E192CA85-ED4A-4CB8-B2C2-96E8634BD601}"/>
                  </a:ext>
                </a:extLst>
              </p14:cNvPr>
              <p14:cNvContentPartPr/>
              <p14:nvPr/>
            </p14:nvContentPartPr>
            <p14:xfrm>
              <a:off x="4151608" y="6507051"/>
              <a:ext cx="12960" cy="17640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E192CA85-ED4A-4CB8-B2C2-96E8634BD601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4142608" y="6498411"/>
                <a:ext cx="306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79EE9518-D1D7-46D2-A07A-055FE1D20DA9}"/>
                  </a:ext>
                </a:extLst>
              </p14:cNvPr>
              <p14:cNvContentPartPr/>
              <p14:nvPr/>
            </p14:nvContentPartPr>
            <p14:xfrm>
              <a:off x="5194168" y="6466731"/>
              <a:ext cx="4680" cy="291600"/>
            </p14:xfrm>
          </p:contentPart>
        </mc:Choice>
        <mc:Fallback xmlns=""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79EE9518-D1D7-46D2-A07A-055FE1D20DA9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5185168" y="6458091"/>
                <a:ext cx="223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3AA9DB29-4F25-47C4-AFF4-6B97E7ED7BB2}"/>
                  </a:ext>
                </a:extLst>
              </p14:cNvPr>
              <p14:cNvContentPartPr/>
              <p14:nvPr/>
            </p14:nvContentPartPr>
            <p14:xfrm>
              <a:off x="5799328" y="6306171"/>
              <a:ext cx="1502280" cy="59400"/>
            </p14:xfrm>
          </p:contentPart>
        </mc:Choice>
        <mc:Fallback xmlns=""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3AA9DB29-4F25-47C4-AFF4-6B97E7ED7BB2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790688" y="6297171"/>
                <a:ext cx="15199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B6E41147-734E-48F6-96BA-2FC92AB6DB8D}"/>
                  </a:ext>
                </a:extLst>
              </p14:cNvPr>
              <p14:cNvContentPartPr/>
              <p14:nvPr/>
            </p14:nvContentPartPr>
            <p14:xfrm>
              <a:off x="4534648" y="6530091"/>
              <a:ext cx="473040" cy="167400"/>
            </p14:xfrm>
          </p:contentPart>
        </mc:Choice>
        <mc:Fallback xmlns=""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B6E41147-734E-48F6-96BA-2FC92AB6DB8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525655" y="6521451"/>
                <a:ext cx="490667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6E91965A-FC0D-4FE2-A242-FC29281365E0}"/>
                  </a:ext>
                </a:extLst>
              </p14:cNvPr>
              <p14:cNvContentPartPr/>
              <p14:nvPr/>
            </p14:nvContentPartPr>
            <p14:xfrm>
              <a:off x="4312528" y="5867331"/>
              <a:ext cx="360" cy="360"/>
            </p14:xfrm>
          </p:contentPart>
        </mc:Choice>
        <mc:Fallback xmlns=""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6E91965A-FC0D-4FE2-A242-FC29281365E0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303528" y="58586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DEBD9830-1497-461A-83B3-5DC72B6D866D}"/>
                  </a:ext>
                </a:extLst>
              </p14:cNvPr>
              <p14:cNvContentPartPr/>
              <p14:nvPr/>
            </p14:nvContentPartPr>
            <p14:xfrm>
              <a:off x="4254568" y="6019611"/>
              <a:ext cx="5400" cy="10188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DEBD9830-1497-461A-83B3-5DC72B6D866D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4245568" y="6010971"/>
                <a:ext cx="230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179A8CC7-11F2-48AA-AC29-3C56E6AE9D94}"/>
                  </a:ext>
                </a:extLst>
              </p14:cNvPr>
              <p14:cNvContentPartPr/>
              <p14:nvPr/>
            </p14:nvContentPartPr>
            <p14:xfrm>
              <a:off x="4323328" y="6399771"/>
              <a:ext cx="14400" cy="362520"/>
            </p14:xfrm>
          </p:contentPart>
        </mc:Choice>
        <mc:Fallback xmlns=""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179A8CC7-11F2-48AA-AC29-3C56E6AE9D94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314328" y="6390771"/>
                <a:ext cx="3204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F20D580B-C605-4356-BD9C-FF7F25527E28}"/>
                  </a:ext>
                </a:extLst>
              </p14:cNvPr>
              <p14:cNvContentPartPr/>
              <p14:nvPr/>
            </p14:nvContentPartPr>
            <p14:xfrm>
              <a:off x="5411248" y="6024291"/>
              <a:ext cx="12960" cy="5796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F20D580B-C605-4356-BD9C-FF7F25527E28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402608" y="6015291"/>
                <a:ext cx="306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217E2A55-913D-4022-8C66-47E87A932BCC}"/>
                  </a:ext>
                </a:extLst>
              </p14:cNvPr>
              <p14:cNvContentPartPr/>
              <p14:nvPr/>
            </p14:nvContentPartPr>
            <p14:xfrm>
              <a:off x="5388928" y="6431091"/>
              <a:ext cx="27720" cy="30204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217E2A55-913D-4022-8C66-47E87A932BC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380288" y="6422091"/>
                <a:ext cx="453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BAC37217-6EBF-4897-AFC4-91BA3456E987}"/>
                  </a:ext>
                </a:extLst>
              </p14:cNvPr>
              <p14:cNvContentPartPr/>
              <p14:nvPr/>
            </p14:nvContentPartPr>
            <p14:xfrm>
              <a:off x="-1063712" y="2712651"/>
              <a:ext cx="1728000" cy="930240"/>
            </p14:xfrm>
          </p:contentPart>
        </mc:Choice>
        <mc:Fallback xmlns=""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BAC37217-6EBF-4897-AFC4-91BA3456E987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-1081712" y="2694651"/>
                <a:ext cx="1763640" cy="9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72B1F1FF-49F3-4FFA-903F-8126D4BDE9C1}"/>
                  </a:ext>
                </a:extLst>
              </p14:cNvPr>
              <p14:cNvContentPartPr/>
              <p14:nvPr/>
            </p14:nvContentPartPr>
            <p14:xfrm>
              <a:off x="-697232" y="5125011"/>
              <a:ext cx="1622160" cy="78156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72B1F1FF-49F3-4FFA-903F-8126D4BDE9C1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-714872" y="5107371"/>
                <a:ext cx="1657800" cy="8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540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F3B7E94-D02F-4A4C-B4F8-843D7765DAB0}"/>
                  </a:ext>
                </a:extLst>
              </p14:cNvPr>
              <p14:cNvContentPartPr/>
              <p14:nvPr/>
            </p14:nvContentPartPr>
            <p14:xfrm>
              <a:off x="5632648" y="600171"/>
              <a:ext cx="77400" cy="3092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F3B7E94-D02F-4A4C-B4F8-843D7765DA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008" y="591171"/>
                <a:ext cx="950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D36894C-02B3-43DC-BA39-A9BD021A07AA}"/>
                  </a:ext>
                </a:extLst>
              </p14:cNvPr>
              <p14:cNvContentPartPr/>
              <p14:nvPr/>
            </p14:nvContentPartPr>
            <p14:xfrm>
              <a:off x="6017488" y="649491"/>
              <a:ext cx="59400" cy="2278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D36894C-02B3-43DC-BA39-A9BD021A07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08848" y="640491"/>
                <a:ext cx="770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BBA77BD-D54A-4B58-B802-2A36626D433D}"/>
                  </a:ext>
                </a:extLst>
              </p14:cNvPr>
              <p14:cNvContentPartPr/>
              <p14:nvPr/>
            </p14:nvContentPartPr>
            <p14:xfrm>
              <a:off x="6409888" y="616731"/>
              <a:ext cx="96480" cy="301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BBA77BD-D54A-4B58-B802-2A36626D43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0888" y="607731"/>
                <a:ext cx="1141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508F73C-C2D8-43CE-80EC-840FC85490BD}"/>
                  </a:ext>
                </a:extLst>
              </p14:cNvPr>
              <p14:cNvContentPartPr/>
              <p14:nvPr/>
            </p14:nvContentPartPr>
            <p14:xfrm>
              <a:off x="6621208" y="631491"/>
              <a:ext cx="234360" cy="3178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508F73C-C2D8-43CE-80EC-840FC85490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12568" y="622491"/>
                <a:ext cx="2520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27F9EC0-7ACB-4EC0-87F2-C3FFA210230F}"/>
                  </a:ext>
                </a:extLst>
              </p14:cNvPr>
              <p14:cNvContentPartPr/>
              <p14:nvPr/>
            </p14:nvContentPartPr>
            <p14:xfrm>
              <a:off x="1664008" y="503691"/>
              <a:ext cx="91800" cy="3920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27F9EC0-7ACB-4EC0-87F2-C3FFA21023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5368" y="495051"/>
                <a:ext cx="1094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9662C0C-AAD8-4119-A6BC-1FDB97DAF55D}"/>
                  </a:ext>
                </a:extLst>
              </p14:cNvPr>
              <p14:cNvContentPartPr/>
              <p14:nvPr/>
            </p14:nvContentPartPr>
            <p14:xfrm>
              <a:off x="2092408" y="552291"/>
              <a:ext cx="65880" cy="30348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9662C0C-AAD8-4119-A6BC-1FDB97DAF5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83768" y="543651"/>
                <a:ext cx="835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471FB20-C233-446B-BFA9-6DAE439C3A50}"/>
                  </a:ext>
                </a:extLst>
              </p14:cNvPr>
              <p14:cNvContentPartPr/>
              <p14:nvPr/>
            </p14:nvContentPartPr>
            <p14:xfrm>
              <a:off x="2520088" y="470931"/>
              <a:ext cx="64080" cy="3438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471FB20-C233-446B-BFA9-6DAE439C3A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11448" y="462291"/>
                <a:ext cx="817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E844185-F38A-403E-BD9F-FEA57407DCC3}"/>
                  </a:ext>
                </a:extLst>
              </p14:cNvPr>
              <p14:cNvContentPartPr/>
              <p14:nvPr/>
            </p14:nvContentPartPr>
            <p14:xfrm>
              <a:off x="2794408" y="851811"/>
              <a:ext cx="85320" cy="626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E844185-F38A-403E-BD9F-FEA57407DCC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85768" y="842811"/>
                <a:ext cx="1029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592CEE7D-AF40-40DB-8F72-1A059D0DA77D}"/>
                  </a:ext>
                </a:extLst>
              </p14:cNvPr>
              <p14:cNvContentPartPr/>
              <p14:nvPr/>
            </p14:nvContentPartPr>
            <p14:xfrm>
              <a:off x="3239368" y="493971"/>
              <a:ext cx="228600" cy="3009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592CEE7D-AF40-40DB-8F72-1A059D0DA7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30368" y="485331"/>
                <a:ext cx="2462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F8CBE6E6-FE46-4036-9B92-75C50191992D}"/>
                  </a:ext>
                </a:extLst>
              </p14:cNvPr>
              <p14:cNvContentPartPr/>
              <p14:nvPr/>
            </p14:nvContentPartPr>
            <p14:xfrm>
              <a:off x="3694408" y="456891"/>
              <a:ext cx="50040" cy="3225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F8CBE6E6-FE46-4036-9B92-75C50191992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85768" y="447891"/>
                <a:ext cx="676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B5195F72-7DB6-4835-A55A-2BD202B875C8}"/>
                  </a:ext>
                </a:extLst>
              </p14:cNvPr>
              <p14:cNvContentPartPr/>
              <p14:nvPr/>
            </p14:nvContentPartPr>
            <p14:xfrm>
              <a:off x="4021288" y="502251"/>
              <a:ext cx="36000" cy="31608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B5195F72-7DB6-4835-A55A-2BD202B875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12648" y="493611"/>
                <a:ext cx="536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ADAB52C6-EFB2-429F-9A19-AC28894FF411}"/>
                  </a:ext>
                </a:extLst>
              </p14:cNvPr>
              <p14:cNvContentPartPr/>
              <p14:nvPr/>
            </p14:nvContentPartPr>
            <p14:xfrm>
              <a:off x="4344928" y="548691"/>
              <a:ext cx="55800" cy="31068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ADAB52C6-EFB2-429F-9A19-AC28894FF4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35928" y="539691"/>
                <a:ext cx="734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7107DDEB-1CAE-4CB5-B206-9BE06B4C0E6D}"/>
                  </a:ext>
                </a:extLst>
              </p14:cNvPr>
              <p14:cNvContentPartPr/>
              <p14:nvPr/>
            </p14:nvContentPartPr>
            <p14:xfrm>
              <a:off x="4549768" y="587571"/>
              <a:ext cx="191880" cy="1864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7107DDEB-1CAE-4CB5-B206-9BE06B4C0E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40768" y="578571"/>
                <a:ext cx="209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5121D3F4-EF62-45EF-A8F8-2324876F1121}"/>
                  </a:ext>
                </a:extLst>
              </p14:cNvPr>
              <p14:cNvContentPartPr/>
              <p14:nvPr/>
            </p14:nvContentPartPr>
            <p14:xfrm>
              <a:off x="4938568" y="547251"/>
              <a:ext cx="16200" cy="33192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5121D3F4-EF62-45EF-A8F8-2324876F112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29928" y="538251"/>
                <a:ext cx="338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03163E6C-7CB9-4F7A-9772-44D2F3B14445}"/>
                  </a:ext>
                </a:extLst>
              </p14:cNvPr>
              <p14:cNvContentPartPr/>
              <p14:nvPr/>
            </p14:nvContentPartPr>
            <p14:xfrm>
              <a:off x="1680928" y="1046571"/>
              <a:ext cx="651240" cy="3888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03163E6C-7CB9-4F7A-9772-44D2F3B144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71928" y="1037571"/>
                <a:ext cx="6688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12E2BB5F-8EDD-4979-860B-D37A924977A7}"/>
                  </a:ext>
                </a:extLst>
              </p14:cNvPr>
              <p14:cNvContentPartPr/>
              <p14:nvPr/>
            </p14:nvContentPartPr>
            <p14:xfrm>
              <a:off x="4396768" y="919851"/>
              <a:ext cx="358920" cy="2196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12E2BB5F-8EDD-4979-860B-D37A924977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88128" y="910851"/>
                <a:ext cx="3765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C2E3E2E6-A339-4BD4-B855-BDC510C315DD}"/>
                  </a:ext>
                </a:extLst>
              </p14:cNvPr>
              <p14:cNvContentPartPr/>
              <p14:nvPr/>
            </p14:nvContentPartPr>
            <p14:xfrm>
              <a:off x="2539168" y="999411"/>
              <a:ext cx="1536480" cy="14004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C2E3E2E6-A339-4BD4-B855-BDC510C315D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30528" y="990411"/>
                <a:ext cx="1554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4B4FDF29-D6C2-4299-A52A-5AAED24AA41D}"/>
                  </a:ext>
                </a:extLst>
              </p14:cNvPr>
              <p14:cNvContentPartPr/>
              <p14:nvPr/>
            </p14:nvContentPartPr>
            <p14:xfrm>
              <a:off x="4985008" y="1023171"/>
              <a:ext cx="761760" cy="4752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4B4FDF29-D6C2-4299-A52A-5AAED24AA41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76368" y="1014531"/>
                <a:ext cx="7794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3179626D-C93D-46AD-8E3E-735657B3B68A}"/>
                  </a:ext>
                </a:extLst>
              </p14:cNvPr>
              <p14:cNvContentPartPr/>
              <p14:nvPr/>
            </p14:nvContentPartPr>
            <p14:xfrm>
              <a:off x="6016408" y="1020651"/>
              <a:ext cx="382320" cy="3816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3179626D-C93D-46AD-8E3E-735657B3B6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07768" y="1011651"/>
                <a:ext cx="399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95B64A41-F930-48A3-9CCA-C85666765020}"/>
                  </a:ext>
                </a:extLst>
              </p14:cNvPr>
              <p14:cNvContentPartPr/>
              <p14:nvPr/>
            </p14:nvContentPartPr>
            <p14:xfrm>
              <a:off x="10656808" y="1367331"/>
              <a:ext cx="117360" cy="38124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95B64A41-F930-48A3-9CCA-C856667650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648168" y="1358691"/>
                <a:ext cx="13500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08ADE3B3-FB3F-420B-BAC0-4396BB7BCAE3}"/>
                  </a:ext>
                </a:extLst>
              </p14:cNvPr>
              <p14:cNvContentPartPr/>
              <p14:nvPr/>
            </p14:nvContentPartPr>
            <p14:xfrm>
              <a:off x="379528" y="2359491"/>
              <a:ext cx="744480" cy="41652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08ADE3B3-FB3F-420B-BAC0-4396BB7BCAE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0884" y="2350499"/>
                <a:ext cx="762129" cy="434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F88C78B2-D826-4F7F-97F5-60EE6B022F29}"/>
                  </a:ext>
                </a:extLst>
              </p14:cNvPr>
              <p14:cNvContentPartPr/>
              <p14:nvPr/>
            </p14:nvContentPartPr>
            <p14:xfrm>
              <a:off x="391408" y="1726611"/>
              <a:ext cx="742680" cy="19440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F88C78B2-D826-4F7F-97F5-60EE6B022F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3408" y="1708611"/>
                <a:ext cx="7783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9BB14FB9-112D-44D3-9AB8-B06EB0A78C44}"/>
                  </a:ext>
                </a:extLst>
              </p14:cNvPr>
              <p14:cNvContentPartPr/>
              <p14:nvPr/>
            </p14:nvContentPartPr>
            <p14:xfrm>
              <a:off x="10424248" y="1901931"/>
              <a:ext cx="585360" cy="35820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9BB14FB9-112D-44D3-9AB8-B06EB0A78C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406248" y="1883931"/>
                <a:ext cx="6210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53B0A6CF-6007-4C9D-B4AB-9EBFE8E77A5A}"/>
                  </a:ext>
                </a:extLst>
              </p14:cNvPr>
              <p14:cNvContentPartPr/>
              <p14:nvPr/>
            </p14:nvContentPartPr>
            <p14:xfrm>
              <a:off x="304288" y="2887971"/>
              <a:ext cx="681120" cy="4680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53B0A6CF-6007-4C9D-B4AB-9EBFE8E77A5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6288" y="2869971"/>
                <a:ext cx="7167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53990C60-76A3-4BEC-A191-AC0C1CC40FF2}"/>
                  </a:ext>
                </a:extLst>
              </p14:cNvPr>
              <p14:cNvContentPartPr/>
              <p14:nvPr/>
            </p14:nvContentPartPr>
            <p14:xfrm>
              <a:off x="1465288" y="1378491"/>
              <a:ext cx="6701400" cy="1639800"/>
            </p14:xfrm>
          </p:contentPart>
        </mc:Choice>
        <mc:Fallback xmlns=""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53990C60-76A3-4BEC-A191-AC0C1CC40FF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56648" y="1369849"/>
                <a:ext cx="6719040" cy="1657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B01DB53F-A284-4F60-B34B-0A3F841A59C0}"/>
                  </a:ext>
                </a:extLst>
              </p14:cNvPr>
              <p14:cNvContentPartPr/>
              <p14:nvPr/>
            </p14:nvContentPartPr>
            <p14:xfrm>
              <a:off x="810088" y="3205851"/>
              <a:ext cx="453600" cy="430920"/>
            </p14:xfrm>
          </p:contentPart>
        </mc:Choice>
        <mc:Fallback xmlns=""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B01DB53F-A284-4F60-B34B-0A3F841A59C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1088" y="3196851"/>
                <a:ext cx="47124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EDF03D1A-666C-4F5F-8787-04D53D3A6ADA}"/>
                  </a:ext>
                </a:extLst>
              </p14:cNvPr>
              <p14:cNvContentPartPr/>
              <p14:nvPr/>
            </p14:nvContentPartPr>
            <p14:xfrm>
              <a:off x="-629912" y="3326091"/>
              <a:ext cx="1133640" cy="665640"/>
            </p14:xfrm>
          </p:contentPart>
        </mc:Choice>
        <mc:Fallback xmlns=""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EDF03D1A-666C-4F5F-8787-04D53D3A6A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-638912" y="3317091"/>
                <a:ext cx="11512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DD7B0E13-B03A-477C-BF47-B379F93701A9}"/>
                  </a:ext>
                </a:extLst>
              </p14:cNvPr>
              <p14:cNvContentPartPr/>
              <p14:nvPr/>
            </p14:nvContentPartPr>
            <p14:xfrm>
              <a:off x="8318248" y="1178691"/>
              <a:ext cx="1382400" cy="839880"/>
            </p14:xfrm>
          </p:contentPart>
        </mc:Choice>
        <mc:Fallback xmlns=""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DD7B0E13-B03A-477C-BF47-B379F93701A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00253" y="1161043"/>
                <a:ext cx="1418031" cy="866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6CE79E23-B7AB-4FC1-9CF0-528A57248256}"/>
                  </a:ext>
                </a:extLst>
              </p14:cNvPr>
              <p14:cNvContentPartPr/>
              <p14:nvPr/>
            </p14:nvContentPartPr>
            <p14:xfrm>
              <a:off x="-520832" y="205251"/>
              <a:ext cx="1801800" cy="99648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6CE79E23-B7AB-4FC1-9CF0-528A5724825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538832" y="187611"/>
                <a:ext cx="1837440" cy="10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93C1145C-390F-415B-A77B-55C9F1D86213}"/>
                  </a:ext>
                </a:extLst>
              </p14:cNvPr>
              <p14:cNvContentPartPr/>
              <p14:nvPr/>
            </p14:nvContentPartPr>
            <p14:xfrm>
              <a:off x="1091248" y="4511931"/>
              <a:ext cx="30960" cy="505800"/>
            </p14:xfrm>
          </p:contentPart>
        </mc:Choice>
        <mc:Fallback xmlns=""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93C1145C-390F-415B-A77B-55C9F1D8621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2608" y="4503291"/>
                <a:ext cx="4860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6DC0A770-6781-43EC-AD25-8F645022BD19}"/>
                  </a:ext>
                </a:extLst>
              </p14:cNvPr>
              <p14:cNvContentPartPr/>
              <p14:nvPr/>
            </p14:nvContentPartPr>
            <p14:xfrm>
              <a:off x="1603168" y="3174531"/>
              <a:ext cx="6514560" cy="679680"/>
            </p14:xfrm>
          </p:contentPart>
        </mc:Choice>
        <mc:Fallback xmlns=""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6DC0A770-6781-43EC-AD25-8F645022BD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94528" y="3165531"/>
                <a:ext cx="653220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AF3FDBF5-D3A8-4D1B-B28E-5DA12F5980CA}"/>
                  </a:ext>
                </a:extLst>
              </p14:cNvPr>
              <p14:cNvContentPartPr/>
              <p14:nvPr/>
            </p14:nvContentPartPr>
            <p14:xfrm>
              <a:off x="5844328" y="4955451"/>
              <a:ext cx="13680" cy="576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AF3FDBF5-D3A8-4D1B-B28E-5DA12F5980C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35328" y="4946451"/>
                <a:ext cx="313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288B8A92-397E-4ACF-9651-A8FD68880AAC}"/>
                  </a:ext>
                </a:extLst>
              </p14:cNvPr>
              <p14:cNvContentPartPr/>
              <p14:nvPr/>
            </p14:nvContentPartPr>
            <p14:xfrm>
              <a:off x="6275248" y="4643331"/>
              <a:ext cx="254160" cy="241560"/>
            </p14:xfrm>
          </p:contentPart>
        </mc:Choice>
        <mc:Fallback xmlns=""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288B8A92-397E-4ACF-9651-A8FD68880AA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266608" y="4634691"/>
                <a:ext cx="2718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3CC3411E-155D-4F2B-BF42-90D9BC3B3747}"/>
                  </a:ext>
                </a:extLst>
              </p14:cNvPr>
              <p14:cNvContentPartPr/>
              <p14:nvPr/>
            </p14:nvContentPartPr>
            <p14:xfrm>
              <a:off x="6741448" y="4604451"/>
              <a:ext cx="95040" cy="32292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3CC3411E-155D-4F2B-BF42-90D9BC3B374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32808" y="4595811"/>
                <a:ext cx="1126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0BC99BA8-AB86-4AD5-8EF6-1597FB963D0D}"/>
                  </a:ext>
                </a:extLst>
              </p14:cNvPr>
              <p14:cNvContentPartPr/>
              <p14:nvPr/>
            </p14:nvContentPartPr>
            <p14:xfrm>
              <a:off x="7038448" y="4618131"/>
              <a:ext cx="100800" cy="342360"/>
            </p14:xfrm>
          </p:contentPart>
        </mc:Choice>
        <mc:Fallback xmlns=""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0BC99BA8-AB86-4AD5-8EF6-1597FB963D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029808" y="4609131"/>
                <a:ext cx="118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BC366DBC-25DF-4C17-8CBD-62D2F807AF2C}"/>
                  </a:ext>
                </a:extLst>
              </p14:cNvPr>
              <p14:cNvContentPartPr/>
              <p14:nvPr/>
            </p14:nvContentPartPr>
            <p14:xfrm>
              <a:off x="7324288" y="4664211"/>
              <a:ext cx="113400" cy="285480"/>
            </p14:xfrm>
          </p:contentPart>
        </mc:Choice>
        <mc:Fallback xmlns=""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BC366DBC-25DF-4C17-8CBD-62D2F807AF2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15648" y="4655571"/>
                <a:ext cx="1310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F1F5015D-9AA3-4458-966D-F468A424D2EA}"/>
                  </a:ext>
                </a:extLst>
              </p14:cNvPr>
              <p14:cNvContentPartPr/>
              <p14:nvPr/>
            </p14:nvContentPartPr>
            <p14:xfrm>
              <a:off x="7633168" y="4682211"/>
              <a:ext cx="90000" cy="307800"/>
            </p14:xfrm>
          </p:contentPart>
        </mc:Choice>
        <mc:Fallback xmlns=""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F1F5015D-9AA3-4458-966D-F468A424D2E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24168" y="4673211"/>
                <a:ext cx="1076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5AE4CBAD-5FD3-4BD1-872B-73497D31705E}"/>
                  </a:ext>
                </a:extLst>
              </p14:cNvPr>
              <p14:cNvContentPartPr/>
              <p14:nvPr/>
            </p14:nvContentPartPr>
            <p14:xfrm>
              <a:off x="7941688" y="4765011"/>
              <a:ext cx="267480" cy="22104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5AE4CBAD-5FD3-4BD1-872B-73497D3170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933048" y="4756011"/>
                <a:ext cx="2851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F7B83A61-A3E4-4B1B-A64F-CBCC21A97697}"/>
                  </a:ext>
                </a:extLst>
              </p14:cNvPr>
              <p14:cNvContentPartPr/>
              <p14:nvPr/>
            </p14:nvContentPartPr>
            <p14:xfrm>
              <a:off x="4701328" y="4606251"/>
              <a:ext cx="945000" cy="31824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F7B83A61-A3E4-4B1B-A64F-CBCC21A9769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92328" y="4597251"/>
                <a:ext cx="96264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3115A655-A536-474F-8BB3-6251F4BBC954}"/>
                  </a:ext>
                </a:extLst>
              </p14:cNvPr>
              <p14:cNvContentPartPr/>
              <p14:nvPr/>
            </p14:nvContentPartPr>
            <p14:xfrm>
              <a:off x="459088" y="4426971"/>
              <a:ext cx="464040" cy="74952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3115A655-A536-474F-8BB3-6251F4BBC95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0448" y="4417971"/>
                <a:ext cx="481680" cy="7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90958656-6F57-447C-A57E-5D6234A13D41}"/>
                  </a:ext>
                </a:extLst>
              </p14:cNvPr>
              <p14:cNvContentPartPr/>
              <p14:nvPr/>
            </p14:nvContentPartPr>
            <p14:xfrm>
              <a:off x="8980648" y="4727211"/>
              <a:ext cx="284040" cy="18288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90958656-6F57-447C-A57E-5D6234A13D4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972008" y="4718571"/>
                <a:ext cx="3016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1F109F9E-B4B0-49CA-8250-9A49D4F476B8}"/>
                  </a:ext>
                </a:extLst>
              </p14:cNvPr>
              <p14:cNvContentPartPr/>
              <p14:nvPr/>
            </p14:nvContentPartPr>
            <p14:xfrm>
              <a:off x="9413008" y="4709931"/>
              <a:ext cx="60840" cy="23688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1F109F9E-B4B0-49CA-8250-9A49D4F476B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04008" y="4700931"/>
                <a:ext cx="784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CE0C1D31-774F-4B9A-AF7D-BA4F10A872F7}"/>
                  </a:ext>
                </a:extLst>
              </p14:cNvPr>
              <p14:cNvContentPartPr/>
              <p14:nvPr/>
            </p14:nvContentPartPr>
            <p14:xfrm>
              <a:off x="9673288" y="4667091"/>
              <a:ext cx="102240" cy="24660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CE0C1D31-774F-4B9A-AF7D-BA4F10A872F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664648" y="4658451"/>
                <a:ext cx="1198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DDFD2874-56BC-4E9D-82AF-338187085CD3}"/>
                  </a:ext>
                </a:extLst>
              </p14:cNvPr>
              <p14:cNvContentPartPr/>
              <p14:nvPr/>
            </p14:nvContentPartPr>
            <p14:xfrm>
              <a:off x="10099528" y="4644051"/>
              <a:ext cx="44280" cy="25776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DDFD2874-56BC-4E9D-82AF-338187085CD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90888" y="4635411"/>
                <a:ext cx="619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325006FC-1268-4812-AE49-7ED578BB7EE6}"/>
                  </a:ext>
                </a:extLst>
              </p14:cNvPr>
              <p14:cNvContentPartPr/>
              <p14:nvPr/>
            </p14:nvContentPartPr>
            <p14:xfrm>
              <a:off x="10329208" y="4655211"/>
              <a:ext cx="61560" cy="23544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325006FC-1268-4812-AE49-7ED578BB7E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320568" y="4646571"/>
                <a:ext cx="792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E99621A1-5687-43FB-9D90-9FB535FD7F1C}"/>
                  </a:ext>
                </a:extLst>
              </p14:cNvPr>
              <p14:cNvContentPartPr/>
              <p14:nvPr/>
            </p14:nvContentPartPr>
            <p14:xfrm>
              <a:off x="10553128" y="4711011"/>
              <a:ext cx="247680" cy="23580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E99621A1-5687-43FB-9D90-9FB535FD7F1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544128" y="4702011"/>
                <a:ext cx="265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292B6E3D-F6EF-4FE6-8C2E-5A7846C3A7C0}"/>
                  </a:ext>
                </a:extLst>
              </p14:cNvPr>
              <p14:cNvContentPartPr/>
              <p14:nvPr/>
            </p14:nvContentPartPr>
            <p14:xfrm>
              <a:off x="2098888" y="5823411"/>
              <a:ext cx="36000" cy="46764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292B6E3D-F6EF-4FE6-8C2E-5A7846C3A7C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90248" y="5814771"/>
                <a:ext cx="5364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272DE2A2-E629-4560-8445-789455C1CCDB}"/>
                  </a:ext>
                </a:extLst>
              </p14:cNvPr>
              <p14:cNvContentPartPr/>
              <p14:nvPr/>
            </p14:nvContentPartPr>
            <p14:xfrm>
              <a:off x="3569488" y="5980731"/>
              <a:ext cx="131400" cy="12960"/>
            </p14:xfrm>
          </p:contentPart>
        </mc:Choice>
        <mc:Fallback xmlns=""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272DE2A2-E629-4560-8445-789455C1CCD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560488" y="5972091"/>
                <a:ext cx="1490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ED46DB7E-45BA-4578-8F4D-6C142937B9E6}"/>
                  </a:ext>
                </a:extLst>
              </p14:cNvPr>
              <p14:cNvContentPartPr/>
              <p14:nvPr/>
            </p14:nvContentPartPr>
            <p14:xfrm>
              <a:off x="3545368" y="6109251"/>
              <a:ext cx="176040" cy="360"/>
            </p14:xfrm>
          </p:contentPart>
        </mc:Choice>
        <mc:Fallback xmlns=""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ED46DB7E-45BA-4578-8F4D-6C142937B9E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536368" y="6100611"/>
                <a:ext cx="1936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439AA1DB-B8D0-4202-8F06-7C3F77C5828A}"/>
                  </a:ext>
                </a:extLst>
              </p14:cNvPr>
              <p14:cNvContentPartPr/>
              <p14:nvPr/>
            </p14:nvContentPartPr>
            <p14:xfrm>
              <a:off x="4144768" y="5986491"/>
              <a:ext cx="2040840" cy="54000"/>
            </p14:xfrm>
          </p:contentPart>
        </mc:Choice>
        <mc:Fallback xmlns=""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439AA1DB-B8D0-4202-8F06-7C3F77C5828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136128" y="5977491"/>
                <a:ext cx="20584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143B6D45-31C8-4982-94A3-9E77F78DB1C7}"/>
                  </a:ext>
                </a:extLst>
              </p14:cNvPr>
              <p14:cNvContentPartPr/>
              <p14:nvPr/>
            </p14:nvContentPartPr>
            <p14:xfrm>
              <a:off x="5097688" y="6247491"/>
              <a:ext cx="702360" cy="348480"/>
            </p14:xfrm>
          </p:contentPart>
        </mc:Choice>
        <mc:Fallback xmlns=""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143B6D45-31C8-4982-94A3-9E77F78DB1C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89044" y="6238491"/>
                <a:ext cx="720009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66750566-9C58-4D63-A971-38BC1E6DB7C4}"/>
                  </a:ext>
                </a:extLst>
              </p14:cNvPr>
              <p14:cNvContentPartPr/>
              <p14:nvPr/>
            </p14:nvContentPartPr>
            <p14:xfrm>
              <a:off x="4276888" y="6216891"/>
              <a:ext cx="544320" cy="432720"/>
            </p14:xfrm>
          </p:contentPart>
        </mc:Choice>
        <mc:Fallback xmlns=""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66750566-9C58-4D63-A971-38BC1E6DB7C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267888" y="6207891"/>
                <a:ext cx="5619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A843F1FD-41FA-4D5B-91AD-D366C4C8B055}"/>
                  </a:ext>
                </a:extLst>
              </p14:cNvPr>
              <p14:cNvContentPartPr/>
              <p14:nvPr/>
            </p14:nvContentPartPr>
            <p14:xfrm>
              <a:off x="3226768" y="5849691"/>
              <a:ext cx="96480" cy="434160"/>
            </p14:xfrm>
          </p:contentPart>
        </mc:Choice>
        <mc:Fallback xmlns=""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A843F1FD-41FA-4D5B-91AD-D366C4C8B05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218128" y="5840691"/>
                <a:ext cx="11412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4B24289B-95DD-43B2-8FAA-606C7B1171C6}"/>
                  </a:ext>
                </a:extLst>
              </p14:cNvPr>
              <p14:cNvContentPartPr/>
              <p14:nvPr/>
            </p14:nvContentPartPr>
            <p14:xfrm>
              <a:off x="2686048" y="5907651"/>
              <a:ext cx="364320" cy="609840"/>
            </p14:xfrm>
          </p:contentPart>
        </mc:Choice>
        <mc:Fallback xmlns=""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4B24289B-95DD-43B2-8FAA-606C7B1171C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677408" y="5899011"/>
                <a:ext cx="38196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08" name="墨迹 207">
                <a:extLst>
                  <a:ext uri="{FF2B5EF4-FFF2-40B4-BE49-F238E27FC236}">
                    <a16:creationId xmlns:a16="http://schemas.microsoft.com/office/drawing/2014/main" id="{87443311-18FA-4DD5-85AE-B80DC9682CD8}"/>
                  </a:ext>
                </a:extLst>
              </p14:cNvPr>
              <p14:cNvContentPartPr/>
              <p14:nvPr/>
            </p14:nvContentPartPr>
            <p14:xfrm>
              <a:off x="2345128" y="6018171"/>
              <a:ext cx="142920" cy="165240"/>
            </p14:xfrm>
          </p:contentPart>
        </mc:Choice>
        <mc:Fallback xmlns="">
          <p:pic>
            <p:nvPicPr>
              <p:cNvPr id="208" name="墨迹 207">
                <a:extLst>
                  <a:ext uri="{FF2B5EF4-FFF2-40B4-BE49-F238E27FC236}">
                    <a16:creationId xmlns:a16="http://schemas.microsoft.com/office/drawing/2014/main" id="{87443311-18FA-4DD5-85AE-B80DC9682CD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36488" y="6009531"/>
                <a:ext cx="1605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F3188BB2-C653-40C2-925D-E56D38F0373A}"/>
                  </a:ext>
                </a:extLst>
              </p14:cNvPr>
              <p14:cNvContentPartPr/>
              <p14:nvPr/>
            </p14:nvContentPartPr>
            <p14:xfrm>
              <a:off x="1351888" y="5888931"/>
              <a:ext cx="587880" cy="456840"/>
            </p14:xfrm>
          </p:contentPart>
        </mc:Choice>
        <mc:Fallback xmlns=""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F3188BB2-C653-40C2-925D-E56D38F0373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343253" y="5880291"/>
                <a:ext cx="605509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7D4433B8-F71F-431D-92FD-18CEB2982A20}"/>
                  </a:ext>
                </a:extLst>
              </p14:cNvPr>
              <p14:cNvContentPartPr/>
              <p14:nvPr/>
            </p14:nvContentPartPr>
            <p14:xfrm>
              <a:off x="8888128" y="5065611"/>
              <a:ext cx="1908720" cy="103320"/>
            </p14:xfrm>
          </p:contentPart>
        </mc:Choice>
        <mc:Fallback xmlns=""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7D4433B8-F71F-431D-92FD-18CEB2982A2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79128" y="5056971"/>
                <a:ext cx="1926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24" name="墨迹 223">
                <a:extLst>
                  <a:ext uri="{FF2B5EF4-FFF2-40B4-BE49-F238E27FC236}">
                    <a16:creationId xmlns:a16="http://schemas.microsoft.com/office/drawing/2014/main" id="{CD7E5A18-63EC-4735-A325-6976782CA524}"/>
                  </a:ext>
                </a:extLst>
              </p14:cNvPr>
              <p14:cNvContentPartPr/>
              <p14:nvPr/>
            </p14:nvContentPartPr>
            <p14:xfrm>
              <a:off x="4238728" y="5500851"/>
              <a:ext cx="1849680" cy="370440"/>
            </p14:xfrm>
          </p:contentPart>
        </mc:Choice>
        <mc:Fallback xmlns="">
          <p:pic>
            <p:nvPicPr>
              <p:cNvPr id="224" name="墨迹 223">
                <a:extLst>
                  <a:ext uri="{FF2B5EF4-FFF2-40B4-BE49-F238E27FC236}">
                    <a16:creationId xmlns:a16="http://schemas.microsoft.com/office/drawing/2014/main" id="{CD7E5A18-63EC-4735-A325-6976782CA52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229728" y="5492211"/>
                <a:ext cx="18673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F2B41022-F701-49EB-927F-6F44D8ABD85B}"/>
                  </a:ext>
                </a:extLst>
              </p14:cNvPr>
              <p14:cNvContentPartPr/>
              <p14:nvPr/>
            </p14:nvContentPartPr>
            <p14:xfrm>
              <a:off x="6439768" y="6007731"/>
              <a:ext cx="117360" cy="18360"/>
            </p14:xfrm>
          </p:contentPart>
        </mc:Choice>
        <mc:Fallback xmlns=""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F2B41022-F701-49EB-927F-6F44D8ABD85B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430768" y="5999091"/>
                <a:ext cx="135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29" name="墨迹 228">
                <a:extLst>
                  <a:ext uri="{FF2B5EF4-FFF2-40B4-BE49-F238E27FC236}">
                    <a16:creationId xmlns:a16="http://schemas.microsoft.com/office/drawing/2014/main" id="{7D44DC49-4D13-443D-AA5A-D9FBAB192E68}"/>
                  </a:ext>
                </a:extLst>
              </p14:cNvPr>
              <p14:cNvContentPartPr/>
              <p14:nvPr/>
            </p14:nvContentPartPr>
            <p14:xfrm>
              <a:off x="6405568" y="6154971"/>
              <a:ext cx="177840" cy="1800"/>
            </p14:xfrm>
          </p:contentPart>
        </mc:Choice>
        <mc:Fallback xmlns="">
          <p:pic>
            <p:nvPicPr>
              <p:cNvPr id="229" name="墨迹 228">
                <a:extLst>
                  <a:ext uri="{FF2B5EF4-FFF2-40B4-BE49-F238E27FC236}">
                    <a16:creationId xmlns:a16="http://schemas.microsoft.com/office/drawing/2014/main" id="{7D44DC49-4D13-443D-AA5A-D9FBAB192E6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96928" y="6145971"/>
                <a:ext cx="1954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9A1AE266-CF9A-40B4-97F9-4ACF24D51F59}"/>
                  </a:ext>
                </a:extLst>
              </p14:cNvPr>
              <p14:cNvContentPartPr/>
              <p14:nvPr/>
            </p14:nvContentPartPr>
            <p14:xfrm>
              <a:off x="7237888" y="6127971"/>
              <a:ext cx="1367640" cy="32400"/>
            </p14:xfrm>
          </p:contentPart>
        </mc:Choice>
        <mc:Fallback xmlns=""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9A1AE266-CF9A-40B4-97F9-4ACF24D51F5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228888" y="6118971"/>
                <a:ext cx="13852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9F04030D-0291-496C-9144-6C28ECB4DD63}"/>
                  </a:ext>
                </a:extLst>
              </p14:cNvPr>
              <p14:cNvContentPartPr/>
              <p14:nvPr/>
            </p14:nvContentPartPr>
            <p14:xfrm>
              <a:off x="7230688" y="6350451"/>
              <a:ext cx="1258920" cy="373320"/>
            </p14:xfrm>
          </p:contentPart>
        </mc:Choice>
        <mc:Fallback xmlns=""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9F04030D-0291-496C-9144-6C28ECB4DD6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222046" y="6341451"/>
                <a:ext cx="1276565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54" name="墨迹 253">
                <a:extLst>
                  <a:ext uri="{FF2B5EF4-FFF2-40B4-BE49-F238E27FC236}">
                    <a16:creationId xmlns:a16="http://schemas.microsoft.com/office/drawing/2014/main" id="{41DE2D9A-90FA-4E21-A9D2-F7EACB606296}"/>
                  </a:ext>
                </a:extLst>
              </p14:cNvPr>
              <p14:cNvContentPartPr/>
              <p14:nvPr/>
            </p14:nvContentPartPr>
            <p14:xfrm>
              <a:off x="10890808" y="6081531"/>
              <a:ext cx="41760" cy="35280"/>
            </p14:xfrm>
          </p:contentPart>
        </mc:Choice>
        <mc:Fallback xmlns="">
          <p:pic>
            <p:nvPicPr>
              <p:cNvPr id="254" name="墨迹 253">
                <a:extLst>
                  <a:ext uri="{FF2B5EF4-FFF2-40B4-BE49-F238E27FC236}">
                    <a16:creationId xmlns:a16="http://schemas.microsoft.com/office/drawing/2014/main" id="{41DE2D9A-90FA-4E21-A9D2-F7EACB60629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882168" y="6072891"/>
                <a:ext cx="594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55" name="墨迹 254">
                <a:extLst>
                  <a:ext uri="{FF2B5EF4-FFF2-40B4-BE49-F238E27FC236}">
                    <a16:creationId xmlns:a16="http://schemas.microsoft.com/office/drawing/2014/main" id="{629998B8-30D7-49C0-9AB0-95FFD16EC522}"/>
                  </a:ext>
                </a:extLst>
              </p14:cNvPr>
              <p14:cNvContentPartPr/>
              <p14:nvPr/>
            </p14:nvContentPartPr>
            <p14:xfrm>
              <a:off x="10811968" y="6195291"/>
              <a:ext cx="164520" cy="39240"/>
            </p14:xfrm>
          </p:contentPart>
        </mc:Choice>
        <mc:Fallback xmlns="">
          <p:pic>
            <p:nvPicPr>
              <p:cNvPr id="255" name="墨迹 254">
                <a:extLst>
                  <a:ext uri="{FF2B5EF4-FFF2-40B4-BE49-F238E27FC236}">
                    <a16:creationId xmlns:a16="http://schemas.microsoft.com/office/drawing/2014/main" id="{629998B8-30D7-49C0-9AB0-95FFD16EC52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803328" y="6186291"/>
                <a:ext cx="1821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56" name="墨迹 255">
                <a:extLst>
                  <a:ext uri="{FF2B5EF4-FFF2-40B4-BE49-F238E27FC236}">
                    <a16:creationId xmlns:a16="http://schemas.microsoft.com/office/drawing/2014/main" id="{0E6640CA-95CA-46DF-B084-491901DAB546}"/>
                  </a:ext>
                </a:extLst>
              </p14:cNvPr>
              <p14:cNvContentPartPr/>
              <p14:nvPr/>
            </p14:nvContentPartPr>
            <p14:xfrm>
              <a:off x="11177728" y="6094491"/>
              <a:ext cx="245160" cy="17640"/>
            </p14:xfrm>
          </p:contentPart>
        </mc:Choice>
        <mc:Fallback xmlns="">
          <p:pic>
            <p:nvPicPr>
              <p:cNvPr id="256" name="墨迹 255">
                <a:extLst>
                  <a:ext uri="{FF2B5EF4-FFF2-40B4-BE49-F238E27FC236}">
                    <a16:creationId xmlns:a16="http://schemas.microsoft.com/office/drawing/2014/main" id="{0E6640CA-95CA-46DF-B084-491901DAB54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1169088" y="6085491"/>
                <a:ext cx="2628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57" name="墨迹 256">
                <a:extLst>
                  <a:ext uri="{FF2B5EF4-FFF2-40B4-BE49-F238E27FC236}">
                    <a16:creationId xmlns:a16="http://schemas.microsoft.com/office/drawing/2014/main" id="{C6F13B04-7794-4343-A858-3903E3CF2A6A}"/>
                  </a:ext>
                </a:extLst>
              </p14:cNvPr>
              <p14:cNvContentPartPr/>
              <p14:nvPr/>
            </p14:nvContentPartPr>
            <p14:xfrm>
              <a:off x="11816368" y="6021411"/>
              <a:ext cx="824040" cy="19080"/>
            </p14:xfrm>
          </p:contentPart>
        </mc:Choice>
        <mc:Fallback xmlns="">
          <p:pic>
            <p:nvPicPr>
              <p:cNvPr id="257" name="墨迹 256">
                <a:extLst>
                  <a:ext uri="{FF2B5EF4-FFF2-40B4-BE49-F238E27FC236}">
                    <a16:creationId xmlns:a16="http://schemas.microsoft.com/office/drawing/2014/main" id="{C6F13B04-7794-4343-A858-3903E3CF2A6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807728" y="6012411"/>
                <a:ext cx="841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63" name="墨迹 262">
                <a:extLst>
                  <a:ext uri="{FF2B5EF4-FFF2-40B4-BE49-F238E27FC236}">
                    <a16:creationId xmlns:a16="http://schemas.microsoft.com/office/drawing/2014/main" id="{157220D6-04A2-4097-AA03-AA7492476963}"/>
                  </a:ext>
                </a:extLst>
              </p14:cNvPr>
              <p14:cNvContentPartPr/>
              <p14:nvPr/>
            </p14:nvContentPartPr>
            <p14:xfrm>
              <a:off x="11664808" y="6205731"/>
              <a:ext cx="898200" cy="369720"/>
            </p14:xfrm>
          </p:contentPart>
        </mc:Choice>
        <mc:Fallback xmlns="">
          <p:pic>
            <p:nvPicPr>
              <p:cNvPr id="263" name="墨迹 262">
                <a:extLst>
                  <a:ext uri="{FF2B5EF4-FFF2-40B4-BE49-F238E27FC236}">
                    <a16:creationId xmlns:a16="http://schemas.microsoft.com/office/drawing/2014/main" id="{157220D6-04A2-4097-AA03-AA749247696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656168" y="6197091"/>
                <a:ext cx="9158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64" name="墨迹 263">
                <a:extLst>
                  <a:ext uri="{FF2B5EF4-FFF2-40B4-BE49-F238E27FC236}">
                    <a16:creationId xmlns:a16="http://schemas.microsoft.com/office/drawing/2014/main" id="{0C25E644-AE7C-482A-9108-E6E2D8443B4F}"/>
                  </a:ext>
                </a:extLst>
              </p14:cNvPr>
              <p14:cNvContentPartPr/>
              <p14:nvPr/>
            </p14:nvContentPartPr>
            <p14:xfrm>
              <a:off x="9968488" y="6005931"/>
              <a:ext cx="678240" cy="599400"/>
            </p14:xfrm>
          </p:contentPart>
        </mc:Choice>
        <mc:Fallback xmlns="">
          <p:pic>
            <p:nvPicPr>
              <p:cNvPr id="264" name="墨迹 263">
                <a:extLst>
                  <a:ext uri="{FF2B5EF4-FFF2-40B4-BE49-F238E27FC236}">
                    <a16:creationId xmlns:a16="http://schemas.microsoft.com/office/drawing/2014/main" id="{0C25E644-AE7C-482A-9108-E6E2D8443B4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959843" y="5996931"/>
                <a:ext cx="695889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76" name="墨迹 275">
                <a:extLst>
                  <a:ext uri="{FF2B5EF4-FFF2-40B4-BE49-F238E27FC236}">
                    <a16:creationId xmlns:a16="http://schemas.microsoft.com/office/drawing/2014/main" id="{96CCB05C-91A7-4D4F-B02D-FA9E36B6D09A}"/>
                  </a:ext>
                </a:extLst>
              </p14:cNvPr>
              <p14:cNvContentPartPr/>
              <p14:nvPr/>
            </p14:nvContentPartPr>
            <p14:xfrm>
              <a:off x="6284608" y="5046171"/>
              <a:ext cx="2442960" cy="453600"/>
            </p14:xfrm>
          </p:contentPart>
        </mc:Choice>
        <mc:Fallback xmlns="">
          <p:pic>
            <p:nvPicPr>
              <p:cNvPr id="276" name="墨迹 275">
                <a:extLst>
                  <a:ext uri="{FF2B5EF4-FFF2-40B4-BE49-F238E27FC236}">
                    <a16:creationId xmlns:a16="http://schemas.microsoft.com/office/drawing/2014/main" id="{96CCB05C-91A7-4D4F-B02D-FA9E36B6D09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275968" y="5037171"/>
                <a:ext cx="246060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79" name="墨迹 278">
                <a:extLst>
                  <a:ext uri="{FF2B5EF4-FFF2-40B4-BE49-F238E27FC236}">
                    <a16:creationId xmlns:a16="http://schemas.microsoft.com/office/drawing/2014/main" id="{B5903A76-E13A-43BA-84B0-17FB1D3527B3}"/>
                  </a:ext>
                </a:extLst>
              </p14:cNvPr>
              <p14:cNvContentPartPr/>
              <p14:nvPr/>
            </p14:nvContentPartPr>
            <p14:xfrm>
              <a:off x="7193248" y="5595891"/>
              <a:ext cx="1248120" cy="406080"/>
            </p14:xfrm>
          </p:contentPart>
        </mc:Choice>
        <mc:Fallback xmlns="">
          <p:pic>
            <p:nvPicPr>
              <p:cNvPr id="279" name="墨迹 278">
                <a:extLst>
                  <a:ext uri="{FF2B5EF4-FFF2-40B4-BE49-F238E27FC236}">
                    <a16:creationId xmlns:a16="http://schemas.microsoft.com/office/drawing/2014/main" id="{B5903A76-E13A-43BA-84B0-17FB1D3527B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184248" y="5586899"/>
                <a:ext cx="1265760" cy="423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85" name="墨迹 284">
                <a:extLst>
                  <a:ext uri="{FF2B5EF4-FFF2-40B4-BE49-F238E27FC236}">
                    <a16:creationId xmlns:a16="http://schemas.microsoft.com/office/drawing/2014/main" id="{A27EFDF5-941F-43D7-BBDB-60C35EBD859C}"/>
                  </a:ext>
                </a:extLst>
              </p14:cNvPr>
              <p14:cNvContentPartPr/>
              <p14:nvPr/>
            </p14:nvContentPartPr>
            <p14:xfrm>
              <a:off x="11538448" y="5310051"/>
              <a:ext cx="1083600" cy="581400"/>
            </p14:xfrm>
          </p:contentPart>
        </mc:Choice>
        <mc:Fallback xmlns="">
          <p:pic>
            <p:nvPicPr>
              <p:cNvPr id="285" name="墨迹 284">
                <a:extLst>
                  <a:ext uri="{FF2B5EF4-FFF2-40B4-BE49-F238E27FC236}">
                    <a16:creationId xmlns:a16="http://schemas.microsoft.com/office/drawing/2014/main" id="{A27EFDF5-941F-43D7-BBDB-60C35EBD859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529808" y="5301411"/>
                <a:ext cx="110124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87" name="墨迹 286">
                <a:extLst>
                  <a:ext uri="{FF2B5EF4-FFF2-40B4-BE49-F238E27FC236}">
                    <a16:creationId xmlns:a16="http://schemas.microsoft.com/office/drawing/2014/main" id="{E208E6F6-32E2-4101-B780-5BD2E3047056}"/>
                  </a:ext>
                </a:extLst>
              </p14:cNvPr>
              <p14:cNvContentPartPr/>
              <p14:nvPr/>
            </p14:nvContentPartPr>
            <p14:xfrm>
              <a:off x="1231288" y="4427331"/>
              <a:ext cx="3064320" cy="924840"/>
            </p14:xfrm>
          </p:contentPart>
        </mc:Choice>
        <mc:Fallback xmlns="">
          <p:pic>
            <p:nvPicPr>
              <p:cNvPr id="287" name="墨迹 286">
                <a:extLst>
                  <a:ext uri="{FF2B5EF4-FFF2-40B4-BE49-F238E27FC236}">
                    <a16:creationId xmlns:a16="http://schemas.microsoft.com/office/drawing/2014/main" id="{E208E6F6-32E2-4101-B780-5BD2E3047056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222647" y="4418688"/>
                <a:ext cx="3081962" cy="9514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714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29CF0E1-7245-482F-93F3-D7CE18D803A0}"/>
                  </a:ext>
                </a:extLst>
              </p14:cNvPr>
              <p14:cNvContentPartPr/>
              <p14:nvPr/>
            </p14:nvContentPartPr>
            <p14:xfrm>
              <a:off x="3048568" y="859011"/>
              <a:ext cx="885240" cy="248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29CF0E1-7245-482F-93F3-D7CE18D803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9568" y="850371"/>
                <a:ext cx="9028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94C0A6A-942F-4DB0-A6CB-770D4F57AADB}"/>
                  </a:ext>
                </a:extLst>
              </p14:cNvPr>
              <p14:cNvContentPartPr/>
              <p14:nvPr/>
            </p14:nvContentPartPr>
            <p14:xfrm>
              <a:off x="3210568" y="1032171"/>
              <a:ext cx="174240" cy="4651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94C0A6A-942F-4DB0-A6CB-770D4F57AA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1928" y="1023531"/>
                <a:ext cx="1918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754E1781-033C-41F5-B1AD-EEE13B78FDCF}"/>
                  </a:ext>
                </a:extLst>
              </p14:cNvPr>
              <p14:cNvContentPartPr/>
              <p14:nvPr/>
            </p14:nvContentPartPr>
            <p14:xfrm>
              <a:off x="3267448" y="301731"/>
              <a:ext cx="605880" cy="39744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754E1781-033C-41F5-B1AD-EEE13B78FD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8808" y="292731"/>
                <a:ext cx="6235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0C72FAD6-896B-496D-B168-F156DDE59B10}"/>
                  </a:ext>
                </a:extLst>
              </p14:cNvPr>
              <p14:cNvContentPartPr/>
              <p14:nvPr/>
            </p14:nvContentPartPr>
            <p14:xfrm>
              <a:off x="3582808" y="1070331"/>
              <a:ext cx="343440" cy="5101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0C72FAD6-896B-496D-B168-F156DDE59B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74168" y="1061691"/>
                <a:ext cx="36108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A0917558-ECC5-4DAF-A327-C5D6F8C2B6E5}"/>
                  </a:ext>
                </a:extLst>
              </p14:cNvPr>
              <p14:cNvContentPartPr/>
              <p14:nvPr/>
            </p14:nvContentPartPr>
            <p14:xfrm>
              <a:off x="4562008" y="1244931"/>
              <a:ext cx="14400" cy="1213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A0917558-ECC5-4DAF-A327-C5D6F8C2B6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53368" y="1236291"/>
                <a:ext cx="320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F1FB54EC-EC94-4EEC-906D-4E4708AB5129}"/>
                  </a:ext>
                </a:extLst>
              </p14:cNvPr>
              <p14:cNvContentPartPr/>
              <p14:nvPr/>
            </p14:nvContentPartPr>
            <p14:xfrm>
              <a:off x="5198128" y="787731"/>
              <a:ext cx="461520" cy="9111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F1FB54EC-EC94-4EEC-906D-4E4708AB512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9488" y="779091"/>
                <a:ext cx="479160" cy="9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D1AF7ED3-C558-48D3-9828-C41CC2C8A4D9}"/>
                  </a:ext>
                </a:extLst>
              </p14:cNvPr>
              <p14:cNvContentPartPr/>
              <p14:nvPr/>
            </p14:nvContentPartPr>
            <p14:xfrm>
              <a:off x="5986888" y="929211"/>
              <a:ext cx="245160" cy="36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D1AF7ED3-C558-48D3-9828-C41CC2C8A4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8248" y="920571"/>
                <a:ext cx="262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7258633B-F7A4-464C-917A-34E8F8C054B2}"/>
                  </a:ext>
                </a:extLst>
              </p14:cNvPr>
              <p14:cNvContentPartPr/>
              <p14:nvPr/>
            </p14:nvContentPartPr>
            <p14:xfrm>
              <a:off x="6025768" y="1050171"/>
              <a:ext cx="201240" cy="4500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7258633B-F7A4-464C-917A-34E8F8C054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17128" y="1041531"/>
                <a:ext cx="2188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CF118A5-C125-492B-9515-26AD2AED99E0}"/>
                  </a:ext>
                </a:extLst>
              </p14:cNvPr>
              <p14:cNvContentPartPr/>
              <p14:nvPr/>
            </p14:nvContentPartPr>
            <p14:xfrm>
              <a:off x="6747568" y="939651"/>
              <a:ext cx="1043640" cy="36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CF118A5-C125-492B-9515-26AD2AED99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38568" y="931011"/>
                <a:ext cx="10612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9F1A437-3855-4D9B-8F61-0D29560491DE}"/>
                  </a:ext>
                </a:extLst>
              </p14:cNvPr>
              <p14:cNvContentPartPr/>
              <p14:nvPr/>
            </p14:nvContentPartPr>
            <p14:xfrm>
              <a:off x="6997768" y="1201731"/>
              <a:ext cx="720360" cy="3823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9F1A437-3855-4D9B-8F61-0D29560491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89128" y="1192731"/>
                <a:ext cx="7380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5180E2A-F3C2-4D5D-96B6-70DBCA9AB133}"/>
                  </a:ext>
                </a:extLst>
              </p14:cNvPr>
              <p14:cNvContentPartPr/>
              <p14:nvPr/>
            </p14:nvContentPartPr>
            <p14:xfrm>
              <a:off x="7085968" y="110571"/>
              <a:ext cx="468000" cy="6526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5180E2A-F3C2-4D5D-96B6-70DBCA9AB13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6968" y="101931"/>
                <a:ext cx="48564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C869DD6C-A54D-43DF-BC86-61E8CC5F9CA1}"/>
                  </a:ext>
                </a:extLst>
              </p14:cNvPr>
              <p14:cNvContentPartPr/>
              <p14:nvPr/>
            </p14:nvContentPartPr>
            <p14:xfrm>
              <a:off x="1502728" y="770451"/>
              <a:ext cx="1346400" cy="48420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C869DD6C-A54D-43DF-BC86-61E8CC5F9C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93730" y="761458"/>
                <a:ext cx="1364035" cy="501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A246E518-50F7-4AE7-AAD7-9CFD62C704C1}"/>
                  </a:ext>
                </a:extLst>
              </p14:cNvPr>
              <p14:cNvContentPartPr/>
              <p14:nvPr/>
            </p14:nvContentPartPr>
            <p14:xfrm>
              <a:off x="1181608" y="2636331"/>
              <a:ext cx="2160" cy="9144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A246E518-50F7-4AE7-AAD7-9CFD62C704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72968" y="2627331"/>
                <a:ext cx="198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F99ABB7F-A9F4-434B-BE4F-61056D3B44FC}"/>
                  </a:ext>
                </a:extLst>
              </p14:cNvPr>
              <p14:cNvContentPartPr/>
              <p14:nvPr/>
            </p14:nvContentPartPr>
            <p14:xfrm>
              <a:off x="1180168" y="2897691"/>
              <a:ext cx="72360" cy="2952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F99ABB7F-A9F4-434B-BE4F-61056D3B44F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71168" y="2888691"/>
                <a:ext cx="90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52DFFDDD-6185-4E65-8377-9D08C7208924}"/>
                  </a:ext>
                </a:extLst>
              </p14:cNvPr>
              <p14:cNvContentPartPr/>
              <p14:nvPr/>
            </p14:nvContentPartPr>
            <p14:xfrm>
              <a:off x="2795488" y="2772051"/>
              <a:ext cx="360" cy="36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52DFFDDD-6185-4E65-8377-9D08C720892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86848" y="27634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553E3252-FAE2-4167-A6F9-4BA88924CF6C}"/>
                  </a:ext>
                </a:extLst>
              </p14:cNvPr>
              <p14:cNvContentPartPr/>
              <p14:nvPr/>
            </p14:nvContentPartPr>
            <p14:xfrm>
              <a:off x="1693528" y="2148171"/>
              <a:ext cx="784080" cy="78012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553E3252-FAE2-4167-A6F9-4BA88924CF6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84528" y="2139171"/>
                <a:ext cx="80172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C75DA4B5-4B8D-40E8-B1E9-A0F59E1E49A2}"/>
                  </a:ext>
                </a:extLst>
              </p14:cNvPr>
              <p14:cNvContentPartPr/>
              <p14:nvPr/>
            </p14:nvContentPartPr>
            <p14:xfrm>
              <a:off x="264688" y="2159331"/>
              <a:ext cx="744120" cy="108252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C75DA4B5-4B8D-40E8-B1E9-A0F59E1E49A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6044" y="2150691"/>
                <a:ext cx="761769" cy="11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7E895FF3-F11E-4735-8CE8-08FC7E09AEB0}"/>
                  </a:ext>
                </a:extLst>
              </p14:cNvPr>
              <p14:cNvContentPartPr/>
              <p14:nvPr/>
            </p14:nvContentPartPr>
            <p14:xfrm>
              <a:off x="3343048" y="2378211"/>
              <a:ext cx="48240" cy="49860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7E895FF3-F11E-4735-8CE8-08FC7E09AEB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34408" y="2369211"/>
                <a:ext cx="658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9480273F-EF68-4D18-A908-20EF63240A4A}"/>
                  </a:ext>
                </a:extLst>
              </p14:cNvPr>
              <p14:cNvContentPartPr/>
              <p14:nvPr/>
            </p14:nvContentPartPr>
            <p14:xfrm>
              <a:off x="3498928" y="2495211"/>
              <a:ext cx="204840" cy="16020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9480273F-EF68-4D18-A908-20EF63240A4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89928" y="2486571"/>
                <a:ext cx="2224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4BE690F0-D322-4E3F-B153-6F15F4AA928E}"/>
                  </a:ext>
                </a:extLst>
              </p14:cNvPr>
              <p14:cNvContentPartPr/>
              <p14:nvPr/>
            </p14:nvContentPartPr>
            <p14:xfrm>
              <a:off x="3536008" y="2462451"/>
              <a:ext cx="207720" cy="21528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4BE690F0-D322-4E3F-B153-6F15F4AA928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27368" y="2453451"/>
                <a:ext cx="225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D29B5C03-0899-48CE-BCA5-DC2C5837E951}"/>
                  </a:ext>
                </a:extLst>
              </p14:cNvPr>
              <p14:cNvContentPartPr/>
              <p14:nvPr/>
            </p14:nvContentPartPr>
            <p14:xfrm>
              <a:off x="3897088" y="2340771"/>
              <a:ext cx="20160" cy="5443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D29B5C03-0899-48CE-BCA5-DC2C5837E95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88088" y="2331771"/>
                <a:ext cx="3780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58F07711-07AE-48EC-B319-469623FDAA17}"/>
                  </a:ext>
                </a:extLst>
              </p14:cNvPr>
              <p14:cNvContentPartPr/>
              <p14:nvPr/>
            </p14:nvContentPartPr>
            <p14:xfrm>
              <a:off x="4231168" y="2555691"/>
              <a:ext cx="114840" cy="6696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58F07711-07AE-48EC-B319-469623FDAA1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22528" y="2547051"/>
                <a:ext cx="1324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70EE491F-F0F7-4A7C-A7C0-CFBDC8805D0A}"/>
                  </a:ext>
                </a:extLst>
              </p14:cNvPr>
              <p14:cNvContentPartPr/>
              <p14:nvPr/>
            </p14:nvContentPartPr>
            <p14:xfrm>
              <a:off x="4291648" y="2529411"/>
              <a:ext cx="80640" cy="11916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70EE491F-F0F7-4A7C-A7C0-CFBDC8805D0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83008" y="2520771"/>
                <a:ext cx="98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5BBBA004-EFA9-4A79-A7A2-A03AF65653CD}"/>
                  </a:ext>
                </a:extLst>
              </p14:cNvPr>
              <p14:cNvContentPartPr/>
              <p14:nvPr/>
            </p14:nvContentPartPr>
            <p14:xfrm>
              <a:off x="4613488" y="2330331"/>
              <a:ext cx="45000" cy="45360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5BBBA004-EFA9-4A79-A7A2-A03AF65653C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604848" y="2321331"/>
                <a:ext cx="6264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D3021723-FAEA-40C0-A2F3-879F05B6EF82}"/>
                  </a:ext>
                </a:extLst>
              </p14:cNvPr>
              <p14:cNvContentPartPr/>
              <p14:nvPr/>
            </p14:nvContentPartPr>
            <p14:xfrm>
              <a:off x="4825888" y="2403051"/>
              <a:ext cx="219240" cy="63144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D3021723-FAEA-40C0-A2F3-879F05B6EF8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16888" y="2394051"/>
                <a:ext cx="236880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B364568-B417-4492-AB15-98CD2A19058D}"/>
                  </a:ext>
                </a:extLst>
              </p14:cNvPr>
              <p14:cNvContentPartPr/>
              <p14:nvPr/>
            </p14:nvContentPartPr>
            <p14:xfrm>
              <a:off x="5265448" y="2400531"/>
              <a:ext cx="90720" cy="433440"/>
            </p14:xfrm>
          </p:contentPart>
        </mc:Choice>
        <mc:Fallback xmlns=""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B364568-B417-4492-AB15-98CD2A19058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256448" y="2391531"/>
                <a:ext cx="1083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28E3DAB3-B01F-4EAB-B861-0ADE6BE92D7D}"/>
                  </a:ext>
                </a:extLst>
              </p14:cNvPr>
              <p14:cNvContentPartPr/>
              <p14:nvPr/>
            </p14:nvContentPartPr>
            <p14:xfrm>
              <a:off x="5602048" y="2720571"/>
              <a:ext cx="9360" cy="8712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28E3DAB3-B01F-4EAB-B861-0ADE6BE92D7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93408" y="2711931"/>
                <a:ext cx="270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A6DBA485-D6F2-4B81-90E7-D4C12EBD4A89}"/>
                  </a:ext>
                </a:extLst>
              </p14:cNvPr>
              <p14:cNvContentPartPr/>
              <p14:nvPr/>
            </p14:nvContentPartPr>
            <p14:xfrm>
              <a:off x="6275248" y="2067891"/>
              <a:ext cx="579960" cy="281520"/>
            </p14:xfrm>
          </p:contentPart>
        </mc:Choice>
        <mc:Fallback xmlns=""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A6DBA485-D6F2-4B81-90E7-D4C12EBD4A8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266248" y="2059251"/>
                <a:ext cx="5976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54D9E08D-3C5C-460B-9BF8-6FE594CCC1F5}"/>
                  </a:ext>
                </a:extLst>
              </p14:cNvPr>
              <p14:cNvContentPartPr/>
              <p14:nvPr/>
            </p14:nvContentPartPr>
            <p14:xfrm>
              <a:off x="6456328" y="2351931"/>
              <a:ext cx="71640" cy="24156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54D9E08D-3C5C-460B-9BF8-6FE594CCC1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47328" y="2343291"/>
                <a:ext cx="892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F1016263-F96D-4A0D-8413-F89BB1CAFB7A}"/>
                  </a:ext>
                </a:extLst>
              </p14:cNvPr>
              <p14:cNvContentPartPr/>
              <p14:nvPr/>
            </p14:nvContentPartPr>
            <p14:xfrm>
              <a:off x="6500608" y="2420691"/>
              <a:ext cx="309600" cy="255240"/>
            </p14:xfrm>
          </p:contentPart>
        </mc:Choice>
        <mc:Fallback xmlns=""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F1016263-F96D-4A0D-8413-F89BB1CAFB7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91608" y="2411691"/>
                <a:ext cx="3272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C70C9D7-159D-432E-B050-3AC070EC34A3}"/>
                  </a:ext>
                </a:extLst>
              </p14:cNvPr>
              <p14:cNvContentPartPr/>
              <p14:nvPr/>
            </p14:nvContentPartPr>
            <p14:xfrm>
              <a:off x="6743968" y="2349051"/>
              <a:ext cx="76680" cy="39276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C70C9D7-159D-432E-B050-3AC070EC34A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35328" y="2340051"/>
                <a:ext cx="943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E86B8B92-C7C2-4997-9748-65D478789B5E}"/>
                  </a:ext>
                </a:extLst>
              </p14:cNvPr>
              <p14:cNvContentPartPr/>
              <p14:nvPr/>
            </p14:nvContentPartPr>
            <p14:xfrm>
              <a:off x="6680248" y="2577291"/>
              <a:ext cx="123120" cy="1008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E86B8B92-C7C2-4997-9748-65D478789B5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71248" y="2568651"/>
                <a:ext cx="1407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E69CDA25-FF6D-4FAF-9906-4A6F5BC3DF0E}"/>
                  </a:ext>
                </a:extLst>
              </p14:cNvPr>
              <p14:cNvContentPartPr/>
              <p14:nvPr/>
            </p14:nvContentPartPr>
            <p14:xfrm>
              <a:off x="7529488" y="2441571"/>
              <a:ext cx="299880" cy="4428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E69CDA25-FF6D-4FAF-9906-4A6F5BC3DF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20848" y="2432571"/>
                <a:ext cx="317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A8D6B91D-7EBC-47FC-A1B3-7B8140CB895F}"/>
                  </a:ext>
                </a:extLst>
              </p14:cNvPr>
              <p14:cNvContentPartPr/>
              <p14:nvPr/>
            </p14:nvContentPartPr>
            <p14:xfrm>
              <a:off x="9533968" y="2371371"/>
              <a:ext cx="93240" cy="576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A8D6B91D-7EBC-47FC-A1B3-7B8140CB895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25328" y="2362371"/>
                <a:ext cx="1108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20F5B912-2208-4854-99AF-B01D23F9C4EB}"/>
                  </a:ext>
                </a:extLst>
              </p14:cNvPr>
              <p14:cNvContentPartPr/>
              <p14:nvPr/>
            </p14:nvContentPartPr>
            <p14:xfrm>
              <a:off x="9495088" y="2445891"/>
              <a:ext cx="177840" cy="4284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20F5B912-2208-4854-99AF-B01D23F9C4E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486088" y="2437251"/>
                <a:ext cx="195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F4AB65D5-070F-4AD5-B4A9-F11906E0BF0C}"/>
                  </a:ext>
                </a:extLst>
              </p14:cNvPr>
              <p14:cNvContentPartPr/>
              <p14:nvPr/>
            </p14:nvContentPartPr>
            <p14:xfrm>
              <a:off x="9999448" y="2390811"/>
              <a:ext cx="249840" cy="3312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F4AB65D5-070F-4AD5-B4A9-F11906E0BF0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90448" y="2381811"/>
                <a:ext cx="2674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2B45340B-1B8E-4525-8E93-C71AFE3761A7}"/>
                  </a:ext>
                </a:extLst>
              </p14:cNvPr>
              <p14:cNvContentPartPr/>
              <p14:nvPr/>
            </p14:nvContentPartPr>
            <p14:xfrm>
              <a:off x="8672488" y="2226651"/>
              <a:ext cx="434160" cy="32796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2B45340B-1B8E-4525-8E93-C71AFE3761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63488" y="2217651"/>
                <a:ext cx="4518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A861ED6A-012A-4834-AD38-3479FF1DA59B}"/>
                  </a:ext>
                </a:extLst>
              </p14:cNvPr>
              <p14:cNvContentPartPr/>
              <p14:nvPr/>
            </p14:nvContentPartPr>
            <p14:xfrm>
              <a:off x="8255608" y="2318811"/>
              <a:ext cx="213120" cy="22788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A861ED6A-012A-4834-AD38-3479FF1DA59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246968" y="2309811"/>
                <a:ext cx="2307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F80C989-FDC0-4030-81C0-A36BF824906B}"/>
                  </a:ext>
                </a:extLst>
              </p14:cNvPr>
              <p14:cNvContentPartPr/>
              <p14:nvPr/>
            </p14:nvContentPartPr>
            <p14:xfrm>
              <a:off x="2578408" y="3889491"/>
              <a:ext cx="668880" cy="6303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F80C989-FDC0-4030-81C0-A36BF824906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569408" y="3880846"/>
                <a:ext cx="686520" cy="648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E15AED77-2E78-404D-A1FC-3DA0CC4A8014}"/>
                  </a:ext>
                </a:extLst>
              </p14:cNvPr>
              <p14:cNvContentPartPr/>
              <p14:nvPr/>
            </p14:nvContentPartPr>
            <p14:xfrm>
              <a:off x="1380688" y="3748731"/>
              <a:ext cx="398520" cy="5742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E15AED77-2E78-404D-A1FC-3DA0CC4A801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72048" y="3739731"/>
                <a:ext cx="41616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E732123B-8532-4186-9153-D41FFA03DD8D}"/>
                  </a:ext>
                </a:extLst>
              </p14:cNvPr>
              <p14:cNvContentPartPr/>
              <p14:nvPr/>
            </p14:nvContentPartPr>
            <p14:xfrm>
              <a:off x="1921408" y="3745491"/>
              <a:ext cx="434880" cy="55764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E732123B-8532-4186-9153-D41FFA03DD8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912768" y="3736851"/>
                <a:ext cx="45252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6E43E05F-6D68-4D0D-A75B-867E0F8D5AD8}"/>
                  </a:ext>
                </a:extLst>
              </p14:cNvPr>
              <p14:cNvContentPartPr/>
              <p14:nvPr/>
            </p14:nvContentPartPr>
            <p14:xfrm>
              <a:off x="3629608" y="4031331"/>
              <a:ext cx="168480" cy="3384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6E43E05F-6D68-4D0D-A75B-867E0F8D5AD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20608" y="4022331"/>
                <a:ext cx="186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6D64C5BA-8555-4193-A8D1-E2563ACB38E6}"/>
                  </a:ext>
                </a:extLst>
              </p14:cNvPr>
              <p14:cNvContentPartPr/>
              <p14:nvPr/>
            </p14:nvContentPartPr>
            <p14:xfrm>
              <a:off x="3633208" y="4142571"/>
              <a:ext cx="208440" cy="2268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6D64C5BA-8555-4193-A8D1-E2563ACB38E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624568" y="4133571"/>
                <a:ext cx="226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AC678A40-14DC-49DB-914E-E0AD7D182FEA}"/>
                  </a:ext>
                </a:extLst>
              </p14:cNvPr>
              <p14:cNvContentPartPr/>
              <p14:nvPr/>
            </p14:nvContentPartPr>
            <p14:xfrm>
              <a:off x="4184368" y="3930171"/>
              <a:ext cx="183240" cy="339840"/>
            </p14:xfrm>
          </p:contentPart>
        </mc:Choice>
        <mc:Fallback xmlns=""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AC678A40-14DC-49DB-914E-E0AD7D182FE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175368" y="3921531"/>
                <a:ext cx="200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A3BDFCE0-80D1-40C7-9847-9B8503850AD9}"/>
                  </a:ext>
                </a:extLst>
              </p14:cNvPr>
              <p14:cNvContentPartPr/>
              <p14:nvPr/>
            </p14:nvContentPartPr>
            <p14:xfrm>
              <a:off x="4538968" y="3926931"/>
              <a:ext cx="225000" cy="36504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A3BDFCE0-80D1-40C7-9847-9B8503850AD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29968" y="3917931"/>
                <a:ext cx="2426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EC1647CF-4724-4908-A989-61D362FAC1B1}"/>
                  </a:ext>
                </a:extLst>
              </p14:cNvPr>
              <p14:cNvContentPartPr/>
              <p14:nvPr/>
            </p14:nvContentPartPr>
            <p14:xfrm>
              <a:off x="4886008" y="3952131"/>
              <a:ext cx="209520" cy="29736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EC1647CF-4724-4908-A989-61D362FAC1B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77368" y="3943131"/>
                <a:ext cx="2271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E728CB8B-D3C9-4DB0-B6B8-19CB139C8AAB}"/>
                  </a:ext>
                </a:extLst>
              </p14:cNvPr>
              <p14:cNvContentPartPr/>
              <p14:nvPr/>
            </p14:nvContentPartPr>
            <p14:xfrm>
              <a:off x="5243848" y="4172811"/>
              <a:ext cx="43200" cy="8352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E728CB8B-D3C9-4DB0-B6B8-19CB139C8AA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34848" y="4164171"/>
                <a:ext cx="608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CFD87154-1382-41FE-B515-DEBAD6AFF5FC}"/>
                  </a:ext>
                </a:extLst>
              </p14:cNvPr>
              <p14:cNvContentPartPr/>
              <p14:nvPr/>
            </p14:nvContentPartPr>
            <p14:xfrm>
              <a:off x="5637688" y="3975531"/>
              <a:ext cx="251640" cy="333000"/>
            </p14:xfrm>
          </p:contentPart>
        </mc:Choice>
        <mc:Fallback xmlns=""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CFD87154-1382-41FE-B515-DEBAD6AFF5F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29048" y="3966531"/>
                <a:ext cx="2692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6F197920-5C76-4FF3-B469-1EDA1BCC02A7}"/>
                  </a:ext>
                </a:extLst>
              </p14:cNvPr>
              <p14:cNvContentPartPr/>
              <p14:nvPr/>
            </p14:nvContentPartPr>
            <p14:xfrm>
              <a:off x="5996968" y="3988491"/>
              <a:ext cx="209160" cy="343080"/>
            </p14:xfrm>
          </p:contentPart>
        </mc:Choice>
        <mc:Fallback xmlns=""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6F197920-5C76-4FF3-B469-1EDA1BCC02A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87968" y="3979851"/>
                <a:ext cx="2268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2DE18047-2DBE-4C94-9A54-4B3BDE58EACF}"/>
                  </a:ext>
                </a:extLst>
              </p14:cNvPr>
              <p14:cNvContentPartPr/>
              <p14:nvPr/>
            </p14:nvContentPartPr>
            <p14:xfrm>
              <a:off x="6512848" y="3997131"/>
              <a:ext cx="46800" cy="383040"/>
            </p14:xfrm>
          </p:contentPart>
        </mc:Choice>
        <mc:Fallback xmlns=""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2DE18047-2DBE-4C94-9A54-4B3BDE58EAC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03848" y="3988131"/>
                <a:ext cx="6444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2281FCE4-674F-49D4-A801-2D34FFE28322}"/>
                  </a:ext>
                </a:extLst>
              </p14:cNvPr>
              <p14:cNvContentPartPr/>
              <p14:nvPr/>
            </p14:nvContentPartPr>
            <p14:xfrm>
              <a:off x="6896608" y="4013331"/>
              <a:ext cx="52560" cy="33084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2281FCE4-674F-49D4-A801-2D34FFE2832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887968" y="4004691"/>
                <a:ext cx="702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9E1801C0-7EF7-4B78-BD2E-506F0675DDAD}"/>
                  </a:ext>
                </a:extLst>
              </p14:cNvPr>
              <p14:cNvContentPartPr/>
              <p14:nvPr/>
            </p14:nvContentPartPr>
            <p14:xfrm>
              <a:off x="7213768" y="4025211"/>
              <a:ext cx="63000" cy="38808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9E1801C0-7EF7-4B78-BD2E-506F0675DDA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205128" y="4016571"/>
                <a:ext cx="806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C8943CF5-081B-4A38-8AC2-16065D0D2690}"/>
                  </a:ext>
                </a:extLst>
              </p14:cNvPr>
              <p14:cNvContentPartPr/>
              <p14:nvPr/>
            </p14:nvContentPartPr>
            <p14:xfrm>
              <a:off x="7589248" y="4013331"/>
              <a:ext cx="32760" cy="43668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C8943CF5-081B-4A38-8AC2-16065D0D269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80248" y="4004331"/>
                <a:ext cx="504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6A415684-5B0D-4470-B2F1-B65E25003B67}"/>
                  </a:ext>
                </a:extLst>
              </p14:cNvPr>
              <p14:cNvContentPartPr/>
              <p14:nvPr/>
            </p14:nvContentPartPr>
            <p14:xfrm>
              <a:off x="2051728" y="5038971"/>
              <a:ext cx="41760" cy="49572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6A415684-5B0D-4470-B2F1-B65E25003B6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042728" y="5029971"/>
                <a:ext cx="594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0AA14BB1-2B14-4CF3-99B4-AA2E4792EB0A}"/>
                  </a:ext>
                </a:extLst>
              </p14:cNvPr>
              <p14:cNvContentPartPr/>
              <p14:nvPr/>
            </p14:nvContentPartPr>
            <p14:xfrm>
              <a:off x="2483008" y="5091891"/>
              <a:ext cx="29520" cy="52740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0AA14BB1-2B14-4CF3-99B4-AA2E4792EB0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74008" y="5083251"/>
                <a:ext cx="4716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39BEFCFF-F599-401B-8A19-859501D6EDC3}"/>
                  </a:ext>
                </a:extLst>
              </p14:cNvPr>
              <p14:cNvContentPartPr/>
              <p14:nvPr/>
            </p14:nvContentPartPr>
            <p14:xfrm>
              <a:off x="3674608" y="5267211"/>
              <a:ext cx="133200" cy="108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39BEFCFF-F599-401B-8A19-859501D6EDC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65968" y="5258571"/>
                <a:ext cx="1508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573EBC46-3FCE-425F-9AB2-8547101E25EC}"/>
                  </a:ext>
                </a:extLst>
              </p14:cNvPr>
              <p14:cNvContentPartPr/>
              <p14:nvPr/>
            </p14:nvContentPartPr>
            <p14:xfrm>
              <a:off x="3712048" y="5345691"/>
              <a:ext cx="164520" cy="8460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573EBC46-3FCE-425F-9AB2-8547101E25E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703048" y="5337051"/>
                <a:ext cx="1821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B2B1B6CA-6DDA-4410-AA76-132128079809}"/>
                  </a:ext>
                </a:extLst>
              </p14:cNvPr>
              <p14:cNvContentPartPr/>
              <p14:nvPr/>
            </p14:nvContentPartPr>
            <p14:xfrm>
              <a:off x="2915008" y="5255331"/>
              <a:ext cx="484560" cy="52236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B2B1B6CA-6DDA-4410-AA76-1321280798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06008" y="5246685"/>
                <a:ext cx="502200" cy="540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035FD323-89E8-4054-999D-D88336EB075A}"/>
                  </a:ext>
                </a:extLst>
              </p14:cNvPr>
              <p14:cNvContentPartPr/>
              <p14:nvPr/>
            </p14:nvContentPartPr>
            <p14:xfrm>
              <a:off x="2652208" y="5139771"/>
              <a:ext cx="165600" cy="41076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035FD323-89E8-4054-999D-D88336EB075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43188" y="5130771"/>
                <a:ext cx="183278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2BD188B9-0FBB-457E-9888-64CE308B40B3}"/>
                  </a:ext>
                </a:extLst>
              </p14:cNvPr>
              <p14:cNvContentPartPr/>
              <p14:nvPr/>
            </p14:nvContentPartPr>
            <p14:xfrm>
              <a:off x="1382488" y="5185851"/>
              <a:ext cx="531000" cy="46080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2BD188B9-0FBB-457E-9888-64CE308B40B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373488" y="5177211"/>
                <a:ext cx="5486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DC33466D-D2D3-44A5-B3FD-FE50A9F8B684}"/>
                  </a:ext>
                </a:extLst>
              </p14:cNvPr>
              <p14:cNvContentPartPr/>
              <p14:nvPr/>
            </p14:nvContentPartPr>
            <p14:xfrm>
              <a:off x="2215168" y="5194131"/>
              <a:ext cx="122760" cy="238320"/>
            </p14:xfrm>
          </p:contentPart>
        </mc:Choice>
        <mc:Fallback xmlns=""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DC33466D-D2D3-44A5-B3FD-FE50A9F8B68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206194" y="5185491"/>
                <a:ext cx="140348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CE90082B-3423-4FAF-AF3A-5314BE7C0D59}"/>
                  </a:ext>
                </a:extLst>
              </p14:cNvPr>
              <p14:cNvContentPartPr/>
              <p14:nvPr/>
            </p14:nvContentPartPr>
            <p14:xfrm>
              <a:off x="4278688" y="5224011"/>
              <a:ext cx="266040" cy="32364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CE90082B-3423-4FAF-AF3A-5314BE7C0D5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70048" y="5215011"/>
                <a:ext cx="28368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EFA8BE37-598F-4785-A8E5-CD31F1B7F877}"/>
                  </a:ext>
                </a:extLst>
              </p14:cNvPr>
              <p14:cNvContentPartPr/>
              <p14:nvPr/>
            </p14:nvContentPartPr>
            <p14:xfrm>
              <a:off x="5354728" y="5457291"/>
              <a:ext cx="87840" cy="7128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EFA8BE37-598F-4785-A8E5-CD31F1B7F87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345728" y="5448651"/>
                <a:ext cx="1054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790BC777-199A-44A6-B2FF-9E69FFF91A94}"/>
                  </a:ext>
                </a:extLst>
              </p14:cNvPr>
              <p14:cNvContentPartPr/>
              <p14:nvPr/>
            </p14:nvContentPartPr>
            <p14:xfrm>
              <a:off x="5682328" y="5141931"/>
              <a:ext cx="191160" cy="29808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790BC777-199A-44A6-B2FF-9E69FFF91A9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673328" y="5132931"/>
                <a:ext cx="2088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8C14E8C0-C259-45EB-9B92-7A89A3990DBE}"/>
                  </a:ext>
                </a:extLst>
              </p14:cNvPr>
              <p14:cNvContentPartPr/>
              <p14:nvPr/>
            </p14:nvContentPartPr>
            <p14:xfrm>
              <a:off x="6206128" y="5050131"/>
              <a:ext cx="38160" cy="36900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8C14E8C0-C259-45EB-9B92-7A89A3990DB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197488" y="5041491"/>
                <a:ext cx="558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48E19C00-13B8-421C-9D93-D066D4205C6F}"/>
                  </a:ext>
                </a:extLst>
              </p14:cNvPr>
              <p14:cNvContentPartPr/>
              <p14:nvPr/>
            </p14:nvContentPartPr>
            <p14:xfrm>
              <a:off x="6608968" y="5065971"/>
              <a:ext cx="36000" cy="335520"/>
            </p14:xfrm>
          </p:contentPart>
        </mc:Choice>
        <mc:Fallback xmlns=""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48E19C00-13B8-421C-9D93-D066D4205C6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599968" y="5056971"/>
                <a:ext cx="536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119511D4-AC04-4685-A833-8191231930A9}"/>
                  </a:ext>
                </a:extLst>
              </p14:cNvPr>
              <p14:cNvContentPartPr/>
              <p14:nvPr/>
            </p14:nvContentPartPr>
            <p14:xfrm>
              <a:off x="6916768" y="5124651"/>
              <a:ext cx="38520" cy="240840"/>
            </p14:xfrm>
          </p:contentPart>
        </mc:Choice>
        <mc:Fallback xmlns=""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119511D4-AC04-4685-A833-8191231930A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907768" y="5116011"/>
                <a:ext cx="561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3A429930-26C9-45B4-85FA-976DE5637FF3}"/>
                  </a:ext>
                </a:extLst>
              </p14:cNvPr>
              <p14:cNvContentPartPr/>
              <p14:nvPr/>
            </p14:nvContentPartPr>
            <p14:xfrm>
              <a:off x="7232488" y="5080011"/>
              <a:ext cx="7920" cy="266760"/>
            </p14:xfrm>
          </p:contentPart>
        </mc:Choice>
        <mc:Fallback xmlns=""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3A429930-26C9-45B4-85FA-976DE5637FF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223848" y="5071011"/>
                <a:ext cx="255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407AB392-51A8-40C9-B657-E4FBD93C511A}"/>
                  </a:ext>
                </a:extLst>
              </p14:cNvPr>
              <p14:cNvContentPartPr/>
              <p14:nvPr/>
            </p14:nvContentPartPr>
            <p14:xfrm>
              <a:off x="7412128" y="5148051"/>
              <a:ext cx="215280" cy="35316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407AB392-51A8-40C9-B657-E4FBD93C511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03488" y="5139051"/>
                <a:ext cx="2329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729C6D80-4DA5-4513-B8C9-599BBF542E11}"/>
                  </a:ext>
                </a:extLst>
              </p14:cNvPr>
              <p14:cNvContentPartPr/>
              <p14:nvPr/>
            </p14:nvContentPartPr>
            <p14:xfrm>
              <a:off x="4697008" y="5134731"/>
              <a:ext cx="556560" cy="41184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729C6D80-4DA5-4513-B8C9-599BBF542E1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688368" y="5126091"/>
                <a:ext cx="57420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C702BBB8-C60F-41AA-BC43-7D209A3CFC1B}"/>
                  </a:ext>
                </a:extLst>
              </p14:cNvPr>
              <p14:cNvContentPartPr/>
              <p14:nvPr/>
            </p14:nvContentPartPr>
            <p14:xfrm>
              <a:off x="2074048" y="6109971"/>
              <a:ext cx="78480" cy="519840"/>
            </p14:xfrm>
          </p:contentPart>
        </mc:Choice>
        <mc:Fallback xmlns=""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C702BBB8-C60F-41AA-BC43-7D209A3CFC1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065048" y="6101331"/>
                <a:ext cx="961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D1C589CA-B1F7-421D-B155-3B7B6ACD064D}"/>
                  </a:ext>
                </a:extLst>
              </p14:cNvPr>
              <p14:cNvContentPartPr/>
              <p14:nvPr/>
            </p14:nvContentPartPr>
            <p14:xfrm>
              <a:off x="2517568" y="6112851"/>
              <a:ext cx="74160" cy="49284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D1C589CA-B1F7-421D-B155-3B7B6ACD064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508928" y="6104211"/>
                <a:ext cx="9180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28CB310D-C8FC-4B28-9EE3-E0FF23B73FD1}"/>
                  </a:ext>
                </a:extLst>
              </p14:cNvPr>
              <p14:cNvContentPartPr/>
              <p14:nvPr/>
            </p14:nvContentPartPr>
            <p14:xfrm>
              <a:off x="3783328" y="6394313"/>
              <a:ext cx="96480" cy="3312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28CB310D-C8FC-4B28-9EE3-E0FF23B73FD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774328" y="6385673"/>
                <a:ext cx="114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8EC5C095-4C19-4BD2-8549-AD41B11CD0EF}"/>
                  </a:ext>
                </a:extLst>
              </p14:cNvPr>
              <p14:cNvContentPartPr/>
              <p14:nvPr/>
            </p14:nvContentPartPr>
            <p14:xfrm>
              <a:off x="3804208" y="6522833"/>
              <a:ext cx="205200" cy="7128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8EC5C095-4C19-4BD2-8549-AD41B11CD0E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795208" y="6513833"/>
                <a:ext cx="222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C265F5EE-430E-4860-AEA7-E7580E5278EC}"/>
                  </a:ext>
                </a:extLst>
              </p14:cNvPr>
              <p14:cNvContentPartPr/>
              <p14:nvPr/>
            </p14:nvContentPartPr>
            <p14:xfrm>
              <a:off x="2753368" y="6120051"/>
              <a:ext cx="814680" cy="74772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C265F5EE-430E-4860-AEA7-E7580E5278E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44368" y="6111411"/>
                <a:ext cx="83232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0773E37C-C386-45FD-8DA5-0E4E8B7BFA3E}"/>
                  </a:ext>
                </a:extLst>
              </p14:cNvPr>
              <p14:cNvContentPartPr/>
              <p14:nvPr/>
            </p14:nvContentPartPr>
            <p14:xfrm>
              <a:off x="1432888" y="6136251"/>
              <a:ext cx="533520" cy="48996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0773E37C-C386-45FD-8DA5-0E4E8B7BFA3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424248" y="6127251"/>
                <a:ext cx="55116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4EF8425E-0E5D-4C93-8FC8-D4799B095360}"/>
                  </a:ext>
                </a:extLst>
              </p14:cNvPr>
              <p14:cNvContentPartPr/>
              <p14:nvPr/>
            </p14:nvContentPartPr>
            <p14:xfrm>
              <a:off x="2270608" y="6233091"/>
              <a:ext cx="133920" cy="22428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4EF8425E-0E5D-4C93-8FC8-D4799B09536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261608" y="6224451"/>
                <a:ext cx="1515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7368789D-8F65-48A4-8F88-CF75970F68A5}"/>
                  </a:ext>
                </a:extLst>
              </p14:cNvPr>
              <p14:cNvContentPartPr/>
              <p14:nvPr/>
            </p14:nvContentPartPr>
            <p14:xfrm>
              <a:off x="4412248" y="6296753"/>
              <a:ext cx="54720" cy="36468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7368789D-8F65-48A4-8F88-CF75970F68A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403608" y="6287753"/>
                <a:ext cx="723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ACC4C765-482C-4F68-989D-F0454BB54B0F}"/>
                  </a:ext>
                </a:extLst>
              </p14:cNvPr>
              <p14:cNvContentPartPr/>
              <p14:nvPr/>
            </p14:nvContentPartPr>
            <p14:xfrm>
              <a:off x="4859728" y="6271193"/>
              <a:ext cx="14400" cy="398880"/>
            </p14:xfrm>
          </p:contentPart>
        </mc:Choice>
        <mc:Fallback xmlns=""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ACC4C765-482C-4F68-989D-F0454BB54B0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851088" y="6262553"/>
                <a:ext cx="320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1E0AAB15-20F1-4109-BCD6-D16C8D442DC3}"/>
                  </a:ext>
                </a:extLst>
              </p14:cNvPr>
              <p14:cNvContentPartPr/>
              <p14:nvPr/>
            </p14:nvContentPartPr>
            <p14:xfrm>
              <a:off x="5231248" y="6269033"/>
              <a:ext cx="23760" cy="379440"/>
            </p14:xfrm>
          </p:contentPart>
        </mc:Choice>
        <mc:Fallback xmlns=""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1E0AAB15-20F1-4109-BCD6-D16C8D442DC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222608" y="6260033"/>
                <a:ext cx="4140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11798296-F647-4A5F-B06E-A84904BA278B}"/>
                  </a:ext>
                </a:extLst>
              </p14:cNvPr>
              <p14:cNvContentPartPr/>
              <p14:nvPr/>
            </p14:nvContentPartPr>
            <p14:xfrm>
              <a:off x="5590168" y="6527153"/>
              <a:ext cx="52920" cy="4248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11798296-F647-4A5F-B06E-A84904BA278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581168" y="6518513"/>
                <a:ext cx="705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CE973512-40CC-4185-9558-3F7D2F85E121}"/>
                  </a:ext>
                </a:extLst>
              </p14:cNvPr>
              <p14:cNvContentPartPr/>
              <p14:nvPr/>
            </p14:nvContentPartPr>
            <p14:xfrm>
              <a:off x="5956288" y="6239873"/>
              <a:ext cx="52560" cy="357840"/>
            </p14:xfrm>
          </p:contentPart>
        </mc:Choice>
        <mc:Fallback xmlns=""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CE973512-40CC-4185-9558-3F7D2F85E12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47288" y="6231233"/>
                <a:ext cx="702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67B256A2-17DD-401E-A5C6-73F145DF15DF}"/>
                  </a:ext>
                </a:extLst>
              </p14:cNvPr>
              <p14:cNvContentPartPr/>
              <p14:nvPr/>
            </p14:nvContentPartPr>
            <p14:xfrm>
              <a:off x="6270568" y="6254993"/>
              <a:ext cx="24480" cy="356400"/>
            </p14:xfrm>
          </p:contentPart>
        </mc:Choice>
        <mc:Fallback xmlns=""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67B256A2-17DD-401E-A5C6-73F145DF15D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261568" y="6245993"/>
                <a:ext cx="421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D001D307-451C-494C-A0D2-D397E8ADC2B6}"/>
                  </a:ext>
                </a:extLst>
              </p14:cNvPr>
              <p14:cNvContentPartPr/>
              <p14:nvPr/>
            </p14:nvContentPartPr>
            <p14:xfrm>
              <a:off x="7345528" y="6341033"/>
              <a:ext cx="197640" cy="25812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D001D307-451C-494C-A0D2-D397E8ADC2B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336528" y="6332033"/>
                <a:ext cx="2152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0DF5BFFA-B621-4085-AA65-48BEA60AD780}"/>
                  </a:ext>
                </a:extLst>
              </p14:cNvPr>
              <p14:cNvContentPartPr/>
              <p14:nvPr/>
            </p14:nvContentPartPr>
            <p14:xfrm>
              <a:off x="7772488" y="6241313"/>
              <a:ext cx="27720" cy="46080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0DF5BFFA-B621-4085-AA65-48BEA60AD78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763848" y="6232673"/>
                <a:ext cx="4536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126C1445-AF39-4B62-A87F-CEA351BF2223}"/>
                  </a:ext>
                </a:extLst>
              </p14:cNvPr>
              <p14:cNvContentPartPr/>
              <p14:nvPr/>
            </p14:nvContentPartPr>
            <p14:xfrm>
              <a:off x="6624448" y="6319793"/>
              <a:ext cx="555120" cy="27000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126C1445-AF39-4B62-A87F-CEA351BF222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615454" y="6310793"/>
                <a:ext cx="572749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DC8A6E46-5661-43A3-A333-27BA355B8804}"/>
                  </a:ext>
                </a:extLst>
              </p14:cNvPr>
              <p14:cNvContentPartPr/>
              <p14:nvPr/>
            </p14:nvContentPartPr>
            <p14:xfrm>
              <a:off x="8555848" y="3604313"/>
              <a:ext cx="1715760" cy="88632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DC8A6E46-5661-43A3-A333-27BA355B880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547208" y="3595669"/>
                <a:ext cx="1733400" cy="90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2BFAF239-182E-4C0F-A69A-9100FF2608AA}"/>
                  </a:ext>
                </a:extLst>
              </p14:cNvPr>
              <p14:cNvContentPartPr/>
              <p14:nvPr/>
            </p14:nvContentPartPr>
            <p14:xfrm>
              <a:off x="10515328" y="3815633"/>
              <a:ext cx="85680" cy="864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2BFAF239-182E-4C0F-A69A-9100FF2608A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506328" y="3806633"/>
                <a:ext cx="1033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3034F340-ED4D-472F-A7F7-0589D78C4463}"/>
                  </a:ext>
                </a:extLst>
              </p14:cNvPr>
              <p14:cNvContentPartPr/>
              <p14:nvPr/>
            </p14:nvContentPartPr>
            <p14:xfrm>
              <a:off x="10486888" y="3954593"/>
              <a:ext cx="95760" cy="648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3034F340-ED4D-472F-A7F7-0589D78C446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478248" y="3945593"/>
                <a:ext cx="113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6518FADE-285B-4507-ADF7-16E8D4C893AF}"/>
                  </a:ext>
                </a:extLst>
              </p14:cNvPr>
              <p14:cNvContentPartPr/>
              <p14:nvPr/>
            </p14:nvContentPartPr>
            <p14:xfrm>
              <a:off x="12765328" y="4358153"/>
              <a:ext cx="360" cy="36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6518FADE-285B-4507-ADF7-16E8D4C893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756328" y="43495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2DF15B01-9482-46C6-AA87-E2C029C5D1BA}"/>
                  </a:ext>
                </a:extLst>
              </p14:cNvPr>
              <p14:cNvContentPartPr/>
              <p14:nvPr/>
            </p14:nvContentPartPr>
            <p14:xfrm>
              <a:off x="11860288" y="5235833"/>
              <a:ext cx="709560" cy="6588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2DF15B01-9482-46C6-AA87-E2C029C5D1BA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1851648" y="5227193"/>
                <a:ext cx="727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E8CFEC8B-E329-43B5-B1FB-1A9CBBB3648C}"/>
                  </a:ext>
                </a:extLst>
              </p14:cNvPr>
              <p14:cNvContentPartPr/>
              <p14:nvPr/>
            </p14:nvContentPartPr>
            <p14:xfrm>
              <a:off x="12616648" y="5357513"/>
              <a:ext cx="360" cy="360"/>
            </p14:xfrm>
          </p:contentPart>
        </mc:Choice>
        <mc:Fallback xmlns=""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E8CFEC8B-E329-43B5-B1FB-1A9CBBB364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608008" y="53488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748753A1-EC4E-4F05-BE04-B8008216262B}"/>
                  </a:ext>
                </a:extLst>
              </p14:cNvPr>
              <p14:cNvContentPartPr/>
              <p14:nvPr/>
            </p14:nvContentPartPr>
            <p14:xfrm>
              <a:off x="11725288" y="4721033"/>
              <a:ext cx="800640" cy="44028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748753A1-EC4E-4F05-BE04-B8008216262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716288" y="4712026"/>
                <a:ext cx="818280" cy="457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3BF14E72-4D81-4964-A2C8-DA4BD29DB296}"/>
                  </a:ext>
                </a:extLst>
              </p14:cNvPr>
              <p14:cNvContentPartPr/>
              <p14:nvPr/>
            </p14:nvContentPartPr>
            <p14:xfrm>
              <a:off x="10860928" y="3725273"/>
              <a:ext cx="1764720" cy="84312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3BF14E72-4D81-4964-A2C8-DA4BD29DB29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852286" y="3716629"/>
                <a:ext cx="1782364" cy="8607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032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EF978C38-26AD-4480-BA05-B27C12EFE000}"/>
                  </a:ext>
                </a:extLst>
              </p14:cNvPr>
              <p14:cNvContentPartPr/>
              <p14:nvPr/>
            </p14:nvContentPartPr>
            <p14:xfrm>
              <a:off x="3764968" y="153771"/>
              <a:ext cx="246600" cy="3117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EF978C38-26AD-4480-BA05-B27C12EFE0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6328" y="145131"/>
                <a:ext cx="26424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3A8C5B8-8305-4116-947E-7B588A0836DE}"/>
                  </a:ext>
                </a:extLst>
              </p14:cNvPr>
              <p14:cNvContentPartPr/>
              <p14:nvPr/>
            </p14:nvContentPartPr>
            <p14:xfrm>
              <a:off x="3385168" y="203811"/>
              <a:ext cx="205200" cy="2714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3A8C5B8-8305-4116-947E-7B588A083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6513" y="195171"/>
                <a:ext cx="222871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FCD66BF3-9F06-4619-B90E-E8B35E9AF25F}"/>
                  </a:ext>
                </a:extLst>
              </p14:cNvPr>
              <p14:cNvContentPartPr/>
              <p14:nvPr/>
            </p14:nvContentPartPr>
            <p14:xfrm>
              <a:off x="2861008" y="115611"/>
              <a:ext cx="297360" cy="4050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FCD66BF3-9F06-4619-B90E-E8B35E9AF2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2008" y="106971"/>
                <a:ext cx="31500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8072F321-FFD8-46D5-9516-54F3F1129DDA}"/>
                  </a:ext>
                </a:extLst>
              </p14:cNvPr>
              <p14:cNvContentPartPr/>
              <p14:nvPr/>
            </p14:nvContentPartPr>
            <p14:xfrm>
              <a:off x="2661928" y="1327011"/>
              <a:ext cx="41760" cy="356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8072F321-FFD8-46D5-9516-54F3F1129D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53288" y="1318371"/>
                <a:ext cx="594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4C25769D-573F-4DA8-BC50-94B84CCA4349}"/>
                  </a:ext>
                </a:extLst>
              </p14:cNvPr>
              <p14:cNvContentPartPr/>
              <p14:nvPr/>
            </p14:nvContentPartPr>
            <p14:xfrm>
              <a:off x="1499848" y="1060971"/>
              <a:ext cx="966240" cy="31320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4C25769D-573F-4DA8-BC50-94B84CCA43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1205" y="1051971"/>
                <a:ext cx="983887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C0C19CA0-0F5A-4B42-A701-8B98AC7EF546}"/>
                  </a:ext>
                </a:extLst>
              </p14:cNvPr>
              <p14:cNvContentPartPr/>
              <p14:nvPr/>
            </p14:nvContentPartPr>
            <p14:xfrm>
              <a:off x="3215608" y="1006611"/>
              <a:ext cx="233640" cy="3744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C0C19CA0-0F5A-4B42-A701-8B98AC7EF5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06968" y="997611"/>
                <a:ext cx="2512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8C03A264-1D39-4215-9424-ECF5C333EA37}"/>
                  </a:ext>
                </a:extLst>
              </p14:cNvPr>
              <p14:cNvContentPartPr/>
              <p14:nvPr/>
            </p14:nvContentPartPr>
            <p14:xfrm>
              <a:off x="5159968" y="1011651"/>
              <a:ext cx="201960" cy="35748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8C03A264-1D39-4215-9424-ECF5C333EA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0968" y="1003011"/>
                <a:ext cx="2196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5179341D-6A8A-482E-889E-FEAD03FE8226}"/>
                  </a:ext>
                </a:extLst>
              </p14:cNvPr>
              <p14:cNvContentPartPr/>
              <p14:nvPr/>
            </p14:nvContentPartPr>
            <p14:xfrm>
              <a:off x="3618808" y="1018491"/>
              <a:ext cx="1368360" cy="35676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5179341D-6A8A-482E-889E-FEAD03FE82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09808" y="1009851"/>
                <a:ext cx="138600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D74BA116-E43B-4020-8736-6D76E80AFA98}"/>
                  </a:ext>
                </a:extLst>
              </p14:cNvPr>
              <p14:cNvContentPartPr/>
              <p14:nvPr/>
            </p14:nvContentPartPr>
            <p14:xfrm>
              <a:off x="7123048" y="283371"/>
              <a:ext cx="788400" cy="3279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D74BA116-E43B-4020-8736-6D76E80AFA9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14408" y="274731"/>
                <a:ext cx="8060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2E723C68-561A-4E5F-8507-4DDAA7AE587D}"/>
                  </a:ext>
                </a:extLst>
              </p14:cNvPr>
              <p14:cNvContentPartPr/>
              <p14:nvPr/>
            </p14:nvContentPartPr>
            <p14:xfrm>
              <a:off x="10361248" y="370131"/>
              <a:ext cx="270360" cy="27000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2E723C68-561A-4E5F-8507-4DDAA7AE58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52248" y="361491"/>
                <a:ext cx="2880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A22EF787-0750-400E-8CA7-45F6F93DE08E}"/>
                  </a:ext>
                </a:extLst>
              </p14:cNvPr>
              <p14:cNvContentPartPr/>
              <p14:nvPr/>
            </p14:nvContentPartPr>
            <p14:xfrm>
              <a:off x="10429288" y="1171131"/>
              <a:ext cx="243000" cy="28548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A22EF787-0750-400E-8CA7-45F6F93DE08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20648" y="1162131"/>
                <a:ext cx="2606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AF22AEAA-F836-4886-80F7-383F57AA047B}"/>
                  </a:ext>
                </a:extLst>
              </p14:cNvPr>
              <p14:cNvContentPartPr/>
              <p14:nvPr/>
            </p14:nvContentPartPr>
            <p14:xfrm>
              <a:off x="6866008" y="1172571"/>
              <a:ext cx="196560" cy="28404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AF22AEAA-F836-4886-80F7-383F57AA047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57368" y="1163571"/>
                <a:ext cx="2142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A1515F2F-DD88-4231-823E-8445228C9F7D}"/>
                  </a:ext>
                </a:extLst>
              </p14:cNvPr>
              <p14:cNvContentPartPr/>
              <p14:nvPr/>
            </p14:nvContentPartPr>
            <p14:xfrm>
              <a:off x="10303288" y="1525011"/>
              <a:ext cx="218880" cy="6408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A1515F2F-DD88-4231-823E-8445228C9F7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94288" y="1516371"/>
                <a:ext cx="236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9D46395D-A792-496E-B4DE-52E41B8E5B53}"/>
                  </a:ext>
                </a:extLst>
              </p14:cNvPr>
              <p14:cNvContentPartPr/>
              <p14:nvPr/>
            </p14:nvContentPartPr>
            <p14:xfrm>
              <a:off x="7224208" y="1136931"/>
              <a:ext cx="1159560" cy="44316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9D46395D-A792-496E-B4DE-52E41B8E5B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15568" y="1127938"/>
                <a:ext cx="1177200" cy="460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7C050A27-DF23-420A-A78C-CE771B5BAED3}"/>
                  </a:ext>
                </a:extLst>
              </p14:cNvPr>
              <p14:cNvContentPartPr/>
              <p14:nvPr/>
            </p14:nvContentPartPr>
            <p14:xfrm>
              <a:off x="326608" y="1724811"/>
              <a:ext cx="583560" cy="40356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7C050A27-DF23-420A-A78C-CE771B5BAE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7608" y="1716171"/>
                <a:ext cx="6012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1C06A198-F7D5-49F2-B541-E2DA73D5ECCB}"/>
                  </a:ext>
                </a:extLst>
              </p14:cNvPr>
              <p14:cNvContentPartPr/>
              <p14:nvPr/>
            </p14:nvContentPartPr>
            <p14:xfrm>
              <a:off x="1558888" y="1813371"/>
              <a:ext cx="62640" cy="22968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1C06A198-F7D5-49F2-B541-E2DA73D5ECC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50248" y="1804371"/>
                <a:ext cx="80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BC194026-1690-4098-8F6E-AFAC42F4A051}"/>
                  </a:ext>
                </a:extLst>
              </p14:cNvPr>
              <p14:cNvContentPartPr/>
              <p14:nvPr/>
            </p14:nvContentPartPr>
            <p14:xfrm>
              <a:off x="1919608" y="1805451"/>
              <a:ext cx="34200" cy="22212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BC194026-1690-4098-8F6E-AFAC42F4A05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10968" y="1796811"/>
                <a:ext cx="518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8410FDD0-41EC-405A-BA24-683940123D6F}"/>
                  </a:ext>
                </a:extLst>
              </p14:cNvPr>
              <p14:cNvContentPartPr/>
              <p14:nvPr/>
            </p14:nvContentPartPr>
            <p14:xfrm>
              <a:off x="2266288" y="1839291"/>
              <a:ext cx="5400" cy="2131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8410FDD0-41EC-405A-BA24-683940123D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57648" y="1830291"/>
                <a:ext cx="230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2735FFC6-F264-4148-BA2F-FCEE8B7333BE}"/>
                  </a:ext>
                </a:extLst>
              </p14:cNvPr>
              <p14:cNvContentPartPr/>
              <p14:nvPr/>
            </p14:nvContentPartPr>
            <p14:xfrm>
              <a:off x="2644648" y="1929651"/>
              <a:ext cx="45000" cy="7632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2735FFC6-F264-4148-BA2F-FCEE8B7333B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35648" y="1920651"/>
                <a:ext cx="626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0115BAC7-8819-4D37-AB17-B002EBEA5C07}"/>
                  </a:ext>
                </a:extLst>
              </p14:cNvPr>
              <p14:cNvContentPartPr/>
              <p14:nvPr/>
            </p14:nvContentPartPr>
            <p14:xfrm>
              <a:off x="3337288" y="1821291"/>
              <a:ext cx="21960" cy="19008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0115BAC7-8819-4D37-AB17-B002EBEA5C0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28288" y="1812291"/>
                <a:ext cx="39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5FF51946-ECAF-4979-89F0-4B00628A73D6}"/>
                  </a:ext>
                </a:extLst>
              </p14:cNvPr>
              <p14:cNvContentPartPr/>
              <p14:nvPr/>
            </p14:nvContentPartPr>
            <p14:xfrm>
              <a:off x="3668128" y="1855491"/>
              <a:ext cx="25920" cy="14976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5FF51946-ECAF-4979-89F0-4B00628A73D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59128" y="1846851"/>
                <a:ext cx="435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DEFFAEA8-5A63-4A55-A094-52AD8F39A6FD}"/>
                  </a:ext>
                </a:extLst>
              </p14:cNvPr>
              <p14:cNvContentPartPr/>
              <p14:nvPr/>
            </p14:nvContentPartPr>
            <p14:xfrm>
              <a:off x="4025968" y="1782051"/>
              <a:ext cx="144000" cy="20016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DEFFAEA8-5A63-4A55-A094-52AD8F39A6F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17328" y="1773051"/>
                <a:ext cx="1616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24E0D9D8-F8C4-4106-989E-8657C47375C7}"/>
                  </a:ext>
                </a:extLst>
              </p14:cNvPr>
              <p14:cNvContentPartPr/>
              <p14:nvPr/>
            </p14:nvContentPartPr>
            <p14:xfrm>
              <a:off x="4536808" y="1801491"/>
              <a:ext cx="175680" cy="172800"/>
            </p14:xfrm>
          </p:contentPart>
        </mc:Choice>
        <mc:Fallback xmlns=""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24E0D9D8-F8C4-4106-989E-8657C47375C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27808" y="1792851"/>
                <a:ext cx="19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F0B4D570-517D-41E2-B20D-E7C0B8818A81}"/>
                  </a:ext>
                </a:extLst>
              </p14:cNvPr>
              <p14:cNvContentPartPr/>
              <p14:nvPr/>
            </p14:nvContentPartPr>
            <p14:xfrm>
              <a:off x="4873408" y="1819851"/>
              <a:ext cx="241200" cy="15156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F0B4D570-517D-41E2-B20D-E7C0B8818A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64768" y="1811211"/>
                <a:ext cx="2588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CEF8D342-6417-49F1-AE80-124E4F8AEDBE}"/>
                  </a:ext>
                </a:extLst>
              </p14:cNvPr>
              <p14:cNvContentPartPr/>
              <p14:nvPr/>
            </p14:nvContentPartPr>
            <p14:xfrm>
              <a:off x="5346808" y="1749651"/>
              <a:ext cx="41040" cy="316080"/>
            </p14:xfrm>
          </p:contentPart>
        </mc:Choice>
        <mc:Fallback xmlns=""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CEF8D342-6417-49F1-AE80-124E4F8AEDB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37808" y="1740651"/>
                <a:ext cx="5868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BB664D67-22DB-4407-A385-BF7C8ADE26D1}"/>
                  </a:ext>
                </a:extLst>
              </p14:cNvPr>
              <p14:cNvContentPartPr/>
              <p14:nvPr/>
            </p14:nvContentPartPr>
            <p14:xfrm>
              <a:off x="1231288" y="2268051"/>
              <a:ext cx="4914360" cy="11160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BB664D67-22DB-4407-A385-BF7C8ADE26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22648" y="2259051"/>
                <a:ext cx="49320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9631269C-B2CE-43F8-98E6-FF5DE2A63F3E}"/>
                  </a:ext>
                </a:extLst>
              </p14:cNvPr>
              <p14:cNvContentPartPr/>
              <p14:nvPr/>
            </p14:nvContentPartPr>
            <p14:xfrm>
              <a:off x="1538368" y="2728851"/>
              <a:ext cx="19440" cy="248760"/>
            </p14:xfrm>
          </p:contentPart>
        </mc:Choice>
        <mc:Fallback xmlns=""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9631269C-B2CE-43F8-98E6-FF5DE2A63F3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29368" y="2720211"/>
                <a:ext cx="370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13A994B0-A1CB-472C-9D9D-128FBE101792}"/>
                  </a:ext>
                </a:extLst>
              </p14:cNvPr>
              <p14:cNvContentPartPr/>
              <p14:nvPr/>
            </p14:nvContentPartPr>
            <p14:xfrm>
              <a:off x="1876768" y="2767011"/>
              <a:ext cx="13680" cy="16380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13A994B0-A1CB-472C-9D9D-128FBE10179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67768" y="2758011"/>
                <a:ext cx="313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92C702E6-8A57-443B-AA8F-A49C8D9A94B7}"/>
                  </a:ext>
                </a:extLst>
              </p14:cNvPr>
              <p14:cNvContentPartPr/>
              <p14:nvPr/>
            </p14:nvContentPartPr>
            <p14:xfrm>
              <a:off x="2255488" y="2756571"/>
              <a:ext cx="21240" cy="16740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92C702E6-8A57-443B-AA8F-A49C8D9A94B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246848" y="2747571"/>
                <a:ext cx="38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A9BB5722-E5A1-48CA-AAC1-A7325BA76C1F}"/>
                  </a:ext>
                </a:extLst>
              </p14:cNvPr>
              <p14:cNvContentPartPr/>
              <p14:nvPr/>
            </p14:nvContentPartPr>
            <p14:xfrm>
              <a:off x="2780728" y="2940891"/>
              <a:ext cx="61200" cy="7560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A9BB5722-E5A1-48CA-AAC1-A7325BA76C1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72088" y="2931891"/>
                <a:ext cx="788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B9A2A198-33E3-4ECE-93C3-A963BD89803A}"/>
                  </a:ext>
                </a:extLst>
              </p14:cNvPr>
              <p14:cNvContentPartPr/>
              <p14:nvPr/>
            </p14:nvContentPartPr>
            <p14:xfrm>
              <a:off x="3336208" y="2790051"/>
              <a:ext cx="28440" cy="18540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B9A2A198-33E3-4ECE-93C3-A963BD89803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327568" y="2781411"/>
                <a:ext cx="460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73507961-5347-423B-AAAE-0D2088C604BA}"/>
                  </a:ext>
                </a:extLst>
              </p14:cNvPr>
              <p14:cNvContentPartPr/>
              <p14:nvPr/>
            </p14:nvContentPartPr>
            <p14:xfrm>
              <a:off x="3589288" y="2797611"/>
              <a:ext cx="12960" cy="208440"/>
            </p14:xfrm>
          </p:contentPart>
        </mc:Choice>
        <mc:Fallback xmlns=""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73507961-5347-423B-AAAE-0D2088C604B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80288" y="2788611"/>
                <a:ext cx="306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C91EE86A-8663-4F9F-82D8-B33CE2E09751}"/>
                  </a:ext>
                </a:extLst>
              </p14:cNvPr>
              <p14:cNvContentPartPr/>
              <p14:nvPr/>
            </p14:nvContentPartPr>
            <p14:xfrm>
              <a:off x="3846328" y="2845491"/>
              <a:ext cx="157320" cy="20232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C91EE86A-8663-4F9F-82D8-B33CE2E0975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837328" y="2836491"/>
                <a:ext cx="1749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82E06003-9783-4B9E-A391-0B5D302D0B86}"/>
                  </a:ext>
                </a:extLst>
              </p14:cNvPr>
              <p14:cNvContentPartPr/>
              <p14:nvPr/>
            </p14:nvContentPartPr>
            <p14:xfrm>
              <a:off x="4605568" y="2823891"/>
              <a:ext cx="197280" cy="16128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82E06003-9783-4B9E-A391-0B5D302D0B8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596928" y="2815251"/>
                <a:ext cx="214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2B65F053-4B79-460C-B214-F18490B71869}"/>
                  </a:ext>
                </a:extLst>
              </p14:cNvPr>
              <p14:cNvContentPartPr/>
              <p14:nvPr/>
            </p14:nvContentPartPr>
            <p14:xfrm>
              <a:off x="4969888" y="2800131"/>
              <a:ext cx="255240" cy="16560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2B65F053-4B79-460C-B214-F18490B7186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60888" y="2791131"/>
                <a:ext cx="2728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37773272-3611-430B-89EF-15B94788935C}"/>
                  </a:ext>
                </a:extLst>
              </p14:cNvPr>
              <p14:cNvContentPartPr/>
              <p14:nvPr/>
            </p14:nvContentPartPr>
            <p14:xfrm>
              <a:off x="5444368" y="2731731"/>
              <a:ext cx="12960" cy="260280"/>
            </p14:xfrm>
          </p:contentPart>
        </mc:Choice>
        <mc:Fallback xmlns=""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37773272-3611-430B-89EF-15B94788935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35728" y="2723091"/>
                <a:ext cx="306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696C5CD8-6B0E-4197-B137-D56D4CE158EF}"/>
                  </a:ext>
                </a:extLst>
              </p14:cNvPr>
              <p14:cNvContentPartPr/>
              <p14:nvPr/>
            </p14:nvContentPartPr>
            <p14:xfrm>
              <a:off x="685888" y="2810931"/>
              <a:ext cx="156240" cy="22500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696C5CD8-6B0E-4197-B137-D56D4CE158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6888" y="2802291"/>
                <a:ext cx="1738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08514783-DAC0-49E8-8AC2-7E8CD1F62DFD}"/>
                  </a:ext>
                </a:extLst>
              </p14:cNvPr>
              <p14:cNvContentPartPr/>
              <p14:nvPr/>
            </p14:nvContentPartPr>
            <p14:xfrm>
              <a:off x="129328" y="2783931"/>
              <a:ext cx="391320" cy="26568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08514783-DAC0-49E8-8AC2-7E8CD1F62DF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20336" y="2775279"/>
                <a:ext cx="408944" cy="283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1464D218-8FDC-41DC-8B95-A6B96563FCC1}"/>
                  </a:ext>
                </a:extLst>
              </p14:cNvPr>
              <p14:cNvContentPartPr/>
              <p14:nvPr/>
            </p14:nvContentPartPr>
            <p14:xfrm>
              <a:off x="1711168" y="3677451"/>
              <a:ext cx="26280" cy="17712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1464D218-8FDC-41DC-8B95-A6B96563FCC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702528" y="3668811"/>
                <a:ext cx="439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E81808D3-6FA8-44A3-A43D-C4AC3D6C01CF}"/>
                  </a:ext>
                </a:extLst>
              </p14:cNvPr>
              <p14:cNvContentPartPr/>
              <p14:nvPr/>
            </p14:nvContentPartPr>
            <p14:xfrm>
              <a:off x="2000968" y="3620211"/>
              <a:ext cx="21240" cy="18540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E81808D3-6FA8-44A3-A43D-C4AC3D6C01C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92328" y="3611211"/>
                <a:ext cx="388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CFCD260C-8254-4B60-98CD-002B87270D98}"/>
                  </a:ext>
                </a:extLst>
              </p14:cNvPr>
              <p14:cNvContentPartPr/>
              <p14:nvPr/>
            </p14:nvContentPartPr>
            <p14:xfrm>
              <a:off x="2404528" y="3622371"/>
              <a:ext cx="50040" cy="18540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CFCD260C-8254-4B60-98CD-002B87270D9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95528" y="3613371"/>
                <a:ext cx="676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66909B96-4EAE-4E3F-9C9C-C54961D8CCAA}"/>
                  </a:ext>
                </a:extLst>
              </p14:cNvPr>
              <p14:cNvContentPartPr/>
              <p14:nvPr/>
            </p14:nvContentPartPr>
            <p14:xfrm>
              <a:off x="2810968" y="3746931"/>
              <a:ext cx="49680" cy="4176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66909B96-4EAE-4E3F-9C9C-C54961D8CCA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01968" y="3738291"/>
                <a:ext cx="673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0CAAF6E4-2D71-4D3B-B3F3-75AB2A2DEB07}"/>
                  </a:ext>
                </a:extLst>
              </p14:cNvPr>
              <p14:cNvContentPartPr/>
              <p14:nvPr/>
            </p14:nvContentPartPr>
            <p14:xfrm>
              <a:off x="3312088" y="3641091"/>
              <a:ext cx="28440" cy="22212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0CAAF6E4-2D71-4D3B-B3F3-75AB2A2DEB0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03448" y="3632091"/>
                <a:ext cx="46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24329A73-B7AD-487B-858F-298CDB720CDD}"/>
                  </a:ext>
                </a:extLst>
              </p14:cNvPr>
              <p14:cNvContentPartPr/>
              <p14:nvPr/>
            </p14:nvContentPartPr>
            <p14:xfrm>
              <a:off x="4677928" y="3579891"/>
              <a:ext cx="26280" cy="212400"/>
            </p14:xfrm>
          </p:contentPart>
        </mc:Choice>
        <mc:Fallback xmlns=""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24329A73-B7AD-487B-858F-298CDB720CD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69288" y="3570891"/>
                <a:ext cx="43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239F5EFF-99BA-4B66-BAD6-32FA543A12AC}"/>
                  </a:ext>
                </a:extLst>
              </p14:cNvPr>
              <p14:cNvContentPartPr/>
              <p14:nvPr/>
            </p14:nvContentPartPr>
            <p14:xfrm>
              <a:off x="4991848" y="3632451"/>
              <a:ext cx="176760" cy="17388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239F5EFF-99BA-4B66-BAD6-32FA543A12A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82848" y="3623811"/>
                <a:ext cx="1944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AB4EBEA7-D6D0-4139-BF78-81FF6D278F91}"/>
                  </a:ext>
                </a:extLst>
              </p14:cNvPr>
              <p14:cNvContentPartPr/>
              <p14:nvPr/>
            </p14:nvContentPartPr>
            <p14:xfrm>
              <a:off x="5488288" y="3584931"/>
              <a:ext cx="204840" cy="16416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AB4EBEA7-D6D0-4139-BF78-81FF6D278F9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479288" y="3575931"/>
                <a:ext cx="2224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848F36B2-96DE-4402-BDAB-E8C51800C825}"/>
                  </a:ext>
                </a:extLst>
              </p14:cNvPr>
              <p14:cNvContentPartPr/>
              <p14:nvPr/>
            </p14:nvContentPartPr>
            <p14:xfrm>
              <a:off x="6753688" y="3575211"/>
              <a:ext cx="174240" cy="16740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848F36B2-96DE-4402-BDAB-E8C51800C82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44688" y="3566571"/>
                <a:ext cx="191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29A7568F-7254-4825-8413-FFFD106492CA}"/>
                  </a:ext>
                </a:extLst>
              </p14:cNvPr>
              <p14:cNvContentPartPr/>
              <p14:nvPr/>
            </p14:nvContentPartPr>
            <p14:xfrm>
              <a:off x="7133128" y="3490971"/>
              <a:ext cx="21960" cy="28188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29A7568F-7254-4825-8413-FFFD106492C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124128" y="3481971"/>
                <a:ext cx="39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59835C50-639A-4356-8F4C-F27D834020A6}"/>
                  </a:ext>
                </a:extLst>
              </p14:cNvPr>
              <p14:cNvContentPartPr/>
              <p14:nvPr/>
            </p14:nvContentPartPr>
            <p14:xfrm>
              <a:off x="7449208" y="3490971"/>
              <a:ext cx="19440" cy="9648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59835C50-639A-4356-8F4C-F27D834020A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440208" y="3481971"/>
                <a:ext cx="370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C713807C-2E0A-4B82-8575-BF29EAF44296}"/>
                  </a:ext>
                </a:extLst>
              </p14:cNvPr>
              <p14:cNvContentPartPr/>
              <p14:nvPr/>
            </p14:nvContentPartPr>
            <p14:xfrm>
              <a:off x="4050448" y="3579171"/>
              <a:ext cx="64080" cy="23904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C713807C-2E0A-4B82-8575-BF29EAF4429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41448" y="3570531"/>
                <a:ext cx="817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2B98C96A-BCA2-4967-A7FC-6B73B9F5F294}"/>
                  </a:ext>
                </a:extLst>
              </p14:cNvPr>
              <p14:cNvContentPartPr/>
              <p14:nvPr/>
            </p14:nvContentPartPr>
            <p14:xfrm>
              <a:off x="3781888" y="3543531"/>
              <a:ext cx="93960" cy="29664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2B98C96A-BCA2-4967-A7FC-6B73B9F5F29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73215" y="3534531"/>
                <a:ext cx="111668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802B35E1-E21E-4A8B-806C-D3FFBD9C586B}"/>
                  </a:ext>
                </a:extLst>
              </p14:cNvPr>
              <p14:cNvContentPartPr/>
              <p14:nvPr/>
            </p14:nvContentPartPr>
            <p14:xfrm>
              <a:off x="7865368" y="3582411"/>
              <a:ext cx="183600" cy="2538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802B35E1-E21E-4A8B-806C-D3FFBD9C586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856728" y="3573411"/>
                <a:ext cx="2012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FAB42BDF-BC30-457D-9AD6-097AC299259E}"/>
                  </a:ext>
                </a:extLst>
              </p14:cNvPr>
              <p14:cNvContentPartPr/>
              <p14:nvPr/>
            </p14:nvContentPartPr>
            <p14:xfrm>
              <a:off x="8244448" y="3563331"/>
              <a:ext cx="32040" cy="29376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FAB42BDF-BC30-457D-9AD6-097AC299259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235448" y="3554691"/>
                <a:ext cx="49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134F8F65-A5C4-4E4B-A945-9534CFF0EE4A}"/>
                  </a:ext>
                </a:extLst>
              </p14:cNvPr>
              <p14:cNvContentPartPr/>
              <p14:nvPr/>
            </p14:nvContentPartPr>
            <p14:xfrm>
              <a:off x="8477728" y="3580971"/>
              <a:ext cx="430560" cy="196560"/>
            </p14:xfrm>
          </p:contentPart>
        </mc:Choice>
        <mc:Fallback xmlns=""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134F8F65-A5C4-4E4B-A945-9534CFF0EE4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468728" y="3571954"/>
                <a:ext cx="448200" cy="21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0E8F95E8-B797-4825-A162-F746F7F211DA}"/>
                  </a:ext>
                </a:extLst>
              </p14:cNvPr>
              <p14:cNvContentPartPr/>
              <p14:nvPr/>
            </p14:nvContentPartPr>
            <p14:xfrm>
              <a:off x="10432168" y="3496011"/>
              <a:ext cx="84960" cy="33048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0E8F95E8-B797-4825-A162-F746F7F211D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423528" y="3487371"/>
                <a:ext cx="1026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64EC2602-5361-42EA-AFA9-C6AA7E794F45}"/>
                  </a:ext>
                </a:extLst>
              </p14:cNvPr>
              <p14:cNvContentPartPr/>
              <p14:nvPr/>
            </p14:nvContentPartPr>
            <p14:xfrm>
              <a:off x="8486728" y="3870051"/>
              <a:ext cx="371880" cy="8172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64EC2602-5361-42EA-AFA9-C6AA7E794F4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477728" y="3861411"/>
                <a:ext cx="3895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4C7B7464-5EF4-4059-90F9-1B4601BE30F9}"/>
                  </a:ext>
                </a:extLst>
              </p14:cNvPr>
              <p14:cNvContentPartPr/>
              <p14:nvPr/>
            </p14:nvContentPartPr>
            <p14:xfrm>
              <a:off x="10314448" y="3989571"/>
              <a:ext cx="299880" cy="4284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4C7B7464-5EF4-4059-90F9-1B4601BE30F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05808" y="3980571"/>
                <a:ext cx="3175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060DC4B9-7757-413F-AB46-CCAD1A3E355B}"/>
                  </a:ext>
                </a:extLst>
              </p14:cNvPr>
              <p14:cNvContentPartPr/>
              <p14:nvPr/>
            </p14:nvContentPartPr>
            <p14:xfrm>
              <a:off x="783448" y="4303851"/>
              <a:ext cx="303840" cy="27144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060DC4B9-7757-413F-AB46-CCAD1A3E355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74808" y="4294851"/>
                <a:ext cx="3214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0566E1E9-F108-452D-A603-65C78309E123}"/>
                  </a:ext>
                </a:extLst>
              </p14:cNvPr>
              <p14:cNvContentPartPr/>
              <p14:nvPr/>
            </p14:nvContentPartPr>
            <p14:xfrm>
              <a:off x="485728" y="4335891"/>
              <a:ext cx="223560" cy="28836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0566E1E9-F108-452D-A603-65C78309E12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77088" y="4326891"/>
                <a:ext cx="2412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9E3B2DAF-43E2-4F20-88FF-15CD8B863B5C}"/>
                  </a:ext>
                </a:extLst>
              </p14:cNvPr>
              <p14:cNvContentPartPr/>
              <p14:nvPr/>
            </p14:nvContentPartPr>
            <p14:xfrm>
              <a:off x="1724488" y="4258491"/>
              <a:ext cx="162360" cy="28044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9E3B2DAF-43E2-4F20-88FF-15CD8B863B5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15488" y="4249851"/>
                <a:ext cx="1800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24220300-F05D-486E-890C-AEB19B155D6E}"/>
                  </a:ext>
                </a:extLst>
              </p14:cNvPr>
              <p14:cNvContentPartPr/>
              <p14:nvPr/>
            </p14:nvContentPartPr>
            <p14:xfrm>
              <a:off x="2053528" y="4276851"/>
              <a:ext cx="167040" cy="18468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24220300-F05D-486E-890C-AEB19B155D6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44528" y="4268211"/>
                <a:ext cx="1846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226265BD-D5FF-4412-A89A-F1753B13E8F6}"/>
                  </a:ext>
                </a:extLst>
              </p14:cNvPr>
              <p14:cNvContentPartPr/>
              <p14:nvPr/>
            </p14:nvContentPartPr>
            <p14:xfrm>
              <a:off x="2364568" y="4270371"/>
              <a:ext cx="204840" cy="250200"/>
            </p14:xfrm>
          </p:contentPart>
        </mc:Choice>
        <mc:Fallback xmlns=""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226265BD-D5FF-4412-A89A-F1753B13E8F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55928" y="4261371"/>
                <a:ext cx="2224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CBADAA88-3FEB-481A-AD6A-419A0C6BF87F}"/>
                  </a:ext>
                </a:extLst>
              </p14:cNvPr>
              <p14:cNvContentPartPr/>
              <p14:nvPr/>
            </p14:nvContentPartPr>
            <p14:xfrm>
              <a:off x="2708368" y="4529571"/>
              <a:ext cx="52560" cy="7020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CBADAA88-3FEB-481A-AD6A-419A0C6BF87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699728" y="4520571"/>
                <a:ext cx="702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6285A861-DA4A-456F-B02A-FC99A20CFE9F}"/>
                  </a:ext>
                </a:extLst>
              </p14:cNvPr>
              <p14:cNvContentPartPr/>
              <p14:nvPr/>
            </p14:nvContentPartPr>
            <p14:xfrm>
              <a:off x="3297688" y="4312131"/>
              <a:ext cx="136080" cy="22320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6285A861-DA4A-456F-B02A-FC99A20CFE9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288688" y="4303131"/>
                <a:ext cx="153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BBF910B0-C7C3-490D-A0FE-02932B510A9D}"/>
                  </a:ext>
                </a:extLst>
              </p14:cNvPr>
              <p14:cNvContentPartPr/>
              <p14:nvPr/>
            </p14:nvContentPartPr>
            <p14:xfrm>
              <a:off x="3684688" y="4303851"/>
              <a:ext cx="224280" cy="18936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BBF910B0-C7C3-490D-A0FE-02932B510A9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76048" y="4294851"/>
                <a:ext cx="2419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031000FE-BB46-4780-9B35-7ACE361855A9}"/>
                  </a:ext>
                </a:extLst>
              </p14:cNvPr>
              <p14:cNvContentPartPr/>
              <p14:nvPr/>
            </p14:nvContentPartPr>
            <p14:xfrm>
              <a:off x="4157368" y="4333731"/>
              <a:ext cx="13680" cy="26964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031000FE-BB46-4780-9B35-7ACE361855A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48368" y="4324731"/>
                <a:ext cx="31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E7854A0C-3543-463B-8D80-869EB5535E49}"/>
                  </a:ext>
                </a:extLst>
              </p14:cNvPr>
              <p14:cNvContentPartPr/>
              <p14:nvPr/>
            </p14:nvContentPartPr>
            <p14:xfrm>
              <a:off x="4789168" y="4249131"/>
              <a:ext cx="17280" cy="22716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E7854A0C-3543-463B-8D80-869EB5535E4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780168" y="4240491"/>
                <a:ext cx="34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42EFEC73-C0FC-460B-891A-98FDF39C5EFE}"/>
                  </a:ext>
                </a:extLst>
              </p14:cNvPr>
              <p14:cNvContentPartPr/>
              <p14:nvPr/>
            </p14:nvContentPartPr>
            <p14:xfrm>
              <a:off x="5224768" y="4290171"/>
              <a:ext cx="54360" cy="20268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42EFEC73-C0FC-460B-891A-98FDF39C5EF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15768" y="4281531"/>
                <a:ext cx="720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59971928-2F5A-4B75-8D15-C82CFBB1F6C3}"/>
                  </a:ext>
                </a:extLst>
              </p14:cNvPr>
              <p14:cNvContentPartPr/>
              <p14:nvPr/>
            </p14:nvContentPartPr>
            <p14:xfrm>
              <a:off x="5718328" y="4280451"/>
              <a:ext cx="14400" cy="170640"/>
            </p14:xfrm>
          </p:contentPart>
        </mc:Choice>
        <mc:Fallback xmlns=""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59971928-2F5A-4B75-8D15-C82CFBB1F6C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709328" y="4271811"/>
                <a:ext cx="320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15408FB0-8DFB-4877-B8F9-FF0ED7547833}"/>
                  </a:ext>
                </a:extLst>
              </p14:cNvPr>
              <p14:cNvContentPartPr/>
              <p14:nvPr/>
            </p14:nvContentPartPr>
            <p14:xfrm>
              <a:off x="6646408" y="5280171"/>
              <a:ext cx="180000" cy="255960"/>
            </p14:xfrm>
          </p:contentPart>
        </mc:Choice>
        <mc:Fallback xmlns=""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15408FB0-8DFB-4877-B8F9-FF0ED754783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637768" y="5271171"/>
                <a:ext cx="1976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3A0ECEE9-AA87-45E3-8261-51DBEEA98D0E}"/>
                  </a:ext>
                </a:extLst>
              </p14:cNvPr>
              <p14:cNvContentPartPr/>
              <p14:nvPr/>
            </p14:nvContentPartPr>
            <p14:xfrm>
              <a:off x="7142128" y="5295651"/>
              <a:ext cx="41760" cy="281520"/>
            </p14:xfrm>
          </p:contentPart>
        </mc:Choice>
        <mc:Fallback xmlns=""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3A0ECEE9-AA87-45E3-8261-51DBEEA98D0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133488" y="5287011"/>
                <a:ext cx="594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10597AED-D025-46EC-87EE-2E945EBC8DF4}"/>
                  </a:ext>
                </a:extLst>
              </p14:cNvPr>
              <p14:cNvContentPartPr/>
              <p14:nvPr/>
            </p14:nvContentPartPr>
            <p14:xfrm>
              <a:off x="7375408" y="3777531"/>
              <a:ext cx="149760" cy="16308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10597AED-D025-46EC-87EE-2E945EBC8DF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366408" y="3768531"/>
                <a:ext cx="167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96118923-D38A-425B-9956-B6332AAF21B9}"/>
                  </a:ext>
                </a:extLst>
              </p14:cNvPr>
              <p14:cNvContentPartPr/>
              <p14:nvPr/>
            </p14:nvContentPartPr>
            <p14:xfrm>
              <a:off x="5373088" y="5244891"/>
              <a:ext cx="19440" cy="36036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96118923-D38A-425B-9956-B6332AAF21B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364448" y="5236251"/>
                <a:ext cx="370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327389AF-19C2-41DE-96C5-7C66573FD2D8}"/>
                  </a:ext>
                </a:extLst>
              </p14:cNvPr>
              <p14:cNvContentPartPr/>
              <p14:nvPr/>
            </p14:nvContentPartPr>
            <p14:xfrm>
              <a:off x="5844328" y="5289891"/>
              <a:ext cx="23040" cy="27936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327389AF-19C2-41DE-96C5-7C66573FD2D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35328" y="5280891"/>
                <a:ext cx="406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0E9A735F-F9BA-4725-BE15-CA63D00DC295}"/>
                  </a:ext>
                </a:extLst>
              </p14:cNvPr>
              <p14:cNvContentPartPr/>
              <p14:nvPr/>
            </p14:nvContentPartPr>
            <p14:xfrm>
              <a:off x="4672168" y="5370891"/>
              <a:ext cx="190440" cy="28440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0E9A735F-F9BA-4725-BE15-CA63D00DC29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63528" y="5361891"/>
                <a:ext cx="2080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9486FA54-50B0-4231-9352-8069533DFE79}"/>
                  </a:ext>
                </a:extLst>
              </p14:cNvPr>
              <p14:cNvContentPartPr/>
              <p14:nvPr/>
            </p14:nvContentPartPr>
            <p14:xfrm>
              <a:off x="4202368" y="5258931"/>
              <a:ext cx="39240" cy="36612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9486FA54-50B0-4231-9352-8069533DFE7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193368" y="5249931"/>
                <a:ext cx="5688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1DEFABF2-0CAB-469A-9EA6-215DAEFB21D3}"/>
                  </a:ext>
                </a:extLst>
              </p14:cNvPr>
              <p14:cNvContentPartPr/>
              <p14:nvPr/>
            </p14:nvContentPartPr>
            <p14:xfrm>
              <a:off x="324808" y="4726851"/>
              <a:ext cx="6401520" cy="195480"/>
            </p14:xfrm>
          </p:contentPart>
        </mc:Choice>
        <mc:Fallback xmlns=""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1DEFABF2-0CAB-469A-9EA6-215DAEFB21D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15808" y="4718195"/>
                <a:ext cx="6419160" cy="2131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6B18D1C1-D5DD-4A5E-8A4A-BBACEF58CC81}"/>
                  </a:ext>
                </a:extLst>
              </p14:cNvPr>
              <p14:cNvContentPartPr/>
              <p14:nvPr/>
            </p14:nvContentPartPr>
            <p14:xfrm>
              <a:off x="1734568" y="5421651"/>
              <a:ext cx="230400" cy="257400"/>
            </p14:xfrm>
          </p:contentPart>
        </mc:Choice>
        <mc:Fallback xmlns=""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6B18D1C1-D5DD-4A5E-8A4A-BBACEF58CC8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725568" y="5413011"/>
                <a:ext cx="2480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C1DAD962-0899-4C2B-806F-F902C985C85D}"/>
                  </a:ext>
                </a:extLst>
              </p14:cNvPr>
              <p14:cNvContentPartPr/>
              <p14:nvPr/>
            </p14:nvContentPartPr>
            <p14:xfrm>
              <a:off x="2183848" y="5366931"/>
              <a:ext cx="226440" cy="28548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C1DAD962-0899-4C2B-806F-F902C985C85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175208" y="5357931"/>
                <a:ext cx="2440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6F73AADE-A132-4828-8ED6-4057FC8590AB}"/>
                  </a:ext>
                </a:extLst>
              </p14:cNvPr>
              <p14:cNvContentPartPr/>
              <p14:nvPr/>
            </p14:nvContentPartPr>
            <p14:xfrm>
              <a:off x="2612608" y="5407611"/>
              <a:ext cx="190800" cy="20988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6F73AADE-A132-4828-8ED6-4057FC8590A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603608" y="5398971"/>
                <a:ext cx="2084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3F01FBDA-A96F-4B18-8A1B-1892F5F43E4E}"/>
                  </a:ext>
                </a:extLst>
              </p14:cNvPr>
              <p14:cNvContentPartPr/>
              <p14:nvPr/>
            </p14:nvContentPartPr>
            <p14:xfrm>
              <a:off x="3104008" y="5632251"/>
              <a:ext cx="29520" cy="3168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3F01FBDA-A96F-4B18-8A1B-1892F5F43E4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095368" y="5623611"/>
                <a:ext cx="471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1D4886E1-FC4E-4C96-91BA-E8EC3929305D}"/>
                  </a:ext>
                </a:extLst>
              </p14:cNvPr>
              <p14:cNvContentPartPr/>
              <p14:nvPr/>
            </p14:nvContentPartPr>
            <p14:xfrm>
              <a:off x="3378688" y="5365851"/>
              <a:ext cx="182880" cy="23904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1D4886E1-FC4E-4C96-91BA-E8EC3929305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369688" y="5357211"/>
                <a:ext cx="2005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EC0202F7-E67C-4BAF-A1E5-80AA94C13179}"/>
                  </a:ext>
                </a:extLst>
              </p14:cNvPr>
              <p14:cNvContentPartPr/>
              <p14:nvPr/>
            </p14:nvContentPartPr>
            <p14:xfrm>
              <a:off x="3732208" y="5434251"/>
              <a:ext cx="171000" cy="185040"/>
            </p14:xfrm>
          </p:contentPart>
        </mc:Choice>
        <mc:Fallback xmlns=""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EC0202F7-E67C-4BAF-A1E5-80AA94C1317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23208" y="5425611"/>
                <a:ext cx="1886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860E1708-8856-45F8-867E-5337CE50F5CE}"/>
                  </a:ext>
                </a:extLst>
              </p14:cNvPr>
              <p14:cNvContentPartPr/>
              <p14:nvPr/>
            </p14:nvContentPartPr>
            <p14:xfrm>
              <a:off x="864088" y="5253171"/>
              <a:ext cx="304560" cy="356040"/>
            </p14:xfrm>
          </p:contentPart>
        </mc:Choice>
        <mc:Fallback xmlns=""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860E1708-8856-45F8-867E-5337CE50F5C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55088" y="5244540"/>
                <a:ext cx="322200" cy="373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5B5DB157-E6A2-41E9-94B5-8F8FC434762D}"/>
                  </a:ext>
                </a:extLst>
              </p14:cNvPr>
              <p14:cNvContentPartPr/>
              <p14:nvPr/>
            </p14:nvContentPartPr>
            <p14:xfrm>
              <a:off x="2316688" y="6013851"/>
              <a:ext cx="156600" cy="19296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5B5DB157-E6A2-41E9-94B5-8F8FC434762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07688" y="6004851"/>
                <a:ext cx="1742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C8821750-49D7-424A-B47C-FA6FC13CC579}"/>
                  </a:ext>
                </a:extLst>
              </p14:cNvPr>
              <p14:cNvContentPartPr/>
              <p14:nvPr/>
            </p14:nvContentPartPr>
            <p14:xfrm>
              <a:off x="2762368" y="5990811"/>
              <a:ext cx="229320" cy="19692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C8821750-49D7-424A-B47C-FA6FC13CC57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753728" y="5982171"/>
                <a:ext cx="2469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1FD1E91C-0918-41E0-8108-CA3D62EDA48A}"/>
                  </a:ext>
                </a:extLst>
              </p14:cNvPr>
              <p14:cNvContentPartPr/>
              <p14:nvPr/>
            </p14:nvContentPartPr>
            <p14:xfrm>
              <a:off x="3226048" y="6156411"/>
              <a:ext cx="51840" cy="6192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1FD1E91C-0918-41E0-8108-CA3D62EDA48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217048" y="6147411"/>
                <a:ext cx="694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8957486B-A79F-4399-9B4E-0ADEB09E0D8F}"/>
                  </a:ext>
                </a:extLst>
              </p14:cNvPr>
              <p14:cNvContentPartPr/>
              <p14:nvPr/>
            </p14:nvContentPartPr>
            <p14:xfrm>
              <a:off x="3494968" y="5987571"/>
              <a:ext cx="127080" cy="160920"/>
            </p14:xfrm>
          </p:contentPart>
        </mc:Choice>
        <mc:Fallback xmlns=""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8957486B-A79F-4399-9B4E-0ADEB09E0D8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486328" y="5978931"/>
                <a:ext cx="1447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A7E17C7A-511C-404B-AC72-9F528DF2B286}"/>
                  </a:ext>
                </a:extLst>
              </p14:cNvPr>
              <p14:cNvContentPartPr/>
              <p14:nvPr/>
            </p14:nvContentPartPr>
            <p14:xfrm>
              <a:off x="3885208" y="5982531"/>
              <a:ext cx="210600" cy="17532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A7E17C7A-511C-404B-AC72-9F528DF2B28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876208" y="5973531"/>
                <a:ext cx="228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DB804C83-012A-4776-B082-1C12F8A5B276}"/>
                  </a:ext>
                </a:extLst>
              </p14:cNvPr>
              <p14:cNvContentPartPr/>
              <p14:nvPr/>
            </p14:nvContentPartPr>
            <p14:xfrm>
              <a:off x="4202008" y="5968491"/>
              <a:ext cx="126720" cy="164880"/>
            </p14:xfrm>
          </p:contentPart>
        </mc:Choice>
        <mc:Fallback xmlns=""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DB804C83-012A-4776-B082-1C12F8A5B27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193368" y="5959851"/>
                <a:ext cx="1443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A6BE2EE2-A6CA-477A-9B41-CAEC524059FF}"/>
                  </a:ext>
                </a:extLst>
              </p14:cNvPr>
              <p14:cNvContentPartPr/>
              <p14:nvPr/>
            </p14:nvContentPartPr>
            <p14:xfrm>
              <a:off x="4770808" y="5933931"/>
              <a:ext cx="200520" cy="14328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A6BE2EE2-A6CA-477A-9B41-CAEC524059F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762168" y="5925291"/>
                <a:ext cx="218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A09D2D34-86C8-4A7A-A674-56BF3C37346E}"/>
                  </a:ext>
                </a:extLst>
              </p14:cNvPr>
              <p14:cNvContentPartPr/>
              <p14:nvPr/>
            </p14:nvContentPartPr>
            <p14:xfrm>
              <a:off x="5364808" y="5925651"/>
              <a:ext cx="16200" cy="16920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A09D2D34-86C8-4A7A-A674-56BF3C37346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356168" y="5917011"/>
                <a:ext cx="338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7961ADF0-B490-4532-8C5D-8D10DD30B5FF}"/>
                  </a:ext>
                </a:extLst>
              </p14:cNvPr>
              <p14:cNvContentPartPr/>
              <p14:nvPr/>
            </p14:nvContentPartPr>
            <p14:xfrm>
              <a:off x="6731728" y="5882451"/>
              <a:ext cx="4680" cy="177120"/>
            </p14:xfrm>
          </p:contentPart>
        </mc:Choice>
        <mc:Fallback xmlns=""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7961ADF0-B490-4532-8C5D-8D10DD30B5F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722728" y="5873451"/>
                <a:ext cx="223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99A3957B-4FB3-475D-BC44-084426A28E6F}"/>
                  </a:ext>
                </a:extLst>
              </p14:cNvPr>
              <p14:cNvContentPartPr/>
              <p14:nvPr/>
            </p14:nvContentPartPr>
            <p14:xfrm>
              <a:off x="7231408" y="5812971"/>
              <a:ext cx="44640" cy="22320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99A3957B-4FB3-475D-BC44-084426A28E6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222408" y="5804331"/>
                <a:ext cx="622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917F1DB4-F044-49A1-BDA6-107A42DE69D6}"/>
                  </a:ext>
                </a:extLst>
              </p14:cNvPr>
              <p14:cNvContentPartPr/>
              <p14:nvPr/>
            </p14:nvContentPartPr>
            <p14:xfrm>
              <a:off x="7703368" y="5801091"/>
              <a:ext cx="163440" cy="21816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917F1DB4-F044-49A1-BDA6-107A42DE69D6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694368" y="5792451"/>
                <a:ext cx="181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4181DD1C-C272-4D9E-AAA3-9EE0BFE426B3}"/>
                  </a:ext>
                </a:extLst>
              </p14:cNvPr>
              <p14:cNvContentPartPr/>
              <p14:nvPr/>
            </p14:nvContentPartPr>
            <p14:xfrm>
              <a:off x="8255248" y="5798571"/>
              <a:ext cx="25920" cy="22680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4181DD1C-C272-4D9E-AAA3-9EE0BFE426B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246248" y="5789931"/>
                <a:ext cx="435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C8B0BD02-8D9F-44E6-AC9B-9DA74DC65A08}"/>
                  </a:ext>
                </a:extLst>
              </p14:cNvPr>
              <p14:cNvContentPartPr/>
              <p14:nvPr/>
            </p14:nvContentPartPr>
            <p14:xfrm>
              <a:off x="8566288" y="5774091"/>
              <a:ext cx="21960" cy="5472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C8B0BD02-8D9F-44E6-AC9B-9DA74DC65A0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557288" y="5765451"/>
                <a:ext cx="396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585C407D-CABA-492E-86DF-9B1007243BD0}"/>
                  </a:ext>
                </a:extLst>
              </p14:cNvPr>
              <p14:cNvContentPartPr/>
              <p14:nvPr/>
            </p14:nvContentPartPr>
            <p14:xfrm>
              <a:off x="8534608" y="5992971"/>
              <a:ext cx="125640" cy="9648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585C407D-CABA-492E-86DF-9B1007243BD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525968" y="5983971"/>
                <a:ext cx="1432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96375E64-61FA-4D91-9C18-5355CA80B73B}"/>
                  </a:ext>
                </a:extLst>
              </p14:cNvPr>
              <p14:cNvContentPartPr/>
              <p14:nvPr/>
            </p14:nvContentPartPr>
            <p14:xfrm>
              <a:off x="8925568" y="5832411"/>
              <a:ext cx="201600" cy="21780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96375E64-61FA-4D91-9C18-5355CA80B73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916568" y="5823771"/>
                <a:ext cx="2192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7FC512FC-E6E8-4FA9-A7D4-C63D2802C675}"/>
                  </a:ext>
                </a:extLst>
              </p14:cNvPr>
              <p14:cNvContentPartPr/>
              <p14:nvPr/>
            </p14:nvContentPartPr>
            <p14:xfrm>
              <a:off x="9338488" y="5803971"/>
              <a:ext cx="15120" cy="316800"/>
            </p14:xfrm>
          </p:contentPart>
        </mc:Choice>
        <mc:Fallback xmlns=""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7FC512FC-E6E8-4FA9-A7D4-C63D2802C67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329488" y="5795331"/>
                <a:ext cx="327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AE3BECF9-B544-4201-949D-C87111D5A779}"/>
                  </a:ext>
                </a:extLst>
              </p14:cNvPr>
              <p14:cNvContentPartPr/>
              <p14:nvPr/>
            </p14:nvContentPartPr>
            <p14:xfrm>
              <a:off x="10569688" y="5842491"/>
              <a:ext cx="210960" cy="281520"/>
            </p14:xfrm>
          </p:contentPart>
        </mc:Choice>
        <mc:Fallback xmlns=""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AE3BECF9-B544-4201-949D-C87111D5A77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561048" y="5833491"/>
                <a:ext cx="2286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53244808-286A-4EB2-A2DE-1DED05FA397F}"/>
                  </a:ext>
                </a:extLst>
              </p14:cNvPr>
              <p14:cNvContentPartPr/>
              <p14:nvPr/>
            </p14:nvContentPartPr>
            <p14:xfrm>
              <a:off x="8798848" y="6185571"/>
              <a:ext cx="736560" cy="3384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53244808-286A-4EB2-A2DE-1DED05FA397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789848" y="6176571"/>
                <a:ext cx="754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0FD25D07-D115-45E7-858F-CD04165A8D72}"/>
                  </a:ext>
                </a:extLst>
              </p14:cNvPr>
              <p14:cNvContentPartPr/>
              <p14:nvPr/>
            </p14:nvContentPartPr>
            <p14:xfrm>
              <a:off x="10487968" y="6232371"/>
              <a:ext cx="354600" cy="35280"/>
            </p14:xfrm>
          </p:contentPart>
        </mc:Choice>
        <mc:Fallback xmlns=""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0FD25D07-D115-45E7-858F-CD04165A8D7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478968" y="6223731"/>
                <a:ext cx="3722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24F18BC4-F25B-4B31-86AA-F6FF5116F8A1}"/>
                  </a:ext>
                </a:extLst>
              </p14:cNvPr>
              <p14:cNvContentPartPr/>
              <p14:nvPr/>
            </p14:nvContentPartPr>
            <p14:xfrm>
              <a:off x="9939688" y="6104211"/>
              <a:ext cx="156240" cy="7632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24F18BC4-F25B-4B31-86AA-F6FF5116F8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930688" y="6095211"/>
                <a:ext cx="1738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1DF2CDB5-3ACB-441B-A4DC-0ED902D648FF}"/>
                  </a:ext>
                </a:extLst>
              </p14:cNvPr>
              <p14:cNvContentPartPr/>
              <p14:nvPr/>
            </p14:nvContentPartPr>
            <p14:xfrm>
              <a:off x="9714688" y="3664131"/>
              <a:ext cx="171360" cy="13860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1DF2CDB5-3ACB-441B-A4DC-0ED902D648F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706048" y="3655131"/>
                <a:ext cx="1890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34429F9A-8A63-4A16-A170-DD36A6B664BC}"/>
                  </a:ext>
                </a:extLst>
              </p14:cNvPr>
              <p14:cNvContentPartPr/>
              <p14:nvPr/>
            </p14:nvContentPartPr>
            <p14:xfrm>
              <a:off x="477448" y="6372051"/>
              <a:ext cx="421200" cy="297000"/>
            </p14:xfrm>
          </p:contentPart>
        </mc:Choice>
        <mc:Fallback xmlns=""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34429F9A-8A63-4A16-A170-DD36A6B664B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68801" y="6363051"/>
                <a:ext cx="438855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22E63BF2-7646-44EB-8FE9-797920937A55}"/>
                  </a:ext>
                </a:extLst>
              </p14:cNvPr>
              <p14:cNvContentPartPr/>
              <p14:nvPr/>
            </p14:nvContentPartPr>
            <p14:xfrm>
              <a:off x="55528" y="6447291"/>
              <a:ext cx="279720" cy="26244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22E63BF2-7646-44EB-8FE9-797920937A5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6528" y="6438651"/>
                <a:ext cx="2973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36B0C98C-1252-458C-B267-4AF07356B794}"/>
                  </a:ext>
                </a:extLst>
              </p14:cNvPr>
              <p14:cNvContentPartPr/>
              <p14:nvPr/>
            </p14:nvContentPartPr>
            <p14:xfrm>
              <a:off x="2374648" y="6554571"/>
              <a:ext cx="201240" cy="18900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36B0C98C-1252-458C-B267-4AF07356B79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366008" y="6545931"/>
                <a:ext cx="2188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64A3A86C-E9BD-4B94-96A7-B3E5CEFC0E00}"/>
                  </a:ext>
                </a:extLst>
              </p14:cNvPr>
              <p14:cNvContentPartPr/>
              <p14:nvPr/>
            </p14:nvContentPartPr>
            <p14:xfrm>
              <a:off x="2812408" y="6505251"/>
              <a:ext cx="160920" cy="199800"/>
            </p14:xfrm>
          </p:contentPart>
        </mc:Choice>
        <mc:Fallback xmlns=""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64A3A86C-E9BD-4B94-96A7-B3E5CEFC0E0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803768" y="6496251"/>
                <a:ext cx="1785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33D4F61C-6011-403B-A46F-63DEFF19073C}"/>
                  </a:ext>
                </a:extLst>
              </p14:cNvPr>
              <p14:cNvContentPartPr/>
              <p14:nvPr/>
            </p14:nvContentPartPr>
            <p14:xfrm>
              <a:off x="3191848" y="6650331"/>
              <a:ext cx="41400" cy="5616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33D4F61C-6011-403B-A46F-63DEFF19073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182848" y="6641331"/>
                <a:ext cx="59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08E9A929-08D8-4FB2-B6D4-F011822FC6C8}"/>
                  </a:ext>
                </a:extLst>
              </p14:cNvPr>
              <p14:cNvContentPartPr/>
              <p14:nvPr/>
            </p14:nvContentPartPr>
            <p14:xfrm>
              <a:off x="3525208" y="6514251"/>
              <a:ext cx="252720" cy="20268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08E9A929-08D8-4FB2-B6D4-F011822FC6C8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516568" y="6505251"/>
                <a:ext cx="270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5BD5CF3D-9B93-40F6-9FAD-E956C1E37730}"/>
                  </a:ext>
                </a:extLst>
              </p14:cNvPr>
              <p14:cNvContentPartPr/>
              <p14:nvPr/>
            </p14:nvContentPartPr>
            <p14:xfrm>
              <a:off x="3908248" y="6538011"/>
              <a:ext cx="212400" cy="16992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5BD5CF3D-9B93-40F6-9FAD-E956C1E3773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899248" y="6529011"/>
                <a:ext cx="2300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9951CF52-177B-4D74-A6A3-71A6C95E7C6C}"/>
                  </a:ext>
                </a:extLst>
              </p14:cNvPr>
              <p14:cNvContentPartPr/>
              <p14:nvPr/>
            </p14:nvContentPartPr>
            <p14:xfrm>
              <a:off x="4301008" y="6495171"/>
              <a:ext cx="7920" cy="22140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9951CF52-177B-4D74-A6A3-71A6C95E7C6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292008" y="6486171"/>
                <a:ext cx="255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AB5E258D-39FB-4A7A-8745-0610C10EC35A}"/>
                  </a:ext>
                </a:extLst>
              </p14:cNvPr>
              <p14:cNvContentPartPr/>
              <p14:nvPr/>
            </p14:nvContentPartPr>
            <p14:xfrm>
              <a:off x="4819048" y="6506331"/>
              <a:ext cx="51120" cy="20124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AB5E258D-39FB-4A7A-8745-0610C10EC35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810408" y="6497691"/>
                <a:ext cx="687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BFD4B09A-EB2D-4590-A56F-AB599B84A5BF}"/>
                  </a:ext>
                </a:extLst>
              </p14:cNvPr>
              <p14:cNvContentPartPr/>
              <p14:nvPr/>
            </p14:nvContentPartPr>
            <p14:xfrm>
              <a:off x="5383888" y="6518211"/>
              <a:ext cx="41760" cy="18180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BFD4B09A-EB2D-4590-A56F-AB599B84A5B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375248" y="6509571"/>
                <a:ext cx="594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00B645A9-DE6A-402F-8658-455FCF027604}"/>
                  </a:ext>
                </a:extLst>
              </p14:cNvPr>
              <p14:cNvContentPartPr/>
              <p14:nvPr/>
            </p14:nvContentPartPr>
            <p14:xfrm>
              <a:off x="1498408" y="5908371"/>
              <a:ext cx="640800" cy="915120"/>
            </p14:xfrm>
          </p:contentPart>
        </mc:Choice>
        <mc:Fallback xmlns=""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00B645A9-DE6A-402F-8658-455FCF02760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489763" y="5899731"/>
                <a:ext cx="658450" cy="9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4CFE6CBE-9C4C-4D16-BD50-8B2BCAEE6371}"/>
                  </a:ext>
                </a:extLst>
              </p14:cNvPr>
              <p14:cNvContentPartPr/>
              <p14:nvPr/>
            </p14:nvContentPartPr>
            <p14:xfrm>
              <a:off x="5587288" y="5944011"/>
              <a:ext cx="498600" cy="929160"/>
            </p14:xfrm>
          </p:contentPart>
        </mc:Choice>
        <mc:Fallback xmlns=""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4CFE6CBE-9C4C-4D16-BD50-8B2BCAEE637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578294" y="5935371"/>
                <a:ext cx="516227" cy="9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EC73B0D6-4C0F-4DE8-A027-EB0A96632A1A}"/>
                  </a:ext>
                </a:extLst>
              </p14:cNvPr>
              <p14:cNvContentPartPr/>
              <p14:nvPr/>
            </p14:nvContentPartPr>
            <p14:xfrm>
              <a:off x="4227208" y="6786713"/>
              <a:ext cx="1236960" cy="3960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EC73B0D6-4C0F-4DE8-A027-EB0A96632A1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218208" y="6778073"/>
                <a:ext cx="12546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299CC71E-0460-486D-85E8-CBD5CB6EF7DB}"/>
                  </a:ext>
                </a:extLst>
              </p14:cNvPr>
              <p14:cNvContentPartPr/>
              <p14:nvPr/>
            </p14:nvContentPartPr>
            <p14:xfrm>
              <a:off x="-13592" y="3194633"/>
              <a:ext cx="1097640" cy="37872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299CC71E-0460-486D-85E8-CBD5CB6EF7D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-22592" y="3185633"/>
                <a:ext cx="11152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F0BD67FF-B138-4941-98B8-E8792C6ED165}"/>
                  </a:ext>
                </a:extLst>
              </p14:cNvPr>
              <p14:cNvContentPartPr/>
              <p14:nvPr/>
            </p14:nvContentPartPr>
            <p14:xfrm>
              <a:off x="-241472" y="5417691"/>
              <a:ext cx="953280" cy="484502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F0BD67FF-B138-4941-98B8-E8792C6ED16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-250472" y="5409052"/>
                <a:ext cx="970920" cy="5021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069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59943066-F041-4296-9049-43B843FD6074}"/>
                  </a:ext>
                </a:extLst>
              </p14:cNvPr>
              <p14:cNvContentPartPr/>
              <p14:nvPr/>
            </p14:nvContentPartPr>
            <p14:xfrm>
              <a:off x="1062448" y="475611"/>
              <a:ext cx="228240" cy="3060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59943066-F041-4296-9049-43B843FD60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3448" y="466971"/>
                <a:ext cx="2458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8FF07067-1C66-4FA0-8530-8CCE23701BAB}"/>
                  </a:ext>
                </a:extLst>
              </p14:cNvPr>
              <p14:cNvContentPartPr/>
              <p14:nvPr/>
            </p14:nvContentPartPr>
            <p14:xfrm>
              <a:off x="1576168" y="498651"/>
              <a:ext cx="315000" cy="28620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8FF07067-1C66-4FA0-8530-8CCE23701B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168" y="490011"/>
                <a:ext cx="3326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CE403EF9-3D79-4886-92E2-3323E93B11EC}"/>
                  </a:ext>
                </a:extLst>
              </p14:cNvPr>
              <p14:cNvContentPartPr/>
              <p14:nvPr/>
            </p14:nvContentPartPr>
            <p14:xfrm>
              <a:off x="2029768" y="483171"/>
              <a:ext cx="237960" cy="23904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CE403EF9-3D79-4886-92E2-3323E93B11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0768" y="474171"/>
                <a:ext cx="2556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B76713D6-B252-4F6C-AD69-4E17EE9BB05B}"/>
                  </a:ext>
                </a:extLst>
              </p14:cNvPr>
              <p14:cNvContentPartPr/>
              <p14:nvPr/>
            </p14:nvContentPartPr>
            <p14:xfrm>
              <a:off x="2782888" y="460851"/>
              <a:ext cx="221040" cy="3297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B76713D6-B252-4F6C-AD69-4E17EE9BB0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74248" y="452211"/>
                <a:ext cx="2386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4823AFE-AD1E-422B-B568-D348D34E3D0E}"/>
                  </a:ext>
                </a:extLst>
              </p14:cNvPr>
              <p14:cNvContentPartPr/>
              <p14:nvPr/>
            </p14:nvContentPartPr>
            <p14:xfrm>
              <a:off x="3486328" y="432051"/>
              <a:ext cx="47520" cy="4071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4823AFE-AD1E-422B-B568-D348D34E3D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7688" y="423411"/>
                <a:ext cx="651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9E42FDB2-A7B6-4583-91B3-524BE7E2742C}"/>
                  </a:ext>
                </a:extLst>
              </p14:cNvPr>
              <p14:cNvContentPartPr/>
              <p14:nvPr/>
            </p14:nvContentPartPr>
            <p14:xfrm>
              <a:off x="3990688" y="489651"/>
              <a:ext cx="199440" cy="1908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9E42FDB2-A7B6-4583-91B3-524BE7E274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1688" y="481011"/>
                <a:ext cx="2170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E1DE0991-D64F-4A3D-9F3A-09C513294D0D}"/>
                  </a:ext>
                </a:extLst>
              </p14:cNvPr>
              <p14:cNvContentPartPr/>
              <p14:nvPr/>
            </p14:nvContentPartPr>
            <p14:xfrm>
              <a:off x="4428448" y="503691"/>
              <a:ext cx="242640" cy="19620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E1DE0991-D64F-4A3D-9F3A-09C513294D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9448" y="494691"/>
                <a:ext cx="2602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3736A146-8254-4D06-990D-AB89FB6C5BC3}"/>
                  </a:ext>
                </a:extLst>
              </p14:cNvPr>
              <p14:cNvContentPartPr/>
              <p14:nvPr/>
            </p14:nvContentPartPr>
            <p14:xfrm>
              <a:off x="5516728" y="359691"/>
              <a:ext cx="33480" cy="4176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3736A146-8254-4D06-990D-AB89FB6C5BC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7728" y="351051"/>
                <a:ext cx="5112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6113671E-FC0F-41DF-A8CB-9567FE24939F}"/>
                  </a:ext>
                </a:extLst>
              </p14:cNvPr>
              <p14:cNvContentPartPr/>
              <p14:nvPr/>
            </p14:nvContentPartPr>
            <p14:xfrm>
              <a:off x="4914088" y="397851"/>
              <a:ext cx="237960" cy="3477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6113671E-FC0F-41DF-A8CB-9567FE24939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05448" y="389211"/>
                <a:ext cx="2556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4E81F8DC-80BD-4AA2-8006-15C6126A7A70}"/>
                  </a:ext>
                </a:extLst>
              </p14:cNvPr>
              <p14:cNvContentPartPr/>
              <p14:nvPr/>
            </p14:nvContentPartPr>
            <p14:xfrm>
              <a:off x="6139528" y="307491"/>
              <a:ext cx="1347840" cy="57564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4E81F8DC-80BD-4AA2-8006-15C6126A7A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30888" y="298497"/>
                <a:ext cx="1365480" cy="593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54A07E7D-A3FE-417F-ACAE-A1B3D69253AC}"/>
                  </a:ext>
                </a:extLst>
              </p14:cNvPr>
              <p14:cNvContentPartPr/>
              <p14:nvPr/>
            </p14:nvContentPartPr>
            <p14:xfrm>
              <a:off x="5435368" y="977811"/>
              <a:ext cx="216720" cy="2880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54A07E7D-A3FE-417F-ACAE-A1B3D69253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26728" y="969171"/>
                <a:ext cx="2343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997B5CE7-4D30-43BA-85C1-8C965F6C480F}"/>
                  </a:ext>
                </a:extLst>
              </p14:cNvPr>
              <p14:cNvContentPartPr/>
              <p14:nvPr/>
            </p14:nvContentPartPr>
            <p14:xfrm>
              <a:off x="7848808" y="460491"/>
              <a:ext cx="32760" cy="6984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997B5CE7-4D30-43BA-85C1-8C965F6C48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39808" y="451851"/>
                <a:ext cx="504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3757EDB0-1BD8-427A-BBAA-E41A1195190E}"/>
                  </a:ext>
                </a:extLst>
              </p14:cNvPr>
              <p14:cNvContentPartPr/>
              <p14:nvPr/>
            </p14:nvContentPartPr>
            <p14:xfrm>
              <a:off x="7853848" y="729411"/>
              <a:ext cx="73440" cy="16308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3757EDB0-1BD8-427A-BBAA-E41A1195190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44848" y="720411"/>
                <a:ext cx="910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994B7AC2-CF7E-44FD-89F4-C28D288DC41B}"/>
                  </a:ext>
                </a:extLst>
              </p14:cNvPr>
              <p14:cNvContentPartPr/>
              <p14:nvPr/>
            </p14:nvContentPartPr>
            <p14:xfrm>
              <a:off x="2438728" y="608811"/>
              <a:ext cx="63720" cy="5976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994B7AC2-CF7E-44FD-89F4-C28D288DC41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29728" y="599811"/>
                <a:ext cx="813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48EEBC4C-FD46-42B4-8E50-E651B852849C}"/>
                  </a:ext>
                </a:extLst>
              </p14:cNvPr>
              <p14:cNvContentPartPr/>
              <p14:nvPr/>
            </p14:nvContentPartPr>
            <p14:xfrm>
              <a:off x="398608" y="311451"/>
              <a:ext cx="50040" cy="39384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48EEBC4C-FD46-42B4-8E50-E651B852849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9968" y="302451"/>
                <a:ext cx="6768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2809EFAF-3378-4E9F-9C0D-BDC1F80D674C}"/>
                  </a:ext>
                </a:extLst>
              </p14:cNvPr>
              <p14:cNvContentPartPr/>
              <p14:nvPr/>
            </p14:nvContentPartPr>
            <p14:xfrm>
              <a:off x="-463952" y="435291"/>
              <a:ext cx="558720" cy="37656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2809EFAF-3378-4E9F-9C0D-BDC1F80D67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472598" y="426291"/>
                <a:ext cx="576371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258B2B82-8266-49B4-8BDD-989978A90990}"/>
                  </a:ext>
                </a:extLst>
              </p14:cNvPr>
              <p14:cNvContentPartPr/>
              <p14:nvPr/>
            </p14:nvContentPartPr>
            <p14:xfrm>
              <a:off x="1178008" y="1460931"/>
              <a:ext cx="289080" cy="28152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258B2B82-8266-49B4-8BDD-989978A909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69368" y="1451931"/>
                <a:ext cx="3067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FFD4660C-31B7-435E-B7CE-775994D16DED}"/>
                  </a:ext>
                </a:extLst>
              </p14:cNvPr>
              <p14:cNvContentPartPr/>
              <p14:nvPr/>
            </p14:nvContentPartPr>
            <p14:xfrm>
              <a:off x="1693168" y="1481091"/>
              <a:ext cx="303480" cy="23616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FFD4660C-31B7-435E-B7CE-775994D16DE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84168" y="1472451"/>
                <a:ext cx="3211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50F9A9FE-594E-4107-A4A0-8FA4530C3438}"/>
                  </a:ext>
                </a:extLst>
              </p14:cNvPr>
              <p14:cNvContentPartPr/>
              <p14:nvPr/>
            </p14:nvContentPartPr>
            <p14:xfrm>
              <a:off x="2188528" y="1526811"/>
              <a:ext cx="172080" cy="20484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50F9A9FE-594E-4107-A4A0-8FA4530C343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79528" y="1518171"/>
                <a:ext cx="1897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AD5CF522-B512-46F8-9222-98DDFDBD8221}"/>
                  </a:ext>
                </a:extLst>
              </p14:cNvPr>
              <p14:cNvContentPartPr/>
              <p14:nvPr/>
            </p14:nvContentPartPr>
            <p14:xfrm>
              <a:off x="2661568" y="1653171"/>
              <a:ext cx="68400" cy="8244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AD5CF522-B512-46F8-9222-98DDFDBD822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52928" y="1644171"/>
                <a:ext cx="860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23D2C775-C772-4265-8050-F9AB06158CF3}"/>
                  </a:ext>
                </a:extLst>
              </p14:cNvPr>
              <p14:cNvContentPartPr/>
              <p14:nvPr/>
            </p14:nvContentPartPr>
            <p14:xfrm>
              <a:off x="3124888" y="1404051"/>
              <a:ext cx="294120" cy="19764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23D2C775-C772-4265-8050-F9AB06158CF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15888" y="1395411"/>
                <a:ext cx="3117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E3EC2CFC-17E6-4C2B-AF01-8D57C2A34E65}"/>
                  </a:ext>
                </a:extLst>
              </p14:cNvPr>
              <p14:cNvContentPartPr/>
              <p14:nvPr/>
            </p14:nvContentPartPr>
            <p14:xfrm>
              <a:off x="3559408" y="1344291"/>
              <a:ext cx="245880" cy="23328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E3EC2CFC-17E6-4C2B-AF01-8D57C2A34E6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50768" y="1335651"/>
                <a:ext cx="2635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5684DE0B-7C5B-4BE3-B070-ABB9C111568C}"/>
                  </a:ext>
                </a:extLst>
              </p14:cNvPr>
              <p14:cNvContentPartPr/>
              <p14:nvPr/>
            </p14:nvContentPartPr>
            <p14:xfrm>
              <a:off x="4144048" y="1340691"/>
              <a:ext cx="15120" cy="34596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5684DE0B-7C5B-4BE3-B070-ABB9C11156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35408" y="1331691"/>
                <a:ext cx="327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2A1BCA4C-D577-4B4A-BC4C-DF99F230A824}"/>
                  </a:ext>
                </a:extLst>
              </p14:cNvPr>
              <p14:cNvContentPartPr/>
              <p14:nvPr/>
            </p14:nvContentPartPr>
            <p14:xfrm>
              <a:off x="4540768" y="1346811"/>
              <a:ext cx="268920" cy="24516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2A1BCA4C-D577-4B4A-BC4C-DF99F230A8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31768" y="1337811"/>
                <a:ext cx="2865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B4BE50CD-F9B3-430A-B1DB-71BE30C1EE29}"/>
                  </a:ext>
                </a:extLst>
              </p14:cNvPr>
              <p14:cNvContentPartPr/>
              <p14:nvPr/>
            </p14:nvContentPartPr>
            <p14:xfrm>
              <a:off x="4978528" y="1352931"/>
              <a:ext cx="254160" cy="19584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B4BE50CD-F9B3-430A-B1DB-71BE30C1EE2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69528" y="1343931"/>
                <a:ext cx="2718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13817141-0649-442F-AA06-50F938CE63E6}"/>
                  </a:ext>
                </a:extLst>
              </p14:cNvPr>
              <p14:cNvContentPartPr/>
              <p14:nvPr/>
            </p14:nvContentPartPr>
            <p14:xfrm>
              <a:off x="5444008" y="1392171"/>
              <a:ext cx="170280" cy="19260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13817141-0649-442F-AA06-50F938CE63E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35008" y="1383171"/>
                <a:ext cx="1879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BDA06D07-5678-48A2-BFF6-E0B5014A3B02}"/>
                  </a:ext>
                </a:extLst>
              </p14:cNvPr>
              <p14:cNvContentPartPr/>
              <p14:nvPr/>
            </p14:nvContentPartPr>
            <p14:xfrm>
              <a:off x="6242488" y="1367691"/>
              <a:ext cx="37800" cy="30276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BDA06D07-5678-48A2-BFF6-E0B5014A3B0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33488" y="1358691"/>
                <a:ext cx="554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B049494E-70F8-4356-ABAE-0AE671AAC291}"/>
                  </a:ext>
                </a:extLst>
              </p14:cNvPr>
              <p14:cNvContentPartPr/>
              <p14:nvPr/>
            </p14:nvContentPartPr>
            <p14:xfrm>
              <a:off x="6728488" y="1463451"/>
              <a:ext cx="33480" cy="22212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B049494E-70F8-4356-ABAE-0AE671AAC29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19488" y="1454451"/>
                <a:ext cx="511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25028D5F-3C7E-4A6D-B878-8495AB22ADEB}"/>
                  </a:ext>
                </a:extLst>
              </p14:cNvPr>
              <p14:cNvContentPartPr/>
              <p14:nvPr/>
            </p14:nvContentPartPr>
            <p14:xfrm>
              <a:off x="7305568" y="1420611"/>
              <a:ext cx="48600" cy="25704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25028D5F-3C7E-4A6D-B878-8495AB22AD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96568" y="1411611"/>
                <a:ext cx="662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F64A22BA-6A46-4879-97DB-051CB0A42B34}"/>
                  </a:ext>
                </a:extLst>
              </p14:cNvPr>
              <p14:cNvContentPartPr/>
              <p14:nvPr/>
            </p14:nvContentPartPr>
            <p14:xfrm>
              <a:off x="7803448" y="1466691"/>
              <a:ext cx="272160" cy="20952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F64A22BA-6A46-4879-97DB-051CB0A42B3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94448" y="1458051"/>
                <a:ext cx="2898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9A3731C8-E755-41B5-A01A-487B31D5E126}"/>
                  </a:ext>
                </a:extLst>
              </p14:cNvPr>
              <p14:cNvContentPartPr/>
              <p14:nvPr/>
            </p14:nvContentPartPr>
            <p14:xfrm>
              <a:off x="8379448" y="1384611"/>
              <a:ext cx="60840" cy="49140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9A3731C8-E755-41B5-A01A-487B31D5E12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70808" y="1375611"/>
                <a:ext cx="7848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4383DF52-1640-48B7-8980-8B63A2AE4C58}"/>
                  </a:ext>
                </a:extLst>
              </p14:cNvPr>
              <p14:cNvContentPartPr/>
              <p14:nvPr/>
            </p14:nvContentPartPr>
            <p14:xfrm>
              <a:off x="6360928" y="1972131"/>
              <a:ext cx="1856520" cy="5940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4383DF52-1640-48B7-8980-8B63A2AE4C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52288" y="1963131"/>
                <a:ext cx="1874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C9B0DE99-720C-4101-9EC9-143FB31BE7AB}"/>
                  </a:ext>
                </a:extLst>
              </p14:cNvPr>
              <p14:cNvContentPartPr/>
              <p14:nvPr/>
            </p14:nvContentPartPr>
            <p14:xfrm>
              <a:off x="3125248" y="1978971"/>
              <a:ext cx="2327760" cy="10980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C9B0DE99-720C-4101-9EC9-143FB31BE7A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16248" y="1970331"/>
                <a:ext cx="23454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869A11D5-435A-4088-9119-3CFAFB969F24}"/>
                  </a:ext>
                </a:extLst>
              </p14:cNvPr>
              <p14:cNvContentPartPr/>
              <p14:nvPr/>
            </p14:nvContentPartPr>
            <p14:xfrm>
              <a:off x="5079688" y="3344811"/>
              <a:ext cx="158760" cy="2340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869A11D5-435A-4088-9119-3CFAFB969F2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061688" y="3326811"/>
                <a:ext cx="1944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4ACB3F56-4A53-423F-BBB7-B83F02DF1F29}"/>
                  </a:ext>
                </a:extLst>
              </p14:cNvPr>
              <p14:cNvContentPartPr/>
              <p14:nvPr/>
            </p14:nvContentPartPr>
            <p14:xfrm>
              <a:off x="5164288" y="3469371"/>
              <a:ext cx="123120" cy="2556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4ACB3F56-4A53-423F-BBB7-B83F02DF1F2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146288" y="3451371"/>
                <a:ext cx="1587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B81F0BD6-1E3E-40DA-943F-A08F875F0382}"/>
                  </a:ext>
                </a:extLst>
              </p14:cNvPr>
              <p14:cNvContentPartPr/>
              <p14:nvPr/>
            </p14:nvContentPartPr>
            <p14:xfrm>
              <a:off x="6479728" y="3330051"/>
              <a:ext cx="195840" cy="23940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B81F0BD6-1E3E-40DA-943F-A08F875F038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462088" y="3312411"/>
                <a:ext cx="2314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A077A022-701E-42C8-A718-FB2F54DF2384}"/>
                  </a:ext>
                </a:extLst>
              </p14:cNvPr>
              <p14:cNvContentPartPr/>
              <p14:nvPr/>
            </p14:nvContentPartPr>
            <p14:xfrm>
              <a:off x="6955648" y="3564771"/>
              <a:ext cx="360" cy="360"/>
            </p14:xfrm>
          </p:contentPart>
        </mc:Choice>
        <mc:Fallback xmlns=""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A077A022-701E-42C8-A718-FB2F54DF238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937648" y="354713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8927C199-EE3D-47F0-9842-434A57A51C58}"/>
                  </a:ext>
                </a:extLst>
              </p14:cNvPr>
              <p14:cNvContentPartPr/>
              <p14:nvPr/>
            </p14:nvContentPartPr>
            <p14:xfrm>
              <a:off x="5852248" y="3314211"/>
              <a:ext cx="490320" cy="29016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8927C199-EE3D-47F0-9842-434A57A51C5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834595" y="3296571"/>
                <a:ext cx="525986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92A1A5E2-678A-46BB-8F38-CEB9313936DD}"/>
                  </a:ext>
                </a:extLst>
              </p14:cNvPr>
              <p14:cNvContentPartPr/>
              <p14:nvPr/>
            </p14:nvContentPartPr>
            <p14:xfrm>
              <a:off x="957688" y="3244011"/>
              <a:ext cx="445680" cy="474120"/>
            </p14:xfrm>
          </p:contentPart>
        </mc:Choice>
        <mc:Fallback xmlns=""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92A1A5E2-678A-46BB-8F38-CEB9313936DD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0048" y="3226025"/>
                <a:ext cx="481320" cy="509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E4CAAB82-4C37-4BD9-84BD-744905CD9277}"/>
                  </a:ext>
                </a:extLst>
              </p14:cNvPr>
              <p14:cNvContentPartPr/>
              <p14:nvPr/>
            </p14:nvContentPartPr>
            <p14:xfrm>
              <a:off x="3757768" y="4987851"/>
              <a:ext cx="430920" cy="894240"/>
            </p14:xfrm>
          </p:contentPart>
        </mc:Choice>
        <mc:Fallback xmlns=""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E4CAAB82-4C37-4BD9-84BD-744905CD927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739768" y="4969851"/>
                <a:ext cx="466560" cy="9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5EFBC4BD-1585-4103-A8C3-F8CFCA42CC2C}"/>
                  </a:ext>
                </a:extLst>
              </p14:cNvPr>
              <p14:cNvContentPartPr/>
              <p14:nvPr/>
            </p14:nvContentPartPr>
            <p14:xfrm>
              <a:off x="4484248" y="5189091"/>
              <a:ext cx="108000" cy="12240"/>
            </p14:xfrm>
          </p:contentPart>
        </mc:Choice>
        <mc:Fallback xmlns=""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5EFBC4BD-1585-4103-A8C3-F8CFCA42CC2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466248" y="5171091"/>
                <a:ext cx="143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8A3662CB-DBE5-485A-BF44-36FD9F946541}"/>
                  </a:ext>
                </a:extLst>
              </p14:cNvPr>
              <p14:cNvContentPartPr/>
              <p14:nvPr/>
            </p14:nvContentPartPr>
            <p14:xfrm>
              <a:off x="4531408" y="5282331"/>
              <a:ext cx="106560" cy="38520"/>
            </p14:xfrm>
          </p:contentPart>
        </mc:Choice>
        <mc:Fallback xmlns=""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8A3662CB-DBE5-485A-BF44-36FD9F94654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513408" y="5264331"/>
                <a:ext cx="1422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7A125082-439C-4CD2-8BD3-753FF97ADD61}"/>
                  </a:ext>
                </a:extLst>
              </p14:cNvPr>
              <p14:cNvContentPartPr/>
              <p14:nvPr/>
            </p14:nvContentPartPr>
            <p14:xfrm>
              <a:off x="5412328" y="5220411"/>
              <a:ext cx="397440" cy="37800"/>
            </p14:xfrm>
          </p:contentPart>
        </mc:Choice>
        <mc:Fallback xmlns=""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7A125082-439C-4CD2-8BD3-753FF97ADD6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394328" y="5202411"/>
                <a:ext cx="4330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8E88E9A8-4172-4D0E-B811-47498432C9DC}"/>
                  </a:ext>
                </a:extLst>
              </p14:cNvPr>
              <p14:cNvContentPartPr/>
              <p14:nvPr/>
            </p14:nvContentPartPr>
            <p14:xfrm>
              <a:off x="3297328" y="5109171"/>
              <a:ext cx="259200" cy="21096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8E88E9A8-4172-4D0E-B811-47498432C9D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279688" y="5091171"/>
                <a:ext cx="2948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593DE5C1-4C06-4B6B-A040-AD88B50F22DD}"/>
                  </a:ext>
                </a:extLst>
              </p14:cNvPr>
              <p14:cNvContentPartPr/>
              <p14:nvPr/>
            </p14:nvContentPartPr>
            <p14:xfrm>
              <a:off x="2520088" y="5094771"/>
              <a:ext cx="596520" cy="44136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593DE5C1-4C06-4B6B-A040-AD88B50F22D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502448" y="5077131"/>
                <a:ext cx="6321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51AC5CA3-9664-4E52-A105-FB415FFE17E8}"/>
                  </a:ext>
                </a:extLst>
              </p14:cNvPr>
              <p14:cNvContentPartPr/>
              <p14:nvPr/>
            </p14:nvContentPartPr>
            <p14:xfrm>
              <a:off x="6363448" y="5182251"/>
              <a:ext cx="2179440" cy="74160"/>
            </p14:xfrm>
          </p:contentPart>
        </mc:Choice>
        <mc:Fallback xmlns=""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51AC5CA3-9664-4E52-A105-FB415FFE17E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345448" y="5164611"/>
                <a:ext cx="2215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240EA5BC-7CC0-4880-92D4-24F5E9A63235}"/>
                  </a:ext>
                </a:extLst>
              </p14:cNvPr>
              <p14:cNvContentPartPr/>
              <p14:nvPr/>
            </p14:nvContentPartPr>
            <p14:xfrm>
              <a:off x="7811008" y="5486811"/>
              <a:ext cx="179280" cy="325440"/>
            </p14:xfrm>
          </p:contentPart>
        </mc:Choice>
        <mc:Fallback xmlns=""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240EA5BC-7CC0-4880-92D4-24F5E9A6323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793368" y="5468811"/>
                <a:ext cx="2149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11ACD86E-BB28-40D2-938F-A54618AA48B3}"/>
                  </a:ext>
                </a:extLst>
              </p14:cNvPr>
              <p14:cNvContentPartPr/>
              <p14:nvPr/>
            </p14:nvContentPartPr>
            <p14:xfrm>
              <a:off x="8128168" y="5542251"/>
              <a:ext cx="225000" cy="22860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11ACD86E-BB28-40D2-938F-A54618AA48B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110528" y="5524611"/>
                <a:ext cx="2606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4FCA9CB0-E18B-4457-9434-E1D082809050}"/>
                  </a:ext>
                </a:extLst>
              </p14:cNvPr>
              <p14:cNvContentPartPr/>
              <p14:nvPr/>
            </p14:nvContentPartPr>
            <p14:xfrm>
              <a:off x="7484848" y="5567451"/>
              <a:ext cx="170280" cy="28188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4FCA9CB0-E18B-4457-9434-E1D08280905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466848" y="5549451"/>
                <a:ext cx="2059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21499965-B6D8-4ABE-9C01-389C7895B713}"/>
                  </a:ext>
                </a:extLst>
              </p14:cNvPr>
              <p14:cNvContentPartPr/>
              <p14:nvPr/>
            </p14:nvContentPartPr>
            <p14:xfrm>
              <a:off x="6734968" y="5476371"/>
              <a:ext cx="549360" cy="42156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21499965-B6D8-4ABE-9C01-389C7895B713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716968" y="5458371"/>
                <a:ext cx="5850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E96276C9-5334-424B-B806-9FE6D64A8110}"/>
                  </a:ext>
                </a:extLst>
              </p14:cNvPr>
              <p14:cNvContentPartPr/>
              <p14:nvPr/>
            </p14:nvContentPartPr>
            <p14:xfrm>
              <a:off x="7909288" y="4447491"/>
              <a:ext cx="464760" cy="48960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E96276C9-5334-424B-B806-9FE6D64A811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891648" y="4429851"/>
                <a:ext cx="50040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BFBFCF7A-A8DE-4E57-B68F-BF83768F04C7}"/>
                  </a:ext>
                </a:extLst>
              </p14:cNvPr>
              <p14:cNvContentPartPr/>
              <p14:nvPr/>
            </p14:nvContentPartPr>
            <p14:xfrm>
              <a:off x="7464688" y="4672491"/>
              <a:ext cx="239040" cy="22500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BFBFCF7A-A8DE-4E57-B68F-BF83768F04C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447048" y="4654491"/>
                <a:ext cx="2746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116612E6-B3B3-46C4-BA4B-CE5B648422A5}"/>
                  </a:ext>
                </a:extLst>
              </p14:cNvPr>
              <p14:cNvContentPartPr/>
              <p14:nvPr/>
            </p14:nvContentPartPr>
            <p14:xfrm>
              <a:off x="7255888" y="3246531"/>
              <a:ext cx="1931400" cy="516240"/>
            </p14:xfrm>
          </p:contentPart>
        </mc:Choice>
        <mc:Fallback xmlns=""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116612E6-B3B3-46C4-BA4B-CE5B648422A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237888" y="3228531"/>
                <a:ext cx="196704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97892E3F-F455-48C0-B5C3-64DAB7D5F52D}"/>
                  </a:ext>
                </a:extLst>
              </p14:cNvPr>
              <p14:cNvContentPartPr/>
              <p14:nvPr/>
            </p14:nvContentPartPr>
            <p14:xfrm>
              <a:off x="9702448" y="3119811"/>
              <a:ext cx="1549440" cy="878760"/>
            </p14:xfrm>
          </p:contentPart>
        </mc:Choice>
        <mc:Fallback xmlns=""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97892E3F-F455-48C0-B5C3-64DAB7D5F52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684448" y="3102171"/>
                <a:ext cx="158508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9911466B-C405-4947-98FC-1E28120E2BAE}"/>
                  </a:ext>
                </a:extLst>
              </p14:cNvPr>
              <p14:cNvContentPartPr/>
              <p14:nvPr/>
            </p14:nvContentPartPr>
            <p14:xfrm>
              <a:off x="6139168" y="4561971"/>
              <a:ext cx="1092960" cy="498960"/>
            </p14:xfrm>
          </p:contentPart>
        </mc:Choice>
        <mc:Fallback xmlns=""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9911466B-C405-4947-98FC-1E28120E2BAE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121168" y="4544331"/>
                <a:ext cx="112860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646F8339-3A17-4AB7-9AB4-3E6ADAC672DD}"/>
                  </a:ext>
                </a:extLst>
              </p14:cNvPr>
              <p14:cNvContentPartPr/>
              <p14:nvPr/>
            </p14:nvContentPartPr>
            <p14:xfrm>
              <a:off x="8955808" y="5183691"/>
              <a:ext cx="166320" cy="12240"/>
            </p14:xfrm>
          </p:contentPart>
        </mc:Choice>
        <mc:Fallback xmlns=""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646F8339-3A17-4AB7-9AB4-3E6ADAC672D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938168" y="5166051"/>
                <a:ext cx="201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C86C2070-41AF-4118-969E-440A5364DA9A}"/>
                  </a:ext>
                </a:extLst>
              </p14:cNvPr>
              <p14:cNvContentPartPr/>
              <p14:nvPr/>
            </p14:nvContentPartPr>
            <p14:xfrm>
              <a:off x="8947528" y="5293491"/>
              <a:ext cx="199440" cy="54720"/>
            </p14:xfrm>
          </p:contentPart>
        </mc:Choice>
        <mc:Fallback xmlns=""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C86C2070-41AF-4118-969E-440A5364DA9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929888" y="5275491"/>
                <a:ext cx="2350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A1215C68-6523-4F6F-B80B-3E83586D8C0B}"/>
                  </a:ext>
                </a:extLst>
              </p14:cNvPr>
              <p14:cNvContentPartPr/>
              <p14:nvPr/>
            </p14:nvContentPartPr>
            <p14:xfrm>
              <a:off x="9703168" y="5224731"/>
              <a:ext cx="275040" cy="5112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A1215C68-6523-4F6F-B80B-3E83586D8C0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685528" y="5207091"/>
                <a:ext cx="3106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D1E02EB2-8DCB-49FC-9E3B-7BA4A30FBCD5}"/>
                  </a:ext>
                </a:extLst>
              </p14:cNvPr>
              <p14:cNvContentPartPr/>
              <p14:nvPr/>
            </p14:nvContentPartPr>
            <p14:xfrm>
              <a:off x="10476088" y="5188371"/>
              <a:ext cx="1697760" cy="72720"/>
            </p14:xfrm>
          </p:contentPart>
        </mc:Choice>
        <mc:Fallback xmlns=""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D1E02EB2-8DCB-49FC-9E3B-7BA4A30FBCD5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458448" y="5170371"/>
                <a:ext cx="1733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E4802942-13FC-432B-9F6D-F7C6553EC524}"/>
                  </a:ext>
                </a:extLst>
              </p14:cNvPr>
              <p14:cNvContentPartPr/>
              <p14:nvPr/>
            </p14:nvContentPartPr>
            <p14:xfrm>
              <a:off x="10721608" y="4411491"/>
              <a:ext cx="1293480" cy="53172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E4802942-13FC-432B-9F6D-F7C6553EC52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703968" y="4393851"/>
                <a:ext cx="132912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36D154B9-35A9-4407-96FA-FBC1B883E1EB}"/>
                  </a:ext>
                </a:extLst>
              </p14:cNvPr>
              <p14:cNvContentPartPr/>
              <p14:nvPr/>
            </p14:nvContentPartPr>
            <p14:xfrm>
              <a:off x="10565728" y="5503011"/>
              <a:ext cx="1762560" cy="95364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36D154B9-35A9-4407-96FA-FBC1B883E1E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548088" y="5485371"/>
                <a:ext cx="1798200" cy="9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16E0D6B4-72E6-41F3-9620-4F587A08793F}"/>
                  </a:ext>
                </a:extLst>
              </p14:cNvPr>
              <p14:cNvContentPartPr/>
              <p14:nvPr/>
            </p14:nvContentPartPr>
            <p14:xfrm>
              <a:off x="1577248" y="2958891"/>
              <a:ext cx="3315240" cy="1097640"/>
            </p14:xfrm>
          </p:contentPart>
        </mc:Choice>
        <mc:Fallback xmlns=""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16E0D6B4-72E6-41F3-9620-4F587A08793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559608" y="2940891"/>
                <a:ext cx="3350880" cy="113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893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B30C3EF0-26C6-4F36-A399-6D38E51316B8}"/>
                  </a:ext>
                </a:extLst>
              </p14:cNvPr>
              <p14:cNvContentPartPr/>
              <p14:nvPr/>
            </p14:nvContentPartPr>
            <p14:xfrm>
              <a:off x="9156688" y="663531"/>
              <a:ext cx="142920" cy="58392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B30C3EF0-26C6-4F36-A399-6D38E51316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7688" y="654891"/>
                <a:ext cx="16056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54116AC5-80CB-465E-84DE-5FCCF598C2F1}"/>
                  </a:ext>
                </a:extLst>
              </p14:cNvPr>
              <p14:cNvContentPartPr/>
              <p14:nvPr/>
            </p14:nvContentPartPr>
            <p14:xfrm>
              <a:off x="9607768" y="376251"/>
              <a:ext cx="2917800" cy="91620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54116AC5-80CB-465E-84DE-5FCCF598C2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99128" y="367251"/>
                <a:ext cx="2935440" cy="9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95B0140B-EA7B-4C58-AA8E-E8BEA4CFF9B2}"/>
                  </a:ext>
                </a:extLst>
              </p14:cNvPr>
              <p14:cNvContentPartPr/>
              <p14:nvPr/>
            </p14:nvContentPartPr>
            <p14:xfrm>
              <a:off x="8247688" y="4603731"/>
              <a:ext cx="74160" cy="3636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95B0140B-EA7B-4C58-AA8E-E8BEA4CFF9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30048" y="4586091"/>
                <a:ext cx="109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29ABB3E0-40C9-430F-B447-A6D3D55342BD}"/>
                  </a:ext>
                </a:extLst>
              </p14:cNvPr>
              <p14:cNvContentPartPr/>
              <p14:nvPr/>
            </p14:nvContentPartPr>
            <p14:xfrm>
              <a:off x="8271088" y="4831611"/>
              <a:ext cx="360" cy="36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29ABB3E0-40C9-430F-B447-A6D3D55342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3088" y="48136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3FB3D845-3465-4E7F-BF2A-E55209AD95AA}"/>
                  </a:ext>
                </a:extLst>
              </p14:cNvPr>
              <p14:cNvContentPartPr/>
              <p14:nvPr/>
            </p14:nvContentPartPr>
            <p14:xfrm>
              <a:off x="8653408" y="4186491"/>
              <a:ext cx="2155680" cy="1101600"/>
            </p14:xfrm>
          </p:contentPart>
        </mc:Choice>
        <mc:Fallback xmlns=""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3FB3D845-3465-4E7F-BF2A-E55209AD95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35768" y="4168851"/>
                <a:ext cx="2191320" cy="11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66934601-4171-4BB9-B74D-7077531352DF}"/>
                  </a:ext>
                </a:extLst>
              </p14:cNvPr>
              <p14:cNvContentPartPr/>
              <p14:nvPr/>
            </p14:nvContentPartPr>
            <p14:xfrm>
              <a:off x="4629328" y="4005771"/>
              <a:ext cx="3100320" cy="127224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66934601-4171-4BB9-B74D-7077531352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11328" y="3988131"/>
                <a:ext cx="3135960" cy="13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6E517782-786B-4892-80C5-1EBE71BB89F3}"/>
                  </a:ext>
                </a:extLst>
              </p14:cNvPr>
              <p14:cNvContentPartPr/>
              <p14:nvPr/>
            </p14:nvContentPartPr>
            <p14:xfrm>
              <a:off x="2128768" y="3805251"/>
              <a:ext cx="1562760" cy="1256400"/>
            </p14:xfrm>
          </p:contentPart>
        </mc:Choice>
        <mc:Fallback xmlns=""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6E517782-786B-4892-80C5-1EBE71BB89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1128" y="3787251"/>
                <a:ext cx="1598400" cy="12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FC751F99-C6A2-4933-9AE7-4D08DEAE8E39}"/>
                  </a:ext>
                </a:extLst>
              </p14:cNvPr>
              <p14:cNvContentPartPr/>
              <p14:nvPr/>
            </p14:nvContentPartPr>
            <p14:xfrm>
              <a:off x="660688" y="257451"/>
              <a:ext cx="7852680" cy="339948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FC751F99-C6A2-4933-9AE7-4D08DEAE8E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3048" y="239811"/>
                <a:ext cx="7888320" cy="343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70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2977A7BA-35AF-476B-947D-F05D02A246E2}"/>
                  </a:ext>
                </a:extLst>
              </p14:cNvPr>
              <p14:cNvContentPartPr/>
              <p14:nvPr/>
            </p14:nvContentPartPr>
            <p14:xfrm>
              <a:off x="322288" y="348531"/>
              <a:ext cx="11283120" cy="6473520"/>
            </p14:xfrm>
          </p:contentPart>
        </mc:Choice>
        <mc:Fallback xmlns=""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2977A7BA-35AF-476B-947D-F05D02A246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288" y="339531"/>
                <a:ext cx="11300760" cy="65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8614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7964F0-1BBE-4A80-ABCB-2B20FB5ACA64}"/>
                  </a:ext>
                </a:extLst>
              </p14:cNvPr>
              <p14:cNvContentPartPr/>
              <p14:nvPr/>
            </p14:nvContentPartPr>
            <p14:xfrm>
              <a:off x="989368" y="735171"/>
              <a:ext cx="835560" cy="589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7964F0-1BBE-4A80-ABCB-2B20FB5ACA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0368" y="726531"/>
                <a:ext cx="85320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6D4C2BAA-D42F-4CD6-B806-93D5D8444BC4}"/>
                  </a:ext>
                </a:extLst>
              </p14:cNvPr>
              <p14:cNvContentPartPr/>
              <p14:nvPr/>
            </p14:nvContentPartPr>
            <p14:xfrm>
              <a:off x="4811848" y="671451"/>
              <a:ext cx="653760" cy="11768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6D4C2BAA-D42F-4CD6-B806-93D5D8444B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2848" y="662451"/>
                <a:ext cx="671400" cy="11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F86D21BE-78DF-446C-B8BA-800CD57BAB3F}"/>
                  </a:ext>
                </a:extLst>
              </p14:cNvPr>
              <p14:cNvContentPartPr/>
              <p14:nvPr/>
            </p14:nvContentPartPr>
            <p14:xfrm>
              <a:off x="5789608" y="821211"/>
              <a:ext cx="282960" cy="3780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F86D21BE-78DF-446C-B8BA-800CD57BAB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0608" y="812211"/>
                <a:ext cx="3006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F509AFC-FC55-403A-BA83-36B4B20592D9}"/>
                  </a:ext>
                </a:extLst>
              </p14:cNvPr>
              <p14:cNvContentPartPr/>
              <p14:nvPr/>
            </p14:nvContentPartPr>
            <p14:xfrm>
              <a:off x="6376768" y="865131"/>
              <a:ext cx="330120" cy="4179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F509AFC-FC55-403A-BA83-36B4B20592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8128" y="856491"/>
                <a:ext cx="3477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A02624D7-C486-4199-9B45-A65CBC0196B6}"/>
                  </a:ext>
                </a:extLst>
              </p14:cNvPr>
              <p14:cNvContentPartPr/>
              <p14:nvPr/>
            </p14:nvContentPartPr>
            <p14:xfrm>
              <a:off x="2304448" y="856131"/>
              <a:ext cx="1050840" cy="40788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A02624D7-C486-4199-9B45-A65CBC0196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08" y="847491"/>
                <a:ext cx="106848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D1D402C7-7A0C-4E18-9946-F989E88AE89C}"/>
                  </a:ext>
                </a:extLst>
              </p14:cNvPr>
              <p14:cNvContentPartPr/>
              <p14:nvPr/>
            </p14:nvContentPartPr>
            <p14:xfrm>
              <a:off x="8537848" y="874131"/>
              <a:ext cx="829800" cy="59904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D1D402C7-7A0C-4E18-9946-F989E88AE8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29208" y="865131"/>
                <a:ext cx="84744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ED3690C-007E-43AB-9208-9B537694D3C5}"/>
                  </a:ext>
                </a:extLst>
              </p14:cNvPr>
              <p14:cNvContentPartPr/>
              <p14:nvPr/>
            </p14:nvContentPartPr>
            <p14:xfrm>
              <a:off x="2454208" y="2598171"/>
              <a:ext cx="453600" cy="3441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ED3690C-007E-43AB-9208-9B537694D3C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36208" y="2580531"/>
                <a:ext cx="48924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7588F43B-60D8-43D3-824F-AAE07D2F2696}"/>
                  </a:ext>
                </a:extLst>
              </p14:cNvPr>
              <p14:cNvContentPartPr/>
              <p14:nvPr/>
            </p14:nvContentPartPr>
            <p14:xfrm>
              <a:off x="3353488" y="2662251"/>
              <a:ext cx="324000" cy="3549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7588F43B-60D8-43D3-824F-AAE07D2F26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35488" y="2644251"/>
                <a:ext cx="35964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FE89DF7C-D68B-41D5-8A57-4D60F028D76F}"/>
                  </a:ext>
                </a:extLst>
              </p14:cNvPr>
              <p14:cNvContentPartPr/>
              <p14:nvPr/>
            </p14:nvContentPartPr>
            <p14:xfrm>
              <a:off x="4735528" y="2568291"/>
              <a:ext cx="2099880" cy="101808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FE89DF7C-D68B-41D5-8A57-4D60F028D7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17528" y="2550291"/>
                <a:ext cx="2135520" cy="10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22833B21-AE81-4C41-A469-1036BEDBEDBC}"/>
                  </a:ext>
                </a:extLst>
              </p14:cNvPr>
              <p14:cNvContentPartPr/>
              <p14:nvPr/>
            </p14:nvContentPartPr>
            <p14:xfrm>
              <a:off x="1142368" y="2503851"/>
              <a:ext cx="888120" cy="4676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22833B21-AE81-4C41-A469-1036BEDBED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24368" y="2485851"/>
                <a:ext cx="9237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28633ED6-A0E6-4FE8-B89F-84D70CBD8A9B}"/>
                  </a:ext>
                </a:extLst>
              </p14:cNvPr>
              <p14:cNvContentPartPr/>
              <p14:nvPr/>
            </p14:nvContentPartPr>
            <p14:xfrm>
              <a:off x="8520568" y="2417451"/>
              <a:ext cx="1195920" cy="82224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28633ED6-A0E6-4FE8-B89F-84D70CBD8A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11928" y="2408811"/>
                <a:ext cx="1213560" cy="8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12977A7E-D0A6-47E8-9EFD-B05E82196C8A}"/>
                  </a:ext>
                </a:extLst>
              </p14:cNvPr>
              <p14:cNvContentPartPr/>
              <p14:nvPr/>
            </p14:nvContentPartPr>
            <p14:xfrm>
              <a:off x="4890688" y="5968851"/>
              <a:ext cx="649800" cy="482760"/>
            </p14:xfrm>
          </p:contentPart>
        </mc:Choice>
        <mc:Fallback xmlns=""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12977A7E-D0A6-47E8-9EFD-B05E82196C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81688" y="5960211"/>
                <a:ext cx="6674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FD25BE1C-344A-4C0E-854B-1DAA607E218C}"/>
                  </a:ext>
                </a:extLst>
              </p14:cNvPr>
              <p14:cNvContentPartPr/>
              <p14:nvPr/>
            </p14:nvContentPartPr>
            <p14:xfrm>
              <a:off x="776968" y="5632971"/>
              <a:ext cx="3817800" cy="98748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FD25BE1C-344A-4C0E-854B-1DAA607E21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7968" y="5624331"/>
                <a:ext cx="3835440" cy="10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D4F69DB8-636F-4253-AE70-3F8DB74825B0}"/>
                  </a:ext>
                </a:extLst>
              </p14:cNvPr>
              <p14:cNvContentPartPr/>
              <p14:nvPr/>
            </p14:nvContentPartPr>
            <p14:xfrm>
              <a:off x="1410568" y="4317891"/>
              <a:ext cx="3426120" cy="106020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D4F69DB8-636F-4253-AE70-3F8DB74825B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01568" y="4309251"/>
                <a:ext cx="3443760" cy="10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3ED7FE37-AACC-48E7-B6D3-0D0A3646A070}"/>
                  </a:ext>
                </a:extLst>
              </p14:cNvPr>
              <p14:cNvContentPartPr/>
              <p14:nvPr/>
            </p14:nvContentPartPr>
            <p14:xfrm>
              <a:off x="6256168" y="4581051"/>
              <a:ext cx="2192040" cy="148032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3ED7FE37-AACC-48E7-B6D3-0D0A3646A0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47168" y="4572411"/>
                <a:ext cx="2209680" cy="149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8393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C246ACF5-5822-4846-B8D6-11F756D198F2}"/>
                  </a:ext>
                </a:extLst>
              </p14:cNvPr>
              <p14:cNvContentPartPr/>
              <p14:nvPr/>
            </p14:nvContentPartPr>
            <p14:xfrm>
              <a:off x="1338568" y="3908931"/>
              <a:ext cx="3656160" cy="188928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C246ACF5-5822-4846-B8D6-11F756D198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9568" y="3899933"/>
                <a:ext cx="3673800" cy="1906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A3B34546-CAF2-4DB1-98EB-85084F3AFE5C}"/>
                  </a:ext>
                </a:extLst>
              </p14:cNvPr>
              <p14:cNvContentPartPr/>
              <p14:nvPr/>
            </p14:nvContentPartPr>
            <p14:xfrm>
              <a:off x="987568" y="1060971"/>
              <a:ext cx="3529800" cy="142596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A3B34546-CAF2-4DB1-98EB-85084F3AFE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929" y="1052331"/>
                <a:ext cx="3547438" cy="14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109C117F-9AFB-421A-989F-6AC72EB30B03}"/>
                  </a:ext>
                </a:extLst>
              </p14:cNvPr>
              <p14:cNvContentPartPr/>
              <p14:nvPr/>
            </p14:nvContentPartPr>
            <p14:xfrm>
              <a:off x="6241408" y="297411"/>
              <a:ext cx="6633720" cy="581652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109C117F-9AFB-421A-989F-6AC72EB30B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2408" y="288771"/>
                <a:ext cx="6651359" cy="58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495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E52B69D-A3CE-4550-B189-352F302AE84D}"/>
                  </a:ext>
                </a:extLst>
              </p14:cNvPr>
              <p14:cNvContentPartPr/>
              <p14:nvPr/>
            </p14:nvContentPartPr>
            <p14:xfrm>
              <a:off x="8297008" y="816531"/>
              <a:ext cx="966240" cy="70632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E52B69D-A3CE-4550-B189-352F302AE8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8008" y="807891"/>
                <a:ext cx="98388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EC249F6F-65D0-45DD-8EC9-1767DA70537A}"/>
                  </a:ext>
                </a:extLst>
              </p14:cNvPr>
              <p14:cNvContentPartPr/>
              <p14:nvPr/>
            </p14:nvContentPartPr>
            <p14:xfrm>
              <a:off x="9915928" y="802131"/>
              <a:ext cx="493920" cy="7599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EC249F6F-65D0-45DD-8EC9-1767DA7053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7294" y="793487"/>
                <a:ext cx="511547" cy="777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C66326CE-8B42-4D4E-8120-F6D52200539E}"/>
                  </a:ext>
                </a:extLst>
              </p14:cNvPr>
              <p14:cNvContentPartPr/>
              <p14:nvPr/>
            </p14:nvContentPartPr>
            <p14:xfrm>
              <a:off x="4339888" y="1238451"/>
              <a:ext cx="19440" cy="19980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C66326CE-8B42-4D4E-8120-F6D5220053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0888" y="1229451"/>
                <a:ext cx="370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144D7247-32C9-4EE4-9B65-4B45E069DBAB}"/>
                  </a:ext>
                </a:extLst>
              </p14:cNvPr>
              <p14:cNvContentPartPr/>
              <p14:nvPr/>
            </p14:nvContentPartPr>
            <p14:xfrm>
              <a:off x="994048" y="1598811"/>
              <a:ext cx="5388840" cy="168840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144D7247-32C9-4EE4-9B65-4B45E069DB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5407" y="1590173"/>
                <a:ext cx="5406481" cy="17060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EF807D38-DDC4-40F6-A997-BEE8F9BB897C}"/>
                  </a:ext>
                </a:extLst>
              </p14:cNvPr>
              <p14:cNvContentPartPr/>
              <p14:nvPr/>
            </p14:nvContentPartPr>
            <p14:xfrm>
              <a:off x="9273688" y="4511211"/>
              <a:ext cx="731520" cy="39888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EF807D38-DDC4-40F6-A997-BEE8F9BB89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64692" y="4502579"/>
                <a:ext cx="749151" cy="416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80F2E7C1-FD59-4DCB-B624-20EFEB28B15B}"/>
                  </a:ext>
                </a:extLst>
              </p14:cNvPr>
              <p14:cNvContentPartPr/>
              <p14:nvPr/>
            </p14:nvContentPartPr>
            <p14:xfrm>
              <a:off x="8643688" y="4543251"/>
              <a:ext cx="230040" cy="28944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80F2E7C1-FD59-4DCB-B624-20EFEB28B1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34688" y="4534611"/>
                <a:ext cx="2476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50BE0A4B-78A4-4A78-BD90-47FE6B6AE2CA}"/>
                  </a:ext>
                </a:extLst>
              </p14:cNvPr>
              <p14:cNvContentPartPr/>
              <p14:nvPr/>
            </p14:nvContentPartPr>
            <p14:xfrm>
              <a:off x="8149048" y="4483491"/>
              <a:ext cx="361080" cy="40932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50BE0A4B-78A4-4A78-BD90-47FE6B6AE2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40048" y="4474851"/>
                <a:ext cx="37872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92EDDE1C-EE23-4D1B-8AA5-33B5A47F7890}"/>
                  </a:ext>
                </a:extLst>
              </p14:cNvPr>
              <p14:cNvContentPartPr/>
              <p14:nvPr/>
            </p14:nvContentPartPr>
            <p14:xfrm>
              <a:off x="7242568" y="1984011"/>
              <a:ext cx="3533400" cy="2293920"/>
            </p14:xfrm>
          </p:contentPart>
        </mc:Choice>
        <mc:Fallback xmlns=""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92EDDE1C-EE23-4D1B-8AA5-33B5A47F789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24568" y="1975011"/>
                <a:ext cx="3569040" cy="231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67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0D03A9D7-873D-4133-B9EF-154B02EFF261}"/>
                  </a:ext>
                </a:extLst>
              </p14:cNvPr>
              <p14:cNvContentPartPr/>
              <p14:nvPr/>
            </p14:nvContentPartPr>
            <p14:xfrm>
              <a:off x="-153272" y="390291"/>
              <a:ext cx="11981520" cy="648144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0D03A9D7-873D-4133-B9EF-154B02EFF2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912" y="372651"/>
                <a:ext cx="12017160" cy="650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8683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A4E4C8A4-E966-446D-917B-ACF7F2B2FDCA}"/>
                  </a:ext>
                </a:extLst>
              </p14:cNvPr>
              <p14:cNvContentPartPr/>
              <p14:nvPr/>
            </p14:nvContentPartPr>
            <p14:xfrm>
              <a:off x="6152128" y="577131"/>
              <a:ext cx="221760" cy="4287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A4E4C8A4-E966-446D-917B-ACF7F2B2FD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4128" y="559131"/>
                <a:ext cx="25740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B6AA5816-DE38-4A97-AB55-7B1F3E708EAC}"/>
                  </a:ext>
                </a:extLst>
              </p14:cNvPr>
              <p14:cNvContentPartPr/>
              <p14:nvPr/>
            </p14:nvContentPartPr>
            <p14:xfrm>
              <a:off x="5877448" y="1301091"/>
              <a:ext cx="841320" cy="5511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B6AA5816-DE38-4A97-AB55-7B1F3E708E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9448" y="1283451"/>
                <a:ext cx="87696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5ADF9C2-E838-4D63-9EE5-8B3E1F7CD134}"/>
                  </a:ext>
                </a:extLst>
              </p14:cNvPr>
              <p14:cNvContentPartPr/>
              <p14:nvPr/>
            </p14:nvContentPartPr>
            <p14:xfrm>
              <a:off x="8021248" y="1320531"/>
              <a:ext cx="473040" cy="316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5ADF9C2-E838-4D63-9EE5-8B3E1F7CD1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03608" y="1302531"/>
                <a:ext cx="5086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B006E6F0-8CCF-46DC-8541-5389D2FB0786}"/>
                  </a:ext>
                </a:extLst>
              </p14:cNvPr>
              <p14:cNvContentPartPr/>
              <p14:nvPr/>
            </p14:nvContentPartPr>
            <p14:xfrm>
              <a:off x="9111328" y="635811"/>
              <a:ext cx="264600" cy="46944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B006E6F0-8CCF-46DC-8541-5389D2FB07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93688" y="618171"/>
                <a:ext cx="30024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94ECE781-EDC3-4C86-8315-1523B0317CD5}"/>
                  </a:ext>
                </a:extLst>
              </p14:cNvPr>
              <p14:cNvContentPartPr/>
              <p14:nvPr/>
            </p14:nvContentPartPr>
            <p14:xfrm>
              <a:off x="8767888" y="1251771"/>
              <a:ext cx="689400" cy="63720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94ECE781-EDC3-4C86-8315-1523B0317C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49888" y="1233771"/>
                <a:ext cx="725040" cy="6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8C0D2F09-508C-402A-8328-AAE7824D17AA}"/>
                  </a:ext>
                </a:extLst>
              </p14:cNvPr>
              <p14:cNvContentPartPr/>
              <p14:nvPr/>
            </p14:nvContentPartPr>
            <p14:xfrm>
              <a:off x="6342928" y="3187131"/>
              <a:ext cx="246600" cy="27936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8C0D2F09-508C-402A-8328-AAE7824D17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24928" y="3169131"/>
                <a:ext cx="2822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BA6F6A3C-7BC1-4AFA-AC54-9ACCD5DB2627}"/>
                  </a:ext>
                </a:extLst>
              </p14:cNvPr>
              <p14:cNvContentPartPr/>
              <p14:nvPr/>
            </p14:nvContentPartPr>
            <p14:xfrm>
              <a:off x="6830368" y="3412491"/>
              <a:ext cx="33480" cy="4068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BA6F6A3C-7BC1-4AFA-AC54-9ACCD5DB26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12368" y="3394851"/>
                <a:ext cx="691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031E9B74-97F8-4C17-8EE2-EB024AC0500A}"/>
                  </a:ext>
                </a:extLst>
              </p14:cNvPr>
              <p14:cNvContentPartPr/>
              <p14:nvPr/>
            </p14:nvContentPartPr>
            <p14:xfrm>
              <a:off x="7244368" y="3123771"/>
              <a:ext cx="274680" cy="23148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031E9B74-97F8-4C17-8EE2-EB024AC050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26368" y="3105771"/>
                <a:ext cx="3103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EA2F7A6D-1C2A-4A15-A9A8-1F226D8A9C3A}"/>
                  </a:ext>
                </a:extLst>
              </p14:cNvPr>
              <p14:cNvContentPartPr/>
              <p14:nvPr/>
            </p14:nvContentPartPr>
            <p14:xfrm>
              <a:off x="7771768" y="3079491"/>
              <a:ext cx="29520" cy="24876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EA2F7A6D-1C2A-4A15-A9A8-1F226D8A9C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53768" y="3061851"/>
                <a:ext cx="65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2BE8F6B0-3B0A-49BA-B78A-44C65399777D}"/>
                  </a:ext>
                </a:extLst>
              </p14:cNvPr>
              <p14:cNvContentPartPr/>
              <p14:nvPr/>
            </p14:nvContentPartPr>
            <p14:xfrm>
              <a:off x="6505648" y="3844491"/>
              <a:ext cx="194040" cy="28872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2BE8F6B0-3B0A-49BA-B78A-44C6539977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88008" y="3826491"/>
                <a:ext cx="22968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2BBA54AC-69EC-45EE-B8E9-61DBA45C7F75}"/>
                  </a:ext>
                </a:extLst>
              </p14:cNvPr>
              <p14:cNvContentPartPr/>
              <p14:nvPr/>
            </p14:nvContentPartPr>
            <p14:xfrm>
              <a:off x="6931528" y="4045371"/>
              <a:ext cx="40320" cy="4356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2BBA54AC-69EC-45EE-B8E9-61DBA45C7F7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13888" y="4027731"/>
                <a:ext cx="759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7EADEB32-243B-4A70-ACC2-E6EDE8C941DF}"/>
                  </a:ext>
                </a:extLst>
              </p14:cNvPr>
              <p14:cNvContentPartPr/>
              <p14:nvPr/>
            </p14:nvContentPartPr>
            <p14:xfrm>
              <a:off x="8127448" y="4573851"/>
              <a:ext cx="635760" cy="21672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7EADEB32-243B-4A70-ACC2-E6EDE8C941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09798" y="4556211"/>
                <a:ext cx="6714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5B170E02-26B1-475B-84DC-94C1EC7526E0}"/>
                  </a:ext>
                </a:extLst>
              </p14:cNvPr>
              <p14:cNvContentPartPr/>
              <p14:nvPr/>
            </p14:nvContentPartPr>
            <p14:xfrm>
              <a:off x="8184688" y="3828651"/>
              <a:ext cx="569160" cy="24624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5B170E02-26B1-475B-84DC-94C1EC7526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66688" y="3811011"/>
                <a:ext cx="6048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C6E4E895-7B1D-4CA7-85CF-356F3FC35427}"/>
                  </a:ext>
                </a:extLst>
              </p14:cNvPr>
              <p14:cNvContentPartPr/>
              <p14:nvPr/>
            </p14:nvContentPartPr>
            <p14:xfrm>
              <a:off x="8056888" y="3082011"/>
              <a:ext cx="584280" cy="27540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C6E4E895-7B1D-4CA7-85CF-356F3FC3542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39248" y="3064011"/>
                <a:ext cx="6199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C704E560-A1D0-4769-A68A-6433800729EF}"/>
                  </a:ext>
                </a:extLst>
              </p14:cNvPr>
              <p14:cNvContentPartPr/>
              <p14:nvPr/>
            </p14:nvContentPartPr>
            <p14:xfrm>
              <a:off x="5813728" y="3879051"/>
              <a:ext cx="336240" cy="38340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C704E560-A1D0-4769-A68A-6433800729E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95728" y="3861411"/>
                <a:ext cx="37188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04563110-230F-478F-9A38-E76224119EA2}"/>
                  </a:ext>
                </a:extLst>
              </p14:cNvPr>
              <p14:cNvContentPartPr/>
              <p14:nvPr/>
            </p14:nvContentPartPr>
            <p14:xfrm>
              <a:off x="7402768" y="3581331"/>
              <a:ext cx="347040" cy="28800"/>
            </p14:xfrm>
          </p:contentPart>
        </mc:Choice>
        <mc:Fallback xmlns=""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04563110-230F-478F-9A38-E76224119E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84768" y="3563331"/>
                <a:ext cx="382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A676C20F-0441-4598-899B-F5007A85CCA8}"/>
                  </a:ext>
                </a:extLst>
              </p14:cNvPr>
              <p14:cNvContentPartPr/>
              <p14:nvPr/>
            </p14:nvContentPartPr>
            <p14:xfrm>
              <a:off x="6700048" y="4829811"/>
              <a:ext cx="16200" cy="21744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A676C20F-0441-4598-899B-F5007A85CCA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82408" y="4812171"/>
                <a:ext cx="518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46411255-CAA4-4887-B5D9-DF22E018DCE4}"/>
                  </a:ext>
                </a:extLst>
              </p14:cNvPr>
              <p14:cNvContentPartPr/>
              <p14:nvPr/>
            </p14:nvContentPartPr>
            <p14:xfrm>
              <a:off x="7068328" y="4947171"/>
              <a:ext cx="360" cy="36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46411255-CAA4-4887-B5D9-DF22E018DC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50688" y="492917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6C4226B0-94C8-4823-AC02-3C13D6111353}"/>
                  </a:ext>
                </a:extLst>
              </p14:cNvPr>
              <p14:cNvContentPartPr/>
              <p14:nvPr/>
            </p14:nvContentPartPr>
            <p14:xfrm>
              <a:off x="7351648" y="4704891"/>
              <a:ext cx="146880" cy="174600"/>
            </p14:xfrm>
          </p:contentPart>
        </mc:Choice>
        <mc:Fallback xmlns=""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6C4226B0-94C8-4823-AC02-3C13D61113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33648" y="4687251"/>
                <a:ext cx="1825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7907D5C5-AF1B-4116-A963-7834EAB769B2}"/>
                  </a:ext>
                </a:extLst>
              </p14:cNvPr>
              <p14:cNvContentPartPr/>
              <p14:nvPr/>
            </p14:nvContentPartPr>
            <p14:xfrm>
              <a:off x="7668088" y="4715691"/>
              <a:ext cx="171720" cy="112320"/>
            </p14:xfrm>
          </p:contentPart>
        </mc:Choice>
        <mc:Fallback xmlns=""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7907D5C5-AF1B-4116-A963-7834EAB769B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50448" y="4698051"/>
                <a:ext cx="2073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0C325458-717C-4268-9AEC-892B9FF7E11A}"/>
                  </a:ext>
                </a:extLst>
              </p14:cNvPr>
              <p14:cNvContentPartPr/>
              <p14:nvPr/>
            </p14:nvContentPartPr>
            <p14:xfrm>
              <a:off x="6368488" y="5125731"/>
              <a:ext cx="2212920" cy="186120"/>
            </p14:xfrm>
          </p:contentPart>
        </mc:Choice>
        <mc:Fallback xmlns=""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0C325458-717C-4268-9AEC-892B9FF7E11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50488" y="5107731"/>
                <a:ext cx="22485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DCB0ED31-3DB3-4BD6-AB3F-9632B9D4811D}"/>
                  </a:ext>
                </a:extLst>
              </p14:cNvPr>
              <p14:cNvContentPartPr/>
              <p14:nvPr/>
            </p14:nvContentPartPr>
            <p14:xfrm>
              <a:off x="7394488" y="3788691"/>
              <a:ext cx="531720" cy="593640"/>
            </p14:xfrm>
          </p:contentPart>
        </mc:Choice>
        <mc:Fallback xmlns=""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DCB0ED31-3DB3-4BD6-AB3F-9632B9D4811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76500" y="3771051"/>
                <a:ext cx="567336" cy="6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FE40929E-FF3C-4068-97D6-CBEC20C955D5}"/>
                  </a:ext>
                </a:extLst>
              </p14:cNvPr>
              <p14:cNvContentPartPr/>
              <p14:nvPr/>
            </p14:nvContentPartPr>
            <p14:xfrm>
              <a:off x="-332912" y="2026851"/>
              <a:ext cx="4903200" cy="4264200"/>
            </p14:xfrm>
          </p:contentPart>
        </mc:Choice>
        <mc:Fallback xmlns=""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FE40929E-FF3C-4068-97D6-CBEC20C955D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-350912" y="2008851"/>
                <a:ext cx="4938840" cy="42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F2C20AD7-AB23-41BA-97F3-6F12882601D5}"/>
                  </a:ext>
                </a:extLst>
              </p14:cNvPr>
              <p14:cNvContentPartPr/>
              <p14:nvPr/>
            </p14:nvContentPartPr>
            <p14:xfrm>
              <a:off x="1333528" y="273291"/>
              <a:ext cx="3042360" cy="1498320"/>
            </p14:xfrm>
          </p:contentPart>
        </mc:Choice>
        <mc:Fallback xmlns=""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F2C20AD7-AB23-41BA-97F3-6F12882601D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5886" y="255651"/>
                <a:ext cx="3078004" cy="15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972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770DC1D5-5201-4AA3-A419-9B8CAD73DCD3}"/>
                  </a:ext>
                </a:extLst>
              </p14:cNvPr>
              <p14:cNvContentPartPr/>
              <p14:nvPr/>
            </p14:nvContentPartPr>
            <p14:xfrm>
              <a:off x="2453128" y="3256611"/>
              <a:ext cx="2198160" cy="9936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770DC1D5-5201-4AA3-A419-9B8CAD73DC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5128" y="3238611"/>
                <a:ext cx="22338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B4ECE5AE-13C4-402D-952F-17CF8CC5AD9B}"/>
                  </a:ext>
                </a:extLst>
              </p14:cNvPr>
              <p14:cNvContentPartPr/>
              <p14:nvPr/>
            </p14:nvContentPartPr>
            <p14:xfrm>
              <a:off x="4639048" y="3450651"/>
              <a:ext cx="51840" cy="936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B4ECE5AE-13C4-402D-952F-17CF8CC5AD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1408" y="3432651"/>
                <a:ext cx="874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28AF6036-981E-448B-9A5B-F1C422A730C4}"/>
                  </a:ext>
                </a:extLst>
              </p14:cNvPr>
              <p14:cNvContentPartPr/>
              <p14:nvPr/>
            </p14:nvContentPartPr>
            <p14:xfrm>
              <a:off x="6689248" y="4300611"/>
              <a:ext cx="585720" cy="39240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28AF6036-981E-448B-9A5B-F1C422A730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1608" y="4282955"/>
                <a:ext cx="621360" cy="428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C0E2241C-EF73-4611-82E2-4CEC55B67734}"/>
                  </a:ext>
                </a:extLst>
              </p14:cNvPr>
              <p14:cNvContentPartPr/>
              <p14:nvPr/>
            </p14:nvContentPartPr>
            <p14:xfrm>
              <a:off x="6682768" y="4844211"/>
              <a:ext cx="570600" cy="33156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C0E2241C-EF73-4611-82E2-4CEC55B677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64779" y="4826571"/>
                <a:ext cx="606218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FCD055E0-CAA8-4E9A-9007-F5BE58E4A5D3}"/>
                  </a:ext>
                </a:extLst>
              </p14:cNvPr>
              <p14:cNvContentPartPr/>
              <p14:nvPr/>
            </p14:nvContentPartPr>
            <p14:xfrm>
              <a:off x="-373232" y="307131"/>
              <a:ext cx="12044160" cy="2806200"/>
            </p14:xfrm>
          </p:contentPart>
        </mc:Choice>
        <mc:Fallback xmlns=""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FCD055E0-CAA8-4E9A-9007-F5BE58E4A5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391232" y="289131"/>
                <a:ext cx="12079800" cy="28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455D271E-0702-40FB-9993-A0AFEFE69CA1}"/>
                  </a:ext>
                </a:extLst>
              </p14:cNvPr>
              <p14:cNvContentPartPr/>
              <p14:nvPr/>
            </p14:nvContentPartPr>
            <p14:xfrm>
              <a:off x="2227768" y="5979291"/>
              <a:ext cx="54720" cy="33192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455D271E-0702-40FB-9993-A0AFEFE69C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09768" y="5961651"/>
                <a:ext cx="9036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716205F8-EFDC-41E5-BC3A-E48F52485F97}"/>
                  </a:ext>
                </a:extLst>
              </p14:cNvPr>
              <p14:cNvContentPartPr/>
              <p14:nvPr/>
            </p14:nvContentPartPr>
            <p14:xfrm>
              <a:off x="3221728" y="5998011"/>
              <a:ext cx="21960" cy="234000"/>
            </p14:xfrm>
          </p:contentPart>
        </mc:Choice>
        <mc:Fallback xmlns=""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716205F8-EFDC-41E5-BC3A-E48F52485F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04088" y="5980371"/>
                <a:ext cx="576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334808ED-B275-4284-B2FB-4A06037AA70D}"/>
                  </a:ext>
                </a:extLst>
              </p14:cNvPr>
              <p14:cNvContentPartPr/>
              <p14:nvPr/>
            </p14:nvContentPartPr>
            <p14:xfrm>
              <a:off x="2536648" y="6025731"/>
              <a:ext cx="279360" cy="30996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334808ED-B275-4284-B2FB-4A06037AA7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18985" y="6007731"/>
                <a:ext cx="315046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16D355F5-1A07-4BFF-B402-043DDB91F37B}"/>
                  </a:ext>
                </a:extLst>
              </p14:cNvPr>
              <p14:cNvContentPartPr/>
              <p14:nvPr/>
            </p14:nvContentPartPr>
            <p14:xfrm>
              <a:off x="1254328" y="5923491"/>
              <a:ext cx="583560" cy="46332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16D355F5-1A07-4BFF-B402-043DDB91F3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36688" y="5905851"/>
                <a:ext cx="61920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1FDD6E76-A969-42CE-9E11-96F9C19F6C06}"/>
                  </a:ext>
                </a:extLst>
              </p14:cNvPr>
              <p14:cNvContentPartPr/>
              <p14:nvPr/>
            </p14:nvContentPartPr>
            <p14:xfrm>
              <a:off x="6457048" y="5420571"/>
              <a:ext cx="899280" cy="5364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1FDD6E76-A969-42CE-9E11-96F9C19F6C0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39408" y="5402931"/>
                <a:ext cx="9349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2F56B86E-ED51-41A7-8AC0-FFA7B28F6AD4}"/>
                  </a:ext>
                </a:extLst>
              </p14:cNvPr>
              <p14:cNvContentPartPr/>
              <p14:nvPr/>
            </p14:nvContentPartPr>
            <p14:xfrm>
              <a:off x="6245728" y="6005931"/>
              <a:ext cx="1828440" cy="36216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2F56B86E-ED51-41A7-8AC0-FFA7B28F6A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28088" y="5988273"/>
                <a:ext cx="1864080" cy="397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E2C2D25D-FF29-4549-B4FD-4E6A02221B7F}"/>
                  </a:ext>
                </a:extLst>
              </p14:cNvPr>
              <p14:cNvContentPartPr/>
              <p14:nvPr/>
            </p14:nvContentPartPr>
            <p14:xfrm>
              <a:off x="3954328" y="6042291"/>
              <a:ext cx="1481400" cy="54000"/>
            </p14:xfrm>
          </p:contentPart>
        </mc:Choice>
        <mc:Fallback xmlns=""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E2C2D25D-FF29-4549-B4FD-4E6A02221B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36328" y="6024651"/>
                <a:ext cx="15170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935BA2EB-548C-4F1C-8B5E-1B8B7849F397}"/>
                  </a:ext>
                </a:extLst>
              </p14:cNvPr>
              <p14:cNvContentPartPr/>
              <p14:nvPr/>
            </p14:nvContentPartPr>
            <p14:xfrm>
              <a:off x="4058368" y="5588331"/>
              <a:ext cx="1300320" cy="375120"/>
            </p14:xfrm>
          </p:contentPart>
        </mc:Choice>
        <mc:Fallback xmlns=""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935BA2EB-548C-4F1C-8B5E-1B8B7849F39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0368" y="5570331"/>
                <a:ext cx="13359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900E4B55-BFDF-4392-ABAC-D443C9F94588}"/>
                  </a:ext>
                </a:extLst>
              </p14:cNvPr>
              <p14:cNvContentPartPr/>
              <p14:nvPr/>
            </p14:nvContentPartPr>
            <p14:xfrm>
              <a:off x="1234888" y="6466731"/>
              <a:ext cx="2217600" cy="107280"/>
            </p14:xfrm>
          </p:contentPart>
        </mc:Choice>
        <mc:Fallback xmlns=""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900E4B55-BFDF-4392-ABAC-D443C9F9458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16888" y="6449091"/>
                <a:ext cx="22532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58FD273E-5E51-49DB-AF02-9CDE472CF1F1}"/>
                  </a:ext>
                </a:extLst>
              </p14:cNvPr>
              <p14:cNvContentPartPr/>
              <p14:nvPr/>
            </p14:nvContentPartPr>
            <p14:xfrm>
              <a:off x="3583528" y="5821251"/>
              <a:ext cx="235800" cy="10080"/>
            </p14:xfrm>
          </p:contentPart>
        </mc:Choice>
        <mc:Fallback xmlns=""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58FD273E-5E51-49DB-AF02-9CDE472CF1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5528" y="5803251"/>
                <a:ext cx="271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59C4C858-3A65-4D74-9D42-8382B12A881B}"/>
                  </a:ext>
                </a:extLst>
              </p14:cNvPr>
              <p14:cNvContentPartPr/>
              <p14:nvPr/>
            </p14:nvContentPartPr>
            <p14:xfrm>
              <a:off x="4692328" y="6750411"/>
              <a:ext cx="781560" cy="5004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59C4C858-3A65-4D74-9D42-8382B12A88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74328" y="6732771"/>
                <a:ext cx="8172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7ADE79A0-9675-4F76-91FC-158840009D3A}"/>
                  </a:ext>
                </a:extLst>
              </p14:cNvPr>
              <p14:cNvContentPartPr/>
              <p14:nvPr/>
            </p14:nvContentPartPr>
            <p14:xfrm>
              <a:off x="6485488" y="6573291"/>
              <a:ext cx="1454040" cy="4104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7ADE79A0-9675-4F76-91FC-158840009D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67488" y="6555291"/>
                <a:ext cx="14896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8B2F8C8B-2AFE-4E9F-BDA0-76ACEB602A3E}"/>
                  </a:ext>
                </a:extLst>
              </p14:cNvPr>
              <p14:cNvContentPartPr/>
              <p14:nvPr/>
            </p14:nvContentPartPr>
            <p14:xfrm>
              <a:off x="8099368" y="6655731"/>
              <a:ext cx="360" cy="36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8B2F8C8B-2AFE-4E9F-BDA0-76ACEB602A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81368" y="663773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B08968DE-EADB-4BB4-961A-5DCE9049B14A}"/>
                  </a:ext>
                </a:extLst>
              </p14:cNvPr>
              <p14:cNvContentPartPr/>
              <p14:nvPr/>
            </p14:nvContentPartPr>
            <p14:xfrm>
              <a:off x="8261008" y="6585531"/>
              <a:ext cx="21240" cy="396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B08968DE-EADB-4BB4-961A-5DCE9049B14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43008" y="6567531"/>
                <a:ext cx="568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6A1CE6FA-D028-40A6-B516-2F9F260FFD7F}"/>
                  </a:ext>
                </a:extLst>
              </p14:cNvPr>
              <p14:cNvContentPartPr/>
              <p14:nvPr/>
            </p14:nvContentPartPr>
            <p14:xfrm>
              <a:off x="3908608" y="6313011"/>
              <a:ext cx="1580400" cy="27432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6A1CE6FA-D028-40A6-B516-2F9F260FFD7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90608" y="6295371"/>
                <a:ext cx="16160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D2387483-2DBE-435C-AAD6-1ED7287025B6}"/>
                  </a:ext>
                </a:extLst>
              </p14:cNvPr>
              <p14:cNvContentPartPr/>
              <p14:nvPr/>
            </p14:nvContentPartPr>
            <p14:xfrm>
              <a:off x="7737568" y="3938811"/>
              <a:ext cx="866880" cy="636840"/>
            </p14:xfrm>
          </p:contentPart>
        </mc:Choice>
        <mc:Fallback xmlns=""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D2387483-2DBE-435C-AAD6-1ED7287025B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19568" y="3920821"/>
                <a:ext cx="902520" cy="672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946E05AE-6AC2-42BA-B2EC-E4D03A44D1B4}"/>
                  </a:ext>
                </a:extLst>
              </p14:cNvPr>
              <p14:cNvContentPartPr/>
              <p14:nvPr/>
            </p14:nvContentPartPr>
            <p14:xfrm>
              <a:off x="10761568" y="3499971"/>
              <a:ext cx="52560" cy="432000"/>
            </p14:xfrm>
          </p:contentPart>
        </mc:Choice>
        <mc:Fallback xmlns=""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946E05AE-6AC2-42BA-B2EC-E4D03A44D1B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43568" y="3481971"/>
                <a:ext cx="8820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7880D706-35DF-46B4-A213-C7BD177E7FCB}"/>
                  </a:ext>
                </a:extLst>
              </p14:cNvPr>
              <p14:cNvContentPartPr/>
              <p14:nvPr/>
            </p14:nvContentPartPr>
            <p14:xfrm>
              <a:off x="11464648" y="3535611"/>
              <a:ext cx="13680" cy="392040"/>
            </p14:xfrm>
          </p:contentPart>
        </mc:Choice>
        <mc:Fallback xmlns=""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7880D706-35DF-46B4-A213-C7BD177E7FC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447008" y="3517971"/>
                <a:ext cx="4932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27B390BD-43C2-4534-A17C-8D32673FDE8F}"/>
                  </a:ext>
                </a:extLst>
              </p14:cNvPr>
              <p14:cNvContentPartPr/>
              <p14:nvPr/>
            </p14:nvContentPartPr>
            <p14:xfrm>
              <a:off x="11715208" y="4063371"/>
              <a:ext cx="360" cy="36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27B390BD-43C2-4534-A17C-8D32673FDE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697568" y="404573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56B18EC1-81A5-42BE-8AEC-4AF714E1FE0A}"/>
                  </a:ext>
                </a:extLst>
              </p14:cNvPr>
              <p14:cNvContentPartPr/>
              <p14:nvPr/>
            </p14:nvContentPartPr>
            <p14:xfrm>
              <a:off x="11009608" y="3568731"/>
              <a:ext cx="202680" cy="240120"/>
            </p14:xfrm>
          </p:contentPart>
        </mc:Choice>
        <mc:Fallback xmlns=""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56B18EC1-81A5-42BE-8AEC-4AF714E1FE0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91608" y="3550731"/>
                <a:ext cx="2383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B6B559E2-5CA2-42BC-A216-0E2805E96F59}"/>
                  </a:ext>
                </a:extLst>
              </p14:cNvPr>
              <p14:cNvContentPartPr/>
              <p14:nvPr/>
            </p14:nvContentPartPr>
            <p14:xfrm>
              <a:off x="9377008" y="3323571"/>
              <a:ext cx="1004760" cy="618480"/>
            </p14:xfrm>
          </p:contentPart>
        </mc:Choice>
        <mc:Fallback xmlns=""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B6B559E2-5CA2-42BC-A216-0E2805E96F5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359014" y="3305931"/>
                <a:ext cx="1040387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21F7ACE7-8BF9-4ADA-8FE3-4EF1E5D861CD}"/>
                  </a:ext>
                </a:extLst>
              </p14:cNvPr>
              <p14:cNvContentPartPr/>
              <p14:nvPr/>
            </p14:nvContentPartPr>
            <p14:xfrm>
              <a:off x="10588048" y="4618131"/>
              <a:ext cx="29160" cy="25884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21F7ACE7-8BF9-4ADA-8FE3-4EF1E5D861C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570408" y="4600131"/>
                <a:ext cx="648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AA937491-21FC-4FC8-8F23-38210BF8FAFB}"/>
                  </a:ext>
                </a:extLst>
              </p14:cNvPr>
              <p14:cNvContentPartPr/>
              <p14:nvPr/>
            </p14:nvContentPartPr>
            <p14:xfrm>
              <a:off x="10850128" y="4624611"/>
              <a:ext cx="25920" cy="27360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AA937491-21FC-4FC8-8F23-38210BF8FA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832488" y="4606971"/>
                <a:ext cx="615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F6B74167-7B29-42E4-A418-9C99EA844D05}"/>
                  </a:ext>
                </a:extLst>
              </p14:cNvPr>
              <p14:cNvContentPartPr/>
              <p14:nvPr/>
            </p14:nvContentPartPr>
            <p14:xfrm>
              <a:off x="11119768" y="4663851"/>
              <a:ext cx="210240" cy="26856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F6B74167-7B29-42E4-A418-9C99EA844D0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102128" y="4646211"/>
                <a:ext cx="2458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AE9FB1EE-C293-4E32-9EAC-C753DA9C79A5}"/>
                  </a:ext>
                </a:extLst>
              </p14:cNvPr>
              <p14:cNvContentPartPr/>
              <p14:nvPr/>
            </p14:nvContentPartPr>
            <p14:xfrm>
              <a:off x="9347488" y="4572411"/>
              <a:ext cx="943200" cy="366120"/>
            </p14:xfrm>
          </p:contentPart>
        </mc:Choice>
        <mc:Fallback xmlns=""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AE9FB1EE-C293-4E32-9EAC-C753DA9C79A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329848" y="4554411"/>
                <a:ext cx="9788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5D2C9BAF-ABCF-448F-B570-A3E448607E97}"/>
                  </a:ext>
                </a:extLst>
              </p14:cNvPr>
              <p14:cNvContentPartPr/>
              <p14:nvPr/>
            </p14:nvContentPartPr>
            <p14:xfrm>
              <a:off x="8757088" y="5077851"/>
              <a:ext cx="2765160" cy="76392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5D2C9BAF-ABCF-448F-B570-A3E448607E9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739088" y="5059859"/>
                <a:ext cx="2800800" cy="799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980ECD42-6088-4AFA-A958-C293B85DD324}"/>
                  </a:ext>
                </a:extLst>
              </p14:cNvPr>
              <p14:cNvContentPartPr/>
              <p14:nvPr/>
            </p14:nvContentPartPr>
            <p14:xfrm>
              <a:off x="9189808" y="6090531"/>
              <a:ext cx="167040" cy="1836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980ECD42-6088-4AFA-A958-C293B85DD32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172168" y="6072891"/>
                <a:ext cx="2026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6FA7A385-C83F-418A-A19C-B8D5BB0E60B3}"/>
                  </a:ext>
                </a:extLst>
              </p14:cNvPr>
              <p14:cNvContentPartPr/>
              <p14:nvPr/>
            </p14:nvContentPartPr>
            <p14:xfrm>
              <a:off x="9203848" y="6224091"/>
              <a:ext cx="105840" cy="1152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6FA7A385-C83F-418A-A19C-B8D5BB0E60B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186208" y="6206451"/>
                <a:ext cx="1414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9069AF06-9AAF-49B7-9B36-CE96D63EAC91}"/>
                  </a:ext>
                </a:extLst>
              </p14:cNvPr>
              <p14:cNvContentPartPr/>
              <p14:nvPr/>
            </p14:nvContentPartPr>
            <p14:xfrm>
              <a:off x="6526888" y="5283771"/>
              <a:ext cx="511200" cy="2736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9069AF06-9AAF-49B7-9B36-CE96D63EAC9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08888" y="5265771"/>
                <a:ext cx="5468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84138A6D-38C1-4260-A9FE-EBE71BAAA385}"/>
                  </a:ext>
                </a:extLst>
              </p14:cNvPr>
              <p14:cNvContentPartPr/>
              <p14:nvPr/>
            </p14:nvContentPartPr>
            <p14:xfrm>
              <a:off x="4725448" y="4155171"/>
              <a:ext cx="1706400" cy="1055160"/>
            </p14:xfrm>
          </p:contentPart>
        </mc:Choice>
        <mc:Fallback xmlns=""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84138A6D-38C1-4260-A9FE-EBE71BAAA38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07808" y="4137531"/>
                <a:ext cx="1742040" cy="10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5AD86830-0F85-4F66-A2D5-32522839F3D3}"/>
                  </a:ext>
                </a:extLst>
              </p14:cNvPr>
              <p14:cNvContentPartPr/>
              <p14:nvPr/>
            </p14:nvContentPartPr>
            <p14:xfrm>
              <a:off x="851488" y="3659451"/>
              <a:ext cx="3548160" cy="1739520"/>
            </p14:xfrm>
          </p:contentPart>
        </mc:Choice>
        <mc:Fallback xmlns=""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5AD86830-0F85-4F66-A2D5-32522839F3D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33490" y="3641811"/>
                <a:ext cx="3583796" cy="177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473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DB27BF89-A2DF-4E1A-BFB7-A56D0456C40C}"/>
                  </a:ext>
                </a:extLst>
              </p14:cNvPr>
              <p14:cNvContentPartPr/>
              <p14:nvPr/>
            </p14:nvContentPartPr>
            <p14:xfrm>
              <a:off x="-357032" y="686571"/>
              <a:ext cx="12237480" cy="567072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DB27BF89-A2DF-4E1A-BFB7-A56D0456C40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375031" y="668931"/>
                <a:ext cx="12273119" cy="57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902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3FCCF73F-CCA2-468E-9DA6-6D19A161C022}"/>
                  </a:ext>
                </a:extLst>
              </p14:cNvPr>
              <p14:cNvContentPartPr/>
              <p14:nvPr/>
            </p14:nvContentPartPr>
            <p14:xfrm>
              <a:off x="7926928" y="346371"/>
              <a:ext cx="632160" cy="4147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3FCCF73F-CCA2-468E-9DA6-6D19A161C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8928" y="328731"/>
                <a:ext cx="66780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007D033F-F1BB-46EA-90AA-BC046379562B}"/>
                  </a:ext>
                </a:extLst>
              </p14:cNvPr>
              <p14:cNvContentPartPr/>
              <p14:nvPr/>
            </p14:nvContentPartPr>
            <p14:xfrm>
              <a:off x="8932768" y="805371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007D033F-F1BB-46EA-90AA-BC04637956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4768" y="78773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A330DE7E-B256-4BC4-B2AF-2A3866DB50F9}"/>
                  </a:ext>
                </a:extLst>
              </p14:cNvPr>
              <p14:cNvContentPartPr/>
              <p14:nvPr/>
            </p14:nvContentPartPr>
            <p14:xfrm>
              <a:off x="3826168" y="229371"/>
              <a:ext cx="533160" cy="8287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A330DE7E-B256-4BC4-B2AF-2A3866DB50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08528" y="211371"/>
                <a:ext cx="568800" cy="8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62B60809-7E23-4E19-A278-65835D92619F}"/>
                  </a:ext>
                </a:extLst>
              </p14:cNvPr>
              <p14:cNvContentPartPr/>
              <p14:nvPr/>
            </p14:nvContentPartPr>
            <p14:xfrm>
              <a:off x="3290848" y="419451"/>
              <a:ext cx="344520" cy="5338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62B60809-7E23-4E19-A278-65835D9261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72848" y="401811"/>
                <a:ext cx="38016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23C8D16-401C-47E1-913B-02FFE00917DF}"/>
                  </a:ext>
                </a:extLst>
              </p14:cNvPr>
              <p14:cNvContentPartPr/>
              <p14:nvPr/>
            </p14:nvContentPartPr>
            <p14:xfrm>
              <a:off x="1407328" y="419451"/>
              <a:ext cx="1600920" cy="7887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23C8D16-401C-47E1-913B-02FFE00917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9328" y="401803"/>
                <a:ext cx="1636560" cy="824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A8E7E966-2277-401C-986C-74A70522F906}"/>
                  </a:ext>
                </a:extLst>
              </p14:cNvPr>
              <p14:cNvContentPartPr/>
              <p14:nvPr/>
            </p14:nvContentPartPr>
            <p14:xfrm>
              <a:off x="471688" y="570291"/>
              <a:ext cx="754920" cy="53352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A8E7E966-2277-401C-986C-74A70522F9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4048" y="552651"/>
                <a:ext cx="79056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6DF962AA-72E1-45E4-9B9C-CD93EC38067D}"/>
                  </a:ext>
                </a:extLst>
              </p14:cNvPr>
              <p14:cNvContentPartPr/>
              <p14:nvPr/>
            </p14:nvContentPartPr>
            <p14:xfrm>
              <a:off x="1011688" y="1694211"/>
              <a:ext cx="1857960" cy="106812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6DF962AA-72E1-45E4-9B9C-CD93EC3806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3688" y="1676571"/>
                <a:ext cx="1893600" cy="11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B5CAD6D-4BFC-49E5-A3E6-9F5F63E59C78}"/>
                  </a:ext>
                </a:extLst>
              </p14:cNvPr>
              <p14:cNvContentPartPr/>
              <p14:nvPr/>
            </p14:nvContentPartPr>
            <p14:xfrm>
              <a:off x="10706848" y="4225371"/>
              <a:ext cx="59400" cy="6840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B5CAD6D-4BFC-49E5-A3E6-9F5F63E59C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88848" y="4207731"/>
                <a:ext cx="950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60FC5E87-0856-4E51-9577-0A405960C141}"/>
                  </a:ext>
                </a:extLst>
              </p14:cNvPr>
              <p14:cNvContentPartPr/>
              <p14:nvPr/>
            </p14:nvContentPartPr>
            <p14:xfrm>
              <a:off x="3813928" y="2656131"/>
              <a:ext cx="7128000" cy="144684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60FC5E87-0856-4E51-9577-0A405960C1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96287" y="2638131"/>
                <a:ext cx="7163642" cy="14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78C7C3A7-21B1-4B9B-9595-6589E683C4CE}"/>
                  </a:ext>
                </a:extLst>
              </p14:cNvPr>
              <p14:cNvContentPartPr/>
              <p14:nvPr/>
            </p14:nvContentPartPr>
            <p14:xfrm>
              <a:off x="5634448" y="351051"/>
              <a:ext cx="1663200" cy="77796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78C7C3A7-21B1-4B9B-9595-6589E683C4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16448" y="333411"/>
                <a:ext cx="169884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C0655BDC-8B85-4D63-B3B9-F56B496F8FFB}"/>
                  </a:ext>
                </a:extLst>
              </p14:cNvPr>
              <p14:cNvContentPartPr/>
              <p14:nvPr/>
            </p14:nvContentPartPr>
            <p14:xfrm>
              <a:off x="3730408" y="4774011"/>
              <a:ext cx="312120" cy="40824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C0655BDC-8B85-4D63-B3B9-F56B496F8F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12408" y="4756011"/>
                <a:ext cx="34776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C56EBA61-F2B3-494E-999B-50F4AEAA2811}"/>
                  </a:ext>
                </a:extLst>
              </p14:cNvPr>
              <p14:cNvContentPartPr/>
              <p14:nvPr/>
            </p14:nvContentPartPr>
            <p14:xfrm>
              <a:off x="4877368" y="4694091"/>
              <a:ext cx="385920" cy="787320"/>
            </p14:xfrm>
          </p:contentPart>
        </mc:Choice>
        <mc:Fallback xmlns=""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C56EBA61-F2B3-494E-999B-50F4AEAA28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59368" y="4676091"/>
                <a:ext cx="42156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401E1A5F-9120-43E3-9F55-427F0E3E8DAF}"/>
                  </a:ext>
                </a:extLst>
              </p14:cNvPr>
              <p14:cNvContentPartPr/>
              <p14:nvPr/>
            </p14:nvContentPartPr>
            <p14:xfrm>
              <a:off x="5531488" y="5114931"/>
              <a:ext cx="9360" cy="80280"/>
            </p14:xfrm>
          </p:contentPart>
        </mc:Choice>
        <mc:Fallback xmlns=""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401E1A5F-9120-43E3-9F55-427F0E3E8D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13848" y="5097291"/>
                <a:ext cx="45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338B9351-1BB9-48D2-BA22-B926BC405D8C}"/>
                  </a:ext>
                </a:extLst>
              </p14:cNvPr>
              <p14:cNvContentPartPr/>
              <p14:nvPr/>
            </p14:nvContentPartPr>
            <p14:xfrm>
              <a:off x="5871688" y="4722891"/>
              <a:ext cx="376920" cy="711360"/>
            </p14:xfrm>
          </p:contentPart>
        </mc:Choice>
        <mc:Fallback xmlns=""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338B9351-1BB9-48D2-BA22-B926BC405D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53688" y="4705251"/>
                <a:ext cx="412560" cy="7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C0CFF757-EC8C-4D94-A001-F2F16A3F4ED1}"/>
                  </a:ext>
                </a:extLst>
              </p14:cNvPr>
              <p14:cNvContentPartPr/>
              <p14:nvPr/>
            </p14:nvContentPartPr>
            <p14:xfrm>
              <a:off x="6437968" y="4977771"/>
              <a:ext cx="166320" cy="144360"/>
            </p14:xfrm>
          </p:contentPart>
        </mc:Choice>
        <mc:Fallback xmlns=""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C0CFF757-EC8C-4D94-A001-F2F16A3F4E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20328" y="4959771"/>
                <a:ext cx="2019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1F7F552C-17C4-43F7-9CD9-C509F3E39E2B}"/>
                  </a:ext>
                </a:extLst>
              </p14:cNvPr>
              <p14:cNvContentPartPr/>
              <p14:nvPr/>
            </p14:nvContentPartPr>
            <p14:xfrm>
              <a:off x="7813888" y="4589691"/>
              <a:ext cx="541800" cy="96336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1F7F552C-17C4-43F7-9CD9-C509F3E39E2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96248" y="4571691"/>
                <a:ext cx="577440" cy="9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894362A3-9AF3-4ABF-8781-AB68EB8F6C58}"/>
                  </a:ext>
                </a:extLst>
              </p14:cNvPr>
              <p14:cNvContentPartPr/>
              <p14:nvPr/>
            </p14:nvContentPartPr>
            <p14:xfrm>
              <a:off x="8638288" y="5010531"/>
              <a:ext cx="239040" cy="15192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894362A3-9AF3-4ABF-8781-AB68EB8F6C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20648" y="4992891"/>
                <a:ext cx="2746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3338AA05-BCB6-4BF7-8CFA-EE0BBF544438}"/>
                  </a:ext>
                </a:extLst>
              </p14:cNvPr>
              <p14:cNvContentPartPr/>
              <p14:nvPr/>
            </p14:nvContentPartPr>
            <p14:xfrm>
              <a:off x="10030768" y="4644411"/>
              <a:ext cx="686160" cy="73260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3338AA05-BCB6-4BF7-8CFA-EE0BBF54443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13128" y="4626771"/>
                <a:ext cx="721800" cy="76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E3169DF3-5F03-4B98-8537-197C414C4C64}"/>
                  </a:ext>
                </a:extLst>
              </p14:cNvPr>
              <p14:cNvContentPartPr/>
              <p14:nvPr/>
            </p14:nvContentPartPr>
            <p14:xfrm>
              <a:off x="11039128" y="4792731"/>
              <a:ext cx="167040" cy="19584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E3169DF3-5F03-4B98-8537-197C414C4C6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021488" y="4774731"/>
                <a:ext cx="2026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C183DFB7-8A71-4227-81FD-BB8BDEBCA0D3}"/>
                  </a:ext>
                </a:extLst>
              </p14:cNvPr>
              <p14:cNvContentPartPr/>
              <p14:nvPr/>
            </p14:nvContentPartPr>
            <p14:xfrm>
              <a:off x="11534128" y="4939611"/>
              <a:ext cx="253440" cy="189360"/>
            </p14:xfrm>
          </p:contentPart>
        </mc:Choice>
        <mc:Fallback xmlns=""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C183DFB7-8A71-4227-81FD-BB8BDEBCA0D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516488" y="4921971"/>
                <a:ext cx="2890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B041ABA3-042C-44CC-9EFF-EDD4C58B778B}"/>
                  </a:ext>
                </a:extLst>
              </p14:cNvPr>
              <p14:cNvContentPartPr/>
              <p14:nvPr/>
            </p14:nvContentPartPr>
            <p14:xfrm>
              <a:off x="6977968" y="4908291"/>
              <a:ext cx="502200" cy="68400"/>
            </p14:xfrm>
          </p:contentPart>
        </mc:Choice>
        <mc:Fallback xmlns=""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B041ABA3-042C-44CC-9EFF-EDD4C58B778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60328" y="4890651"/>
                <a:ext cx="5378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E0D3EAB3-24D1-401B-B39F-5377A307C732}"/>
                  </a:ext>
                </a:extLst>
              </p14:cNvPr>
              <p14:cNvContentPartPr/>
              <p14:nvPr/>
            </p14:nvContentPartPr>
            <p14:xfrm>
              <a:off x="4291648" y="5049051"/>
              <a:ext cx="99000" cy="10368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E0D3EAB3-24D1-401B-B39F-5377A307C7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74008" y="5031051"/>
                <a:ext cx="1346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B1CFB764-1DBD-4C46-8403-AE8D9FD9B725}"/>
                  </a:ext>
                </a:extLst>
              </p14:cNvPr>
              <p14:cNvContentPartPr/>
              <p14:nvPr/>
            </p14:nvContentPartPr>
            <p14:xfrm>
              <a:off x="1365568" y="6248483"/>
              <a:ext cx="168120" cy="24732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B1CFB764-1DBD-4C46-8403-AE8D9FD9B72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47568" y="6230483"/>
                <a:ext cx="2037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965B7DDC-014C-4D72-8C00-4362CEB402B6}"/>
                  </a:ext>
                </a:extLst>
              </p14:cNvPr>
              <p14:cNvContentPartPr/>
              <p14:nvPr/>
            </p14:nvContentPartPr>
            <p14:xfrm>
              <a:off x="1750768" y="6425243"/>
              <a:ext cx="11160" cy="7740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965B7DDC-014C-4D72-8C00-4362CEB402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32768" y="6407603"/>
                <a:ext cx="468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224637CA-ED91-4A13-97B1-1BB58B65A5BA}"/>
                  </a:ext>
                </a:extLst>
              </p14:cNvPr>
              <p14:cNvContentPartPr/>
              <p14:nvPr/>
            </p14:nvContentPartPr>
            <p14:xfrm>
              <a:off x="2802328" y="6144443"/>
              <a:ext cx="482040" cy="73044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224637CA-ED91-4A13-97B1-1BB58B65A5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84328" y="6126803"/>
                <a:ext cx="51768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6D6A2BA8-D5C4-4A54-88AC-D9B44837B997}"/>
                  </a:ext>
                </a:extLst>
              </p14:cNvPr>
              <p14:cNvContentPartPr/>
              <p14:nvPr/>
            </p14:nvContentPartPr>
            <p14:xfrm>
              <a:off x="3552928" y="6386694"/>
              <a:ext cx="95760" cy="30960"/>
            </p14:xfrm>
          </p:contentPart>
        </mc:Choice>
        <mc:Fallback xmlns=""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6D6A2BA8-D5C4-4A54-88AC-D9B44837B99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34928" y="6369054"/>
                <a:ext cx="1314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E70A7A71-72FB-40E4-85D2-275E36A216C6}"/>
                  </a:ext>
                </a:extLst>
              </p14:cNvPr>
              <p14:cNvContentPartPr/>
              <p14:nvPr/>
            </p14:nvContentPartPr>
            <p14:xfrm>
              <a:off x="3512248" y="6506214"/>
              <a:ext cx="172080" cy="2844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E70A7A71-72FB-40E4-85D2-275E36A216C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94248" y="6488574"/>
                <a:ext cx="2077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878A4A52-4451-4DE3-9BE5-AB9DA39AE2FE}"/>
                  </a:ext>
                </a:extLst>
              </p14:cNvPr>
              <p14:cNvContentPartPr/>
              <p14:nvPr/>
            </p14:nvContentPartPr>
            <p14:xfrm>
              <a:off x="4298128" y="6158454"/>
              <a:ext cx="44280" cy="47196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878A4A52-4451-4DE3-9BE5-AB9DA39AE2F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80488" y="6140814"/>
                <a:ext cx="7992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B482FEC6-152F-42CB-BFC6-C5DF4BB06B74}"/>
                  </a:ext>
                </a:extLst>
              </p14:cNvPr>
              <p14:cNvContentPartPr/>
              <p14:nvPr/>
            </p14:nvContentPartPr>
            <p14:xfrm>
              <a:off x="4609168" y="6414774"/>
              <a:ext cx="72000" cy="6732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B482FEC6-152F-42CB-BFC6-C5DF4BB06B7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91528" y="6396774"/>
                <a:ext cx="1076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3BF7CB82-3E4E-4206-8971-728531C18CEC}"/>
                  </a:ext>
                </a:extLst>
              </p14:cNvPr>
              <p14:cNvContentPartPr/>
              <p14:nvPr/>
            </p14:nvContentPartPr>
            <p14:xfrm>
              <a:off x="5142688" y="6129654"/>
              <a:ext cx="401040" cy="59040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3BF7CB82-3E4E-4206-8971-728531C18CE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24688" y="6111654"/>
                <a:ext cx="43668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F4552A00-E693-45B0-A218-2989BACB580B}"/>
                  </a:ext>
                </a:extLst>
              </p14:cNvPr>
              <p14:cNvContentPartPr/>
              <p14:nvPr/>
            </p14:nvContentPartPr>
            <p14:xfrm>
              <a:off x="5773768" y="6412254"/>
              <a:ext cx="4680" cy="1080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F4552A00-E693-45B0-A218-2989BACB580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55768" y="6394614"/>
                <a:ext cx="403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F4243980-C07E-4D06-B932-422501743876}"/>
                  </a:ext>
                </a:extLst>
              </p14:cNvPr>
              <p14:cNvContentPartPr/>
              <p14:nvPr/>
            </p14:nvContentPartPr>
            <p14:xfrm>
              <a:off x="6080488" y="6081054"/>
              <a:ext cx="439200" cy="67464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F4243980-C07E-4D06-B932-4225017438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062848" y="6063414"/>
                <a:ext cx="47484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0F311AD0-238F-4A51-896D-74B91692754E}"/>
                  </a:ext>
                </a:extLst>
              </p14:cNvPr>
              <p14:cNvContentPartPr/>
              <p14:nvPr/>
            </p14:nvContentPartPr>
            <p14:xfrm>
              <a:off x="6626968" y="6378054"/>
              <a:ext cx="165600" cy="13248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0F311AD0-238F-4A51-896D-74B91692754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09328" y="6360054"/>
                <a:ext cx="2012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3CD58698-8707-4A28-8117-D8D1097AFBA5}"/>
                  </a:ext>
                </a:extLst>
              </p14:cNvPr>
              <p14:cNvContentPartPr/>
              <p14:nvPr/>
            </p14:nvContentPartPr>
            <p14:xfrm>
              <a:off x="8059408" y="6106614"/>
              <a:ext cx="410040" cy="69696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3CD58698-8707-4A28-8117-D8D1097AFBA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1768" y="6088614"/>
                <a:ext cx="445680" cy="7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D51EAA29-4CC2-469D-A0CE-0B6CF3156E27}"/>
                  </a:ext>
                </a:extLst>
              </p14:cNvPr>
              <p14:cNvContentPartPr/>
              <p14:nvPr/>
            </p14:nvContentPartPr>
            <p14:xfrm>
              <a:off x="8648368" y="6391734"/>
              <a:ext cx="163080" cy="119160"/>
            </p14:xfrm>
          </p:contentPart>
        </mc:Choice>
        <mc:Fallback xmlns=""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D51EAA29-4CC2-469D-A0CE-0B6CF3156E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30368" y="6373734"/>
                <a:ext cx="1987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71146EC4-6404-477C-98A9-8C17BA94AE01}"/>
                  </a:ext>
                </a:extLst>
              </p14:cNvPr>
              <p14:cNvContentPartPr/>
              <p14:nvPr/>
            </p14:nvContentPartPr>
            <p14:xfrm>
              <a:off x="7272448" y="6282294"/>
              <a:ext cx="561600" cy="6912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71146EC4-6404-477C-98A9-8C17BA94AE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54460" y="6264654"/>
                <a:ext cx="597217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EDD75607-3EFA-415A-B5F8-740CA06FA05F}"/>
                  </a:ext>
                </a:extLst>
              </p14:cNvPr>
              <p14:cNvContentPartPr/>
              <p14:nvPr/>
            </p14:nvContentPartPr>
            <p14:xfrm>
              <a:off x="467728" y="6109971"/>
              <a:ext cx="695520" cy="751680"/>
            </p14:xfrm>
          </p:contentPart>
        </mc:Choice>
        <mc:Fallback xmlns=""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EDD75607-3EFA-415A-B5F8-740CA06FA05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9737" y="6091971"/>
                <a:ext cx="731142" cy="78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F888AA7F-0857-4A42-93F2-9606648DAA1F}"/>
                  </a:ext>
                </a:extLst>
              </p14:cNvPr>
              <p14:cNvContentPartPr/>
              <p14:nvPr/>
            </p14:nvContentPartPr>
            <p14:xfrm>
              <a:off x="1827808" y="4452054"/>
              <a:ext cx="1755360" cy="1253160"/>
            </p14:xfrm>
          </p:contentPart>
        </mc:Choice>
        <mc:Fallback xmlns=""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F888AA7F-0857-4A42-93F2-9606648DAA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809808" y="4434414"/>
                <a:ext cx="1791000" cy="128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2172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8C0E0A86-9C83-4162-A38D-66CFD353070E}"/>
                  </a:ext>
                </a:extLst>
              </p14:cNvPr>
              <p14:cNvContentPartPr/>
              <p14:nvPr/>
            </p14:nvContentPartPr>
            <p14:xfrm>
              <a:off x="6347608" y="783051"/>
              <a:ext cx="85680" cy="89964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8C0E0A86-9C83-4162-A38D-66CFD35307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9968" y="765051"/>
                <a:ext cx="121320" cy="9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BEB35B07-17C0-4437-A996-72BEF8C67A63}"/>
                  </a:ext>
                </a:extLst>
              </p14:cNvPr>
              <p14:cNvContentPartPr/>
              <p14:nvPr/>
            </p14:nvContentPartPr>
            <p14:xfrm>
              <a:off x="3883768" y="2901291"/>
              <a:ext cx="600840" cy="72648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BEB35B07-17C0-4437-A996-72BEF8C67A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65779" y="2883291"/>
                <a:ext cx="636459" cy="7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CA89B9EE-6CC7-40E5-B3ED-293BCEAF5C99}"/>
                  </a:ext>
                </a:extLst>
              </p14:cNvPr>
              <p14:cNvContentPartPr/>
              <p14:nvPr/>
            </p14:nvContentPartPr>
            <p14:xfrm>
              <a:off x="2521168" y="2775291"/>
              <a:ext cx="801000" cy="101592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CA89B9EE-6CC7-40E5-B3ED-293BCEAF5C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03168" y="2757291"/>
                <a:ext cx="83664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1FFAAB53-0A7B-4DAE-8C48-ED390ABD77D8}"/>
                  </a:ext>
                </a:extLst>
              </p14:cNvPr>
              <p14:cNvContentPartPr/>
              <p14:nvPr/>
            </p14:nvContentPartPr>
            <p14:xfrm>
              <a:off x="1350088" y="2707251"/>
              <a:ext cx="920160" cy="116244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1FFAAB53-0A7B-4DAE-8C48-ED390ABD77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2088" y="2689251"/>
                <a:ext cx="955800" cy="11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4E2DB753-EA22-4D5F-9EF1-D05F36065799}"/>
                  </a:ext>
                </a:extLst>
              </p14:cNvPr>
              <p14:cNvContentPartPr/>
              <p14:nvPr/>
            </p14:nvContentPartPr>
            <p14:xfrm>
              <a:off x="5206408" y="773331"/>
              <a:ext cx="950040" cy="78264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4E2DB753-EA22-4D5F-9EF1-D05F360657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88768" y="755331"/>
                <a:ext cx="985680" cy="8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2AE455BD-0276-4DFA-AE9B-6547AF55E040}"/>
                  </a:ext>
                </a:extLst>
              </p14:cNvPr>
              <p14:cNvContentPartPr/>
              <p14:nvPr/>
            </p14:nvContentPartPr>
            <p14:xfrm>
              <a:off x="3170608" y="803211"/>
              <a:ext cx="756720" cy="74916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2AE455BD-0276-4DFA-AE9B-6547AF55E0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52608" y="785211"/>
                <a:ext cx="792360" cy="7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394EAFE1-808C-41CD-860B-900540C5B0F5}"/>
                  </a:ext>
                </a:extLst>
              </p14:cNvPr>
              <p14:cNvContentPartPr/>
              <p14:nvPr/>
            </p14:nvContentPartPr>
            <p14:xfrm>
              <a:off x="2211568" y="801051"/>
              <a:ext cx="541800" cy="73620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394EAFE1-808C-41CD-860B-900540C5B0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93928" y="783051"/>
                <a:ext cx="5774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741987FB-55C8-4A52-BE39-143731C2F88A}"/>
                  </a:ext>
                </a:extLst>
              </p14:cNvPr>
              <p14:cNvContentPartPr/>
              <p14:nvPr/>
            </p14:nvContentPartPr>
            <p14:xfrm>
              <a:off x="864088" y="721131"/>
              <a:ext cx="1039320" cy="83268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741987FB-55C8-4A52-BE39-143731C2F8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6094" y="703131"/>
                <a:ext cx="1074948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1937517C-8FAC-4BE9-AD2E-7FE5D6D5744F}"/>
                  </a:ext>
                </a:extLst>
              </p14:cNvPr>
              <p14:cNvContentPartPr/>
              <p14:nvPr/>
            </p14:nvContentPartPr>
            <p14:xfrm>
              <a:off x="10339288" y="1558491"/>
              <a:ext cx="7920" cy="6768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1937517C-8FAC-4BE9-AD2E-7FE5D6D574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321648" y="1540851"/>
                <a:ext cx="435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0B419E32-98C7-478B-AC2B-27CB5CEFAD2B}"/>
                  </a:ext>
                </a:extLst>
              </p14:cNvPr>
              <p14:cNvContentPartPr/>
              <p14:nvPr/>
            </p14:nvContentPartPr>
            <p14:xfrm>
              <a:off x="8181448" y="483891"/>
              <a:ext cx="2331360" cy="91836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0B419E32-98C7-478B-AC2B-27CB5CEFAD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63448" y="465891"/>
                <a:ext cx="2367000" cy="9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7578AF63-0768-4D4E-BB97-071BB86F80F1}"/>
                  </a:ext>
                </a:extLst>
              </p14:cNvPr>
              <p14:cNvContentPartPr/>
              <p14:nvPr/>
            </p14:nvContentPartPr>
            <p14:xfrm>
              <a:off x="4860088" y="2590611"/>
              <a:ext cx="2870640" cy="149040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7578AF63-0768-4D4E-BB97-071BB86F80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42088" y="2572967"/>
                <a:ext cx="2906280" cy="1526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DEE27BBF-DEA2-4174-8A88-B5127F0FD196}"/>
                  </a:ext>
                </a:extLst>
              </p14:cNvPr>
              <p14:cNvContentPartPr/>
              <p14:nvPr/>
            </p14:nvContentPartPr>
            <p14:xfrm>
              <a:off x="8775088" y="2864931"/>
              <a:ext cx="314640" cy="448200"/>
            </p14:xfrm>
          </p:contentPart>
        </mc:Choice>
        <mc:Fallback xmlns=""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DEE27BBF-DEA2-4174-8A88-B5127F0FD19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57448" y="2846931"/>
                <a:ext cx="35028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08A5BC3B-8A3F-4734-ABCF-BAAE2025218D}"/>
                  </a:ext>
                </a:extLst>
              </p14:cNvPr>
              <p14:cNvContentPartPr/>
              <p14:nvPr/>
            </p14:nvContentPartPr>
            <p14:xfrm>
              <a:off x="8907928" y="3661971"/>
              <a:ext cx="360" cy="360"/>
            </p14:xfrm>
          </p:contentPart>
        </mc:Choice>
        <mc:Fallback xmlns=""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08A5BC3B-8A3F-4734-ABCF-BAAE202521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89928" y="3643971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7012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029CF0E1-7245-482F-93F3-D7CE18D803A0}"/>
                  </a:ext>
                </a:extLst>
              </p14:cNvPr>
              <p14:cNvContentPartPr/>
              <p14:nvPr/>
            </p14:nvContentPartPr>
            <p14:xfrm>
              <a:off x="3048568" y="859011"/>
              <a:ext cx="885240" cy="248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029CF0E1-7245-482F-93F3-D7CE18D803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9568" y="850371"/>
                <a:ext cx="9028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94C0A6A-942F-4DB0-A6CB-770D4F57AADB}"/>
                  </a:ext>
                </a:extLst>
              </p14:cNvPr>
              <p14:cNvContentPartPr/>
              <p14:nvPr/>
            </p14:nvContentPartPr>
            <p14:xfrm>
              <a:off x="3210568" y="1032171"/>
              <a:ext cx="174240" cy="4651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94C0A6A-942F-4DB0-A6CB-770D4F57AA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1928" y="1023531"/>
                <a:ext cx="1918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754E1781-033C-41F5-B1AD-EEE13B78FDCF}"/>
                  </a:ext>
                </a:extLst>
              </p14:cNvPr>
              <p14:cNvContentPartPr/>
              <p14:nvPr/>
            </p14:nvContentPartPr>
            <p14:xfrm>
              <a:off x="3267448" y="301731"/>
              <a:ext cx="605880" cy="39744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754E1781-033C-41F5-B1AD-EEE13B78FD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8808" y="292731"/>
                <a:ext cx="6235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0C72FAD6-896B-496D-B168-F156DDE59B10}"/>
                  </a:ext>
                </a:extLst>
              </p14:cNvPr>
              <p14:cNvContentPartPr/>
              <p14:nvPr/>
            </p14:nvContentPartPr>
            <p14:xfrm>
              <a:off x="3582808" y="1070331"/>
              <a:ext cx="343440" cy="5101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0C72FAD6-896B-496D-B168-F156DDE59B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74168" y="1061691"/>
                <a:ext cx="36108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A0917558-ECC5-4DAF-A327-C5D6F8C2B6E5}"/>
                  </a:ext>
                </a:extLst>
              </p14:cNvPr>
              <p14:cNvContentPartPr/>
              <p14:nvPr/>
            </p14:nvContentPartPr>
            <p14:xfrm>
              <a:off x="4562008" y="1244931"/>
              <a:ext cx="14400" cy="1213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A0917558-ECC5-4DAF-A327-C5D6F8C2B6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53368" y="1236291"/>
                <a:ext cx="320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F1FB54EC-EC94-4EEC-906D-4E4708AB5129}"/>
                  </a:ext>
                </a:extLst>
              </p14:cNvPr>
              <p14:cNvContentPartPr/>
              <p14:nvPr/>
            </p14:nvContentPartPr>
            <p14:xfrm>
              <a:off x="5198128" y="787731"/>
              <a:ext cx="461520" cy="9111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F1FB54EC-EC94-4EEC-906D-4E4708AB512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9488" y="779091"/>
                <a:ext cx="479160" cy="9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D1AF7ED3-C558-48D3-9828-C41CC2C8A4D9}"/>
                  </a:ext>
                </a:extLst>
              </p14:cNvPr>
              <p14:cNvContentPartPr/>
              <p14:nvPr/>
            </p14:nvContentPartPr>
            <p14:xfrm>
              <a:off x="5986888" y="929211"/>
              <a:ext cx="245160" cy="36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D1AF7ED3-C558-48D3-9828-C41CC2C8A4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8248" y="920571"/>
                <a:ext cx="262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7258633B-F7A4-464C-917A-34E8F8C054B2}"/>
                  </a:ext>
                </a:extLst>
              </p14:cNvPr>
              <p14:cNvContentPartPr/>
              <p14:nvPr/>
            </p14:nvContentPartPr>
            <p14:xfrm>
              <a:off x="6025768" y="1050171"/>
              <a:ext cx="201240" cy="4500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7258633B-F7A4-464C-917A-34E8F8C054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17128" y="1041531"/>
                <a:ext cx="2188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CF118A5-C125-492B-9515-26AD2AED99E0}"/>
                  </a:ext>
                </a:extLst>
              </p14:cNvPr>
              <p14:cNvContentPartPr/>
              <p14:nvPr/>
            </p14:nvContentPartPr>
            <p14:xfrm>
              <a:off x="6747568" y="939651"/>
              <a:ext cx="1043640" cy="36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CF118A5-C125-492B-9515-26AD2AED99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38568" y="931011"/>
                <a:ext cx="10612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9F1A437-3855-4D9B-8F61-0D29560491DE}"/>
                  </a:ext>
                </a:extLst>
              </p14:cNvPr>
              <p14:cNvContentPartPr/>
              <p14:nvPr/>
            </p14:nvContentPartPr>
            <p14:xfrm>
              <a:off x="6997768" y="1201731"/>
              <a:ext cx="720360" cy="3823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9F1A437-3855-4D9B-8F61-0D29560491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89128" y="1192731"/>
                <a:ext cx="7380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5180E2A-F3C2-4D5D-96B6-70DBCA9AB133}"/>
                  </a:ext>
                </a:extLst>
              </p14:cNvPr>
              <p14:cNvContentPartPr/>
              <p14:nvPr/>
            </p14:nvContentPartPr>
            <p14:xfrm>
              <a:off x="7085968" y="110571"/>
              <a:ext cx="468000" cy="65268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5180E2A-F3C2-4D5D-96B6-70DBCA9AB13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6968" y="101931"/>
                <a:ext cx="48564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C869DD6C-A54D-43DF-BC86-61E8CC5F9CA1}"/>
                  </a:ext>
                </a:extLst>
              </p14:cNvPr>
              <p14:cNvContentPartPr/>
              <p14:nvPr/>
            </p14:nvContentPartPr>
            <p14:xfrm>
              <a:off x="1502728" y="770451"/>
              <a:ext cx="1346400" cy="48420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C869DD6C-A54D-43DF-BC86-61E8CC5F9C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93730" y="761458"/>
                <a:ext cx="1364035" cy="501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A246E518-50F7-4AE7-AAD7-9CFD62C704C1}"/>
                  </a:ext>
                </a:extLst>
              </p14:cNvPr>
              <p14:cNvContentPartPr/>
              <p14:nvPr/>
            </p14:nvContentPartPr>
            <p14:xfrm>
              <a:off x="1181608" y="2636331"/>
              <a:ext cx="2160" cy="9144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A246E518-50F7-4AE7-AAD7-9CFD62C704C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2968" y="2627331"/>
                <a:ext cx="198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F99ABB7F-A9F4-434B-BE4F-61056D3B44FC}"/>
                  </a:ext>
                </a:extLst>
              </p14:cNvPr>
              <p14:cNvContentPartPr/>
              <p14:nvPr/>
            </p14:nvContentPartPr>
            <p14:xfrm>
              <a:off x="1180168" y="2897691"/>
              <a:ext cx="72360" cy="2952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F99ABB7F-A9F4-434B-BE4F-61056D3B44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71168" y="2888691"/>
                <a:ext cx="900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52DFFDDD-6185-4E65-8377-9D08C7208924}"/>
                  </a:ext>
                </a:extLst>
              </p14:cNvPr>
              <p14:cNvContentPartPr/>
              <p14:nvPr/>
            </p14:nvContentPartPr>
            <p14:xfrm>
              <a:off x="2795488" y="2772051"/>
              <a:ext cx="360" cy="360"/>
            </p14:xfrm>
          </p:contentPart>
        </mc:Choice>
        <mc:Fallback xmlns=""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52DFFDDD-6185-4E65-8377-9D08C720892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86848" y="27634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553E3252-FAE2-4167-A6F9-4BA88924CF6C}"/>
                  </a:ext>
                </a:extLst>
              </p14:cNvPr>
              <p14:cNvContentPartPr/>
              <p14:nvPr/>
            </p14:nvContentPartPr>
            <p14:xfrm>
              <a:off x="1693528" y="2148171"/>
              <a:ext cx="784080" cy="780120"/>
            </p14:xfrm>
          </p:contentPart>
        </mc:Choice>
        <mc:Fallback xmlns=""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553E3252-FAE2-4167-A6F9-4BA88924CF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84528" y="2139171"/>
                <a:ext cx="80172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C75DA4B5-4B8D-40E8-B1E9-A0F59E1E49A2}"/>
                  </a:ext>
                </a:extLst>
              </p14:cNvPr>
              <p14:cNvContentPartPr/>
              <p14:nvPr/>
            </p14:nvContentPartPr>
            <p14:xfrm>
              <a:off x="264688" y="2159331"/>
              <a:ext cx="744120" cy="108252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C75DA4B5-4B8D-40E8-B1E9-A0F59E1E49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6044" y="2150691"/>
                <a:ext cx="761769" cy="11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7E895FF3-F11E-4735-8CE8-08FC7E09AEB0}"/>
                  </a:ext>
                </a:extLst>
              </p14:cNvPr>
              <p14:cNvContentPartPr/>
              <p14:nvPr/>
            </p14:nvContentPartPr>
            <p14:xfrm>
              <a:off x="3343048" y="2378211"/>
              <a:ext cx="48240" cy="49860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7E895FF3-F11E-4735-8CE8-08FC7E09AEB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34408" y="2369211"/>
                <a:ext cx="658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9480273F-EF68-4D18-A908-20EF63240A4A}"/>
                  </a:ext>
                </a:extLst>
              </p14:cNvPr>
              <p14:cNvContentPartPr/>
              <p14:nvPr/>
            </p14:nvContentPartPr>
            <p14:xfrm>
              <a:off x="3498928" y="2495211"/>
              <a:ext cx="204840" cy="16020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9480273F-EF68-4D18-A908-20EF63240A4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89928" y="2486571"/>
                <a:ext cx="2224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4BE690F0-D322-4E3F-B153-6F15F4AA928E}"/>
                  </a:ext>
                </a:extLst>
              </p14:cNvPr>
              <p14:cNvContentPartPr/>
              <p14:nvPr/>
            </p14:nvContentPartPr>
            <p14:xfrm>
              <a:off x="3536008" y="2462451"/>
              <a:ext cx="207720" cy="21528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4BE690F0-D322-4E3F-B153-6F15F4AA928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27368" y="2453451"/>
                <a:ext cx="225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D29B5C03-0899-48CE-BCA5-DC2C5837E951}"/>
                  </a:ext>
                </a:extLst>
              </p14:cNvPr>
              <p14:cNvContentPartPr/>
              <p14:nvPr/>
            </p14:nvContentPartPr>
            <p14:xfrm>
              <a:off x="3897088" y="2340771"/>
              <a:ext cx="20160" cy="54432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D29B5C03-0899-48CE-BCA5-DC2C5837E95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88088" y="2331771"/>
                <a:ext cx="3780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58F07711-07AE-48EC-B319-469623FDAA17}"/>
                  </a:ext>
                </a:extLst>
              </p14:cNvPr>
              <p14:cNvContentPartPr/>
              <p14:nvPr/>
            </p14:nvContentPartPr>
            <p14:xfrm>
              <a:off x="4231168" y="2555691"/>
              <a:ext cx="114840" cy="6696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58F07711-07AE-48EC-B319-469623FDAA1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22528" y="2547051"/>
                <a:ext cx="1324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70EE491F-F0F7-4A7C-A7C0-CFBDC8805D0A}"/>
                  </a:ext>
                </a:extLst>
              </p14:cNvPr>
              <p14:cNvContentPartPr/>
              <p14:nvPr/>
            </p14:nvContentPartPr>
            <p14:xfrm>
              <a:off x="4291648" y="2529411"/>
              <a:ext cx="80640" cy="11916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70EE491F-F0F7-4A7C-A7C0-CFBDC8805D0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83008" y="2520771"/>
                <a:ext cx="98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5BBBA004-EFA9-4A79-A7A2-A03AF65653CD}"/>
                  </a:ext>
                </a:extLst>
              </p14:cNvPr>
              <p14:cNvContentPartPr/>
              <p14:nvPr/>
            </p14:nvContentPartPr>
            <p14:xfrm>
              <a:off x="4613488" y="2330331"/>
              <a:ext cx="45000" cy="45360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5BBBA004-EFA9-4A79-A7A2-A03AF65653C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04848" y="2321331"/>
                <a:ext cx="6264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D3021723-FAEA-40C0-A2F3-879F05B6EF82}"/>
                  </a:ext>
                </a:extLst>
              </p14:cNvPr>
              <p14:cNvContentPartPr/>
              <p14:nvPr/>
            </p14:nvContentPartPr>
            <p14:xfrm>
              <a:off x="4825888" y="2403051"/>
              <a:ext cx="219240" cy="631440"/>
            </p14:xfrm>
          </p:contentPart>
        </mc:Choice>
        <mc:Fallback xmlns=""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D3021723-FAEA-40C0-A2F3-879F05B6EF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16888" y="2394051"/>
                <a:ext cx="236880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B364568-B417-4492-AB15-98CD2A19058D}"/>
                  </a:ext>
                </a:extLst>
              </p14:cNvPr>
              <p14:cNvContentPartPr/>
              <p14:nvPr/>
            </p14:nvContentPartPr>
            <p14:xfrm>
              <a:off x="5265448" y="2400531"/>
              <a:ext cx="90720" cy="433440"/>
            </p14:xfrm>
          </p:contentPart>
        </mc:Choice>
        <mc:Fallback xmlns=""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B364568-B417-4492-AB15-98CD2A1905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56448" y="2391531"/>
                <a:ext cx="1083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28E3DAB3-B01F-4EAB-B861-0ADE6BE92D7D}"/>
                  </a:ext>
                </a:extLst>
              </p14:cNvPr>
              <p14:cNvContentPartPr/>
              <p14:nvPr/>
            </p14:nvContentPartPr>
            <p14:xfrm>
              <a:off x="5602048" y="2720571"/>
              <a:ext cx="9360" cy="8712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28E3DAB3-B01F-4EAB-B861-0ADE6BE92D7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93408" y="2711931"/>
                <a:ext cx="270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A6DBA485-D6F2-4B81-90E7-D4C12EBD4A89}"/>
                  </a:ext>
                </a:extLst>
              </p14:cNvPr>
              <p14:cNvContentPartPr/>
              <p14:nvPr/>
            </p14:nvContentPartPr>
            <p14:xfrm>
              <a:off x="6275248" y="2067891"/>
              <a:ext cx="579960" cy="281520"/>
            </p14:xfrm>
          </p:contentPart>
        </mc:Choice>
        <mc:Fallback xmlns=""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A6DBA485-D6F2-4B81-90E7-D4C12EBD4A8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66248" y="2059251"/>
                <a:ext cx="5976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54D9E08D-3C5C-460B-9BF8-6FE594CCC1F5}"/>
                  </a:ext>
                </a:extLst>
              </p14:cNvPr>
              <p14:cNvContentPartPr/>
              <p14:nvPr/>
            </p14:nvContentPartPr>
            <p14:xfrm>
              <a:off x="6456328" y="2351931"/>
              <a:ext cx="71640" cy="24156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54D9E08D-3C5C-460B-9BF8-6FE594CCC1F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47328" y="2343291"/>
                <a:ext cx="892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F1016263-F96D-4A0D-8413-F89BB1CAFB7A}"/>
                  </a:ext>
                </a:extLst>
              </p14:cNvPr>
              <p14:cNvContentPartPr/>
              <p14:nvPr/>
            </p14:nvContentPartPr>
            <p14:xfrm>
              <a:off x="6500608" y="2420691"/>
              <a:ext cx="309600" cy="255240"/>
            </p14:xfrm>
          </p:contentPart>
        </mc:Choice>
        <mc:Fallback xmlns=""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F1016263-F96D-4A0D-8413-F89BB1CAFB7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91608" y="2411691"/>
                <a:ext cx="3272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C70C9D7-159D-432E-B050-3AC070EC34A3}"/>
                  </a:ext>
                </a:extLst>
              </p14:cNvPr>
              <p14:cNvContentPartPr/>
              <p14:nvPr/>
            </p14:nvContentPartPr>
            <p14:xfrm>
              <a:off x="6743968" y="2349051"/>
              <a:ext cx="76680" cy="39276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C70C9D7-159D-432E-B050-3AC070EC34A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35328" y="2340051"/>
                <a:ext cx="943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E86B8B92-C7C2-4997-9748-65D478789B5E}"/>
                  </a:ext>
                </a:extLst>
              </p14:cNvPr>
              <p14:cNvContentPartPr/>
              <p14:nvPr/>
            </p14:nvContentPartPr>
            <p14:xfrm>
              <a:off x="6680248" y="2577291"/>
              <a:ext cx="123120" cy="1008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E86B8B92-C7C2-4997-9748-65D478789B5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71248" y="2568651"/>
                <a:ext cx="1407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E69CDA25-FF6D-4FAF-9906-4A6F5BC3DF0E}"/>
                  </a:ext>
                </a:extLst>
              </p14:cNvPr>
              <p14:cNvContentPartPr/>
              <p14:nvPr/>
            </p14:nvContentPartPr>
            <p14:xfrm>
              <a:off x="7529488" y="2441571"/>
              <a:ext cx="299880" cy="4428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E69CDA25-FF6D-4FAF-9906-4A6F5BC3DF0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20848" y="2432571"/>
                <a:ext cx="317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A8D6B91D-7EBC-47FC-A1B3-7B8140CB895F}"/>
                  </a:ext>
                </a:extLst>
              </p14:cNvPr>
              <p14:cNvContentPartPr/>
              <p14:nvPr/>
            </p14:nvContentPartPr>
            <p14:xfrm>
              <a:off x="9533968" y="2371371"/>
              <a:ext cx="93240" cy="576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A8D6B91D-7EBC-47FC-A1B3-7B8140CB895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525328" y="2362371"/>
                <a:ext cx="1108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20F5B912-2208-4854-99AF-B01D23F9C4EB}"/>
                  </a:ext>
                </a:extLst>
              </p14:cNvPr>
              <p14:cNvContentPartPr/>
              <p14:nvPr/>
            </p14:nvContentPartPr>
            <p14:xfrm>
              <a:off x="9495088" y="2445891"/>
              <a:ext cx="177840" cy="4284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20F5B912-2208-4854-99AF-B01D23F9C4E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86088" y="2437251"/>
                <a:ext cx="195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F4AB65D5-070F-4AD5-B4A9-F11906E0BF0C}"/>
                  </a:ext>
                </a:extLst>
              </p14:cNvPr>
              <p14:cNvContentPartPr/>
              <p14:nvPr/>
            </p14:nvContentPartPr>
            <p14:xfrm>
              <a:off x="9999448" y="2390811"/>
              <a:ext cx="249840" cy="3312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F4AB65D5-070F-4AD5-B4A9-F11906E0BF0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90448" y="2381811"/>
                <a:ext cx="2674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2B45340B-1B8E-4525-8E93-C71AFE3761A7}"/>
                  </a:ext>
                </a:extLst>
              </p14:cNvPr>
              <p14:cNvContentPartPr/>
              <p14:nvPr/>
            </p14:nvContentPartPr>
            <p14:xfrm>
              <a:off x="8672488" y="2226651"/>
              <a:ext cx="434160" cy="32796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2B45340B-1B8E-4525-8E93-C71AFE3761A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63488" y="2217651"/>
                <a:ext cx="4518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A861ED6A-012A-4834-AD38-3479FF1DA59B}"/>
                  </a:ext>
                </a:extLst>
              </p14:cNvPr>
              <p14:cNvContentPartPr/>
              <p14:nvPr/>
            </p14:nvContentPartPr>
            <p14:xfrm>
              <a:off x="8255608" y="2318811"/>
              <a:ext cx="213120" cy="22788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A861ED6A-012A-4834-AD38-3479FF1DA59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46968" y="2309811"/>
                <a:ext cx="2307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F80C989-FDC0-4030-81C0-A36BF824906B}"/>
                  </a:ext>
                </a:extLst>
              </p14:cNvPr>
              <p14:cNvContentPartPr/>
              <p14:nvPr/>
            </p14:nvContentPartPr>
            <p14:xfrm>
              <a:off x="2578408" y="3889491"/>
              <a:ext cx="668880" cy="6303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F80C989-FDC0-4030-81C0-A36BF824906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69408" y="3880846"/>
                <a:ext cx="686520" cy="648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E15AED77-2E78-404D-A1FC-3DA0CC4A8014}"/>
                  </a:ext>
                </a:extLst>
              </p14:cNvPr>
              <p14:cNvContentPartPr/>
              <p14:nvPr/>
            </p14:nvContentPartPr>
            <p14:xfrm>
              <a:off x="1380688" y="3890211"/>
              <a:ext cx="287280" cy="37044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E15AED77-2E78-404D-A1FC-3DA0CC4A801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372048" y="3881571"/>
                <a:ext cx="3049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E732123B-8532-4186-9153-D41FFA03DD8D}"/>
                  </a:ext>
                </a:extLst>
              </p14:cNvPr>
              <p14:cNvContentPartPr/>
              <p14:nvPr/>
            </p14:nvContentPartPr>
            <p14:xfrm>
              <a:off x="1921408" y="3901371"/>
              <a:ext cx="322920" cy="21816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E732123B-8532-4186-9153-D41FFA03DD8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12768" y="3892731"/>
                <a:ext cx="3405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6E43E05F-6D68-4D0D-A75B-867E0F8D5AD8}"/>
                  </a:ext>
                </a:extLst>
              </p14:cNvPr>
              <p14:cNvContentPartPr/>
              <p14:nvPr/>
            </p14:nvContentPartPr>
            <p14:xfrm>
              <a:off x="3629608" y="4031331"/>
              <a:ext cx="168480" cy="3384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6E43E05F-6D68-4D0D-A75B-867E0F8D5AD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20608" y="4022331"/>
                <a:ext cx="186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6D64C5BA-8555-4193-A8D1-E2563ACB38E6}"/>
                  </a:ext>
                </a:extLst>
              </p14:cNvPr>
              <p14:cNvContentPartPr/>
              <p14:nvPr/>
            </p14:nvContentPartPr>
            <p14:xfrm>
              <a:off x="3633208" y="4142571"/>
              <a:ext cx="208440" cy="2268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6D64C5BA-8555-4193-A8D1-E2563ACB38E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24568" y="4133571"/>
                <a:ext cx="226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39BEFCFF-F599-401B-8A19-859501D6EDC3}"/>
                  </a:ext>
                </a:extLst>
              </p14:cNvPr>
              <p14:cNvContentPartPr/>
              <p14:nvPr/>
            </p14:nvContentPartPr>
            <p14:xfrm>
              <a:off x="3674608" y="5267211"/>
              <a:ext cx="133200" cy="1080"/>
            </p14:xfrm>
          </p:contentPart>
        </mc:Choice>
        <mc:Fallback xmlns=""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39BEFCFF-F599-401B-8A19-859501D6ED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665968" y="5258571"/>
                <a:ext cx="1508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573EBC46-3FCE-425F-9AB2-8547101E25EC}"/>
                  </a:ext>
                </a:extLst>
              </p14:cNvPr>
              <p14:cNvContentPartPr/>
              <p14:nvPr/>
            </p14:nvContentPartPr>
            <p14:xfrm>
              <a:off x="3712048" y="5345691"/>
              <a:ext cx="164520" cy="84600"/>
            </p14:xfrm>
          </p:contentPart>
        </mc:Choice>
        <mc:Fallback xmlns=""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573EBC46-3FCE-425F-9AB2-8547101E25E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03048" y="5337051"/>
                <a:ext cx="1821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B2B1B6CA-6DDA-4410-AA76-132128079809}"/>
                  </a:ext>
                </a:extLst>
              </p14:cNvPr>
              <p14:cNvContentPartPr/>
              <p14:nvPr/>
            </p14:nvContentPartPr>
            <p14:xfrm>
              <a:off x="2915008" y="5255331"/>
              <a:ext cx="484560" cy="522360"/>
            </p14:xfrm>
          </p:contentPart>
        </mc:Choice>
        <mc:Fallback xmlns=""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B2B1B6CA-6DDA-4410-AA76-1321280798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906008" y="5246685"/>
                <a:ext cx="502200" cy="540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035FD323-89E8-4054-999D-D88336EB075A}"/>
                  </a:ext>
                </a:extLst>
              </p14:cNvPr>
              <p14:cNvContentPartPr/>
              <p14:nvPr/>
            </p14:nvContentPartPr>
            <p14:xfrm>
              <a:off x="2652208" y="5139771"/>
              <a:ext cx="165600" cy="410760"/>
            </p14:xfrm>
          </p:contentPart>
        </mc:Choice>
        <mc:Fallback xmlns=""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035FD323-89E8-4054-999D-D88336EB075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43188" y="5130771"/>
                <a:ext cx="183278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2BD188B9-0FBB-457E-9888-64CE308B40B3}"/>
                  </a:ext>
                </a:extLst>
              </p14:cNvPr>
              <p14:cNvContentPartPr/>
              <p14:nvPr/>
            </p14:nvContentPartPr>
            <p14:xfrm>
              <a:off x="1382488" y="5185851"/>
              <a:ext cx="531000" cy="46080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2BD188B9-0FBB-457E-9888-64CE308B40B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73488" y="5177211"/>
                <a:ext cx="5486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DC33466D-D2D3-44A5-B3FD-FE50A9F8B684}"/>
                  </a:ext>
                </a:extLst>
              </p14:cNvPr>
              <p14:cNvContentPartPr/>
              <p14:nvPr/>
            </p14:nvContentPartPr>
            <p14:xfrm>
              <a:off x="2215168" y="5194131"/>
              <a:ext cx="122760" cy="238320"/>
            </p14:xfrm>
          </p:contentPart>
        </mc:Choice>
        <mc:Fallback xmlns=""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DC33466D-D2D3-44A5-B3FD-FE50A9F8B68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06194" y="5185491"/>
                <a:ext cx="140348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28CB310D-C8FC-4B28-9EE3-E0FF23B73FD1}"/>
                  </a:ext>
                </a:extLst>
              </p14:cNvPr>
              <p14:cNvContentPartPr/>
              <p14:nvPr/>
            </p14:nvContentPartPr>
            <p14:xfrm>
              <a:off x="3783328" y="6394313"/>
              <a:ext cx="96480" cy="33120"/>
            </p14:xfrm>
          </p:contentPart>
        </mc:Choice>
        <mc:Fallback xmlns=""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28CB310D-C8FC-4B28-9EE3-E0FF23B73FD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74328" y="6385673"/>
                <a:ext cx="114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8EC5C095-4C19-4BD2-8549-AD41B11CD0EF}"/>
                  </a:ext>
                </a:extLst>
              </p14:cNvPr>
              <p14:cNvContentPartPr/>
              <p14:nvPr/>
            </p14:nvContentPartPr>
            <p14:xfrm>
              <a:off x="3804208" y="6522833"/>
              <a:ext cx="205200" cy="7128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8EC5C095-4C19-4BD2-8549-AD41B11CD0E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95208" y="6513833"/>
                <a:ext cx="222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C265F5EE-430E-4860-AEA7-E7580E5278EC}"/>
                  </a:ext>
                </a:extLst>
              </p14:cNvPr>
              <p14:cNvContentPartPr/>
              <p14:nvPr/>
            </p14:nvContentPartPr>
            <p14:xfrm>
              <a:off x="2753368" y="6120051"/>
              <a:ext cx="814680" cy="747720"/>
            </p14:xfrm>
          </p:contentPart>
        </mc:Choice>
        <mc:Fallback xmlns=""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C265F5EE-430E-4860-AEA7-E7580E5278E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44368" y="6111411"/>
                <a:ext cx="83232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0773E37C-C386-45FD-8DA5-0E4E8B7BFA3E}"/>
                  </a:ext>
                </a:extLst>
              </p14:cNvPr>
              <p14:cNvContentPartPr/>
              <p14:nvPr/>
            </p14:nvContentPartPr>
            <p14:xfrm>
              <a:off x="1432888" y="6136251"/>
              <a:ext cx="533520" cy="48996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0773E37C-C386-45FD-8DA5-0E4E8B7BFA3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424248" y="6127251"/>
                <a:ext cx="55116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4EF8425E-0E5D-4C93-8FC8-D4799B095360}"/>
                  </a:ext>
                </a:extLst>
              </p14:cNvPr>
              <p14:cNvContentPartPr/>
              <p14:nvPr/>
            </p14:nvContentPartPr>
            <p14:xfrm>
              <a:off x="2270608" y="6233091"/>
              <a:ext cx="133920" cy="224280"/>
            </p14:xfrm>
          </p:contentPart>
        </mc:Choice>
        <mc:Fallback xmlns=""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4EF8425E-0E5D-4C93-8FC8-D4799B09536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261608" y="6224451"/>
                <a:ext cx="1515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DC8A6E46-5661-43A3-A333-27BA355B8804}"/>
                  </a:ext>
                </a:extLst>
              </p14:cNvPr>
              <p14:cNvContentPartPr/>
              <p14:nvPr/>
            </p14:nvContentPartPr>
            <p14:xfrm>
              <a:off x="8555848" y="3604313"/>
              <a:ext cx="1715760" cy="88632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DC8A6E46-5661-43A3-A333-27BA355B880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547208" y="3595669"/>
                <a:ext cx="1733400" cy="90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2BFAF239-182E-4C0F-A69A-9100FF2608AA}"/>
                  </a:ext>
                </a:extLst>
              </p14:cNvPr>
              <p14:cNvContentPartPr/>
              <p14:nvPr/>
            </p14:nvContentPartPr>
            <p14:xfrm>
              <a:off x="10515328" y="3815633"/>
              <a:ext cx="85680" cy="864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2BFAF239-182E-4C0F-A69A-9100FF2608A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506328" y="3806633"/>
                <a:ext cx="1033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3034F340-ED4D-472F-A7F7-0589D78C4463}"/>
                  </a:ext>
                </a:extLst>
              </p14:cNvPr>
              <p14:cNvContentPartPr/>
              <p14:nvPr/>
            </p14:nvContentPartPr>
            <p14:xfrm>
              <a:off x="10486888" y="3954593"/>
              <a:ext cx="95760" cy="648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3034F340-ED4D-472F-A7F7-0589D78C446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78248" y="3945593"/>
                <a:ext cx="113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6518FADE-285B-4507-ADF7-16E8D4C893AF}"/>
                  </a:ext>
                </a:extLst>
              </p14:cNvPr>
              <p14:cNvContentPartPr/>
              <p14:nvPr/>
            </p14:nvContentPartPr>
            <p14:xfrm>
              <a:off x="12765328" y="4358153"/>
              <a:ext cx="360" cy="36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6518FADE-285B-4507-ADF7-16E8D4C893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756328" y="43495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2DF15B01-9482-46C6-AA87-E2C029C5D1BA}"/>
                  </a:ext>
                </a:extLst>
              </p14:cNvPr>
              <p14:cNvContentPartPr/>
              <p14:nvPr/>
            </p14:nvContentPartPr>
            <p14:xfrm>
              <a:off x="11860288" y="5235833"/>
              <a:ext cx="709560" cy="6588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2DF15B01-9482-46C6-AA87-E2C029C5D1B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1851648" y="5227193"/>
                <a:ext cx="727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E8CFEC8B-E329-43B5-B1FB-1A9CBBB3648C}"/>
                  </a:ext>
                </a:extLst>
              </p14:cNvPr>
              <p14:cNvContentPartPr/>
              <p14:nvPr/>
            </p14:nvContentPartPr>
            <p14:xfrm>
              <a:off x="12616648" y="5357513"/>
              <a:ext cx="360" cy="360"/>
            </p14:xfrm>
          </p:contentPart>
        </mc:Choice>
        <mc:Fallback xmlns=""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E8CFEC8B-E329-43B5-B1FB-1A9CBBB3648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608008" y="53488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748753A1-EC4E-4F05-BE04-B8008216262B}"/>
                  </a:ext>
                </a:extLst>
              </p14:cNvPr>
              <p14:cNvContentPartPr/>
              <p14:nvPr/>
            </p14:nvContentPartPr>
            <p14:xfrm>
              <a:off x="11725288" y="4721033"/>
              <a:ext cx="800640" cy="44028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748753A1-EC4E-4F05-BE04-B8008216262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716288" y="4712026"/>
                <a:ext cx="818280" cy="457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3BF14E72-4D81-4964-A2C8-DA4BD29DB296}"/>
                  </a:ext>
                </a:extLst>
              </p14:cNvPr>
              <p14:cNvContentPartPr/>
              <p14:nvPr/>
            </p14:nvContentPartPr>
            <p14:xfrm>
              <a:off x="10860928" y="3725273"/>
              <a:ext cx="1764720" cy="84312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3BF14E72-4D81-4964-A2C8-DA4BD29DB29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852286" y="3716629"/>
                <a:ext cx="1782364" cy="860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BCC73D7-9020-4639-A741-B327CA45F027}"/>
                  </a:ext>
                </a:extLst>
              </p14:cNvPr>
              <p14:cNvContentPartPr/>
              <p14:nvPr/>
            </p14:nvContentPartPr>
            <p14:xfrm>
              <a:off x="4925248" y="1798913"/>
              <a:ext cx="2534760" cy="81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BCC73D7-9020-4639-A741-B327CA45F02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07608" y="1780913"/>
                <a:ext cx="25704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D80F7D0-5BFF-4CFE-8E6F-C44364ACC8D6}"/>
                  </a:ext>
                </a:extLst>
              </p14:cNvPr>
              <p14:cNvContentPartPr/>
              <p14:nvPr/>
            </p14:nvContentPartPr>
            <p14:xfrm>
              <a:off x="8572408" y="4691873"/>
              <a:ext cx="3483000" cy="27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D80F7D0-5BFF-4CFE-8E6F-C44364ACC8D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554768" y="4674233"/>
                <a:ext cx="35186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8E74359D-7785-4EEC-AB53-14664C8470D0}"/>
                  </a:ext>
                </a:extLst>
              </p14:cNvPr>
              <p14:cNvContentPartPr/>
              <p14:nvPr/>
            </p14:nvContentPartPr>
            <p14:xfrm>
              <a:off x="1894048" y="2063873"/>
              <a:ext cx="8481240" cy="105588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8E74359D-7785-4EEC-AB53-14664C8470D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876408" y="2045873"/>
                <a:ext cx="851688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14A7ED2F-3882-482D-B897-03058981C6EA}"/>
                  </a:ext>
                </a:extLst>
              </p14:cNvPr>
              <p14:cNvContentPartPr/>
              <p14:nvPr/>
            </p14:nvContentPartPr>
            <p14:xfrm>
              <a:off x="1455208" y="4445934"/>
              <a:ext cx="1719360" cy="3960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14A7ED2F-3882-482D-B897-03058981C6E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437568" y="4427934"/>
                <a:ext cx="17550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7493BA2D-480D-4C75-9E78-AA21525CA366}"/>
                  </a:ext>
                </a:extLst>
              </p14:cNvPr>
              <p14:cNvContentPartPr/>
              <p14:nvPr/>
            </p14:nvContentPartPr>
            <p14:xfrm>
              <a:off x="4385968" y="3905934"/>
              <a:ext cx="3520440" cy="40968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7493BA2D-480D-4C75-9E78-AA21525CA36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368328" y="3887918"/>
                <a:ext cx="3556080" cy="445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A213AFE9-ED73-4D7A-B5FD-FBC147917693}"/>
                  </a:ext>
                </a:extLst>
              </p14:cNvPr>
              <p14:cNvContentPartPr/>
              <p14:nvPr/>
            </p14:nvContentPartPr>
            <p14:xfrm>
              <a:off x="4269688" y="4552913"/>
              <a:ext cx="3551400" cy="13320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A213AFE9-ED73-4D7A-B5FD-FBC14791769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52048" y="4535273"/>
                <a:ext cx="35870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3B77BCF4-60FF-46CF-8D70-94BDBFF44C4E}"/>
                  </a:ext>
                </a:extLst>
              </p14:cNvPr>
              <p14:cNvContentPartPr/>
              <p14:nvPr/>
            </p14:nvContentPartPr>
            <p14:xfrm>
              <a:off x="4385248" y="5257793"/>
              <a:ext cx="34560" cy="318240"/>
            </p14:xfrm>
          </p:contentPart>
        </mc:Choice>
        <mc:Fallback xmlns=""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3B77BCF4-60FF-46CF-8D70-94BDBFF44C4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67608" y="5239793"/>
                <a:ext cx="702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F20064B7-C292-4D0C-B138-D47CCE8F05D9}"/>
                  </a:ext>
                </a:extLst>
              </p14:cNvPr>
              <p14:cNvContentPartPr/>
              <p14:nvPr/>
            </p14:nvContentPartPr>
            <p14:xfrm>
              <a:off x="4922008" y="5191913"/>
              <a:ext cx="3129480" cy="409680"/>
            </p14:xfrm>
          </p:contentPart>
        </mc:Choice>
        <mc:Fallback xmlns=""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F20064B7-C292-4D0C-B138-D47CCE8F05D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904368" y="5174257"/>
                <a:ext cx="3165120" cy="445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27F10819-03DB-4293-AB66-C9FB37499D7E}"/>
                  </a:ext>
                </a:extLst>
              </p14:cNvPr>
              <p14:cNvContentPartPr/>
              <p14:nvPr/>
            </p14:nvContentPartPr>
            <p14:xfrm>
              <a:off x="4512328" y="5751713"/>
              <a:ext cx="3227400" cy="228960"/>
            </p14:xfrm>
          </p:contentPart>
        </mc:Choice>
        <mc:Fallback xmlns=""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27F10819-03DB-4293-AB66-C9FB37499D7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494328" y="5733713"/>
                <a:ext cx="32630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62CDA882-7DBC-4389-B482-3D1F6DAB0C0E}"/>
                  </a:ext>
                </a:extLst>
              </p14:cNvPr>
              <p14:cNvContentPartPr/>
              <p14:nvPr/>
            </p14:nvContentPartPr>
            <p14:xfrm>
              <a:off x="4382728" y="6295313"/>
              <a:ext cx="3830400" cy="442800"/>
            </p14:xfrm>
          </p:contentPart>
        </mc:Choice>
        <mc:Fallback xmlns=""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62CDA882-7DBC-4389-B482-3D1F6DAB0C0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365088" y="6277313"/>
                <a:ext cx="38660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FBE34E20-8C2D-4188-BB33-FA7B87608AD5}"/>
                  </a:ext>
                </a:extLst>
              </p14:cNvPr>
              <p14:cNvContentPartPr/>
              <p14:nvPr/>
            </p14:nvContentPartPr>
            <p14:xfrm>
              <a:off x="11089888" y="3381473"/>
              <a:ext cx="1713240" cy="1042920"/>
            </p14:xfrm>
          </p:contentPart>
        </mc:Choice>
        <mc:Fallback xmlns=""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FBE34E20-8C2D-4188-BB33-FA7B87608AD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072244" y="3363833"/>
                <a:ext cx="1748887" cy="107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5037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21195AA-D889-47C1-9D27-D81B0FC5ABE8}"/>
                  </a:ext>
                </a:extLst>
              </p14:cNvPr>
              <p14:cNvContentPartPr/>
              <p14:nvPr/>
            </p14:nvContentPartPr>
            <p14:xfrm>
              <a:off x="2422528" y="133611"/>
              <a:ext cx="98280" cy="3078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21195AA-D889-47C1-9D27-D81B0FC5AB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3528" y="124971"/>
                <a:ext cx="1159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CAE46CB-EF46-4952-AE72-9B9F97DF4549}"/>
                  </a:ext>
                </a:extLst>
              </p14:cNvPr>
              <p14:cNvContentPartPr/>
              <p14:nvPr/>
            </p14:nvContentPartPr>
            <p14:xfrm>
              <a:off x="2740048" y="141891"/>
              <a:ext cx="207000" cy="2995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CAE46CB-EF46-4952-AE72-9B9F97DF45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1048" y="132891"/>
                <a:ext cx="2246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A3064B4-0804-4E98-A8D3-0BDEBB8AB1D7}"/>
                  </a:ext>
                </a:extLst>
              </p14:cNvPr>
              <p14:cNvContentPartPr/>
              <p14:nvPr/>
            </p14:nvContentPartPr>
            <p14:xfrm>
              <a:off x="1875688" y="85731"/>
              <a:ext cx="347400" cy="41328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A3064B4-0804-4E98-A8D3-0BDEBB8AB1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7039" y="77091"/>
                <a:ext cx="365058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E2F2B956-44FD-4285-860D-F33D00BCC877}"/>
                  </a:ext>
                </a:extLst>
              </p14:cNvPr>
              <p14:cNvContentPartPr/>
              <p14:nvPr/>
            </p14:nvContentPartPr>
            <p14:xfrm>
              <a:off x="5559928" y="189771"/>
              <a:ext cx="495360" cy="2988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E2F2B956-44FD-4285-860D-F33D00BCC8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50928" y="180771"/>
                <a:ext cx="5130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08DB1261-698C-4B8E-BC7B-E75158FA769D}"/>
                  </a:ext>
                </a:extLst>
              </p14:cNvPr>
              <p14:cNvContentPartPr/>
              <p14:nvPr/>
            </p14:nvContentPartPr>
            <p14:xfrm>
              <a:off x="9648448" y="190491"/>
              <a:ext cx="371880" cy="27072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08DB1261-698C-4B8E-BC7B-E75158FA76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39448" y="181851"/>
                <a:ext cx="3895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FA9CC4A2-1537-4282-99BB-0757EFEDAFBD}"/>
                  </a:ext>
                </a:extLst>
              </p14:cNvPr>
              <p14:cNvContentPartPr/>
              <p14:nvPr/>
            </p14:nvContentPartPr>
            <p14:xfrm>
              <a:off x="6322408" y="97611"/>
              <a:ext cx="347400" cy="31284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FA9CC4A2-1537-4282-99BB-0757EFEDAF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13408" y="88971"/>
                <a:ext cx="36504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786A018E-9BE6-426E-8EFA-10457754A526}"/>
                  </a:ext>
                </a:extLst>
              </p14:cNvPr>
              <p14:cNvContentPartPr/>
              <p14:nvPr/>
            </p14:nvContentPartPr>
            <p14:xfrm>
              <a:off x="9714328" y="851451"/>
              <a:ext cx="257040" cy="28764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786A018E-9BE6-426E-8EFA-10457754A5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05328" y="842811"/>
                <a:ext cx="2746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5812867D-58BD-47E2-8BF9-18471C26149C}"/>
                  </a:ext>
                </a:extLst>
              </p14:cNvPr>
              <p14:cNvContentPartPr/>
              <p14:nvPr/>
            </p14:nvContentPartPr>
            <p14:xfrm>
              <a:off x="5254648" y="878451"/>
              <a:ext cx="250200" cy="2127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5812867D-58BD-47E2-8BF9-18471C2614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45648" y="869811"/>
                <a:ext cx="2678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F0EE6D4-C9DD-4900-8F95-05F41D30A840}"/>
                  </a:ext>
                </a:extLst>
              </p14:cNvPr>
              <p14:cNvContentPartPr/>
              <p14:nvPr/>
            </p14:nvContentPartPr>
            <p14:xfrm>
              <a:off x="5683408" y="808251"/>
              <a:ext cx="11160" cy="2826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F0EE6D4-C9DD-4900-8F95-05F41D30A8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4408" y="799611"/>
                <a:ext cx="288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50244A6-C470-47EE-BDFC-46835BECE4A8}"/>
                  </a:ext>
                </a:extLst>
              </p14:cNvPr>
              <p14:cNvContentPartPr/>
              <p14:nvPr/>
            </p14:nvContentPartPr>
            <p14:xfrm>
              <a:off x="6794728" y="801051"/>
              <a:ext cx="36000" cy="30132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50244A6-C470-47EE-BDFC-46835BECE4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85728" y="792051"/>
                <a:ext cx="536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DE234B2-8C94-4BBF-AA1B-0E424FC77E55}"/>
                  </a:ext>
                </a:extLst>
              </p14:cNvPr>
              <p14:cNvContentPartPr/>
              <p14:nvPr/>
            </p14:nvContentPartPr>
            <p14:xfrm>
              <a:off x="7166248" y="760731"/>
              <a:ext cx="3600" cy="3639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DE234B2-8C94-4BBF-AA1B-0E424FC77E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57248" y="751731"/>
                <a:ext cx="212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0C2C20CA-1A96-4122-8FAB-32160DC04BEA}"/>
                  </a:ext>
                </a:extLst>
              </p14:cNvPr>
              <p14:cNvContentPartPr/>
              <p14:nvPr/>
            </p14:nvContentPartPr>
            <p14:xfrm>
              <a:off x="5981848" y="821931"/>
              <a:ext cx="508320" cy="2361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0C2C20CA-1A96-4122-8FAB-32160DC04B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72842" y="812931"/>
                <a:ext cx="525973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66964068-C419-4E7C-9E6A-AB9753C1AB1A}"/>
                  </a:ext>
                </a:extLst>
              </p14:cNvPr>
              <p14:cNvContentPartPr/>
              <p14:nvPr/>
            </p14:nvContentPartPr>
            <p14:xfrm>
              <a:off x="1842568" y="1201011"/>
              <a:ext cx="17640" cy="396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66964068-C419-4E7C-9E6A-AB9753C1AB1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33928" y="1192011"/>
                <a:ext cx="35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590F0E9A-48A8-4B89-8CE0-F768506300CF}"/>
                  </a:ext>
                </a:extLst>
              </p14:cNvPr>
              <p14:cNvContentPartPr/>
              <p14:nvPr/>
            </p14:nvContentPartPr>
            <p14:xfrm>
              <a:off x="3824008" y="890691"/>
              <a:ext cx="154800" cy="28800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590F0E9A-48A8-4B89-8CE0-F768506300C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15008" y="882051"/>
                <a:ext cx="1724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A32637FC-9264-4C40-AE21-F8A7CC091EC9}"/>
                  </a:ext>
                </a:extLst>
              </p14:cNvPr>
              <p14:cNvContentPartPr/>
              <p14:nvPr/>
            </p14:nvContentPartPr>
            <p14:xfrm>
              <a:off x="2941648" y="908691"/>
              <a:ext cx="767520" cy="26352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A32637FC-9264-4C40-AE21-F8A7CC091E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33004" y="899691"/>
                <a:ext cx="785168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0347CDD7-0C30-45EF-A2D4-C7DE21D4E37A}"/>
                  </a:ext>
                </a:extLst>
              </p14:cNvPr>
              <p14:cNvContentPartPr/>
              <p14:nvPr/>
            </p14:nvContentPartPr>
            <p14:xfrm>
              <a:off x="2240008" y="977811"/>
              <a:ext cx="507960" cy="25560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0347CDD7-0C30-45EF-A2D4-C7DE21D4E3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31362" y="969171"/>
                <a:ext cx="525613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E73330FE-2BEA-4F7C-9644-94F51860D857}"/>
                  </a:ext>
                </a:extLst>
              </p14:cNvPr>
              <p14:cNvContentPartPr/>
              <p14:nvPr/>
            </p14:nvContentPartPr>
            <p14:xfrm>
              <a:off x="874888" y="977811"/>
              <a:ext cx="807120" cy="301320"/>
            </p14:xfrm>
          </p:contentPart>
        </mc:Choice>
        <mc:Fallback xmlns=""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E73330FE-2BEA-4F7C-9644-94F51860D85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5892" y="968811"/>
                <a:ext cx="824752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507596EC-6BA9-45EB-AF5F-F13B70A17CB4}"/>
                  </a:ext>
                </a:extLst>
              </p14:cNvPr>
              <p14:cNvContentPartPr/>
              <p14:nvPr/>
            </p14:nvContentPartPr>
            <p14:xfrm>
              <a:off x="1766608" y="2388651"/>
              <a:ext cx="185760" cy="19836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507596EC-6BA9-45EB-AF5F-F13B70A17CB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57968" y="2379651"/>
                <a:ext cx="203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709CAAD0-279C-4939-A672-760694F96575}"/>
                  </a:ext>
                </a:extLst>
              </p14:cNvPr>
              <p14:cNvContentPartPr/>
              <p14:nvPr/>
            </p14:nvContentPartPr>
            <p14:xfrm>
              <a:off x="2161888" y="2569731"/>
              <a:ext cx="27000" cy="2412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709CAAD0-279C-4939-A672-760694F965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53248" y="2561091"/>
                <a:ext cx="446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7C22633F-E2F2-4F0D-8EB5-62EAE349CCE3}"/>
                  </a:ext>
                </a:extLst>
              </p14:cNvPr>
              <p14:cNvContentPartPr/>
              <p14:nvPr/>
            </p14:nvContentPartPr>
            <p14:xfrm>
              <a:off x="3329728" y="2387931"/>
              <a:ext cx="38520" cy="221400"/>
            </p14:xfrm>
          </p:contentPart>
        </mc:Choice>
        <mc:Fallback xmlns=""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7C22633F-E2F2-4F0D-8EB5-62EAE349CC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20728" y="2378931"/>
                <a:ext cx="561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8369122C-E4FB-4785-8FCC-1275B82E2971}"/>
                  </a:ext>
                </a:extLst>
              </p14:cNvPr>
              <p14:cNvContentPartPr/>
              <p14:nvPr/>
            </p14:nvContentPartPr>
            <p14:xfrm>
              <a:off x="3570928" y="2351931"/>
              <a:ext cx="30960" cy="22788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8369122C-E4FB-4785-8FCC-1275B82E297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62288" y="2343291"/>
                <a:ext cx="48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E8429EAA-725D-4AFB-8EB5-43CFDFFF9CCA}"/>
                  </a:ext>
                </a:extLst>
              </p14:cNvPr>
              <p14:cNvContentPartPr/>
              <p14:nvPr/>
            </p14:nvContentPartPr>
            <p14:xfrm>
              <a:off x="3815008" y="2370651"/>
              <a:ext cx="25200" cy="181800"/>
            </p14:xfrm>
          </p:contentPart>
        </mc:Choice>
        <mc:Fallback xmlns=""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E8429EAA-725D-4AFB-8EB5-43CFDFFF9CC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06008" y="2361651"/>
                <a:ext cx="428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43D5A0FB-67AE-4552-9E09-493AB3C1FC4E}"/>
                  </a:ext>
                </a:extLst>
              </p14:cNvPr>
              <p14:cNvContentPartPr/>
              <p14:nvPr/>
            </p14:nvContentPartPr>
            <p14:xfrm>
              <a:off x="4067728" y="2342211"/>
              <a:ext cx="39240" cy="190800"/>
            </p14:xfrm>
          </p:contentPart>
        </mc:Choice>
        <mc:Fallback xmlns=""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43D5A0FB-67AE-4552-9E09-493AB3C1FC4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59088" y="2333571"/>
                <a:ext cx="568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548763F2-AE94-40FB-A113-57E2040A122B}"/>
                  </a:ext>
                </a:extLst>
              </p14:cNvPr>
              <p14:cNvContentPartPr/>
              <p14:nvPr/>
            </p14:nvContentPartPr>
            <p14:xfrm>
              <a:off x="333088" y="2404491"/>
              <a:ext cx="246600" cy="244080"/>
            </p14:xfrm>
          </p:contentPart>
        </mc:Choice>
        <mc:Fallback xmlns=""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548763F2-AE94-40FB-A113-57E2040A12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4448" y="2395491"/>
                <a:ext cx="2642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23ACF77A-B05D-4ED2-90D7-491ECF0BE95E}"/>
                  </a:ext>
                </a:extLst>
              </p14:cNvPr>
              <p14:cNvContentPartPr/>
              <p14:nvPr/>
            </p14:nvContentPartPr>
            <p14:xfrm>
              <a:off x="1192048" y="3061491"/>
              <a:ext cx="191520" cy="129960"/>
            </p14:xfrm>
          </p:contentPart>
        </mc:Choice>
        <mc:Fallback xmlns=""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23ACF77A-B05D-4ED2-90D7-491ECF0BE9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83048" y="3052851"/>
                <a:ext cx="2091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38A9BA80-D017-492A-B550-DF2F8990E159}"/>
                  </a:ext>
                </a:extLst>
              </p14:cNvPr>
              <p14:cNvContentPartPr/>
              <p14:nvPr/>
            </p14:nvContentPartPr>
            <p14:xfrm>
              <a:off x="1523968" y="2997051"/>
              <a:ext cx="159120" cy="208080"/>
            </p14:xfrm>
          </p:contentPart>
        </mc:Choice>
        <mc:Fallback xmlns=""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38A9BA80-D017-492A-B550-DF2F8990E1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4968" y="2988051"/>
                <a:ext cx="1767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E9A42ADD-0083-47EF-8C5E-173E70B9C05C}"/>
                  </a:ext>
                </a:extLst>
              </p14:cNvPr>
              <p14:cNvContentPartPr/>
              <p14:nvPr/>
            </p14:nvContentPartPr>
            <p14:xfrm>
              <a:off x="1850848" y="3057171"/>
              <a:ext cx="147600" cy="158760"/>
            </p14:xfrm>
          </p:contentPart>
        </mc:Choice>
        <mc:Fallback xmlns=""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E9A42ADD-0083-47EF-8C5E-173E70B9C0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41848" y="3048171"/>
                <a:ext cx="1652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69431FF2-C558-4F89-874B-38DF3F7994F2}"/>
                  </a:ext>
                </a:extLst>
              </p14:cNvPr>
              <p14:cNvContentPartPr/>
              <p14:nvPr/>
            </p14:nvContentPartPr>
            <p14:xfrm>
              <a:off x="2226688" y="3175251"/>
              <a:ext cx="63360" cy="50400"/>
            </p14:xfrm>
          </p:contentPart>
        </mc:Choice>
        <mc:Fallback xmlns=""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69431FF2-C558-4F89-874B-38DF3F7994F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17688" y="3166251"/>
                <a:ext cx="81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0E917EE1-8C78-46E4-99BB-700E1145075A}"/>
                  </a:ext>
                </a:extLst>
              </p14:cNvPr>
              <p14:cNvContentPartPr/>
              <p14:nvPr/>
            </p14:nvContentPartPr>
            <p14:xfrm>
              <a:off x="2651848" y="3030171"/>
              <a:ext cx="175320" cy="16992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0E917EE1-8C78-46E4-99BB-700E114507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43208" y="3021171"/>
                <a:ext cx="1929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C0ABB379-E88E-43C7-A278-729C1CC28C99}"/>
                  </a:ext>
                </a:extLst>
              </p14:cNvPr>
              <p14:cNvContentPartPr/>
              <p14:nvPr/>
            </p14:nvContentPartPr>
            <p14:xfrm>
              <a:off x="2947408" y="3020091"/>
              <a:ext cx="131400" cy="156600"/>
            </p14:xfrm>
          </p:contentPart>
        </mc:Choice>
        <mc:Fallback xmlns=""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C0ABB379-E88E-43C7-A278-729C1CC28C9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38768" y="3011451"/>
                <a:ext cx="149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09CFB685-4347-46BC-A0EA-2C97F812DFDF}"/>
                  </a:ext>
                </a:extLst>
              </p14:cNvPr>
              <p14:cNvContentPartPr/>
              <p14:nvPr/>
            </p14:nvContentPartPr>
            <p14:xfrm>
              <a:off x="4019848" y="3015411"/>
              <a:ext cx="30960" cy="217440"/>
            </p14:xfrm>
          </p:contentPart>
        </mc:Choice>
        <mc:Fallback xmlns=""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09CFB685-4347-46BC-A0EA-2C97F812DF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10848" y="3006771"/>
                <a:ext cx="486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FDCF18D9-D1A2-410D-A762-FA570C255163}"/>
                  </a:ext>
                </a:extLst>
              </p14:cNvPr>
              <p14:cNvContentPartPr/>
              <p14:nvPr/>
            </p14:nvContentPartPr>
            <p14:xfrm>
              <a:off x="4252048" y="3016131"/>
              <a:ext cx="5400" cy="181800"/>
            </p14:xfrm>
          </p:contentPart>
        </mc:Choice>
        <mc:Fallback xmlns=""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FDCF18D9-D1A2-410D-A762-FA570C2551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43048" y="3007491"/>
                <a:ext cx="23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7AD48CC7-EB3F-43F7-96FB-CBFABBC086B2}"/>
                  </a:ext>
                </a:extLst>
              </p14:cNvPr>
              <p14:cNvContentPartPr/>
              <p14:nvPr/>
            </p14:nvContentPartPr>
            <p14:xfrm>
              <a:off x="5313328" y="2934051"/>
              <a:ext cx="38520" cy="21312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7AD48CC7-EB3F-43F7-96FB-CBFABBC086B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04688" y="2925411"/>
                <a:ext cx="561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735B9EBE-FC56-487E-8C60-73631F27D41D}"/>
                  </a:ext>
                </a:extLst>
              </p14:cNvPr>
              <p14:cNvContentPartPr/>
              <p14:nvPr/>
            </p14:nvContentPartPr>
            <p14:xfrm>
              <a:off x="5593768" y="2963931"/>
              <a:ext cx="27720" cy="13176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735B9EBE-FC56-487E-8C60-73631F27D41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85128" y="2955291"/>
                <a:ext cx="453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4CDF2B30-4CCF-4B62-A29C-F7E702C3422E}"/>
                  </a:ext>
                </a:extLst>
              </p14:cNvPr>
              <p14:cNvContentPartPr/>
              <p14:nvPr/>
            </p14:nvContentPartPr>
            <p14:xfrm>
              <a:off x="5963848" y="2884731"/>
              <a:ext cx="13680" cy="13176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4CDF2B30-4CCF-4B62-A29C-F7E702C342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954848" y="2876091"/>
                <a:ext cx="3132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EF38F76F-8A34-48C9-B943-6D7E456D2FB3}"/>
                  </a:ext>
                </a:extLst>
              </p14:cNvPr>
              <p14:cNvContentPartPr/>
              <p14:nvPr/>
            </p14:nvContentPartPr>
            <p14:xfrm>
              <a:off x="5922088" y="3174531"/>
              <a:ext cx="98280" cy="15192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EF38F76F-8A34-48C9-B943-6D7E456D2FB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13448" y="3165531"/>
                <a:ext cx="1159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EFC08512-F909-4C74-9A8A-8346A2E305EF}"/>
                  </a:ext>
                </a:extLst>
              </p14:cNvPr>
              <p14:cNvContentPartPr/>
              <p14:nvPr/>
            </p14:nvContentPartPr>
            <p14:xfrm>
              <a:off x="6276328" y="2980131"/>
              <a:ext cx="216000" cy="189360"/>
            </p14:xfrm>
          </p:contentPart>
        </mc:Choice>
        <mc:Fallback xmlns=""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EFC08512-F909-4C74-9A8A-8346A2E305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267328" y="2971131"/>
                <a:ext cx="2336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D4BAF7B3-CCB9-485B-866E-238151212DF9}"/>
                  </a:ext>
                </a:extLst>
              </p14:cNvPr>
              <p14:cNvContentPartPr/>
              <p14:nvPr/>
            </p14:nvContentPartPr>
            <p14:xfrm>
              <a:off x="6677008" y="2922171"/>
              <a:ext cx="30240" cy="233280"/>
            </p14:xfrm>
          </p:contentPart>
        </mc:Choice>
        <mc:Fallback xmlns=""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D4BAF7B3-CCB9-485B-866E-238151212DF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68008" y="2913531"/>
                <a:ext cx="478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92DC53D7-D610-4A51-B571-F5B58803A2C8}"/>
                  </a:ext>
                </a:extLst>
              </p14:cNvPr>
              <p14:cNvContentPartPr/>
              <p14:nvPr/>
            </p14:nvContentPartPr>
            <p14:xfrm>
              <a:off x="6973288" y="2940891"/>
              <a:ext cx="155880" cy="177120"/>
            </p14:xfrm>
          </p:contentPart>
        </mc:Choice>
        <mc:Fallback xmlns=""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92DC53D7-D610-4A51-B571-F5B58803A2C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64648" y="2932251"/>
                <a:ext cx="1735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A020EE60-243D-4D75-A9D7-78277CBF45D7}"/>
                  </a:ext>
                </a:extLst>
              </p14:cNvPr>
              <p14:cNvContentPartPr/>
              <p14:nvPr/>
            </p14:nvContentPartPr>
            <p14:xfrm>
              <a:off x="7257688" y="2926131"/>
              <a:ext cx="171720" cy="201240"/>
            </p14:xfrm>
          </p:contentPart>
        </mc:Choice>
        <mc:Fallback xmlns=""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A020EE60-243D-4D75-A9D7-78277CBF45D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249048" y="2917131"/>
                <a:ext cx="1893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61A7CC6D-5A9C-4CEC-B081-1C24F0A428EA}"/>
                  </a:ext>
                </a:extLst>
              </p14:cNvPr>
              <p14:cNvContentPartPr/>
              <p14:nvPr/>
            </p14:nvContentPartPr>
            <p14:xfrm>
              <a:off x="3346648" y="2993091"/>
              <a:ext cx="450360" cy="18540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61A7CC6D-5A9C-4CEC-B081-1C24F0A428E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337648" y="2984451"/>
                <a:ext cx="4680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1BD6E2AA-590D-4F1F-92A7-D0DCD529F561}"/>
                  </a:ext>
                </a:extLst>
              </p14:cNvPr>
              <p14:cNvContentPartPr/>
              <p14:nvPr/>
            </p14:nvContentPartPr>
            <p14:xfrm>
              <a:off x="-280352" y="2427171"/>
              <a:ext cx="394920" cy="22968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1BD6E2AA-590D-4F1F-92A7-D0DCD529F56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-289352" y="2418531"/>
                <a:ext cx="4125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83B913DC-D2C5-44E7-9368-515526B1D106}"/>
                  </a:ext>
                </a:extLst>
              </p14:cNvPr>
              <p14:cNvContentPartPr/>
              <p14:nvPr/>
            </p14:nvContentPartPr>
            <p14:xfrm>
              <a:off x="2533048" y="2425011"/>
              <a:ext cx="455400" cy="18900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83B913DC-D2C5-44E7-9368-515526B1D10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524048" y="2416011"/>
                <a:ext cx="4730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8BCBCFBB-C7C7-42A5-9FB7-4969CD3E69CA}"/>
                  </a:ext>
                </a:extLst>
              </p14:cNvPr>
              <p14:cNvContentPartPr/>
              <p14:nvPr/>
            </p14:nvContentPartPr>
            <p14:xfrm>
              <a:off x="1160368" y="2378931"/>
              <a:ext cx="474480" cy="24552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8BCBCFBB-C7C7-42A5-9FB7-4969CD3E69C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51728" y="2369931"/>
                <a:ext cx="4921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F386759F-3469-4915-AFDA-C7447AE8C1CE}"/>
                  </a:ext>
                </a:extLst>
              </p14:cNvPr>
              <p14:cNvContentPartPr/>
              <p14:nvPr/>
            </p14:nvContentPartPr>
            <p14:xfrm>
              <a:off x="-249032" y="1496571"/>
              <a:ext cx="4420440" cy="651960"/>
            </p14:xfrm>
          </p:contentPart>
        </mc:Choice>
        <mc:Fallback xmlns=""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F386759F-3469-4915-AFDA-C7447AE8C1C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-257672" y="1487571"/>
                <a:ext cx="443808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804BCBCF-A894-48A6-93F9-82E8DB56A898}"/>
                  </a:ext>
                </a:extLst>
              </p14:cNvPr>
              <p14:cNvContentPartPr/>
              <p14:nvPr/>
            </p14:nvContentPartPr>
            <p14:xfrm>
              <a:off x="6980488" y="3314931"/>
              <a:ext cx="547560" cy="27360"/>
            </p14:xfrm>
          </p:contentPart>
        </mc:Choice>
        <mc:Fallback xmlns=""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804BCBCF-A894-48A6-93F9-82E8DB56A89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971488" y="3305931"/>
                <a:ext cx="565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F24E7D31-C867-4733-AA6C-E2819D50907B}"/>
                  </a:ext>
                </a:extLst>
              </p14:cNvPr>
              <p14:cNvContentPartPr/>
              <p14:nvPr/>
            </p14:nvContentPartPr>
            <p14:xfrm>
              <a:off x="2336848" y="4159851"/>
              <a:ext cx="2160" cy="360"/>
            </p14:xfrm>
          </p:contentPart>
        </mc:Choice>
        <mc:Fallback xmlns=""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F24E7D31-C867-4733-AA6C-E2819D50907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328208" y="4150851"/>
                <a:ext cx="19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D9B06B43-C15B-49B7-940D-B43F6C32CCFB}"/>
                  </a:ext>
                </a:extLst>
              </p14:cNvPr>
              <p14:cNvContentPartPr/>
              <p14:nvPr/>
            </p14:nvContentPartPr>
            <p14:xfrm>
              <a:off x="367288" y="4066251"/>
              <a:ext cx="254880" cy="230400"/>
            </p14:xfrm>
          </p:contentPart>
        </mc:Choice>
        <mc:Fallback xmlns=""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D9B06B43-C15B-49B7-940D-B43F6C32CCF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8288" y="4057611"/>
                <a:ext cx="2725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03CC2AD2-9BF2-4647-9698-EDA2303AE56D}"/>
                  </a:ext>
                </a:extLst>
              </p14:cNvPr>
              <p14:cNvContentPartPr/>
              <p14:nvPr/>
            </p14:nvContentPartPr>
            <p14:xfrm>
              <a:off x="-235712" y="4056531"/>
              <a:ext cx="397080" cy="222480"/>
            </p14:xfrm>
          </p:contentPart>
        </mc:Choice>
        <mc:Fallback xmlns=""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03CC2AD2-9BF2-4647-9698-EDA2303AE56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-244352" y="4047877"/>
                <a:ext cx="414720" cy="240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3B6BB734-0AAC-421A-A890-559EDF45B867}"/>
                  </a:ext>
                </a:extLst>
              </p14:cNvPr>
              <p14:cNvContentPartPr/>
              <p14:nvPr/>
            </p14:nvContentPartPr>
            <p14:xfrm>
              <a:off x="6520768" y="1216851"/>
              <a:ext cx="876960" cy="114120"/>
            </p14:xfrm>
          </p:contentPart>
        </mc:Choice>
        <mc:Fallback xmlns=""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3B6BB734-0AAC-421A-A890-559EDF45B86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02768" y="1199211"/>
                <a:ext cx="9126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7B9B4A99-F327-44D1-B57A-8A7D0AC14DE8}"/>
                  </a:ext>
                </a:extLst>
              </p14:cNvPr>
              <p14:cNvContentPartPr/>
              <p14:nvPr/>
            </p14:nvContentPartPr>
            <p14:xfrm>
              <a:off x="9605248" y="1252491"/>
              <a:ext cx="396720" cy="99720"/>
            </p14:xfrm>
          </p:contentPart>
        </mc:Choice>
        <mc:Fallback xmlns=""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7B9B4A99-F327-44D1-B57A-8A7D0AC14DE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88328" y="1234851"/>
                <a:ext cx="4226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F69C621D-BA6A-4767-97F3-0D6538261003}"/>
                  </a:ext>
                </a:extLst>
              </p14:cNvPr>
              <p14:cNvContentPartPr/>
              <p14:nvPr/>
            </p14:nvContentPartPr>
            <p14:xfrm>
              <a:off x="9412288" y="2581611"/>
              <a:ext cx="932760" cy="83304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F69C621D-BA6A-4767-97F3-0D65382610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394288" y="2563603"/>
                <a:ext cx="968400" cy="859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5B1EDA32-182A-454B-878D-F0A443136E14}"/>
                  </a:ext>
                </a:extLst>
              </p14:cNvPr>
              <p14:cNvContentPartPr/>
              <p14:nvPr/>
            </p14:nvContentPartPr>
            <p14:xfrm>
              <a:off x="-3512" y="3417891"/>
              <a:ext cx="680400" cy="384840"/>
            </p14:xfrm>
          </p:contentPart>
        </mc:Choice>
        <mc:Fallback xmlns=""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5B1EDA32-182A-454B-878D-F0A443136E1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12152" y="3400234"/>
                <a:ext cx="707040" cy="420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00C8DEA0-42E8-43F0-A21E-DC2B98BBBE7F}"/>
                  </a:ext>
                </a:extLst>
              </p14:cNvPr>
              <p14:cNvContentPartPr/>
              <p14:nvPr/>
            </p14:nvContentPartPr>
            <p14:xfrm>
              <a:off x="-833672" y="5142651"/>
              <a:ext cx="39240" cy="40680"/>
            </p14:xfrm>
          </p:contentPart>
        </mc:Choice>
        <mc:Fallback xmlns=""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00C8DEA0-42E8-43F0-A21E-DC2B98BBBE7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851312" y="5125011"/>
                <a:ext cx="74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A38F69DC-049A-4C43-AEA3-954242A6781F}"/>
                  </a:ext>
                </a:extLst>
              </p14:cNvPr>
              <p14:cNvContentPartPr/>
              <p14:nvPr/>
            </p14:nvContentPartPr>
            <p14:xfrm>
              <a:off x="817648" y="3406731"/>
              <a:ext cx="3533400" cy="491040"/>
            </p14:xfrm>
          </p:contentPart>
        </mc:Choice>
        <mc:Fallback xmlns=""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A38F69DC-049A-4C43-AEA3-954242A6781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8648" y="3388731"/>
                <a:ext cx="355104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76AB6CEA-067D-4086-AB28-9297C230C7FB}"/>
                  </a:ext>
                </a:extLst>
              </p14:cNvPr>
              <p14:cNvContentPartPr/>
              <p14:nvPr/>
            </p14:nvContentPartPr>
            <p14:xfrm>
              <a:off x="5308648" y="4232211"/>
              <a:ext cx="16920" cy="145800"/>
            </p14:xfrm>
          </p:contentPart>
        </mc:Choice>
        <mc:Fallback xmlns=""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76AB6CEA-067D-4086-AB28-9297C230C7F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99648" y="4223211"/>
                <a:ext cx="345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92F218D3-B78D-4D8A-8C60-33C553C5F15E}"/>
                  </a:ext>
                </a:extLst>
              </p14:cNvPr>
              <p14:cNvContentPartPr/>
              <p14:nvPr/>
            </p14:nvContentPartPr>
            <p14:xfrm>
              <a:off x="5767288" y="4131411"/>
              <a:ext cx="41760" cy="277920"/>
            </p14:xfrm>
          </p:contentPart>
        </mc:Choice>
        <mc:Fallback xmlns=""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92F218D3-B78D-4D8A-8C60-33C553C5F15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758288" y="4122411"/>
                <a:ext cx="594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F1342697-7F31-417B-B2D0-BA17709BCD9D}"/>
                  </a:ext>
                </a:extLst>
              </p14:cNvPr>
              <p14:cNvContentPartPr/>
              <p14:nvPr/>
            </p14:nvContentPartPr>
            <p14:xfrm>
              <a:off x="3736888" y="4218531"/>
              <a:ext cx="30960" cy="245160"/>
            </p14:xfrm>
          </p:contentPart>
        </mc:Choice>
        <mc:Fallback xmlns=""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F1342697-7F31-417B-B2D0-BA17709BCD9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27888" y="4209891"/>
                <a:ext cx="486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B367498B-B377-4D86-906D-2A127D585AA0}"/>
                  </a:ext>
                </a:extLst>
              </p14:cNvPr>
              <p14:cNvContentPartPr/>
              <p14:nvPr/>
            </p14:nvContentPartPr>
            <p14:xfrm>
              <a:off x="3968368" y="4284411"/>
              <a:ext cx="414720" cy="137880"/>
            </p14:xfrm>
          </p:contentPart>
        </mc:Choice>
        <mc:Fallback xmlns=""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B367498B-B377-4D86-906D-2A127D585AA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59376" y="4275411"/>
                <a:ext cx="432345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6F587E32-BFEA-42EB-914F-AE37DAE670F6}"/>
                  </a:ext>
                </a:extLst>
              </p14:cNvPr>
              <p14:cNvContentPartPr/>
              <p14:nvPr/>
            </p14:nvContentPartPr>
            <p14:xfrm>
              <a:off x="2818888" y="4229691"/>
              <a:ext cx="14400" cy="245160"/>
            </p14:xfrm>
          </p:contentPart>
        </mc:Choice>
        <mc:Fallback xmlns=""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6F587E32-BFEA-42EB-914F-AE37DAE670F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809888" y="4221051"/>
                <a:ext cx="32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9E772A09-8716-44EE-B3F8-29072A3E217A}"/>
                  </a:ext>
                </a:extLst>
              </p14:cNvPr>
              <p14:cNvContentPartPr/>
              <p14:nvPr/>
            </p14:nvContentPartPr>
            <p14:xfrm>
              <a:off x="3031288" y="4206651"/>
              <a:ext cx="4680" cy="284760"/>
            </p14:xfrm>
          </p:contentPart>
        </mc:Choice>
        <mc:Fallback xmlns=""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9E772A09-8716-44EE-B3F8-29072A3E217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022288" y="4198011"/>
                <a:ext cx="223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932907DE-083F-4CD0-8D09-F5DDB7F36DA0}"/>
                  </a:ext>
                </a:extLst>
              </p14:cNvPr>
              <p14:cNvContentPartPr/>
              <p14:nvPr/>
            </p14:nvContentPartPr>
            <p14:xfrm>
              <a:off x="3293368" y="4247331"/>
              <a:ext cx="141120" cy="173520"/>
            </p14:xfrm>
          </p:contentPart>
        </mc:Choice>
        <mc:Fallback xmlns=""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932907DE-083F-4CD0-8D09-F5DDB7F36DA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284728" y="4238691"/>
                <a:ext cx="1587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B1AD2548-5D33-4D11-A6C2-E4F0C629BCEF}"/>
                  </a:ext>
                </a:extLst>
              </p14:cNvPr>
              <p14:cNvContentPartPr/>
              <p14:nvPr/>
            </p14:nvContentPartPr>
            <p14:xfrm>
              <a:off x="1482568" y="4235811"/>
              <a:ext cx="25200" cy="254160"/>
            </p14:xfrm>
          </p:contentPart>
        </mc:Choice>
        <mc:Fallback xmlns=""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B1AD2548-5D33-4D11-A6C2-E4F0C629BCE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73928" y="4227171"/>
                <a:ext cx="428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FCB73C49-E1D2-4810-A993-BB566661EB21}"/>
                  </a:ext>
                </a:extLst>
              </p14:cNvPr>
              <p14:cNvContentPartPr/>
              <p14:nvPr/>
            </p14:nvContentPartPr>
            <p14:xfrm>
              <a:off x="1754008" y="4217091"/>
              <a:ext cx="7920" cy="268200"/>
            </p14:xfrm>
          </p:contentPart>
        </mc:Choice>
        <mc:Fallback xmlns=""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FCB73C49-E1D2-4810-A993-BB566661EB2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745008" y="4208451"/>
                <a:ext cx="255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0FA52206-BDD3-4C6C-BF8E-C6BAED6D06FD}"/>
                  </a:ext>
                </a:extLst>
              </p14:cNvPr>
              <p14:cNvContentPartPr/>
              <p14:nvPr/>
            </p14:nvContentPartPr>
            <p14:xfrm>
              <a:off x="2106448" y="4201611"/>
              <a:ext cx="2880" cy="243000"/>
            </p14:xfrm>
          </p:contentPart>
        </mc:Choice>
        <mc:Fallback xmlns=""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0FA52206-BDD3-4C6C-BF8E-C6BAED6D06F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097448" y="4192611"/>
                <a:ext cx="205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BDF892C0-B6A5-4590-86FD-D4EF6575A918}"/>
                  </a:ext>
                </a:extLst>
              </p14:cNvPr>
              <p14:cNvContentPartPr/>
              <p14:nvPr/>
            </p14:nvContentPartPr>
            <p14:xfrm>
              <a:off x="2387968" y="4472331"/>
              <a:ext cx="52560" cy="57600"/>
            </p14:xfrm>
          </p:contentPart>
        </mc:Choice>
        <mc:Fallback xmlns=""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BDF892C0-B6A5-4590-86FD-D4EF6575A91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378968" y="4463691"/>
                <a:ext cx="702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5CBFCD42-C62D-4CED-A75D-EE795130CC09}"/>
                  </a:ext>
                </a:extLst>
              </p14:cNvPr>
              <p14:cNvContentPartPr/>
              <p14:nvPr/>
            </p14:nvContentPartPr>
            <p14:xfrm>
              <a:off x="1439728" y="4978491"/>
              <a:ext cx="32760" cy="216720"/>
            </p14:xfrm>
          </p:contentPart>
        </mc:Choice>
        <mc:Fallback xmlns=""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5CBFCD42-C62D-4CED-A75D-EE795130CC0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430728" y="4969851"/>
                <a:ext cx="504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A182CF11-F5EC-4BC2-9AD4-269921143752}"/>
                  </a:ext>
                </a:extLst>
              </p14:cNvPr>
              <p14:cNvContentPartPr/>
              <p14:nvPr/>
            </p14:nvContentPartPr>
            <p14:xfrm>
              <a:off x="1780288" y="4961931"/>
              <a:ext cx="29520" cy="22644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A182CF11-F5EC-4BC2-9AD4-26992114375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71648" y="4953291"/>
                <a:ext cx="471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AB4507DD-C91F-48B7-BAEA-9C6B3F156218}"/>
                  </a:ext>
                </a:extLst>
              </p14:cNvPr>
              <p14:cNvContentPartPr/>
              <p14:nvPr/>
            </p14:nvContentPartPr>
            <p14:xfrm>
              <a:off x="2154328" y="4967331"/>
              <a:ext cx="38520" cy="212760"/>
            </p14:xfrm>
          </p:contentPart>
        </mc:Choice>
        <mc:Fallback xmlns=""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AB4507DD-C91F-48B7-BAEA-9C6B3F15621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145688" y="4958691"/>
                <a:ext cx="561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00A0404D-0E73-4921-BE21-8E336490783C}"/>
                  </a:ext>
                </a:extLst>
              </p14:cNvPr>
              <p14:cNvContentPartPr/>
              <p14:nvPr/>
            </p14:nvContentPartPr>
            <p14:xfrm>
              <a:off x="2468248" y="5063811"/>
              <a:ext cx="51480" cy="48600"/>
            </p14:xfrm>
          </p:contentPart>
        </mc:Choice>
        <mc:Fallback xmlns=""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00A0404D-0E73-4921-BE21-8E336490783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459608" y="5054811"/>
                <a:ext cx="691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AFB06DED-66E2-4E67-9994-A0FCF20054AA}"/>
                  </a:ext>
                </a:extLst>
              </p14:cNvPr>
              <p14:cNvContentPartPr/>
              <p14:nvPr/>
            </p14:nvContentPartPr>
            <p14:xfrm>
              <a:off x="2871088" y="4891011"/>
              <a:ext cx="30240" cy="231840"/>
            </p14:xfrm>
          </p:contentPart>
        </mc:Choice>
        <mc:Fallback xmlns=""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AFB06DED-66E2-4E67-9994-A0FCF20054A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862448" y="4882371"/>
                <a:ext cx="478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5464152F-FE7A-4D42-84EC-F2404627F05D}"/>
                  </a:ext>
                </a:extLst>
              </p14:cNvPr>
              <p14:cNvContentPartPr/>
              <p14:nvPr/>
            </p14:nvContentPartPr>
            <p14:xfrm>
              <a:off x="3150448" y="4929171"/>
              <a:ext cx="9360" cy="187920"/>
            </p14:xfrm>
          </p:contentPart>
        </mc:Choice>
        <mc:Fallback xmlns=""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5464152F-FE7A-4D42-84EC-F2404627F05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41808" y="4920531"/>
                <a:ext cx="270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8D752634-1535-438C-8689-051A0BE67850}"/>
                  </a:ext>
                </a:extLst>
              </p14:cNvPr>
              <p14:cNvContentPartPr/>
              <p14:nvPr/>
            </p14:nvContentPartPr>
            <p14:xfrm>
              <a:off x="3463288" y="4901451"/>
              <a:ext cx="23400" cy="177480"/>
            </p14:xfrm>
          </p:contentPart>
        </mc:Choice>
        <mc:Fallback xmlns=""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8D752634-1535-438C-8689-051A0BE6785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454648" y="4892811"/>
                <a:ext cx="410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9C5E0371-9225-4600-BC19-D8389EBA1158}"/>
                  </a:ext>
                </a:extLst>
              </p14:cNvPr>
              <p14:cNvContentPartPr/>
              <p14:nvPr/>
            </p14:nvContentPartPr>
            <p14:xfrm>
              <a:off x="3829048" y="4879131"/>
              <a:ext cx="32040" cy="160920"/>
            </p14:xfrm>
          </p:contentPart>
        </mc:Choice>
        <mc:Fallback xmlns=""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9C5E0371-9225-4600-BC19-D8389EBA115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820048" y="4870491"/>
                <a:ext cx="496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3C168955-3B69-4D32-841B-4FAFCB7DACB9}"/>
                  </a:ext>
                </a:extLst>
              </p14:cNvPr>
              <p14:cNvContentPartPr/>
              <p14:nvPr/>
            </p14:nvContentPartPr>
            <p14:xfrm>
              <a:off x="4052968" y="4933851"/>
              <a:ext cx="180000" cy="133200"/>
            </p14:xfrm>
          </p:contentPart>
        </mc:Choice>
        <mc:Fallback xmlns=""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3C168955-3B69-4D32-841B-4FAFCB7DACB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044328" y="4925211"/>
                <a:ext cx="1976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46160D02-43AC-43F0-895C-4FB0117F0B19}"/>
                  </a:ext>
                </a:extLst>
              </p14:cNvPr>
              <p14:cNvContentPartPr/>
              <p14:nvPr/>
            </p14:nvContentPartPr>
            <p14:xfrm>
              <a:off x="4435288" y="4937451"/>
              <a:ext cx="9360" cy="204840"/>
            </p14:xfrm>
          </p:contentPart>
        </mc:Choice>
        <mc:Fallback xmlns=""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46160D02-43AC-43F0-895C-4FB0117F0B1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426288" y="4928451"/>
                <a:ext cx="27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AAF2E625-E40C-45ED-A831-AD6B7591D8D2}"/>
                  </a:ext>
                </a:extLst>
              </p14:cNvPr>
              <p14:cNvContentPartPr/>
              <p14:nvPr/>
            </p14:nvContentPartPr>
            <p14:xfrm>
              <a:off x="5397208" y="4854651"/>
              <a:ext cx="240120" cy="179640"/>
            </p14:xfrm>
          </p:contentPart>
        </mc:Choice>
        <mc:Fallback xmlns=""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AAF2E625-E40C-45ED-A831-AD6B7591D8D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388208" y="4845651"/>
                <a:ext cx="2577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393CFE96-6576-4F17-8AA4-6409561733E8}"/>
                  </a:ext>
                </a:extLst>
              </p14:cNvPr>
              <p14:cNvContentPartPr/>
              <p14:nvPr/>
            </p14:nvContentPartPr>
            <p14:xfrm>
              <a:off x="5773048" y="4876611"/>
              <a:ext cx="160200" cy="123480"/>
            </p14:xfrm>
          </p:contentPart>
        </mc:Choice>
        <mc:Fallback xmlns=""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393CFE96-6576-4F17-8AA4-6409561733E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64408" y="4867611"/>
                <a:ext cx="177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8F1F5E76-F878-4CEB-888D-A536F6211AA8}"/>
                  </a:ext>
                </a:extLst>
              </p14:cNvPr>
              <p14:cNvContentPartPr/>
              <p14:nvPr/>
            </p14:nvContentPartPr>
            <p14:xfrm>
              <a:off x="6316288" y="4847091"/>
              <a:ext cx="7920" cy="169920"/>
            </p14:xfrm>
          </p:contentPart>
        </mc:Choice>
        <mc:Fallback xmlns=""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8F1F5E76-F878-4CEB-888D-A536F6211AA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307288" y="4838451"/>
                <a:ext cx="255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5CB7A0F2-9446-4FE9-82C8-628360380AF3}"/>
                  </a:ext>
                </a:extLst>
              </p14:cNvPr>
              <p14:cNvContentPartPr/>
              <p14:nvPr/>
            </p14:nvContentPartPr>
            <p14:xfrm>
              <a:off x="6646408" y="4817211"/>
              <a:ext cx="11880" cy="141480"/>
            </p14:xfrm>
          </p:contentPart>
        </mc:Choice>
        <mc:Fallback xmlns=""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5CB7A0F2-9446-4FE9-82C8-628360380AF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637408" y="4808571"/>
                <a:ext cx="295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915772DE-8989-42A2-8743-6D142ED2AD96}"/>
                  </a:ext>
                </a:extLst>
              </p14:cNvPr>
              <p14:cNvContentPartPr/>
              <p14:nvPr/>
            </p14:nvContentPartPr>
            <p14:xfrm>
              <a:off x="7001368" y="4735851"/>
              <a:ext cx="34200" cy="119880"/>
            </p14:xfrm>
          </p:contentPart>
        </mc:Choice>
        <mc:Fallback xmlns=""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915772DE-8989-42A2-8743-6D142ED2AD9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992368" y="4727211"/>
                <a:ext cx="518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61C5DEFC-4CAE-40D4-B3F5-5B4501749374}"/>
                  </a:ext>
                </a:extLst>
              </p14:cNvPr>
              <p14:cNvContentPartPr/>
              <p14:nvPr/>
            </p14:nvContentPartPr>
            <p14:xfrm>
              <a:off x="6890128" y="5036811"/>
              <a:ext cx="171360" cy="143640"/>
            </p14:xfrm>
          </p:contentPart>
        </mc:Choice>
        <mc:Fallback xmlns=""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61C5DEFC-4CAE-40D4-B3F5-5B450174937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881128" y="5027811"/>
                <a:ext cx="189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93438D44-939B-42F9-8B7F-039CC3341335}"/>
                  </a:ext>
                </a:extLst>
              </p14:cNvPr>
              <p14:cNvContentPartPr/>
              <p14:nvPr/>
            </p14:nvContentPartPr>
            <p14:xfrm>
              <a:off x="7406368" y="4825851"/>
              <a:ext cx="214920" cy="205200"/>
            </p14:xfrm>
          </p:contentPart>
        </mc:Choice>
        <mc:Fallback xmlns=""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93438D44-939B-42F9-8B7F-039CC334133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397368" y="4817211"/>
                <a:ext cx="2325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DE19FFFB-4220-4862-AEC6-DEA814F57AF8}"/>
                  </a:ext>
                </a:extLst>
              </p14:cNvPr>
              <p14:cNvContentPartPr/>
              <p14:nvPr/>
            </p14:nvContentPartPr>
            <p14:xfrm>
              <a:off x="7829728" y="4840251"/>
              <a:ext cx="21960" cy="240840"/>
            </p14:xfrm>
          </p:contentPart>
        </mc:Choice>
        <mc:Fallback xmlns=""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DE19FFFB-4220-4862-AEC6-DEA814F57A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820728" y="4831611"/>
                <a:ext cx="396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C4D23927-FCE9-4AAE-8E58-962DBBF5B900}"/>
                  </a:ext>
                </a:extLst>
              </p14:cNvPr>
              <p14:cNvContentPartPr/>
              <p14:nvPr/>
            </p14:nvContentPartPr>
            <p14:xfrm>
              <a:off x="7394488" y="5206731"/>
              <a:ext cx="564480" cy="48240"/>
            </p14:xfrm>
          </p:contentPart>
        </mc:Choice>
        <mc:Fallback xmlns=""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C4D23927-FCE9-4AAE-8E58-962DBBF5B90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85488" y="5198091"/>
                <a:ext cx="5821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C14F27CE-974D-40AC-9FD0-9E37B5E9C29F}"/>
                  </a:ext>
                </a:extLst>
              </p14:cNvPr>
              <p14:cNvContentPartPr/>
              <p14:nvPr/>
            </p14:nvContentPartPr>
            <p14:xfrm>
              <a:off x="9856528" y="4795611"/>
              <a:ext cx="230040" cy="233280"/>
            </p14:xfrm>
          </p:contentPart>
        </mc:Choice>
        <mc:Fallback xmlns=""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C14F27CE-974D-40AC-9FD0-9E37B5E9C29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847888" y="4786971"/>
                <a:ext cx="247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A09B046F-4E61-4532-A48E-2526A56EC1ED}"/>
                  </a:ext>
                </a:extLst>
              </p14:cNvPr>
              <p14:cNvContentPartPr/>
              <p14:nvPr/>
            </p14:nvContentPartPr>
            <p14:xfrm>
              <a:off x="9792808" y="5146611"/>
              <a:ext cx="401040" cy="25560"/>
            </p14:xfrm>
          </p:contentPart>
        </mc:Choice>
        <mc:Fallback xmlns=""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A09B046F-4E61-4532-A48E-2526A56EC1E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783808" y="5137611"/>
                <a:ext cx="418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E5C825F5-E4C7-4C3E-9B44-1E0C834B8E07}"/>
                  </a:ext>
                </a:extLst>
              </p14:cNvPr>
              <p14:cNvContentPartPr/>
              <p14:nvPr/>
            </p14:nvContentPartPr>
            <p14:xfrm>
              <a:off x="339928" y="5498691"/>
              <a:ext cx="366840" cy="265680"/>
            </p14:xfrm>
          </p:contentPart>
        </mc:Choice>
        <mc:Fallback xmlns=""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E5C825F5-E4C7-4C3E-9B44-1E0C834B8E0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30928" y="5490051"/>
                <a:ext cx="3844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78353453-0FDF-4795-A9C6-FBDFAAABBEAF}"/>
                  </a:ext>
                </a:extLst>
              </p14:cNvPr>
              <p14:cNvContentPartPr/>
              <p14:nvPr/>
            </p14:nvContentPartPr>
            <p14:xfrm>
              <a:off x="-6032" y="5587611"/>
              <a:ext cx="230040" cy="279360"/>
            </p14:xfrm>
          </p:contentPart>
        </mc:Choice>
        <mc:Fallback xmlns=""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78353453-0FDF-4795-A9C6-FBDFAAABBEA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-14672" y="5578611"/>
                <a:ext cx="2476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12" name="墨迹 211">
                <a:extLst>
                  <a:ext uri="{FF2B5EF4-FFF2-40B4-BE49-F238E27FC236}">
                    <a16:creationId xmlns:a16="http://schemas.microsoft.com/office/drawing/2014/main" id="{EA512EDF-F2B3-4FA0-85FD-04E399CB165C}"/>
                  </a:ext>
                </a:extLst>
              </p14:cNvPr>
              <p14:cNvContentPartPr/>
              <p14:nvPr/>
            </p14:nvContentPartPr>
            <p14:xfrm>
              <a:off x="1509928" y="5487531"/>
              <a:ext cx="21240" cy="186840"/>
            </p14:xfrm>
          </p:contentPart>
        </mc:Choice>
        <mc:Fallback xmlns="">
          <p:pic>
            <p:nvPicPr>
              <p:cNvPr id="212" name="墨迹 211">
                <a:extLst>
                  <a:ext uri="{FF2B5EF4-FFF2-40B4-BE49-F238E27FC236}">
                    <a16:creationId xmlns:a16="http://schemas.microsoft.com/office/drawing/2014/main" id="{EA512EDF-F2B3-4FA0-85FD-04E399CB165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501288" y="5478891"/>
                <a:ext cx="388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161FF950-D597-46D3-9B6D-0118A558AADB}"/>
                  </a:ext>
                </a:extLst>
              </p14:cNvPr>
              <p14:cNvContentPartPr/>
              <p14:nvPr/>
            </p14:nvContentPartPr>
            <p14:xfrm>
              <a:off x="1865968" y="5470971"/>
              <a:ext cx="5400" cy="165240"/>
            </p14:xfrm>
          </p:contentPart>
        </mc:Choice>
        <mc:Fallback xmlns=""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161FF950-D597-46D3-9B6D-0118A558AAD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856968" y="5462331"/>
                <a:ext cx="23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FCF64529-4221-40DE-B9C6-9AF0812AC093}"/>
                  </a:ext>
                </a:extLst>
              </p14:cNvPr>
              <p14:cNvContentPartPr/>
              <p14:nvPr/>
            </p14:nvContentPartPr>
            <p14:xfrm>
              <a:off x="2303728" y="5443611"/>
              <a:ext cx="9360" cy="143640"/>
            </p14:xfrm>
          </p:contentPart>
        </mc:Choice>
        <mc:Fallback xmlns=""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FCF64529-4221-40DE-B9C6-9AF0812AC09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295088" y="5434611"/>
                <a:ext cx="27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B436A7B1-8D3C-43AC-972D-D84347FD1D4C}"/>
                  </a:ext>
                </a:extLst>
              </p14:cNvPr>
              <p14:cNvContentPartPr/>
              <p14:nvPr/>
            </p14:nvContentPartPr>
            <p14:xfrm>
              <a:off x="2574808" y="5530371"/>
              <a:ext cx="42120" cy="37080"/>
            </p14:xfrm>
          </p:contentPart>
        </mc:Choice>
        <mc:Fallback xmlns=""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B436A7B1-8D3C-43AC-972D-D84347FD1D4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565808" y="5521371"/>
                <a:ext cx="597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E3219D3D-73DE-4ABD-A39C-FC02BC1FC9E4}"/>
                  </a:ext>
                </a:extLst>
              </p14:cNvPr>
              <p14:cNvContentPartPr/>
              <p14:nvPr/>
            </p14:nvContentPartPr>
            <p14:xfrm>
              <a:off x="2885848" y="5429211"/>
              <a:ext cx="16920" cy="194400"/>
            </p14:xfrm>
          </p:contentPart>
        </mc:Choice>
        <mc:Fallback xmlns=""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E3219D3D-73DE-4ABD-A39C-FC02BC1FC9E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877208" y="5420571"/>
                <a:ext cx="345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BAC7FACC-2514-4831-8EF3-76381660A17E}"/>
                  </a:ext>
                </a:extLst>
              </p14:cNvPr>
              <p14:cNvContentPartPr/>
              <p14:nvPr/>
            </p14:nvContentPartPr>
            <p14:xfrm>
              <a:off x="3115528" y="5456931"/>
              <a:ext cx="16920" cy="147240"/>
            </p14:xfrm>
          </p:contentPart>
        </mc:Choice>
        <mc:Fallback xmlns=""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BAC7FACC-2514-4831-8EF3-76381660A17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106888" y="5448291"/>
                <a:ext cx="345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BAE3FCA7-E6F4-40A5-9E45-A969FC48FF17}"/>
                  </a:ext>
                </a:extLst>
              </p14:cNvPr>
              <p14:cNvContentPartPr/>
              <p14:nvPr/>
            </p14:nvContentPartPr>
            <p14:xfrm>
              <a:off x="3471928" y="5458371"/>
              <a:ext cx="182520" cy="131400"/>
            </p14:xfrm>
          </p:contentPart>
        </mc:Choice>
        <mc:Fallback xmlns=""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BAE3FCA7-E6F4-40A5-9E45-A969FC48FF1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463288" y="5449731"/>
                <a:ext cx="2001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FEA2A31D-06BA-4CCA-854E-6B3F05E5BEBE}"/>
                  </a:ext>
                </a:extLst>
              </p14:cNvPr>
              <p14:cNvContentPartPr/>
              <p14:nvPr/>
            </p14:nvContentPartPr>
            <p14:xfrm>
              <a:off x="3762088" y="5421651"/>
              <a:ext cx="146880" cy="156600"/>
            </p14:xfrm>
          </p:contentPart>
        </mc:Choice>
        <mc:Fallback xmlns=""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FEA2A31D-06BA-4CCA-854E-6B3F05E5BEB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753088" y="5413011"/>
                <a:ext cx="1645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4723438B-BC55-433D-8C56-3D36DBBE98B1}"/>
                  </a:ext>
                </a:extLst>
              </p14:cNvPr>
              <p14:cNvContentPartPr/>
              <p14:nvPr/>
            </p14:nvContentPartPr>
            <p14:xfrm>
              <a:off x="4076368" y="5481051"/>
              <a:ext cx="176760" cy="113760"/>
            </p14:xfrm>
          </p:contentPart>
        </mc:Choice>
        <mc:Fallback xmlns=""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4723438B-BC55-433D-8C56-3D36DBBE98B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067368" y="5472411"/>
                <a:ext cx="194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10BA50CE-3D1E-46A2-95E7-13CCDBC78BF2}"/>
                  </a:ext>
                </a:extLst>
              </p14:cNvPr>
              <p14:cNvContentPartPr/>
              <p14:nvPr/>
            </p14:nvContentPartPr>
            <p14:xfrm>
              <a:off x="4493248" y="5433171"/>
              <a:ext cx="6840" cy="190080"/>
            </p14:xfrm>
          </p:contentPart>
        </mc:Choice>
        <mc:Fallback xmlns=""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10BA50CE-3D1E-46A2-95E7-13CCDBC78BF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484608" y="5424171"/>
                <a:ext cx="244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73CE8E86-0C53-4381-80EC-6869316FD3C0}"/>
                  </a:ext>
                </a:extLst>
              </p14:cNvPr>
              <p14:cNvContentPartPr/>
              <p14:nvPr/>
            </p14:nvContentPartPr>
            <p14:xfrm>
              <a:off x="918808" y="5780931"/>
              <a:ext cx="5834160" cy="207720"/>
            </p14:xfrm>
          </p:contentPart>
        </mc:Choice>
        <mc:Fallback xmlns=""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73CE8E86-0C53-4381-80EC-6869316FD3C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10168" y="5771931"/>
                <a:ext cx="58518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23" name="墨迹 222">
                <a:extLst>
                  <a:ext uri="{FF2B5EF4-FFF2-40B4-BE49-F238E27FC236}">
                    <a16:creationId xmlns:a16="http://schemas.microsoft.com/office/drawing/2014/main" id="{0EC3326A-9620-42F7-B78E-15AFC31264D5}"/>
                  </a:ext>
                </a:extLst>
              </p14:cNvPr>
              <p14:cNvContentPartPr/>
              <p14:nvPr/>
            </p14:nvContentPartPr>
            <p14:xfrm>
              <a:off x="5484328" y="6238131"/>
              <a:ext cx="259200" cy="162000"/>
            </p14:xfrm>
          </p:contentPart>
        </mc:Choice>
        <mc:Fallback xmlns="">
          <p:pic>
            <p:nvPicPr>
              <p:cNvPr id="223" name="墨迹 222">
                <a:extLst>
                  <a:ext uri="{FF2B5EF4-FFF2-40B4-BE49-F238E27FC236}">
                    <a16:creationId xmlns:a16="http://schemas.microsoft.com/office/drawing/2014/main" id="{0EC3326A-9620-42F7-B78E-15AFC31264D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475688" y="6229131"/>
                <a:ext cx="2768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24" name="墨迹 223">
                <a:extLst>
                  <a:ext uri="{FF2B5EF4-FFF2-40B4-BE49-F238E27FC236}">
                    <a16:creationId xmlns:a16="http://schemas.microsoft.com/office/drawing/2014/main" id="{EEDE0795-3FCD-4CDB-8329-3202F777D18D}"/>
                  </a:ext>
                </a:extLst>
              </p14:cNvPr>
              <p14:cNvContentPartPr/>
              <p14:nvPr/>
            </p14:nvContentPartPr>
            <p14:xfrm>
              <a:off x="5834968" y="6232371"/>
              <a:ext cx="203040" cy="123480"/>
            </p14:xfrm>
          </p:contentPart>
        </mc:Choice>
        <mc:Fallback xmlns="">
          <p:pic>
            <p:nvPicPr>
              <p:cNvPr id="224" name="墨迹 223">
                <a:extLst>
                  <a:ext uri="{FF2B5EF4-FFF2-40B4-BE49-F238E27FC236}">
                    <a16:creationId xmlns:a16="http://schemas.microsoft.com/office/drawing/2014/main" id="{EEDE0795-3FCD-4CDB-8329-3202F777D18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825968" y="6223371"/>
                <a:ext cx="2206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25" name="墨迹 224">
                <a:extLst>
                  <a:ext uri="{FF2B5EF4-FFF2-40B4-BE49-F238E27FC236}">
                    <a16:creationId xmlns:a16="http://schemas.microsoft.com/office/drawing/2014/main" id="{A4A97AC3-29CA-4B10-9353-4F3E57E25D10}"/>
                  </a:ext>
                </a:extLst>
              </p14:cNvPr>
              <p14:cNvContentPartPr/>
              <p14:nvPr/>
            </p14:nvContentPartPr>
            <p14:xfrm>
              <a:off x="6318808" y="6280971"/>
              <a:ext cx="24480" cy="160200"/>
            </p14:xfrm>
          </p:contentPart>
        </mc:Choice>
        <mc:Fallback xmlns="">
          <p:pic>
            <p:nvPicPr>
              <p:cNvPr id="225" name="墨迹 224">
                <a:extLst>
                  <a:ext uri="{FF2B5EF4-FFF2-40B4-BE49-F238E27FC236}">
                    <a16:creationId xmlns:a16="http://schemas.microsoft.com/office/drawing/2014/main" id="{A4A97AC3-29CA-4B10-9353-4F3E57E25D1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309808" y="6271971"/>
                <a:ext cx="421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26" name="墨迹 225">
                <a:extLst>
                  <a:ext uri="{FF2B5EF4-FFF2-40B4-BE49-F238E27FC236}">
                    <a16:creationId xmlns:a16="http://schemas.microsoft.com/office/drawing/2014/main" id="{4BCB43BB-B039-4A82-8D7C-085E54EF57BE}"/>
                  </a:ext>
                </a:extLst>
              </p14:cNvPr>
              <p14:cNvContentPartPr/>
              <p14:nvPr/>
            </p14:nvContentPartPr>
            <p14:xfrm>
              <a:off x="6601408" y="6278811"/>
              <a:ext cx="13680" cy="224280"/>
            </p14:xfrm>
          </p:contentPart>
        </mc:Choice>
        <mc:Fallback xmlns="">
          <p:pic>
            <p:nvPicPr>
              <p:cNvPr id="226" name="墨迹 225">
                <a:extLst>
                  <a:ext uri="{FF2B5EF4-FFF2-40B4-BE49-F238E27FC236}">
                    <a16:creationId xmlns:a16="http://schemas.microsoft.com/office/drawing/2014/main" id="{4BCB43BB-B039-4A82-8D7C-085E54EF57B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592768" y="6269811"/>
                <a:ext cx="313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27" name="墨迹 226">
                <a:extLst>
                  <a:ext uri="{FF2B5EF4-FFF2-40B4-BE49-F238E27FC236}">
                    <a16:creationId xmlns:a16="http://schemas.microsoft.com/office/drawing/2014/main" id="{6BD4C0AB-963F-4582-BEAC-F32F4EF1D6C0}"/>
                  </a:ext>
                </a:extLst>
              </p14:cNvPr>
              <p14:cNvContentPartPr/>
              <p14:nvPr/>
            </p14:nvContentPartPr>
            <p14:xfrm>
              <a:off x="4229368" y="6043731"/>
              <a:ext cx="33480" cy="313200"/>
            </p14:xfrm>
          </p:contentPart>
        </mc:Choice>
        <mc:Fallback xmlns="">
          <p:pic>
            <p:nvPicPr>
              <p:cNvPr id="227" name="墨迹 226">
                <a:extLst>
                  <a:ext uri="{FF2B5EF4-FFF2-40B4-BE49-F238E27FC236}">
                    <a16:creationId xmlns:a16="http://schemas.microsoft.com/office/drawing/2014/main" id="{6BD4C0AB-963F-4582-BEAC-F32F4EF1D6C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220728" y="6034731"/>
                <a:ext cx="51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30957042-4E8C-43A8-AF06-E8CD79D457CF}"/>
                  </a:ext>
                </a:extLst>
              </p14:cNvPr>
              <p14:cNvContentPartPr/>
              <p14:nvPr/>
            </p14:nvContentPartPr>
            <p14:xfrm>
              <a:off x="4468768" y="6086931"/>
              <a:ext cx="181800" cy="191520"/>
            </p14:xfrm>
          </p:contentPart>
        </mc:Choice>
        <mc:Fallback xmlns=""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30957042-4E8C-43A8-AF06-E8CD79D457C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459768" y="6078291"/>
                <a:ext cx="1994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29" name="墨迹 228">
                <a:extLst>
                  <a:ext uri="{FF2B5EF4-FFF2-40B4-BE49-F238E27FC236}">
                    <a16:creationId xmlns:a16="http://schemas.microsoft.com/office/drawing/2014/main" id="{C07F715C-75D8-40EB-AD1F-5C1FB3172316}"/>
                  </a:ext>
                </a:extLst>
              </p14:cNvPr>
              <p14:cNvContentPartPr/>
              <p14:nvPr/>
            </p14:nvContentPartPr>
            <p14:xfrm>
              <a:off x="3558688" y="6082251"/>
              <a:ext cx="16920" cy="258120"/>
            </p14:xfrm>
          </p:contentPart>
        </mc:Choice>
        <mc:Fallback xmlns="">
          <p:pic>
            <p:nvPicPr>
              <p:cNvPr id="229" name="墨迹 228">
                <a:extLst>
                  <a:ext uri="{FF2B5EF4-FFF2-40B4-BE49-F238E27FC236}">
                    <a16:creationId xmlns:a16="http://schemas.microsoft.com/office/drawing/2014/main" id="{C07F715C-75D8-40EB-AD1F-5C1FB317231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49688" y="6073611"/>
                <a:ext cx="345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1BA9A55D-2FEB-48BF-B107-D8BC4006A989}"/>
                  </a:ext>
                </a:extLst>
              </p14:cNvPr>
              <p14:cNvContentPartPr/>
              <p14:nvPr/>
            </p14:nvContentPartPr>
            <p14:xfrm>
              <a:off x="3876208" y="6134811"/>
              <a:ext cx="32040" cy="248400"/>
            </p14:xfrm>
          </p:contentPart>
        </mc:Choice>
        <mc:Fallback xmlns=""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1BA9A55D-2FEB-48BF-B107-D8BC4006A98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867568" y="6125811"/>
                <a:ext cx="496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31" name="墨迹 230">
                <a:extLst>
                  <a:ext uri="{FF2B5EF4-FFF2-40B4-BE49-F238E27FC236}">
                    <a16:creationId xmlns:a16="http://schemas.microsoft.com/office/drawing/2014/main" id="{71895181-6802-4C34-AC2C-23F489B05B84}"/>
                  </a:ext>
                </a:extLst>
              </p14:cNvPr>
              <p14:cNvContentPartPr/>
              <p14:nvPr/>
            </p14:nvContentPartPr>
            <p14:xfrm>
              <a:off x="3148648" y="6119691"/>
              <a:ext cx="181080" cy="218520"/>
            </p14:xfrm>
          </p:contentPart>
        </mc:Choice>
        <mc:Fallback xmlns="">
          <p:pic>
            <p:nvPicPr>
              <p:cNvPr id="231" name="墨迹 230">
                <a:extLst>
                  <a:ext uri="{FF2B5EF4-FFF2-40B4-BE49-F238E27FC236}">
                    <a16:creationId xmlns:a16="http://schemas.microsoft.com/office/drawing/2014/main" id="{71895181-6802-4C34-AC2C-23F489B05B8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139648" y="6111051"/>
                <a:ext cx="198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32" name="墨迹 231">
                <a:extLst>
                  <a:ext uri="{FF2B5EF4-FFF2-40B4-BE49-F238E27FC236}">
                    <a16:creationId xmlns:a16="http://schemas.microsoft.com/office/drawing/2014/main" id="{499E9E4C-C129-4F05-A059-A9C5765D0185}"/>
                  </a:ext>
                </a:extLst>
              </p14:cNvPr>
              <p14:cNvContentPartPr/>
              <p14:nvPr/>
            </p14:nvContentPartPr>
            <p14:xfrm>
              <a:off x="2862088" y="6131571"/>
              <a:ext cx="30960" cy="236160"/>
            </p14:xfrm>
          </p:contentPart>
        </mc:Choice>
        <mc:Fallback xmlns="">
          <p:pic>
            <p:nvPicPr>
              <p:cNvPr id="232" name="墨迹 231">
                <a:extLst>
                  <a:ext uri="{FF2B5EF4-FFF2-40B4-BE49-F238E27FC236}">
                    <a16:creationId xmlns:a16="http://schemas.microsoft.com/office/drawing/2014/main" id="{499E9E4C-C129-4F05-A059-A9C5765D018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853088" y="6122931"/>
                <a:ext cx="486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33" name="墨迹 232">
                <a:extLst>
                  <a:ext uri="{FF2B5EF4-FFF2-40B4-BE49-F238E27FC236}">
                    <a16:creationId xmlns:a16="http://schemas.microsoft.com/office/drawing/2014/main" id="{667769C2-3ED8-4868-A105-B84E36FC0E57}"/>
                  </a:ext>
                </a:extLst>
              </p14:cNvPr>
              <p14:cNvContentPartPr/>
              <p14:nvPr/>
            </p14:nvContentPartPr>
            <p14:xfrm>
              <a:off x="2547088" y="6337491"/>
              <a:ext cx="39960" cy="29880"/>
            </p14:xfrm>
          </p:contentPart>
        </mc:Choice>
        <mc:Fallback xmlns="">
          <p:pic>
            <p:nvPicPr>
              <p:cNvPr id="233" name="墨迹 232">
                <a:extLst>
                  <a:ext uri="{FF2B5EF4-FFF2-40B4-BE49-F238E27FC236}">
                    <a16:creationId xmlns:a16="http://schemas.microsoft.com/office/drawing/2014/main" id="{667769C2-3ED8-4868-A105-B84E36FC0E5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538448" y="6328851"/>
                <a:ext cx="57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34" name="墨迹 233">
                <a:extLst>
                  <a:ext uri="{FF2B5EF4-FFF2-40B4-BE49-F238E27FC236}">
                    <a16:creationId xmlns:a16="http://schemas.microsoft.com/office/drawing/2014/main" id="{213FEDBF-6919-4C6D-AB15-625FE4579E72}"/>
                  </a:ext>
                </a:extLst>
              </p14:cNvPr>
              <p14:cNvContentPartPr/>
              <p14:nvPr/>
            </p14:nvContentPartPr>
            <p14:xfrm>
              <a:off x="1550608" y="6171891"/>
              <a:ext cx="30960" cy="225720"/>
            </p14:xfrm>
          </p:contentPart>
        </mc:Choice>
        <mc:Fallback xmlns="">
          <p:pic>
            <p:nvPicPr>
              <p:cNvPr id="234" name="墨迹 233">
                <a:extLst>
                  <a:ext uri="{FF2B5EF4-FFF2-40B4-BE49-F238E27FC236}">
                    <a16:creationId xmlns:a16="http://schemas.microsoft.com/office/drawing/2014/main" id="{213FEDBF-6919-4C6D-AB15-625FE4579E7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541968" y="6163251"/>
                <a:ext cx="486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35" name="墨迹 234">
                <a:extLst>
                  <a:ext uri="{FF2B5EF4-FFF2-40B4-BE49-F238E27FC236}">
                    <a16:creationId xmlns:a16="http://schemas.microsoft.com/office/drawing/2014/main" id="{DAD29033-E87C-40A2-B5DC-96C146FF991D}"/>
                  </a:ext>
                </a:extLst>
              </p14:cNvPr>
              <p14:cNvContentPartPr/>
              <p14:nvPr/>
            </p14:nvContentPartPr>
            <p14:xfrm>
              <a:off x="1910608" y="6162891"/>
              <a:ext cx="16200" cy="143640"/>
            </p14:xfrm>
          </p:contentPart>
        </mc:Choice>
        <mc:Fallback xmlns="">
          <p:pic>
            <p:nvPicPr>
              <p:cNvPr id="235" name="墨迹 234">
                <a:extLst>
                  <a:ext uri="{FF2B5EF4-FFF2-40B4-BE49-F238E27FC236}">
                    <a16:creationId xmlns:a16="http://schemas.microsoft.com/office/drawing/2014/main" id="{DAD29033-E87C-40A2-B5DC-96C146FF991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901968" y="6154251"/>
                <a:ext cx="338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36" name="墨迹 235">
                <a:extLst>
                  <a:ext uri="{FF2B5EF4-FFF2-40B4-BE49-F238E27FC236}">
                    <a16:creationId xmlns:a16="http://schemas.microsoft.com/office/drawing/2014/main" id="{32B9F6A2-ED3F-4D38-8EE8-889690D1763C}"/>
                  </a:ext>
                </a:extLst>
              </p14:cNvPr>
              <p14:cNvContentPartPr/>
              <p14:nvPr/>
            </p14:nvContentPartPr>
            <p14:xfrm>
              <a:off x="2200768" y="6138411"/>
              <a:ext cx="5400" cy="223560"/>
            </p14:xfrm>
          </p:contentPart>
        </mc:Choice>
        <mc:Fallback xmlns="">
          <p:pic>
            <p:nvPicPr>
              <p:cNvPr id="236" name="墨迹 235">
                <a:extLst>
                  <a:ext uri="{FF2B5EF4-FFF2-40B4-BE49-F238E27FC236}">
                    <a16:creationId xmlns:a16="http://schemas.microsoft.com/office/drawing/2014/main" id="{32B9F6A2-ED3F-4D38-8EE8-889690D1763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192128" y="6129411"/>
                <a:ext cx="230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391631BE-30BA-495B-AA1A-BFBAC3EAF5B5}"/>
                  </a:ext>
                </a:extLst>
              </p14:cNvPr>
              <p14:cNvContentPartPr/>
              <p14:nvPr/>
            </p14:nvContentPartPr>
            <p14:xfrm>
              <a:off x="843208" y="6148851"/>
              <a:ext cx="12960" cy="249480"/>
            </p14:xfrm>
          </p:contentPart>
        </mc:Choice>
        <mc:Fallback xmlns=""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391631BE-30BA-495B-AA1A-BFBAC3EAF5B5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34568" y="6139851"/>
                <a:ext cx="30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1FD146AD-9304-4287-BFD4-6C8A9CCFA997}"/>
                  </a:ext>
                </a:extLst>
              </p14:cNvPr>
              <p14:cNvContentPartPr/>
              <p14:nvPr/>
            </p14:nvContentPartPr>
            <p14:xfrm>
              <a:off x="167128" y="6251091"/>
              <a:ext cx="402480" cy="207000"/>
            </p14:xfrm>
          </p:contentPart>
        </mc:Choice>
        <mc:Fallback xmlns=""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1FD146AD-9304-4287-BFD4-6C8A9CCFA99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58488" y="6242451"/>
                <a:ext cx="4201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B487B26A-F3C7-438C-8C29-7D217681B541}"/>
                  </a:ext>
                </a:extLst>
              </p14:cNvPr>
              <p14:cNvContentPartPr/>
              <p14:nvPr/>
            </p14:nvContentPartPr>
            <p14:xfrm>
              <a:off x="-277832" y="4605171"/>
              <a:ext cx="782280" cy="48240"/>
            </p14:xfrm>
          </p:contentPart>
        </mc:Choice>
        <mc:Fallback xmlns=""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B487B26A-F3C7-438C-8C29-7D217681B54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-286832" y="4596531"/>
                <a:ext cx="7999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42" name="墨迹 241">
                <a:extLst>
                  <a:ext uri="{FF2B5EF4-FFF2-40B4-BE49-F238E27FC236}">
                    <a16:creationId xmlns:a16="http://schemas.microsoft.com/office/drawing/2014/main" id="{133D9694-DBB5-4029-A1D5-4B10CB7001AC}"/>
                  </a:ext>
                </a:extLst>
              </p14:cNvPr>
              <p14:cNvContentPartPr/>
              <p14:nvPr/>
            </p14:nvContentPartPr>
            <p14:xfrm>
              <a:off x="1659328" y="6700371"/>
              <a:ext cx="34200" cy="149040"/>
            </p14:xfrm>
          </p:contentPart>
        </mc:Choice>
        <mc:Fallback xmlns="">
          <p:pic>
            <p:nvPicPr>
              <p:cNvPr id="242" name="墨迹 241">
                <a:extLst>
                  <a:ext uri="{FF2B5EF4-FFF2-40B4-BE49-F238E27FC236}">
                    <a16:creationId xmlns:a16="http://schemas.microsoft.com/office/drawing/2014/main" id="{133D9694-DBB5-4029-A1D5-4B10CB7001AC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650688" y="6691731"/>
                <a:ext cx="518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43" name="墨迹 242">
                <a:extLst>
                  <a:ext uri="{FF2B5EF4-FFF2-40B4-BE49-F238E27FC236}">
                    <a16:creationId xmlns:a16="http://schemas.microsoft.com/office/drawing/2014/main" id="{AF8B53BF-D699-4D8D-A6C0-322C82F132C8}"/>
                  </a:ext>
                </a:extLst>
              </p14:cNvPr>
              <p14:cNvContentPartPr/>
              <p14:nvPr/>
            </p14:nvContentPartPr>
            <p14:xfrm>
              <a:off x="1972888" y="6681651"/>
              <a:ext cx="30960" cy="158760"/>
            </p14:xfrm>
          </p:contentPart>
        </mc:Choice>
        <mc:Fallback xmlns="">
          <p:pic>
            <p:nvPicPr>
              <p:cNvPr id="243" name="墨迹 242">
                <a:extLst>
                  <a:ext uri="{FF2B5EF4-FFF2-40B4-BE49-F238E27FC236}">
                    <a16:creationId xmlns:a16="http://schemas.microsoft.com/office/drawing/2014/main" id="{AF8B53BF-D699-4D8D-A6C0-322C82F132C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963888" y="6673011"/>
                <a:ext cx="486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44" name="墨迹 243">
                <a:extLst>
                  <a:ext uri="{FF2B5EF4-FFF2-40B4-BE49-F238E27FC236}">
                    <a16:creationId xmlns:a16="http://schemas.microsoft.com/office/drawing/2014/main" id="{71DD0413-46E3-47E3-8676-1899AB4C4318}"/>
                  </a:ext>
                </a:extLst>
              </p14:cNvPr>
              <p14:cNvContentPartPr/>
              <p14:nvPr/>
            </p14:nvContentPartPr>
            <p14:xfrm>
              <a:off x="2262328" y="6660771"/>
              <a:ext cx="3600" cy="165240"/>
            </p14:xfrm>
          </p:contentPart>
        </mc:Choice>
        <mc:Fallback xmlns="">
          <p:pic>
            <p:nvPicPr>
              <p:cNvPr id="244" name="墨迹 243">
                <a:extLst>
                  <a:ext uri="{FF2B5EF4-FFF2-40B4-BE49-F238E27FC236}">
                    <a16:creationId xmlns:a16="http://schemas.microsoft.com/office/drawing/2014/main" id="{71DD0413-46E3-47E3-8676-1899AB4C431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253328" y="6652131"/>
                <a:ext cx="21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245" name="墨迹 244">
                <a:extLst>
                  <a:ext uri="{FF2B5EF4-FFF2-40B4-BE49-F238E27FC236}">
                    <a16:creationId xmlns:a16="http://schemas.microsoft.com/office/drawing/2014/main" id="{624F8F7D-31CF-41A0-BAD9-3304F3B93643}"/>
                  </a:ext>
                </a:extLst>
              </p14:cNvPr>
              <p14:cNvContentPartPr/>
              <p14:nvPr/>
            </p14:nvContentPartPr>
            <p14:xfrm>
              <a:off x="2629528" y="6741051"/>
              <a:ext cx="37440" cy="41760"/>
            </p14:xfrm>
          </p:contentPart>
        </mc:Choice>
        <mc:Fallback xmlns="">
          <p:pic>
            <p:nvPicPr>
              <p:cNvPr id="245" name="墨迹 244">
                <a:extLst>
                  <a:ext uri="{FF2B5EF4-FFF2-40B4-BE49-F238E27FC236}">
                    <a16:creationId xmlns:a16="http://schemas.microsoft.com/office/drawing/2014/main" id="{624F8F7D-31CF-41A0-BAD9-3304F3B9364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620528" y="6732051"/>
                <a:ext cx="550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EF9826B9-73F7-49FE-AF1D-A4BBB5BA7767}"/>
                  </a:ext>
                </a:extLst>
              </p14:cNvPr>
              <p14:cNvContentPartPr/>
              <p14:nvPr/>
            </p14:nvContentPartPr>
            <p14:xfrm>
              <a:off x="2966488" y="6629451"/>
              <a:ext cx="11160" cy="187560"/>
            </p14:xfrm>
          </p:contentPart>
        </mc:Choice>
        <mc:Fallback xmlns=""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EF9826B9-73F7-49FE-AF1D-A4BBB5BA7767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957488" y="6620811"/>
                <a:ext cx="288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47" name="墨迹 246">
                <a:extLst>
                  <a:ext uri="{FF2B5EF4-FFF2-40B4-BE49-F238E27FC236}">
                    <a16:creationId xmlns:a16="http://schemas.microsoft.com/office/drawing/2014/main" id="{132C8B89-6732-4E17-9284-61FCDB138A15}"/>
                  </a:ext>
                </a:extLst>
              </p14:cNvPr>
              <p14:cNvContentPartPr/>
              <p14:nvPr/>
            </p14:nvContentPartPr>
            <p14:xfrm>
              <a:off x="3334768" y="6584811"/>
              <a:ext cx="36000" cy="206280"/>
            </p14:xfrm>
          </p:contentPart>
        </mc:Choice>
        <mc:Fallback xmlns="">
          <p:pic>
            <p:nvPicPr>
              <p:cNvPr id="247" name="墨迹 246">
                <a:extLst>
                  <a:ext uri="{FF2B5EF4-FFF2-40B4-BE49-F238E27FC236}">
                    <a16:creationId xmlns:a16="http://schemas.microsoft.com/office/drawing/2014/main" id="{132C8B89-6732-4E17-9284-61FCDB138A15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3326128" y="6575811"/>
                <a:ext cx="536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248" name="墨迹 247">
                <a:extLst>
                  <a:ext uri="{FF2B5EF4-FFF2-40B4-BE49-F238E27FC236}">
                    <a16:creationId xmlns:a16="http://schemas.microsoft.com/office/drawing/2014/main" id="{22FC7AB3-88B4-4134-9E7D-CD39E2B71A7C}"/>
                  </a:ext>
                </a:extLst>
              </p14:cNvPr>
              <p14:cNvContentPartPr/>
              <p14:nvPr/>
            </p14:nvContentPartPr>
            <p14:xfrm>
              <a:off x="3536728" y="6562491"/>
              <a:ext cx="478080" cy="214560"/>
            </p14:xfrm>
          </p:contentPart>
        </mc:Choice>
        <mc:Fallback xmlns="">
          <p:pic>
            <p:nvPicPr>
              <p:cNvPr id="248" name="墨迹 247">
                <a:extLst>
                  <a:ext uri="{FF2B5EF4-FFF2-40B4-BE49-F238E27FC236}">
                    <a16:creationId xmlns:a16="http://schemas.microsoft.com/office/drawing/2014/main" id="{22FC7AB3-88B4-4134-9E7D-CD39E2B71A7C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3528088" y="6553491"/>
                <a:ext cx="495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49" name="墨迹 248">
                <a:extLst>
                  <a:ext uri="{FF2B5EF4-FFF2-40B4-BE49-F238E27FC236}">
                    <a16:creationId xmlns:a16="http://schemas.microsoft.com/office/drawing/2014/main" id="{122E5C06-6433-4773-A8C1-68804CC7FFC2}"/>
                  </a:ext>
                </a:extLst>
              </p14:cNvPr>
              <p14:cNvContentPartPr/>
              <p14:nvPr/>
            </p14:nvContentPartPr>
            <p14:xfrm>
              <a:off x="4275088" y="6579411"/>
              <a:ext cx="356040" cy="155520"/>
            </p14:xfrm>
          </p:contentPart>
        </mc:Choice>
        <mc:Fallback xmlns="">
          <p:pic>
            <p:nvPicPr>
              <p:cNvPr id="249" name="墨迹 248">
                <a:extLst>
                  <a:ext uri="{FF2B5EF4-FFF2-40B4-BE49-F238E27FC236}">
                    <a16:creationId xmlns:a16="http://schemas.microsoft.com/office/drawing/2014/main" id="{122E5C06-6433-4773-A8C1-68804CC7FFC2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4266448" y="6570771"/>
                <a:ext cx="373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50" name="墨迹 249">
                <a:extLst>
                  <a:ext uri="{FF2B5EF4-FFF2-40B4-BE49-F238E27FC236}">
                    <a16:creationId xmlns:a16="http://schemas.microsoft.com/office/drawing/2014/main" id="{1AB8E864-BAD8-40D4-A66C-18485218AE41}"/>
                  </a:ext>
                </a:extLst>
              </p14:cNvPr>
              <p14:cNvContentPartPr/>
              <p14:nvPr/>
            </p14:nvContentPartPr>
            <p14:xfrm>
              <a:off x="5593408" y="6621531"/>
              <a:ext cx="201600" cy="148680"/>
            </p14:xfrm>
          </p:contentPart>
        </mc:Choice>
        <mc:Fallback xmlns="">
          <p:pic>
            <p:nvPicPr>
              <p:cNvPr id="250" name="墨迹 249">
                <a:extLst>
                  <a:ext uri="{FF2B5EF4-FFF2-40B4-BE49-F238E27FC236}">
                    <a16:creationId xmlns:a16="http://schemas.microsoft.com/office/drawing/2014/main" id="{1AB8E864-BAD8-40D4-A66C-18485218AE41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5584408" y="6612531"/>
                <a:ext cx="2192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51" name="墨迹 250">
                <a:extLst>
                  <a:ext uri="{FF2B5EF4-FFF2-40B4-BE49-F238E27FC236}">
                    <a16:creationId xmlns:a16="http://schemas.microsoft.com/office/drawing/2014/main" id="{DCF5E53C-35DE-47FA-AB60-01E161A15934}"/>
                  </a:ext>
                </a:extLst>
              </p14:cNvPr>
              <p14:cNvContentPartPr/>
              <p14:nvPr/>
            </p14:nvContentPartPr>
            <p14:xfrm>
              <a:off x="5886448" y="6593811"/>
              <a:ext cx="113400" cy="120240"/>
            </p14:xfrm>
          </p:contentPart>
        </mc:Choice>
        <mc:Fallback xmlns="">
          <p:pic>
            <p:nvPicPr>
              <p:cNvPr id="251" name="墨迹 250">
                <a:extLst>
                  <a:ext uri="{FF2B5EF4-FFF2-40B4-BE49-F238E27FC236}">
                    <a16:creationId xmlns:a16="http://schemas.microsoft.com/office/drawing/2014/main" id="{DCF5E53C-35DE-47FA-AB60-01E161A1593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5877448" y="6584811"/>
                <a:ext cx="1310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52" name="墨迹 251">
                <a:extLst>
                  <a:ext uri="{FF2B5EF4-FFF2-40B4-BE49-F238E27FC236}">
                    <a16:creationId xmlns:a16="http://schemas.microsoft.com/office/drawing/2014/main" id="{1C22257A-917D-4C34-A838-9B1F68468DE1}"/>
                  </a:ext>
                </a:extLst>
              </p14:cNvPr>
              <p14:cNvContentPartPr/>
              <p14:nvPr/>
            </p14:nvContentPartPr>
            <p14:xfrm>
              <a:off x="6207208" y="6634491"/>
              <a:ext cx="69840" cy="87480"/>
            </p14:xfrm>
          </p:contentPart>
        </mc:Choice>
        <mc:Fallback xmlns="">
          <p:pic>
            <p:nvPicPr>
              <p:cNvPr id="252" name="墨迹 251">
                <a:extLst>
                  <a:ext uri="{FF2B5EF4-FFF2-40B4-BE49-F238E27FC236}">
                    <a16:creationId xmlns:a16="http://schemas.microsoft.com/office/drawing/2014/main" id="{1C22257A-917D-4C34-A838-9B1F68468DE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6198208" y="6625491"/>
                <a:ext cx="874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53" name="墨迹 252">
                <a:extLst>
                  <a:ext uri="{FF2B5EF4-FFF2-40B4-BE49-F238E27FC236}">
                    <a16:creationId xmlns:a16="http://schemas.microsoft.com/office/drawing/2014/main" id="{935B29E9-88B4-4723-876C-FACA0CF0DB2A}"/>
                  </a:ext>
                </a:extLst>
              </p14:cNvPr>
              <p14:cNvContentPartPr/>
              <p14:nvPr/>
            </p14:nvContentPartPr>
            <p14:xfrm>
              <a:off x="6563968" y="6662211"/>
              <a:ext cx="9360" cy="136800"/>
            </p14:xfrm>
          </p:contentPart>
        </mc:Choice>
        <mc:Fallback xmlns="">
          <p:pic>
            <p:nvPicPr>
              <p:cNvPr id="253" name="墨迹 252">
                <a:extLst>
                  <a:ext uri="{FF2B5EF4-FFF2-40B4-BE49-F238E27FC236}">
                    <a16:creationId xmlns:a16="http://schemas.microsoft.com/office/drawing/2014/main" id="{935B29E9-88B4-4723-876C-FACA0CF0DB2A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6555328" y="6653571"/>
                <a:ext cx="270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4" name="墨迹 253">
                <a:extLst>
                  <a:ext uri="{FF2B5EF4-FFF2-40B4-BE49-F238E27FC236}">
                    <a16:creationId xmlns:a16="http://schemas.microsoft.com/office/drawing/2014/main" id="{C5A836D8-6DAA-4AA1-A498-F49606E68DC6}"/>
                  </a:ext>
                </a:extLst>
              </p14:cNvPr>
              <p14:cNvContentPartPr/>
              <p14:nvPr/>
            </p14:nvContentPartPr>
            <p14:xfrm>
              <a:off x="6813088" y="6646011"/>
              <a:ext cx="20160" cy="129600"/>
            </p14:xfrm>
          </p:contentPart>
        </mc:Choice>
        <mc:Fallback xmlns="">
          <p:pic>
            <p:nvPicPr>
              <p:cNvPr id="254" name="墨迹 253">
                <a:extLst>
                  <a:ext uri="{FF2B5EF4-FFF2-40B4-BE49-F238E27FC236}">
                    <a16:creationId xmlns:a16="http://schemas.microsoft.com/office/drawing/2014/main" id="{C5A836D8-6DAA-4AA1-A498-F49606E68DC6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6804088" y="6637011"/>
                <a:ext cx="37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78" name="墨迹 277">
                <a:extLst>
                  <a:ext uri="{FF2B5EF4-FFF2-40B4-BE49-F238E27FC236}">
                    <a16:creationId xmlns:a16="http://schemas.microsoft.com/office/drawing/2014/main" id="{5F643F87-9BD4-4CCD-95EA-E4F02885B594}"/>
                  </a:ext>
                </a:extLst>
              </p14:cNvPr>
              <p14:cNvContentPartPr/>
              <p14:nvPr/>
            </p14:nvContentPartPr>
            <p14:xfrm>
              <a:off x="8404288" y="5452611"/>
              <a:ext cx="1321560" cy="852120"/>
            </p14:xfrm>
          </p:contentPart>
        </mc:Choice>
        <mc:Fallback xmlns="">
          <p:pic>
            <p:nvPicPr>
              <p:cNvPr id="278" name="墨迹 277">
                <a:extLst>
                  <a:ext uri="{FF2B5EF4-FFF2-40B4-BE49-F238E27FC236}">
                    <a16:creationId xmlns:a16="http://schemas.microsoft.com/office/drawing/2014/main" id="{5F643F87-9BD4-4CCD-95EA-E4F02885B594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8386293" y="5434619"/>
                <a:ext cx="1357190" cy="887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363" name="墨迹 362">
                <a:extLst>
                  <a:ext uri="{FF2B5EF4-FFF2-40B4-BE49-F238E27FC236}">
                    <a16:creationId xmlns:a16="http://schemas.microsoft.com/office/drawing/2014/main" id="{4CF72012-AF9C-423A-A2A1-724766781556}"/>
                  </a:ext>
                </a:extLst>
              </p14:cNvPr>
              <p14:cNvContentPartPr/>
              <p14:nvPr/>
            </p14:nvContentPartPr>
            <p14:xfrm>
              <a:off x="10532608" y="1922811"/>
              <a:ext cx="2689200" cy="3130560"/>
            </p14:xfrm>
          </p:contentPart>
        </mc:Choice>
        <mc:Fallback xmlns="">
          <p:pic>
            <p:nvPicPr>
              <p:cNvPr id="363" name="墨迹 362">
                <a:extLst>
                  <a:ext uri="{FF2B5EF4-FFF2-40B4-BE49-F238E27FC236}">
                    <a16:creationId xmlns:a16="http://schemas.microsoft.com/office/drawing/2014/main" id="{4CF72012-AF9C-423A-A2A1-724766781556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10523608" y="1913810"/>
                <a:ext cx="2706840" cy="3148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382" name="墨迹 381">
                <a:extLst>
                  <a:ext uri="{FF2B5EF4-FFF2-40B4-BE49-F238E27FC236}">
                    <a16:creationId xmlns:a16="http://schemas.microsoft.com/office/drawing/2014/main" id="{74C5B0A9-2A7D-48B2-8B30-FA244738A476}"/>
                  </a:ext>
                </a:extLst>
              </p14:cNvPr>
              <p14:cNvContentPartPr/>
              <p14:nvPr/>
            </p14:nvContentPartPr>
            <p14:xfrm>
              <a:off x="9927088" y="5479971"/>
              <a:ext cx="3161880" cy="1442403"/>
            </p14:xfrm>
          </p:contentPart>
        </mc:Choice>
        <mc:Fallback xmlns="">
          <p:pic>
            <p:nvPicPr>
              <p:cNvPr id="382" name="墨迹 381">
                <a:extLst>
                  <a:ext uri="{FF2B5EF4-FFF2-40B4-BE49-F238E27FC236}">
                    <a16:creationId xmlns:a16="http://schemas.microsoft.com/office/drawing/2014/main" id="{74C5B0A9-2A7D-48B2-8B30-FA244738A476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9909448" y="5462332"/>
                <a:ext cx="3197520" cy="14690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97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0</Words>
  <Application>Microsoft Office PowerPoint</Application>
  <PresentationFormat>宽屏</PresentationFormat>
  <Paragraphs>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Arrows</dc:creator>
  <cp:lastModifiedBy>Arrows</cp:lastModifiedBy>
  <cp:revision>14</cp:revision>
  <dcterms:created xsi:type="dcterms:W3CDTF">2025-06-05T01:03:19Z</dcterms:created>
  <dcterms:modified xsi:type="dcterms:W3CDTF">2025-06-05T03:12:04Z</dcterms:modified>
</cp:coreProperties>
</file>