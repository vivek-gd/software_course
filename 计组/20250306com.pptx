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5:0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3441,'0'0'23429,"0"0"-22357,0 0-704,0 0 88,0 0 64,0 0-112,-2-2-128,17 2-80,-1 0-32,6 0 41,-3 0-49,-1 0-64,6 0-48,-3 9-32,1 5-16,13 11-16,-9-2-553,-6-5-1807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5:0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0 329 24061,'0'0'4841,"0"0"-4265,0 0-432,0 0-72,103-57 56,-50 36-80,7 2-48,31-15-104,-17 8-720,-17-3-1656</inkml:trace>
  <inkml:trace contextRef="#ctx0" brushRef="#br0" timeOffset="271.288">430 0 14443,'0'0'3777,"0"0"2616,-1 25-3588,2 326 7,25 331-1401,-35-437-1657,6-321-4309,-5-92-14470,0 69 11210</inkml:trace>
  <inkml:trace contextRef="#ctx0" brushRef="#br0" timeOffset="550.712">387 674 9242,'0'0'4741,"0"0"5644,-17 2-6982,5-1-3202,5-1-116,0 1-1,0 0 1,0 0-1,0 0 1,0 1-1,0 0 1,1 0 0,-1 1-1,1 0 1,-1 0-1,1 0 1,0 1-1,0 0 1,1 0-1,-1 1 1,-2 3-85,-17 22 202,1 1 1,2 1-1,1 1 1,1 1-1,2 1 1,-4 15-203,5 12-220,26-63-302,81-91-179,-48 40 656,-8 21 65,2 1 1,0 2 0,2 2 0,1 2 0,1 1 0,1 2 0,1 1 0,1 3 0,2 1-21,26-13-810,-13 2-1526</inkml:trace>
  <inkml:trace contextRef="#ctx0" brushRef="#br0" timeOffset="987.071">935 274 28174,'0'0'908,"-8"17"-342,-45 125 429,-26 247-255,73-366-679,-5 27-290,22-74-253,163-386-426,-73 252 1131,-96 153-192,0-1-1,0 1 1,0 0-1,0 0 1,1 1-1,0 0 1,0 0-1,0 0 1,1 1-1,-1 0 1,1 0-1,0 0 1,-1 1-1,1 0 0,0 1 1,0-1-1,1 1 1,-1 0-1,0 1 1,0 0-1,0 0 1,1 1-1,-1 0 1,3 1-31,-2 2 32,-1 1 0,1 0 1,-1 0-1,-1 1 0,1 0 0,-1 0 0,0 1 0,-1 0 1,1 0-1,-1 0 0,-1 1 0,1-1 0,-1 1 1,-1 0-1,1 0 0,-1 1 0,-1-1 0,0 1 1,0-1-1,0 1 0,-1 3-32,17 66 323,44 131 375,-58-201-685,0 0 0,0-1 0,1 1 1,-1-1-1,2 0 0,-1 0 0,1-1 0,0 1 1,0-1-1,1-1 0,0 1 0,0-1 0,0 0 1,1-1-1,-1 1 0,1-2 0,0 1 0,0-1 0,0 0 1,1-1-1,-1 0 0,5 1-13,4-4 0,0 0-1,0-1 1,0-1 0,-1 0 0,0-2-1,1 0 1,-2 0 0,1-2-1,-1 0 1,0 0 0,0-2 0,0 1-1,-2-2 1,1 0 0,-1-1-1,-1 0 1,1-1 0,-2 0 0,0-1-1,-1 0 1,0-1 0,-1 0-1,0-1 1,-1 0 0,-1 0 0,0-1-1,-1 1 1,0-3 0,1-3-185,-1 0 0,-1 0 0,0 0-1,-2-1 1,0 1 0,-1-1 0,-2 0 0,0 0 0,-1 0 0,-1 1 0,-3-10 185,-13-48-2909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5:07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27950,'0'0'1712,"0"0"-1472,0 0-88,0 0 136,0 0 233,112-18-65,-37-10-208,13-7-120,5-2-72,-3 1-32,-4 3-24,-5 8-24,7 4-256,-19 7-857,-22 7-2591</inkml:trace>
  <inkml:trace contextRef="#ctx0" brushRef="#br0" timeOffset="195.372">336 803 27934,'0'0'1216,"0"0"-856,0 0 128,0 0 241,134-57-337,-70 17-224,3-4-120,0-1-48,23-11-8,-17 12-408,-18 5-1329</inkml:trace>
  <inkml:trace contextRef="#ctx0" brushRef="#br0" timeOffset="417.918">768 326 27694,'0'0'1602,"-8"22"-893,-52 160 58,49-132-579,3 0 1,2 0-1,2 1 1,2 0-1,3 0 1,2 11-189,-3-59-3,0 1 0,0-1 0,1 1 1,-1-1-1,1 0 0,0 1 0,0-1 0,0 0 0,0 0 1,0 1-1,1-1 0,0 0 0,-1 0 0,1 0 0,0-1 1,0 1-1,1 0 0,-1-1 0,0 1 0,1-1 0,0 0 1,0 0-1,-1 0 0,1 0 0,0-1 0,0 1 0,1-1 1,-1 1-1,0-1 0,0 0 0,1 0 0,-1-1 0,0 1 1,1-1-1,-1 0 0,1 1 0,-1-2 0,1 1 1,-1 0-1,0-1 0,1 1 0,-1-1 0,1 0 0,-1 0 1,0 0-1,0-1 0,0 1 0,0-1 0,0 0 0,0 0 1,0 0-1,0 0 0,-1 0 0,1 0 0,-1-1 0,0 1 1,1-1-1,-1-1 3,61-54-958,-19 12-3464,4-11-12015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5:3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23989,'0'0'3178,"0"0"-2284,0 15-618,9 240 1360,33 280-404,-24 369-1232,-14-424 246,36 1358 116,-39 187-220,22-713-110,-24-859-48,-3-399-88,2-41-184,1-34-228,1-23-634,0-19-589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5:4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12593 22613,'0'0'2062,"0"0"-771,18-1-670,116-9 143,136-15 436,117 9-1200,-85 6 190,1040-52 871,259 5-822,1247-87 196,-1939 110-301,3326-78 403,-421 129-325,880-5 102,-3070-9-123,-643-32-77,-959 28-143,56-17-708,-70 10-335,-7-2-510</inkml:trace>
  <inkml:trace contextRef="#ctx0" brushRef="#br0" timeOffset="-30413.971">3024 715 21221,'0'0'6106,"0"0"-4196,0 0-1325,0 0-75,0 0-30,-8 0-103,-131 10 242,112 1-605,1 0-1,0 1 1,1 2 0,0 1-1,1 0 1,1 2 0,0 1-1,2 1 1,0 0 0,1 2-1,1 0 1,1 2 0,1 0-1,0 0 1,2 2-1,-9 21-13,3-4 27,2 0 0,2 2 0,2 0 0,2 1 1,2 0-1,2 0 0,1 2 0,3-1 0,1 43-27,4-81 4,0 0 1,0 0-1,0 1 1,1-1-1,1 0 1,-1 0-1,2 0 1,-1 0-1,1 0 1,0 0-1,0-1 1,1 1-1,0-1 1,0 0-1,1 0 1,0-1-1,0 1 1,1-1-1,0 0 1,0-1-1,0 1 1,0-1-1,1 0 1,6 3-5,6-1 5,1 0 1,0-1 0,1-1-1,-1-1 1,1-1 0,0-1-1,-1-1 1,1 0 0,0-2-1,0 0 1,0-2 0,-1 0-1,1-1 1,-1-1 0,0-1-1,0-1 1,-1-1 0,0 0-1,0-1 1,9-7-6,59-34-192,-2-3 1,-2-4-1,-4-3 0,-1-4 1,-4-3-1,-3-3 0,52-67 192,-70 77-1863</inkml:trace>
  <inkml:trace contextRef="#ctx0" brushRef="#br0" timeOffset="-30138.438">3715 518 25461,'0'0'1766,"0"0"-782,24 5-404,146 28 687,-142-28-1006,-16-3-179,0 0 1,1 0-1,-1 1 1,0 1-1,0 0 0,-1 1 1,1 0-1,-1 0 1,0 1-1,0 1 0,9 7-82,-18-9 19,1 0 0,0 1 0,-1-1-1,0 0 1,0 1 0,-1 0 0,0-1 0,1 1-1,-2 0 1,1 0 0,-1 0 0,0-1-1,0 1 1,-1 0 0,1 0 0,-1 0-1,-1-1 1,1 1 0,-1 0 0,0-1 0,0 0-1,-1 1 1,1-1 0,-1 0 0,0 0-1,-2 1-18,-18 30-35,-2-1-1,-1-2 1,-2 0-1,-2-2 0,0-1 1,-2-2-1,-26 18 36,-35 0-2572,81-45 86</inkml:trace>
  <inkml:trace contextRef="#ctx0" brushRef="#br0" timeOffset="-29871.133">3697 676 25822,'0'0'1392,"0"0"-160,0 24-208,1 170 190,2-57-633,1 21-307,-7 0-1,-13 70-273,18-197-325,14-59-425,-3 4 481,22-36-1816,1-4-2693</inkml:trace>
  <inkml:trace contextRef="#ctx0" brushRef="#br0" timeOffset="-29455.514">4404 771 27558,'0'0'1374,"0"23"-532,1 160 237,2-124-885,3 0-1,2 0 0,3-1 1,3 0-1,19 54-193,6-45 209,-37-66-205,-1 0-1,0 0 0,1 0 0,-1 0 1,0 0-1,1-1 0,-1 1 1,1 0-1,0-1 0,-1 1 0,1-1 1,-1 1-1,1-1 0,0 0 0,-1 0 1,1 0-1,0 0 0,-1 0 0,1 0 1,0 0-1,-1 0 0,1-1 0,0 1 1,-1-1-1,1 1 0,0-1 0,-1 1 1,1-1-1,-1 0 0,0 0 0,1 0 1,-1 0-1,0 0 0,1 0 0,-1 0 1,0-1-1,0 1 0,0 0 1,0-1-1,0 1 0,0 0 0,0-1 1,0 0-4,39-56-115,-2-3 0,-3-1 0,-3-1 0,12-36 115,-15 35-119,6-15-9,-14 29 33,2 2 1,2 0 0,2 2-1,10-10 95,-37 54 4,0 1 0,0-1 0,0 1 0,0 0 0,0-1 0,0 1 0,1 0 0,-1 0 0,1-1 0,-1 1 0,1 0 0,-1 0 0,1-1 0,0 1 0,-1 0 0,1 0 0,0 0 0,0 0-1,0 0 1,0 0 0,0 0 0,0 0 0,0 1 0,0-1 0,0 0 0,1 1 0,-1-1 0,0 0 0,0 1 0,1-1 0,-1 1 0,0 0 0,1 0 0,-1-1 0,0 1 0,1 0 0,-1 0 0,0 0 0,1 0 0,-1 0 0,0 1-1,1-1 1,-1 0 0,0 1 0,1-1 0,-1 1 0,0-1 0,0 1 0,0 0 0,1-1 0,-1 1 0,0 0 0,0 0 0,0 0 0,0 0 0,0-1 0,0 2 0,-1-1 0,1 0 0,0 0 0,0 1-4,14 178 1041,-17-156-1008,2 0 1,0 1-1,2-1 0,1 1 0,1-1 0,0 0 1,2-1-1,1 1 0,1-1 0,1 0 1,1-1-1,6 9-33,-10-23-29,1-1-1,-1 0 1,1 0 0,1 0-1,-1-1 1,1 0 0,0-1-1,1 0 1,-1 0 0,1-1-1,0 0 1,1 0 29,22 9-1248</inkml:trace>
  <inkml:trace contextRef="#ctx0" brushRef="#br0" timeOffset="-28326.811">12732 1 26398,'0'0'3048,"0"0"-2632,0 0-128,0 0 41,139 19-25,-93-10-104,-1 2-112,-2 1-64,-6 2-24,-17 14-184,-12-3-1017,-8 0-4800</inkml:trace>
  <inkml:trace contextRef="#ctx0" brushRef="#br0" timeOffset="-27272.962">13863 114 29302,'0'0'576,"0"0"-296,0 0-128,163 30 113,-65-30-81,34-20-184,-21-3-873,-12-5-5832</inkml:trace>
  <inkml:trace contextRef="#ctx0" brushRef="#br0" timeOffset="-27271.962">14430 54 29134,'0'0'760,"-72"95"-472,9-15-200,-26 29 97,-15 27-17,-6 9-104,16-9-64,26-30-72,28-39-289,15-8-335,11-26-448,8-10-2609</inkml:trace>
  <inkml:trace contextRef="#ctx0" brushRef="#br0" timeOffset="-27089.31">14230 789 27454,'0'0'1184,"-77"153"-264,54-101-312,5-3-135,1 6-209,1 5-168,2 4-56,8-13-40,6-11-48,0-17-352,14-23-449,6-3-79,-3-24-1848</inkml:trace>
  <inkml:trace contextRef="#ctx0" brushRef="#br0" timeOffset="-26640.002">14707 434 22117,'0'0'4258,"0"0"-2723,0 0-846,0 0-94,0 0-21,0 0-114,12 18-144,37 63-92,-47-75-201,0 0 0,0 0 0,0 0 0,-1 0 0,1 0 0,-2 0 0,1 1 0,-1-1-1,0 0 1,0 0 0,0 1 0,-1-1 0,0 0 0,0 0 0,-1 0 0,0 1-23,-4 28 122,4-27-104,1-1-1,0 0 0,1 1 0,0-1 0,0 1 1,0-1-1,1 1 0,0-1 0,1 1 1,0-1-1,0 0 0,0 0 0,1 0 1,0 0-1,0 0 0,1-1 0,-1 1 0,2-1 1,-1 0-1,1 0 0,0-1 0,0 1 1,0-1-1,1 0 0,2 1-17,23 14 20,1-2-1,1-1 1,0-2 0,1-2-1,1 0 1,0-3 0,0 0-1,30 2-19,-63-12 7,-1 0-14,0 0-1,0-1 1,0 1 0,0 0-1,1-1 1,-1 1 0,0 0-1,0 0 1,0 0 0,1 0 0,-1 0-1,0 0 1,0 1 0,0-1-1,1 0 1,-1 0 0,0 1-1,0-1 1,0 1 0,0-1-1,0 1 1,0 0 0,0-1 0,0 1-1,0 0 1,0 0 0,0-1-1,0 1 1,-1 0 0,1 0-1,0 0 1,0 0 0,-1 0-1,1 0 1,-1 0 0,1 1 0,-1-1-1,1 0 1,-1 0 0,0 0-1,0 0 1,0 1 0,1-1-1,-1 0 1,0 0 0,0 0-1,-1 1 1,1-1 0,0 0 0,0 0-1,0 0 1,-1 1 0,1-1-1,-1 0 1,1 0 0,-1 0-1,1 0 1,-2 1 7,-149 84-216,104-61 264,-1-3-1,-1-1 1,0-3-1,-2-2 1,0-2-1,0-3 1,-1-1-1,-12-2-47,62-7 3,1 0-1,-1-1 1,1 1-1,-1-1 1,1 0 0,-1 1-1,0-1 1,1 0-1,-1 0 1,1 0 0,-1 0-1,0 0 1,1 0-1,-1 0 1,1-1 0,-1 1-1,1 0 1,-1-1-1,1 0 1,-1 1 0,1-1-1,-1 0 1,1 0-1,0 1 1,-1-1 0,1 0-1,0 0 1,0-1-1,0 1 1,0 0 0,0 0-1,0-1 1,0 1-1,0 0 1,0-1 0,0 1-1,1-1 1,-1 1-1,1-1 1,-1 1 0,1-1-1,0 1 1,-1-1-1,1 1 1,0-1 0,0 0-1,0 1 1,0-1-1,0 1 1,1-1 0,-1 0-1,0 1 1,1-1-1,-1 1 1,1-1 0,0 1-1,0-2-2,5-7-1,1-1 0,0 1 0,1 0 0,0 1-1,0-1 1,1 2 0,0-1 0,1 1 0,9-5 1,-2-1-3,149-114-407,5 9 1,152-79 409,-264 164-2006</inkml:trace>
  <inkml:trace contextRef="#ctx0" brushRef="#br0" timeOffset="-28072.448">12027 707 27694,'0'0'1896,"0"0"-1536,189-14 8,-44-14-7,18-7 47,-6-2-64,-14 5-56,-41 11-144,-25 8-104,-22 8-40,0 5-360,-12 0-937,-13 2-2879</inkml:trace>
  <inkml:trace contextRef="#ctx0" brushRef="#br0" timeOffset="-27805.923">12548 1013 23997,'0'0'4577,"0"0"-4073,0 0 48,115-26 64,-46-4-175,12-9-233,1-4-128,-1 3-80,17-10-24,-22 11-609,-19 8-1623</inkml:trace>
  <inkml:trace contextRef="#ctx0" brushRef="#br0" timeOffset="-27523.05">13003 681 27758,'-5'17'1179,"-19"64"-624,4 1 0,3 1 0,4 0 0,4 1 0,3 1-555,14 126 579,-8-210-575,1 1 1,0-1-1,-1 1 1,1-1-1,0 0 0,0 1 1,0-1-1,0 0 1,1 0-1,-1 1 1,0-1-1,0 0 0,1 0 1,-1 0-1,1-1 1,-1 1-1,1 0 0,-1 0 1,1-1-1,-1 1 1,1-1-1,0 1 1,-1-1-1,1 0 0,-1 0 1,1 0-1,0 0 1,-1 0-1,1 0 1,0 0-1,-1 0 0,1-1 1,0 1-1,-1 0 1,1-1-1,-1 0 1,1 1-1,-1-1 0,1 0 1,-1 0-1,1 0 1,-1 0-1,0 0 0,1 0 1,-1 0-1,0 0 1,0 0-1,0-1 1,0 1-1,0-1 0,0 1 1,0 0-1,-1-1 1,1 1-1,0-1 1,-1 0-1,1 0-4,319-348-2253,-232 247-695</inkml:trace>
  <inkml:trace contextRef="#ctx0" brushRef="#br0" timeOffset="-22290.445">908 9418 26598,'0'0'729,"22"-3"-437,314-56 39,129-6 954,2 20 0,1 21 0,7 21-1285,1818 16 808,-2108-10-766,1162 0 70,-513-44-112,109-50 0,-703 55-2925,-225 27-2632</inkml:trace>
  <inkml:trace contextRef="#ctx0" brushRef="#br0" timeOffset="-23929.618">1073 2994 22477,'0'0'1661,"0"0"1056,0 0-1645,0 0-609,0 0-82,0 0-27,0 0-149,5 3-29,0 3-120,1 0-1,-1 1 1,-1-1-1,1 1 0,-1 0 1,-1 1-1,1-1 1,-1 1-1,0-1 1,-1 1-1,0 0 0,0 0 1,-1 0-1,0 0 1,0 1-1,-1 6-55,23 640 490,54 571-174,-24 582 59,-52-1628-333,61 1426 133,-61-1539-266,1-249-5503,-2 83-6549</inkml:trace>
  <inkml:trace contextRef="#ctx0" brushRef="#br0" timeOffset="-23344.39">1512 3434 5577,'0'0'18299,"0"0"-13989,0 0-3835,0 0-47,23-10 51,146-58 134,-44 28-451,2 6-1,1 6 0,1 6 1,97-4-162,-126 14 17,1689-146 10,1321 102-589,-2987 56-885</inkml:trace>
  <inkml:trace contextRef="#ctx0" brushRef="#br0" timeOffset="-22875.681">7806 2939 10994,'0'0'13769,"0"0"-10567,1 17-2837,24 202 1229,18 384-701,-27-278-570,126 926 409,-24-292-564,-52-30-313,-41 171 145,-21-1083-1767,-2-16-643</inkml:trace>
  <inkml:trace contextRef="#ctx0" brushRef="#br0" timeOffset="-21088.833">2523 4723 23733,'0'0'3632,"0"0"-1764,18 2-1151,313 9 804,-182-9-1503,-146 0-111,0 0-1,0 0 0,0 0 1,-1 0-1,1 0 0,-1 0 1,0 1-1,0-1 1,0 1-1,0 0 0,0 0 1,0-1-1,-1 1 0,1 0 1,-1 1-1,0-1 0,0 0 1,0 0-1,0 0 0,-1 1 1,1-1-1,-1 0 0,0 1 1,0-1-1,0 0 0,0 1 1,-1-1-1,1 0 0,-1 1 1,0-1-1,0 0 0,0 0 1,0 0-1,-1 0 1,1 0-1,-1 0 0,0 0 1,1 0-1,-1-1 0,-2 2 94,-79 103-5295,-78 33 6787,113-101 115,-134 121 2707,182-160-4305,-1 1 1,0-1-1,1 0 0,-1 1 0,1-1 1,-1 1-1,1-1 0,-1 1 0,1-1 0,-1 1 1,1-1-1,-1 1 0,1-1 0,0 1 1,-1 0-1,1-1 0,0 1 0,0 0 1,-1-1-1,1 1 0,0 0 0,0-1 1,0 1-1,0 0 0,0-1 0,0 1 1,0 0-1,0 0 0,0-1 0,0 1 1,0 0-1,1-1 0,-1 1 0,0 0 1,0-1-1,1 1 0,-1 0 0,0-1 1,1 1-1,-1-1 0,1 1 0,-1-1 1,1 1-1,-1-1 0,1 1 0,-1-1 1,1 1-1,-1-1 0,1 0 0,-1 1 0,1-1 1,0 0-1,-1 1 0,1-1 0,0 0-9,45 1 15,-30-2 21,4 0-26,-17 0-7,0 0-1,0 0 0,0 1 1,0-1-1,0 1 1,0 0-1,0 0 0,1 0 1,-1 0-1,0 0 0,0 1 1,0-1-1,0 1 1,0 0-1,0 0 0,0 0 1,0 0-1,0 0 0,-1 1 1,1 0-1,0-1 1,-1 1-1,1 0 0,-1 0 1,0 0-1,0 0 0,0 1 1,0-1-1,0 1 0,0-1 1,0 2-3,0 20 7,-2-1 0,-1 0 1,-1 0-1,-1 1 0,-1-1 0,0-1 1,-2 1-1,-1-1 0,-1 0 0,-1 0 1,0-1-1,-10 15-7,2 2 10,-82 201 213,97-215-172,4-23-50,0 0 1,0 0 0,0 0-1,0 0 1,0-1 0,0 1-1,1-1 1,-1 0 0,0 1-1,0-1 1,1 0-1,-1 0 1,0 0 0,0-1-1,0 1 1,1 0 0,-1-1-1,0 0 1,0 1 0,0-1-1,0 0 1,0 0 0,0 0-1,0 0 1,0-1 0,0 1-1,-1 0 1,1-1 0,0 0-2,45-31-29,-3-2 1,-1-1 0,-1-3-1,18-24 29,-14 17-1,83-79 0,-125 141-39,-31 151 54,26-166-12,1 0-1,0 0 0,0 1 0,0-1 1,1 0-1,-1 0 0,0 0 1,0 0-1,1 1 0,-1-1 0,1 0 1,-1 0-1,1 0 0,-1 0 1,1 0-1,-1 0 0,1 0 0,0 0 1,0 0-1,-1-1 0,1 1 1,0 0-1,0 0 0,0-1 0,0 1 1,0 0-1,0-1 0,0 1 1,0-1-1,0 0 0,0 1 0,1-1 1,-1 0-1,0 1 0,0-1 1,0 0-1,0 0 0,1 0 1,-1 0-1,0 0 0,0 0 0,0 0 1,0-1-1,0 1 0,1 0 1,-1-1-1,0 1 0,0-1 0,0 1 1,1-1-2,53-39-42,-15-49-3012,-31 45-5084</inkml:trace>
  <inkml:trace contextRef="#ctx0" brushRef="#br0" timeOffset="-20624.074">2037 5082 27414,'0'0'847,"0"0"-351,0 0 59,22 11 13,71 39-144,-83-43-385,-1 0 1,0 1-1,-1-1 1,0 2-1,0-1 1,0 1-1,-1 1 1,-1-1-1,0 1 1,0 0-1,0 1 1,-2-1-1,1 1 0,-1 0 1,-1 0-1,0 0 1,0 1-1,-2-1 1,1 1-1,-1 0-39,2 11 6,-1-1-1,-1 0 0,-1 1 1,-1-1-1,0 0 0,-2 0 1,-1 0-1,-1 0 0,0 0 1,-2-1-1,0 0 0,-2 0 1,0-1-1,-1 0 0,-2 0 1,1-1-1,-2-1 0,-1 0 1,0-1-1,-1 0 0,-1-2 1,0 1-1,-1-2 0,-1 0 1,0-1-1,-11 5-5,-121 52-11,194-56-74,89 13 385,1-6 0,128 4-300,-231-25 20,15 4-16,-1-2 1,0-2-1,1-2 1,-1-2-1,0-2 0,0-2 1,-1-2-1,0-2 1,-1-2-1,26-12-4,82-66-1987,-85 44-804</inkml:trace>
  <inkml:trace contextRef="#ctx0" brushRef="#br0" timeOffset="-20157.817">3287 4575 28326,'0'0'628,"0"0"-373,0 0 56,0 0 173,0 0-178,8 18-155,45 99 4,-51-113-151,0 0 0,0-1-1,0 0 1,0 1 0,0-1 0,1 0 0,-1 0 0,1 0-1,0-1 1,0 1 0,0-1 0,0 1 0,0-1 0,1 0-1,-1 0 1,1-1 0,-1 1 0,1-1 0,0 1 0,-1-1-1,1 0 1,0-1 0,0 1 0,0-1 0,0 1 0,0-1-1,0 0 1,0-1 0,-1 1 0,1-1 0,0 0 0,0 1-1,2-2-3,117-63-165,59-90-1749,-169 153 1809,-27 34 654,1-5-95,43-28-282,115-37-1168,-120 39-2205,-18 2-2563</inkml:trace>
  <inkml:trace contextRef="#ctx0" brushRef="#br0" timeOffset="-19431.479">3688 4746 24309,'0'0'1869,"0"0"-861,-20 19-244,-61 61-3,70-68-627,0 0 0,2 1 0,-1 1 0,1-1 0,1 1 0,1 1 0,0-1 0,1 1 0,0 1 0,1-1 0,-1 10-134,-6 14 165,-31 112-46,42-149-234,9-19-465,16-25-109,2 1-1,2 0 0,1 3 0,3 0 0,0 2 0,2 1 1,2 2-1,17-11 690,-46 39 286,-1 0 1,0 1 0,1-1-1,0 2 1,0-1 0,0 1-1,1 0 1,-1 0-1,1 1 1,0 0 0,-1 0-1,1 1 1,3-1-287,-10 4 24,0 0 1,0-1-1,1 1 1,-1 0-1,0-1 1,-1 1-1,1 0 0,0 0 1,-1 0-1,1 0 1,-1 0-1,1 0 1,-1 0-1,0 0 1,0 0-1,0 0 0,0 0 1,0 0-1,0 0 1,0 0-1,-1 0 1,1 0-1,-1 0 0,0 0 1,1-1-1,-1 1 1,0 0-1,0 0 1,0 0-1,0-1 0,-2 2-24,-11 19 156,-1 0 0,-2-2-1,0 0 1,-1-1-1,-1 0 1,-1-2-1,-5 4-155,-12 11 224,82-32-236,-43 0 15,0-1-19,-1 0 1,1 0-1,0 1 0,0-1 0,0 1 1,0-1-1,0 1 0,0 0 0,-1 0 1,1 0-1,0 0 0,0 0 0,0 0 1,0 0-1,0 1 0,0-1 0,0 1 1,0-1-1,-1 1 0,1 0 0,0 0 1,0 0-1,-1 0 0,1 0 0,-1 0 1,1 0-1,-1 0 0,1 1 0,-1-1 1,0 1-1,1-1 0,-1 1 0,0-1 1,0 1-1,0 0 0,0-1 0,-1 1 1,1 0-1,0 0 0,-1 0 0,1 0 1,-1-1-1,0 1 0,1 0 0,-1 2 16,-1 2-46,0 0 0,0 0-1,-1 0 1,1-1 0,-1 1 0,-1-1-1,1 1 1,-1-1 0,0 0 0,0 1-1,0-2 1,-1 1 0,0 0 0,0-1-1,0 1 1,0-1 0,-1 0-1,1-1 1,-1 1 0,0-1 0,-5 2 46,-8 10-17,-86 68 24,-206 190 1158,299-262-1097,7-7-23,-1 0 0,1 0 1,0 0-1,0 1 0,0-1 1,0 1-1,1 0 0,0 0 0,0 1 1,0-1-1,1 0 0,0 1 1,0 0-1,0-1 0,0 6-45,11-5 67,114-37 98,655-305 562,-623 273-2786,-134 53-500</inkml:trace>
  <inkml:trace contextRef="#ctx0" brushRef="#br0" timeOffset="-19175.432">3684 5266 26750,'0'0'832,"0"0"-656,0 0-128,-14 104-8,14-77-40,0-4-304,0-6-1336,4-8-6394</inkml:trace>
  <inkml:trace contextRef="#ctx0" brushRef="#br0" timeOffset="-18923.732">3902 5061 26638,'0'0'1440,"0"0"-96,19 143-600,-11-32-119,0 41-89,-2 14-64,-2-3-152,-2-15-160,0-29-104,6-10-56,-8-13-256,0-29-536,0-25-2545</inkml:trace>
  <inkml:trace contextRef="#ctx0" brushRef="#br0" timeOffset="-18282.816">5727 5073 24573,'0'0'4761,"0"0"-4201,0 0-464,0 0 64,0 0 345,134-35-169,-67 7-200,1-6-88,1-1-48,-6 1-24,8-10-424,-18 9-1025,-14 3-2576</inkml:trace>
  <inkml:trace contextRef="#ctx0" brushRef="#br0" timeOffset="-17975.468">6173 4725 26318,'-3'15'1641,"-92"903"1411,94-901-3051,-1 1 1,-1-1 0,-1 0 0,0 0 0,-1 0 0,-1-1 0,0 1-1,-1-1 1,-1-1 0,-1 1 0,0-1 0,-1-1 0,-9 11-2,17-24-4,1 1 1,-1 0-1,-1-1 0,1 1 1,0-1-1,0 1 1,0-1-1,-1 0 1,1 0-1,-1 0 1,1 0-1,-1-1 0,1 1 1,-1-1-1,1 1 1,-1-1-1,0 0 1,1 0-1,-1 0 1,1-1-1,-1 1 1,0 0-1,1-1 0,-1 0 1,1 1-1,-1-1 1,1 0-1,0 0 1,-1-1-1,1 1 1,0 0-1,0-1 1,0 1-1,0-1 0,0 0 1,0 0-1,0 0 1,1 0-1,-1 0 1,1 0-1,-1 0 1,1 0-1,0-1 0,0 1 1,0 0-1,0-1 1,0 1-1,0-1 1,1 1-1,-1-1 1,1 0-1,0 1 1,0-3 3,-1-19-21,1-1 1,1 0 0,2 1 0,0-1 0,2 1 0,1 0-1,0 0 1,2 1 0,1 0 0,0 0 0,2 1 0,1 0-1,0 1 1,2 0 0,0 1 0,2 1 0,10-11 20,178-236-2929,-147 193-1689</inkml:trace>
  <inkml:trace contextRef="#ctx0" brushRef="#br0" timeOffset="-17706.016">6609 4531 27654,'0'0'712,"0"0"-544,0 0-120,0 0-48,0 0-104,0 0-944</inkml:trace>
  <inkml:trace contextRef="#ctx0" brushRef="#br0" timeOffset="-16959.317">6448 4856 28134,'0'0'954,"-7"17"-353,5-13-586,-10 25 109,0 1 0,2 0 0,2 1 0,0 0 0,2 0 0,1 9-124,4 14-1427,9-60 464,97-157-151,-74 125 880,1 2-1,1 1 1,2 1-1,2 2 0,26-17 235,-38 31 282,1 1-1,1 1 0,1 2 0,0 1 0,0 0 1,1 3-1,1 0 0,-1 2 0,13-1-281,-40 7 9,-1 1-1,0 0 1,1 1-1,-1-1 1,0 0-1,1 0 1,-1 0-1,1 1 1,0-1-1,-1 1 1,1-1-1,-1 1 1,1 0-1,0 0 1,-1 0-1,1 0 1,0 0-1,-1 0 1,1 0-1,0 0 1,-1 0 0,1 1-1,0-1 1,-1 1-1,1-1 1,-1 1-1,1 0 1,-1 0-1,1-1 1,-1 1-1,0 0 1,1 0-1,-1 1 1,0-1-1,0 0 1,0 0-1,0 0 1,0 1-1,0-1 1,0 1-1,0-1 1,0 1-1,-1-1 1,1 1 0,0-1-1,-1 1 1,0-1-1,1 1 1,-1 0-1,0-1 1,0 1-1,0 0 1,0-1-1,0 1-8,-7 13 5,-1-1 1,0 0-1,-1-1 0,0 0 0,-1 0 1,-1-1-1,0 0 0,-1-1 0,-10 8-5,-6 8 12,-177 168 1564,219-204-1715,-1 0 0,1 2 0,1 0-1,-1 0 1,1 2 0,0 0 0,1 0 0,6 0 139,-20 6 4,-1 0 0,0 0 1,0 1-1,0-1 1,0 0-1,0 1 0,0-1 1,0 1-1,0-1 1,0 1-1,-1 0 0,1-1 1,0 1-1,-1 0 1,0-1-1,1 1 0,-1 0 1,0-1-1,0 1 1,0 0-1,0 0 0,0-1 1,0 1-1,-1 0 1,1 0-1,0-1 1,-1 1-1,0 0 0,1-1 1,-1 1-1,0-1 1,0 1-1,0 0-4,-9 19 58,-2 0-1,0-1 1,-1-1 0,-1 0 0,-1 0 0,-13 12-58,3-2 157,0-2 46,17-19-143,0 1 1,0 0-1,0 0 0,1 0 1,1 1-1,0 0 1,0 0-1,1 0 0,0 1 1,-2 7-61,9-16 2,-1-1 0,1 0-1,0 0 1,0 0 0,0 0 0,1 0 0,-1 0 0,0 0-1,0-1 1,0 1 0,1-1 0,-1 0 0,0 0-1,0 0 1,1 0 0,-1 0 0,0 0 0,0 0 0,1-1-1,-1 1 1,0-1 0,0 0 0,0 1 0,0-1 0,1 0-1,-1 0 1,0-1-2,4-1 5,-5 2-9,0 0 0,0 0 0,0 0 1,0 0-1,0 1 0,0-1 0,0 0 1,0 0-1,0 1 0,0-1 0,1 0 1,-1 1-1,0 0 0,1-1 0,-1 1 1,0 0-1,1-1 0,-1 1 0,0 0 1,1 0-1,-1 0 0,0 0 0,1 0 1,-1 1-1,0-1 0,1 0 1,-1 1-1,0-1 0,0 1 0,1-1 1,-1 1-1,0-1 0,0 1 0,0 0 1,0 0-1,1-1 0,-1 1 0,0 0 1,-1 0-1,2 0 4,-4 29-5,-2-1-1,0-1 1,-2 1 0,-1-1 0,-1 0 0,-2 0 0,0-1-1,-14 23 6,-6 24 2,-10 66 369,51-143-43,69-101 86,126-197-3134,-152 221-1096</inkml:trace>
  <inkml:trace contextRef="#ctx0" brushRef="#br0" timeOffset="-16202.743">7131 4683 29566,'0'0'682,"0"0"-386,0 0-104,-3 15 35,-9 88-59,13-100-179,0 0-1,1 1 1,-1-1 0,1 0 0,-1 0 0,1 0 0,0 0 0,0 0 0,1 0 0,-1-1 0,0 1-1,1-1 1,0 1 0,0-1 0,-1 0 0,1 0 0,0 0 0,1-1 0,-1 1 0,0-1-1,0 0 1,1 0 0,-1 0 0,1 0 0,-1 0 0,1-1 0,-1 1 0,1-1 0,-1 0 0,1 0-1,-1 0 1,1-1 0,-1 1 0,1-1 0,-1 0 0,1 0 0,-1 0 0,0-1 0,0 1 0,1-1-1,-1 1 1,0-1 0,0 0 0,-1 0 0,1-1 0,1 0 11,2-2-126,0 0 0,0 0 0,-1-1 0,0 1 0,0-1 0,0-1 0,0 1 0,-1-1 0,0 0 0,-1 0 0,0 0 0,0 0 0,0 0 0,-1-1 0,0 1 0,0-1 0,-1 0 0,0 1 0,0-1 0,-1 0 0,0 0 126,-12 13 768,5 9-598,1 1 1,1 0-1,0 1 0,0-1 1,2 1-1,0 0 0,1 0 1,0 8-171,-2 9 97,-15 148 230,16-123-266,-2-1 0,-3 0 0,-3-1 0,-14 47-61,-24-20-38,47-81 37,1 0 0,-1-1 0,1 1 0,-1 0-1,0 0 1,0-1 0,0 1 0,0-1 0,0 1 0,0-1 0,0 0 0,-1 0 0,1 0 0,0 0 0,-1 0-1,1-1 1,0 1 0,-1-1 0,1 1 0,-1-1 0,1 0 0,-1 0 0,1 0 0,-1 0 0,1-1 0,-1 1-1,1 0 1,-1-1 0,1 0 0,0 0 0,-1 0 0,1 0 0,0 0 0,0 0 0,0 0 0,0-1 0,-1 0 1,-3-7-19,0 0 0,1 0 0,0 0 0,0-1 0,1 0 0,0 0 1,1 0-1,1 0 0,-1 0 0,1-1 0,1 1 0,0-1 1,1 1-1,0-1 0,0 1 0,1-1 0,1-3 19,-2-9-61,1 6-92,0 0 0,0 0 0,2 1 0,0-1 0,1 1 0,1 0 0,1 0 0,0 1 0,0-1 0,2 1 0,0 1 0,1-1 0,0 1 0,7-7 153,31-7-300,-39 58 338,-9-7 248,-1 0 1,-1 0 0,-1-1 0,0 1 0,-2-1 0,-1 0 0,-4 7-287,-1 8 281,6-6-54,22-31-191,101-100-1096,-83 65 519,-30 31 468,-3 2 71,1-1-1,-1 1 0,1-1 1,-1 1-1,1 0 1,-1 0-1,1 0 0,0 0 1,0 0-1,0 0 1,0 0-1,1 1 0,-1-1 1,0 1-1,1 0 1,-1-1-1,1 1 0,-1 0 1,1 0-1,0 1 1,-1-1-1,1 1 1,0-1-1,0 1 0,-1 0 1,1 0-1,0 0 1,0 0-1,-1 0 0,1 1 1,0-1-1,-1 1 1,1 0-1,0 0 0,-1 0 1,1 0-1,-1 0 1,1 0-1,-1 1 0,0-1 3,4 7-258,4 4 361,-8-3-7037,-2-9-7330</inkml:trace>
  <inkml:trace contextRef="#ctx0" brushRef="#br0" timeOffset="-15959.46">7526 4745 26206,'0'0'1496,"0"0"-880,0 0-216,25 95 392,-17-61-256,0-1-168,-2-1-143,-4 0-81,-2-4-72,0-1-48,0-6-24,0-11-184,0-6-625,0-4-1287</inkml:trace>
  <inkml:trace contextRef="#ctx0" brushRef="#br0" timeOffset="-15793.182">7632 4743 26926,'0'0'1656,"0"0"-968,0 0 136,0 0-167,63 108-321,-46-52-48,-1 24 48,-8 27-40,-8 30-192,-4 14-104,-32-6-160,3-39-592,4-40-8362</inkml:trace>
  <inkml:trace contextRef="#ctx0" brushRef="#br0" timeOffset="-14542.807">12665 2909 19548,'0'0'6394,"0"0"-4641,0 0-1302,-11 16-118,-2-1-220,6-6-42,0-1 1,0 1 0,1 0 0,0 1 0,1-1 0,0 1 0,0 0 0,1 1 0,0-1-1,1 1 1,1-1-72,-6 39 204,2 0 0,2 1 0,3-1 0,3 37-204,-1-38 67,51 748 627,118 776-233,-70-510-357,52 195-84,-39-424-13,-98-685-798,-15-217-981,0 8-810</inkml:trace>
  <inkml:trace contextRef="#ctx0" brushRef="#br0" timeOffset="-13725.995">12765 3022 19996,'0'0'3838,"0"0"-1464,0 0-981,0 0-501,0 0-179,22-9-141,290-119 251,-145 70-744,2 6 0,3 8-1,1 7 1,2 9 0,140-5-79,79 19-18,0 18 1,152 29 17,-540-32-3,21 0-54,0 1-1,-1 2 1,1 1 0,-1 1 0,0 1 0,0 1 0,-1 1 0,3 3 57,-27-12-5,0 0-1,0 0 1,0 0 0,0 0-1,0 0 1,0 0 0,0 1-1,0-1 1,0 0 0,0 1 0,0-1-1,0 0 1,-1 1 0,1-1-1,0 1 1,0-1 0,0 1 0,-1 0-1,1-1 1,0 1 0,-1 0-1,1 0 1,-1-1 0,1 1-1,0 0 1,-1 0 0,0 0 0,1 0-1,-1-1 1,0 1 0,1 0-1,-1 0 1,0 0 0,0 0 0,0 0-1,1 0 1,-1 0 0,0 0-1,-1 0 1,1 0 0,0 0-1,0 0 1,0 0 0,0 0 0,-1 0-1,1-1 1,-1 1 0,1 0-1,0 0 1,-1 0 0,1 0 0,-1 0-1,0-1 1,1 1 0,-1 0-1,0-1 1,1 1 0,-1 0-1,0-1 1,0 1 0,1-1 0,-1 1-1,0-1 1,0 1 0,0-1-1,0 0 6,-265-8 171,262 8-171,0 1 0,0-1 0,0 1 0,0 0 0,0 0-1,1 0 1,-1 0 0,0 0 0,1 1 0,-1 0 0,1 0 0,-1 0 0,1 0 0,0 0-1,0 1 1,0-1 0,0 1 0,0 0 0,1 0 0,-1 0 0,1 0 0,0 0-1,0 1 1,0-1 0,0 1 0,1-1 0,-1 1 0,0 3 0,-20 116 24,22-122-24,-5 180 59,9 0 0,7 0-1,9-1 1,33 133-59,-27-149 78,56 417 531,-25 4 0,-20 293-609,-35-475 33,-17-1 0,-18-2 0,-36 118-33,20-347-1927,35-146-776</inkml:trace>
  <inkml:trace contextRef="#ctx0" brushRef="#br0" timeOffset="-13425.612">13826 8337 29390,'0'0'560,"0"0"-400,206 0-112,-39-9 345,23-7 39,4 0-96,-9 4 96,-26-1-96,-12 3-136,-29 1-88,-30 2-64,-29 1-48,-18 5-8,-3-3-320,-11-6-360,-7 1-1369,-20-4-5664</inkml:trace>
  <inkml:trace contextRef="#ctx0" brushRef="#br0" timeOffset="-11827.066">28 2609 16596,'0'0'1008,"0"0"-1008,71-103-800</inkml:trace>
  <inkml:trace contextRef="#ctx0" brushRef="#br0" timeOffset="-11182.397">1 2167 20668,'0'0'3579,"0"0"-1919,0 0-1020,0 0-304,0 0 73,0 0 54,14-3-23,940-163 669,-318 64-824,971-134 282,581 2-494,1196-106 170,730 194-212,-1939 244-31,-1685-64-665,-1 21 1,315 84 664,-710-117-2646,-24-7-5750</inkml:trace>
  <inkml:trace contextRef="#ctx0" brushRef="#br0" timeOffset="-10677.264">16880 1345 24989,'0'15'842,"-21"356"1364,25 825 457,5-425-2214,-30 764 202,3-1049-555,-2 1807 618,40-1549-650,-34-548-44,13-189-82,0 0 0,-1 0 0,0 0 1,0 0-1,-1-1 0,0 1 0,0-1 1,0 0-1,-1 0 0,0 0 0,0 0 1,0 0-1,-1-1 0,0 0 0,0 0 1,0 0-1,-1-1 0,0 1 0,1-2 1,-3 2 61,-28 11-2157</inkml:trace>
  <inkml:trace contextRef="#ctx0" brushRef="#br0" timeOffset="-9367.409">309 10522 21413,'0'0'2263,"17"1"-542,279 14 1569,395-34-1717,20-31-1573,-509 34 34,1771-125 37,-1779 131-69,3017-103 170,-2745 112-133,1714-26 214,461-72 181,-1575 53-405,458-11 5,-331 60 110,-928 16-1796,-255-18-3083</inkml:trace>
  <inkml:trace contextRef="#ctx0" brushRef="#br0" timeOffset="-7603.022">19417 1292 24429,'0'0'3514,"0"0"-2301,0 0-697,0 0-11,0 0-67,1 3-117,12 36-63,-2 0-1,-1 1 1,-2 0-1,-2 0 1,-1 1 0,-3 0-1,-2 30-257,8 71 28,51 356-28,60 192 0,184 604 0,-192-609 0,4 442 0,-76-566 0,101 1204 0,-99-1533 0,-24-222 0,-4-49-27,22-161-2038,-19 90-1868</inkml:trace>
  <inkml:trace contextRef="#ctx0" brushRef="#br0" timeOffset="-6524.828">20288 1195 26118,'75'1'506,"940"-11"2247,-475-20-4137,58 25 1384,-531 5-810,1 4 0,-1 3 0,0 3 1,-1 2-1,43 15 810,-106-26-31,2 0 13,0 0 1,-1 0-1,1 0 1,-1 0 0,1 1-1,-1 0 1,0 0 0,1 0-1,-1 0 1,0 1-1,0 0 1,-1 0 0,1 0-1,0 0 1,-1 0 0,0 1-1,0-1 1,0 1 0,0 0-1,-1 0 1,1 0-1,-1 0 1,1 4 17,-35 30-10414,-26-18 8257,47-17 3132,-25 7 4379,-44 14 963,74-22-6169,0 0-1,0 0 1,0 1 0,0 0-1,0 0 1,0 0 0,1 0-1,-1 1 1,1 0 0,0 0-1,0 1 1,0-1 0,1 1-1,0 0 1,0 0 0,0 1-1,0-1 1,1 1 0,0 0-1,0-1 1,1 1 0,-1 1 0,1-1-1,1 0 1,-1 1 0,1-1-1,0 5-147,-1 443 2325,88 1108-1349,-27-756-729,125 1543-19,-131-1485 133,77 794-114,-81-1261-1530,-49-394-899</inkml:trace>
  <inkml:trace contextRef="#ctx0" brushRef="#br0" timeOffset="-6178.409">20210 9174 18156,'0'0'10890,"0"0"-10170,0 0-200,155 76-159,-12-49 63,61-3-96,32-4-64,7-6 136,-9-7-136,-30-4-96,-7-3-56,-13 0-56,-23 0-40,-33 0-16,-38-1-80,-17-24-312,-30-2-664,-14-3-1889</inkml:trace>
  <inkml:trace contextRef="#ctx0" brushRef="#br0" timeOffset="-5628.846">20714 2815 27766,'0'0'824,"0"0"-624,103-37-128,-41 18 192,9-2 168,0 1-264,7 8-168,-17 3-184,-18 9-1704</inkml:trace>
  <inkml:trace contextRef="#ctx0" brushRef="#br0" timeOffset="-5383.591">21013 2787 28206,'0'0'960,"0"0"-328,0 0-88,0 133-119,10-79-209,3 6-144,-1 6-72,-8 36-64,-4-15-537,0-11-1447</inkml:trace>
  <inkml:trace contextRef="#ctx0" brushRef="#br0" timeOffset="-5128.994">20591 3669 26166,'0'0'2624,"0"0"-1704,0 0-448,0 0-55,0 0 119,171 0-144,-56-9-160,27-7-104,5 0-56,-12 0-48,-13 0-24,-26-1-200,-23 2-832,-20-2-3153</inkml:trace>
  <inkml:trace contextRef="#ctx0" brushRef="#br0" timeOffset="-4962.427">22132 2965 29166,'0'0'1785,"0"0"-1593,0 0-128,-177 175 56,57-10 344,-15 33-152,-8 24-152,1 10-56,13-22-8,5-3-48,18-13-24,20-21-24,27-24-48,21-31-352,23-42-656,11-34-2425</inkml:trace>
  <inkml:trace contextRef="#ctx0" brushRef="#br0" timeOffset="-4678.925">21888 4344 30078,'0'0'582,"-3"-16"-359,-14-50-193,17 63-30,-1 1-1,1-1 0,0 0 1,-1 0-1,0 1 1,0-1-1,0 1 0,0-1 1,0 1-1,0-1 0,-1 1 1,1 0-1,-1-1 1,1 1-1,-1 0 0,0 0 1,0 0-1,0 0 0,0 1 1,0-1-1,0 0 1,-1 1-1,1-1 0,-1 1 1,1 0-1,-1 0 1,1 0-1,-1 0 0,1 1 1,-1-1-1,0 1 0,0-1 1,1 1-1,-1 0 1,0 0-1,0 0 0,1 0 1,-1 1-1,0-1 0,1 1 1,-1 0-1,0-1 1,1 1-1,-1 0 0,1 1 1,-1-1-1,1 0 0,0 1 1,-1-1-1,1 1 1,0 0-1,0 0 0,0 0 1,0 0-1,1 0 0,-1 0 1,1 0-1,-1 1 1,-11 15 15,0 0 0,1 1-1,2 1 1,0 0 0,0 0-1,2 1 1,1 0 0,1 1-1,0-1 1,2 1 0,0 0-1,2 1 1,0-1 0,2 21-15,0-41 7,0 1 1,0-1-1,0 1 1,0-1-1,1 0 1,0 1-1,-1-1 1,1 0 0,0 0-1,0 0 1,0 0-1,0 1 1,0-1-1,1 0 1,-1-1-1,0 1 1,1 0 0,0 0-1,-1-1 1,1 1-1,0-1 1,0 1-1,0-1 1,0 0-1,0 0 1,0 1-1,0-2 1,0 1 0,1 0-1,-1 0 1,0-1-1,1 1 1,-1-1-1,0 0 1,1 0-1,-1 1 1,0-2-1,1 1 1,0 0-8,89-33 212,-68 13-294,-1-1-1,0-1 1,-2-1 0,-1-1-1,-1-1 1,4-7 82,13-23-1569</inkml:trace>
  <inkml:trace contextRef="#ctx0" brushRef="#br0" timeOffset="-1345.224">580 11406 24333,'0'0'1851,"0"0"-909,0 0 162,0 0-389,0 0-320,11-2-129,194-44 625,62-19-723,2 13-1,2 11 1,135 3-168,-355 33 17,2171-121 15,-1622 103-18,3124-122 374,-1437 71-362,111 4 286,17 38-248,-432 26 16,179 75 23,-630-95 43,755-43 7,-1993 85-194,-226 18-537,-67-33 467,0 1 1,-1-1-1,1 0 1,-1 0 0,1 1-1,-1-1 1,0 0-1,0 1 1,1-1 0,-1 1-1,0-1 1,0 0-1,0 1 1,0-1-1,-1 1 1,1-1 0,0 0-1,0 1 1,-1-1-1,1 0 1,-1 1 0,1-1-1,-1 0 1,0 0-1,0 0 1,1 1-1,-1-1 1,0 0 0,0 0-1,0 0 1,0 0-1,0 0 1,0-1-1,0 1 1,0 0 0,-1 0 110,-37 22-9145</inkml:trace>
  <inkml:trace contextRef="#ctx0" brushRef="#br0" timeOffset="936.348">2531 9556 16211,'0'0'9452,"0"0"-6693,0 0-1857,0 0-208,0 0-168,0 0-129,-13-5-86,4 2-264,8 2-44,0 0 0,0 0 0,0 0 0,0 0 0,0 0 0,0 0 1,-1 0-1,1 0 0,0 1 0,-1-1 0,1 1 0,0-1 0,-1 1 1,1-1-1,-1 1 0,1 0 0,-1 0 0,1 0 0,-1 0 0,1 0 1,-1 0-1,1 0 0,-1 0 0,1 0 0,-1 1 0,1-1 0,0 0 1,-1 1-1,1 0 0,-1-1 0,1 1 0,0 0 0,0 0 0,-1-1 1,1 1-1,0 0 0,0 0 0,0 0 0,0 1 0,0-1 1,0 0-1,0 0 0,1 0 0,-1 1 0,0-1 0,1 0 0,-1 1 1,0-1-1,1 1 0,0-1 0,-1 1 0,1-1 0,0 0 0,0 1 1,0-1-1,0 1-3,45 965 174,-37-844-110,6 0-1,6-1 0,11 30-63,9-51-70,-37-99-60,0 1 0,0-1 0,0 0 0,1 1 0,0-2 0,-1 1-1,1 0 1,0-1 0,0 1 0,-1-1 0,1 0 0,0 0 0,0-1 0,0 1-1,0-1 1,1 0 0,-1 0 0,0 0 0,0-1 0,0 1 0,0-1-1,0 0 1,0 0 0,2-2 130,27-11-4009</inkml:trace>
  <inkml:trace contextRef="#ctx0" brushRef="#br0" timeOffset="1237.006">3817 9353 28198,'0'0'912,"0"0"-216,4 171-144,-4-28-71,0 27-73,-4 10-96,4-3-104,0-13-32,6-3-56,10-11-40,1-18-48,-1-33-32,0-30-24,-2-28-192,17-25-280,-2-9-561,1-7-1007</inkml:trace>
  <inkml:trace contextRef="#ctx0" brushRef="#br0" timeOffset="1503.298">5350 9520 29598,'-13'151'600,"-5"23"-416,2-9-79,5-3 255,5-4-48,6-12-208,0-31-104,9-16-112,9-35-657,-2-31-1671</inkml:trace>
  <inkml:trace contextRef="#ctx0" brushRef="#br0" timeOffset="1806.798">7398 9176 28518,'0'0'2017,"0"0"-1713,16 180-80,-16-26-16,0 26 264,-12 9-40,0-5-200,6-20-160,6-5-72,10-42-256,6-31-1376</inkml:trace>
  <inkml:trace contextRef="#ctx0" brushRef="#br0" timeOffset="2479.55">14008 8679 28230,'0'105'1128,"0"36"-536,0 30-224,0 11 57,-8-5 39,-2 3-104,-1-3-160,1-11-120,4-21-40,4-39-32,2-34-8,0-33-104,10-39-328,9 0-889,-1-16-2039</inkml:trace>
  <inkml:trace contextRef="#ctx0" brushRef="#br0" timeOffset="2771.082">14446 8784 29430,'27'134'848,"5"28"-183,-3 3-297,-1 11 40,-1 8 0,-1-2-160,-1-10-168,7-17-80,7-21-144,-6-38-440,-1-27-1265</inkml:trace>
  <inkml:trace contextRef="#ctx0" brushRef="#br0" timeOffset="3202.939">21044 9194 28358,'0'0'984,"20"139"-424,5-15-56,5 22-55,-3 1-153,-7-7-176,-8-17-72,-8-6-32,-2-22-16,0-20 0,2-28-256,7-26-481,3-10-1183,0-11-19893</inkml:trace>
  <inkml:trace contextRef="#ctx0" brushRef="#br0" timeOffset="3486.362">21851 9512 29878,'4'98'1169,"-4"28"-409,0 24-200,0 4-160,-20-15-400,-3 5 0,-7-8 0,-5-11 0,2-28 0,-5-24 0,9-31-944,3-26-1297</inkml:trace>
  <inkml:trace contextRef="#ctx0" brushRef="#br0" timeOffset="3918.824">9846 10909 27318,'0'0'952,"0"0"-88,0 0-344,0 0-312,0 0 232,0 0 57,0 0-153,87 92-104,-66-41-120,1 2-72,-1-2-32,1-3-16,13 2-240,-3-13-1065,-7-20-4120</inkml:trace>
  <inkml:trace contextRef="#ctx0" brushRef="#br0" timeOffset="4219.293">10488 10967 20100,'0'0'9178,"0"0"-8466,0 0-296,0 0-215,-102 128-33,71-84-160,-15 23-8,11-11-593,2-6-1343</inkml:trace>
  <inkml:trace contextRef="#ctx0" brushRef="#br0" timeOffset="4469.289">9770 11538 24669,'0'0'3038,"0"0"-1885,-2 17-567,-4 121 464,7-134-1046,0-1 1,1 1-1,-1 0 1,1-1-1,0 1 0,0-1 1,0 0-1,1 0 1,-1 0-1,1 0 0,0 0 1,-1 0-1,1-1 1,1 1-1,-1-1 1,0 0-1,0 0 0,1 0 1,-1 0-1,1-1 1,0 1-1,-1-1 0,1 0 1,0 0-1,0 0 1,0-1-1,0 1 0,0-1 1,0 0-1,0 0 1,-1-1-1,1 1 1,0-1-1,0 1 0,0-1 1,0-1-1,-1 1 1,1 0-1,0-1 0,-1 0 1,1 0-1,-1 0 1,0 0-1,0 0 1,3-3-5,105-60 37,-88 48-21,0 2-1,2 0 1,0 2-1,0 0 1,1 2-1,1 1 1,0 1-1,0 1 1,1 1-1,0 2 1,10 0-16,-37 5 0,0 0 0,0 0 1,1 0-1,-1 0 1,0 1-1,1-1 0,-1 0 1,0 1-1,0-1 0,0 1 1,0-1-1,1 1 1,-1 0-1,0-1 0,0 1 1,0 0-1,0 0 1,0 0-1,-1 0 0,1 0 1,0 0-1,0 0 0,0 0 1,-1 0-1,1 0 1,-1 1-1,1-1 0,-1 0 1,1 0-1,-1 0 1,0 1-1,0-1 0,1 0 1,-1 1-1,0-1 1,0 0-1,0 0 0,0 1 1,-1-1-1,1 0 0,0 1 1,-1-1-1,1 0 1,0 1-1,-22 61 43,-180 244-79,148-223-537,-53 74-871,27-65-6479,44-62-10543</inkml:trace>
  <inkml:trace contextRef="#ctx0" brushRef="#br0" timeOffset="4885.159">9736 12328 24061,'0'0'2675,"0"0"-1073,-1 20-662,-2 122 83,3-137-1013,-1 0 1,2 0-1,-1-1 0,0 1 1,1 0-1,0 0 0,0 0 0,0 0 1,1-1-1,0 1 0,-1-1 0,2 1 1,-1-1-1,0 0 0,1 1 1,0-1-1,0-1 0,0 1 0,1 0 1,-1-1-1,1 0 0,0 1 0,0-1 1,0-1-1,0 1 0,0-1 1,0 1-1,1-1 0,-1-1 0,1 1 1,0-1-1,0 1 0,-1-1 0,1 0 1,0-1-1,0 0 0,0 1 1,0-1-1,0-1 0,0 1 0,0-1 1,-1 0-1,1 0 0,5-2-10,86-87-181,-91 82 157,1 0-1,0 0 1,1 0-1,-1 0 1,2 1-1,-1 0 1,1 1-1,0 0 0,0 0 1,0 0-1,1 1 1,0 1-1,0-1 1,0 1-1,1 1 1,-1 0-1,1 0 0,1 1 25,0 5 46,-1 0-1,0 1 1,-1 0-1,1 0 1,-1 1-1,0 1 1,0 0-1,-1 0 1,1 0-1,-1 1 1,-1 0-1,1 1 1,-1 0-1,-1 0 0,1 1 1,-1-1-1,-1 1 1,0 0-1,0 1 1,-1-1-1,2 6-45,12 15 148,-11-19-88,80 104 424,-83-111-479,0-1 0,0 1 0,0-1 0,0 0 0,1 0 0,-1-1 0,1 1 0,0-1 0,0 0 0,0 0 0,0-1 0,0 1 0,0-1 0,0 0 0,0 0 0,1-1 0,-1 0 0,0 0 0,1 0 0,-1 0 0,0-1 0,0 0 0,0 0 0,0 0-1,4-2-4,3-5-46,0-1-1,-1 0 0,0 0 0,0-1 0,-1 0 1,-1-1-1,0 0 0,0-1 0,-1 0 0,0 0 0,-1-1 1,-1 1-1,0-2 0,-1 1 0,0-1 0,-1 1 0,0-1 1,-1-5 46,2-4-25,-5 19 24,1 0-1,-1 0 1,1 0 0,0 0 0,0 0 0,0 0 0,1 0 0,-1 0 0,1 1 0,0-1 0,0 1 0,0-1 0,1 1 0,-1-1 0,1 1 0,0 0 0,-1 0 0,4-1 1,81-72-586,-53 40-2254,-23 24 1203,30-37-13097</inkml:trace>
  <inkml:trace contextRef="#ctx0" brushRef="#br0" timeOffset="5528.056">11256 11552 26550,'0'0'2135,"0"0"-926,0 0-496,0 0-297,0 0-134,0 0-84,-16 20-88,-53 64-60,-40 105-650,106-182 512,4 26-2408,8-10 2382,1 126 1029,-10-119-891,0-1 0,2 0 0,2-1 1,0 1-1,2 0 0,4 10-24,-9-37-8,-1-1 0,1 0 0,-1 1 0,1-1 0,0 0 0,0 0-1,0 0 1,-1 0 0,1 0 0,0 0 0,0 0 0,0 0 0,1 0 0,-1 0 0,0 0 0,0-1 0,0 1 0,1-1 0,-1 1 0,0-1 0,0 1-1,1-1 1,-1 1 0,1-1 0,-1 0 0,0 0 0,1 0 0,-1 0 0,0 0 0,1 0 0,-1 0 0,1 0 0,-1-1 0,0 1 0,1 0 0,-1-1 0,0 1-1,0-1 1,1 0 0,-1 1 0,0-1 0,0 0 0,0 0 0,0 0 0,0 0 0,0 0 0,0 0 0,0 0 0,0 0 0,0 0 0,0 0 0,-1 0-1,1 0 1,0-1 0,-1 1 0,1 0 0,-1-1 0,0 1 0,1 0 0,-1-1 0,0 1 0,0 0 0,0-2 8,109-308-878,-90 263 841,2 0 0,1 1-1,3 2 1,2 0 0,1 2 0,10-9 37,-24 34 40,1 1 0,0 0 0,2 1 0,-1 1 0,2 0 0,0 2 0,1 0 0,0 1 0,1 0 0,0 2 0,1 0 1,0 2-1,0 0 0,1 1 0,9 0-40,-30 6 18,1 0 0,-1 0 0,1 0 0,-1 0 1,1 0-1,0 0 0,-1 1 0,1-1 0,0 1 1,0-1-1,-1 1 0,1 0 0,0 0 0,0 0 1,0 0-1,-1 0 0,1 0 0,0 0 0,0 0 0,-1 1 1,1-1-1,0 1 0,0 0 0,-1-1 0,1 1 1,0 0-1,-1 0 0,1 0 0,-1 0 0,1 0 1,-1 0-1,0 0 0,1 1 0,-1-1 0,0 0 0,0 1 1,0-1-1,0 1 0,0-1 0,0 1 0,-1 0 1,1-1-1,0 1 0,-1 0 0,1-1 0,-1 1 1,0 0-1,1 0 0,-1 0 0,0-1 0,0 1 0,0 0 1,0 0-1,-1 0 0,1-1 0,0 1 0,-1 0 1,0 0-19,-4 19 22,-2 0 1,0 0-1,-1-1 1,-1-1 0,-1 1-1,-1-2 1,0 1-1,-2-1 1,-9 11-23,-8 14 14,-143 210 325,144-188 23,31-64-348,0 1 0,0 0 0,0-1 0,0 1 0,0-1 0,0 0 0,0 0 0,0 0 0,0 0 0,1 0 0,-1 0 0,0-1 0,1 1 0,-1-1 0,0 1 0,1-1 0,-1 0 0,1 0 0,-1 0 0,1 0 0,-1-1 0,0 1 0,1-1 0,-1 1-1,0-1 1,1 0 0,-1 0 0,0 0 0,0 0 0,1 0-14,27-12 27,-1 0-1,0-2 0,-1-1 1,0-2-1,-2 0 0,0-2 1,-1-1-1,1-2-26,4-2-465,-1-1 1,-2-1-1,0-1 1,-2-2-1,-1 0 1,3-8 464,-8 2-4564</inkml:trace>
  <inkml:trace contextRef="#ctx0" brushRef="#br0" timeOffset="5759.56">11782 11324 24789,'0'0'2233,"0"0"-1209,14 172 24,19-13-288,12 26-216,8 11-71,10-3-17,-2-23-80,2-15-152,-4-22-144,-14-36-80,-10-35-24,-7-25-248,3-25-344,-4-8-1177,-3-4-2680</inkml:trace>
  <inkml:trace contextRef="#ctx0" brushRef="#br0" timeOffset="5919.093">12247 11967 28550,'0'0'1408,"0"0"-1048,0 0-159,-135 138-25,97-76 16,5 2-104,2-1-88,1-4-40,-1-13-240,5-18-665,5-21-1927</inkml:trace>
  <inkml:trace contextRef="#ctx0" brushRef="#br0" timeOffset="6130.836">12082 11040 29734,'0'0'873,"0"0"-713,0 0-112,81 113-48,-1-30 0,-9-12-793,-6-10-9433</inkml:trace>
  <inkml:trace contextRef="#ctx0" brushRef="#br0" timeOffset="9760.043">15060 11160 22581,'1'26'3874,"10"392"-1475,-11-403-2355,2 205 389,-9-1 0,-21 96-433,9-172 370,50-250-258,-7 11-120,-15 50-8,1 0 0,2 1 0,2 0 0,3 1 0,1 1 0,2 1-1,1 0 1,3 2 0,1 0 0,16-17 16,-36 51-6,1 0 0,-1 1 0,1-1 0,0 1 0,0 0 0,1 0 0,-1 1 0,1 0 0,0 0 0,0 1 0,0 0 0,1 0 0,-1 0 0,1 1-1,0 0 1,0 1 0,4-1 6,-6 4 6,-2 0 0,1 1 0,0 0 0,0-1 0,-1 1 0,0 1 0,1-1-1,-1 1 1,-1-1 0,1 1 0,0 0 0,-1 1 0,0-1 0,0 1 0,0-1-1,-1 1 1,1 0 0,-1 0 0,0 0 0,0 0 0,-1 0 0,0 1 0,0-1-1,0 0 1,0 1 0,-1-1 0,0 0 0,0 1 0,-1-1 0,1 1 0,-1-1-1,-1 2-5,3 27 89,-1 1 0,-2 0-1,-2-1 1,-1 1 0,-2-1-1,-1-1 1,-1 1 0,-2-1-1,-2-1 1,0 0-1,-3-1 1,0 0 0,-10 10-89,16-24-22,-1 0 0,-1 0 0,-1-1 0,0-1 0,-1 0 0,-1-1 0,0-1 0,-4 3 22,8-27-2372,11 7 1522,0-24-5846</inkml:trace>
  <inkml:trace contextRef="#ctx0" brushRef="#br0" timeOffset="10167.31">15700 11736 22853,'0'0'5880,"0"17"-4243,11 319-412,-9-320-1220,1-1 0,1 1 0,0-1 0,1 0 0,1 0 0,0 0 0,1-1 0,0 0 0,2 0 0,-1-1 0,2 0 1,-1 0-1,2-1 0,0-1 0,0 1-5,-7-10 1,-1 0 0,1 0 0,0 0 0,-1 0 1,1 0-1,0-1 0,0 0 0,0 0 0,0 0 1,0 0-1,0 0 0,1-1 0,-1 0 0,0 0 0,0 0 1,0 0-1,0-1 0,0 0 0,1 0 0,-1 0 0,-1 0 1,1 0-1,0-1 0,0 0 0,0 0 0,-1 0 0,1 0 1,-1 0-1,1-1 0,-1 1 0,0-1-1,87-100-127,-89 101 120,65-101-619,-6-2 0,47-111 626,-99 200 53,-7 33 453,-18 262 369,16-275-876,1 1 1,0 0-1,0 0 0,1 0 1,0 0-1,-1-1 1,2 1-1,-1 0 1,0-1-1,1 1 0,0-1 1,0 1-1,0-1 1,1 0-1,0 0 1,-1 0-1,1 0 0,0 0 1,1-1-1,-1 1 1,1-1-1,0 0 0,0 0 1,0 0-1,0-1 1,0 0-1,0 1 1,1-1-1,-1-1 0,1 1 1,-1-1-1,1 1 1,0-1-1,0-1 0,-1 1 1,1-1-1,0 1 1,0-2-1,0 1 1,0 0-1,-1-1 0,1 0 1,0 0-1,0 0 1,-1-1-1,3-1 1,153-97-2567,-84 38-2501</inkml:trace>
  <inkml:trace contextRef="#ctx0" brushRef="#br0" timeOffset="10467.375">16925 11490 21901,'0'0'6037,"-17"14"-4291,13-11-1711,-12 8 78,1 0 0,1 1 0,0 1 0,0 0 0,2 1 0,-1 0-1,2 1 1,0 1 0,1-1 0,0 2 0,1-1 0,1 1 0,0 2-113,6-11 13,0-1 0,0 1 0,1-1 0,-1 1 0,2 0 0,-1 0 0,1 0 1,1 0-1,-1-1 0,1 1 0,0 0 0,1 0 0,0-1 0,0 1 0,1-1 0,0 0 1,0 1-1,1-1 0,0-1 0,0 1 0,0 0 0,1-1 0,0 0 0,0 0 1,1-1-1,-1 1 0,1-1 0,1 0 0,-1-1 0,3 2-13,18 9 6,1-1 0,1-2-1,0-1 1,0-1 0,1-1 0,2-2-6,90 31 24,-120-38-24,0 1 0,1-1 1,-1 1-1,0 0 0,0 0 1,0 0-1,0 0 0,0 0 1,-1 0-1,1 1 0,0-1 1,0 1-1,-1-1 0,1 1 0,-1-1 1,1 1-1,-1 0 0,0 0 1,0 0-1,0 0 0,0 0 1,0 0-1,0 0 0,0 0 1,0 0-1,-1 0 0,0 0 1,1 1-1,-1-1 0,0 0 1,0 0-1,0 0 0,0 1 0,0-1 1,-1 0-1,1 0 0,-1 1 1,1-1-1,-1 0 0,0 0 1,0 0-1,0 0 0,0 0 1,0 0-1,0 0 0,0-1 1,-1 1-1,1 0 0,-1-1 0,1 1 1,-1 0-1,-24 25-25,-1-1 1,-1-2-1,-1 0 1,-1-2-1,-25 13 25,18-10-117,-200 128-3097,174-116-2150</inkml:trace>
  <inkml:trace contextRef="#ctx0" brushRef="#br0" timeOffset="10717.796">15643 12886 29334,'0'0'1473,"0"0"-1265,0 0-120,114 7 64,8-33 288,49-24-144,25-8-184,2-4-72,-9 6-40,-40 8-56,-41 14-424,-29 4-3073</inkml:trace>
  <inkml:trace contextRef="#ctx0" brushRef="#br0" timeOffset="10868.62">17287 12980 28518,'0'0'3089,"0"0"-3089,0 0-48,0 0-7362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27814,'0'0'2793,"0"0"-2489,0 0-200,62 92-104,-44-38-88,-4-6-697,-12-7-5448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1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30214,'0'0'641,"0"0"-641,18 111-264,-2-72-1921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20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0 29462,'0'0'819,"0"0"-409,0 0-202,0 0 97,-20 9-20,-147 99 95,-68 103-171,9 10 0,-42 68-209,249-270-2,1 1 1,0 0-1,2 1 1,0 1-1,1 0 1,2 1 0,0 1-1,2 0 1,0 0-1,2 2 1,0-1-1,2 1 1,1 0-1,1 0 1,1 0-1,2 1 1,0 0-1,2 10 2,6-22-9,0-1 0,1 0 0,1-1-1,0 0 1,0 0 0,2-1 0,-1 0-1,2 0 1,-1-1 0,1-1 0,1 0-1,0 0 1,1-1 0,0-1 0,0 0-1,11 5 10,-4 0-22,32 20-55,-35-25 51,-1 0 1,0 2-1,-1 0 0,0 0 1,-1 2-1,0 0 0,0 0 1,-2 1-1,1 1 0,-2 0 1,0 1-1,0 0 0,-2 1 1,0 0-1,3 8 26,-5 8-6,-2 0-1,-2 0 1,0 1 0,-3-1-1,0 1 1,-2-1 0,-2 1-1,0-1 1,-3 0 0,0-1-1,-2 1 1,-2-1 6,-244 642 95,249-656-102,1 1 0,0 0 0,1 1 0,1-1 1,1 1-1,1 0 0,0-1 0,1 2 7,2-17-19,0-1-1,0 1 0,1 0 1,-1-1-1,0 0 1,1 1-1,0-1 0,-1 0 1,1 0-1,0-1 1,0 1-1,0 0 1,0-1-1,0 0 0,0 0 1,1 0-1,-1 0 1,0 0-1,1-1 0,-1 1 1,0-1-1,1 0 1,-1 0-1,1 0 1,-1-1-1,0 1 0,3-1 20,24 3-72,-23 2 72,1 0 0,-1 0 1,0 0-1,0 1 1,-1 0-1,0 1 0,0-1 1,0 1-1,0 1 1,-1-1-1,0 1 0,0-1 1,-1 2-1,0-1 0,0 0 1,-1 1-1,1-1 1,-2 1-1,1 0 0,-1 0 1,-1 0-1,1 1 1,-1-1-1,0 7 0,44 350 145,36 1250 701,-39-455-702,-39-1020-1016,7 0-1,26 132 873,-27-230-1952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1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0 19500,'0'0'9626,"0"0"-9178,0 0-288,0 0 24,51 101 176,-25-69-87,-3 0-105,1-1-96,-3-1-48,-1-1-24,-2 3 0,-7-8-721,-5-10-4424</inkml:trace>
  <inkml:trace contextRef="#ctx0" brushRef="#br0" timeOffset="270.787">1459 16 27526,'0'0'1184,"0"0"-544,0 0-184,-16 92 96,-7-58-143,-7 1-265,-34 18-144,5-9-609,-4-3-1975</inkml:trace>
  <inkml:trace contextRef="#ctx0" brushRef="#br0" timeOffset="521.359">407 919 28710,'0'0'776,"0"0"-456,2 104-40,6-61 24,-1-1-135,-3 2-105,0 2-48,-4 0-16,0 7-417,0-12-1183,-4-15-3601</inkml:trace>
  <inkml:trace contextRef="#ctx0" brushRef="#br0" timeOffset="703.45">921 900 25349,'18'-7'1685,"-14"5"-1631,41-16 708,2 2 0,0 2 1,1 2-1,27-3-762,-73 14 12,0 1-1,0 0 1,0-1 0,1 1-1,-1 0 1,0 0-1,0 0 1,0 0 0,0 0-1,0 1 1,0-1 0,0 1-1,0-1 1,0 1-1,0 0 1,0 0 0,0 0-1,0 0 1,0 0 0,0 0-1,-1 0 1,1 1-1,-1-1 1,1 1 0,-1-1-1,1 1 1,-1-1-1,0 1 1,1 0 0,-1 0-1,0 0 1,0-1 0,-1 1-1,1 0 1,0 0-1,-1 0 1,1 1 0,-1-1-1,1 0 1,-1 0 0,0 0-1,0 0 1,0 0-1,0 0 1,-1 0 0,1 1-1,0-1 1,-1 0 0,0 0-1,1 0 1,-1 0-1,0 0 1,0-1 0,0 1-1,0 0 1,-1 1-12,-7 15 13,0 0 1,-2 0-1,0-1 0,0-1 1,-2 0-1,0-1 0,-1 0 1,-10 9-14,10-10 5,-360 368 14,374-381-19,-33 47-2,32-48 1,1 1 0,-1 0-1,1 0 1,-1-1-1,1 1 1,-1 0 0,1 0-1,0 0 1,-1 0-1,1 0 1,0 0 0,-1 0-1,1 0 1,0-1 0,0 1-1,0 0 1,0 0-1,0 0 1,0 0 0,0 0-1,1 0 1,-1 0-1,0 0 1,0 0 0,1 0-1,-1 0 1,0 0 0,1 0-1,-1-1 1,1 1-1,-1 0 1,1 0 0,0 0-1,-1-1 1,1 1-1,0 0 1,0-1 0,-1 1-1,1-1 1,0 1-1,0-1 1,0 1 0,-1-1-1,1 0 1,0 1 0,0-1-1,0 0 1,0 1-1,0-1 1,0 0 0,0 0-1,0 0 2,25 1 18,0-1-1,0-1 0,-1-1 1,1-2-1,0 0 0,-1-2 1,6-3-18,112-17-52,-93 42-1187,-43 6-447</inkml:trace>
  <inkml:trace contextRef="#ctx0" brushRef="#br0" timeOffset="1169.424">132 2355 27798,'-18'28'1600,"-58"88"-890,71-110-646,0 1 0,1 0 0,0 0 0,1 0 0,0 1 0,0-1 0,0 1 0,1 0 0,0 0 0,1 0 0,-1 0 0,2 0 0,-1 0 0,1 0 0,0 1-64,0 2 87,2-6-77,-1-1-1,1 1 1,0-1 0,0 0 0,1 0 0,-1 0 0,1 0 0,0 0-1,0-1 1,0 1 0,1-1 0,-1 0 0,1 0 0,0 0 0,-1 0-1,1-1 1,0 1 0,1-1 0,-1 0 0,0 0 0,1-1 0,-1 1 0,1-1-1,0 0 1,-1 0 0,1-1 0,0 1 0,-1-1 0,1 0 0,0 0-1,-1-1 1,1 1 0,0-1 0,-1 0 0,1 0 0,0-1 0,-1 1-1,0-1 1,1 0 0,-1-1 0,0 1 0,0 0 0,1-2-10,153-106-228,-110 71 0,-38 31 161,14-15-4,0 1-1,1 2 1,2 1 0,0 1-1,0 1 1,2 1 0,0 1-1,1 2 1,0 1 0,1 2-1,0 1 1,1 1-1,-1 1 1,33-1 71,-52 10 61,-1 0-1,0 1 0,1 1 1,-1 0-1,-1 0 1,1 1-1,-1 1 1,1 0-1,-2 0 1,1 1-1,-1 0 0,0 1 1,0 0-1,-1 0 1,0 1-1,0 0 1,-1 0-1,-1 0 1,1 1-1,-2 1 0,1-1 1,0 4-61,0-6 32,-4-4-30,0-1 1,0 1-1,1-1 1,-1 0 0,1 0-1,0 0 1,0 0-1,0 0 1,0-1-1,1 1 1,-1-1-1,1 0 1,-1 0 0,1 0-1,0-1 1,0 1-1,-1-1 1,1 0-1,0 0 1,0 0 0,1 0-1,-1-1 1,0 0-1,0 0 1,0 0-1,0 0 1,0-1 0,0 1-1,0-1 1,0 0-1,0 0 1,0-1-1,0 1 1,0-1-1,-1 0 1,1 0 0,0 0-1,-1 0 1,3-3-3,23-20-78,-1-1 0,-1-1 1,-1-2-1,-1 0 0,-2-2 0,11-20 78,107-124-1295,-138 171 1285,1 1-1,-1-1 0,1 1 1,0 0-1,-1 0 1,1 0-1,1 0 1,-1 1-1,0-1 1,1 1-1,-1 0 1,1 1-1,0-1 1,-1 1-1,1 0 1,0 0-1,0 0 1,0 1-1,2-1 11,-4 3 47,0 0 1,0 0-1,-1 0 1,1 0-1,-1 0 0,1 0 1,-1 1-1,0-1 1,0 1-1,0 0 0,0 0 1,-1-1-1,1 1 0,-1 0 1,1 0-1,-1 0 1,0 1-1,0-1 0,-1 0 1,1 0-1,0 4-47,7 17 303,-5-19-340,1-1 0,-1 1 0,1-1 0,0 1 0,1-1 0,-1 0 1,1-1-1,-1 1 0,1-1 0,0 0 0,1 0 0,-1-1 0,0 1 1,1-1-1,-1 0 0,1-1 0,0 1 0,0-1 0,0 0 0,-1-1 0,1 1 1,0-1-1,0 0 0,0-1 0,0 1 0,0-1 0,0 0 0,-1-1 1,1 0-1,0 0 0,-1 0 0,0 0 0,1-1 0,-1 0 0,0 0 1,0 0-1,0-1 0,-1 1 0,3-3 37,37-27-3732</inkml:trace>
  <inkml:trace contextRef="#ctx0" brushRef="#br0" timeOffset="1653.95">2863 935 30046,'0'0'681,"0"0"-392,0 0-86,0 0 115,-3 18-75,1-2-204,2-8-31,0-1 0,-1 1 0,-1-1 0,1 1 0,-1-1 0,0 1 0,-1-1 0,0 0 0,0 0 0,0 0 0,-1 0 0,0-1 0,-1 0 0,-1 3-8,-71 74-112,-2-4 1,-4-3-1,-14 4 112,-104 96-212,180-153 145,22-23 59,-1-1 0,0 1 0,0 0 0,1 0-1,-1 0 1,0 0 0,0-1 0,1 1 0,-1 0-1,0 0 1,1 0 0,-1 0 0,0 0 0,1 0-1,-1 0 1,0 0 0,1 0 0,-1 0 0,0 0-1,1 0 1,-1 0 0,0 0 0,0 0 0,1 0-1,-1 0 1,0 0 0,1 1 0,-1-1 0,0 0 0,1 0-1,-1 0 1,0 0 0,0 1 0,1-1 0,-1 0-1,0 0 1,0 1 0,0-1 0,1 0 0,-1 0-1,0 1 1,0-1 0,0 0 0,0 0 0,0 1-1,1-1 1,-1 0 0,0 1 0,0-1 0,0 0-1,0 1 1,0-1 0,0 0 0,0 1 0,0-1-1,0 0 1,0 1 0,0-1 0,0 0 0,-1 1-1,1-1 1,0 0 8,208-51-529,-205 50 528,1 0 3,0 0 0,0 0 0,1 0 0,-1 0 0,1 1 0,-1-1 0,1 1 0,-1 0 0,1 1 0,-1-1 0,0 1 0,1 0 0,-1 0 0,1 0 0,-1 1 0,0-1-1,0 1 1,0 0 0,0 0 0,0 0 0,0 1 0,-1 0 0,1-1 0,-1 1 0,0 0 0,0 1 0,0-1 0,0 1 0,2 2-2,0 9 39,-1 0 1,-1 1 0,0-1 0,-1 1-1,0-1 1,-1 1 0,-1-1-1,-2 12-39,2 0 44,-39 335 419,19-228-307,18-123-140,1-9-8,0 0-1,0 0 0,0 1 0,0-1 0,0 0 0,0 1 0,1-1 0,-1 0 0,1 1 0,-1-1 0,1 1 0,0-1 0,0 0 0,0 1 1,0-1-1,1 1 0,-1-1 0,1 1 0,-1-1 0,1 0 0,0 1 0,0-1 0,0 0 0,0 0 0,0 0 0,0 0 0,1 0 0,-1 0 0,1 0 1,0 0-1,-1 0 0,1-1 0,0 1 0,0 0 0,0-1 0,0 0 0,0 0 0,0 1 0,1-1 0,-1 0 0,0-1 0,2 2-7,2-3 11,-1 1 0,0-1 0,0 1 0,1-2 0,-1 1 0,0 0 0,0-1 0,0 0 0,0 0 0,-1-1 0,1 1 0,0-1 0,-1 0 0,0 0 0,0-1 0,0 1 0,0-1 0,0 0-1,2-4-10,157-197-158,119-234-905,-86 130-2805,-131 211-1203</inkml:trace>
  <inkml:trace contextRef="#ctx0" brushRef="#br0" timeOffset="1937.719">3656 991 1592,'0'0'9442,"0"0"-6729,125-88 3600,-87 69-2656,-15 13-1360,-7 6-1289,-10 6-392,-6 13-272,-2 20-296,-16-4-48,-7-1-2921</inkml:trace>
  <inkml:trace contextRef="#ctx0" brushRef="#br0" timeOffset="2187.628">2823 1956 30214,'0'0'761,"0"0"-585,0 0-128,103 14 416,18-65 0,46-28-176,16-19-128,-9-1-64,-28 8-40,-44 22-56,-26 16 0,-23 12-160,-9 4-464,-7-25-744,-8 9-2081,-13 0-13395</inkml:trace>
  <inkml:trace contextRef="#ctx0" brushRef="#br0" timeOffset="2370.643">3448 582 25613,'31'134'4369,"22"39"-3945,18 55-175,15 18-9,-3-10 280,7 13-96,0-12 16,-5-14-320,-13-15-16,-11-20-16,-12-28-48,-15-38-24,-11-39-16,-7-37-144,0-39-312,-3-7-344,-7-5-1281</inkml:trace>
  <inkml:trace contextRef="#ctx0" brushRef="#br0" timeOffset="2550.033">4249 1778 26494,'0'0'4113,"0"0"-3545,-47 141-48,15-67 96,-1 8-160,-6 2-456,-5 1 0,-7-5 0,-4-8 0,-6-15 0,1-26 0,-9-43-608,16-25-864,8-23-4234</inkml:trace>
  <inkml:trace contextRef="#ctx0" brushRef="#br0" timeOffset="2803.259">4098 304 27494,'0'0'3065,"102"74"-2673,-36-12-272,11 12-80,31 36-40,-20-18-72,-13-11-1761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4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31503,'133'-42'512,"54"-6"-512,60-1-104,34 8 104,6 9 24,17 7 104,-2 6 104,-15 8-112,-24 6-88,-27 5-32,-34 0-176,-61 11-560,-49 1-1321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39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43 989 22325,'0'0'5985,"0"0"-4005,0 0-1271,0 0-140,0 0-73,-11-10-162,6 6-313,4 3-17,-1 0-1,1 1 0,-1-1 0,0 0 1,1 0-1,0 0 0,-1-1 0,1 1 1,-1 0-1,1 0 0,0-1 0,0 1 1,0-1-1,0 1 0,0-1 0,0 1 1,0-1-1,1 0 0,-1 1 0,1-1 1,-1 0-1,1 1 0,-1-1 0,1 0 1,0 0-1,0 0 0,0 1 0,0-1 1,0 0-1,0 0 0,1 0 0,-1 1 1,0-1-1,1 0 0,0 1 0,-1-1 1,1 0-1,0 1 0,0-1 0,0 1 1,0-1-1,0 1 0,0-1 1,0 1-1,0 0 0,1-1 0,-1 1 1,0 0-1,1 0 0,-1 0 0,1 0 1,0 0-1,-1 1 0,1-1 0,0 0 1,-1 1-1,1-1 0,0 1 0,0-1 1,-1 1-1,1 0 0,0 0 0,1 0-3,173-81-21,2 8 0,4 7-1,27 2 22,-207 64-14,10-5-225,0 2 0,0 0-1,1 0 1,-1 1 0,1 1 0,0 0 0,-1 1 0,1 0 0,0 1-1,-1 0 240,-11 1-49,0 0-1,0 0 0,0 0 0,0 0 0,0 0 0,-1 0 1,1 0-1,-1 0 0,1 0 0,-1 0 0,0 0 0,0 1 0,0-1 1,0 0-1,0 0 0,-1 0 0,1 0 0,0 0 0,-1 0 0,0 0 1,1 0-1,-1 0 0,0 0 0,0 0 0,0 0 0,-1 0 1,1-1-1,0 1 0,0 0 0,-1-1 0,0 1 0,1-1 0,-1 1 1,1-1-1,-1 0 0,0 0 0,-1 1 50,-315 299 1768,213-175-1740,6 5-1,6 3 0,-4 23-27,36-61-395,4-13-860,54-79 943,6-8-810,8-19-2373</inkml:trace>
  <inkml:trace contextRef="#ctx0" brushRef="#br0" timeOffset="201.277">420 1445 24973,'0'0'3537,"0"0"-2785,-2 96-344,-6-56-88,-2-1 104,2-7-143,4-5-169,2-6-80,2-11-32,0-10-80,8-1-152,14-31-273,17-42-519,-3 6-1960,-3 0-4738</inkml:trace>
  <inkml:trace contextRef="#ctx0" brushRef="#br0" timeOffset="372.969">640 1265 9842,'0'0'9889,"0"0"-4669,0 0-2971,17-6-1134,57-14-452,-72 20-641,0 0 0,-1 0 0,1 0 0,0 0 0,0 1-1,0-1 1,-1 0 0,1 1 0,0 0 0,-1-1 0,1 1 0,0 0 0,-1 0-1,1 0 1,-1 0 0,1 0 0,-1 0 0,1 0 0,-1 0 0,0 0 0,0 1 0,1-1-1,-1 1 1,0-1 0,0 1 0,-1-1 0,1 1 0,0 0 0,0-1 0,-1 1-1,1 0 1,-1-1 0,0 1 0,1 1-22,1 5 70,3 2-50,-1 1 1,-1 0 0,0 1-1,0-1 1,-1 0 0,-1 1-1,0 0 1,0-1 0,-1 1-1,-1-1 1,0 1-1,0 0 1,-2-1 0,1 0-1,-1 1 1,-1-1 0,0 0-1,0-1 1,-1 1 0,0-1-1,-1 0 1,-1 0 0,1-1-1,-1 1 1,-1-2 0,0 1-1,-4 3-20,11-11-37,0 1 0,-1-1 0,0 0-1,1 0 1,-1 1 0,0-1 0,1 0-1,-1 0 1,0 0 0,0-1 0,0 1 0,0 0-1,0-1 1,0 1 0,0-1 0,0 0-1,0 0 1,0 0 0,0 0 0,0 0 0,0 0-1,0 0 1,0-1 0,0 1 0,0-1 0,0 1-1,1-1 1,-1 0 0,0 1 0,0-1-1,0 0 1,1-1 0,-1 1 0,0 0 0,1 0-1,-1-1 1,1 1 0,0-1 0,-1 1 0,1-1-1,0 1 1,0-1 0,0 0 0,0 0-1,0 1 1,0-1 0,1 0 0,-1 0 0,0 0-1,1 0 1,0 0 0,-1 0 0,1-1 37,-5-37-4284</inkml:trace>
  <inkml:trace contextRef="#ctx0" brushRef="#br0" timeOffset="551.069">1590 0 28382,'0'0'720,"0"0"-432,0 0-136,12 113-96,-12-74-32,0 0-24,-2 7-432,-12-11-1536,-2-7-13844</inkml:trace>
  <inkml:trace contextRef="#ctx0" brushRef="#br0" timeOffset="909.043">1331 573 26550,'-4'17'1428,"-59"310"244,6 3-1450,51-312-230,5-35-4,7-11-47,2 0 1,1 0 0,1 1-1,1 1 1,2 0 0,0 0 0,2 1-1,1 1 1,1 0 0,0 1-1,9-6 59,-14 11 16,1 1 0,0 0 0,1 1 0,1 1 0,1 0-1,0 1 1,1 1 0,0 0 0,1 2 0,0 0 0,1 0 0,0 2 0,0 1-1,1 0 1,1 1 0,-1 1 0,1 1 0,0 1 0,0 1 0,3 1-16,-20 2 3,1 0 0,0 0 1,0 1-1,0 0 1,0 0-1,-1 0 1,1 1-1,0 0 0,-1 0 1,1 0-1,-1 0 1,0 0-1,0 1 0,0 0 1,0 0-1,0 0 1,0 0-1,-1 1 1,0 0-1,0-1 0,0 1 1,0 0-1,0 1 1,-1-1-1,0 0 1,0 1-1,0-1 0,0 1 1,-1 0-1,1-1 1,-1 5-4,1 3 0,0-1 1,-1 0-1,-1 1 0,0-1 1,0 1-1,-1-1 1,0 1-1,-1-1 1,-1 0-1,0 1 1,0-1-1,-1-1 1,-3 6-1,-18 27-211,-1-2 1,-2-1-1,-2-1 0,-2-2 1,-1-1-1,-2-1 1,-1-2-1,-19 12 211,44-35-105,0 0-1,-1-1 1,0-1-1,0 0 0,-1 0 1,0-1-1,0-1 1,-1 0-1,0-1 0,0 0 1,-6 0 105,-1-4-1197</inkml:trace>
  <inkml:trace contextRef="#ctx0" brushRef="#br0" timeOffset="1176.609">1757 391 25798,'0'0'976,"0"136"-296,-20-13-184,-7 26 216,-11 6-152,-3 1-160,-6-10-120,-6 6-80,-10-3-16,-7-1-39,-5-14-57,6-26-48,8-27-40,12-29 0,-2-19-417,-39-3-383,9-9-1608,-3-8-20381</inkml:trace>
  <inkml:trace contextRef="#ctx0" brushRef="#br0" timeOffset="1425.881">1178 1180 27310,'117'108'1032,"23"21"-88,-13-3-224,7 1 33,-1-9-121,7-10-168,5-18-192,2-23-136,3-24-96,-3-21-16,0-22-24,-21-8-368,-34-17-1048,-33-9-20005</inkml:trace>
  <inkml:trace contextRef="#ctx0" brushRef="#br0" timeOffset="1676.065">3056 2016 30310,'0'0'1745,"0"0"-1745,0 0-2017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4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25629,'0'0'3428,"0"0"-2136,0 0-920,0 0-140,33 1 167,553-7 712,873-12-807,-738 56-327,-611-29-421,-33-4-1345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50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26830,'0'0'3152,"0"0"-2703,0 0-345,0 0-24,123-39 192,-19-5 0,2 0-176,-10 2-56,-7 1-40,3-16-128,-11 4-488,-13 0-1729</inkml:trace>
  <inkml:trace contextRef="#ctx0" brushRef="#br0" timeOffset="577.244">580 232 28206,'-60'106'935,"-7"9"-16,6 3 1,-45 123-920,96-216 31,1 2 0,1-1 1,1 1-1,1 0 0,2 1 1,1-1-1,1 1 0,1-1 0,3 19-31,-1-41-1,1-1 1,0 0-1,1 0 0,-1-1 0,1 1 0,0 0 0,-1-1 0,2 1 0,-1-1 0,0 0 0,1 0 0,-1-1 0,1 1 1,0-1-1,0 1 0,0-1 0,0 0 0,0-1 0,0 1 0,0-1 0,1 1 0,-1-2 0,1 1 0,-1 0 0,1-1 1,-1 0-1,1 0 0,-1 0 0,1 0 0,-1-1 0,1 0 0,-1 0 0,1 0 0,-1 0 0,4-2 1,5-5-40,0 1 0,0-2 0,-1 0 0,-1-1 0,1 0 0,-1 0 0,-1-1 0,0-1 0,-1 0 0,9-12 40,-13 17-33,35-52-100,-3-1-1,-2-2 1,-4-2-1,-1-1 1,18-65 133,-28 103 60,-19 80 49,-2-25-58,-26 672 1005,17-290-594,11-403-461,-1 0 0,0 0 0,-1 0 0,0 0 0,0 0 0,0 0 1,-1-1-1,1 1 0,-2 0 0,1-1 0,-1 1 0,0-1 0,0 0 0,-1 0 0,0 0 1,0 0-1,0-1 0,-1 1 0,0-1 0,0-1 0,0 1 0,-1 0 0,1-1 0,-1 0 1,0-1-1,0 1 0,0-1 0,-1 0 0,1-1 0,-3 1-1,-1-2-6,1 0 1,-1-1-1,0 0 0,0-1 1,1 0-1,-1 0 0,0-1 1,1-1-1,0 0 0,-1 0 1,1 0-1,0-1 0,1-1 1,-1 1-1,1-1 0,0-1 1,0 0-1,0 0 0,1 0 1,0-1-1,0 0 0,1 0 1,-1-1-1,2 0 0,-1 0 1,1 0-1,0-1 0,1 0 1,0 0-1,1 0 0,0 0 1,0 0-1,1-1 0,0 0 1,0 1-1,1-1 0,1 0 0,-1 1 1,2-1-1,-1 0 0,1 0 1,1 1-1,0-1 0,0 1 1,1-1-1,0 1 0,3-6 6,168-241-829,-99 158 327,-66 85 321,111-153-843,-43 54-3725,-7 4-12950</inkml:trace>
  <inkml:trace contextRef="#ctx0" brushRef="#br0" timeOffset="914.468">1210 0 15123,'0'0'10184,"-6"19"-7440,-11 30-2101,2 0 1,3 1-1,2 1 0,0 15-643,10-57 64,-2-5-42,1 0 0,0 1 0,0-1 0,0 1 0,1-1-1,0 1 1,0-1 0,0 1 0,0-1 0,1 1 0,-1-1 0,1 1-1,0-1 1,1 1 0,-1-1 0,1 0 0,0 0 0,0 0-1,0 0 1,0 0 0,1 0 0,0-1 0,-1 1 0,1-1 0,1 1-1,-1-1 1,0 0 0,1 0 0,0-1 0,-1 1 0,1-1 0,0 0-1,0 0-21,18 0 39,1-1 0,-1 0 0,0-2 1,0-1-1,0-1 0,-1 0 0,1-2 0,-1-1 0,1 0 0,-2-2 0,1 0 0,-1-1 0,0-1 0,-1-1 0,15-11-39,-33 21 0,391-230-463,-314 204 227,-75 29 233,-1 0 0,0 0 0,0-1 0,0 1 0,0 1 0,0-1 0,0 0-1,-1 0 1,1 1 0,-1-1 0,0 1 0,1-1 0,-1 1 0,0 0 0,0-1 0,-1 1 0,1 0 0,-1 0 0,1 0 0,-1-1 0,0 1 0,0 0-1,0 0 1,0 0 0,-1 0 0,1-1 0,-1 1 0,0 0 0,0 0 0,1-1 0,-2 1 0,1 0 3,1-2-1,-9 37 37,-1-1 0,-1 0 0,-3 0 0,0-2 1,-13 20-37,-2 9 42,2 1-12,-74 138-63,40-153-1640,38-46-1001</inkml:trace>
  <inkml:trace contextRef="#ctx0" brushRef="#br0" timeOffset="1163.797">1646 530 27822,'0'0'1120,"-63"126"-400,20-48-352,-6 12 121,-6 0-89,-18 25-232,6-11-104,6-14-40,6-14-24,-5-14-136,7-9-633,1-14-1399</inkml:trace>
  <inkml:trace contextRef="#ctx0" brushRef="#br0" timeOffset="1430.467">1569 984 29902,'100'68'817,"22"13"-81,23 20-208,-1-6 40,-9-16-352,6-13-216,9-26 0,-39-18-424,-20-17-1368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7:0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25149,'0'0'2705,"0"0"-1610,0 0-820,0 0-201,0 20-36,-2 214 206,-25 327 673,6-163-539,18 1 0,45 348-378,56 1105 70,-67-1093-53,-37 151-17,-45-155-10,-5 250 13,55-515-2230,1-466-1626</inkml:trace>
  <inkml:trace contextRef="#ctx0" brushRef="#br0" timeOffset="376.921">1 8428 5321,'0'0'19559,"0"0"-15075,0 0-4135,0 0 48,17 1 57,220 3 62,198 53-75,-91-6-227,253-33-151,-483-18-242,-54-1-617,-13-4-1157</inkml:trace>
  <inkml:trace contextRef="#ctx0" brushRef="#br0" timeOffset="743.926">1465 8280 29214,'0'0'1234,"0"0"-871,24 5-239,291 57 477,-247-51-497,3-2 71,0 4-1,0 3 0,-2 3 1,63 26-175,-48 15 129,-82-58-125,0 0-1,-1 1 0,0-1 1,1 1-1,-1-1 0,0 1 1,0 0-1,0-1 1,-1 1-1,1 0 0,-1 0 1,0-1-1,1 1 1,-1 0-1,0 0 0,0 0 1,-1-1-1,1 1 0,-1 0 1,1 0-1,-1-1 1,0 1-1,0 0 0,0-1 1,0 1-1,-1-1 1,1 1-1,-1-1 0,1 0 1,-1 0-1,0 1 1,0-1-1,0-1 0,0 1 1,-1 1-4,-21 17-21,0-1 0,-1-2 0,-1 0 1,-1-1-1,0-2 0,-1-1 0,-20 7 21,21-8-52,-243 93-1515,158-68-912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0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881 5 18212,'0'0'9941,"0"0"-7526,0 0-2058,-18-1-39,-61-2 8,74 3-313,-1 0-1,1 0 1,-1 1-1,1 0 1,-1 0-1,1 1 1,-1-1-1,1 1 1,0 1-1,0-1 1,0 1-1,0-1 1,1 1-1,-1 1 1,1-1-1,-1 1 1,-2 3-13,-2 0 5,-79 76 14,2 4 1,5 4-1,-18 31-19,74-91 6,-117 159 84,138-184-88,1 1-1,-1-1 0,1 1 0,0-1 0,1 1 0,0 0 0,0 0 0,0 0 1,1 0-1,0 0 0,1 0 0,-1 0 0,1 1 0,1-1 0,-1 0 0,1 0 0,0 0 1,1 0-1,0 0 0,0 0 0,0 0 0,1-1 0,0 1 0,0-1 0,1 1 1,0-1-1,0 0 0,0-1 0,1 1 0,0-1 0,0 0 0,0 0 0,1 0 0,-1-1 1,1 0-1,0 0 0,5 2-1,7 7 0,-8-8 0,0 2 0,0-1 0,-1 1 0,0 1 0,0 0 0,-1 0 0,0 0 0,0 1 0,-1 1 0,0-1 0,-1 1 0,0 0 0,0 1 0,-1-1 0,1 5 0,-4 7 7,-1 0 0,-1 1 0,0-1 1,-2 1-1,-1-1 0,-1 0 0,0 0 0,-2 0 0,-1-1 1,0 0-1,-2 0 0,0 0 0,-1-1 0,-1-1 0,-1 0 1,-13 16-8,3 3 33,-183 286 74,199-315-112,-19 60-94,84-45-375,-52-21 467,1 0 0,-1 1-1,1-1 1,-1 2 0,0-1-1,-1 1 1,1 0 0,-1 0-1,0 1 1,0-1 0,0 1 0,-1 1-1,0-1 1,-1 1 0,1 0-1,-1 0 1,0 0 0,-1 1 0,0-1-1,0 1 1,0 3 7,33 178 166,-35-183-160,13 153 153,-7 1 0,-7 0 0,-8 20-159,-60 224 170,64-379-194,19-21-842,5-18-652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0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 28806,'0'0'920,"0"0"-258,0 0-222,-18 10-165,5-3-238,0 0-18,0 0 0,0 1-1,1 0 1,0 1-1,0 0 1,1 1 0,1 0-1,0 1 1,-4 6-19,-41 59 93,4 2 1,3 2-1,4 3 0,3 1 1,4 2-1,-21 77-93,43-116 93,2 0 0,3 1 0,1 0 0,3 1 0,1-1 0,3 13-93,2-56 2,0-1 0,0 1 0,1 0 1,0 0-1,0-1 0,0 1 0,1 0 1,0-1-1,-1 0 0,2 1 1,-1-1-1,0 0 0,1 0 0,0 0 1,0 0-1,0-1 0,0 1 0,0-1 1,1 0-1,0 0 0,-1 0 0,1 0 1,0 0-1,1-1 0,-1 0 0,0 0 1,1 0-1,-1-1 0,1 1 1,-1-1-1,1 0 0,0 0 0,1-1-2,4 2 0,0-1-1,0 0 1,0-1-1,0 0 1,0-1-1,0 0 1,0 0-1,0-1 1,-1 0-1,1-1 0,-1 0 1,1-1-1,-1 0 1,0 0-1,5-4 1,0-2 0,-1-1-1,0 0 0,0-1 0,-2 0 1,1-1-1,-2 0 0,1-1 0,-2 0 0,0-1 1,-1 0-1,0 0 0,-1-1 0,-1 0 1,-1 0-1,0 0 0,-1-1 0,0 0 1,-2 0-1,0 0 0,-1 0 0,0 0 1,-2 0-1,0-3 1,0 15-32,-1 0 1,1 1-1,-1-1 0,0 1 1,0-1-1,-1 1 0,1 0 0,-1 0 1,0 0-1,0 0 0,0 1 1,-1-1-1,1 1 0,-1 0 1,0 0-1,0 0 0,0 0 1,0 1-1,0-1 0,-1 1 1,1 0-1,-1 1 0,1-1 1,-1 1-1,0 0 0,0 0 1,1 0-1,-1 1 0,0-1 0,0 1 1,0 0-1,0 1 0,1-1 1,-1 1-1,0 0 0,0 0 1,-2 2 31,-6 6-1497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0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456 276 27918,'0'0'1183,"0"0"-659,0 0-201,-20 14 33,-133 106 124,126-94-382,0 1 1,2 2-1,1 0 0,2 2 1,1 0-1,1 2 0,2 0 1,1 1-1,1 1 0,2 0 1,2 1-1,1 0 1,2 1-1,2 0 0,1 1 1,0 16-99,6-49 3,0 0 0,-1 0 0,2 0-1,-1 0 1,1-1 0,-1 1 0,1 0 0,1 0 0,-1-1 0,1 1 0,-1-1 0,1 1 0,1-1 0,-1 0 0,0 1 0,1-1 0,0-1 0,0 1 0,0 0 0,1-1 0,-1 1 0,1-1 0,0 0 0,0 0 0,0-1 0,0 1 0,0-1 0,1 0 0,-1 0 0,2 0-3,4 1-2,1-1 1,-1 0-1,1 0 1,0-2-1,0 1 1,-1-1-1,1-1 1,0 0-1,0 0 0,-1-1 1,1 0-1,-1-1 1,1 0-1,-1-1 1,0 0-1,0-1 1,-1 0-1,4-2 2,161-126-607,35-80-3206,-124 115-2893</inkml:trace>
  <inkml:trace contextRef="#ctx0" brushRef="#br0" timeOffset="201.279">1134 0 29014,'0'0'936,"0"0"-496,-55 92-39,21-34 47,1 9-136,-6 22-128,-6 20-24,-4 24-64,5-11-56,13-23-40,11-34-40,9-26-272,3-7-56,8-18-152,0-7-401,0-7-2407</inkml:trace>
  <inkml:trace contextRef="#ctx0" brushRef="#br0" timeOffset="392.76">1049 247 24149,'0'0'4289,"32"98"-3569,-3-5-200,8 33-24,1 6 81,-5-5-289,-3-10-168,-13-32-80,-5-20-40,0-14-160,-8-22-697,-2-15-1607</inkml:trace>
  <inkml:trace contextRef="#ctx0" brushRef="#br0" timeOffset="594.648">780 707 28726,'0'0'976,"0"0"-432,110-13-79,-45-1-161,23-7-152,42-14-152,-20 1-392,-8 1-1929</inkml:trace>
  <inkml:trace contextRef="#ctx0" brushRef="#br0" timeOffset="935.863">1621 325 28070,'0'0'1120,"0"0"-424,0 0 1,117-14-209,-52 0-232,4 0-144,-2 1-72,-3 5-40,13 2-256,-18 4-585,-14 1-1631</inkml:trace>
  <inkml:trace contextRef="#ctx0" brushRef="#br0" timeOffset="1202.842">1923 553 29662,'0'0'905,"-10"97"-457,6-31-320,4 8-128,0 21-32,18-17-1073,0-18-2343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0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9 25373,'0'0'3356,"0"0"-2133,2 19-544,20 118 453,-7-104-1007,-2 1 1,-2 0-1,0 0 1,-3 1-1,-1 0 1,-1 1-1,-2-1 1,-1 26-126,-6-49-6,-1 1 0,0-1 0,-1 0 1,0 0-1,-1 0 0,-1-1 0,1 0 0,-2 0 0,1 0 1,-2-1-1,1 0 0,-1-1 0,-1 0 0,0 0 0,0-1 1,0-1-1,-1 1 0,0-2 0,-1 0 0,1 0 0,-4 0 6,5-1-261,0-1 0,0 0 0,-1 0 0,0-1 0,0 0 0,0-1-1,0-1 1,0 0 0,0 0 0,-11-1 261,-7 0-2019</inkml:trace>
  <inkml:trace contextRef="#ctx0" brushRef="#br0" timeOffset="166.527">215 13 28590,'0'0'1032,"114"-11"-496,-40 10-39,9 1-145,-5 0-160,-1 10-192,5 22-136,-19-4-1145,-20 1-5248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03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469 117 27094,'0'0'1235,"0"0"-339,0 0-185,-18 2-48,5 0-548,4-2-70,1 1 1,-1 0-1,0 1 0,1 0 0,0 0 0,-1 1 0,1 0 0,0 0 0,0 1 0,1 0 0,-1 1 0,1-1 0,-3 3-45,-17 21 102,0 2-1,2 0 1,1 2-1,1 1 1,2 0-1,1 2 1,2 0-1,2 1 1,-6 19-102,4-16 55,2 0 0,2 1 1,1 0-1,2 1 0,2 0 1,2 1-1,2 0 0,1 0 1,2 1-1,3 11-55,0-49 0,-1 0 0,2 0 0,-1 0 0,1 0 0,-1-1 0,1 1 0,1 0 0,-1-1 0,1 0 0,-1 1 0,1-1 0,0 0 0,1-1 0,-1 1 0,1 0 0,0-1 0,0 0 0,0 0 0,0 0 0,0 0 0,0-1 0,1 0 0,0 0 0,-1 0 0,1 0 0,0-1 0,0 1 0,0-1 0,0-1 0,4 1 0,6 1 0,0 0 0,-1-2 0,1 0 0,0 0 0,0-2 0,0 1 0,0-2 0,-1 0 0,1-1 0,-1-1 0,26-13-76,-2-2 0,-1-1-1,0-3 1,-2 0 0,0-3 0,17-18 76,-42 37-67,90-78-900,-11 7-871</inkml:trace>
  <inkml:trace contextRef="#ctx0" brushRef="#br0" timeOffset="256.335">1366 1 25405,'0'0'4641,"0"0"-3912,-88 100-201,44-43-72,-3 10-72,-8 21-184,-6 22-120,6-8-40,10-13-40,14-19 0,15-27-160,8-8-248,8-23-280,6-12-1137,16-10-3368</inkml:trace>
  <inkml:trace contextRef="#ctx0" brushRef="#br0" timeOffset="506.787">1279 23 27886,'0'0'1008,"44"140"-256,-7-14-192,10 20 209,2-3-241,-4-14-136,-7-19-208,-9-20-104,-11-27-80,-8-22-128,-5-25-112,-3-7-608,-2-9-897</inkml:trace>
  <inkml:trace contextRef="#ctx0" brushRef="#br0" timeOffset="683.964">848 649 29422,'0'0'824,"0"0"-471,0 0 7,119 12 16,-48-12-160,23-17-184,40-12-32,-20 3-416,-12-1-1289</inkml:trace>
  <inkml:trace contextRef="#ctx0" brushRef="#br0" timeOffset="846.608">1772 198 26942,'0'0'2976,"0"0"-2736,0 0-80,142-3 57,-89 1-89,15 0-128,-11-1-1201,-14-1-2896</inkml:trace>
  <inkml:trace contextRef="#ctx0" brushRef="#br0" timeOffset="1031.948">1957 417 29358,'0'0'1521,"0"0"-1169,-22 119 24,16-61 48,0 6-168,6-2-256,0 17-48,6-17-608,8-16-2089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1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470 186 28550,'0'0'982,"0"0"-133,0 0-166,0 0-227,-21 5-247,6-2-187,7-1-17,0-1-1,0 1 0,0 0 0,1 1 0,-1 0 1,1 0-1,-1 0 0,1 1 0,0 0 0,1 1 1,-1-1-1,1 1 0,0 1 0,0-1 0,0 1 1,1 0-1,-1 2-4,-36 61 2,3 2 1,4 2 0,2 1-1,4 2 1,3 0 0,-10 59-3,35-133 0,-15 51 37,1 1 1,3 0-1,2 1 0,3 1 1,0 22-38,7-76 0,-1 0 0,1 1 0,0-1 0,0 0 0,0 1 0,0-1 1,0 0-1,0 1 0,0-1 0,1 0 0,-1 0 0,1 1 1,0-1-1,-1 0 0,1 0 0,0 0 0,0 0 0,1 0 0,-1 0 1,0 0-1,1 0 0,-1 0 0,1-1 0,0 1 0,-1 0 1,1-1-1,0 0 0,0 1 0,0-1 0,0 0 0,0 0 0,0 0 1,0 0-1,0 0 0,1-1 0,-1 1 0,0-1 0,0 1 1,1-1-1,-1 0 0,0 0 0,1 0 0,-1 0 0,0 0 0,1-1 1,-1 1-1,0 0 0,0-1 0,1 0 0,-1 0 0,0 0 1,1 0-1,11-7 0,0 0 0,0-2 0,-1 1 0,0-2 0,-1 1 0,0-2 0,-1 0 0,0 0 1,-1-1-1,0 0 0,3-7 0,5-4 0,0-1 0,-1-1 0,-1-1 0,-2 0 0,-1-1 1,-1 0-1,-1-1 0,-2 0 0,-1-1 0,-1 0 0,-1 0 0,0-24 0,-6 52-4,0-1 0,0 1 0,0 0 0,0-1 0,-1 1-1,1-1 1,-1 1 0,0 0 0,0 0 0,0-1 0,0 1 0,0 0 0,0 0-1,0 0 1,-1 0 0,1 0 0,-1 0 0,0 0 0,1 1 0,-1-1 0,0 1-1,0-1 1,0 1 0,0-1 0,0 1 0,0 0 0,-1 0 0,1 0 0,0 0-1,0 1 1,-1-1 0,1 1 0,-1-1 0,1 1 0,0 0 0,-1 0 0,1 0 0,-1 0-1,1 0 1,-1 1 0,1-1 0,0 1 0,-1-1 0,0 1 4,-1-1-33,-1 0-1,0 0 1,0 1 0,0-1 0,0 1-1,1 0 1,-1 1 0,0-1 0,1 1 0,-1 0-1,1 0 1,-1 0 0,1 0 0,0 1 0,0 0-1,0 0 1,-2 2 33,-12 52-3700,20-45-885</inkml:trace>
  <inkml:trace contextRef="#ctx0" brushRef="#br0" timeOffset="262.706">1041 0 29278,'0'0'1417,"0"0"-1417,0 0 0,0 0 104,-81 141-24,38-54-56,-8 24 0,-8 22 64,-2 3-24,14-28-24,14-36-16,15-35-24,10-17-48,8-19-184,0-1-633,2-1-1263</inkml:trace>
  <inkml:trace contextRef="#ctx0" brushRef="#br0" timeOffset="513.556">1004 230 26446,'0'0'1400,"0"0"-344,112 115-320,-63-54 113,-4 7-313,-6 8-232,-11 14-56,-13-7-176,-13 3-40,-2-4-32,-4-21-272,-17-9-328,1-21-641,2-20-1431</inkml:trace>
  <inkml:trace contextRef="#ctx0" brushRef="#br0" timeOffset="782.242">762 712 29542,'0'0'648,"0"0"-191,0 0 143,163-7-152,-86-9-288,33-10-160,-18 3-352,-17 0-2521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8:1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15 22869,'0'0'1037,"0"0"2145,0 0-1651,0 0-837,0 0-105,0 0-83,-7-1-103,-29-3 363,22 50-596,7-18-107,3 1 0,0 0 0,1 0 1,2 0-1,1 1 0,2-1 0,1 0 0,1 0 1,1-1-1,3 8-63,60 134 132,-44-117-122,-3 2 0,-1 0 0,-4 2 0,0 4-10,-14-54 2,-1 0-1,0 0 1,0 1 0,0-1-1,-1 0 1,0 0 0,0 0 0,-1 1-1,0-1 1,0 0 0,0 0-1,-1 0 1,-1 0 0,1 0-1,-1-1 1,0 1 0,0-1 0,-1 0-1,0 0 1,0 0 0,0 0-1,-4 3-1,-7 9-52,-1-1-1,-1-1 1,0 0 0,-1-1-1,-1-1 1,0-1-1,-1 0 1,0-2-1,-1 0 1,0-1 0,-1-1-1,0-1 1,0-2-1,-1 0 1,0-1-1,-9 1 53,29-7-150,-1-1 0,0 1 0,1 0 0,-1-1 0,1 0 0,-1 0 0,1 0 0,0 0 0,0 0-1,0-1 1,0 0 0,0 1 0,0-1 0,1 0 0,-1 0 0,1 0 0,0-1 0,0 1-1,0-1 1,1 1 0,-1-1 0,1 1 0,0-1 0,0 0 0,0 0 0,0 1 0,0-3 150,-2-4-1750,-13-38-13875</inkml:trace>
  <inkml:trace contextRef="#ctx0" brushRef="#br0" timeOffset="188.188">232 441 25445,'0'0'1689,"0"0"-521,165-62-392,-88 32-240,-3 3-272,-3 4-264,8 2 0,-19 7-768,-14 3-3441</inkml:trace>
  <inkml:trace contextRef="#ctx0" brushRef="#br0" timeOffset="416.705">1078 179 28726,'0'0'1456,"0"0"-1103,122-23 151,-63 4-88,2-1-80,-2-1-208,-4 2-72,-4-1-40,-4 3-16,-8 2 0,-5 5-144,-5 3-296,-9 1-673,-10 5-919</inkml:trace>
  <inkml:trace contextRef="#ctx0" brushRef="#br0" timeOffset="724.846">1385 156 27638,'0'0'1104,"-34"103"-320,17-34-144,-3 7-143,4 3-265,1 4-144,3-2-88,4-5-8,4 14-408,2-19-977,0-18-3080</inkml:trace>
  <inkml:trace contextRef="#ctx0" brushRef="#br0" timeOffset="973.998">1420 543 26382,'0'0'1048,"0"0"-272,0 0-120,108-25-152,-77 18-288,1 0-216,-5 4-152,-7-1-936,-12 4-6754</inkml:trace>
  <inkml:trace contextRef="#ctx0" brushRef="#br0" timeOffset="974.998">1196 1017 25133,'0'0'4521,"0"0"-4209,0 0 145,0 0 119,151-14-176,-84-17-232,6-6-112,-1 2-40,17-4-16,-17 9-168,-20 11-2017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3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1368 21341,'0'0'0,"0"0"0,-91 104 1392,66-68-1392,11-8 0,4-8-152,4-8 152,2-5 128,0-7-128,3 0-16,-3-7-4337</inkml:trace>
  <inkml:trace contextRef="#ctx0" brushRef="#br0" timeOffset="254.089">0 1499 27110,'0'0'1344,"0"0"-600,0 0-272,0 0-64,0 0-31,0 0 47,208-16-48,-37-49-56,27-20-104,3-9-24,-21 2-32,-37 15-48,-35 13-72,-27 16-40,-28 15-32,2-11-296,-12 6-384,-9 3-1129</inkml:trace>
  <inkml:trace contextRef="#ctx0" brushRef="#br0" timeOffset="654.53">952 340 27318,'0'0'1616,"0"0"-890,0 0-314,0 0-4,0 0-77,0 0-145,4-7-102,-3 4-82,0 1 0,0 0-1,0-1 1,1 1 0,-1 0-1,1 0 1,-1 0 0,1 0-1,0 0 1,0 1 0,0-1-1,0 0 1,0 1 0,0-1-1,0 1 1,0 0 0,1 0 0,-1 0-1,0 0 1,1 0 0,-1 0-1,1 1 1,-1-1 0,1 1-1,-1 0 1,1 0 0,-1 0-1,1 0 1,0 0 0,-1 0-1,2 1-1,62 0 11,-56 37 10,42 481 773,-14-164-267,-11 178-527,-28-121 194,-26 96-194,-10 85 15,48-669-1834,-5 14-1075</inkml:trace>
  <inkml:trace contextRef="#ctx0" brushRef="#br0" timeOffset="1234.986">1977 1457 28534,'0'0'975,"0"0"-275,0 0-100,0 0 16,0 0-209,0 0-247,16-15-100,72-58 6,360-201 98,-58 44 294,-389 228-457,1 1-1,-1-1 1,1 0-1,0 1 1,-1-1-1,1 1 0,0 0 1,0 0-1,0 0 1,0-1-1,0 2 1,0-1-1,0 0 1,0 0-1,1 1 0,-1-1 1,0 1-1,0 0 1,1-1-1,-1 1 1,0 0-1,1 0 1,-1 1-1,0-1 0,0 0 1,1 1-1,-1 0 1,0-1-1,0 1 1,0 0-1,0 0 1,0 0-1,0 0 0,0 0 1,0 1-1,0-1 1,-1 1-1,1-1 1,0 1-1,-1-1 1,1 1-1,-1 0 0,0 0 1,1 0-1,-1 0 1,0 0-1,0 0 1,0 0-1,-1 0 1,1 0-1,0 1 0,-1-1 1,0 0-1,1 0 1,-1 1-1,0-1 1,0 0-1,0 0 1,0 1-1,-1 0 0,2 139 0,-7-1 0,-22 129 0,16-156 0,-8 79 0,-56 397 0,53-513 0,23-77 0,-1 1 0,0-1 0,1 0 0,-1 1 0,1-1 0,-1 0 0,0 0 0,1 0 0,-1 1-1,1-1 1,-1 0 0,0 0 0,1 0 0,-1 0 0,0 0 0,1 0 0,-1 0 0,1 0 0,-1-1 0,0 1 0,1 0 0,-1 0 0,0 0 0,1-1 0,-1 1 0,1 0 0,-1-1 0,1 1-1,-1 0 1,1-1 0,-1 1 0,1-1 0,-1 1 0,1-1 0,0 1 0,-1-1 0,1 1 0,0-1 0,-1 1 0,1-1 0,0 0 0,0 1 0,-1-1 0,1 1 0,0-1 0,0 0 0,0 1-1,0-1 1,0 0 0,0 1 0,0-2 0,-27-161-748,12 3-507,6 48-3127,1-11-10587</inkml:trace>
  <inkml:trace contextRef="#ctx0" brushRef="#br0" timeOffset="1487.317">2749 427 28438,'0'123'872,"-24"49"-184,-15 45-47,-12 14 79,-8-3-24,-10 5-160,-7-8-360,-7-10-176,1-17 0,7-30 0,14-41 0,16-42 0,18-37 0,5-27 0,4-12 0,-1-34-448,1-17-1368,6-25-5666</inkml:trace>
  <inkml:trace contextRef="#ctx0" brushRef="#br0" timeOffset="1753.677">1461 1911 24837,'0'0'4561,"-112"132"-4409,63-61-152,25-13-448,7-12-648,7-9-7274</inkml:trace>
  <inkml:trace contextRef="#ctx0" brushRef="#br0" timeOffset="1754.677">2798 1448 29406,'0'0'728,"108"74"-480,-44-23 33,7 7-145,25 17-136,-17-19 0,-10-10-1465</inkml:trace>
  <inkml:trace contextRef="#ctx0" brushRef="#br0" timeOffset="2526.936">3667 570 29350,'0'0'762,"0"0"-222,0 0-327,0 0-143,0 0 24,27-2 60,170 2 22,-190 2-188,-1-2-12,0 0 0,1 0 0,-1 1 0,0 0-1,0 0 1,0 1 0,0 0 0,0 0-1,-1 0 1,1 0 0,0 1 0,-1 0 0,0 1-1,0-1 1,0 1 0,0 0 0,0 0 0,-1 0-1,1 1 1,-1-1 0,-1 1 0,1 0 0,2 4 24,-5 3-301,0 0 0,0 0 1,-1 0-1,-1 0 0,0-1 0,-1 1 1,0 0-1,0-1 0,-1 1 1,-1-1-1,0 0 0,-1 0 1,-5 10 300,-124 212-6167,-29-15 6056,-87 63 8939,197-215-7277,61-67-1461,164-106-28,-95 51-62,-69 51 0,11-9-1,0 0 1,1 2 0,1 0-1,0 2 1,0 0 0,1 1 0,0 2-1,1 0 1,4 0 0,-25 7-1,1-1 0,0 1 0,0 0 0,-1 0 0,1 0 0,0 0 0,0 0 0,-1 1 0,1-1 0,0 1 0,-1 0 0,1 0 0,0 0 0,-1 0 0,1 0 0,-1 1 0,0-1 0,1 1 0,-1-1 0,0 1 0,0 0 1,0 0-1,0 0 0,0 0 0,0 0 0,-1 1 0,1-1 0,-1 0 0,0 1 0,1-1 0,-1 1 0,0-1 0,-1 1 0,1 0 0,0-1 0,-1 1 0,1 0 0,-1 0 0,0-1 0,0 1 0,0 1 1,14 267-5,-37 316 643,23-585-621,0 0 0,-1 0 0,1 0 0,0 0 0,0 0 0,0 0 0,1 0 0,-1 0 0,0 0-1,1 0 1,-1 0 0,1 0 0,0 0 0,-1 0 0,1-1 0,0 1 0,0 0 0,0 0 0,1-1-1,-1 1 1,0-1 0,1 1 0,-1-1 0,1 0 0,-1 1 0,1-1 0,-1 0 0,1 0 0,0 0-1,0 0 1,-1 0 0,1-1 0,0 1 0,0 0 0,0-1 0,0 0 0,0 1 0,0-1 0,0 0-1,0 0 1,0 0 0,0 0 0,0 0 0,0-1 0,0 1 0,0 0 0,0-1 0,0 0 0,0 1-1,-1-1 1,1 0 0,0 0 0,0 0 0,-1 0 0,2-1-17,11-9 14,0-1 0,-1-1 0,0 0-1,-1-1 1,-1 0 0,0-1 0,-1 0 0,5-10-14,-3 6 1,92-152-661,-9-4 0,-7-5 0,-7-3-1,-9-3 1,20-98 660,-67 198-883,59-152-2132,-84 236 3069,0 0 0,1 0 0,-1 1 0,1-1 0,0 0 0,-1 1 0,1-1 0,0 1 0,0-1 0,0 1 0,0-1 0,0 1 0,1 0 0,-1 0 0,0-1 1,1 1-1,-1 0 0,1 0 0,-1 0 0,1 0 0,-1 1 0,1-1 0,0 0 0,-1 1 0,1-1 0,0 1 0,-1-1 0,1 1 0,0 0 0,0 0 0,-1 0 0,1 0 0,0 0 0,0 0 0,0 0 0,-1 1 0,1-1 0,0 0 0,-1 1 0,1 0 0,0-1 0,-1 1 0,1 0 0,-1 0 0,1 0 0,-1 0 0,1 0 0,-1 0 0,0 0 0,1 1 0,-1-1 0,0 0 0,1 2-54,108 173 1802,230 530 441,-319-661-2138,20 40-43,-3 1 0,-4 2 0,11 51-62,-33 6-32,-21-212-2602,8 5-805</inkml:trace>
  <inkml:trace contextRef="#ctx0" brushRef="#br0" timeOffset="2770.235">5794 893 23397,'-18'106'6761,"-21"25"-6144,-10 19-153,-6-3-128,-2-22 176,-10 0-160,-10 1-184,-13-13-104,-6-16-32,-6-23-16,-2-28-16,-4-28-88,-2-18-240,27-11-736,13-19-1865</inkml:trace>
  <inkml:trace contextRef="#ctx0" brushRef="#br0" timeOffset="2936.781">5256 1 29318,'0'0'760,"186"74"-544,-131-30-144,-12 6-48,12 45-24,-8-8-72,-7-3-3240</inkml:trace>
  <inkml:trace contextRef="#ctx0" brushRef="#br0" timeOffset="4779.432">2213 3107 21709,'0'0'5110,"0"0"-3627,0 0-1048,0 0-75,0 0 163,0 0 78,28 0-75,504-43 342,157-22-112,122 27-756,-551 40 19,211 31-19,-302-13-119,593 50-2223,-666-69-1854</inkml:trace>
  <inkml:trace contextRef="#ctx0" brushRef="#br0" timeOffset="149934.417">5680 2958 29198,'0'0'592,"0"0"-464,0 0-72,149-21-56,-71 11 0,26 1 24,42 9-24,-19 0-160,-13 5-1616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6:28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1090 18780,'0'0'11186,"0"0"-10361,0 0-457,0 0-176,0 0 104,0 0 64,105-67-56,-1 26-104,31-6-104,8-1-40,-21 9-16,-32 11-24,-29 10-16,-10 2 0,6-1-120,16-15-288,-12 2-712,-20 1-1609</inkml:trace>
  <inkml:trace contextRef="#ctx0" brushRef="#br0" timeOffset="401.147">770 323 28862,'0'0'812,"-1"24"-224,-6 372 1038,34 893-747,-27-1265-879,2 16 0,-3 0 0,-1 0 0,-2 0 0,-1 0 0,-2 0 0,-2-1 0,-6 11 0,13-47 0,0 1 0,0 0 0,-1-1 0,0 1 0,0-1 0,0 0 0,0 0 0,0 0 0,0-1 0,-1 1 0,0-1 0,1 1 0,-1-1 0,0-1 0,0 1 0,0 0 0,0-1 0,0 0 0,-1 0 0,1 0 0,0 0 0,0-1 0,-1 0 0,1 0 0,0 0 0,-1 0 0,1 0 0,0-1 0,-1 0 0,1 0 0,0 0 0,0-1 0,0 1 0,0-1 0,0 0 0,0 0 0,1 0 0,-1-1 0,1 1 0,-1-1 0,1 0 0,0 0 0,-2-3 0,-33-31-3,1-1-1,2-3 1,2 0-1,2-2 1,-15-29 3,39 64-7,1-1 0,0 1 0,0-1 0,0 0 0,1 0 0,1-1 1,-1 1-1,1-1 0,1 0 0,0 0 0,1-1 0,0 1 0,0 0 1,1-1-1,0 1 0,1-1 0,0 1 0,1-1 0,0 0 0,1 1 1,0 0-1,0-1 0,1 1 0,1 0 0,0 1 0,0-1 0,5-8 7,198-168-344,-155 144 97,39-33-602,-9 4-1013</inkml:trace>
  <inkml:trace contextRef="#ctx0" brushRef="#br0" timeOffset="684.002">1473 5 28510,'0'0'2273,"0"0"-1921,0 0-264,0 0 8,0 0 40,131 4-48,-91-4-72,-1 0-16,2-2-368,-11-1-1121,-13-1-5168</inkml:trace>
  <inkml:trace contextRef="#ctx0" brushRef="#br0" timeOffset="1408.649">1459 219 27550,'0'0'1096,"0"0"-548,0 0-282,0 0-90,0 0-60,0 0-42,17 9-30,-4-3-39,-8-2-5,1-1 1,0 0-1,0 0 1,0 0-1,0-1 1,0 0 0,0 0-1,0-1 1,1 1-1,-1-1 1,1-1 0,-1 1-1,1-1 1,-1 0-1,1-1 1,-1 0-1,0 0 1,4-1-1,144-28 0,-153 30 0,1 1 0,-1-1 0,0 1 0,1-1 0,-1 1 0,1-1 0,-1 1-1,0 0 1,0 0 0,1 0 0,-1 0 0,0-1 0,0 1 0,0 1 0,0-1 0,0 0 0,0 0 0,0 0 0,-1 1 0,1-1 0,0 0 0,-1 1-1,1-1 1,0 0 0,-1 1 0,0-1 0,1 1 0,-1-1 0,0 1 0,0-1 0,0 1 0,0-1 0,0 0 0,0 1 0,0-1 0,-1 1-1,1-1 1,0 1 0,-1-1 0,0 1 0,-17 70 6,-14-5 1,-3-2 0,-3-1 0,-27 32-7,28-41 1,-109 164 89,132-191-45,16-27-45,-1 0 0,0 0 0,0 0 0,0 0-1,1-1 1,-1 1 0,0 0 0,1 0 0,-1-1 0,0 1 0,1-1-1,-1 0 1,1 1 0,-1-1 0,1 0 0,-1 0 0,1 0 0,-1 0-1,1 0 1,-1 0 0,1 0 0,-1 0 0,1-1 0,-1 1 0,1-1 0,-1 1-1,1-1 1,-1 1 0,0-1 0,1 0 0,-1 0 0,0 1 0,0-1-1,0 0 1,1 0 0,-1 0 0,0-1 0,0 1 0,0 0 0,141-80-520,-94 51 452,1 2 1,1 3-1,2 1 0,18-4 68,22 14 375,-90 14-364,-1 0 0,1 0 0,-1 0 0,0 0 0,1 0 1,-1 0-1,0 1 0,1-1 0,-1 0 0,0 1 0,1-1 0,-1 1 1,0 0-1,0-1 0,1 1 0,-1 0 0,0 0 0,0 0 0,0 0 1,0 0-1,0 0 0,0 0 0,0 0 0,-1 0 0,1 0 0,0 0 1,0 0-1,-1 1 0,1-1 0,-1 0 0,1 1 0,-1-1 0,0 0 1,0 1-1,1-1 0,-1 0 0,0 1 0,0-1 0,0 1 1,0-1-1,0 0 0,-1 1 0,1-1 0,-1 2-11,-24 64 270,-164 162-22,135-170-219,-299 301 474,296-296-347,58-63-156,-1 0 0,1 0 0,0 0 0,0-1 0,0 1 0,0 0 1,0 0-1,0 0 0,1-1 0,-1 1 0,0-1 0,0 1 0,0-1 0,1 1 0,-1-1 0,0 0 0,0 1 0,1-1 0,-1 0 0,0 0 1,1 0-1,-1 0 0,0 0 0,0-1 0,1 1 0,-1 0 0,0 0 0,1-1 0,-1 1 0,0-1 0,0 1 0,0-1 0,0 0 0,1 1 1,-1-1-1,0 0 0,0 0 0,33-14-76,0-2 1,-2-1-1,0-1 1,-1-2-1,12-11 76,-5 4-74,11-8 23,-29 20 48,1 0 0,0 2 0,1 0 0,0 1 0,1 2 0,1 0 0,7-1 3,-30 11 0,0 1 0,0 0 0,0-1 0,0 1 0,0 0 0,0 0 0,0 0 0,0 0 0,0 0 0,0 0 0,0 0 0,0 0 0,0 0 0,0 0 0,0 1 0,0-1 0,0 0 0,0 1 0,0-1 0,-1 1 0,1-1 0,0 1 0,0-1 0,0 1 0,-1 0 0,1-1 0,0 1 0,0 0 0,-1 0 0,1-1 0,-1 1 0,1 0 0,-1 0 0,1 0 0,-1 0 0,1 0 0,-1 0 0,0 0 0,0 0 0,1-1 0,-1 1 0,0 0 0,0 0 0,0 0 0,0 0 0,0 0 0,0 0 0,0 0 0,-1 0 0,1 0 0,0 0 0,0 0 0,-1 0 0,1 0 0,-1 1 0,-18 61 0,-83 133 16,71-144 92,2 1 0,3 2 0,2 0 0,3 2 0,-8 34-108,18 14 212,11-103-211,-1 1 0,1-1 0,0 0 0,0 1 1,0-1-1,0 0 0,1 0 0,-1 1 0,1-1 0,-1 0 1,1 0-1,0 1 0,0-1 0,0 0 0,0 0 0,0 0 1,0 0-1,1 0 0,-1 0 0,1-1 0,-1 1 1,1 0-1,0-1 0,-1 1 0,1-1 0,0 0 0,0 1 1,0-1-1,0 0 0,0 0 0,0 0 0,1-1 0,-1 1 1,0 0-1,0-1 0,1 1 0,-1-1 0,0 0 0,1 0 1,-1 0-1,1 0-1,22-3-14,-1 0 1,1-2-1,-1-1 0,0 0 1,0-2-1,-1-1 1,0-1-1,-1-1 0,0-1 1,0-1-1,-2 0 1,1-2-1,-2 0 0,0-2 1,14-15 13,166-165-3189,-152 142 588</inkml:trace>
  <inkml:trace contextRef="#ctx0" brushRef="#br0" timeOffset="1700.415">2272 1553 22221,'0'0'4871,"0"0"-3045,-15 23-1046,-91 159 89,81-126-802,-2 0 1,-3-2-1,-2-1 1,-3-1-1,-2-3 1,-1 0 0,-3-3-1,-2-1 1,-10 4-68,24-24-18,-1-2 1,-2-1-1,0-1 1,-1-2 0,-1-1-1,-1-2 1,0-1-1,-1-2 1,-1-1-1,0-2 1,0-2 0,-1-1-1,0-2 1,0-2-1,-27-1 18,59-2 1,-1 0-1,1 0 1,0-1-1,-1 0 0,1 0 1,0-1-1,0 0 1,0 0-1,0 0 0,0-1 1,1 1-1,-1-1 1,1-1-1,-1 1 1,1-1-1,0 0 0,1 0 1,-1 0-1,1-1 1,-1 0-1,1 0 0,1 0 1,-1 0-1,1-1 1,0 1-1,0-1 1,1 0-1,-1 1 0,1-1 1,0-1-1,1 1 1,-1-4-1,2-12 0,0 0 1,1 0 0,2 0 0,0 0 0,1 1 0,2-1 0,0 1 0,1 0 0,1 1-1,1-1 1,0 2 0,2-1 0,0 1 0,1 1 0,1 0 0,1 1 0,1 0 0,1 0-1,65-65 47,3 3 0,3 4 0,3 3 0,4 5 0,2 4 1,3 4-1,3 5 0,90-35-47,324-131-2012,-441 191-1635</inkml:trace>
  <inkml:trace contextRef="#ctx0" brushRef="#br0" timeOffset="2217.15">2924 1000 30262,'0'0'633,"-1"17"-280,4 754 244,-4-802-671,2 0-1,1 0 0,1 0 0,2 1 0,1 0 0,1 0 0,2 0 0,0 1 0,3 0 0,0 1 0,2 0 0,1 1 0,1 1 0,1 0 0,1 1 0,1 1 1,2 1-1,0 0 0,1 2 0,1 1 0,17-12 75,2 9 29,1 2 0,1 2 1,1 1-1,0 3 0,1 1 1,1 3-1,7 0-29,-36 6 49,1 0 0,-1 2 0,1 0 0,0 1 1,0 0-1,0 2 0,0 0 0,0 2 0,0 0 0,-1 1 0,1 0 0,0 2 0,-1 0 0,0 1 0,15 8-49,-30-12 17,1 1 0,-1 0 0,1 0 0,-1 0 0,0 0 0,0 0 0,0 1 0,-1 0 0,1-1 0,-1 1 0,0 0 0,0 0 0,0 0 0,0 0 0,-1 0 0,0 1 0,0-1 0,0 0 0,0 1 0,-1-1 0,1 1 0,-1-1 0,0 0 0,-1 1 0,1-1 0,-1 1 0,0-1 0,0 0 0,0 1 0,-1-1 0,1 0 0,-1 0 0,0 0 0,0 0 0,-3 3-17,-106 127 144,-233 146-100,187-161-16,138-104-19,12-12 32,1 1 1,0 0-1,1 1 0,-1-1 0,1 1 1,0 0-1,0 0 0,0 1 1,1 0-1,0 0 0,0 0 0,0 0 1,1 0-1,0 1 0,-1 2-41,11 4 95,6-12-93,0 0 0,-1-1-1,1-1 1,0 0 0,-1-1 0,1 0 0,-1-1 0,0 0-1,0-1 1,0 0 0,3-3-2,86-36 0,-2-4 0,-2-5 0,70-51 0,-48 24-215,-35 21-858</inkml:trace>
  <inkml:trace contextRef="#ctx0" brushRef="#br0" timeOffset="8015.573">1171 3246 20140,'0'0'7313,"0"0"-5562,16-6-1593,190-57 265,45 24-225,2 11-1,125 7-197,-70 4 68,1329-155 241,-851 78-279,1300-95 7,-1195 140-3627,-740 43-5520</inkml:trace>
  <inkml:trace contextRef="#ctx0" brushRef="#br0" timeOffset="153329.313">5036 2470 8586,'0'0'20628,"0"0"-19876,0 0-560,0 0-120,0 0 177,120 50 47,-61-35-88,23-2-24,30-13-48,27 0 24,7-2-32,-7-3-64,-29 5-64,-43 1-336,-22 1-3121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7:05.25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1249 1251 11827,'0'0'13577,"0"0"-10404,0 0-2786,-1-16 121,-6-48 58,6 62-539,1 1 0,-1 0 0,1-1 0,-1 1 0,0 0 0,0-1 0,0 1 0,0 0 0,0 0 0,0 0 0,0 0 0,0 0 0,0 0 0,0 0 0,0 0 0,-1 0 0,1 1 0,0-1 0,-1 0 0,1 1 0,-1-1 0,1 1 0,0 0 0,-1-1 0,1 1 0,-1 0-1,1 0 1,-1 0 0,1 0 0,-1 0 0,1 0 0,-1 0 0,1 1 0,-1-1 0,1 1 0,-1-1 0,1 1 0,0-1 0,-1 1 0,1 0 0,0-1 0,-1 2-27,0-2 18,-119 72 133,28-8-46,3 4-1,3 4 1,3 3-1,3 4 1,4 3-1,4 4 1,4 3-1,-40 67-104,87-121 5,2 2 0,2 0 0,1 1 0,1 0 0,3 2 0,1 0 0,2 0 0,1 1 0,3 0 0,1 0 0,2 0 0,2 1 0,1-1 0,6 37-5,2-54-27,0 1 0,2-2 1,1 1-1,0-2 1,2 1-1,1-2 1,0 1-1,2-2 1,8 8 26,45 69-131,-52-69 112,-2 0 1,0 2-1,-2-1 0,-1 2 1,-2 0-1,-1 0 0,-1 1 1,-2 0-1,-1 0 0,-1 0 1,-2 1-1,-2-1 0,0 1 1,-3-1-1,0 1 0,-2-1 1,-2 0-1,0-1 0,-8 16 19,-36 72-5,-6-1 0,-56 84 5,-44 88 8,148-271-75,1 0 0,0 1 0,2-1 0,0 1 0,2 0 0,0 1 0,1-1 0,1 1 0,1 2 67,1-19-33,0-1 0,1 0 0,0 0 0,0 0 0,0 0-1,0 0 1,0 0 0,1 0 0,-1 0 0,1 0 0,0 0 0,0-1 0,0 1 0,0-1 0,0 1 0,0-1-1,1 0 1,-1 0 0,1 0 0,0 0 0,-1 0 0,1-1 0,0 1 0,0-1 0,0 0 0,0 0 0,0 0 0,0 0-1,1 0 1,-1-1 0,1 1 33,42 19-10,-32-7 28,0 1 1,-1 0-1,0 1 1,-1 1-1,-1-1 1,0 2-1,-2 0 1,0 0-1,0 1 1,-2 0-1,0 0 1,-1 0-1,-1 1 1,-1 0-1,0 6-18,50 241 340,-11 2 0,-12 2 0,-5 268-340,-23-456 47,23 1234 238,-16-1147-319,0-130-60,-10-40 55,0 1 1,0 0 0,0-1 0,0 1 0,1 0-1,-1-1 1,0 1 0,0 0 0,0-1 0,0 1 0,0 0-1,0-1 1,1 1 0,-1 0 0,0 0 0,0-1 0,1 1-1,-1 0 1,0 0 0,0-1 0,1 1 0,-1 0-1,0 0 1,1 0 0,-1-1 0,0 1 0,0 0 0,1 0-1,-1 0 1,0 0 0,1 0 0,-1 0 0,0 0-1,1 0 1,-1 0 0,1 0 0,-1 0 0,0 0 0,1 0-1,-1 0 1,0 0 0,1 0 0,-1 0 0,0 0 0,1 0-1,-1 1 1,0-1 0,0 0 0,1 0 0,-1 0 38,4-35-6268,-3-13-10799</inkml:trace>
  <inkml:trace contextRef="#ctx0" brushRef="#br0" timeOffset="9885.689">3742 792 27846,'0'0'1128,"0"0"-352,0 120-15,0-35-49,0 28-184,0 33-152,0 6-128,-2-12-80,-5-34-64,3-39-56,2-23-32,0-12 0,0-2-16,2-7 0,0-10-208,0-28-456,0-20-624,6-13-2841</inkml:trace>
  <inkml:trace contextRef="#ctx0" brushRef="#br0" timeOffset="10168.417">3913 938 27606,'20'-6'1136,"64"-16"-417,2 4 0,0 4 0,14 2-719,270 3 1128,-362 9-1115,1 0 1,-1 1-1,1 1 1,-1 0-1,1 0 1,-1 0-1,0 1 1,0 0-1,0 1 1,-1-1-1,1 2 1,-1-1-1,0 1 1,0 0 0,0 0-1,0 1 1,-1 0-1,0 0 1,-1 1-1,1 0 1,-1 0-1,-1 0 1,1 0-1,-1 1 1,0-1-1,-1 1 1,0 0-1,0 0 1,-1 1-1,0-1 1,0 1-1,-1-1 1,0 1-1,0-1 1,-1 1-1,-1-1 1,1 1-1,-2 8-13,-5 15 0,-1-1 0,-1 0 0,-2 0 0,0-1 0,-3 0 0,0-1 0,-2 0 0,-1-2 0,-1 0 0,-2-1 0,0 0 0,-12 9 0,7-4-82,-2-2 0,-1 0 1,-1-2-1,-1-2 0,-1 0 0,-1-2 0,-5 1 82,35-23-72,-1 1 1,0-1 0,1 1-1,-1-1 1,0 0 0,0 0-1,0 0 1,0 0 0,0-1-1,0 1 1,0-1-1,0 0 1,0 0 0,0 0-1,0 0 1,0 0 0,0-1-1,0 1 1,0-1 0,0 0-1,0 0 1,1 0-1,-1 0 1,0 0 0,0-1-1,1 1 1,-1-1 0,1 0-1,-1 1 1,1-1 0,0-1-1,0 1 1,0 0-1,0 0 1,0-1 0,0 1-1,1-1 1,-1 0 0,1 1-1,0-1 1,0 0 0,0 0-1,0 0 1,0 0-1,0 0 72,-18-53-3734</inkml:trace>
  <inkml:trace contextRef="#ctx0" brushRef="#br0" timeOffset="10434.745">4331 521 27694,'0'0'932,"0"23"-84,-12 171 419,-97 314-969,100-483-1509,7-41-404,10-38 721,-5 53 992,1 0-1,0-1 0,-1 1 1,1 0-1,0 1 1,-1-1-1,1 1 0,0-1 1,0 1-1,0 0 1,-1 0-1,1 1 0,0-1 1,0 1-1,-1 0 1,1 0-1,0 0 0,-1 1 1,1-1-1,-1 1 1,0 0-1,1 0 0,-1 0 1,0 0-1,0 0 1,0 1-98,210 98 760,-164-84-1574</inkml:trace>
  <inkml:trace contextRef="#ctx0" brushRef="#br0" timeOffset="10718.468">5370 78 30495,'0'0'608,"0"0"-320,0 0-224,0 0-32,0 0 64,0 0-8,0 0-64,74 92-24,-30-51-264,-9-10-1025,-2-11-3144</inkml:trace>
  <inkml:trace contextRef="#ctx0" brushRef="#br0" timeOffset="10969.393">5955 150 28574,'0'0'936,"0"0"-544,0 0 112,0 0 65,0 0-393,0 0-176,-108 122-336,73-92-617,1-1-1719</inkml:trace>
  <inkml:trace contextRef="#ctx0" brushRef="#br0" timeOffset="11532.812">5468 592 25477,'0'0'2644,"-3"18"-1479,-9 260 750,12-275-1909,0-2-5,-1 0-1,1 0 1,-1 1 0,1-1-1,-1 0 1,1 0 0,0 0 0,0 0-1,0 1 1,0-1 0,-1 0 0,2 0-1,-1 0 1,0 1 0,0-1-1,0 0 1,0 0 0,1 0 0,-1 0-1,1 0 1,-1 1 0,1-1 0,-1 0-1,1 0 1,-1 0 0,1 0-1,0 0 1,0 0 0,-1-1 0,1 1-1,0 0 1,0 0 0,0 0 0,0-1-1,0 1 1,0-1 0,0 1-1,0-1 1,1 1 0,-1-1 0,0 1-1,0-1 1,0 0 0,0 0 0,1 0-1,-1 0 1,0 1 0,0-2-1,0 1 1,0 0 0,1 0 0,-1 0-1,1-1 0,76-78 18,-67 68-19,1 0 0,0 1 0,0 1 0,1 0 1,0 0-1,0 1 0,1 1 0,1 1 0,-1 0 0,1 0 1,0 1-1,0 1 0,11-1 1,-23 15-13,-54 71-91,34-63 10,-78 86-805,-4-4-1,-5-5 0,-56 36 900,132-110 26,18-15 17,0 0-1,1 0 0,0 1 1,0 1-1,0-1 0,1 2 1,0-1-1,0 1 1,1 0-1,0 0 0,1 1 1,0 0-1,0 0 0,1 1 1,1-1-1,-3 10-42,7-18 30,0 0 0,0 0-1,1 0 1,-1 0 0,1 0 0,-1 0-1,1-1 1,0 1 0,-1 0 0,1 0-1,0 0 1,0 0 0,1-1 0,-1 1-1,0-1 1,0 1 0,1-1 0,-1 1-1,1-1 1,0 0 0,-1 1 0,1-1-1,0 0 1,-1 0 0,1 0 0,0-1-1,0 1 1,0 0 0,0-1 0,0 1-1,0-1 1,0 0 0,0 1 0,0-1-1,0 0 1,0 0 0,0 0 0,0-1 0,0 1-30,86-12 748,-40-7-687,-21 7-56,1 1 0,-1 1-1,2 1 1,-1 1 0,1 2-1,0 1 1,1 1-1,-1 1 1,1 2 0,13 1-5,128 80 698,-157-81-704,0 0 0,0-1-1,0-1 1,0 0-1,0-1 1,-1 0 0,0-1-1,0-1 1,0 0-1,0 0 1,-1-2-1,0 1 1,5-6 6,-2 3-22,-1 0 0,2 2 0,-1-1 0,1 2 0,1 0 0,-1 1 0,1 1 0,0 0 0,7 0 22,101-24-497,-72 5-4355,-4-3-13741</inkml:trace>
  <inkml:trace contextRef="#ctx0" brushRef="#br0" timeOffset="12245.453">6874 336 29366,'0'0'754,"0"0"-327,0 0-82,0 0 128,0 0-133,0 0-101,-6 17-60,1-3-166,0 0 0,-1 0 0,-1 0 1,0-1-1,-1 0 0,0 0 0,-1-1 0,-1 0 1,-10 9-14,-39 36 5,17-18-202,1 1 1,2 3 0,2 0-1,-27 45 197,52-62-385,12-25 347,1 0-1,-1 0 1,1 0 0,0 0 0,-1-1-1,1 1 1,0 0 0,0-1 0,0 1-1,0 0 1,0-1 0,-1 1 0,1-1-1,0 1 1,0-1 0,0 0 0,0 1-1,1-1 1,-1 0 0,0 0 0,0 0-1,0 1 1,0-1 0,0 0 0,0-1-1,0 1 1,0 0 0,0 0 0,0 0-1,0-1 1,0 1 0,0 0 0,0-1-1,0 1 1,0-1 0,0 1-1,0-1 39,1 1-68,8-2-137,-8 0 200,-1 1 1,1 1-1,0-1 0,0 0 1,0 0-1,0 1 0,0-1 1,0 1-1,0-1 0,0 1 1,0 0-1,0 0 1,0 0-1,1 0 0,-1 0 1,0 1-1,0-1 0,0 1 1,0-1-1,0 1 0,0 0 1,0-1-1,-1 1 0,1 0 1,0 0-1,0 1 0,-1-1 1,1 0-1,0 0 0,-1 1 1,1-1-1,-1 1 0,0 0 1,0-1-1,1 1 1,-1 0-1,0 0 0,0-1 1,-1 1-1,1 0 0,0 0 1,0 1 4,12 193 1201,-14-140-889,-4 215 578,5-271-891,1 1 1,0-1 0,0 1 0,0-1-1,0 0 1,0 0 0,0 1 0,0-1-1,0 0 1,0 0 0,0 0 0,0 0-1,1 0 1,-1 0 0,0 0 0,0 0-1,0-1 1,0 1 0,0 0 0,0-1-1,0 1 1,-1 0 0,1-1 0,0 1-1,0-1 1,0 0 0,0 1 0,0-1-1,-1 0 1,1 1 0,0-1 0,-1 0-1,1 0 1,0 0 0,-1 0 0,1 1-1,-1-1 1,1 0 0,-1 0 0,0 0-1,1 0 1,-1 0 0,0 0-1,0 0 1,0 0 0,1 0 0,-1-1 0,20-36-209,-2-1 1,-2-1-1,-1 0 1,-2-1 0,4-22 208,8-24-257,-16 59 203,1-13-75,2 1 0,1 0 0,2 1 1,2 1-1,2 1 0,1 0 0,2 1 0,1 1 0,25-28 129,-30 44 40,1 0 0,1 1 0,1 1 0,0 0 0,1 2 0,1 1 0,0 0-1,1 2 1,0 1 0,1 0 0,0 2 0,0 1 0,19-3-40,-42 11 9,-1 0-1,1-1 1,-1 1-1,1 0 1,0 0 0,-1-1-1,1 1 1,-1 1 0,1-1-1,-1 0 1,1 0-1,-1 0 1,1 1 0,-1-1-1,1 1 1,-1-1 0,1 1-1,-1 0 1,1 0-1,-1-1 1,0 1 0,0 0-1,1 0 1,-1 0 0,0 0-1,0 1 1,0-1-1,0 0 1,0 0 0,0 1-1,-1-1 1,1 0 0,0 1-1,-1-1 1,1 1-1,-1-1 1,1 1 0,-1-1-1,1 1 1,-1-1 0,0 1-1,0-1 1,0 1-1,0 0 1,0-1 0,0 1-1,-1-1 1,1 1 0,0-1-1,-1 1 1,1-1-1,-2 2-7,-34 81 231,-202 222-170,131-179-76,64-63 17,67-59 108,2-13-29,0-2 0,-1 0 1,0-2-1,-1-1 0,0-1 1,11-10-83,11-4 38,9-4-61,-23 15-110,0-2 0,-1-1 1,-1-1-1,0-2 1,-2-1-1,18-20 133,-24 13-2184,-10 4-2948</inkml:trace>
  <inkml:trace contextRef="#ctx0" brushRef="#br0" timeOffset="12500.629">7131 235 27526,'21'97'1168,"27"34"-416,18 34-312,9 16 313,2-4-129,-1 3-160,-3-1-96,-10-13-160,-12-9-40,-14-15-72,-12-33-96,-11-35-32,-8-30-360,-2-22-240,2-22-248,-2-7-961,0-22-2280</inkml:trace>
  <inkml:trace contextRef="#ctx0" brushRef="#br0" timeOffset="12767.93">7800 801 29774,'0'0'889,"0"0"-329,0 0 200,-94 134-152,47-79-432,-8 5-176,-8 3 0,-2 1 0,5-7 0,5-12 0,11-11-304,9-30-440,13-4-472,9-18-1161</inkml:trace>
  <inkml:trace contextRef="#ctx0" brushRef="#br0" timeOffset="13050.303">7467 0 27854,'0'0'1192,"0"0"-544,123 7-208,-70 16-47,20 25-305,-14-7-88,-10-10-3865</inkml:trace>
  <inkml:trace contextRef="#ctx0" brushRef="#br0" timeOffset="8672.289">2411 433 23045,'0'0'1466,"0"0"671,0 0-458,0 0-714,0 0-453,2-5-184,6-9 21,-3 35 37,-1 48 127,-4-67-508,10 1067 1036,-7-986-2150,-3-80 240,0-6-930,0-10-1501</inkml:trace>
  <inkml:trace contextRef="#ctx0" brushRef="#br0" timeOffset="8934.782">2879 331 26462,'0'0'1776,"0"0"-656,0 0-520,49 120 73,-36-76-201,1 0-184,-2-1-136,-2-1-104,-4-1-48,-6 8-32,0-10-416,-14-7-1457</inkml:trace>
  <inkml:trace contextRef="#ctx0" brushRef="#br0" timeOffset="9203.296">2286 1203 28102,'0'0'1280,"0"0"-904,0 0 96,106-38 193,-41 2-225,7-10-192,9-3-120,3-1-88,4 3-40,16-6-360,-21 12-1233,-20 9-4832</inkml:trace>
  <inkml:trace contextRef="#ctx0" brushRef="#br0" timeOffset="9451.986">2745 1207 27854,'0'0'1434,"0"0"-797,0 0-278,0 0 108,0 0-145,0 0-171,20-18-88,64-60-18,-84 78-45,6-7 8,0 0 0,1 0 0,0 0 0,0 1 0,0 0 0,1 1 0,0-1 0,0 2-1,0-1 1,1 1 0,-1 0 0,1 1 0,0 0 0,0 0 0,0 1 0,0 0 0,2 1-8,-6 2 10,0 1 0,-1 0 0,1 1 0,-1-1-1,0 1 1,0 0 0,0 0 0,0 0 0,0 1 0,0-1 0,-1 1 0,0 0 0,0 0 0,0 0 0,0 1 0,-1-1 0,1 1 0,-1-1 0,0 1 0,0 0 0,-1 0 0,0-1 0,1 2-11,0 0 21,23 67 108,-3 1 1,-4 0-1,-3 2 1,-3 0 0,1 58-129,-2 37-2,-7-166-718,-1-28-943,-2 19 1176,3-31-5442</inkml:trace>
  <inkml:trace contextRef="#ctx0" brushRef="#br0" timeOffset="26709.908">2592 6647 28238,'0'0'1120,"0"0"-689,18-7-191,119-49 406,-123 49-606,-1 0-13,0 0-1,1 1 1,0 1-1,0 0 1,0 0 0,1 2-1,0 0 1,-1 0 0,9 1-27,-21 3 8,0 1 0,0 0 0,0-1 0,0 1 0,-1 0 0,1 0 0,0 0 1,-1 1-1,1-1 0,-1 0 0,0 0 0,0 1 0,0-1 0,0 1 0,0-1 1,-1 1-1,1-1 0,-1 1 0,1-1 0,-1 1 0,0 0 0,0-1 0,0 1 1,0 0-1,-1-1 0,1 1 0,-1-1 0,0 1 0,1-1 0,-1 1 0,0-1 1,0 1-1,-1 0-8,-8 26 121,-2 1 0,-1-1 0,-1-1 0,-2 0 1,-1-1-1,0-1 0,-2-1 0,-11 11-121,-6 12 40,-93 140-1356,126-181-442,3-5-1554</inkml:trace>
  <inkml:trace contextRef="#ctx0" brushRef="#br0" timeOffset="27180.702">2553 7103 21901,'0'0'4335,"-3"23"-2557,-21 301 617,24-314-2357,-5 214 1058,21 178-1096,2-308-150,-4-111-336,56-379-1903,11-163-1188,-80 549 3770,1 0-1,0 0 0,1 1 0,0-1 1,1 1-1,-1 0 0,2 0 0,-1 0 1,1 0-1,1 1 0,0 0 0,0 0 1,0 0-1,1 1 0,0 0 0,0 0 1,1 1-1,0 0 0,0 0 0,1 1 1,-1 0-1,1 0 0,0 1 0,1 1 1,5-3-193,18-4 158,1 1 0,0 2 0,0 1 0,1 1 0,0 3 0,0 0 1,20 3-159,-44-1 35,1 1 0,-1 0 0,0 1 0,0 0 1,-1 1-1,1 0 0,0 0 0,-1 1 0,0 1 1,0 0-1,0 0 0,0 1 0,-1 0 1,0 1-1,0-1 0,-1 2 0,0 0 0,0 0 1,-1 0-1,6 8-35,5 15 41,-2 1 0,0 0 0,-3 2 1,0-1-1,-3 1 0,0 1 0,-2 0 0,-2 0 0,1 29-41,4 28 26,-4 1-1,-4 0 1,-6 30-26,3-116-24,0 0 0,-1 0 0,0 0 0,0-1 0,-1 1 1,1 0-1,-1-1 0,-1 0 0,1 1 0,-1-1 1,0 0-1,-1 0 0,0 0 0,-2 3 24,4-8-52,0 0 0,0 0 0,0 0 0,0 0 0,0 0 0,0-1 0,-1 1 0,1-1 0,0 1 0,0-1-1,0 0 1,-1 0 0,1 0 0,0 0 0,0 0 0,-1 0 0,1-1 0,0 1 0,0-1 0,0 1 0,-1-1 0,1 0 0,0 0 0,0 0 0,0 0 0,0 0 0,1-1-1,-2 0 53,-37-27-5441,1-7-12939</inkml:trace>
  <inkml:trace contextRef="#ctx0" brushRef="#br0" timeOffset="27466.134">2987 7329 8498,'0'0'15438,"0"0"-11735,18 6-3168,60 22-103,-11 20 537,-64-43-1676,-1-1 0,0 1-1,0 0 1,0 0 0,0 0-1,-1 0 1,0 0 0,0 0-1,-1 1 1,1-1 0,-1 0-1,0 0 1,0 0 0,-1 1-1,0-1 1,0 0 0,0 0-1,-2 4 708,-22 55-5797,2-25 6382,3-9 4120,2-6 4927,17-22-8940,34-66-1200,-15 31-3103</inkml:trace>
  <inkml:trace contextRef="#ctx0" brushRef="#br0" timeOffset="27714.207">3091 7152 11787,'0'0'13266,"-2"94"-11145,-6 3-929,2 37-248,6 11-144,0-7-271,0-28-257,2-38-144,4-21-80,0-17-48,5-8-152,-1-8-497,-8-9-1463</inkml:trace>
  <inkml:trace contextRef="#ctx0" brushRef="#br0" timeOffset="28146.977">1897 7131 28438,'0'0'808,"18"5"-377,6 0-310,-1 1 0,0 1-1,0 1 1,-1 1 0,0 1 0,-1 1-1,0 1 1,0 1 0,11 10-121,-19-7 13,-1 0 0,0 1 1,-2 0-1,0 1 0,0 0 0,-2 0 1,0 1-1,-2 0 0,0 1 1,0-1-1,-2 1 0,-1 0 0,0 0 1,-2 1-1,0-1 0,-1 0 0,-1 1 1,-2 2-14,4-8-7,-2 0 0,1 0 0,-2 0 0,0-1 1,-1 1-1,0-1 0,-1 0 0,-1 0 1,0 0-1,-1 0 0,0-1 0,-2 0 0,1 0 1,-1-1-1,-1 0 0,0 0 0,-1-1 0,0 0 1,-1-1-1,0 0 0,0 0 0,-1-2 1,0 1-1,-1-1 0,0-1 0,0-1 0,-1 1 1,1-2-1,-1 0 0,-1-1 0,1 0 1,0-1-1,-1-1 0,-2 0 7,3 7 239,53 4-90,114 18 492,0-7 1,98 2-642,-159-18 139,159 13 46,141-11-185,-347-11-274,0-2-1,0-3 1,-1-1-1,0-2 1,0-2 0,-1-2-1,0-2 1,-1-1-1,-1-3 1,-1-1 0,-1-2-1,16-12 275,30-31-4805</inkml:trace>
  <inkml:trace contextRef="#ctx0" brushRef="#br0" timeOffset="28431.274">4288 6797 29110,'0'0'2321,"0"0"-2057,0 0-192,-116 90 16,75-47 16,-2 4-88,-2 5-16,2 2-96,5-2-216,11-12-208,11-17-593,8-14-1007,6-9-6986</inkml:trace>
  <inkml:trace contextRef="#ctx0" brushRef="#br0" timeOffset="28680.679">4002 7221 28406,'0'0'1000,"-22"106"-304,8-37-7,4 4-289,6-3-272,4-1-96,0-10-32,14-14-200,18-34-520,-5-11-1057,-5-14-4368</inkml:trace>
  <inkml:trace contextRef="#ctx0" brushRef="#br0" timeOffset="29443.104">4602 6354 1368,'0'0'22832,"0"0"-19087,0 0-2376,0 0-657,9 20 3,26 66-221,-32-75-460,-1-1-1,0 1 1,-1-1 0,-1 1 0,1 0 0,-2-1 0,1 1 0,-1 0 0,-1-1-1,0 1 1,-1-1 0,0 0 0,0 0 0,-1 0 0,0 0 0,-1 0 0,0-1 0,-1 0-1,-2 3-33,2 0 11,-112 193-173,117-204 152,1 0-1,-1 0 1,1 0 0,-1 0 0,1 0-1,0 0 1,0 0 0,0 0 0,0 0 0,0 1-1,0-1 1,0 0 0,0 0 0,0 0-1,0 0 1,0 0 0,1 0 0,-1 0-1,0 0 1,1 0 0,-1 0 0,1 0 0,0 0-1,-1 0 1,1 0 0,-1 0 0,1 0-1,0 0 1,0-1 0,0 1 0,-1 0 0,1-1-1,0 1 1,0 0 0,0-1 0,0 1-1,0-1 1,0 1 0,0-1 0,0 0 0,0 1-1,1-1 1,-1 0 0,0 0 0,0 0-1,0 0 1,0 0 0,0 0 0,0 0-1,0 0 1,0 0 0,1-1 0,-1 1 0,0 0-1,0-1 1,0 1 0,0-1 0,0 1-1,0-1 1,0 1 0,-1-1 0,2 0 10,14 0 26,-5 1-26,-9-1 0,-1 1 0,0-1-1,1 1 1,-1-1 0,1 1 0,-1 0-1,1 0 1,-1 0 0,0 0-1,1 0 1,-1 0 0,1 0 0,-1 0-1,1 0 1,-1 1 0,1-1-1,-1 0 1,0 1 0,1 0 0,-1-1-1,0 1 1,1 0 0,-1 0-1,0-1 1,0 1 0,0 0 0,0 0-1,0 0 1,0 0 0,0 1-1,0-1 1,0 0 0,0 0 0,0 1-1,-1-1 1,1 0 0,-1 1 0,1-1-1,-1 0 1,1 1 0,-1-1-1,0 1 1,0-1 0,0 1 0,1-1-1,-2 1 1,1-1 0,0 1-1,0-1 1,0 0 0,-1 1 0,1-1-1,0 1 1,-1 0 0,-2 13 1,-1 1 0,-1-1 0,0 0-1,-1 0 1,0-1 0,-1 0 0,-1 0 0,0-1 0,-2 2-1,-20 36 5,-11 49 5,73-94-21,56-38-270,-86 34 260,-1-1 1,1 1 0,-1-1 0,0 1 0,0 0 0,0-1 0,1 1 0,-2 0-1,1 0 1,0 0 0,0 0 0,-1 0 0,1 0 0,-1 0 0,1 0 0,-1 0 0,0 0-1,0 0 1,0 0 0,0 0 0,0 0 0,0 0 0,-1 0 0,1 0 0,-1 0-1,1 0 1,-1 0 0,0 0 0,0 0 0,0 0 0,0 0 0,0-1 0,0 1-1,-1 0 21,-50 96 41,42-84 4,0 2 0,2-1-1,-1 1 1,2 1-1,0-1 1,1 1-1,1 0 1,-2 10-45,8-26 0,0 0 1,0 0 0,-1 0-1,1 0 1,0 0-1,0 0 1,0 0-1,0 0 1,0-1-1,0 1 1,0 0-1,0-1 1,1 1 0,-1-1-1,0 1 1,0-1-1,0 1 1,1-1-1,-1 0 1,0 0-1,0 0 1,1 0-1,-1 0 1,0 0 0,0 0-1,1 0 1,-1 0-1,0 0 1,0-1-1,1 1 1,-1-1-1,0 1 1,0-1 0,0 1-1,0-1 1,1 1-1,-1-1 1,0 0-1,0 0 1,0 0-1,-1 1 1,1-1-1,0 0 1,0 0 0,0 0-1,-1 0 1,1-1-1,0 1 1,-1 0-1,1 0 1,-1 0-1,86-57-65,-85 59 59,0-1 0,1 0 0,-1 1 0,0-1 0,1 1 1,-1-1-1,0 1 0,0 0 0,1-1 0,-1 1 1,0 0-1,0 0 0,0 0 0,0 0 0,0 0 1,0 0-1,0 0 0,0 0 0,-1 0 0,1 1 1,0-1-1,-1 0 0,1 0 0,-1 1 0,1-1 1,-1 0-1,0 1 0,1-1 0,-1 1 0,0-1 1,0 0-1,0 1 0,0-1 0,0 1 0,0-1 1,0 0-1,-1 1 0,1-1 0,0 0 0,-1 1 6,1 4-54,0 35-43,-1 0 1,-2-1 0,-2 1-1,-2-1 1,-2 0-1,-1 0 1,-2-1 0,-2 0-1,-1-2 1,-2 1 0,-10 14 96,4-20 648,28-59 125,107-159-714,-104 174-63,-1 0 11,0 0-1,1 1 0,1 0 1,0 0-1,0 1 0,1 0 1,0 1-1,1 0 1,0 1-1,4-3-6,-14 10 14,0 1 0,0-1 0,0 1 0,0-1 0,0 1 0,0 0 0,0-1 0,0 1 0,0 0 0,0-1 0,0 1 0,0 0 0,0 0 0,0 0 0,0 0-1,0 0 1,0 0 0,0 0 0,0 1 0,0-1 0,0 0 0,0 1 0,0-1 0,0 0 0,0 1 0,0-1 0,0 1 0,0-1 0,-1 1 0,1 0 0,0-1 0,0 1 0,-1 0 0,1 0 0,0-1 0,-1 1 0,1 0 0,0 0 0,-1 0 0,0 0 0,1 0 0,-1 0 0,1 0 0,-1 0 0,0 0 0,0 0 0,1 0 0,-1 0 0,0 0 0,0 0 0,0 0 0,0 0 0,0 0-1,-1 0 1,1 0 0,0 0 0,0 0 0,-1 1-14,-13 64 322,9-52-309,0 0-1,-1 0 1,-1-1 0,-1 1-1,1-2 1,-2 1 0,0-1-1,0 0 1,-1-1 0,-10 8-13,1-18-1038,13-16-769</inkml:trace>
  <inkml:trace contextRef="#ctx0" brushRef="#br0" timeOffset="29797.442">4918 6711 28342,'0'0'760,"0"0"-216,0 0 32,-6 97-215,32-78-233,7-5-120,7 1-8,20-10-361,-8-2-999,-9-3-3785</inkml:trace>
  <inkml:trace contextRef="#ctx0" brushRef="#br0" timeOffset="30063.093">5499 6792 22053,'0'0'4057,"0"0"-2465,0 0-720,0 0-80,-39 94-168,16-63-392,-3 8-224,-1 5-8,-20 18-472,5-9-720,-1-10-3169</inkml:trace>
  <inkml:trace contextRef="#ctx0" brushRef="#br0" timeOffset="30549.133">5085 7232 15979,'0'0'2224,"0"0"5584,0 0-5294,0 0-1971,0 0-99,0 0-186,-3 13-158,-44 200-1815,-64 21-1107,109-226 3086,0 0 0,1 0 0,1 0 0,-1 0-1,1 0 1,1 1 0,0-1 0,0 0 0,0 0 0,1 0-1,0 0 1,0-1 0,1 1 0,0 0 0,1-1-1,0 0 1,0 0 0,0 0 0,1 0 0,0-1 0,0 0-1,2 2-263,-3-7 15,0 0 0,1 0 0,-1 0 0,1 0 0,-1-1 0,0 0 0,1 0 0,-1 0 0,1 0 0,-1-1 0,0 0 0,1 0 0,-1 0 0,0 0 0,0-1 0,0 1 0,0-1 0,0 0 0,0-1 0,0 1 0,-1 0 0,1-1 0,-1 0 0,0 0 0,0 0 0,0 0 0,0-1 0,0 1 0,-1-1 0,1 0 0,-1 0-16,2 0 12,145-137-68,-146 139 61,1 0 0,0 0 0,0 0 0,0 1 0,0-1 0,0 1 0,0 0 0,0 1 0,1-1 0,-1 1 0,0-1 0,0 1 0,1 1 0,-1-1 0,0 0 0,0 1 0,0 0 0,1 0 0,-1 0 0,0 1-1,0-1 1,-1 1 0,1 0 0,0 0 0,0 1 0,-1-1 0,1 1 0,-1-1 0,0 1 0,0 0 0,0 0 0,0 0 0,-1 1 0,1-1 0,-1 1 0,0 0 0,0-1 0,0 1 0,0 0 0,-1 0 0,0 0 0,1 4-4,64 67 438,-64-74-435,-1-1-1,1 1 1,0 0 0,-1-1-1,1 1 1,0-1 0,0 0-1,-1 1 1,1-1 0,0 0-1,0 0 1,0 0-1,-1 0 1,1 0 0,0-1-1,0 1 1,0-1 0,-1 1-1,1-1 1,0 1-1,-1-1 1,1 0 0,0 0-1,-1 0 1,1 0 0,-1 0-1,0 0 1,1 0 0,-1-1-1,0 1 1,1 0-1,-1-1 1,0 1 0,0-1-1,0 1 1,-1-1 0,1 0-1,0 1 1,0-1-1,-1 0 1,1 1 0,-1-1-1,0 0 1,1-1-3,6-12-50,11 2-519,-6-32-546,-11 13-4211,-3 16-9128</inkml:trace>
  <inkml:trace contextRef="#ctx0" brushRef="#br0" timeOffset="31062.705">5231 7265 8834,'0'0'16405,"0"0"-12344,0 0-3312,0 0-118,0 0-211,0 0-255,-6 4-97,5-4-63,0 1-1,0 0 1,0 0-1,0 0 0,0 0 1,0 0-1,0 0 1,0 0-1,0 0 0,1 0 1,-1 0-1,0 0 1,1 0-1,-1 1 0,1-1 1,-1 0-1,1 0 1,0 1-1,-1-1 0,1 0 1,0 1-1,0-1 1,0 0-1,0 1 0,0-1 1,0 0-1,0 1 1,1-1-1,-1 0 0,0 1 1,1-1-1,-1 0 1,1 0-1,-1 1 0,1-1 1,0 0-1,0 0 0,-1 0 1,1 0-1,0 0 1,0 0-1,0 0 0,0 0 1,0 0-1,0 0 1,0-1-1,0 1 0,1 0 1,-1-1-5,7 11 20,43 71 64,-54-124-289,0 33 189,0 0 1,0 0-1,1 0 0,0 0 1,1 0-1,0-1 1,1 1-1,-1 0 0,2-1 1,-1 1-1,2-1 0,-1 1 1,1 0-1,0 0 0,1 0 1,0 0-1,1 0 1,0 1-1,0-1 0,1 1 1,0 0-1,0 1 0,0-1 1,1 1-1,1 0 0,-1 0 1,1 1-1,0 0 0,1 0 1,-1 0-1,1 1 1,0 0-1,3 0 16,-9 4 16,0 0 0,1 0 0,-1 0 0,1 0-1,-1 0 1,0 1 0,1-1 0,-1 1 0,1-1 0,0 1 0,-1 0 0,1 0 0,-1 0-1,1 1 1,-1-1 0,1 1 0,-1-1 0,1 1 0,-1 0 0,0 0 0,1 0 0,-1 0-1,0 0 1,0 1 0,0-1 0,1 0 0,-2 1 0,1 0 0,0 0 0,0-1 0,0 1-1,-1 0 1,1 0 0,-1 0 0,0 1 0,1-1 0,-1 0 0,0 1 0,0-1 0,-1 0 0,1 1-1,0-1 1,-1 1 0,1-1 0,-1 1 0,0-1 0,0 1 0,0 1-16,-43 134-73,20-83-1036,8-14-3855,2-7-11751</inkml:trace>
  <inkml:trace contextRef="#ctx0" brushRef="#br0" timeOffset="31631.039">5366 7841 11450,'0'0'12991,"0"0"-8605,0 0-3584,0 0-209,3 18 4,12 57-201,-14-72-378,1 0 0,0 0 1,0 0-1,0 0 1,0-1-1,0 1 1,1-1-1,-1 1 0,1-1 1,0 0-1,-1 0 1,1 0-1,0 0 0,0 0 1,0-1-1,1 0 1,-1 1-1,0-1 0,1 0 1,-1-1-1,0 1 1,1 0-1,-1-1 1,1 0-1,-1 0 0,1 0 1,-1 0-1,1-1-18,1 2 23,1-1-10,0 1-1,0-1 0,0 0 1,1-1-1,-1 1 0,0-1 1,0 0-1,0-1 0,-1 0 1,1 0-1,0 0 0,0 0 1,-1-1-1,0 0 0,1 0 1,-1-1-1,0 1 0,-1-1 1,1 0-1,-1 0 0,1-1 1,-1 1-1,0-1 1,1-3-13,56-91 14,-59 97-14,0 1-1,0 0 0,0 0 1,0-1-1,0 1 1,0 1-1,0-1 1,1 0-1,-1 0 0,0 1 1,1-1-1,-1 1 1,0 0-1,1 0 0,-1 0 1,0 0-1,1 0 1,-1 0-1,0 0 1,0 1-1,1 0 0,-1-1 1,0 1-1,0 0 1,1 0-1,-1 0 0,0 0 1,0 0-1,0 1 1,-1-1-1,1 0 1,0 1-1,0 0 0,-1-1 1,1 1-1,-1 0 1,1 0-1,-1 0 0,0 0 1,0 0-1,0 0 1,0 0-1,0 0 1,0 0-1,0 3 1,14 11 72,-13-13-69,1 0 0,-1 0 0,1-1 1,0 1-1,-1-1 0,1 0 0,0 0 1,1 0-1,-1 0 0,0 0 0,0-1 1,1 0-1,-1 1 0,1-1 1,-1 0-1,1-1 0,0 1 0,-1-1 1,1 1-1,0-1-3,17-67-551,-10-14 296,-9 80 261,0 0 0,0 0 0,0 0 0,0 0 0,0 0 0,0 0 0,1 1 0,-1-1 0,0 1 0,1-1 0,-1 1 0,0 0 0,1 0 0,-1 0 0,1 0 0,-1 0 0,0 1 0,1-1 0,-1 1 0,0-1 0,0 1 0,1 0 0,-1 0 0,0 0 0,0 0 0,1 1-6,6 1-21,20 2-392,-3-3-1224</inkml:trace>
  <inkml:trace contextRef="#ctx0" brushRef="#br0" timeOffset="32338.096">6452 6902 29302,'0'0'1158,"0"0"-819,-15 19-201,-97 127 294,64-90-415,-1-2-1,-4-2 0,-1-3 0,-3-2 1,-9 3-17,69-52-33,0 0 1,0-1 0,1 2 0,-1-1-1,0 0 1,0 1 0,1-1 0,-1 1-1,1 0 1,0 0 0,-1 0 0,1 1-1,0-1 1,-1 1 0,1 0 0,0 0-1,-1 0 1,1 1 0,0-1 0,-1 1-1,1 0 1,-1 0 0,1 0 0,-1 0-1,1 1 1,-1 0 0,0-1 0,0 1-1,1 0 1,-1 0 0,-1 1 0,2 0 31,5 20 51,-1 0-1,0 1 1,-2-1-1,-2 1 1,0 1-1,-1-1 0,-1 0 1,-1 1-1,-3 21-49,3 12 30,22 114 5,-23-170-35,0-1 0,1 0 0,-1 0 1,1 0-1,-1 1 0,1-1 0,-1 0 0,1 0 1,0 0-1,-1 0 0,1 0 0,0 0 0,0 0 0,0 0 1,0-1-1,0 1 0,0 0 0,0 0 0,0-1 1,0 1-1,0-1 0,0 1 0,1-1 0,-1 1 0,0-1 1,0 0-1,0 1 0,1-1 0,-1 0 0,0 0 1,0 0-1,1 0 0,-1 0 0,0 0 0,1 0 0,-1-1 1,0 1-1,0 0 0,0-1 0,1 1 0,-1-1 0,0 1 1,0-1-1,0 0 0,0 1 0,0-1 0,0 0 1,0 0-1,0 0 0,44-47-65,-9-13-1162,-3-1 1,-3-2-1,-2 0 1,-3-2-1,5-29 1227,29-73-262,-52 148 539,1 0 0,2 0 0,-1 1-1,2 0 1,1 1 0,0 0 0,1 1 0,1 0 0,1 1-1,0 1 1,1 0 0,1 1 0,0 1 0,0 1-1,2 0 1,3-1-277,-1 1 95,0 1 0,1 0-1,1 2 1,-1 0 0,1 2-1,1 0 1,0 2 0,-1 1-1,1 0 1,1 2 0,18 1-95,-41 2-41,0 0 0,0 0 0,0 0 0,0 1 1,-1-1-1,1 1 0,0-1 0,-1 1 0,1 0 0,-1 0 1,1 0-1,-1-1 0,0 1 0,0 1 0,0-1 0,0 0 1,0 0-1,-1 0 0,1 0 0,0 1 0,-1-1 1,0 0-1,0 0 0,1 1 0,-1-1 0,-1 0 0,1 1 1,0-1-1,0 0 0,-1 0 0,1 1 0,-1-1 0,0 0 1,0 0-1,0 0 0,0 0 0,0 0 0,0 0 0,0 0 1,-1 0-1,1 0 0,-1 0 0,0-1 0,0 2 41,-35 47-5834,-7-2-11210</inkml:trace>
  <inkml:trace contextRef="#ctx0" brushRef="#br0" timeOffset="32613.329">6450 7615 27782,'0'0'1248,"0"0"-376,112-33-464,-36-4-47,9-11-145,3-9-112,-4-3-56,-5 0-16,-10 0-32,-14 7-64,-12 5-368,-14 8-385,-13 1-391,-14 4-1961,-2-1-7609,-32-11 4425,-3 8 3936,0 3-1736</inkml:trace>
  <inkml:trace contextRef="#ctx0" brushRef="#br0" timeOffset="32879.651">6940 6728 7498,'0'0'2540,"0"0"-1121,0 0 1559,0 0 7142,0 0-6670,-3 17-2489,-2 73-227,52 62-128,70 181 639,27 165-1245,0 43-560,-141-534 332,-3-5 142,0 0 1,0-1 0,0 1 0,0-1-1,0 1 1,1 0 0,-1-1 0,0 1 0,1-1-1,0 1 1,-1-1 0,1 1 0,0-1-1,0 1 1,-1-1 0,1 0 0,0 0-1,0 1 1,1-1 0,-1 0 0,0 0 0,0 0-1,1 0 1,-1 0 0,0 0 0,1-1-1,-1 1 1,1 0 0,-1-1 0,1 1 0,-1-1-1,2 1 86,-1-5-3758</inkml:trace>
  <inkml:trace contextRef="#ctx0" brushRef="#br0" timeOffset="33129.611">7288 7446 25982,'0'0'4457,"0"0"-4137,-43 106-128,23-50 168,2 4-152,-3 2-144,1 0-40,-1-4-24,-1-10-96,4-13-136,7-19-152,3-16-185,6-37-1031,2-69-3649,0 4-12651,0-6 13387</inkml:trace>
  <inkml:trace contextRef="#ctx0" brushRef="#br0" timeOffset="33130.611">7345 6474 24349,'0'0'5265,"0"0"-4681,0 0-295,0 0-105,112 117-24,-79-50-160,-5-11-272,-15-6-2265</inkml:trace>
  <inkml:trace contextRef="#ctx0" brushRef="#br0" timeOffset="33644.122">2833 8446 312,'0'0'23825,"0"0"-19909,0 0-2541,21-6-1030,362-81 557,-93 55-521,1 14 1,0 12 0,0 13-1,31 16-381,199 1-30,1106 8-429,-1454-31-911</inkml:trace>
  <inkml:trace contextRef="#ctx0" brushRef="#br0" timeOffset="47901.18">10967 6453 28750,'0'0'1279,"0"0"-573,0 0-225,0 0-4,0 0-88,-2-12-149,0 5-206,1 5-26,0 0 0,0-1 0,1 1-1,-1-1 1,0 1 0,1 0 0,0-1-1,0 1 1,-1-1 0,2 1-1,-1-1 1,0 1 0,0 0 0,1-1-1,-1 1 1,1-1 0,0 1 0,0 0-1,0 0 1,0-1 0,0 1-1,0 0 1,0 0 0,1 0 0,-1 0-1,1 0 1,0 0 0,-1 1 0,1-1-1,2-1-7,32-15 18,1 2 0,1 1 0,0 2 0,1 1 0,0 2 0,1 2-1,0 2 1,0 1 0,1 2 0,19 2-18,-48-1 0,0 1 0,0 1 0,0-1 0,0 2 0,0 0 0,0 0 0,0 1 0,0 0 0,0 1 0,-1 1 0,0 0 0,1 0 0,-1 1 0,-1 1 0,1 0 0,-1 0 0,0 1 0,0 0 0,-1 0 0,0 1 0,0 1 0,-1 0 0,0 0 0,-1 0 0,0 1 0,0 0 0,1 3 0,-2 5 0,-1 1 0,-1 0 0,0-1 0,-1 1 0,-1 1 0,-1-1 0,-1 0 0,0 0 0,-2 0 0,0 0 0,-1 0 0,-1 0 0,0 0 0,-2-1 0,0 1 0,-1-2 0,-1 1 0,-1-1 0,0 0 0,-1-1 0,-1 0 0,-3 3 0,-20 25-11,-1-2-1,-3-1 1,-1-1 0,-2-3-1,-1-1 1,-2-2 0,-2-3-1,-1-1 1,-1-2 0,-43 18 11,-34-5-1243,122-41 1048,0 0 0,0 0 0,0 0 0,0-1 0,0 0 0,0 1 0,0-1 0,1 0 0,-1 0 0,0 0 0,0-1 0,1 1 0,-1-1 0,1 1 0,-1-1 0,1 0 0,0 0 0,0 0 0,0 0 0,0-1 0,0 1 0,0-1 195,-25-36-8971,24 33 7187,-25-42-8749</inkml:trace>
  <inkml:trace contextRef="#ctx0" brushRef="#br0" timeOffset="48158.487">10857 6705 22269,'0'0'4751,"0"0"-3341,0 0-855,0 0 30,19 13-26,-4-4-448,-8-5-75,0-1-1,-1 1 1,1 1-1,-1-1 1,0 1-1,0 0 1,0 0-1,-1 1 1,0 0-1,0 0 1,-1 0-1,1 0 1,-1 1-1,0 0 1,-1 0-1,0 0 1,0 0-1,0 0 1,0 6-36,5 48 143,-3-1 0,-3 1 0,-2 0 0,-3 0 0,-3-1 0,-2 1 0,-5 10-143,-118 423 163,106-331-886,25-163 676,0 0-1,0 0 1,1 0-1,-1 0 1,0-1-1,0 1 1,1 0-1,-1 0 1,0 0-1,0 0 1,1 0-1,-1 0 1,0-1-1,1 1 1,-1 0-1,0 0 1,1 0-1,-1 0 1,0 0-1,0 0 1,1 0-1,-1 0 1,0 0-1,1 1 1,-1-1-1,0 0 1,0 0-1,1 0 1,-1 0-1,0 0 1,0 0-1,1 1 1,-1-1-1,0 0 1,0 0 0,1 0-1,-1 1 1,0-1-1,0 0 1,0 0-1,1 1 1,-1-1-1,0 0 1,0 0-1,0 1 1,0-1-1,0 0 1,0 0-1,0 1 1,0-1-1,1 1 48,9-37-3020,0-31-7029,-3 3 2346</inkml:trace>
  <inkml:trace contextRef="#ctx0" brushRef="#br0" timeOffset="48409.231">11018 7350 14795,'0'0'5793,"0"0"1049,0 0-5522,0 0-136,118 129-303,-77-70-193,2 2-168,2 1-240,-1-5-48,-5-10-152,-6-4-48,-7-10-32,-5-4-168,-5-12-400,-6-8-1033,-6-9-15666</inkml:trace>
  <inkml:trace contextRef="#ctx0" brushRef="#br0" timeOffset="48892.465">11976 6711 22053,'0'0'6458,"0"0"-4506,0 0-1508,0 0-175,25-16-20,169-108 67,252-212-238,-425 325 547,-31 58-561,1 0 1,3 1-1,2 0 0,2 0 0,4 44-64,-1-21 2,0 124-2,2 37 0,-11 1 0,-12 26 0,17-235 0,-1 0 0,-1-1 0,-1 0 0,-1 0 0,-1 0 0,-1-1 0,-1 0 0,0-1 0,5-13 0,1-1 0,-1 0 0,0 0 0,-1 0 0,0 0 0,0-1 0,0 0 0,-1 0 0,1-1 0,-1 1 0,-1-1 0,1-1 0,-1 0 0,0 0 0,0 0 0,0-1 0,0 0 0,-1-1 0,1 0 0,-1 0 0,0-1 0,-6 0 0,8 0-2,0 0 1,-1-1-1,1 0 1,0-1-1,0 1 0,-1-2 1,1 1-1,0-1 1,0 0-1,0 0 1,0-1-1,1 0 0,-1 0 1,1 0-1,0-1 1,0 0-1,0 0 0,0-1 1,1 0-1,-1 0 1,-1-3 1,-56-122-1183,46 62-634</inkml:trace>
  <inkml:trace contextRef="#ctx0" brushRef="#br0" timeOffset="49326.982">13350 6644 21221,'0'0'7489,"0"0"-5540,0 0-1533,-9 15-80,-55 101 166,-195 335-456,241-406-46,68-37 87,-5-13-43,-1-3 1,0-1-1,0-2 1,-1-3-1,6-3-44,35-10 78,-4 3-290,0 3 0,1 4 1,15 1 211,-62 12-1761,-14 1-2808</inkml:trace>
  <inkml:trace contextRef="#ctx0" brushRef="#br0" timeOffset="49608.395">13541 6827 27382,'0'0'2472,"-34"94"-1960,15-27-119,-3 25-49,6-5-24,7 1-208,3 0-112,6-14-32,0 6-176,0-11-512,0-27-529,0-17-7673,0-23-9666</inkml:trace>
  <inkml:trace contextRef="#ctx0" brushRef="#br0" timeOffset="49908.121">14051 6619 28022,'0'0'894,"0"17"-353,0 319 1626,3-309-2090,1-1 1,1-1-1,2 1 0,0-1 1,2 0-1,0-1 0,2 0 1,1 0-1,0-1 0,2-1 1,1 0-1,0-1 0,2 0 0,0-2 1,10 9-78,72 100-17,-95-124 17,-1 0 0,1 0 0,-1 0 0,0 0 0,-1 0 0,1 1 0,-1-1 0,1 1 0,-1-1 0,-1 1 0,1 0 0,-1 0 0,0 0 0,0 0 0,0 0 0,-1 0 0,1 1 0,-1-1 0,-1 0 0,1 0 0,-1 0 0,0 0 0,0 0 0,0 0 0,-1 0 0,1 0 0,-1 0 0,0-1 0,-1 1 0,1-1 0,-1 1 0,0-1 0,0 0 0,-18 6-6,0-2 1,-1 0-1,0-2 0,0 0 1,0-1-1,-1-2 0,0 0 1,1-1-1,-1-2 0,0 0 1,-14-2 5,8 2-49,17 0 15,0 0-39,0 0-1,0 0 1,0-1-1,0 0 1,0-1-1,0 0 1,0-1-1,1-1 1,-1 0-1,1 0 0,-2-2 74,-88-66-1424,35 10-3233,0-14-10513</inkml:trace>
  <inkml:trace contextRef="#ctx0" brushRef="#br0" timeOffset="50176.003">14177 6486 26614,'108'-28'3945,"17"-6"-3601,21-3-128,-15-10-168,-42 11-48,-19 5-1633</inkml:trace>
  <inkml:trace contextRef="#ctx0" brushRef="#br0" timeOffset="107114.931">8709 7313 14795,'0'0'12313,"0"0"-9424,0 0-2654,0 0-138,0 0 103,15 1 90,1225 26 778,-1067-43-4189,-124 2-1192</inkml:trace>
  <inkml:trace contextRef="#ctx0" brushRef="#br0" timeOffset="107427.316">9897 7013 26358,'0'0'1388,"0"0"-659,18 0-202,122 1 295,-118 1-714,0 0 1,0 2-1,0 0 0,-1 2 1,1 0-1,-2 1 1,1 1-1,-1 1 1,0 1-1,-1 1 1,0 1-1,0 0 0,-1 1 1,-1 1-1,-1 1 1,11 11-109,-25-23 16,1 1 0,-1 0 0,0-1 0,0 1 0,0 0 0,0 0 0,-1 0 0,1 0 0,-1 0 0,0 0 0,0 1 0,-1-1 0,1 0 0,-1 1 0,0-1-1,0 0 1,0 1 0,-1-1 0,0 0 0,0 0 0,0 0 0,0 1 0,0-1 0,-1 0 0,0 0 0,0-1 0,0 1 0,0 0 0,-1-1 0,-1 4-16,-108 91 116,105-93-136,-204 140-1721,112-85-1310</inkml:trace>
  <inkml:trace contextRef="#ctx0" brushRef="#br0" timeOffset="120813.902">1550 2765 22829,'0'0'920,"0"0"-320,0 0 336,0 0 1286,0 0-1160,-6 3 402,-9 325-542,-13-2 0,-19 20-922,0 21 410,7 144-410,38-303 55,9 0-1,23 123-54,6 193-487,-36-678-1238,4 56-29</inkml:trace>
  <inkml:trace contextRef="#ctx0" brushRef="#br0" timeOffset="121341.607">1618 2843 26550,'0'0'1472,"0"0"-768,0 0-401,0 0 61,17-1 21,268-27 609,19-21-458,242-4-536,-7 23 16,659-19-13,147 67-5,1058 47-92,-1638-30-2141,-644-28 29</inkml:trace>
  <inkml:trace contextRef="#ctx0" brushRef="#br0" timeOffset="121706.694">9928 2613 19108,'0'0'8742,"0"0"-6702,0 0-1905,0 0-36,0 25 181,13 354 465,37 1130 689,-42-1172-3168,-8-302-205</inkml:trace>
  <inkml:trace contextRef="#ctx0" brushRef="#br0" timeOffset="122483.026">1750 5893 27646,'0'0'977,"17"-2"-483,341-61 936,-122 41-854,0 11 0,33 10-576,63-2 316,1557-52 43,-457 53-58,885-16-209,-1752-13-2034,-460 18-2733</inkml:trace>
  <inkml:trace contextRef="#ctx0" brushRef="#br1" timeOffset="142954.073">5299 3327 26310,'0'0'2616,"12"-16"-1457,-3 2-985,-3 4-94,0 1 0,1-1 0,0 2 0,0-1 0,1 1 0,0 0 0,0 1 0,1 0 0,0 0 0,9-5-80,0 5 71,0 0 0,0 1 1,1 1-1,0 1 1,0 0-1,1 2 1,-1 0-1,0 1 0,1 1 1,7 1-72,5-1 55,375 3 427,-271 22-366,-132-22-118,-1 0 1,0 0-1,0 1 1,-1-1-1,1 1 1,-1 0-1,1 0 1,-1 0-1,-1 0 1,1 0-1,0 1 1,-1-1 0,0 0-1,0 1 1,0-1-1,-1 1 1,1-1-1,-1 1 1,0-1-1,-1 1 1,1-1-1,-1 1 1,1-1-1,-2 1 1,1-1-1,0 0 1,-1 1 0,0-1-1,1 0 1,-4 4 1,-12 23-2,-2-1 0,-1-1 0,-1 0 0,-1-2 0,-2 0 1,0-2-1,-12 8 2,30-26-1,-146 135-2,-7-7 0,-5-6 0,-53 24 3,132-99 21,111-78-81,137-87 52,5 7-1,25-4 9,-31 37 23,-161 70-23,1 0-1,-1 0 1,1 0 0,0 1 0,0-1 0,-1 1 0,1-1 0,0 1 0,0 0 0,-1 0 0,1-1 0,0 1 0,0 0 0,0 1 0,0-1 0,-1 0 0,1 0-1,0 1 1,0-1 0,-1 1 0,1 0 0,0-1 0,-1 1 0,1 0 0,-1 0 0,1 0 0,-1 0 0,1 0 0,-1 1 0,0-1 0,1 0 0,-1 1 0,0-1 0,0 1-1,0-1 1,0 1 0,0-1 0,0 1 0,-1 0 0,1-1 0,0 1 0,-1 0 0,1-1 0,-1 1 0,0 0 0,0 0 0,0 0 0,0-1 0,0 1 0,0 0-1,0 0 1,0 0 0,-1 0 0,1-1 0,-1 1 0,1 0 0,-1-1 0,0 1 0,1 0 0,-1-1 0,0 1 0,0-1 0,0 1 0,-1-1 0,1 1 0,0-1 0,-1 1 0,-12 19-56,-2 0 1,0-2-1,-1 1 1,-1-2-1,0 0 1,-2-1 0,0-1-1,0-1 1,-17 8 55,-43 28-1332,14-19-1481</inkml:trace>
  <inkml:trace contextRef="#ctx0" brushRef="#br1" timeOffset="147101.933">3442 2961 25485,'0'0'3309,"0"0"-2054,0 0-597,0 0-53,0 0-81,0 0-110,6-1-118,21 5-75,-152 141-221,-269 205 0,207-192 0,166-134-535,34-29-293,107-64-2803,-56 27-1041</inkml:trace>
  <inkml:trace contextRef="#ctx0" brushRef="#br1" timeOffset="147730.209">3206 3431 26014,'0'0'2292,"0"0"-1089,0 0-470,8 17-130,24 54-161,-30-63-406,-1 0 0,0 0 0,0 1 0,0-1 1,-1 0-1,0 0 0,-1 0 0,0 1 1,0-1-1,-1 0 0,0 0 0,0 0 0,-1-1 1,0 1-1,0-1 0,-1 1 0,0-1 0,0 0 1,-1 0-1,1-1 0,-2 1 0,1-1 0,-1 0 1,-6 5-37,-1 4 26,-287 288 158,271-260-236,56-36-186,-6-11 234,0 0 0,0-1 0,0-1 0,-1-1 0,0 0 0,0-2 0,-1-1 0,0 0 0,-1-1 0,9-7 4,82-42 19,-110 61-20,1 0 1,0 0-1,-1-1 1,1 1-1,0 0 1,-1 0-1,1 0 1,0 0-1,0-1 1,0 1-1,0 0 0,-1 0 1,1 0-1,1 0 1,-1 0-1,0-1 1,0 1-1,0 0 1,0 0-1,1 0 1,-1 0-1,0-1 1,1 1-1,-1 0 1,0 0-1,1-1 0,-1 1 1,1 0-1,-1 0 1,1-1-1,0 1 1,-1-1-1,1 1 1,0-1-1,-1 1 1,1-1-1,0 1 1,0-1-1,-1 1 1,1-1-1,0 0 0,0 0 1,0 1-1,-1-1 1,1 0-1,0 0 1,0 0-1,0 0 1,0 0-1,0 0 1,0 0-1,-1 0 1,1 0-1,0 0 1,0-1 0,-102 133 13,-589 635 146,663-739-92,18-20-37,0 1 0,1 0 0,0 0 0,0 1 0,1 0-1,0 0 1,1 1 0,0 0 0,1 0 0,-1 2-30,6-12 1,0-1 0,0 1 0,0 0 0,0-1-1,1 1 1,-1-1 0,0 1 0,0 0 0,0-1 0,1 1-1,-1-1 1,0 1 0,1-1 0,-1 1 0,0-1 0,1 1 0,-1-1-1,1 1 1,-1-1 0,1 1 0,-1-1 0,1 0 0,-1 1-1,1-1 1,-1 0 0,1 0 0,-1 1 0,1-1 0,-1 0-1,1 0 1,0 0 0,-1 0 0,1 1 0,-1-1 0,1 0-1,0 0 1,-1 0 0,1 0 0,0-1 0,-1 1 0,1 0-1,-1 0 1,1 0 0,0 0 0,-1-1 0,1 1 0,-1 0-1,1 0 1,-1-1 0,1 1 0,-1-1 0,1 1 0,-1 0-1,1-1 1,-1 1 0,0-1 0,1 1 0,-1-1-1,45-21 38,20-22-4,-3-3 0,-1-3-1,15-19-33,-3 3 11,89-78-17,249-205-379,-392 333 262,0 2 0,0 0 0,1 2 0,1 0-1,0 1 1,0 1 0,1 1 0,0 1 0,1 1-1,0 1 1,2 0 123,-19 7 25,-1-1 0,0 1-1,0 0 1,0 0 0,0 0-1,0 1 1,-1 0 0,1 0 0,0 0-1,-1 0 1,1 1 0,-1 0-1,0 0 1,0 0 0,0 0-1,0 1 1,0-1 0,-1 1-1,2 3-24,21 16 226,291 164 654,-314-186-1013,0 1 0,-1 0-1,1 0 1,0 0-1,-1 1 1,1-1 0,-1 0-1,0 1 1,0 0 0,0-1-1,0 1 1,0 0 0,-1 0-1,1 0 1,-1 0 0,0 0-1,0 1 1,0-1-1,0 0 1,0 0 0,-1 3 133,1 9-4147</inkml:trace>
  <inkml:trace contextRef="#ctx0" brushRef="#br1" timeOffset="148017.842">3409 4543 28894,'0'0'992,"0"106"-63,2-36-281,9 12 40,5 1-224,0 14-312,-4-10-152,-3-3 0,-5-9 0,-4-24 0,0-7-40,-2-19-312,-11-25-296,3-9-624,0-19-1585</inkml:trace>
  <inkml:trace contextRef="#ctx0" brushRef="#br1" timeOffset="148200.763">3093 4790 27990,'0'0'928,"0"0"-376,-97 124 48,56-59-23,8 4-337,7-4-168,11-4-72,15-14-96,9-15-457,19-16-1367,3-16-14603</inkml:trace>
  <inkml:trace contextRef="#ctx0" brushRef="#br1" timeOffset="148410.657">3450 4878 28638,'0'0'1048,"0"0"-295,116 2-273,-59 9-240,7-4-160,48-7-80,-14-5-384,-7-15-2633</inkml:trace>
  <inkml:trace contextRef="#ctx0" brushRef="#br1" timeOffset="149083.421">5231 3398 28406,'0'0'758,"0"0"-90,0 0 20,19 10-101,63 37-143,-79-46-419,-1 1 0,0-1 0,0 1 0,1 0 0,-1 0 1,0 0-1,-1 0 0,1 0 0,0 0 0,-1 1 0,1-1 0,-1 0 0,0 1 1,1 0-1,-1-1 0,0 1 0,-1-1 0,1 1 0,0 0 0,-1 0 1,0-1-1,1 1 0,-1 0 0,0 0 0,-1 0 0,1 1-25,0 7 107,-3 8-78,-1 0 1,0 0-1,-1 0 1,-2-1-1,1 0 1,-2 0-1,-1 0 1,0-1-1,-1-1 0,0 1 1,-2-2-1,0 0 1,0 0-1,-1-1 1,-4 2-30,9-7 14,-330 346-14,338-341 0,27-24 0,-14 4 0,27-14 0,0 2 0,1 1 0,1 2 0,0 2 0,1 2 0,0 2 0,6 1 0,-47 7 0,0 0 0,1 1 0,-1 0 0,0-1 0,0 1 0,1 0 0,-1 0 0,0 0 0,0 0 0,1 1 0,-1-1 0,0 1 0,0-1 0,0 1 0,0 0 0,0 0 0,1 0 0,-1 0 0,-1 0 0,1 0 0,0 0 0,0 1 0,0-1 0,-1 1 0,1-1 0,-1 1 0,1 0 0,-1 0 0,1-1 0,-1 1 0,0 0 0,0 0 0,0 0 0,0 0 0,-1 1 0,1-1 0,0 0 0,-1 0 0,0 0 0,1 1 0,-1-1 0,0 0 0,0 0 0,0 1 0,0-1 0,-1 0 0,1 0 0,-1 1 0,1-1 0,-1 0 0,0 0 0,0 1 0,-4 20 0,-2 0 0,0 0 0,-2 0 0,0-1 0,-2 0 0,0 0 0,-1-1 0,-1-1 0,-2 0 0,-11 21 0,-26 42 0,-118 219 0,168-298 0,-1 0 0,1 0 0,0 0 0,1 0 0,-1 0 0,1 0 0,-1 1 0,1-1 0,1 1 0,-1-1 0,1 1 0,-1-1 0,1 1 0,1-1 0,-1 1 0,1-1 0,-1 0 0,1 1 0,1-1 0,-1 1 0,0-1 0,1 0 0,0 0 0,0 0 0,0 0 0,1 0 0,-1-1 0,1 1 0,0 0 0,6 9 0,0 0 0,-2 1 0,1 0 0,-2 0 0,0 1 0,0 0 0,-2 0 0,0 0 0,0 1 0,-2-1 0,0 1 0,0 0 0,-2 0 0,0-1 0,-1 1 0,0 0 0,-1 0 0,-1-1 0,-3 8 0,-31 150 0,39-154 0,18-37 0,149-281 0,24-89-106,-71 123-2781,-68 142-2354</inkml:trace>
  <inkml:trace contextRef="#ctx0" brushRef="#br1" timeOffset="149747.084">5817 2882 29022,'0'0'1741,"0"0"-1165,0 0-222,10 18 193,65 117-28,-37-85-572,-30-43 19,0 0 0,-1 1-1,0 0 1,-1 1-1,0-1 1,0 1 0,-1 0-1,0 1 1,0-1-1,-1 1 1,0 0 0,-1 0-1,0 0 1,-1 1-1,0-1 1,-1 1 0,0-1-1,0 1 1,-1-1-1,0 1 1,-1-1-1,-1 4 36,-8 5-287,0 0 1,-1 0 0,-1-1 0,-1 0 0,-1-1 0,0-1 0,-1 0 0,-1-1 0,0-1-1,-1 0 1,-2-1 285,0 4-55,-212 178 1449,216-162-411,58-37-542,237-113 198,-257 107-561,1 1 0,0 2 0,0 0 0,0 2-1,1 0 1,-1 2 0,7 0-78,-29 4 0,-1 0 0,1 0 0,-1 0 0,0 0-1,0 0 1,1 0 0,-1 0 0,0 1 0,0-1 0,0 1-1,0-1 1,0 0 0,-1 1 0,1 0 0,0-1 0,-1 1-1,1-1 1,-1 1 0,0 0 0,1-1 0,-1 1-1,0 0 1,0-1 0,0 1 0,0 0 0,0-1 0,0 1-1,-1 0 1,1-1 0,-1 1 0,1 0 0,-1-1 0,1 1-1,-1-1 1,0 1 0,0-1 0,0 1 0,-1 0 0,-72 104 13,-91 94-13,37-47 0,-89 140 0,213-287 0,-1 0 0,1 1 0,0 0 0,1 0 0,-1 0 0,1 0 0,1 0 0,-1 1 0,1-1 0,1 1 0,-1-1 0,1 1 0,0 5 0,3-11 0,0 0 0,0 0 0,0-1 0,0 1 0,0 0 0,1-1 0,-1 0 0,0 1 0,1-1 0,-1 0 0,0 0 0,1 0 0,0-1 0,-1 1 0,1-1 0,-1 1 0,1-1 0,0 0 0,-1 0 0,1 0 0,0 0 0,-1-1 0,1 1 0,-1-1 0,1 1 0,-1-1 0,1 0 0,-1 0 0,1 0 0,-1 0 0,1-1 0,1 0 0,23-12 0,-1-1 0,0-1 0,-1-1 0,0-2 0,-2 0 0,17-19 0,-5 7 0,84-74 0,248-197 0,-289 262 0,-76 41 0,-1 0 0,1 0 0,-1 0 0,0 1 0,1-1 0,-1 0 0,0 1 0,0-1 0,0 1 0,0-1 0,0 1 0,0 0 0,-1-1 0,1 1 0,0 0 0,-1-1 0,1 1 0,-1 0 0,0 0 0,1 0 0,-1-1 0,0 1 0,0 0 0,0 0 0,0 0 0,-1 0 0,1-1 0,0 1 0,-1 0 0,0 0 0,1-1 0,-1 1 0,0 0 0,0-1 0,0 1 0,0-1 0,0 2 0,-132 251 0,118-224-6,1 1 0,1 0 0,1 1 0,3 0 0,0 1 0,2-1-1,1 2 1,2-1 0,0 25 6,4-57-33,0 0 0,1 0-1,-1 0 1,0 0 0,0-1-1,1 1 1,-1 0-1,0 0 1,1 0 0,-1 0-1,1 0 1,0 0 0,-1-1-1,1 1 1,-1 0 0,1-1-1,0 1 1,0 0-1,-1-1 1,1 1 0,0-1-1,0 1 1,0-1 0,0 1-1,0-1 1,-1 0 0,1 1-1,0-1 1,0 0 0,0 0-1,0 0 1,0 0-1,0 1 1,0-1 0,0-1-1,0 1 1,0 0 0,0 0-1,0 0 1,0 0 0,0-1-1,0 1 1,0 0-1,0-1 1,-1 1 0,1-1-1,0 1 1,0-1 0,0 0-1,-1 1 1,1-1 0,0 0-1,0 1 1,-1-1 0,1 0-1,-1 0 1,1 1-1,-1-1 1,1 0 0,-1 0-1,1 0 1,-1 0 0,0 0-1,0 0 1,1 0 0,-1 0-1,0 0 1,0 0-1,0 0 35,33-40-2614,-1-5-3540</inkml:trace>
  <inkml:trace contextRef="#ctx0" brushRef="#br1" timeOffset="150033.53">6403 4227 26302,'0'0'1504,"0"0"-608,0 0-464,0 0-240,0 0-192,0 0-800,33 102-9490</inkml:trace>
  <inkml:trace contextRef="#ctx0" brushRef="#br1" timeOffset="150200.712">5853 4327 28846,'0'0'910,"-5"15"-177,-181 612 1426,42-228-2040,141-380-390,25-57-206,80-156-1774,-51 89-63</inkml:trace>
  <inkml:trace contextRef="#ctx0" brushRef="#br1" timeOffset="150427.125">5947 4493 25261,'0'0'2841,"0"0"-1682,0 0-474,10 22 2,49 161 315,-56-159-883,4 27 47,1 0 0,2-1 1,3 0-1,2-1 0,2 0 0,2-1-166,-17-43 0,-1-1 1,1 1-1,0-1 1,0 0-1,0 0 0,1 0 1,0 0-1,-1 0 1,1-1-1,0 1 1,1-1-1,-1 0 0,1 0 1,-1 0-1,1 0 1,0-1-1,0 0 0,0 1 1,0-1-1,1-1 1,-1 1-1,0-1 0,1 1 1,-1-1-1,1 0 1,0-1-1,-1 1 0,1-1 1,0 0-1,-1 0 1,1-1-1,-1 1 1,1-1-1,0 0 0,-1 0 1,1 0-1,-1-1 1,0 0-1,2 0 0,14-13 0,0-1 0,-1 0 0,0-2 0,-1 0 0,-1-1 0,-1-1 0,4-7 0,61-80-320,-5-3-1,-4-3 1,-6-3-1,18-51 321,-50 89-3047</inkml:trace>
  <inkml:trace contextRef="#ctx0" brushRef="#br1" timeOffset="150750.48">7372 3142 27862,'0'0'1008,"0"0"-304,0 0-56,0 0-143,0 0-305,130 97-200,-91-92-40,6-5-625,24-3-695,-14-13-1072,-6-2-20949</inkml:trace>
  <inkml:trace contextRef="#ctx0" brushRef="#br1" timeOffset="151000.516">7861 3193 21061,'0'0'4144,"0"0"-2311,0 0-729,0 0-320,0 0-72,0 0-232,0 0-192,-29 99-199,3-64-89,-27 32-153,6-5-687,-4-5-2384</inkml:trace>
  <inkml:trace contextRef="#ctx0" brushRef="#br1" timeOffset="151249.947">7074 3931 17036,'0'0'9478,"-3"19"-7006,0-1-2389,0-6 14,0 1-1,0-1 1,2 1 0,-1 0-1,1-1 1,1 1 0,0 0 0,1-1-1,1 1 1,0 0 0,0-1-1,1 1 1,1-1 0,0 0-1,0 0 1,2-1 0,-1 1-1,1-1 1,1 0 0,0 0-97,0-5 0,-1 0-1,1-1 1,0 0 0,1 0 0,-1 0 0,1-1 0,0 0 0,0-1 0,0 1 0,1-2 0,-1 1-1,1-1 1,-1-1 0,1 1 0,0-1 0,0-1 0,-1 0 0,1 0 0,0 0 0,0-1 0,0-1-1,-1 0 1,1 0 0,-1 0 0,1-1 0,-1 0 0,1-2 0,282-236-111,-281 232 111,13-11 0,1 1 1,0 1 0,2 0 0,0 2 0,0 1 0,2 2 0,1 0-1,-4 8-6,-24 7 7,0 0 1,0 1-1,0-1 0,0 0 0,-1 0 0,1 0 1,0 1-1,-1-1 0,0 0 0,0 1 0,0-1 1,0 0-1,0 1 0,0-1 0,0 0 0,-1 1 1,1-1-1,-1 0 0,0 0 0,0 1 0,1-1 1,-1 0-1,-1 0 0,1 0 0,0 0 0,0 0 1,-1 0-1,1-1 0,-1 1 0,0 0-1,-182 219 94,98-129-246,-80 96-1478,95-111-785</inkml:trace>
  <inkml:trace contextRef="#ctx0" brushRef="#br1" timeOffset="151717.128">6815 4803 26046,'0'0'1619,"0"0"-882,1 20-163,0 4-348,23 99 953,-12-93-910,2 0 0,0-2 0,2 0 0,1 0 0,1-2 0,5 4-269,-21-27 6,1 1 0,-1-2 1,1 1-1,0 0 0,0 0 1,0-1-1,1 0 0,-1 0 1,0 0-1,1 0 0,0 0 1,-1-1-1,1 1 0,0-1 1,0 0-1,0 0 0,0 0 1,0-1-1,0 0 0,0 1 0,0-1 1,0-1-1,0 1 0,0 0 1,0-1-1,-1 0 0,1 0 1,0 0-1,0-1 0,0 1 1,-1-1-1,1 0 0,-1 0 1,1 0-1,-1 0 0,0-1 1,0 1-1,1-2-6,101-120-141,-92 104 83,0 1 0,2 0-1,0 1 1,1 1 0,0 1 0,2 0 0,0 1 0,0 1-1,1 0 1,1 2 0,1 0 0,11-5 58,-23 16 33,-1-1 0,1 1 0,-1 1 0,1-1 0,0 2 0,-1-1 0,1 1 0,-1 0 0,1 1 0,-1 0 0,1 0 0,-1 1 0,0 0 0,0 0 0,0 1 0,-1 0 0,1 1 0,-1-1 0,0 1 0,0 1 0,-1-1 0,0 1 0,1 1 0,-2-1 0,1 1 0,-1 0 0,0 0 0,-1 0 0,0 1 0,0-1 0,0 1 0,-1 0 0,0 0 0,-1 1 0,1-1 0,-1 7-33,2-4 71,31 61 48,-34-71-119,0 0 0,0 0-1,0 1 1,0-1 0,0 0 0,0 0 0,0 0 0,1 0-1,-1 0 1,1 0 0,-1 0 0,0-1 0,1 1 0,-1 0 0,1-1-1,-1 1 1,1-1 0,0 0 0,-1 1 0,1-1 0,-1 0-1,1 0 1,0 0 0,-1 0 0,1 0 0,-1-1 0,1 1-1,0 0 1,-1-1 0,1 1 0,-1-1 0,1 1 0,-1-1 0,1 0-1,-1 0 1,0 0 0,1 1 0,-1-1 0,0-1 0,0 1-1,0 0 1,1 0 0,-1 0 0,0-1 0,159-254-600,-157 253 601,1 0-1,-1 0 1,0 0 0,1 0-1,-1 1 1,1-1 0,0 1-1,-1 0 1,1 0 0,0 1-1,1-1 1,-1 1 0,0 0-1,0 0 1,0 0 0,1 1 0,-1-1-1,0 1 1,1 0 0,-1 0-1,1 1 1,-1-1 0,0 1-1,0 0 1,1 0 0,-1 1-1,0-1 1,0 1 0,0 0-1,0 0 1,-1 0 0,1 0-1,0 1 1,-1-1 0,3 4-1,5-1-28,-1 1-1,0-2 1,1 0 0,0 0-1,0-1 1,0 0-1,0-1 1,0 0 0,1-1-1,-1-1 1,1 1 0,-1-2-1,3 0 29,8 2-333,35-1-886</inkml:trace>
  <inkml:trace contextRef="#ctx0" brushRef="#br1" timeOffset="152200.178">8886 3599 29110,'0'0'768,"0"0"-157,0 0-132,0 0 10,0 0-141,0 0-209,-4-5-104,4 6-35,0-1 1,0 1-1,-1-1 0,1 1 1,0 0-1,0-1 1,0 1-1,0-1 0,-1 1 1,1-1-1,0 1 1,0-1-1,-1 1 1,1-1-1,-1 1 0,1-1 1,0 1-1,-1-1 1,1 0-1,-1 1 0,1-1 1,-1 1-1,1-1 1,-1 0-1,1 0 0,-1 1 1,1-1-1,-1 0 1,0 0-1,1 0 0,-1 0 1,1 1-1,-1-1 1,0 0-1,1 0 0,-1 0 1,1 0-1,-1-1 1,1 1-1,-1 0 0,0 0 1,1 0-1,-1 0 1,1 0-1,-1-1 1,1 1-1,-1 0 0,1-1 1,-1 1-1,1 0 1,-1-1-1,1 1 0,-1 0 1,1-1-1,-1 1 1,1-1-1,0 1 0,-1-1 1,1 1-1,0-1 1,0 1-1,-1-1 0,-13 36 26,-15 13-35,-3-2 0,-1-1 0,-2-2 0,-2-2 0,-28 25 9,-69 80-893,118-118-345,38-26-451,-14-2 1558,-3-1 117,0 1 1,1-1 0,-1 1-1,1 0 1,-1 0 0,0 0-1,1 1 1,-1 0 0,0 0-1,1 0 1,-1 1 0,0-1-1,0 1 1,0 1 0,0-1 0,0 1-1,-1 0 1,1 0 0,-1 0-1,0 0 1,0 1 0,0 0-1,0 0 1,-1 0 0,1 0-1,-1 1 14,4 9 43,-1 0 0,-1 0-1,-1 1 1,0-1 0,0 1 0,-2 0-1,0 0 1,0 0 0,-1 0 0,-1 0-1,-1 1 1,0 0-43,0 14 57,-2 72 762,-4-1 1,-5 0 0,-12 40-820,16-86 363,14-54-345,78-108-698,-31 27-827</inkml:trace>
  <inkml:trace contextRef="#ctx0" brushRef="#br1" timeOffset="152483.532">9322 3334 25389,'0'0'1417,"116"-5"-1009,-46 5-240,3 0 352,-10 0 32,-14 14-216,-22 11-288,-27 37-48,-21-6-336,-22 3-2937</inkml:trace>
  <inkml:trace contextRef="#ctx0" brushRef="#br1" timeOffset="152750.233">8800 4260 29142,'0'0'976,"0"0"-696,0 0-95,204-35 239,-41-29 0,19-12-248,-3-5-64,-26 3-24,-47 18 0,-25 11 16,-28 12-88,-14 6-16,4-13-272,-8 7-472,-11 2-1401</inkml:trace>
  <inkml:trace contextRef="#ctx0" brushRef="#br1" timeOffset="152999.925">9471 3119 28598,'31'148'1552,"18"48"-967,12 39-145,6 0-16,-2-14 216,0 0-176,-1-6-400,-9-13-64,-4-17 0,-7-26 0,-9-26 0,-9-38 0,-9-33 0,-5-35-432,2-33-384,-1-20-1049,-5-15-3128</inkml:trace>
  <inkml:trace contextRef="#ctx0" brushRef="#br1" timeOffset="153250.096">10001 4278 27510,'0'0'2696,"-69"116"-2063,26-43-89,-8 10-216,6-12 64,-4 3-200,4-12-192,5-20-24,11-26-400,13-50-144,10-24-937,6-16-3496</inkml:trace>
  <inkml:trace contextRef="#ctx0" brushRef="#br1" timeOffset="153251.096">10180 2709 29246,'0'0'1016,"0"0"-503,127 78-233,-76 12-128,-9 35 112,-9 16-64,-17 1-200,-10-38-208,-6-28-1929</inkml:trace>
  <inkml:trace contextRef="#ctx0" brushRef="#br1" timeOffset="153699.87">3988 5640 27038,'0'0'2304,"0"0"-1768,0 0-312,0 0 225,214 57-33,-10-57-104,49-11-80,26-17-80,0-2-104,-22 5-40,2 9-8,-12 7-24,-62 6-488,-40 1-1833</inkml:trace>
  <inkml:trace contextRef="#ctx0" brushRef="#br1" timeOffset="153966.268">8574 5999 29766,'0'0'0,"0"0"-1488</inkml:trace>
  <inkml:trace contextRef="#ctx0" brushRef="#br1" timeOffset="153967.268">9440 5932 29902,'0'0'897,"0"0"-665,108-11-176,-63 11-56,-12 0-248,-9 0-2897</inkml:trace>
  <inkml:trace contextRef="#ctx0" brushRef="#br1" timeOffset="157045.47">11373 3000 22325,'0'0'672,"0"0"-672,0 0-288,0 0 192,140-46-224,-87 34-969,2 1 1289,15 10 201,-15 1-201,-9 0-665</inkml:trace>
  <inkml:trace contextRef="#ctx0" brushRef="#br1" timeOffset="157448.275">11621 3172 25669,'0'0'1286,"0"0"400,0 0-962,23-6-152,118-43 93,-2-6 0,74-43-665,-39 18 236,1235-509 548,-915 364-1408,-438 192-95,-27 10-891</inkml:trace>
  <inkml:trace contextRef="#ctx0" brushRef="#br1" timeOffset="157764.851">13527 1728 26638,'27'0'2911,"413"-7"-1964,233-7-163,-671 14-775,0-1 1,1 1-1,-1 0 1,1 0-1,-1 0 1,1 0-1,-1 0 1,1 1-1,-1-1 1,1 1-1,-1-1 1,0 1-1,1 0 1,-1 0-1,0 0 1,0 0-1,1 0 1,-1 1-1,0-1 1,0 1-1,-1-1 0,1 1 1,0 0-1,0 0 1,-1 0-1,1 0 1,-1 0-1,0 0 1,1 0-1,-1 0 1,0 0-1,0 1 1,0-1-1,-1 0 1,1 1-1,-1-1 1,1 1-1,-1-1 1,0 1-1,0-1 0,0 1 1,0-1-1,0 0 1,0 1-1,-1-1 1,1 1-1,-1-1 1,0 1-10,-3 6 13,0 1 0,0-1 0,-1 0 0,0 0 0,-1 0 0,1-1 0,-2 0 0,1 0 0,-1-1 0,-1 0 0,1 0 0,-9 6-13,5-3 4,-227 191-583,113-103-691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46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 17844,'0'0'8692,"0"0"-6610,0 0-1869,-15 18 14,-94 135 445,-171 296 437,268-430-1113,1 1 1,0 0 0,2 1 0,0 0-1,1 0 1,1 1 0,1 0 0,1 0 0,1 0-1,1 1 1,1 0 0,1 7 3,2-24-23,1 1-1,0-1 1,0 0 0,0 0 0,0 0 0,1 0-1,0 0 1,1 0 0,-1-1 0,1 1-1,0-1 1,0 0 0,1 0 0,0-1 0,0 1-1,0-1 1,0 0 0,0-1 0,1 1-1,0-1 1,-1 0 0,1 0 0,0-1 0,1 1-1,-1-2 1,0 1 0,1-1 0,-1 1-1,2-2 24,-6 1 0,0 0 0,1 0-1,-1 0 1,0 0 0,0 0-1,0 0 1,0 0-1,0 1 1,0-1 0,0 1-1,-1-1 1,1 1 0,0 0-1,-1 0 1,0-1-1,1 1 1,-1 0 0,0 0-1,0 1 1,0-1 0,0 0-1,0 0 1,-1 0-1,1 1 1,0-1 0,-1 0-1,0 1 1,0-1 0,0 0-1,0 1 1,0-1-1,0 0 1,0 1 0,-1-1-1,0 3 1,-33 83 19,25-72-25,-46 106-307,4 3 0,-13 62 313,59-175-9,1 0-1,1 1 1,0-1 0,1 0 0,0 1 0,1 0 0,0-1 0,1 1 0,0 0 0,1 0-1,0-1 1,2 1 9,65 290 31,-49-103-56,-9 1-1,-9 0 1,-10 11 25,9-210-3,0 83-1516,0-65-1075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4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170 338 28078,'0'0'724,"-4"15"-446,-143 436 798,129-353-1070,30-103-167,126-189-1146,-126 177 1221,7-14-3,2 1-1,2 1 0,0 1 1,2 1-1,1 1 0,1 2 1,24-18 89,-50 41 13,0 0 0,0-1 1,0 1-1,0 0 0,1 0 1,-1 0-1,0-1 1,1 1-1,-1 1 0,0-1 1,1 0-1,-1 0 0,1 0 1,0 1-1,-1-1 0,1 1 1,0-1-1,-1 1 1,1 0-1,0 0 0,-1-1 1,1 1-1,0 0 0,-1 1 1,1-1-1,0 0 0,-1 0 1,1 1-1,0-1 0,-1 1 1,1-1-1,0 1 1,-1 0-1,1 0 0,-1 0 1,0 0-1,1 0 0,-1 0 1,0 0-1,1 0 0,-1 0 1,0 0-1,0 1 1,0-1-1,0 1 0,0-1 1,0 1-1,-1-1 0,1 1 1,0-1-1,-1 1 0,1-1 1,-1 2-14,-1 264 1659,1-264-1653,-1-1-1,1 1 1,0 0 0,0 0 0,0-1 0,0 1 0,0 0-1,0 0 1,1 0 0,0-1 0,-1 1 0,1 0-1,0-1 1,0 1 0,0-1 0,1 1 0,-1-1-1,1 0 1,-1 1 0,1-1 0,0 0 0,0 0 0,0 0-1,0 0 1,0 0 0,0-1 0,0 1 0,1-1-1,-1 1 1,1-1 0,-1 0 0,1 0 0,-1 0-1,1 0 1,0 0 0,0-1 0,-1 1 0,1-1-1,1 0-4,9 0-185,0 0 0,0-2 1,0 0-1,0 0 0,-1-1 1,1 0-1,-1-1 0,0-1 1,0 0-1,0-1 0,-1 0 1,1 0-1,-2-1 0,1-1 1,4-5 183,-1 5-461,47-34-4269</inkml:trace>
  <inkml:trace contextRef="#ctx0" brushRef="#br0" timeOffset="439.239">1269 0 27854,'0'0'579,"0"0"-330,0 0-150,17 2 12,54 9 9,-69-12-155,1 1 0,-1 0 0,0 1 0,0-1 0,1 0 0,-1 1 0,0-1 0,0 1 0,0 0 0,1 0 0,-1 0 0,0 0 0,0 0 0,0 0 0,0 0 0,-1 1 0,1-1 0,0 1 0,-1-1 0,1 1 0,0 0 1,-1 0-1,0-1 0,1 1 0,-1 0 0,0 0 0,0 0 0,0 1 0,-1-1 0,1 0 0,0 0 0,-1 0 0,1 1 0,-1-1 0,0 0 0,0 0 0,0 1 0,0-1 0,0 0 0,0 1 0,-1-1 0,1 0 0,-1 0 0,1 0 1,-1 1-1,0-1 0,0 0 0,0 0 0,0 0 0,0 0 0,-1 0 0,1 0 35,-6 9-620,0-1 1,-1 0-1,0 0 0,-1 0 1,0-1-1,-1 0 1,1-1-1,-2 0 1,1-1-1,-4 2 620,-74 68 4782,73-51-4346,1 0 0,1 1-1,1 1 1,1 0 0,2 1 0,0 0-1,2 0 1,-1 15-436,-4 13 307,-23 126-144,50-195-667,97-141-5698,-72 96-3569</inkml:trace>
  <inkml:trace contextRef="#ctx0" brushRef="#br0" timeOffset="739.125">1359 408 15539,'0'0'5815,"0"0"-2313,22-12-1651,71-40-804,-87 48-955,0 1 0,1 0 0,-1 1 0,1-1 0,0 1 0,-1 1 0,1-1 0,0 1 0,0 0 0,0 1 0,0 0 0,0 0 0,0 0 0,0 1 0,0 0 0,0 0 0,4 2-92,-7-2 30,-1 1-1,1 0 1,0 0 0,-1 1-1,1-1 1,-1 1-1,1-1 1,-1 1 0,0 0-1,0 0 1,-1 1-1,1-1 1,-1 0 0,1 1-1,-1 0 1,0-1-1,-1 1 1,1 0 0,-1 0-1,1 0 1,-1 0-1,0 0 1,-1 1-1,1-1 1,-1 0 0,1 4-30,-10 115 348,5-105-355,-2 0 0,0 0 0,-1-1 0,-1 0-1,-1 0 1,0 0 0,-1-1 0,-1 0 7,-74 52-3421,58-59-1252</inkml:trace>
  <inkml:trace contextRef="#ctx0" brushRef="#br0" timeOffset="988.835">1393 537 17292,'0'0'2918,"0"0"-1329,0 0-630,0 0-184,0 0 60,0 0-256,4 13-262,-2-8-287,0-1 14,0 1 0,-1-1 0,1 1 0,-1-1 0,0 1 0,0 0 0,-1-1 0,1 1 0,-1 0 0,0-1 0,0 1 0,-1 0 0,1 0 0,-1-1 0,0 1 0,0 0 0,-1-1 0,1 0 0,-1 1 0,0-1 0,-1 1-44,-67 131 2790,70-135-2758,1 0 0,0 1 0,0-1 0,-1 0 0,1 0 0,0 0 0,0 0 0,0 1 0,1-1 0,-1-1 0,0 1 0,0 0 0,0 0 0,1 0 0,-1-1 0,0 1 0,1 0 0,-1-1 0,1 0 0,-1 1 0,1-1 0,-1 0 0,1 0 0,-1 1 0,1-1 0,-1 0 0,1-1 0,-1 1 0,1 0 0,-1 0 0,1-1 0,-1 1 0,0 0 0,1-1 0,-1 0 0,1 1 0,-1-1 0,0 0 0,0 0 0,1 1 0,-1-1 0,0 0 0,0 0 0,0 0 0,0-1 0,0 1 0,0 0-32,139-42-1126,-109 42-1950</inkml:trace>
  <inkml:trace contextRef="#ctx0" brushRef="#br0" timeOffset="1238.029">1783 1002 28438,'0'0'1024,"0"0"-776,0 0-248,0 0-112,0 0-1032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0:59:51.778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696 1 23189,'0'0'7258,"0"0"-6866,0 0-280,0 0 24,110 31 208,-67-20-136,0-4-112,-4 0-40,-3 0-8,-5 0-32,-7 2-16,-5 5-128,-5-3-592,-10 0-2249</inkml:trace>
  <inkml:trace contextRef="#ctx0" brushRef="#br0" timeOffset="255.594">1 856 28334,'0'0'2177,"0"0"-1905,0 0 120,210-28 144,-55-20 56,24-10-272,3-3-176,-15 7-144,-28 11 0,-15 10 0,-28 10 0,-25 9 0,-22 7 0,-8 7-456,-9 3-1032,-13 9-3257</inkml:trace>
  <inkml:trace contextRef="#ctx0" brushRef="#br0" timeOffset="521.769">641 1351 29582,'0'0'608,"0"0"-231,114-20 55,-44-6 56,5-8-264,-2-5-136,-7 0-48,11-14-40,-18 13-400,-20 4-1417</inkml:trace>
  <inkml:trace contextRef="#ctx0" brushRef="#br0" timeOffset="772.123">1008 976 29150,'-41'82'352,"3"2"-1,5 1 1,3 2 0,4 1-1,3 1 1,5 1 0,4 1-1,3 0 1,4 15-352,5-72 31,1-26-12,0 1 0,0-1 0,0 1 0,1-1 0,0 1 0,1-1 0,0 1 0,0-1 0,1 1 0,0-1 0,1 0 0,-1 0 0,1 0-1,1 0 1,0 0 0,0-1 0,1 2-19,-1-7 3,0 0 0,0 0 0,1 0 0,-1 0 0,0-1 0,1 0 0,-1 0 0,1 0-1,-1 0 1,1-1 0,-1 1 0,1-1 0,-1 0 0,1-1 0,0 1 0,-1-1 0,1 0 0,-1 0-1,0-1 1,1 1 0,-1-1 0,0 0 0,0 0 0,0 0 0,0 0 0,0-1 0,0 0 0,-1 0-1,1 0 1,-1 0 0,0 0 0,0-1 0,0 1 0,2-4-3,229-286 0,-139 165 0,79-94-699,-120 147-1099</inkml:trace>
  <inkml:trace contextRef="#ctx0" brushRef="#br0" timeOffset="1038.934">1726 820 29726,'0'0'737,"0"0"-553,175-49-40,-73 5 96,26-14-240,1-10-72,-23 10-1505,-33 10-17403</inkml:trace>
  <inkml:trace contextRef="#ctx0" brushRef="#br0" timeOffset="1288.507">2382 435 29198,'-16'103'1361,"3"22"-745,-1 24-96,6 1 88,4-7-208,0 2-336,0-2-64,-4-4 0,1-25 0,-3-30 0,2-27 0,2-22 0,4-10 0,0-14-224,2-31-600,0-24-953,0-16-10353</inkml:trace>
  <inkml:trace contextRef="#ctx0" brushRef="#br0" timeOffset="1289.507">2180 958 29046,'0'0'896,"0"0"-143,-79 149-289,48-79-160,3 1-216,7-6-88,13-1-176,8-20-720,0-19-1801</inkml:trace>
  <inkml:trace contextRef="#ctx0" brushRef="#br0" timeOffset="1555.289">2137 1234 28518,'0'0'1000,"0"0"-456,0 0-87,112-30-57,-57 17-280,51-17-120,-14 2-544,-8-4-1857</inkml:trace>
  <inkml:trace contextRef="#ctx0" brushRef="#br0" timeOffset="1840.607">3124 287 29638,'0'0'1337,"0"0"-1057,0 0 40,0 0 176,-125 124-136,79-63-248,-3 10-112,0 3-56,-16 18-480,14-19-1001,16-22-4504</inkml:trace>
  <inkml:trace contextRef="#ctx0" brushRef="#br0" timeOffset="1841.607">2861 767 29614,'-21'96'760,"-1"15"-207,-4 20-97,9-9 80,7-14-248,2-20-176,6-17-72,0-20-40,2-12-8,0-2-120,0-11-240,16-26-224,4-7-593,-1-23-1007</inkml:trace>
  <inkml:trace contextRef="#ctx0" brushRef="#br0" timeOffset="2088.224">3097 868 25910,'0'0'1673,"21"-7"-601,140-36 494,-153 41-1499,-1 1-1,1 0 1,0 0 0,0 0-1,-1 1 1,1 1-1,0-1 1,0 1-1,-1 0 1,1 1 0,-1 0-1,1 0 1,-1 0-1,0 1 1,0 0 0,0 1-1,0 0 1,0 0-1,-1 0 1,0 1 0,0 0-1,0 0 1,0 0-1,-1 1 1,0 0 0,0 0-1,0 0 1,-1 1-1,0-1 1,0 1 0,-1 1-67,0 3 24,-1 0 1,0-1 0,-1 1 0,0 0-1,-1 0 1,0 0 0,-1 0 0,0 0-1,-1 0 1,0 0 0,-1 0 0,0-1-1,-1 1 1,0-1 0,0 0 0,-1 0-1,0 0 1,-1-1 0,-3 4-25,-139 161 7,140-166-3,-33 33-99,-3-2-1,-1-1 1,-1-2-1,-2-3 1,-28 14 95,64-41-316,-1 1 0,0-2 0,0 0 0,-1 0 0,1-1 0,-1-1 0,0 0 0,0-1 0,0-1 0,0 0 0,0-1 0,-9-1 316,-13-1-6581</inkml:trace>
  <inkml:trace contextRef="#ctx0" brushRef="#br0" timeOffset="2354.27">2961 1071 29622,'0'0'881,"0"0"-57,144 82-200,-54-28 8,22 14-448,25 9-184,-11-3 0,-24-13 0,-29-16 0,-1 9 0,-7-7-408,-12-4-1801</inkml:trace>
  <inkml:trace contextRef="#ctx0" brushRef="#br0" timeOffset="2542.276">4241 1875 31103,'0'0'1032,"0"0"-1032,0 0-72,0 0-960</inkml:trace>
  <inkml:trace contextRef="#ctx0" brushRef="#br1" timeOffset="233932.124">1477 1858 24117,'0'0'1448,"0"0"833,102 0-1745,-41-7-112,23-8 72,34 3-56,47 0-136,28 3-176,15 7-128,-47 2-24,-44 0-1576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5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 25974,'0'0'1723,"0"0"-741,0 0-361,0 0-49,0 0-20,0 0-245,-2-3-209,2 2-97,0 0 1,1 0-1,-1-1 0,0 1 0,1 0 0,-1 0 1,1 0-1,-1 0 0,1 0 0,0 0 0,-1 0 1,1 0-1,0 1 0,-1-1 0,1 0 0,0 0 1,0 1-1,0-1 0,0 0 0,0 1 0,0-1 1,0 1-1,0-1 0,0 1 0,0-1 0,0 1 1,0 0-1,0 0 0,0-1 0,1 1 0,-1 0 1,0 0-1,0 0 0,0 0 0,0 0 0,0 0 0,1 1 1,-1-1-1,0 0 0,0 1 0,0-1 0,0 1 1,0-1-1,0 1-1,74 5 33,-67-7-34,0 1 1,0 1 0,0-1-1,0 1 1,0 1 0,0-1-1,0 1 1,0 1 0,-1 0-1,1 0 1,-1 0 0,0 1-1,0 0 1,0 0 0,0 1-1,-1-1 1,0 2 0,0-1-1,0 1 1,-1 0 0,1 0 0,-1 0-1,-1 1 1,1 0 0,-1 0-1,-1 0 1,1 0 0,-1 1-1,1 2 1,-6 12-21,0 0 0,-1 0 0,-2-1 0,0 0 0,-1 0 0,-1 0 0,-1 0-1,0-1 1,-2-1 0,-1 1 0,0-2 0,-1 1 0,-1-2 0,-1 1 0,-9 7 21,-8 18 3,16-22-1,-41 84-3,57-103-5,0-1-1,0 0 1,0 1-1,0-1 1,0 1-1,1-1 1,-1 0-1,0 0 1,1 0-1,-1 0 1,0 0-1,1 0 1,-1 0-1,1 0 1,0-1-1,-1 1 1,1 0-1,0-1 1,-1 0-1,1 1 1,0-1-1,0 0 1,-1 0-1,1 0 1,0 0-1,0 0 1,-1 0-1,1 0 1,0-1-1,-1 1 1,1-1-1,0 1 1,-1-1-1,1 0 1,0 1-1,-1-1 1,1 0 0,-1 0 5,87-52-791,-38 18-725,-6 2-1979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52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150 110 28270,'0'0'899,"0"0"-190,0 0-122,0 0-231,0-16-222,0-50-96,0 65-43,-1-1 0,0 1 0,1-1 0,-1 1 0,0-1 0,0 1 0,1-1 0,-1 1 0,0 0 0,-1 0 0,1-1 0,0 1 0,0 0 0,0 0-1,-1 0 1,1 0 0,0 0 0,-1 0 0,1 1 0,-1-1 0,1 0 0,-1 1 0,0-1 0,1 1 0,-1 0 0,1-1 0,-1 1 0,0 0 0,1 0 0,-1 0 0,0 0 0,1 0-1,-1 1 1,0-1 0,1 0 0,-1 1 0,1-1 0,-1 1 0,1-1 0,-1 1 0,1 0 0,-1 0 0,1 0 0,0 0 0,-1 0 0,1 0 0,0 0 0,0 0 0,0 0 0,-1 1 0,1-1-1,1 0 1,-1 1 0,0-1 0,0 1 0,0-1 0,0 2 5,-6 4-6,0 1 0,0 0 0,0 0 0,1 0 0,0 1 0,1 0 0,0 0 0,0 1 0,1-1 0,0 1-1,1 0 1,0 0 0,1 0 0,0 0 0,0 1 0,1-1 0,0 1 0,1-1 0,0 1 0,1 0 6,1-9-7,-1 0 1,1 0-1,0 0 0,0 0 1,0 0-1,0 0 0,0 0 1,0 0-1,1-1 0,-1 0 1,1 1-1,-1-1 0,1 0 1,-1 0-1,1 0 1,0 0-1,-1-1 0,1 1 1,0-1-1,0 1 0,-1-1 1,1 0-1,0 0 0,0 0 1,-1-1-1,1 1 0,0-1 1,2 0 6,4 1-40,121-19-1210,-69 1-596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5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82 174 6481,'0'0'17488,"0"0"-13564,0 0-3686,0 0-228,0 0-446,0-19-661,1-10 250,0-32-769,-5 11-5135,-5 35 5568,-26 30 6493,2 72-1032,32-84-4247,1 0-1,-1 0 1,1 0-1,-1-1 1,1 1-1,0 0 1,0 0-1,0 0 1,1 0-1,-1 0 1,1 0 0,0-1-1,-1 1 1,1 0-1,0 0 1,1-1-1,-1 1 1,0 0-1,1-1 1,-1 0-1,1 1 1,0-1-1,0 0 1,0 0-1,0 0 1,0 0 0,0 0-1,1 0 1,-1-1-1,1 1 1,0-1-31,53 11-454,-14-9-3515,6-2-10232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5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41 24725,'0'0'1421,"0"0"-1096,-2 19-348,-8 96 291,10-113-218,1 1 0,-1-1-1,1 0 1,0 0-1,-1 1 1,1-1 0,0 0-1,0 0 1,1 0-1,-1 0 1,0-1 0,1 1-1,-1 0 1,1 0 0,-1-1-1,1 1 1,0-1-1,0 1 1,0-1 0,0 0-1,0 0 1,0 0-1,0 0 1,0 0 0,0 0-1,0 0 1,0-1-1,1 1 1,-1-1 0,0 0-1,1 0 1,-1 0-1,0 0 1,1 0 0,-1 0-1,2-1-49,86-18 289,-76 11-349,0-2 0,0 0 0,-1 0 0,0-1-1,-1-1 1,-1 0 0,1-1 0,-2 0 0,0-1-1,-1 0 1,0 0 0,-1-1 0,1-4 60,-9 19 3,-1 1 1,1-1-1,-1 0 1,0 0-1,1 1 1,-1-1-1,0 0 1,1 0-1,-1 0 1,0 0-1,1 0 1,-1 0-1,0 0 1,0 0-1,1 0 1,-1 0-1,0-1 1,1 1-1,-1 0 1,1 0-1,-1-1 1,0 1-1,1 0 1,-1-1-1,1 1 1,-1 0-1,1-1 1,-1 1-1,1-1 1,-1 1-1,1-1 1,-1 1-1,1-1 1,-1 1-1,1-1 1,0 0-1,0 1 1,-1-1-1,1 1 1,0-1-1,0 0 1,0 1-1,-1-1 1,1 0-1,0 1 1,0-1-1,0 0 1,0 0-1,0 1 1,0-1-1,1 0 1,-1 1-1,0-1 1,0 0-1,0 1 1,1-1-1,-1 1 1,0-1-1,0 0 1,1 1-1,-1-1 1,1 1-1,-1-1 1,1 1-1,-1-1 1,1 1-4,-45 30 390,42-27-370,0-1 0,0 0 1,0 1-1,0-1 0,0 1 0,1 0 0,-1-1 0,1 1 0,0 0 0,-1 0 1,1 0-1,1 0 0,-1 0 0,0 0 0,1 0 0,0 1 0,-1-1 1,1 0-1,0 0 0,1 0 0,-1 0 0,0 0 0,1 0 0,0 0 0,0 0 1,0 0-1,0 0 0,0 0 0,1 0 0,-1 0 0,1-1 0,0 1 1,0 0-1,0-1 0,0 0 0,0 1 0,0-1 0,1 0 0,-1 0 0,1 0 1,-1-1-1,1 1 0,0-1 0,-1 1 0,1-1 0,0 0 0,0 0 1,0 0-1,0 0 0,0-1 0,1 1-20,2 0-151,1 1 0,-1-1 1,1-1-1,-1 1 0,1-1 0,-1 0 1,1 0-1,-1-1 0,0 0 0,1 0 0,-1-1 1,0 1-1,1-1 0,-1-1 0,0 1 1,-1-1-1,4-2 151,8-10-5625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3:5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1110 19956,'0'0'3649,"0"0"-2881,0 0-720,0 0-48,19-100-2152</inkml:trace>
  <inkml:trace contextRef="#ctx0" brushRef="#br0" timeOffset="250.504">48 1110 15123,'-20'-79'7082,"8"102"-3401,3 3-1881,3 3-816,6-5-480,0-4-280,8-10-128,13-4-24,7-6-16,5-4-32,22-31-24,-10 1-768,-6 1-2296</inkml:trace>
  <inkml:trace contextRef="#ctx0" brushRef="#br0" timeOffset="433.425">751 640 24933,'0'0'3481,"0"0"-3201,-6 115 104,-14-55-72,-5 6 48,-1 3-224,1 5-136,-1 30-216,8-17-928,5-17-8554</inkml:trace>
  <inkml:trace contextRef="#ctx0" brushRef="#br0" timeOffset="733.488">1181 686 21901,'0'0'2472,"0"0"-2472,0 0 0,0 0 872,0 0 481,0 0-641,0 0-40,-116 43 24,84 3-272,7 3-144,9-1-96,10-6-104,6-8-64,8-11-16,39-20-80,-6-3-600,-1 0-768</inkml:trace>
  <inkml:trace contextRef="#ctx0" brushRef="#br0" timeOffset="1533.86">859 1 24701,'0'0'3265,"-67"143"-2865,2 5 168,-15 41 40,-11 27 0,-1 7-271,8-10-241,3 1-96,24-55-601,12-37-1687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6:27.79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27518 5451 20844,'0'0'6887,"0"0"-4793,0 0-1488,0 0-78,0 0-15,0 0-97,-11 0-188,-5 0-183,1-1-17,1 1-1,-1 0 1,1 1-1,0 0 1,-1 1-1,1 1 0,0 1 1,0 0-1,-4 2-27,-8 9 17,1 1-1,1 1 0,0 1 0,1 2 1,1 0-1,1 1 0,1 1 1,1 1-1,1 1 0,0 0 1,2 2-1,2-1 0,0 2 1,1 0-1,2 1 0,1 0 0,1 0 1,1 1-1,2 0 0,1 1 1,1 0-1,0 21-16,4-40 0,0-1 0,1 1 0,0-1 0,1 1 0,0-1 0,1 0 0,0 0 0,0 0 0,1 0 0,0 0 0,1-1 0,0 0 0,1 0 0,0 0 0,0-1 0,0 1 0,1-2 0,1 1 0,-1-1 0,1 0 0,1 0 0,-1-1 0,1 0 0,0-1 0,0 0 0,6 3-9,0 0-1,0-2 1,1 1 0,0-2 0,0 0-1,0-1 1,0-1 0,1 0-1,-1-1 1,1-1 0,0-1 0,-1 0-1,1-1 1,0-1 0,-1 0-1,1-1 1,-1-1 0,0-1 0,0 0-1,0-1 1,-1-1 0,0 0-1,0-1 1,-1 0 0,0-2 0,0 1-1,7-8 10,132-137-2758,-89 78-1307</inkml:trace>
  <inkml:trace contextRef="#ctx0" brushRef="#br0" timeOffset="277.725">28052 5123 28958,'0'0'887,"0"0"-476,0 0 38,17 10 30,116 63 141,-117-65-543,1 1 0,-2 0 0,1 1 0,-1 0 0,-1 2 0,1 0 0,-2 0 0,4 5-77,-13-12 11,0 0 1,0 1 0,0-1-1,-1 1 1,0 0 0,0 0-1,0 0 1,-1 0 0,0 1 0,0-1-1,-1 1 1,0-1 0,0 1-1,0-1 1,-1 1 0,0 0-1,0-1 1,-1 1 0,1 0 0,-2-1-1,1 1 1,-1-1 0,0 0-1,-2 6-11,-7 9-36,-1-1 0,-1 0 0,0-1 0,-2 0 0,0-1 0,-1-1-1,-1 0 1,-17 13 36,12-9-185,-75 68-2355,64-59-836</inkml:trace>
  <inkml:trace contextRef="#ctx0" brushRef="#br0" timeOffset="513.082">28019 5338 25477,'0'0'3713,"0"0"-3377,-14 105 200,6-35 17,2 20-81,2 18-176,-2 16-128,3-11-56,-1-23-48,0-26-40,2-20-24,-2 0-8,2 0-176,2-7-432,2-26-1257,15-11 1153,5-4-7674</inkml:trace>
  <inkml:trace contextRef="#ctx0" brushRef="#br0" timeOffset="911.386">28655 5382 28742,'0'0'1023,"0"0"-419,-2 17 35,-21 139 569,-17 197-657,39-307-551,-1-32 0,1 1 0,1-1 0,0 0 0,1 1 0,0-1 0,1 0 0,1 0 0,1 0 0,1 5 0,-4-18-1,0 0 0,1 1 1,-1-1-1,0 0 0,1 0 0,-1 0 0,1 0 1,-1 0-1,1 0 0,-1 0 0,1 0 0,0-1 1,-1 1-1,1-1 0,0 1 0,-1-1 0,1 0 0,0 1 1,0-1-1,0 0 0,-1 0 0,1 0 0,0-1 1,0 1-1,-1 0 0,1-1 0,0 1 0,0-1 1,-1 1-1,1-1 0,-1 0 0,1 0 0,0 0 1,-1 0-1,0 0 0,1 0 0,-1 0 0,1 0 1,-1 0-1,0-1 0,0 1 0,0-1 0,0 1 1,0-1-1,0 1 0,0-1 0,-1 1 0,2-2 1,43-61-461,-2-1-1,-3-3 0,20-48 462,28-49-299,-82 154 297,-4 7 7,0 0-1,0 1 1,0-1 0,0 0 0,0 0 0,1 1 0,0 0-1,0-1 1,0 1 0,0 0 0,0 0 0,0 1 0,1-1-1,-1 1 1,1-1 0,0 1 0,1 0-5,7 35 217,-33 390 529,23-391-1472,8-12-989</inkml:trace>
  <inkml:trace contextRef="#ctx0" brushRef="#br0" timeOffset="1194.335">29248 5665 29782,'0'0'1505,"0"0"-1433,0 0 64,0 0 216,104 16-8,-53-12-224,4-3-80,0-1-40,15 0-200,-13 0-576,-11 0-2633</inkml:trace>
  <inkml:trace contextRef="#ctx0" brushRef="#br0" timeOffset="1443.852">29680 5487 21949,'0'0'6844,"0"0"-5206,0 0-1398,0 0 61,21 9-8,68 34-94,-85-43-183,0 1-1,1 0 1,-1 1 0,0-1-1,0 1 1,1 0-1,-1 0 1,-1 0 0,1 1-1,0-1 1,0 1 0,-1 0-1,0 0 1,0 0-1,1 0 1,-2 1 0,1-1-1,0 1 1,-1 0 0,0 0-1,1 0 1,-2 0-1,1 0 1,0 0 0,-1 1-1,0-1 1,0 0-1,0 1 1,0-1 0,-1 1-1,0-1 1,0 1 0,0-1-1,0 1 1,-1-1-1,0 1 1,0-1 0,0 0-1,0 1 1,-1-1 0,0 0-1,1 0 1,-2 0-1,1 0 1,0 0 0,-1 0-1,1-1 1,-1 1 0,-1-1-16,-235 225-1984,227-213-576</inkml:trace>
  <inkml:trace contextRef="#ctx0" brushRef="#br0" timeOffset="1627.891">30212 5006 30022,'0'0'1121,"0"0"-1009,0 0 16,0 0 152,0 0-64,82 110-160,-58-84-56,3 9-360,-5-6-1217,-8-5-2856</inkml:trace>
  <inkml:trace contextRef="#ctx0" brushRef="#br0" timeOffset="1809.158">30062 5504 28774,'0'0'1072,"0"0"-399,0 0 7,0 0-224,106-1-216,-70 1-168,-3 0-72,6 7-264,-9 9-768,-8 3-1073</inkml:trace>
  <inkml:trace contextRef="#ctx0" brushRef="#br0" timeOffset="2002.679">30104 5882 26070,'0'0'2936,"0"0"-2432,0 0 224,0 0 41,0 0-201,0 0-304,0 0-248,119-14-16,-83-2-328,11-5-368,-10 4-785,-5 1-2656</inkml:trace>
  <inkml:trace contextRef="#ctx0" brushRef="#br0" timeOffset="2251.153">30263 5821 26414,'0'0'2031,"-13"22"-1050,-72 153 446,76-148-1228,2 1 0,0-1 0,2 1 0,1 1 0,2-1 0,0 0-1,2 1 1,1 7-199,0-33 7,1-1 0,-1 1-1,1-1 1,-1 0 0,1 1 0,0-1-1,0 0 1,0 0 0,0 0 0,0-1-1,0 1 1,1 0 0,-1-1-1,0 1 1,1-1 0,-1 0 0,1 0-1,0 0 1,-1 0 0,1-1-1,0 1 1,0 0 0,-1-1 0,1 0-1,0 0 1,0 0 0,0 0 0,-1 0-1,1-1 1,0 1 0,0-1-1,-1 1 1,1-1 0,0 0 0,-1 0-1,1-1 1,-1 1 0,1 0 0,-1-1-1,0 1 1,1-1 0,-1 0-1,0 0 1,0 0 0,0 0 0,-1 0-1,1 0 1,1-2-7,213-207-1480,-162 151-321</inkml:trace>
  <inkml:trace contextRef="#ctx0" brushRef="#br0" timeOffset="2512.719">30775 5271 28486,'0'0'1840,"0"0"-1671,0 0 167,0 0 0,0 0-176,0 0-112,0 0-48,153 30-208,-102-30-1017,-4-9-1255</inkml:trace>
  <inkml:trace contextRef="#ctx0" brushRef="#br0" timeOffset="2744.468">31017 5186 27502,'0'0'1336,"0"0"-456,-49 94 17,23-36-433,-3 11-216,-5 7-96,-5 4-32,-4-1-64,-6 1-40,-2-4-16,3-7-80,7-11-184,12-14-288,15-17-241,16-27-79,24-2-192,5-23-2369</inkml:trace>
  <inkml:trace contextRef="#ctx0" brushRef="#br0" timeOffset="3060.91">30893 5731 24333,'0'0'2267,"0"0"-784,-5 20-581,-39 136 113,39-143-923,-6 12 102,1-1 0,1 2 1,1-1-1,2 1 0,0 0 0,2 0 0,0 11-194,34-35 286,99-130-403,64-72-208,-191 199 327,-1 1 0,0 0 0,0 0 0,1 0 0,-1 0 0,0 0 0,0 0 1,1 0-1,-1 1 0,0-1 0,0 0 0,0 1 0,1-1 0,-1 1 0,0-1 1,0 1-1,0 0 0,0-1 0,0 1 0,0 0 0,0 0 0,0 0 0,0 0 0,0-1 1,-1 1-1,1 1 0,0-1 0,-1 0 0,1 0 0,0 0 0,-1 0 0,0 0 0,1 0 1,-1 1-1,0-1 0,1 0 0,-1 0 0,0 1 0,0-1 0,0 0 0,0 0 1,0 1-1,0-1 0,0 0 0,-1 0 0,1 1 0,0-1 0,-1 0 0,1 0 0,-1 1-2,4 14 21,23 58 31,-17-51 22,-1 0 0,-1 0 1,-1 1-1,-1-1 1,-1 1-1,-1 1 1,-1 5-75,-1-8 11,0-17-17,0 1-1,-1-1 1,1 1-1,-1-1 0,0 1 1,-1-1-1,1 1 1,-1-1-1,0 1 0,0-1 1,-1 0-1,0 1 0,0-1 1,0 0-1,0 0 1,-1 0-1,0 0 0,0-1 1,0 1-1,-1-1 1,1 0-1,-1 0 0,0 0 1,0 0-1,-5 3 7,-9 0-46,0-1 0,-1 0 1,0-1-1,0-1 0,-1-1 0,1-1 0,-1-1 1,1 0-1,-1-1 0,1-2 0,-20-2 46,36 4 11,1 1 1,-1-1-1,0 1 0,1-1 1,-1 0-1,0 0 1,1 0-1,-1-1 0,0 1 1,1-1-1,-1 1 0,1-1 1,-1 0-1,1 0 0,-1 0 1,1 0-1,-1 0 1,1-1-1,0 1 0,0-1 1,0 0-1,0 1 0,0-1 1,0 0-1,0 0 0,0 0 1,1 0-1,-1-1 0,1 1 1,0 0-1,-1-1 1,1 1-1,0-1 0,0 1 1,1-1-1,-1 1 0,1-1 1,-1 0-1,1 1 0,0-1 1,0 0-1,0 1 1,0-1-1,0 0 0,1 1 1,-1-1-1,1 0 0,-1 1 1,1-1-1,0 1 0,0-1 1,1 1-12,133-79-13,-115 72-16,255-92-2759,-194 73-2376</inkml:trace>
  <inkml:trace contextRef="#ctx0" brushRef="#br1" timeOffset="-357905.741">11552 1193 31367,'0'0'1400,"0"0"-1400,0 0 0,0 0 0,0 0 0,0 0 0,0 0-1400,49 99-2041</inkml:trace>
  <inkml:trace contextRef="#ctx0" brushRef="#br1" timeOffset="-357904.741">11463 1616 29494,'0'0'1225,"0"0"-641,0 0-320,0 0-232,110 61-32,-80-48-1313</inkml:trace>
  <inkml:trace contextRef="#ctx0" brushRef="#br1" timeOffset="-356851.3">14697 861 27110,'0'0'2792,"0"0"-1801,-19-16-604,-60-51-32,70 61-327,0 1 1,0 0-1,-1 0 1,0 0-1,0 2 0,0-1 1,-1 1-1,1 0 1,-1 1-1,1 1 1,-1 0-1,0 0 1,0 1-1,0 0 1,1 1-1,-1 0 0,0 0 1,1 2-1,-1-1 1,1 1-1,-1 1 1,1 0-1,0 0 1,1 1-1,-1 0 0,1 1 1,0 0-1,0 0 1,1 1-1,0 0 1,0 0-1,1 1 1,-5 5-29,-28 25 15,0 1 1,3 2 0,2 2-1,1 1 1,2 2 0,3 1-1,1 1 1,-10 27-16,22-44 3,1 0 0,2 1 0,1 1 0,1 0 0,2 0 1,1 1-1,2 0 0,1 0 0,2 1 0,1 0 0,2-1 0,2 1 0,0-1 0,3 1 0,1-1 0,1 0 1,2-1-1,1 1 0,2-2 0,1 0 0,1 0 0,6 6-3,-14-29 0,0-2 0,1 1 0,0-1 0,0 0 0,0 0 0,1-1 0,0 0 0,0 0 0,1-1 0,0 0 0,0 0 0,0-1 0,0 0 0,0-1 0,1 0 0,0-1 0,0 0 0,-1 0 0,1-1 0,0 0 0,10-1 0,4-1 0,1-1 0,-1-1 0,0-1 0,0-1 0,-1-1 0,1-1 0,-1-1 0,8-5 0,20-13-265,-1-2 0,-1-2-1,-2-2 1,0-2 0,-3-3 0,-1-1 0,27-32 265,8-13-2089</inkml:trace>
  <inkml:trace contextRef="#ctx0" brushRef="#br1" timeOffset="-356567.501">15187 554 26638,'0'0'2899,"0"0"-2042,0 0-627,25 3 37,348 63 958,-361-63-1193,150 51 420,-158-51-447,1-1 1,0 1 0,-1 0-1,0 0 1,0 0-1,0 0 1,0 1-1,0 0 1,-1 0 0,1 0-1,-1 0 1,0 1-1,0-1 1,-1 1-1,0-1 1,1 1 0,-1 0-1,-1 0 1,1 0-1,-1 0 1,0 0-1,0 1 1,0-1 0,-1 0-1,0 0 1,0 1-1,0-1 1,-1 0-1,0 0 1,0 3-6,-8 14-16,-1-1 1,0 0-1,-2-1 0,0 0 1,-1-1-1,-1 0 1,-1-1-1,0-1 0,-2 0 1,-17 13 15,25-21-43,5-4-17,-98 82-972,22-56-2441,58-29 155</inkml:trace>
  <inkml:trace contextRef="#ctx0" brushRef="#br1" timeOffset="-356317.225">15435 785 26262,'0'0'1728,"0"0"-920,-8 136 176,-10-3-111,-1 22-305,-5 8-184,4-11-56,5-22-88,1-4-152,4-13-16,2-21-72,6-27-24,0-22-256,2-26-344,10-8-889,8-9-1439</inkml:trace>
  <inkml:trace contextRef="#ctx0" brushRef="#br1" timeOffset="-356000.195">16387 780 19428,'-3'27'8358,"-71"411"-4521,57-342-3458,5 2-1,4-1 1,4 5-379,31 0 9,-25-100-9,-1 0 0,1 0 0,-1 0 0,1 0 0,0 0 0,-1-1 0,1 1 0,0 0 0,0-1 0,0 1-1,1-1 1,-1 0 0,0 0 0,0 0 0,1 0 0,-1 0 0,1 0 0,-1-1 0,1 1 0,-1-1 0,1 0 0,-1 1 0,1-1 0,-1 0 0,1-1 0,-1 1 0,1 0 0,-1-1 0,1 1 0,-1-1 0,1 0 0,-1 0 0,0 0 0,1 0 0,-1 0 0,0 0 0,0-1 0,0 1 0,2-3 0,13-10-37,0-1-1,-1-1 1,-1 0-1,-1-1 1,0-1-1,-1 0 1,-1-1-1,4-9 38,-4 10-75,70-128-436,-5-4 1,-8-3-1,-6-2 511,-53 129-95,5-1 123,-15 27-22,0 1 0,0-1 0,-1 0 0,1 1 0,0-1 0,0 1 0,0-1-1,0 0 1,0 1 0,0-1 0,0 1 0,0-1 0,0 0 0,0 1 0,1-1 0,-1 1 0,0-1 0,0 0-1,0 1 1,0-1 0,0 0 0,1 1 0,-1-1 0,0 0 0,0 1 0,1-1 0,-1 0 0,0 1 0,1-1-1,-1 0 1,0 0 0,1 1 0,-1-1 0,0 0 0,1 0 0,-1 0 0,0 1 0,1-1 0,-1 0-1,1 0 1,-1 0 0,0 0 0,1 0 0,-1 0 0,1 0 0,-1 0 0,0 0 0,1 0 0,-1 0 0,1 0-1,-1 0 1,0 0 0,1-1 0,-1 1 0,0 0 0,1 0 0,-1 0 0,1 0 0,-1-1 0,0 1 0,1 0-1,-1 0 1,0-1-6,13 138 752,30 164-59,-38-287-720,1-1 1,0 0 0,0 0 0,1 0 0,1-1 0,0 0 0,1-1-1,0 0 1,1 0 0,0-1 0,1 0 0,0 0 0,7 3 26,-14-9-47,49 38-1177</inkml:trace>
  <inkml:trace contextRef="#ctx0" brushRef="#br1" timeOffset="-355734.317">18678 174 1504,'0'0'29495,"0"0"-28895,0 0-520,0 0-32,0 0 96,0 0-8,108 109-136,-47-64-24,-12-8-632,-12-4-1641</inkml:trace>
  <inkml:trace contextRef="#ctx0" brushRef="#br1" timeOffset="-355533.465">18325 1011 30495,'0'0'696,"0"0"-512,100-24 0,-26-5 280,13-6-216,5-4-168,0 4-48,-7 1-32,-9 9-312,-17 13-368,-20 5-1257,-21 7-12170</inkml:trace>
  <inkml:trace contextRef="#ctx0" brushRef="#br1" timeOffset="-355339.868">18666 1232 26934,'0'0'2280,"0"0"-1856,0 0-8,0 0 81,0 0-41,0 0-224,128-16-168,-81-14-64,2-7-344,20-23-593,-12 9-807,-14 3-3249</inkml:trace>
  <inkml:trace contextRef="#ctx0" brushRef="#br1" timeOffset="-355090.561">19023 911 23965,'0'0'3344,"-10"20"-1940,-121 311 866,115-279-2053,-4 8 100,2 2 0,3 0 0,3 1 0,2 9-317,10 22 299,1-92-299,0 0 0,0 0 0,0 0 0,0 0 0,1 0 0,-1-1 0,1 1 0,-1-1 0,1 1 0,0-1 0,-1 0 0,1 1 0,0-1 0,0 0 0,0 0 0,0 0 0,0 0 0,0-1 0,0 1 0,0-1 0,0 1 0,0-1 0,1 0 0,-1 1 0,0-1 0,0 0 0,0 0 0,0-1 0,1 1 0,-1 0 0,0-1 0,0 1 0,0-1 0,0 0 0,0 0 0,0 0 0,0 0 0,0 0 0,0 0 0,-1 0 0,1-1 0,0 1 0,-1-1 0,1 1 0,-1-1 0,1 0 0,-1 1 0,0-1 0,1-1 0,55-47-6,-2-1 0,-2-4 1,26-36 5,-71 82-4,76-92-1507,-5-5 1,30-56 1510,-46 55-2879</inkml:trace>
  <inkml:trace contextRef="#ctx0" brushRef="#br1" timeOffset="-354783.912">19626 234 28150,'0'0'2094,"0"0"-1407,0 0-434,0 0-48,24-4-29,145-23-50,48-28-1943,-207 47 978,-25 13 805,1 7 215,1 0 1,0 1-1,1 0 1,0 1-1,1 0 1,1 1-1,0 0 1,1 1-1,1 0 1,-3 8-182,2-8 83,-13 25 82,-96 180 250,-9-6 1,-39 37-416,-30 12-1200,272-373-2751,-29 47 252</inkml:trace>
  <inkml:trace contextRef="#ctx0" brushRef="#br1" timeOffset="-354234.678">19593 995 24277,'0'0'2626,"2"26"-1119,4 75-473,-4 0 1,-10 85-1035,-41 157 1229,49-345-1228,1 1 0,0 0 0,0 0 0,0 0-1,0 0 1,0 0 0,0 0 0,0 0 0,0 0 0,1 0 0,-1 1-1,0-1 1,0 0 0,1 1 0,-1-1 0,0 1 0,1 0 0,-1-1 0,1 1-1,-1 0 1,0 0 0,1 0 0,-1 0 0,1 0 0,-1 0 0,1 0-1,-1 0 1,0 0 0,1 1 0,-1-1 0,0 1 0,1-1 0,-1 1-1,0-1 1,1 1 0,-1 0 0,0 0 0,0 0 0,0-1 0,0 1 0,0 0-1,0 0 1,0 1 0,0-1 0,0 0 0,0 0 0,-1 0 0,1 1-1,0-1 1,-1 0 0,1 0 0,-1 1 0,1-1 0,-1 1 0,0-1-1,0 0 1,1 1 0,-1-1 0,0 1 0,0-1 0,0 1 0,-1-1-1,1 0 1,0 1 0,-1-1 0,1 1 0,0-1 0,-1 1-1,21-26-48,-2 0-1,0-1 1,-1-1 0,-2 0 0,11-26 48,0 2-61,252-458-1238,-273 497 1297,1 0 0,0 0 0,0 1 0,2 0 0,-1 0 0,1 1 0,0 0 0,1 0 0,0 1 0,1 0 0,-1 1 0,1 0-1,1 0 1,-1 1 0,1 0 0,0 1 0,1 1 0,8-3 2,-19 7 26,0 0-1,0 1 0,0-1 1,0 1-1,0-1 1,0 1-1,0-1 0,0 1 1,0-1-1,0 1 1,0 0-1,-1 0 1,1-1-1,0 1 0,0 0 1,-1 0-1,1 0 1,0 0-1,-1 0 0,1 0 1,-1 0-1,1 0 1,-1 0-1,0 0 1,1 0-1,-1 0 0,0 0 1,0 1-1,0-1 1,0 0-1,0 0 0,0 0 1,0 0-1,0 0 1,0 0-1,-1 0 1,1 1-1,0-1 0,-1 0 1,0 1-26,1 6 90,-44 255 1228,43-253-1308,-1 1 1,1-1 0,1 0-1,0 1 1,1-1 0,-1 0-1,2 0 1,0 1 0,0-1-1,1 0 1,0 0 0,0-1-1,1 1 1,1-1 0,0 0-1,0 0 1,1 0 0,0-1-1,0 1 1,3 1-11,9 5 0,0 0 0,2-1 0,0-1 0,0-1 0,1 0 0,1-2 0,10 3 0,95 55 0,-125-67 0,1 1 0,-1-1 0,0 1 0,1 0 0,-1 0 0,0 0 0,0 0 0,0 0 0,-1 0 0,1 1 0,-1-1 0,1 0 0,-1 1 0,0-1 0,1 1 0,-1 0 0,-1-1 0,1 1 0,0 0 0,-1 0 0,1 0 0,-1-1 0,0 1 0,0 0 0,0 0 0,0 0 0,-1 0 0,1-1 0,-1 1 0,1 0 0,-1 0 0,0-1 0,0 1 0,0 0 0,-1-1 0,1 1 0,-1-1 0,1 0 0,-1 1 0,0-1 0,0 0 0,0 0 0,-20 16-1,0-1-1,-2-1 1,0-1 0,0-2-1,-2 0 1,1-1 0,-23 5 1,27-8-8,-16 8-21,0-3 0,-1-1 1,0-1-1,-1-3 0,0-1 1,-12 0 28,50-7 2,0-1 1,-1 1 0,1-1 0,0 0 0,-1 0 0,1 1-1,0-1 1,-1 0 0,1 0 0,0 0 0,-1 0 0,1 0-1,0-1 1,-1 1 0,1 0 0,0-1 0,-1 1 0,1-1-1,0 1 1,-1-1 0,1 1 0,0-1 0,0 0 0,0 0-1,0 0 1,0 0 0,0 0 0,0 0 0,0 0 0,0 0-1,0 0 1,1 0 0,-1 0 0,0 0 0,1-1 0,-1 1-1,1 0 1,-1 0 0,1-1 0,-1 1 0,1 0 0,0-1-1,0 1 1,0-1 0,0 1 0,0 0 0,0-1 0,0 1-1,0 0 1,1-1 0,-1 1 0,0 0 0,1-1 0,-1 1-1,1 0 1,-1 0 0,1-1 0,0 1 0,0 0 0,-1 0-1,1 0 1,0 0 0,0 0 0,1-1-3,13-16 1,1-1 0,0 2 0,2 0 0,0 2 0,1-1 1,0 2-1,13-6-1,-25 14 0,193-121-504,5 9-1,115-45 505,-169 88-1821,-30 14-4367</inkml:trace>
  <inkml:trace contextRef="#ctx0" brushRef="#br1" timeOffset="-353851.247">23042 647 24733,'0'0'4825,"0"0"-4401,141-1-168,-76 1-15,0 0 103,-4 0-40,-2-4-184,13-3-120,-15 0-865,-13-2-3703</inkml:trace>
  <inkml:trace contextRef="#ctx0" brushRef="#br1" timeOffset="-353582.611">23462 888 29966,'-7'22'721,"-115"368"1120,-7-1-4899,125-380 2818,11 0 2403,103-39-1550,491-186-1155,-482 164-892</inkml:trace>
  <inkml:trace contextRef="#ctx0" brushRef="#br1" timeOffset="-353334.366">24573 564 30783,'0'0'816,"-104"138"-528,24-14 128,-10 24 48,-1 8-464,7-4 0,9-15 0,8-8 0,13-12 0,18-25 0,18-18 0,13-30-816,5-26-2145</inkml:trace>
  <inkml:trace contextRef="#ctx0" brushRef="#br1" timeOffset="-353017.782">25074 1411 29726,'0'0'1529,"0"0"-919,0-22-205,-2-73-89,1 79-298,-2 0 0,0-1 0,0 1 0,-2 0 0,0 1 0,0-1 1,-2 1-1,0 0 0,0 0 0,-10-12-18,16 24 0,0 1 0,1 0 0,-1-1 0,0 1 0,-1 0 0,1-1 0,0 1 0,-1 0 0,1 0 0,-1 0 0,0 0 0,0 1 0,1-1 0,-1 0 0,0 1 0,-1-1 0,1 1 0,0-1 0,0 1 0,0 0 0,-1 0 0,1 0 0,-1 1 0,1-1 0,-1 0 0,1 1 0,-1 0 0,1-1 0,-1 1 0,1 0 0,-1 0 0,0 1 0,1-1 0,-1 0 0,1 1 0,-1 0 0,1-1 0,0 1 0,-1 0 0,1 0 0,0 0 0,-1 1 0,1-1 0,0 1 0,0-1 0,-1 2 0,-12 18 0,2 0 0,0 1 0,1 1 0,2 0 0,0 0 0,1 1 0,2 0 0,0 1 0,2-1 0,-2 21 0,1 68 0,6-110 0,0 1 0,0 0 0,0 0 0,1 0 0,0-1 0,-1 1 0,2 0 0,-1-1 0,0 1 0,1-1 0,-1 1 0,1-1 0,0 1 0,0-1 0,0 0 0,1 0 0,-1 0 0,1-1 0,0 1 0,-1 0 0,1-1 0,0 0 0,1 0 0,-1 0 0,0 0 0,1 0 0,5 0 1,-1 0-1,0-1 1,1 0 0,-1 0 0,1-1-1,0 0 1,-1 0 0,1-1-1,-1-1 1,1 1 0,-1-1-1,0-1 1,0 1 0,0-1 0,0-1-1,0 0 1,-1 0 0,1 0-1,-1-1 1,5-4-1,122-122-174,-94 79-970,-11 7-1537</inkml:trace>
  <inkml:trace contextRef="#ctx0" brushRef="#br1" timeOffset="-352228.395">14956 2312 25613,'0'0'3728,"0"0"-2410,0 0-778,0 0-212,0 0-122,0 0-72,30 0 45,500 3 465,398 3-567,768-14-77,1932-39 0,-3187 47 0,3515 35 0,-3841-35-317,-47 0-1270</inkml:trace>
  <inkml:trace contextRef="#ctx0" brushRef="#br1" timeOffset="-337529.626">689 5614 28630,'0'0'2265,"0"0"-1977,0 0-208,0 0-48,0 0-8,0 0 120,59 9-24,-20-6-72,-1 4-48,-1 29-32,-10-3-392,-15 10-1593</inkml:trace>
  <inkml:trace contextRef="#ctx0" brushRef="#br1" timeOffset="-337255.775">540 7089 28734,'0'0'1448,"0"0"-1224,0 0-39,0 0 287,133-145-168,-40 34-200,21-37-104,-14 17-464,-20 23-1393</inkml:trace>
  <inkml:trace contextRef="#ctx0" brushRef="#br1" timeOffset="-336055.79">3479 5782 28030,'0'0'2032,"0"0"-1511,0 0-297,0 0 112,0 0-176,0 0-160,0 0-264,31 32-633,-19-20-2559</inkml:trace>
  <inkml:trace contextRef="#ctx0" brushRef="#br1" timeOffset="-335756.748">3426 6123 29214,'0'0'1801,"0"0"-1313,0 0-200,0 0 184,0 0-128,0 0-248,0 0-96,23 49-264,-1-45-456,-2-1-921,-9-1-4232</inkml:trace>
  <inkml:trace contextRef="#ctx0" brushRef="#br1" timeOffset="-337005.317">1539 5526 29942,'0'0'790,"0"0"-425,22-7-78,314-87 460,-303 85-737,1 1-1,0 2 1,0 1 0,1 2-1,-1 1 1,1 2 0,11 2-10,-42-1-1,-1 1 1,1 0-1,0 1 1,-1-1-1,0 1 0,1-1 1,-1 1-1,0 0 1,0 0-1,-1 0 0,1 1 1,-1-1-1,1 1 1,-1-1-1,0 1 1,-1 0-1,1-1 0,-1 1 1,1 0-1,-1 0 1,0 1-1,0-1 0,-1 0 1,1 0-1,-1 0 1,0 0-1,0 1 0,-1-1 1,1 0-1,-1 0 1,0 0-1,0 0 1,0 0-1,-1 0 0,1 0 1,-1 0-1,0 0 1,0-1-1,0 1 0,-1-1 1,1 1 0,-9 18-272,-2 0 0,0-1 0,-1-1 1,-1 0-1,-1-1 0,0 0 0,-2-2 0,0 0 0,-1 0 1,-1-2-1,0-1 0,-10 6 272,-11 0-3700</inkml:trace>
  <inkml:trace contextRef="#ctx0" brushRef="#br1" timeOffset="-336756.021">1777 5699 26806,'-7'15'1419,"-8"17"-977,1 1 0,2 0 1,2 1-1,0 1 0,3 0 1,-1 15-443,6-42 12,0-1 0,0 0 0,1 1 0,1-1 1,-1 0-1,1 1 0,0-1 0,1 1 0,0-1 1,0 1-1,0-1 0,1 0 0,0 0 1,1 0-1,-1 0 0,1 0 0,1 0 0,-1-1 1,1 1-1,0-1 0,1 0 0,0 0 0,-1-1 1,2 1-1,-1-1 0,1 0 0,0-1 0,0 1 1,0-1-1,0 0 0,1-1 0,0 1-12,181 9 9,-127-14-8,-16 0-1,-10 0 2,0 1 0,1 1-1,-1 2 1,0 2 0,13 4-2,-40-7 0,0 0 0,-1 0 1,1 1-1,-1 0 0,0 0 0,0 1 1,0 0-1,-1 0 0,1 0 1,-1 1-1,0 0 0,0 1 0,0-1 1,-1 1-1,0 0 0,0 0 0,-1 1 1,1-1-1,-1 1 0,-1 0 0,1 0 1,-1 0-1,-1 1 0,1-1 0,-1 1 1,0 3-1,1 7-2,-2-1 0,0 1 0,0-1-1,-2 1 1,0 0 0,-2-1 0,1 1 0,-2-1 0,0 0 0,-2 0 0,1-1 0,-2 1 0,0-1 0,-1-1 0,-1 1 0,0-1 0,-1-1 0,-1 0 0,0 0 0,-1-1 0,0 0 0,-1-1 0,0-1 0,-1 0 0,-1-1-1,1 0 1,-2-1 0,-14 7 2,-107 24-2498,74-29-772</inkml:trace>
  <inkml:trace contextRef="#ctx0" brushRef="#br1" timeOffset="-336576.576">1555 6870 25798,'0'0'1528,"0"0"-800,0 0-408,80-122 24,-13 64-80,31-22-152,34-17-72,25-16-40,4 0 0,-41 32-584,-38 22-7586</inkml:trace>
  <inkml:trace contextRef="#ctx0" brushRef="#br1" timeOffset="-363788.743">2472 1 28406,'0'0'1512,"0"0"-1010,0 0-277,0 0 153,0 0-41,0 8-116,1 1-193,1 3 60,-1-1 1,0 0-1,-1 1 0,-1-1 0,1 0 0,-2 0 0,1 1 1,-2-1-1,0 0 0,-2 5-88,-8 5 39,-1-1-1,-2 0 1,0-1 0,-1-1-1,0-1 1,-2 0-1,-3 1-38,-9 10 6,-1011 884-6,891-768-13,178-147-593,182-110 354,-134 74 260,2 2 0,2 4-1,1 3 1,1 4 0,2 4 0,48-6-8,-32 21-4,-98 7 5,1 0 0,-1 0 0,0 0 0,1 0 0,-1 0 0,0 0 0,1 0 1,-1 0-1,0 1 0,0-1 0,1 0 0,-1 1 0,0-1 0,0 1 0,0-1 0,1 1 0,-1 0 0,0 0 1,0-1-1,0 1 0,0 0 0,0 0 0,-1 0 0,1 0 0,0 0 0,0 0 0,0 0 0,-1 1 0,1-1 1,-1 0-1,1 0 0,-1 0 0,1 1 0,-1-1 0,0 0 0,0 1 0,1-1 0,-1 0 0,0 0 0,0 1 1,0-1-1,0 0 0,-1 1 0,1-1 0,0 0 0,-1 1 0,1-1 0,-1 1-1,-31 64 221,-61 48-110,-5-4-1,-5-5 0,-58 44-110,79-74 25,-3 4-17,-30 25 32,4 5 0,5 4 0,-35 56-40,141-169-2,1 0 0,-1 0 0,0 0 0,1 0 0,-1 0 0,1 1 0,-1-1 0,1 0 0,-1 0 0,0 0 0,1 1 0,-1-1 0,0 0 0,1 1 0,-1-1 0,0 0-1,1 1 1,-1-1 0,0 0 0,1 1 0,-1-1 0,0 0 0,0 1 0,0-1 0,1 1 0,-1-1 0,0 1 0,0-1 0,0 0 0,0 1 0,0-1 0,0 1 0,0-1 0,0 1 0,0-1 0,0 1 0,0-1-1,0 1 1,0-1 0,0 0 0,0 1 0,-1-1 0,1 1 0,0-1 0,0 1 0,0-1 0,-1 0 0,1 1 0,0-1 0,-1 0 0,1 1 0,0-1 0,-1 1 2,38-19-24,328-213-829,-253 159-1506,-5 1-2772</inkml:trace>
  <inkml:trace contextRef="#ctx0" brushRef="#br1" timeOffset="-363119.931">2226 1423 27774,'0'0'1699,"0"0"-1044,0 0-231,0 0 67,0 0-142,0 0-128,-9 16-30,-117 176 199,-393 428-297,361-439-85,17-10 91,203-208 46,251-168-154,321-155 9,-630 358-78,184-103-1202,-110 54-4191,-31 16-12732</inkml:trace>
  <inkml:trace contextRef="#ctx0" brushRef="#br1" timeOffset="-362876.146">2643 1679 28678,'0'0'1384,"0"0"-711,0 0-41,0 0-16,119 119-168,-81-79-192,1 3-176,-6-1-80,-5 0 0,-11-1 0,-9 5 0,-4-11-568,-4-8-992</inkml:trace>
  <inkml:trace contextRef="#ctx0" brushRef="#br1" timeOffset="-362615.396">2334 2421 30254,'0'103'1113,"-2"15"-625,0-10 48,-2-18-160,3-18-376,1-20 0,-2-17 0,2-1 0,-4-11 0,0-9 0,-4-14-240,-12-41-840,6-8-1177,-3-4-7689</inkml:trace>
  <inkml:trace contextRef="#ctx0" brushRef="#br1" timeOffset="-362366.517">1749 2697 28030,'0'0'1360,"-78"108"-808,39-45-31,3 4-73,18-10-336,18-18-112,18-14-841,16-24-2791</inkml:trace>
  <inkml:trace contextRef="#ctx0" brushRef="#br1" timeOffset="-362365.517">2629 2395 30206,'0'0'865,"0"0"-289,0 0-320,131 88-256,-93-67-16,-3-10-1657</inkml:trace>
  <inkml:trace contextRef="#ctx0" brushRef="#br1" timeOffset="-360582.892">6779 400 28774,'0'0'784,"0"0"-712,0 0-24,0 0-48,0 0 24,0 0 40,0 0-24,114-80-16,-65 80-24,20 6-104,-12 3-928,-10-2-17700</inkml:trace>
  <inkml:trace contextRef="#ctx0" brushRef="#br1" timeOffset="-360299.061">7476 370 28550,'0'0'936,"0"0"-424,0 0 321,0 0-265,0 0-328,0 0-184,-116 127-56,67-81-136,-33 27-400,9-13-1225,4-7-3752</inkml:trace>
  <inkml:trace contextRef="#ctx0" brushRef="#br1" timeOffset="-359590.659">6677 999 28070,'0'0'851,"1"17"-256,15 126 374,-2-55-660,-4 0-1,-5 1 0,-4 75-308,-1-135 17,11-35 36,140-179-292,-117 150 109,2 2 0,1 1-1,1 1 1,2 3 0,0 1-1,2 2 1,28-12 130,-65 34 16,-1 0 0,1 0 0,0 1 0,0-1 0,0 1 0,0 1 0,0-1-1,0 1 1,0-1 0,1 1 0,-1 1 0,1-1 0,-1 1 0,0 0 0,1 0 0,-1 1 0,1-1-1,-1 1 1,0 1 0,0-1 0,0 1 0,1-1 0,-1 2 0,-1-1 0,1 0 0,0 1 0,0 0 0,-1 0-16,-2 11 8,-2 0 1,1 0 0,-2 0-1,0 0 1,-1 0 0,0 0-1,-1 0 1,0 0 0,-2-1-1,1 0 1,-1 0 0,-1 0-1,-1 0 1,0-1 0,0 0 0,-1-1-1,0 1 1,-1-2 0,-1 1-1,1-1 1,-4 2-9,11-10-4,-82 93-709,-4-3 0,-4-5 0,-4-3-1,-3-5 1,-37 19 713,61-45-16,-2-3 0,-2-4 0,-66 27 16,144-73 15,1 0 0,-1 0-1,0 0 1,1 0 0,-1 0-1,1 1 1,-1-1 0,0 0-1,1 0 1,-1 0 0,1 1-1,-1-1 1,1 0 0,-1 0-1,0 1 1,1-1 0,-1 1-1,1-1 1,0 0 0,-1 1-1,1-1 1,-1 1 0,1-1-1,0 1 1,-1-1 0,1 1-1,0-1 1,-1 1 0,1 0-1,0-1 1,0 1 0,0-1-1,0 1 1,-1 0 0,1-1-1,0 1 1,0-1 0,0 1-1,0 0 1,0-1 0,1 1-1,-1-1 1,0 1 0,0 0-1,0-1 1,0 1 0,1-1-1,-1 1 1,0-1 0,1 1-1,-1 0 1,0-1 0,1 1-1,-1-1 1,0 0 0,1 1-1,-1-1 1,1 1 0,0-1-15,13 23 575,-1 0 0,-1 1 0,-1 0 0,-1 1 0,-1 0 0,3 16-575,-3-13 276,-8-22-254,-1-1-1,1 0 1,1 0 0,-1 1-1,1-1 1,0 0 0,0-1-1,1 1 1,-1 0 0,1-1-1,0 1 1,0-1 0,0 0-1,1 0 1,0 0 0,0 0 0,0-1-1,0 1 1,0-1 0,0 0-1,1-1 1,0 1 0,0-1-1,-1 1 1,1-2 0,0 1-1,1 0 1,-1-1 0,0 0 0,0 0-1,1-1 1,-1 1 0,0-1-1,5-1-21,3-3-10,0-1 0,0 0 0,-1-1 0,0 0 0,0-1 0,0-1-1,-1 0 1,-1 0 0,1-1 0,-1 0 0,-1-1 0,1 0 0,-1-1 10,20-18-77,-17 18 45,173-140-421,-174 144 445,1 0 1,0 1-1,0 1 1,0 0-1,1 1 1,-1 0-1,1 0 1,0 2-1,0-1 1,0 2-1,1 0 0,-1 0 1,0 1-1,0 1 1,1 0-1,-1 1 1,0 1 7,5 3 69,0 2-1,0 0 1,0 1 0,-1 1 0,-1 1 0,0 0 0,0 1-1,-1 1 1,0 0 0,12 15-69,92 70 232,-116-96-232,0 0 0,0 0 0,0-1 0,0 1 0,0-1 0,0 0 0,0 0 0,0 0 0,0 0 0,1-1 0,-1 1 0,0-1 0,1 0 0,-1 0 0,0 0 0,1 0 0,-1 0 0,0-1 0,0 0 0,1 1 0,-1-1 0,0 0 0,0-1 0,0 1 0,0-1 0,0 1 0,0-1 0,-1 0 0,1 0 0,2-2 0,57-86 0,-45 59 0,-8 15-1,-2 2-1,0 0 1,1 0 0,1 1-1,0 0 1,1 1 0,0 0-1,1 1 1,0 0 0,1 0-1,0 1 1,9-5 1,85 1-31,-6-65-1482,-49 31-672</inkml:trace>
  <inkml:trace contextRef="#ctx0" brushRef="#br1" timeOffset="-359019.677">8730 674 30342,'0'0'958,"0"0"-470,0 0-28,-20 15-29,-138 106-343,64-52-90,4 3 0,2 5 1,-14 22 1,100-96-38,0-2-3,1 0 0,-1 0 1,0 0-1,1 0 0,0 0 0,-1 0 1,1 1-1,0-1 0,0 0 1,-1 1-1,1-1 0,0 1 1,1 0-1,-1-1 0,0 1 1,0 0-1,1-1 0,-1 1 0,1 0 1,-1 0-1,1-1 0,0 1 1,0 0-1,0 0 0,0 0 1,0 0-1,0-1 0,0 1 0,0 0 1,1 0 40,7 5 0,-1 1 0,0-1 0,0 1 1,0 1-1,-1-1 0,0 1 0,-1 0 0,0 1 1,-1-1-1,1 1 0,-2 0 0,0 0 0,0 0 1,0 0-1,-1 1 0,-1-1 0,0 1 0,0-1 1,-1 1-1,-2 10 0,7 97 154,-5-1 0,-6 1 1,-5-1-1,-11 40-154,11-46-22,23-111-483,23-79-409,77-380 189,-103 423 687,2 0 0,2 1 0,1 0-1,2 1 1,1 0 0,2 2 0,1 0 0,1 1-1,2 1 1,1 1 0,1 1 0,1 2-1,2 0 1,1 2 0,11-7 38,61-21 478,2 5 0,2 4 0,1 5 0,2 4 1,2 5-1,90-10-478,-71 11 513,-34 16-836,-101 33-2715,-16-1-1235</inkml:trace>
  <inkml:trace contextRef="#ctx0" brushRef="#br1" timeOffset="-358767.267">8617 1630 29878,'0'0'977,"0"0"-665,113 19-152,9-29 248,41-31 96,16-14-184,-12-3-176,-26 1-88,-43 13-48,-25 7-8,-26 5 0,-6-14-392,-9 6-784,-11-3-1433</inkml:trace>
  <inkml:trace contextRef="#ctx0" brushRef="#br1" timeOffset="-358516.246">9296 296 28710,'1'20'1535,"19"111"-932,5 0 1,6-2-1,45 119-603,-47-153 267,13 41-110,160 522 131,109 653-288,-303-1261 0,-6-138-1734,-5 11-1429</inkml:trace>
  <inkml:trace contextRef="#ctx0" brushRef="#br1" timeOffset="-358305.534">9969 1587 29486,'0'0'1609,"0"0"-817,-29 119-248,-3-59-208,-7 3-336,-10 3 0,-6 1 0,-6-2 0,-4-5 0,1-14 0,5-19 0,10-25-80,3-52-936,15-19-569,9-16-2984</inkml:trace>
  <inkml:trace contextRef="#ctx0" brushRef="#br1" timeOffset="-358120.749">9914 200 176,'0'0'29950,"0"0"-29309,112 78-409,-59-21-144,10 24-48,21 34-40,-11-16-512,-6-13-2217</inkml:trace>
  <inkml:trace contextRef="#ctx0" brushRef="#br1" timeOffset="-361849.247">4046 732 28862,'0'0'863,"0"0"-371,3 20-20,0-5-362,0 0-19,0 1-1,-2-1 1,1 0 0,-2 0-1,0 1 1,-1-1-1,-1 0 1,0 1 0,-2 6-91,-15 27 106,-2 0 1,-2-2-1,-3 0 0,-1-2 1,-2-1-1,-20 22-106,47-64 2,-73 94 110,-5-3 0,-90 81-112,131-131-27,57-41-337,234-82 68,-249 80 295,1 0 0,-1 0 1,0 0-1,1 0 0,-1 0 0,0 1 0,0-1 0,1 1 1,-1 0-1,0 0 0,0 0 0,0 1 0,0-1 0,0 1 0,0-1 1,0 1-1,-1 0 0,1 0 0,0 0 0,-1 1 0,0-1 0,0 0 1,1 1-1,-1 0 0,-1 0 0,1-1 0,0 1 0,-1 0 1,1 0-1,-1 0 0,0 0 0,0 1 0,0-1 0,-1 0 0,1 3 1,2 130 6,-3-128-5,-17 114 119,-5-1-1,-5-1 1,-29 75-120,-8 36 155,22-56 38,50-159 61,16-50-208,-20 29-55,48-85 9,-4-2 0,26-72 0,-44 96 0,192-484-2015,-174 414-539</inkml:trace>
  <inkml:trace contextRef="#ctx0" brushRef="#br1" timeOffset="-361284.045">4924 252 27654,'0'0'1630,"0"16"-616,-22 168 671,-3-128-1637,-2-1 1,-2-1-1,-2-1 0,-3-2 1,-2-2-1,-2 0 1,-24 20-49,-4 11 13,64-77-17,1-3-3,0 0 0,0 0 1,0 1-1,1-1 0,-1 0 0,0 1 0,0-1 1,1 1-1,-1-1 0,0 1 0,0-1 0,1 1 1,-1 0-1,1-1 0,-1 1 0,1 0 0,-1 0 1,1-1-1,-1 1 0,1 0 0,0 0 0,-1-1 1,1 1-1,0 0 0,0 0 0,-1 0 0,1 0 1,0 0-1,0 0 0,0-1 0,0 1 0,0 0 1,0 0-1,1 0 0,-1 0 0,0 0 0,0-1 1,0 1-1,1 0 0,-1 0 0,1 0 0,-1-1 1,0 1-1,1 0 0,-1 0 0,1-1 0,0 1 0,-1 0 1,1-1-1,0 1 7,247-58-411,-246 59 410,0-1 0,0 1 0,-1-1 0,1 1-1,-1 0 1,1 0 0,-1 0 0,1 0 0,-1 0 0,0 0 0,0 0-1,0 0 1,0 0 0,0 0 0,0 1 0,-1-1 0,1 0 0,-1 1-1,0-1 1,1 0 0,-1 1 0,0-1 0,-1 0 0,1 1 0,0-1-1,-1 0 1,1 1 0,-1-1 0,1 0 0,-1 1 0,0-1 0,0 0-1,0 0 1,-1 0 0,0 2 1,-101 166 49,-267 343 222,327-428 65,44-84-333,0 0 0,0 0 0,0 0 0,1 0 0,-1-1 0,0 1-1,1-1 1,-1 1 0,1-1 0,-1 1 0,1-1 0,-1 0 0,0 1 0,1-1 0,-1 0-1,1 0 1,-1 0 0,1 0 0,-1 0 0,1-1 0,-1 1 0,1 0 0,-1-1 0,1 1-1,-1-1 1,0 1 0,1-1 0,-1 0 0,0 0 0,1 1 0,-1-1 0,0 0 0,0 0-1,0 0 1,0 0 0,1-2-3,273-199 99,-140 108-293,4 5 0,58-23 194,-181 102-23,0 2 0,1 0 0,0 2 1,0-1-1,1 2 0,0 0 0,0 1 1,0 1-1,0 1 0,0 1 0,18 0 23,-33 3 7,0 0 1,0 1-1,-1-1 0,1 0 1,-1 1-1,0 0 0,0 0 1,0-1-1,0 1 0,0 1 1,0-1-1,-1 0 0,1 0 1,-1 1-1,0-1 0,0 0 1,0 1-1,-1-1 0,1 1 1,-1-1-1,0 1 0,0-1 1,0 1-1,0-1 0,-1 1 1,0-1-1,1 1 0,-1-1 1,0 1-1,-1 0-7,1 8 44,-55 194 80,41-164-281,-2 6-895,-2-10-1785</inkml:trace>
  <inkml:trace contextRef="#ctx0" brushRef="#br1" timeOffset="-360866.142">4741 1833 22797,'-7'24'6320,"-97"332"-3602,41-65-2178,68-276-617,11-42-57,-10 15 122,37-67-218,164-259-915,-201 328 1157,1 1-1,0-1 1,1 1 0,0 0-1,0 1 1,1-1-1,0 2 1,1-1 0,0 2-1,0-1 1,0 1-1,1 1 1,-1 0-1,1 0 1,1 1 0,7-2-12,-16 7 14,1 0 0,-1 0 1,1 0-1,-1 0 0,1 1 0,-1-1 1,0 1-1,0 0 0,0 0 1,0 0-1,0 0 0,0 1 1,-1-1-1,1 1 0,-1-1 1,1 1-1,-1 0 0,0 0 1,0 0-1,-1 0 0,1 1 0,0-1 1,-1 0-1,0 1 0,0-1 1,0 1-1,0-1 0,-1 1 1,1 0-1,-1-1 0,0 1 1,0-1-1,-1 4-14,3-2 18,16 126 315,-16-96-224,2 0 0,2 0 0,1-1 0,2 0 0,12 32-109,-20-62 10,0-1-1,-1 0 1,1 1 0,1-1-1,-1 0 1,0 0 0,1 0-1,0 0 1,-1 0 0,1 0 0,0-1-1,1 1 1,-1-1 0,0 1-1,1-1 1,-1 0 0,1 0-1,0 0 1,0 0 0,0 0-1,0 0 1,0-1 0,0 0-1,0 0 1,0 0 0,1 0 0,-1 0-1,0 0 1,1-1 0,-1 0-1,0 1 1,1-1 0,-1-1-1,1 1 1,-1 0 0,0-1-1,1 0 1,-1 1 0,0-1 0,0-1-1,0 1 1,1 0 0,-1-1-1,-1 0 1,3 0-10,118-140 0,271-376-2767,-323 425-3100</inkml:trace>
  <inkml:trace contextRef="#ctx0" brushRef="#br1" timeOffset="-316408.106">2472 3169 28598,'0'0'882,"0"0"-537,0 0-242,22 0-2,243-17 631,-28-13-535,157-20 84,198 8-281,330 60 16,600 21 125,416 28-101,-1810-57-1260,-35-4-2782</inkml:trace>
  <inkml:trace contextRef="#ctx0" brushRef="#br1" timeOffset="-329935.694">6296 4983 27094,'0'0'2624,"0"0"-2280,0 0-240,0 0-80,0 0-8,0 0-16,84 46-608,-76-32-6121</inkml:trace>
  <inkml:trace contextRef="#ctx0" brushRef="#br1" timeOffset="-329622.48">5823 5723 24725,'0'0'5137,"0"0"-4304,0 0-497,0 0-40,0 0-136,0 0 88,0 0 96,220-21-144,-61-39-128,-26 12 32,-35 18 80,-39 16-120,-10 4-64,4-1-80,16-1-536,-8 1-960,-18 2-5730</inkml:trace>
  <inkml:trace contextRef="#ctx0" brushRef="#br1" timeOffset="-329373.955">6043 6017 28918,'0'0'1056,"0"0"-567,0 0 39,0 0-16,0 0-104,0 0-120,0 0-128,135-62-96,-84 37-64,-2 4 0,0 3-264,-1 11-480,-11 5-1017,-12 2-4400</inkml:trace>
  <inkml:trace contextRef="#ctx0" brushRef="#br1" timeOffset="-328957.914">6339 5635 28702,'0'0'1528,"0"0"-1103,0 0-169,-39 103 160,29-56-128,2 6-152,0 4-80,6 1-40,-1 2-8,1-2-8,0 18-168,0-14-872,0-12-3153</inkml:trace>
  <inkml:trace contextRef="#ctx0" brushRef="#br1" timeOffset="-328758.576">6066 6598 30038,'0'0'1265,"0"0"-841,114-92 8,-25 14-16,34-29-224,40-24-192,16-10 0,-6 8-296,-48 39-888,-40 27-1753</inkml:trace>
  <inkml:trace contextRef="#ctx0" brushRef="#br1" timeOffset="-328552.361">7254 5137 30695,'0'0'856,"0"0"-656,0 0-64,0 0 160,128-32-112,-67 13-144,3-3-40,3-4-104,19-16-656,-17 4-1225,-16 1-17331</inkml:trace>
  <inkml:trace contextRef="#ctx0" brushRef="#br1" timeOffset="-328355.808">7804 4879 28406,'0'0'1880,"0"0"-1047,-116 148-273,49-56 8,-15 27-312,-16 25-176,-12 10-56,6-5-24,17-35-48,30-34-152,18-27-192,14-18-48,17-19-104,6-7-337,2-9-1471</inkml:trace>
  <inkml:trace contextRef="#ctx0" brushRef="#br1" timeOffset="-327790.356">7431 5564 25822,'0'0'2884,"-4"26"-1478,-48 231-23,29-176-1094,-1 1-123,4 0-1,3 2 0,3 0 1,4 11-166,10-19-282,22-79-130,38-106 149,-20 17 225,4 2 0,4 3-1,4 1 1,3 3 0,4 3-1,4 2 1,2 3 0,47-39 38,-79 85 3,-18 13 24,1 1 0,0 1 0,2 1 0,-1 1 0,2 0 1,-1 1-1,2 1 0,1 0-27,-19 11 12,-1 0 1,1 0-1,-1 0 1,1 0 0,-1 0-1,1 0 1,-1 0-1,1 1 1,-1-1 0,0 0-1,0 1 1,0-1-1,0 1 1,0-1-1,0 1 1,0 0 0,0-1-1,-1 1 1,1 0-1,-1 0 1,1 0 0,-1-1-1,0 1 1,0 0-1,1 0 1,-1 0-1,-1 0 1,1-1 0,0 1-1,0 0 1,-1 0-1,1 0 1,-1-1 0,1 1-1,-1 0 1,0 0-1,0-1 1,1 1-1,-1-1 1,-1 2-13,2-3 1,-105 273 691,100-262-686,1 1 0,0 0-1,1 0 1,0 0 0,1 0 0,0 0 0,1 0 0,0 1 0,1-1-1,0 0 1,1 1 0,1-1 0,0 0 0,0 0 0,1 0-1,1 0 1,0 0 0,0-1 0,2 1 0,-1-1 0,6 8-6,120 82 30,-129-98-30,0-1 1,0 1-1,0 0 0,0 0 0,0 0 0,-1 0 0,1 0 0,-1 0 0,0 0 0,0 1 1,0-1-1,0 0 0,-1 1 0,1-1 0,-1 1 0,0-1 0,0 1 0,0-1 0,0 0 1,-1 1-1,1-1 0,-1 0 0,0 1 0,0-1 0,0 0 0,-1 0 0,1 1 0,-1-1 1,1 0-1,-1-1 0,0 1 0,0 0 0,-2 1 0,-78 83-40,66-73 34,0 1-1,-1-2 1,-1 0 0,0-1-1,-1-1 1,0-1-1,-1-1 1,0 0-1,0-1 1,-1-2-1,0 0 1,-18 3 6,36-9-1,1 1-1,-1-1 1,0 0-1,1 0 1,-1 0 0,1 0-1,-1 0 1,0-1-1,1 1 1,-1-1-1,1 1 1,-1-1 0,1 0-1,-1 0 1,1 0-1,0-1 1,-1 1 0,1-1-1,0 1 1,0-1-1,0 1 1,0-1 0,0 0-1,0 0 1,1 0-1,-1 0 1,1-1 0,-1 1-1,1 0 1,0 0-1,0-1 1,0 1 0,0-1-1,0 1 1,1-1-1,-1 1 1,1-1-1,-1 0 1,1 1 0,0-1-1,0-1 2,28-110-227,1 66 183,2 2 0,2 2 0,2 0 0,2 3 0,32-28 44,139-101-778,-160 139-780</inkml:trace>
  <inkml:trace contextRef="#ctx0" brushRef="#br1" timeOffset="-327425.618">5183 7250 29342,'0'0'952,"0"0"-377,20-17-277,-3 3-216,2 0 0,0 1 0,0 1 0,1 1 0,0 1 0,1 1 0,0 0 0,1 2 0,0 0 0,19-3-82,420-63 778,83 12-778,-273 33 2,357-36-2,150 23 0,-11 40-57,-671-1-630,-35-7-1658</inkml:trace>
  <inkml:trace contextRef="#ctx0" brushRef="#br1" timeOffset="-326906.574">5717 4697 6609,'0'0'9170,"0"0"903,-4 15-7212,-36 347-575,-131 1061-573,162-1168-1922,9-254 194,0 0 0,0-1 0,1 1 0,-1 0 1,0 0-1,0-1 0,1 1 0,-1 0 0,0-1 0,1 1 0,-1-1 1,0 1-1,1 0 0,-1-1 0,1 1 0,-1-1 0,1 1 0,-1-1 1,1 0-1,0 1 0,-1-1 0,1 1 0,-1-1 0,1 0 0,0 1 1,-1-1-1,1 0 0,0 0 0,0 0 0,-1 0 0,1 1 0,0-1 0,-1 0 1,1 0-1,0 0 0,0-1 0,-1 1 0,1 0 0,0 0 0,-1 0 1,1 0-1,0-1 0,-1 1 0,1 0 0,0-1 0,-1 1 0,1 0 1,-1-1-1,1 1 0,0-1 0,-1 1 0,1-1 0,-1 1 0,1-1 0,-1 1 1,0-1-1,1 1 0,-1-1 0,0 0 0,1 1 0,-1-1 15,43-37-995,-4-9-696</inkml:trace>
  <inkml:trace contextRef="#ctx0" brushRef="#br1" timeOffset="-326524.805">6759 4301 6737,'142'-22'15667,"0"7"-9134,17 6-4633,212 25-4343,-239 3 4379,738 147-715,-697-130-1117,-171-34-94,-1 0 0,0 1 1,1-1-1,-1 0 0,0 0 1,0 1-1,0-1 0,0 1 0,-1-1 1,1 1-1,-1-1 0,1 1 1,-1-1-1,0 1 0,0-1 1,0 1-1,0 0 0,-1-1 0,1 1 1,-1-1-1,0 1 0,1-1 1,-1 1-1,0-1 0,0 0 1,0 1-1,-1-1 0,0 1-10,2-2 8,-22 81 127,4 2 0,4 0 0,3 0 0,4 2-1,4-1 1,5 57-135,11 163 6,40 215-6,-35-367 1,30 411-1860,-48-521-2859</inkml:trace>
  <inkml:trace contextRef="#ctx0" brushRef="#br1" timeOffset="-325958.417">8355 7358 22189,'0'0'4473,"0"0"-2642,0 0-836,0 0-56,0 0-175,0 0-103,-11-5-139,-69-47-129,-56-94-393,-141-116 0,240 232-485,2-1 0,1-2-1,2-1 1,1-2 0,2-1 0,-3-8 485,3-9-4867</inkml:trace>
  <inkml:trace contextRef="#ctx0" brushRef="#br1" timeOffset="-325708.604">7645 6534 27886,'0'0'3081,"0"0"-2561,0 0-304,0 0-96,-61 94 280,53-48-144,6 9-152,2 5-72,0 0-24,4 0-8,22 9-232,-1-16-512,-5-18-1289</inkml:trace>
  <inkml:trace contextRef="#ctx0" brushRef="#br1" timeOffset="-325441.253">7827 6511 29974,'0'0'769,"0"0"-561,0 0-144,187 128-24,-105-70-40,-5-7-1121</inkml:trace>
  <inkml:trace contextRef="#ctx0" brushRef="#br1" timeOffset="-323810.016">11224 4672 26462,'0'0'832,"0"0"216,-104 0-416,43 0-72,-28 9-216,-40 14-40,-48 21-80,-23 16-63,-6 13-1,6 6-64,21 2-48,10 4-48,14 4-120,47-22-433,24-14-1343</inkml:trace>
  <inkml:trace contextRef="#ctx0" brushRef="#br1" timeOffset="-323492.427">9510 4960 28934,'0'0'543,"-11"19"-303,-68 132 243,73-138-393,-9 17 5,1 0 0,1 1 0,2 0 0,1 1 0,2 0-1,1 1 1,1-1 0,1 7-95,6-37 4,0-1 0,0 1 0,0-1 0,0 0 0,0 1 1,0-1-1,1 0 0,-1 0 0,0 0 0,1 0 0,-1 0 0,1 0 0,-1 0 0,1 0 0,-1-1 0,1 1 0,0-1 0,-1 1 0,1-1 0,0 1 0,-1-1 0,1 0 0,0 0 0,0 0 0,-1 0 0,1 0 0,0 0 0,-1 0 0,1-1 0,0 1 0,0-1 0,-1 1 0,1-1 0,-1 0 0,1 1 0,-1-1 1,1 0-1,-1 0 0,1 0 0,-1 0 0,0 0 0,1-1-4,282-151 121,-68 49-564,-148 75-792</inkml:trace>
  <inkml:trace contextRef="#ctx0" brushRef="#br1" timeOffset="-317402.725">5921 6907 29646,'0'0'1025,"0"0"-636,0 0-221,0 0 123,0 0 13,14 1-93,804-7 522,-535 5-733,875 25 0,-1055-5-1555,-88-13-2699</inkml:trace>
  <inkml:trace contextRef="#ctx0" brushRef="#br1" timeOffset="-303931.844">10203 3195 27182,'0'0'1073,"0"0"-553,0 0-305,0 0-9,19 4 42,135 44 434,-101-16-487,-2 2-1,-2 2 0,-1 2 0,-1 3 1,-3 1-1,29 36-194,-31-22 48,-1 1 0,-4 3-1,-2 1 1,-3 2 0,-2 1-1,-3 1 1,-3 1 0,-4 1 0,-2 1-1,-1 7-47,41 199 244,-11 2 0,-3 99-244,34 221 173,111 327 164,59 62-337,-224-896 0,22 95 0,9-2 0,7-2 0,60 114 0,-90-225 0,3-1 0,3-1 0,2-3 0,4-1 0,2-2 0,3-2 0,2-2 0,50 41 0,-20-38 0,3-3 0,3-4 0,2-4 0,2-4 0,2-3 0,56 14 0,516 136-5,-640-187-2184,-23-5-1930</inkml:trace>
  <inkml:trace contextRef="#ctx0" brushRef="#br1" timeOffset="-303396.345">13517 9197 29366,'0'0'1183,"0"0"-527,0 0-292,0 0-62,0 0-11,0 0-41,17 15-86,128 93 15,-89-79-171,-14-9-8,-1 1 1,-2 2 0,0 2-1,-1 2 1,-2 1-1,0 2 1,29 33-1,-61-59 0,0 0 0,0 1 0,0 0 0,-1 0 0,0 0 0,0 0 0,-1 0 0,1 0 0,-1 1 0,0 0 0,0-1 0,-1 1 0,0 0 0,0 0 0,0-1 0,-1 1 0,0 0 0,0 0 0,0 0 0,-1 0 0,0 0 0,0-1 0,0 1 0,-1 0 0,0-1 0,0 1 0,0-1 0,-1 1 0,1-1 0,-2 0 0,1 0 0,0 0 0,-1-1 0,0 1 0,-3 2 0,-34 27 0,-2-2 0,-1-2 0,-1-1 0,-2-3 0,0-2 0,-4-1 0,13-4 0,-10 5-13,-18 10-21,0-3 1,-2-2-1,-2-4 0,-17 2 34,36-18-1094,30-9-1561</inkml:trace>
  <inkml:trace contextRef="#ctx0" brushRef="#br1" timeOffset="-302306.331">15592 5367 7250,'0'0'18173,"0"0"-13948,-18-5-3756,-62-13-197,74 18-251,0 0 0,-1 0 0,1 0 0,0 0 0,0 1 0,0 0 0,0 1-1,0-1 1,0 1 0,0 0 0,1 1 0,-1-1 0,1 1 0,-1 0 0,1 1 0,0-1 0,0 1-1,0 0 1,1 0 0,-1 1-21,-11 8 46,-81 71 113,3 4 0,4 4-1,5 4 1,-21 35-159,68-86 70,1 1 1,2 2-1,2 1 0,3 1 1,2 2-1,2 1 0,2 1 1,3 1-1,2 1 0,3 1 1,-2 18-71,14-48 17,2 0 0,1 1 0,0-1 0,2 0 0,2 0 0,0 1 0,2-1 0,0-1 0,2 1 0,1-1 0,2-1 0,0 1 0,1-1 1,2-1-1,3 5-17,1-5 6,-1 1 1,-1 0 0,-1 2-1,-2-1 1,-1 2 0,-1 0-1,-1 0 1,-1 0 0,-2 1-1,-1 0 1,-1 1 0,-1 3-7,-9 26 2,-3 1 0,-2-1 0,-3-1 1,-3 0-1,-1-1 0,-4-1 1,-2-1-1,-2-1 0,-2-1 0,-36 48-2,42-61-1,-259 450-51,273-475 50,1-5-2,2 0 1,-1 0 0,1 1 0,1 0-1,0 0 1,0 0 0,1 0 0,1 0 0,0 1-1,-1 10 4,5-18-11,0 0-1,0 1 1,0-1-1,0 0 1,1 0-1,0 0 1,0-1-1,0 1 1,0-1-1,0 0 1,1 0-1,-1 0 1,1 0-1,0 0 1,0-1-1,0 0 0,0 1 1,1-2-1,-1 1 1,0 0-1,1-1 1,-1 0-1,1 0 1,0 0-1,-1-1 1,1 1-1,0-1 1,-1 0-1,1-1 1,0 1-1,-1-1 1,1 0-1,0 0 12,275 4-152,-273-2 154,0 0 0,0 0-1,0 1 1,0 0 0,0 0-1,0 1 1,-1 0 0,0 0-1,1 1 1,-1-1 0,0 1-1,-1 1 1,1-1 0,-1 1-1,0 0 1,0 0 0,0 1-1,-1-1 1,1 1 0,-1 0-1,-1 0 1,1 0 0,-1 1-1,0-1 1,-1 1 0,0 0-1,2 4-1,18 204 79,-22-184-68,10 1439 572,7-844-534,-49 423-49,-116 335 0,139-1180-13,13-300-1337,-4 23-968</inkml:trace>
  <inkml:trace contextRef="#ctx0" brushRef="#br1" timeOffset="-299288.727">15984 6674 25293,'0'0'4113,"0"0"-3649,0 0 89,0 0-89,146-16 0,-78-2 0,11-6-112,7-5-112,5-2-136,-7-1-80,-5 4-24,-13 3-96,-1-5-536,-18 7-809,-13 2-2375</inkml:trace>
  <inkml:trace contextRef="#ctx0" brushRef="#br1" timeOffset="-299013.502">16607 6080 28302,'-4'18'1039,"-48"321"296,15 3 0,12 74-1335,17-221 60,8-194-55,1-1 0,-1 1 0,0-1 0,0 1 1,1-1-1,-1 1 0,0-1 0,1 1 0,-1-1 0,1 1 1,-1-1-1,1 0 0,-1 1 0,1-1 0,-1 0 0,1 1 0,-1-1 1,1 0-1,-1 1 0,1-1 0,-1 0 0,1 0 0,0 0 1,-1 0-1,1 0 0,-1 0 0,1 0 0,0 0 0,-1 0 0,1 0 1,-1 0-1,1 0 0,0 0 0,-1 0 0,1 0 0,-1-1 0,1 1 1,-1 0-1,1 0 0,-1-1 0,1 1 0,-1 0 0,1-1 1,-1 1-1,1 0 0,-1-1 0,1 1 0,-1-1 0,0 1 0,1-1 1,-1 1-1,0-1 0,1 1 0,-1-1 0,0 1 0,0-1 1,1 0-1,-1 1 0,0-1 0,0 1 0,0-1 0,0 0 0,0 1 1,0-1-1,0 1 0,0-1-5,187-249-983,-116 157-3315,-6 3-10741</inkml:trace>
  <inkml:trace contextRef="#ctx0" brushRef="#br1" timeOffset="-298762.259">17533 6188 29478,'0'0'875,"0"0"-225,0 0-6,23 7-108,132 46 15,-111-37-526,68 37-16,-108-51-9,-1 1 0,-1-1 0,1 1 0,0 0 0,0 0 0,-1 0 0,0 0 0,1 0 0,-1 0 0,-1 0 0,1 1 0,0-1 0,-1 1 0,0 0 0,1-1 0,-1 1 0,-1 0 0,1 0 0,-1-1-1,1 1 1,-1 0 0,0 0 0,0 0 0,-1 0 0,1 0 0,-1-1 0,0 1 0,0 0 0,-1 2 0,-5 9-16,-1-1 0,0 0-1,-1 0 1,-1-1 0,0 0 0,-1 0-1,0-1 1,-1-1 0,-10 8 16,10-8-57,-11 12-663,-1 0 0,-2-2 0,0-1 0,-1-1 0,0-2-1,-27 13 721,22-20-5094</inkml:trace>
  <inkml:trace contextRef="#ctx0" brushRef="#br1" timeOffset="-298596.03">17522 6132 24429,'0'0'4977,"0"0"-4385,0 0-320,-24 116-144,24-73 1,0-1-97,4 2-32,4 14-465,-2-10-983,-6-9-4913</inkml:trace>
  <inkml:trace contextRef="#ctx0" brushRef="#br1" timeOffset="-298132.043">16939 6439 24669,'0'0'2936,"0"0"-1572,0 0-667,0 0-197,0 0 99,21-6-53,337-128 377,-255 89-746,1 5 1,2 5 0,91-17-178,-123 46-1610,-68 4-429</inkml:trace>
  <inkml:trace contextRef="#ctx0" brushRef="#br1" timeOffset="-297815.714">17665 5603 17004,'0'0'12018,"0"0"-11034,0 0-375,-39 126-169,25-49 56,2 38-48,-4 39-112,1 17-64,-3-1-112,0-9-160,3-43 0,3-33 0,2-28 0,6-31 0,4-7 0,0-3-368,0-9-1336</inkml:trace>
  <inkml:trace contextRef="#ctx0" brushRef="#br1" timeOffset="-297449.098">17190 5902 29294,'0'0'1289,"-4"24"-709,-23 232 285,22-144-772,4 0-1,5 0 0,5 0 1,5-1-1,5 0 0,5-2 1,4 0-1,23 50-92,-48-148 0,0-1 0,1 1 0,1-1 0,0 0 0,0 0 0,1-1 0,0 0 0,1 0 0,0 0 0,0-1 0,1 0 0,0 0 0,0 0 0,1-1 0,0-1 0,0 0 0,0 0 0,1-1 0,0 0 0,0 0 0,1-1 0,-1-1 0,1 1 0,0-2 0,10 2 0,1-4 1,0-1-1,0-1 1,0 0-1,-1-2 1,1-1-1,-1 0 1,0-2-1,0 0 1,-1-2-1,0 0 1,-1-1 0,16-11-1,207-157-73,-230 169 60,90-79-1102,-12 5-2964</inkml:trace>
  <inkml:trace contextRef="#ctx0" brushRef="#br1" timeOffset="-297181.582">18446 6398 28446,'0'0'3657,"0"0"-3353,0 0-168,136-21-56,-70 3 64,7-3-144,6-2 0,1 0 0,16-14-328,-21 5-952,-22 4-2993</inkml:trace>
  <inkml:trace contextRef="#ctx0" brushRef="#br1" timeOffset="-296931.88">18935 5902 30070,'0'0'822,"-1"23"-134,-70 910 499,65-650-1187,6-281 0,-1 0 0,1-1 0,-1 1 0,1 0 0,0-1 0,0 1 0,0 0 0,0 0 0,0-1 0,0 1 0,0 0 0,0-1 0,1 1 0,-1 0 0,1 0 0,-1-1 0,1 1 0,0-1 0,-1 1 0,1-1 0,0 1 0,0-1 0,0 1 0,0-1 0,1 0 0,-1 0 0,0 1 0,0-1 0,1 0 0,-1 0 0,1 0 0,-1 0 0,1-1 0,-1 1 0,1 0 0,-1-1 0,1 1 0,0-1 0,0 1 0,-1-1 0,1 0 0,0 0 0,-1 1 0,1-1 0,0-1 0,0 1 0,-1 0 0,2 0 0,55-98 0,51-114-1184,-59 105-929</inkml:trace>
  <inkml:trace contextRef="#ctx0" brushRef="#br1" timeOffset="-296699.314">19789 5969 29542,'-2'18'1262,"-90"506"701,92-402-1963,2-116 0,1-1 0,0 1 0,0 0 0,0-1 0,1 0 0,0 0 0,0 0 0,0 0 0,1-1 0,-1 1 0,1-1 0,0 0 0,1-1 0,-1 1 0,0-1 0,1 0 0,0 0 0,0-1 0,0 0 0,0 0 0,0 0 0,0-1 0,0 0 0,1 0 0,-1 0 0,0-1 0,1 0 0,-1 0 0,0-1 0,1 1 0,-1-2 0,0 1 0,0-1 0,0 1 0,0-2 0,0 1 0,4-3 0,15-8 0,-1-2 0,-1-1 0,0 0 0,-1-2 0,-1 0 0,0-2 0,11-14 0,-32 33 0,88-110-966,-76 84-917</inkml:trace>
  <inkml:trace contextRef="#ctx0" brushRef="#br1" timeOffset="-296431.951">19451 6310 20844,'-5'16'8473,"-9"38"-7715,3 0 0,3 1 0,1 0 1,2 40-759,5 299 417,-1-385-417,0 1 0,1-1 0,1 0 0,0 0 0,0 1 0,0-1 0,1 0 0,1 0 0,0 0 0,0 0 0,0-1 0,1 1 0,1-1 0,-1 0 0,1 0 0,1-1 0,-1 1 0,1-1 0,0 0 0,1-1 0,7 7 0,7-8 0,1-1 0,-1 0 0,1-2 0,0 0 0,0-2 0,0 0 0,0-2 0,0 0 0,-1-1 0,1-2 0,-1 0 0,21-8 0,198-100-275,-185 77-1098</inkml:trace>
  <inkml:trace contextRef="#ctx0" brushRef="#br1" timeOffset="-296065.798">16566 8257 9802,'21'-2'16549,"143"-20"-12707,107-20-2525,47-7-577,102-4-223,315 6-517,540 59 0,-907 28 0,-365-40-8,0 0-1,0 0 1,0 0-1,-1 0 1,1 0-1,0 1 1,0-1-1,-1 1 1,1 0-1,0 0 1,0 0 0,-1 0-1,1 0 1,-1 0-1,1 1 1,-1-1-1,0 1 1,0 0-1,1 0 1,-1 0-1,0 0 1,-1 0-1,1 0 1,0 0 0,-1 1-1,1-1 1,-1 0-1,1 1 1,-1 0-1,0-1 1,0 1-1,-1 0 1,1-1-1,0 1 1,-1 0 8,0 9-1480</inkml:trace>
  <inkml:trace contextRef="#ctx0" brushRef="#br1" timeOffset="-295881.932">20755 8443 27414,'0'0'5353,"0"0"-5353,0 0 0,0 0-784,0 0-1833</inkml:trace>
  <inkml:trace contextRef="#ctx0" brushRef="#br1" timeOffset="-295669.988">20957 8619 28510,'0'0'0</inkml:trace>
  <inkml:trace contextRef="#ctx0" brushRef="#br1" timeOffset="-294316.417">21735 5805 25701,'0'0'4193,"0"0"-3600,0 0-473,0 0 48,0 0 304,0 0-208,45 58-192,-26-47-72,7-8-232,11-10-632,-5-18-1233,-5-5-21020</inkml:trace>
  <inkml:trace contextRef="#ctx0" brushRef="#br1" timeOffset="-294065.523">22302 5746 24117,'0'0'4753,"0"0"-4033,0 0 80,-35 103-215,11-73-185,-1 3-264,-7 1-136,-27 19-216,8-9-921,0-5-2175</inkml:trace>
  <inkml:trace contextRef="#ctx0" brushRef="#br1" timeOffset="-293797.416">21640 6420 6953,'0'0'17740,"0"0"-13412,-1 15-3608,-7 123 778,7-136-1520,1 0 1,-1 0 0,1 0-1,-1 0 1,1-1-1,0 1 1,0 0 0,0 0-1,0 0 1,0 0 0,0 0-1,1 0 1,-1 0 0,1 0-1,-1 0 1,1 0-1,0 0 1,0-1 0,-1 1-1,1 0 1,1 0 0,-1-1-1,0 1 1,0-1 0,1 1-1,-1-1 1,0 0-1,1 1 1,-1-1 0,1 0-1,0 0 1,-1 0 0,1 0-1,0 0 1,0 0-1,0-1 1,0 1 0,0-1-1,-1 1 1,1-1 0,0 0-1,0 1 1,0-1 0,0 0-1,0 0 1,0-1-1,1 1 22,112-85-640,-97 70 651,0 1-1,0 1 1,1 1-1,1 0 1,0 2-1,0 0 1,1 1-1,0 1 1,1 1-1,0 1 0,0 1 1,0 1-1,19 0-10,-38 4 30,-1 0-1,1 0 0,-1 1 1,1-1-1,-1 1 0,0-1 1,1 1-1,-1 0 0,0 0 0,1 0 1,-1 1-1,0-1 0,0 0 1,0 1-1,0-1 0,0 1 1,0 0-1,-1 0 0,1 0 1,-1 0-1,1 0 0,-1 0 0,1 0 1,-1 0-1,0 0 0,0 1 1,0-1-1,0 0 0,-1 1 1,1-1-1,-1 1 0,1-1 1,-1 1-1,0-1 0,0 1 0,0-1 1,0 1-1,-1-1 0,1 1 1,0-1-1,-1 1 0,0-1 1,0 2-30,-4 18 7,0 0 0,-2 0 1,-1 0-1,0-1 0,-1 0 0,-2-1 1,0 0-1,-1 0 0,-1-1 1,-1-1-1,0 0 0,-8 6-7,15-15-70,-49 60-982,1-10-1250</inkml:trace>
  <inkml:trace contextRef="#ctx0" brushRef="#br1" timeOffset="-293364.482">21313 7382 28406,'0'0'1358,"0"0"-562,4 16-288,18 47-68,-18-58-406,0 0 0,0 0 1,1 0-1,-1 0 0,1-1 0,0 0 0,0 0 1,0 0-1,1 0 0,0-1 0,-1 0 0,1 0 1,0-1-1,0 0 0,1 0 0,-1 0 0,0 0 1,1-1-1,-1 0 0,1-1 0,-1 0 0,1 0 1,-1 0-1,1 0 0,1-1-34,10-2-23,0 0 0,1-1 0,-1-1 0,-1-1 0,1 0 0,-1-1 0,0-1 0,-1-1 0,0 0 0,0-1 0,-1-1 0,0-1 0,8-7 23,61-40-359,-70 49 345,0 1 1,0 0-1,1 1 0,0 1 0,0 0 0,1 1 0,0 1 0,0 0 0,0 1 0,0 1 0,1 1 0,-1 0 0,1 1 0,0 1 0,5 0 14,-17 3 44,0 0 1,-1-1-1,1 2 0,0-1 0,-1 0 1,0 1-1,0 0 0,0 0 0,0 0 1,-1 1-1,0-1 0,1 1 0,-2 0 1,1 0-1,0 0 0,-1 0 1,0 0-1,0 0 0,-1 1 0,0-1 1,1 1-1,-2-1 0,1 6-44,18 44 253,-18-54-253,0 0 0,0 0 0,1 0 0,-1 0 0,0 0 0,1-1 0,-1 1 0,1 0 0,-1-1 0,1 1 0,-1-1 0,1 0 0,0 1 0,-1-1 0,1 0 0,-1 0 0,1 0 0,0 0 0,-1 0 0,1-1 0,0 1 0,-1 0 0,1-1 0,-1 1 0,1-1 0,-1 1 0,1-1 0,-1 0 0,1 0 0,-1 1 0,0-1 0,0 0 0,1 0 0,-1-1 0,0 1 0,0 0 0,0 0 0,1-1 0,12-8-16,1 0 0,1 2 0,0-1 1,0 2-1,1 0 0,0 1 0,0 1 0,0 1 0,14-2 16,-24 4-127,0 0 0,0 0 1,0 0-1,-1-1 0,1 0 0,-1 0 0,1-1 0,-1 0 0,0 0 0,0-1 0,-1 1 0,1-1 1,-1 0-1,0-1 0,0 1 0,-1-1 0,4-6 127,37-70-8518,-44 80 8116,27-56-12103</inkml:trace>
  <inkml:trace contextRef="#ctx0" brushRef="#br1" timeOffset="-292916.587">23170 6204 29614,'0'0'610,"0"0"-106,0 0-53,0 0 49,3 17-195,1-2-262,-3-10-36,1 0-1,0 1 1,-1-1 0,0 1 0,-1 0-1,1-1 1,-1 1 0,0 0 0,0-1-1,-1 1 1,0-1 0,0 1 0,0-1-1,0 1 1,-1-1 0,0 1-1,0-1 1,-3 4-7,-12 19-337,-1-2-1,-1-1 1,-1 0 0,-1-1-1,-2-1 1,0-1-1,-1-2 1,-2 1 337,18-6-3939,5 20 5946,2-15-1589,-49 401 1240,45-386-1497,-5 25 317,2 0 1,3 0-1,2 0 1,6 57-479,-2-116 19,0 1 0,0-1 0,0 0 0,0 0 0,0 0 0,0 0 0,0 0 0,0 0 0,0 0 0,1 0 0,-1 0 0,0-1 0,1 1 0,-1 0 0,0-1 0,1 1 0,-1-1 0,1 0 0,-1 1 0,1-1 0,-1 0 0,1 0 0,-1 0 0,1 0 0,-1 0 0,1 0 0,-1 0 0,1-1 0,-1 1 0,1-1 0,-1 1 0,1-1 0,-1 1 0,0-1 0,1 0 0,-1 1 0,0-1 0,0 0 0,1 0 0,-1 0 0,0 0 0,0 0 0,0 0-1,0-1 1,0 1 0,-1 0 0,1 0 0,0-1 0,0 1 0,-1-1 0,1 1 0,-1 0 0,1-1 0,-1 1 0,0-2-19,205-333-512,-148 234-472,-7 3-1050</inkml:trace>
  <inkml:trace contextRef="#ctx0" brushRef="#br1" timeOffset="-292649.769">23627 6142 30062,'0'0'585,"0"0"-313,116 2 96,-57-2 88,6-4-232,-1-6-160,-9-3-64,-17 3-288,-19 1-936,-19 5-4042</inkml:trace>
  <inkml:trace contextRef="#ctx0" brushRef="#br1" timeOffset="-292366.673">23193 6920 16684,'0'0'13522,"0"0"-12889,0 0-209,204-36-40,-47-36 224,14-13-144,-14-3-416,-37 21-48,-45 19 0,-24 16 0,-12 4 0,-2-4-248,-5-3-824,-19-24-1089,-13 12-9545,0 4 3648</inkml:trace>
  <inkml:trace contextRef="#ctx0" brushRef="#br1" timeOffset="-292099.528">23768 5891 30310,'38'129'753,"17"34"-369,8 5-32,11 31 376,5 17-488,-1 8-240,-3-3 0,-16-23 0,-8-23 0,-18-39 0,-11-42 0,-10-41 0,-9-23 0,3-13 0,0-36 0,-2-20-1112,0-21-1393</inkml:trace>
  <inkml:trace contextRef="#ctx0" brushRef="#br1" timeOffset="-291833.704">24391 6609 25653,'0'0'4649,"0"0"-3880,-112 111-377,59-53-88,-8 4 16,-8 2-136,-3-1-184,-3-6-176,6-18-384,9-20-825,5-42-447,15-21-10155,17-18 3402</inkml:trace>
  <inkml:trace contextRef="#ctx0" brushRef="#br1" timeOffset="-291832.704">24208 5568 25149,'0'0'5185,"0"0"-4688,100 83-169,-49-26-136,12 29-88,-12-13-104,-15-10-1553</inkml:trace>
  <inkml:trace contextRef="#ctx0" brushRef="#br1" timeOffset="-285167.361">16200 10513 23669,'0'0'1960,"0"0"-779,0 0 950,0 0-1082,0 0-422,0 0-101,-12 4-58,-52 12 285,64-16-533,19-3-44,85-47-169,631-356-7,-717 396-68,5-2-60,0-1 1,-1-1 0,0 0-1,-1-2 1,-1-1 0,0 0-1,-2-2 1,7-7 127,-10-2-1610,-11 5-1030</inkml:trace>
  <inkml:trace contextRef="#ctx0" brushRef="#br1" timeOffset="-284901.897">16752 9374 29542,'0'0'876,"0"0"-353,-2 23-117,-3 195 599,70 420-590,-68-369-415,-30-166 15,32-101-91,0 0 0,0 0-1,0 0 1,0 0 0,0 0 0,-1 0 0,1 0-1,0 0 1,-1 0 0,0-1 0,1 1-1,-1 0 1,0-1 0,0 0 0,0 1 0,0-1-1,0 0 1,0 0 0,0 0 0,0 0-1,-1 0 1,1-1 0,0 1 0,-1-1 0,1 1-1,0-1 1,-1 0 0,1 0 0,0 0-1,-1 0 1,1 0 0,0-1 0,-1 1 0,1-1-1,0 1 1,-1-1 0,1 0 0,0 0-1,0 0 1,0 0 0,-2-2 76,-19-21-3067</inkml:trace>
  <inkml:trace contextRef="#ctx0" brushRef="#br1" timeOffset="-284617.869">16271 9803 27750,'0'0'1120,"0"0"-768,0 0-32,0 0 56,61 97-160,-32-61-136,13 11-80,-7-8-384,-6-12-1160</inkml:trace>
  <inkml:trace contextRef="#ctx0" brushRef="#br1" timeOffset="-284368.096">17019 9517 25501,'0'0'3105,"0"0"-1945,-18 129-287,-17-41-185,-16 29-136,-20 28-152,-7 14-208,-1-6-104,5-11-64,9-24-24,12-23-80,14-22-248,13-25-184,4-15-88,9-12-1137,1-15-1479</inkml:trace>
  <inkml:trace contextRef="#ctx0" brushRef="#br1" timeOffset="-283455.366">16673 10395 27438,'0'0'1125,"17"-5"-323,219-37 1072,-66 40-2470,-169 2 556,0 1 1,0 0 0,-1 0-1,1 0 1,0 0 0,-1 0-1,1 0 1,-1 0 0,1 0-1,-1 0 1,1 0 0,-1 0-1,0 0 1,1 0 0,-1 0-1,0 0 1,0 0 0,0 0 0,0 0-1,0 1 1,0-1 0,0 0-1,0 0 1,-1 0 0,1 0-1,0 0 1,-1 0 0,1 0-1,-1 0 1,1 0 0,-1 0-1,1 0 1,-1 0 0,1 0-1,-1 0 1,0 0 0,0-1-1,0 1 1,1 0 0,-1-1 0,0 1-1,0 0 1,0-1 0,0 1-1,0-1 1,0 1 0,0-1-1,0 0 1,0 1 0,0-1-1,0 0 1,-1 0 0,1 0 39,1 1-2,-24 25 207,0 1 1,2 1-1,1 1 0,1 1 1,2 0-1,1 2 0,1 0 1,2 1-1,1 1 1,2 0-1,1 0 0,0 9-205,-2 8 175,3 0 0,2 1-1,2 0 1,2 39-175,2-84 13,1-1-1,0 1 1,0-1-1,1 1 1,0 0-1,0-1 1,1 1-1,-1-1 1,1 0-1,1 1 1,-1-1-1,1 0 1,0 0-1,1-1 1,-1 1-1,1-1 1,0 1-1,0-1 1,1 0-1,0-1 1,0 1 0,0-1-1,0 0 1,1 0-1,-1-1 1,1 1-1,0-1 1,0-1-1,0 1 1,0-1-1,3 1-12,-2-1-5,0-1 0,0 1 0,0-1-1,0 0 1,0-1 0,0 0 0,0 0 0,0 0-1,0-1 1,0 0 0,0 0 0,0-1 0,0 0 0,0 0-1,-1-1 1,1 0 0,-1 0 0,1 0 0,-1-1-1,0 0 1,-1 0 0,1-1 0,-1 1 0,0-1-1,0 0 1,0-1 0,-1 1 0,2-3 5,7-11-67,-1-1 0,-1 0 0,0-1 0,-2 0 0,0 0-1,-2-1 1,0 0 0,-1-1 0,-2 0 0,0 1 0,-1-1 0,-2-1 0,0 1 0,-3-23 67,2 46 10,0 1 0,-1-1 0,1 0 0,-1 0 0,1 0 0,0 0 0,-1 0 0,1 0 0,-1 0 0,1 0-1,-1 0 1,1 0 0,0 0 0,-1 0 0,1 0 0,-1 0 0,1-1 0,0 1 0,-1 0 0,1 0 0,0 0 0,-1-1 0,1 1 0,0 0 0,-1 0 0,1-1 0,0 1 0,-1 0 0,1 0 0,0-1 0,0 1 0,-1 0-1,1-1 1,0 1 0,0-1 0,0 1 0,0 0 0,-1-1 0,1 1 0,0-1 0,0 1 0,0 0 0,0-1 0,0 1-10,-16 38 74,-2 9-28,-2-1 1,-3 0-1,0-2 0,-3 0 0,-2-2 1,-2-1-1,-1-1 0,-2-2 1,-2-1-1,-21 16-46,22-21 6,-1-2 0,-1-1 1,-2-2-1,-1-1 0,-1-3 1,0-1-1,-33 12-6,-25-18 56,96-16-52,0-1 0,-1 1 1,1 0-1,0-1 0,-1 1 1,1-1-1,0 0 0,0 0 1,0 0-1,-1 0 0,1 0 1,0-1-1,0 1 0,1 0 0,-1-1 1,0 0-1,0 1 0,1-1 1,-1 0-1,1 0 0,0 0 1,-1 0-1,1 0 0,0 0 0,0 0 1,0 0-1,0 0 0,1-1 1,-1 1-1,1 0 0,-1-1 1,1 1-1,0 0 0,0-1 1,0 1-1,0-1 0,0-1-4,24-99-32,1 55 14,2 2 0,2 0 0,2 2 0,20-20 18,-40 49-7,662-799-608,-611 736 562,-18 21 52,3 2-1,3 1 1,33-26 1,-35 50 278,-47 31-265,1 0 0,-1 0 1,1 0-1,-1 1 0,0-1 0,0 0 0,0 1 0,1-1 0,-1 1 0,0-1 0,-1 1 0,1-1 0,0 1 0,0 0 0,-1-1 0,1 1 0,-1 0 0,1-1 0,-1 1 0,0 0 0,0 0 0,0 0 0,0-1 0,0 1 0,0 0 0,0 0 0,0 0 0,-1-1 0,1 1 0,-1 0 0,1-1 0,-2 2-13,2 6 42,-10 334 296,12-335-339,0-1 0,1 0-1,0 0 1,0 0 0,1 0 0,0 0 0,0 0 0,0-1 0,1 0 0,0 0 0,0 0 0,1-1 0,-1 1 0,1-1 0,1-1 0,-1 1 0,0-1 0,1 0 0,0 0 0,0-1 0,0 0 0,1-1 0,4 2 1,-3-1 0,0 1 0,-1-1 1,1 1-1,-1 1 1,0 0-1,0 0 1,-1 1-1,1-1 1,-1 2-1,-1-1 1,1 1-1,-1 0 1,0 0-1,0 1 1,-1-1-1,0 1 1,3 8-1,-5-4-1,-1 0 1,1 0 0,-2 1 0,0-1 0,-1 1 0,0-1 0,0 0 0,-2 1-1,1-1 1,-2 0 0,1 0 0,-2 0 0,0 0 0,0 0 0,-1-1-1,0 0 1,-2 2 0,-126 170-20,121-169-24,0 1 1,-1-2 0,0 0-1,-1 0 1,-1-1-1,0-1 1,0-1-1,-1 0 1,0-1-1,-1 0 1,0-1-1,-1-2 1,1 1-1,-1-2 1,-7 1 43,20-8-96,1 0 0,0-1 0,-1 1 0,1-1 0,0 0 0,0 0 0,1-1 0,-1 1 0,1-1 0,-1 0 0,1 0 0,0 0 0,1 0 0,-1 0 0,1-1 0,0 1 0,0-1 0,0 1 0,0-1 0,1 0 0,0 0 0,0 0 0,0 0 0,1 0 0,0 0 0,0 0 0,0 0 0,0 0 0,1 0 0,0-2 96,-2-6-213,-3-150-1986,4 163 2235,1 1 0,-1 0 0,1-1 0,-1 1 0,1-1 0,0 1 0,-1-1 0,1 0 0,0 1 0,0-1 0,-1 0 0,1 1 0,0-1 0,0 0 0,-1 0 0,1 0 0,0 0 0,0 0 0,0 0 0,0 0 0,-1 0 0,1 0 0,0 0 0,0 0 0,-1 0 0,1 0 0,0-1 0,0 1 0,0 0 0,-1-1 0,1 1 0,0 0 0,-1-1 0,1 1 0,0-1 0,-1 1 0,1-1 0,-1 1 0,1-1 0,-1 0 0,1 1 0,-1-1 0,1 0 0,-1 1 0,1-1 0,-1 0 0,0 0-1,0 1 1,1-1 0,-1 0 0,0 0 0,0 1 0,0-1 0,0 0 0,0 0 0,0 0 0,0 1 0,0-1 0,0 0 0,0 0 0,0 0 0,0 1 0,-1-1 0,1 0 0,0 0 0,-1 1 0,1-1 0,0 0 0,-1 0 0,0 1-36,121 120 1734,-94-99-1797,1-1 1,1-2-1,0 0 0,2-2 1,0-1-1,0-2 0,28 8 63,27 8-1879</inkml:trace>
  <inkml:trace contextRef="#ctx0" brushRef="#br1" timeOffset="-283135.89">18442 10066 27302,'0'0'928,"0"0"-176,0 0-368,146 29-8,-86-40-64,7-23-288,24-26-24,-17 9-656,-15 5-648</inkml:trace>
  <inkml:trace contextRef="#ctx0" brushRef="#br1" timeOffset="-282584.96">18890 9729 27054,'0'0'1157,"0"19"-372,-5 192-217,-8-1 0,-10 0 0,-9-2 0,-10-1 0,-8-3 0,-25 50-568,29-138 88,46-115-83,0 1 0,0-1-1,0 0 1,0 0 0,0 0-1,0 0 1,0 0 0,0 0-1,-1 0 1,1 0-1,-1 0 1,1 0 0,0 0-1,-1 0 1,0-1 0,1 1-1,-1 0 1,1 0 0,-1 0-1,0 0 1,0-1 0,1 1-1,-1 0 1,0-1 0,0 1-1,0-1 1,0 1 0,0-1-1,0 1 1,0-1 0,0 0-1,0 1 1,0-1 0,0 0-1,0 0 1,0 0 0,0 0-1,0 0 1,0 0 0,0 0-1,0 0 1,0 0-1,0 0 1,0-1 0,0 1-1,0 0 1,0-1 0,0 1-1,0-1 1,0 1 0,0-1-1,0 1 1,0-1 0,1 0-1,-1 1 1,0-1 0,0 0-1,1 0 1,-1 0-5,-6-131 0,14 79-21,2 0 1,2 1-1,3 1 0,2 0 1,2 1-1,2 0 0,2 2 1,3 0-1,1 2 0,31-39 21,27-42-659,6 4 0,103-108 659,-105 133-5537,1 1-5782,-41 44 2335,-24 26 6348,0-1 6162,41-45 15011,-35 44-16542,-24 25-1739,1 0-1,0 0 0,0 1 0,1 0 1,-1 0-1,1 1 0,-1 0 1,1 0-1,0 1 0,0 0 0,-1 0 1,1 0-1,0 1 0,0 1 0,0 0 1,6 1-256,17-1 204,89 12 395,-117-12-588,-1 0-1,1 0 0,0 0 1,0 0-1,0 0 1,-1 1-1,1-1 1,0 1-1,-1 0 1,0 0-1,1 0 1,-1 0-1,0 0 0,0 0 1,0 1-1,0-1 1,-1 1-1,1 0 1,-1-1-1,1 1 1,-1 0-1,0 0 1,0-1-1,0 1 0,0 0 1,-1 0-1,1 0 1,-1 0-1,0 1 1,0-1-1,0 0 1,0 0-1,0 0 0,-1 0 1,1 0-1,-1 0 1,-1 2-11,-4 10-14,-2-1 0,1 0 0,-2 0 0,0 0 0,-1-1-1,0-1 1,-1 0 0,0 0 0,-1-1 0,0 0 0,-3 1 14,-16 17-153,-235 210-3353,215-203 730</inkml:trace>
  <inkml:trace contextRef="#ctx0" brushRef="#br1" timeOffset="-282318.676">19383 9582 28966,'0'0'824,"11"152"25,-7-25-329,-4 20 128,0 1-112,-2-4-240,-11-12-168,-3 2-128,-2-3 0,-1-9 0,3-23 0,4-30-24,4-27-304,4-19-192,4-23 56,0 0-328,0-17-1497</inkml:trace>
  <inkml:trace contextRef="#ctx0" brushRef="#br1" timeOffset="-282052.379">19402 10621 28598,'0'0'880,"0"0"-160,0 0-287,2 106 39,-2-76-224,0-2-120,0-1-64,0-2-32,0-2-32,0-6-64,0-1-96,0-5-424,0-4-1001,0-5-1623</inkml:trace>
  <inkml:trace contextRef="#ctx0" brushRef="#br1" timeOffset="-281801.824">19485 10699 28374,'0'0'1232,"0"0"-335,0 0-345,0 0-72,0 0-120,145-81-104,-98 47-56,0 0-112,-2 3-56,-3 2-32,5-1-272,-10 7-520,-9 6-1489</inkml:trace>
  <inkml:trace contextRef="#ctx0" brushRef="#br1" timeOffset="-281369.463">19797 10282 28590,'0'0'1307,"0"0"-532,0 0-238,0 16-18,-11 298 513,-35 200-1032,39-468 8,2-65-9,8 2-1,1 0 0,0 0 0,1 0 0,1 1 0,0 0 0,2 0 0,0 0 0,0 1 0,1 0 0,1 0 0,1 1 0,0 1 0,0 0 1,2 0-1,-1 1 0,2 1 0,0 0 0,0 1 0,2-1 2,-4 3-11,-1 1 1,1 0-1,0 1 1,1 0 0,-1 1-1,1 0 1,1 1-1,-1 0 1,0 1 0,1 1-1,-1 0 1,1 1-1,0 0 1,-1 1 0,2 1 10,-12 1 0,-1 1 0,1-1 0,-1 1 0,0-1 1,1 1-1,-1 0 0,-1 0 0,1 0 1,0 0-1,-1 0 0,1 0 0,-1 1 0,0-1 1,0 0-1,0 1 0,0-1 0,-1 1 0,0-1 1,1 1-1,-1-1 0,0 1 0,-1-1 1,1 1-1,-1-1 0,1 0 0,-1 1 0,0-1 1,0 0-1,-1 1 0,1-1 0,-2 3 0,-9 17 13,-1 0 0,-1 0 0,-1-1-1,-1-1 1,-1-1 0,-1 0 0,-1-1-1,0-1 1,-17 11-13,-37 26-922,65-54-485</inkml:trace>
  <inkml:trace contextRef="#ctx0" brushRef="#br1" timeOffset="-281036.055">21185 9473 28878,'0'0'816,"0"0"-288,0 0-159,0 0 39,0 0-136,0 0-40,0 0-16,131 40-104,-91 4-88,5-3-24,22-14-448,-10-12-1233,-4-15-5024</inkml:trace>
  <inkml:trace contextRef="#ctx0" brushRef="#br1" timeOffset="-280768.472">21913 9423 29110,'0'0'744,"0"0"-488,0 0 65,0 0 343,0 0-208,-80 120-296,44-81-160,-3 5-144,-28 25-336,10-10-1209,3-10-9497</inkml:trace>
  <inkml:trace contextRef="#ctx0" brushRef="#br1" timeOffset="-280202.052">21201 10218 27270,'0'0'2754,"0"0"-1898,-4 17-512,0-5-282,1 0 62,-1 0 0,1 1 0,1 0 0,0-1 0,1 1 0,0 0 0,1 0 0,1 0 0,1 8-124,-1-15 1,0-1 1,1 1 0,-1-1 0,1 0 0,1 0 0,-1 1 0,1-2 0,0 1 0,0 0 0,0 0-1,0-1 1,1 0 0,0 0 0,0 0 0,0 0 0,1 0 0,-1-1 0,1 0 0,-1 0 0,1 0-1,0-1 1,1 1 0,-1-1 0,0 0 0,0-1 0,1 1 0,-1-1 0,1 0 0,0-1-1,-1 1 1,1-1 0,-1 0 0,1-1 0,0 1 0,-1-1 0,1 0 0,-1 0 0,1-1 0,-1 0-1,0 0 1,0 0 0,0 0 0,0-1 0,0 0 0,1-1-2,103-95-269,-80 67 225,2 2 0,1 1 0,2 2 0,0 1 0,2 2 0,1 1 1,0 2-1,2 1 0,24-7 44,9 18 6,-71 11-1,1 0-1,-1 0 0,1 0 1,-1 0-1,0 0 0,0 0 0,0 0 1,0 0-1,0 1 0,-1-1 1,1 0-1,-1 1 0,1-1 0,-1 0 1,0 1-1,0-1 0,0 1 1,0-1-1,0 0 0,-1 1 0,1-1 1,-1 0-1,1 1 0,-1-1 1,0 0-1,0 0 0,0 0 0,0 0 1,0 0-1,-1 0 0,1 0 1,-1 0-1,0 0-4,-19 32 22,-2-2 1,-1-1 0,-2-1-1,-1-1 1,-8 6-23,11-11 3,-54 55-136,-3-4 1,-3-4 0,-3-3-1,-12 2 133,34-38-741,64-33 706,0 1 0,1 0 1,-1-1-1,1 1 0,0 0 0,-1-1 0,1 1 1,-1-1-1,1 1 0,0-1 0,-1 1 0,1-1 1,0 0-1,-1 1 0,1-1 0,0 1 0,0-1 1,0 1-1,0-1 0,-1 0 0,1 1 0,0-1 1,0 1-1,0-1 0,0 0 0,0 1 0,0-1 1,1 0-1,-1 1 0,0-1 0,0 1 0,0-1 1,1 0-1,-1 1 0,0-1 0,0 1 0,1-1 1,-1 1-1,1-1 0,-1 1 0,0-1 0,1 1 1,-1 0-1,1-1 0,-1 1 0,1-1 0,-1 1 1,1 0-1,-1 0 0,1-1 0,-1 1 0,1 0 1,0 0 34,4-3 32,-1 1 0,1 1 0,0-1 0,-1 1 0,1-1 0,0 1 0,0 1 0,0-1 0,0 1 0,0 0 0,0 0 0,0 0 0,0 1 0,0 0 0,0 0 0,0 0 0,0 0 0,-1 1 0,1 0 0,-1 0 0,1 0 0,-1 0 0,1 1 0,-1 0 0,0 0 0,0 0 0,-1 0 0,1 1 0,-1-1 0,1 1 0,-1 0 0,0 0 0,1 2-32,158 226 1986,-159-229-1979,0 0 1,0-1 0,0 1-1,1-1 1,-1 0 0,1 0-1,-1 0 1,1-1 0,0 1-1,-1-1 1,1 0 0,0 0-1,0 0 1,0-1 0,0 1 0,0-1-1,0 0 1,0 0 0,0 0-1,0 0 1,0-1 0,0 0-1,0 0 1,-1 0 0,1 0-1,0-1 1,-1 1 0,1-1 0,0 0-1,-1 0 1,0 0 0,1 0-8,100-92-195,-89 78 148,8-7 27,-15 11 23,0 1 0,2 1 1,-1-1-1,1 2 0,1-1 0,0 2 0,0-1 0,1 1 0,0 1 0,0 0 0,0 1 0,1 0 0,0 1 1,1 0-1,-1 1 0,1 1 0,9-2-3,48 41 463,-69-33-487,1 0 0,-1 0 0,1-1 1,0 1-1,0-1 0,0 0 1,0 0-1,0 0 0,0 0 0,1 0 1,-1-1-1,1 1 0,-1-1 1,1 0-1,0 0 0,-1 0 0,1-1 1,0 1-1,0-1 0,-1 0 1,1 0-1,0 0 0,0-1 0,-1 1 1,1-1-1,0 0 0,-1 0 0,4-1 24,14-15-2283,-1-3-4390</inkml:trace>
  <inkml:trace contextRef="#ctx0" brushRef="#br1" timeOffset="-279428.984">24291 9160 28774,'0'0'1351,"0"0"-872,-21 14-80,-306 211 864,-160 126-2002,487-351 715,1 0 0,-1 0 0,1 0 0,-1 0 0,1 0 0,-1 0 0,1 0 0,-1 0 0,1 0 0,-1 0 0,0 1 0,1-1 0,-1 0 0,1 0 0,-1 1 0,1-1 0,-1 0 0,0 1 0,1-1 0,-1 0 0,0 1 0,1-1 0,-1 0 0,0 1 0,0-1 0,1 1 0,-1-1 0,0 0 0,0 1 0,0-1 0,1 1 0,-1-1 0,0 1 0,0-1 0,0 1 0,0-1 0,0 1 0,0-1 0,0 1 0,0-1 0,0 1 0,0-1 0,0 1 0,0-1 0,-1 1 0,1-1 0,0 0 0,0 1 0,0-1 0,-1 1 0,1-1 0,0 1 0,-1-1 0,1 0 0,0 1 0,-1-1 0,1 0 0,0 1 0,-1-1 0,1 0 0,0 1 0,-1-1 0,1 0 0,-1 0 24,23 9 35,-14 2 4,1 0 0,-1 0-1,-1 1 1,0 0-1,-1 0 1,0 0-1,0 1 1,-2 0 0,0 0-1,0 1 1,-1-1-1,-1 1 1,0-1-1,-1 1 1,0 0-1,-1 0 1,-1 10-39,1-12 19,5 169 381,-7 0 0,-15 70-400,8-60 74,9-191-75,0 0 1,0-1-1,0 1 1,1-1 0,-1 1-1,0 0 1,0-1-1,1 1 1,-1 0 0,0-1-1,0 1 1,1 0-1,-1-1 1,0 1-1,1 0 1,-1 0 0,0 0-1,1-1 1,-1 1-1,1 0 1,-1 0-1,0 0 1,1 0 0,-1 0-1,1-1 1,-1 1-1,0 0 1,1 0-1,-1 0 1,1 0 0,-1 0-1,1 0 1,-1 1-1,0-1 1,1 0-1,-1 0 1,1 0 0,-1 0-1,0 0 1,1 1-1,-1-1 1,0 0 0,1 0-1,-1 0 1,0 1-1,1-1 1,-1 0-1,0 1 1,1-1 0,-1 0-1,0 1 1,0-1-1,1 0 1,-1 1-1,0-1 1,0 0 0,0 1-1,0-1 1,1 1-1,-1-1 1,0 1-1,0-1 1,0 1 0,98-176-49,-32 40-12,-10 16 53,6 2 1,4 2-1,50-61 8,-80 135-13,2 1-1,1 2 1,2 2 0,2 2 0,1 2 0,2 2-1,0 1 1,2 3 0,34-13 13,-63 29 4,1 0 0,1 1 0,-1 2 1,1 0-1,0 1 0,1 1 0,-1 1 0,1 1 0,9 0-4,-30 3 1,-1 1-1,1-1 0,0 0 1,0 0-1,-1 1 0,1-1 1,0 1-1,-1-1 0,1 1 1,-1-1-1,1 1 0,-1-1 1,1 1-1,-1-1 0,1 1 1,-1 0-1,1-1 0,-1 1 1,0 0-1,1-1 0,-1 1 1,0 0-1,0 0 0,1-1 1,-1 1-1,0 0 0,0 0 1,0-1-1,0 1 0,0 0 1,0 0-1,0-1 0,0 1 1,0 0-1,-1 0 0,1-1 1,0 1-1,0 0 0,-1-1 1,1 1-1,0 0 0,-1-1 1,1 1-1,-1 0 0,1-1 1,-1 1-1,1-1 0,-1 1 0,-7 14-19,-1-1-1,-1-1 0,0 0 1,-1 0-1,0-1 0,-1-1 1,0 1-1,-9 4 20,-15 17-204,-250 229-4416,85-79 1332,67-58 4338,102-83 3209,64-34-2547,1-14-1522,1-2 0,-2-2 0,1 0-1,-1-3 1,-1 0 0,0-2 0,22-15-190,-23 14 61,12-2-94,-1-2-1,0-2 1,-2-2 0,-1-1 0,-1-2 0,-1-1 0,-1-2 0,-2-2 0,-1-1 0,-2-1-1,-1-2 1,10-17 33,-20 5-1285,-12 9-1085</inkml:trace>
  <inkml:trace contextRef="#ctx0" brushRef="#br1" timeOffset="-279137.074">24322 9368 29518,'32'124'961,"17"32"-345,13 36-344,5 8 256,-2 7 80,-2 19-344,-12 0-264,-8-16 0,-12-31 0,-11-52 0,-6-46 0,-6-40 0,-2-31-168,7-34-568,-1-19-696,0-12-3450</inkml:trace>
  <inkml:trace contextRef="#ctx0" brushRef="#br1" timeOffset="-278870.235">24995 10280 30166,'0'0'1089,"0"0"-457,-76 143-120,35-81-144,-6-4-368,-4-10 0,-1-11 0,1-19 0,8-18-144,4-46-640,13-11-560,9-12-1209</inkml:trace>
  <inkml:trace contextRef="#ctx0" brushRef="#br1" timeOffset="-278602.365">24701 8875 29166,'0'0'1825,"0"0"-1481,135-14 8,-74 30-136,-6 21 48,-4 16-160,-4 48-104,-13-11-632,-15-5-2745</inkml:trace>
  <inkml:trace contextRef="#ctx0" brushRef="#br1" timeOffset="-265251.628">15566 13722 29982,'0'0'1131,"0"0"-672,0 0-163,0 0 136,0 0-122,22-15-174,251-156-115,140-60-21,-401 223-323,0-1-1,-1 0 1,1 0 0,-2-1-1,1-1 1,-2 0 0,1 0-1,-1-1 1,-1 0 0,0-1-1,1-5 324,8-19-2516</inkml:trace>
  <inkml:trace contextRef="#ctx0" brushRef="#br1" timeOffset="-264923.579">16346 12921 10162,'0'0'13839,"0"0"-9827,0 0-2833,0 0-385,0 0-151,-10 28-41,-5 14-401,2 1 0,3 0 1,1 0-1,2 1 1,1 15-202,-2 143 264,10-1 1,18 117-265,-2 92 0,-17-403 0,0-1 0,-1 1 0,0-1 0,0 1 0,-1-1 0,0 1 0,0-1 0,0 1 0,-1-1 0,0 0 0,0 0 0,-1 1 0,0-2 0,0 1 0,0 0 0,-1-1 0,1 1 0,-2-1 0,1 0 0,0 0 0,-1-1 0,0 1 0,0-1 0,0 0 0,0 0 0,-1-1 0,0 1 0,1-1 0,-1-1 0,0 1 0,-1-1 0,1 0 0,0 0 0,-1-1 0,1 0 0,-1 0 0,1 0 0,-1-1 0,1 0 0,-1-1 0,-2 0 0,-4-3 0,1 0 0,0-1 0,1-1 0,-1 0 0,1 0 0,1-1 0,-1-1 0,1 0 0,0 0 0,1-1 0,0 0 0,0-1 0,1 0 0,0 0 0,1 0 0,0-1 0,1-1 0,0 1 0,1-1 0,0 0 0,1 0 0,-2-6 0,5 0-13,1 0 0,1 1-1,0-1 1,1 0 0,1 1 0,1-1-1,0 1 1,2 0 0,0 0 0,0 1-1,2-1 1,0 2 0,0-1 0,2 1-1,0 0 1,1 1 0,0 0 0,1 1-1,0 0 1,1 1 0,13-9 13,11-20-243,166-195-3127,-115 129-2173</inkml:trace>
  <inkml:trace contextRef="#ctx0" brushRef="#br1" timeOffset="-264690.324">16852 12671 21253,'0'0'7617,"0"0"-6913,0 0 40,120-25-151,-83 23-49,-1 2-248,-5 0-104,-4 5-128,-5 6-64,-4 8-48,-7-3-416,-7-2-1497</inkml:trace>
  <inkml:trace contextRef="#ctx0" brushRef="#br1" timeOffset="-264340.487">16713 12955 28710,'0'0'1179,"-3"19"-143,-54 344 283,-32-27-3625,125-455-1745,47-56 4322,-63 144-101,1 1 0,1 1 0,2 1 0,1 1 0,1 1 0,1 1 0,1 1 0,2 2 0,0 0 0,1 3 0,1 0 0,1 2 0,0 2 0,1 1 0,1 1 0,16-3-170,108 1 1799,-154 15-1768,-1 1 0,1-1 0,-1 1-1,1 0 1,-1 0 0,1 0 0,-1 1-1,0-1 1,0 1 0,1 0 0,-1 0-1,-1 1 1,1-1 0,0 1 0,-1 0-1,1 0 1,-1 0 0,0 0 0,0 1-1,0-1 1,0 1 0,-1 0 0,1 0-1,-1 0 1,0 0 0,0 0 0,-1 0-1,1 1 1,-1-1 0,0 1 0,0-1-1,0 4-30,0 0-237,0 0 1,-1 0-1,0 0 0,0 0 0,0 0 0,-1-1 0,-1 1 0,1 0 0,-1 0 0,0-1 0,-1 1 0,0-1 0,0 0 0,-1 0 0,0 1 237,-15 18-3238</inkml:trace>
  <inkml:trace contextRef="#ctx0" brushRef="#br1" timeOffset="-263789.431">17235 13268 3577,'0'0'13883,"0"0"-8711,0 0-3057,0 0-766,-21 20-219,-70 70-153,-32 87 1226,18 2-1136,97-150-1044,29-31-96,34-26 62,-47 23 28,-1 0 0,1 0 0,1 1 0,-1 0-1,0 1 1,1 0 0,0 0 0,-1 1 0,1 0 0,0 0-1,8 1-16,-14 0 0,-1 0 0,1 0 0,-1 1 0,1 0 0,0-1 0,-1 1 0,1 0 0,0 0 0,0 1 0,-1-1 0,1 0 0,-1 1 0,1 0 0,0-1 0,-1 1 0,1 0 0,-1 0 0,1 1 0,-1-1 0,0 0 0,0 1 0,0 0 0,1-1 0,-1 1 0,-1 0 0,1 0 0,0 0-1,0 0 1,-1 0 0,1 1 0,-1-1 0,0 0 0,0 1 0,0-1 0,0 1 0,0-1 0,0 1 0,0 0 0,-1-1 0,1 2 0,-2 12-16,0-1-1,-1 1 1,0-1-1,-1 0 0,-1 1 1,-1-1-1,0-1 1,0 1-1,-2-1 1,0 0-1,0 0 1,-1-1-1,-1 0 1,-2 2 16,-1 1 0,2 1 1,0 1-1,1-1 0,1 2 1,0-1-1,2 1 1,0 0-1,-2 11 0,8-29 0,0 0 0,-1-1 0,1 1 0,0 0 1,0 0-1,0-1 0,-1 1 0,1 0 0,0 0 0,0-1 0,0 1 0,0 0 1,0 0-1,0 0 0,1-1 0,-1 1 0,0 0 0,0 0 0,1-1 0,-1 1 0,0 0 1,1-1-1,-1 1 0,0 0 0,1-1 0,-1 1 0,1 0 0,-1-1 0,1 1 0,0-1 1,-1 1-1,1-1 0,-1 1 0,1-1 0,0 0 0,-1 1 0,1-1 0,0 0 0,0 1 1,-1-1-1,1 0 0,0 0 0,0 0 0,-1 0 0,1 1 0,0-1 0,0 0 0,0 0 1,-1-1-1,1 1 0,0 0 0,0 0 0,-1 0 0,1 0 0,0-1 0,0 1 0,0-1 0,42-22-23,43-28-53,-78 112 40,-35 119 376,68-187 308,116-122-341,174-156-1305,-224 188-820</inkml:trace>
  <inkml:trace contextRef="#ctx0" brushRef="#br1" timeOffset="-263439.779">17959 13374 17660,'0'0'3024,"0"0"-3024</inkml:trace>
  <inkml:trace contextRef="#ctx0" brushRef="#br1" timeOffset="-262512.156">18262 12950 27662,'0'0'1726,"0"0"-762,0 0-393,0 0-159,-7 17-47,-48 174 379,53-185-734,1-1 0,0 1 1,0-1-1,0 1 0,0-1 0,1 1 0,0 0 0,0-1 0,1 1 0,0-1 0,0 1 0,0 0 0,0-1 0,1 0 1,0 1-1,0-1 0,0 0 0,1 0 0,0 0 0,0 0 0,0-1 0,0 1 0,1-1 0,0 0 0,0 0 0,0 0 1,0 0-1,1-1 0,-1 1 0,1-1 0,0-1 0,1 2-10,14-2-13,0 0-1,0-1 1,1-1 0,-1 0 0,0-2-1,0-1 1,0 0 0,0-1-1,-1-2 1,1 0 0,-1 0 0,-1-2-1,1 0 1,-1-2 0,-1 0 0,0-1-1,0 0 1,-1-1 0,0-1-1,-1-1 1,-1 0 0,0-1 0,5-9 13,-10 14-59,0 0 1,-1-1 0,0 0-1,-1 0 1,-1-1 0,0 1-1,0-2 1,-1 1 0,-1-1 0,0 1-1,0-1 1,-2 0 0,1-1-1,-2 1 1,0 0 0,0-1-1,-1 1 1,-2-10 58,2 21 11,1 0-1,-1 0 1,0 0 0,0 1-1,0-1 1,0 0-1,-1 0 1,1 0 0,-1 1-1,1-1 1,-1 0 0,1 0-1,-1 1 1,0-1-1,0 1 1,0-1 0,0 0-1,0 1 1,0 0 0,0-1-1,0 1 1,-1 0-1,1-1 1,0 1 0,-1 0-1,1 0 1,-1 0 0,0 0-1,1 0 1,-2 0-11,-23 32 284,23-23-247,-18 75 130,3 1 0,4 0-1,4 1 1,0 77-167,9-140 12,-10 707 22,12-471-32,0-256-2,0 0 0,0 0 0,-1 0 0,0 0 0,1-1 0,-1 1 0,0 0 0,0 0 0,0 0 0,0 0 0,0 0 0,0 0 0,0 0 0,-1 0 0,1-1 0,-1 1 0,1 0 0,-1 0 0,0 0 0,0-1 0,0 1 0,0 0 0,0-1 0,0 1 0,0-1 0,0 1 0,-1-1 0,1 0 0,-1 1 0,1-1 0,-1 0 0,1 0 0,-1 0 0,0 0 0,1 0 0,-1-1 0,0 1 0,0 0 0,0-1 0,1 1 0,-1-1 0,0 0 0,0 0 0,0 1 0,-2-1 0,-4-4 0,1 0-1,0-1 1,-1 0-1,1 0 1,1 0-1,-1-1 1,1 0-1,0 0 1,0-1-1,1 0 1,0 0-1,0 0 1,-1-3 0,-6-6-11,-84-120-223,46 63 147,-3 2 1,-3 2-1,-13-8 87,15 15 102,82 40-77,387-126-162,-392 139 113,-14 4 12,1 1-1,0 0 0,-1 1 1,1 0-1,1 1 1,-1 0-1,0 0 0,0 1 1,1 0-1,8 1 13,-18 1-5,0 0 0,0-1-1,0 1 1,0 0 0,0 0 0,0 0-1,0-1 1,0 1 0,-1 0-1,1 0 1,0 1 0,-1-1 0,1 0-1,-1 0 1,1 0 0,-1 0 0,1 0-1,-1 1 1,0-1 0,1 0-1,-1 0 1,0 1 0,0-1 0,0 0-1,0 0 1,0 1 0,0-1-1,-1 0 1,1 0 0,0 1 0,-1-1-1,1 0 1,0 0 0,-1 0 0,0 0-1,1 1 6,-1 1-10,-6 17 7,-1 1 0,-1-1 0,-1 0 0,-1-1 0,-1 0 0,0-1 0,-1 0 0,-3 1 3,-16 24 0,-61 109 7,107-147-22,8-18-202,1-2-1,-2 0 0,0-2 1,-1 0-1,0-1 1,-2-1-1,2-3 218,14-13-621,297-320-3281,-317 340 4232,-10 9-98,0 0-1,1 1 1,0-1-1,0 1 1,1 0-1,-1 0 1,1 0 0,0 1-1,1 0 1,-1 0-1,1 0 1,0 1-1,-1 0 1,1 0-1,1 1 1,0 0-232,2 62 940,-10-57-858,4 49-898,-4-52 751,0-1-1,0 1 1,0-1-1,0 0 0,0 1 1,0-1-1,0 0 0,1 1 1,-1-1-1,0 1 0,1-1 1,-1 1-1,0-1 0,1 1 1,-1-1-1,0 1 1,1-1-1,-1 1 0,1-1 1,-1 1-1,1-1 0,-1 1 1,1 0-1,-1-1 0,1 1 1,0 0-1,-1 0 0,1-1 1,-1 1-1,1 0 1,0 0-1,-1 0 0,1 0 1,0 0-1,-1 0 0,1 0 1,-1 0-1,1 0 0,0 0 1,-1 0-1,1 0 0,0 0 1,-1 1-1,1-1 1,-1 0-1,1 0 0,0 1 1,-1-1-1,1 0 0,-1 1 1,1-1-1,-1 1 0,1-1 1,-1 0-1,0 1 0,1-1 1,-1 1-1,1-1 1,-1 1-1,0 0 0,1-1 1,-1 1-1,0-1 0,0 1 1,0 0-1,1-1 0,-1 1 66,12-22-2864</inkml:trace>
  <inkml:trace contextRef="#ctx0" brushRef="#br1" timeOffset="-262203.887">19471 12985 25317,'0'0'2753,"0"0"-1937,26 124-216,-17-59 152,-1 22-103,-4 24-337,-4 20-176,0-13-88,0-28-48,0-37 0,4-30-416,6-7-1473,-2-9-1624</inkml:trace>
  <inkml:trace contextRef="#ctx0" brushRef="#br1" timeOffset="-261957.652">19817 12780 26574,'0'0'2320,"0"0"-1416,35 172 49,-17-28-281,-3 38 40,-5 22-144,-8 2-504,-2-6-64,0-9 0,0-16 0,0-16 0,-2-48-944,0-33-4129</inkml:trace>
  <inkml:trace contextRef="#ctx0" brushRef="#br1" timeOffset="-261591.093">21201 12388 29606,'0'0'945,"0"0"-617,0 0 0,0 0 24,25 90-128,-15-62-152,2 1-72,5 1-8,32-6-312,-3-6-744,7-11-1449</inkml:trace>
  <inkml:trace contextRef="#ctx0" brushRef="#br1" timeOffset="-261323.746">21760 12466 19956,'0'0'8986,"0"0"-8442,0 0-216,0 0-72,0 0 145,0 0-169,0 0-112,61 46 8,-61-25 64,-24 11 16,-15 10-120,-10 7-88,-26 24-408,15-15-1009,11-12-1311</inkml:trace>
  <inkml:trace contextRef="#ctx0" brushRef="#br1" timeOffset="-261056.81">21338 12950 26542,'0'0'2692,"-12"15"-1581,-2 1-973,0-2-34,0 0-1,1 1 0,1 1 1,0 0-1,1 1 0,1 0 1,0 1-1,2 0 0,0 0 1,1 1-1,1 0 0,0 0 1,2 1-1,0 0 1,1 0-104,5-18-10,1 0 1,-1 0-1,1 0 1,0-1-1,0 1 1,-1-1-1,1 0 1,0 0-1,0 0 1,0 0-1,0 0 1,1-1-1,-1 1 1,0-1-1,0 0 1,0 0-1,0 0 1,0 0-1,1-1 1,-1 1-1,0-1 1,0 0-1,0 0 1,0 0-1,2-1 10,156-71-719,-127 57 495,8-4 97,1 1-1,1 2 0,1 2 0,0 2 0,13 0 128,-56 12 2,0 1-1,-1 0 0,1 0 0,0 0 1,0 0-1,0 0 0,0 0 0,0 0 1,-1 0-1,1 1 0,0-1 0,0 1 1,0 0-1,-1-1 0,1 1 0,0 0 1,-1 0-1,1 0 0,-1 0 0,1 0 1,-1 0-1,1 1 0,-1-1 0,0 0 1,1 1-1,-1-1 0,0 1 0,0 0 1,0-1-1,0 1 0,-1 0 0,1-1 1,0 1-1,-1 0 0,1 0 0,-1-1 0,0 1 1,1 0-1,-1 0 0,0 0 0,0 0 1,0 0-1,0 0 0,-1-1 0,1 1 1,0 0-1,-1 0 0,1 0 0,-1-1 1,0 1-1,0 0 0,0 0 0,0-1 1,0 1-1,0-1 0,0 1 0,0-1 1,0 1-1,-2 0-1,-112 180-388,-16-12-3249,70-98-3334</inkml:trace>
  <inkml:trace contextRef="#ctx0" brushRef="#br1" timeOffset="-260724.698">21108 13851 22269,'0'0'2668,"0"0"-727,-17 16-520,-55 54-394,69-66-963,0-1 1,0 1-1,0 0 0,0 0 0,0 0 0,1 0 0,0 0 0,0 0 1,0 1-1,0-1 0,1 1 0,0 0 0,0-1 0,0 1 0,0 0 0,1 0 1,0-1-1,0 1 0,0 0 0,0 0 0,1 2-64,1 15 164,-2-11-125,1 0 0,0 0 0,1 0 0,0-1 0,1 1 0,0 0 0,1-1 0,0 0-1,0 0 1,6 9-39,-8-16 2,0 1-1,0-1 1,0 0-1,1 1 1,-1-1-1,1 0 1,0-1-1,0 1 1,0 0 0,0-1-1,0 0 1,0 0-1,1 0 1,-1 0-1,1 0 1,0-1-1,-1 1 1,1-1-1,0 0 1,0 0-1,0 0 1,0-1-1,0 0 1,-1 1-1,1-1 1,0-1-1,0 1 1,0 0-1,0-1 1,0 0-1,3-1-1,4-4-36,1 0 0,-1-2-1,0 1 1,0-1-1,-1-1 1,0 0 0,-1 0-1,0-1 1,-1 0-1,5-6 37,20-22-306,-26 29 293,0-1 1,0 1-1,1 1 1,0 0-1,0 0 1,1 0-1,0 1 1,1 0 0,-1 1-1,1 0 1,1 1-1,-1 0 1,1 0-1,-1 1 1,1 0-1,0 1 1,1 1-1,-1 0 1,1 0 0,-1 1-1,1 0 1,-1 1-1,1 0 1,-1 1-1,1 1 1,-1-1-1,0 2 1,1 0 0,-1 0-1,10 5 13,-12-1 59,0 0-1,1 0 0,0-1 1,0 0-1,1-1 0,0 0 1,0-1-1,0 0 1,0 0-1,1-1 0,-1-1 1,1 0-1,-1-1 0,1 0 1,0-1-1,0 0 1,0-1-1,-1 0 0,1 0 1,0-2-1,-1 1 0,1-2-58,145-92-258,59-20-1203,-149 73-1959</inkml:trace>
  <inkml:trace contextRef="#ctx0" brushRef="#br1" timeOffset="-260358.246">23024 12713 29254,'0'0'704,"0"0"-215,0 0-121,108 37 0,-68-33-192,1-4-128,-4 0-48,2 3-296,-11 2-1257,-10-1-3384</inkml:trace>
  <inkml:trace contextRef="#ctx0" brushRef="#br1" timeOffset="-259908.327">23360 12780 30543,'0'0'744,"0"0"-254,0 0-181,-18 10-81,8-5-201,-3 2-9,0 0 1,1 0 0,0 2 0,0-1 0,1 2 0,0-1 0,0 1 0,1 1 0,0 0 0,1 1-19,-354 490 237,362-500-237,-6 6 0,1 1 0,1 1 0,-1-1 0,1 1 0,1 0 0,0 0 0,0 0 0,1 0 0,0 1 0,1 0 0,0 1 0,5-10-1,0 0-1,-1 0 1,1 0-1,0 0 1,1 0-1,-1-1 1,0 1-1,0-1 1,1 0-1,-1 0 1,0 0-1,1-1 1,-1 1-1,1-1 1,-1 0-1,1 0 1,-1 0-1,1 0 1,-1-1-1,1 1 1,-1-1-1,1 0 1,-1 0-1,4-1 2,182-38-696,-188 40 694,1 1 1,0-1-1,0 1 1,-1-1-1,1 1 0,0 0 1,-1 0-1,1-1 1,0 1-1,-1 0 0,0 1 1,1-1-1,-1 0 1,1 0-1,-1 1 1,0-1-1,0 0 0,0 1 1,0-1-1,0 1 1,0 0-1,0-1 0,-1 1 1,1 0-1,0-1 1,-1 1-1,0 0 1,1 0-1,-1 0 0,0-1 1,0 1-1,0 0 1,0 0-1,0 0 0,0 0 2,-5 72 105,-46 121 343,51-194-447,0 0 0,0 0 0,-1 0 0,1 0 0,0 0 0,1 0 0,-1 0 0,0 0 0,0 0 0,0 0 0,1 0 0,-1 0 0,0 0 0,1 0 0,-1 0 0,1 0 0,-1 0 0,1 0 0,-1 0 0,1-1 0,0 1 0,-1 0 0,1 0 0,0-1 0,0 1 0,-1 0 0,1-1 0,0 1-1,0-1 1,0 1 0,0-1 0,0 0 0,0 1 0,0-1 0,0 0 0,0 0 0,0 1 0,0-1 0,0 0 0,0 0 0,0 0 0,0 0 0,0 0 0,0-1 0,0 1 0,0 0 0,0 0 0,0-1 0,0 1 0,0 0 0,0-1 0,0 1 0,0-1 0,0 0-1,56-26 3,-16-6-648,-2-2 0,-2-2 1,-1-1-1,-2-1 0,-1-2 0,-3-2 0,19-34 645,-1 0-2493</inkml:trace>
  <inkml:trace contextRef="#ctx0" brushRef="#br1" timeOffset="-259590.288">23886 12635 26710,'0'0'992,"0"0"-571,0 0-90,0 0 100,0 0-134,17 19-167,47 64-57,-62-81-69,-1 1 0,1 0-1,-1 0 1,0 0 0,0 0 0,0 1 0,0-1 0,0 0-1,-1 0 1,1 0 0,-1 1 0,0-1 0,0 0 0,0 1-1,-1-1 1,1 0 0,-1 0 0,0 1 0,0-1 0,0 0-1,0 0 1,0 0 0,-1 0 0,1 0 0,-1-1 0,0 1-1,0 0 1,0-1 0,-1 2-4,-4 6 6,-86 113-304,-175 122-8335,225-210 8788,-155 134 7882,175-140-6862,28-17-501,5-12-604,1-1 0,-1 0 0,0 0 0,1-1 0,-1 0 0,0 0 0,0-1 0,0-1 0,-1 0 0,1 0 0,-1-1 0,1 0-70,-1 0 36,82-37-3,-3-4 0,-1-4 0,-3-3 0,-3-5 0,9-11-33,-51 36-702,-2-2-1,-2-1 1,-1-1-1,-2-3 1,-1-2 702,4-11-2456</inkml:trace>
  <inkml:trace contextRef="#ctx0" brushRef="#br1" timeOffset="-259307.979">23835 12066 27094,'10'152'1184,"5"-2"0,8 0 0,6-1 0,35 102-1184,14 74 749,45 433-572,-109-661-166,15 61-11,-29-156-19,0 0 0,0 0 0,0 0 1,1 0-1,-1 1 0,0-1 0,1 0 0,-1 0 0,1 0 1,0 0-1,0 0 0,0 0 0,0 0 0,0-1 0,0 1 1,0 0-1,1 0 0,-1-1 0,0 1 0,1-1 0,0 1 1,-1-1-1,1 0 0,0 0 0,0 0 0,-1 1 0,1-2 1,0 1-1,0 0 0,0 0 0,0-1 0,0 1 0,1-1 1,-1 1-1,0-1 0,0 0 0,0 0 0,0 0 0,0 0 1,0 0-1,1-1 0,-1 1 0,0-1 0,0 1 0,0-1 1,0 0-1,0 1 0,0-1 0,0 0 0,-1 0 0,1-1 1,0 1-1,0 0 0,-1-1 0,1 1 0,-1-1 0,1 0 19,28-41-1831,-4-11-1873</inkml:trace>
  <inkml:trace contextRef="#ctx0" brushRef="#br1" timeOffset="-259041.188">24456 13049 28734,'0'0'768,"0"0"233,0 0-281,0 104-168,-2-58-240,-20 3-200,-7 4-40,-9 2-40,-5-4-32,-4-10-176,0-25-360,13-13-705,11-4-1335</inkml:trace>
  <inkml:trace contextRef="#ctx0" brushRef="#br1" timeOffset="-258774.027">24518 12162 28598,'0'0'1528,"0"0"-1528,138 136-280,-81-74-176,-12-9-424</inkml:trace>
  <inkml:trace contextRef="#ctx0" brushRef="#br0" timeOffset="-255757.335">11695 10865 25766,'0'0'4689,"0"0"-4145,0 0-504,0 0-40,0 0-208,0 0-649,106 21-4200</inkml:trace>
  <inkml:trace contextRef="#ctx0" brushRef="#br0" timeOffset="-254601.059">15405 5870 26158,'0'0'985,"0"0"-487,0 0-33,0-16 806,-1-48-502,0 62-734,0 0 0,0 0-1,1 1 1,-1-1 0,0 0-1,-1 0 1,1 1 0,0-1-1,0 0 1,-1 1-1,1-1 1,-1 1 0,0 0-1,1-1 1,-1 1 0,0 0-1,1 0 1,-1 0 0,0 0-1,0 1 1,0-1 0,0 0-1,0 1 1,0-1-1,0 1 1,0 0 0,0 0-1,0 0 1,0 0 0,-1 0-1,1 0 1,0 0 0,0 1-1,0-1 1,0 1-1,0-1 1,0 1 0,0 0-1,1 0 1,-1 0 0,0 0-1,0 0 1,1 0 0,-1 0-1,0 1 1,1-1 0,-1 1-1,0 0-34,0 0 32,-209 132 292,176-109-291,-133 102 141,5 6 1,-21 33-175,124-106 37,2 1 0,3 4-1,3 1 1,2 3-1,4 2 1,-35 74-37,69-125 0,1 0 0,1 1 0,1 1 0,1-1 0,1 1 0,0 0 0,2 1 0,1 0 0,1 0 0,0 0 0,2 0 0,1 0 0,1 0 0,0 0 0,2 0 0,1 0 0,1-1 0,1 1 0,0-1 0,2 0 0,7 14 0,15-2 0,2-1 0,0-2 0,2-1 0,2-2 0,0-1 0,2-2 0,1-2 0,0-1 0,41 15 0,-7 1 0,-50-28 0,-1 0 0,0 1 0,0 1 0,-2 1 0,0 1 0,0 1 0,-1 0 0,-1 2 0,0 0 0,-2 1 0,0 0 0,-1 2 0,-1 0 0,0 0 0,-2 1 0,0 1 0,-2 0 0,0 0 0,-2 1 0,1 5 0,-4-5 0,-2 0 0,0 0 0,-2 1 0,0-1 0,-2 0 0,-1 0 0,0 0 0,-2 0 0,0 0 0,-2 0 0,0-1 0,-2 0 0,0-1 0,-2 1 0,0-1 0,-7 9 0,-66 95 0,-5-3 0,-6-4 0,-4-4 0,-72 60 0,-47 57 0,165-145 0,54-84-6,-1 0 0,1-1 0,-1 1 0,1-1 0,0 1 0,0-1 0,0 1 0,0-1 1,0 0-1,0 0 0,0 0 0,0 0 0,0 0 0,0-1 0,1 1 0,-1-1 0,0 1 0,0-1 0,1 0 0,-1 0 0,0 0 0,0 0 0,1 0 0,-1 0 0,0-1 1,1 1-1,-1-1 0,0 0 0,0 1 0,0-1 0,0 0 0,0 0 0,0-1 6,237-90-157,-235 91 156,1 1 1,0-1 0,0 1-1,0 0 1,0 0 0,0 0 0,0 1-1,0 0 1,0 0 0,0 0-1,-1 0 1,1 1 0,0 0 0,-1 0-1,1 0 1,-1 1 0,0-1-1,0 1 1,0 0 0,0 0-1,0 0 1,-1 1 0,1 0 0,19 24 0,-2 1 0,-1 1 1,-2 0-1,-1 2 0,-1 0 0,8 24 0,-22-52 0,61 153 21,-7 2-1,-6 3 1,-8 2-1,-7 1 1,10 135-21,3 233 247,-22 86-247,-18-336 8,-1 48-8,14-1 1,27 92-1,2-209 0,-50-210-41,0 0 0,1 0 1,0 0-1,0 0 0,0 0 0,0 0 1,0 0-1,1 0 0,-1 0 0,1-1 0,0 1 1,0 0-1,0-1 0,0 0 0,0 1 0,0-1 1,1 0-1,-1 0 0,1 0 0,-1-1 1,1 1-1,0 0 0,0-1 0,-1 0 0,1 0 1,0 0-1,0 0 0,1 0 0,-1 0 0,0-1 1,2 0 40,10 1-1905</inkml:trace>
  <inkml:trace contextRef="#ctx0" brushRef="#br0" timeOffset="-253148.435">5167 7234 26598,'0'0'2051,"0"0"-1014,0 0-407,0 0-215,0 0-227,-1 0-116,337-47 5,188-42 83,273 0-160,303 63 477,-861 25-325,158 1 161,-375 0-296,-1 1 0,1 0 0,-1 2 0,0 1 0,0 1 1,0 0-1,-1 2 0,13 5-17,-69-5 20,-11-5-143,-5 2-490</inkml:trace>
  <inkml:trace contextRef="#ctx0" brushRef="#br0" timeOffset="-234307.441">5793 7870 25461,'0'0'3205,"1"-16"-1942,14-116 239,-15 132-1490,0 1 0,0 0 1,0-1-1,-1 1 0,2 0 1,-1-1-1,0 1 0,0 0 0,0-1 1,0 1-1,0 0 0,0-1 1,1 1-1,-1 0 0,0-1 0,1 1 1,-1-1-1,0 1 0,1 0 1,-1-1-1,1 1 0,-1-1 1,1 1-1,-1-1 0,1 0 0,-1 1 1,1-1-1,-1 1 0,1-1 1,-1 0-1,1 0 0,0 1 1,-1-1-1,1 0 0,0 0 0,-1 0 1,1 0-1,0 1 0,-1-1 1,1 0-1,0 0 0,-1 0 1,1-1-1,0 1 0,-1 0 0,1 0 1,0 0-1,-1 0 0,1-1 1,0 1-1,-1 0 0,1 0 1,-1-1-1,1 1 0,0-1 0,-1 1 1,1 0-1,-1-1 0,1 1 1,-1-1-1,0 1 0,1-1 1,-1 0-13,26 166 310,-20 66-184,-10 1-1,-14 43-125,3-105-13,8 1-1,14 167 14,33-141-398,-6-42-3430,-33-127-1441</inkml:trace>
  <inkml:trace contextRef="#ctx0" brushRef="#br0" timeOffset="-234013.436">5417 8958 27486,'0'20'1224,"11"180"278,17-58-1040,6-1-1,6-1 1,7-2 0,12 14-462,-58-148 14,-1-2-2,0 0-1,0 1 0,0-1 0,0 0 1,1 0-1,-1 0 0,0 0 0,1 0 0,0 1 1,-1-1-1,1 0 0,0 0 0,0 0 1,0-1-1,0 1 0,1 0 0,-1 0 1,0-1-1,1 1 0,-1 0 0,1-1 0,0 1 1,-1-1-1,1 0 0,0 0 0,0 0 1,0 0-1,0 0 0,0 0 0,0 0 1,0 0-1,0-1 0,0 1 0,0-1 0,0 0 1,0 1-1,1-1 0,-1 0 0,0 0 1,0-1-1,0 1 0,0 0 0,1-1 1,-1 1-1,0-1 0,0 0 0,0 1 1,0-1-1,0 0 0,1-1-11,101-154 132,-20 34-149,5 4 0,5 5 0,5 3 0,86-71 17,107-59-2108,-184 156-1869</inkml:trace>
  <inkml:trace contextRef="#ctx0" brushRef="#br0" timeOffset="-233448.544">9761 11499 25021,'0'0'4201,"0"0"-3553,104-19-304,30-18 129,76-16-49,47-9-128,14 0 0,-2 9 56,-28 12-88,-5 8-120,-5 8-48,-9 6-56,-19 4-32,-25 1-8,-27 4-168,-41-3-240,-43 5-632,-32 0-873</inkml:trace>
  <inkml:trace contextRef="#ctx0" brushRef="#br0" timeOffset="-233065.657">10564 10621 29630,'0'0'736,"0"0"-406,-11 22-174,-27 47 118,-3-1 0,-2-2 1,-31 32-275,-71 59 391,-158 129-391,138-136 337,-105 126-337,177-147 215,91-127-213,1-1 1,0 1-1,0 0 1,0 0-1,0 0 1,1 1 0,-1-1-1,0 0 1,1 0-1,0 0 1,-1 0-1,1 0 1,0 1-1,0-1 1,0 0-1,0 0 1,1 0 0,-1 1-1,1-1 1,-1 0-1,1 0 1,0 0-1,0 0 1,0 0-1,0 0 1,0 0 0,0 0-1,0 0 1,1-1-1,-1 1 1,1 0-1,-1-1 1,1 1-1,-1-1 1,1 0 0,0 1-1,0-1 1,0 0-1,0 0 1,0 0-1,0 0 1,0-1-1,0 1 1,0-1 0,0 1-1,1-1 1,-1 1-1,0-1 1,0 0-1,0 0 1,1 0-1,-1-1 1,0 1-1,0 0 1,0-1 0,0 1-1,0-1 1,1 0-3,50 1 0,0-2 0,1-2 0,-2-3 1,1-2-1,6-4 0,246-56 0,-142 28 0,1 7 0,2 8 0,101-2 0,-201 25-209,-1 3-1,1 2 1,-1 3-1,32 8 210,-39 0-1851</inkml:trace>
  <inkml:trace contextRef="#ctx0" brushRef="#br0" timeOffset="-232326.187">1068 11206 18132,'0'0'9202,"0"0"-7386,0 0-1368,0 0 192,0 0-151,114 49-153,-65-36-112,-2 1-128,2 0-40,-6 2-32,-3 7-24,-17 26-32,-9-3-600,-14 2-2729</inkml:trace>
  <inkml:trace contextRef="#ctx0" brushRef="#br0" timeOffset="-232064.911">0 12762 29894,'0'0'945,"0"0"-713,0 0-104,0 0 128,198-60 136,-15-35-72,31-20-168,8-9 16,-14 11 56,-29 20-168,-13 17-56,-18 16 0,-21 14-104,-27 9-504,-35 14-752,-30 7-2161</inkml:trace>
  <inkml:trace contextRef="#ctx0" brushRef="#br0" timeOffset="-231864.657">593 13538 24061,'0'0'6818,"0"0"-6418,0 0-264,177-71 184,-58-17 120,31-37-232,-3-15-104,-8 6-88,-25 15-16,-33 24-544,-26 28-1161,-22 16-7048</inkml:trace>
  <inkml:trace contextRef="#ctx0" brushRef="#br0" timeOffset="-231633.148">1357 12685 28942,'-2'10'92,"-23"105"915,5 1-1,-1 70-1006,21-178 30,1 339 1349,-2-343-1371,0 1-1,1-1 0,-1 1 1,1-1-1,0 0 1,0 1-1,1-1 0,-1 0 1,1 1-1,0-1 1,0 0-1,1 1 0,-1-1 1,1 0-1,0 0 1,0 0-1,0-1 0,0 1 1,1 0-1,0-1 1,0 1-1,0-1 0,0 0 1,0 0-1,0 0 1,1-1-1,-1 1 0,1-1 1,0 0-1,0 0 1,0 0-1,0 0 0,0-1 1,0 1-1,1-1 1,-1 0-1,0-1 0,1 1 1,-1-1-1,0 1 1,1-2-1,1 1-7,74-67 0,51-103-585,-8-5 0,1-20 585,-25 34-1951,-17 19-2058</inkml:trace>
  <inkml:trace contextRef="#ctx0" brushRef="#br0" timeOffset="-231439.994">2874 10969 30046,'0'0'1137,"0"0"-1017,0 0 152,0 0 240,81 108-224,-62-66-200,1 6-88,-4 46-64,-5-11-496,-11-2-1273</inkml:trace>
  <inkml:trace contextRef="#ctx0" brushRef="#br0" timeOffset="-231114.52">2395 12264 30735,'0'0'496,"0"0"-330,26-23-88,178-159 186,-180 159-261,2 1 1,1 2 0,0 0-1,1 2 1,1 1 0,1 1-1,1 2 1,0 1 0,0 1-1,1 1 1,1 3 0,20-4-4,-49 12-1,0-1 1,0 1 0,0 0-1,0 0 1,0 1-1,0-1 1,-1 1 0,1 0-1,0 0 1,0 0-1,0 1 1,-1-1 0,1 1-1,-1 0 1,1 0 0,-1 0-1,0 0 1,0 1-1,0-1 1,0 1 0,0 0-1,0 0 1,-1 0-1,0 0 1,1 0 0,-1 0-1,0 1 1,0-1-1,-1 1 1,1 0 0,-1-1-1,0 1 1,0 0-1,0 1 1,7 31 3,-1 1 0,-2 0 0,-1 0 0,-2 0 0,-2 1 0,-4 28-3,4-53 1,-11 129 31,-7 0 1,-5-1-1,-7-1-32,-16 96 181,38-82 520,8-154-701,0 1 0,0-1 0,0 1 0,0-1 0,0 1 0,0-1 0,0 1 0,0-1 0,0 1 0,0-1 0,1 1 0,-1-1 0,0 1 0,0-1 0,0 0 0,1 1 0,-1-1 0,0 1 0,1-1 0,-1 0 0,0 1 0,1-1 0,-1 0 0,1 1 0,-1-1 0,0 0 0,1 1 0,-1-1 0,1 0 0,-1 0 0,1 0 0,-1 1 0,1-1 0,-1 0 0,1 0 0,-1 0 0,1 0 0,-1 0 0,1 0 0,-1 0 0,1 0 0,-1 0 0,1 0 0,-1 0 0,1 0 0,-1-1 0,1 1 0,-1 0 0,1 0 0,-1 0 0,0-1 0,1 1 0,-1 0 0,1-1 0,-1 1 0,0 0 0,1-1 0,-1 1 0,0 0 0,1-1 0,-1 1 0,0-1 0,1 1 0,-1-1 0,63-142 0,407-1080-2238,-412 1051 75</inkml:trace>
  <inkml:trace contextRef="#ctx0" brushRef="#br0" timeOffset="-230846.976">4168 10254 29246,'0'0'872,"0"0"-303,90 118-89,-54-51 128,-7 9-120,-7 18-200,-18 24-112,-10 34-136,-36 14-40,-22 4 0,-13-4 0,1-20 0,1-9-80,18-37-408,10-33-248,17-33-729,13-27-591</inkml:trace>
  <inkml:trace contextRef="#ctx0" brushRef="#br0" timeOffset="-230187.873">3722 11162 28510,'0'0'971,"28"-1"-579,390-26 804,92-41-324,-388 66-613,-120 2-258,-1 1-1,1 0 1,0 0-1,-1 1 1,1-1-1,-1 0 0,0 0 1,1 1-1,-1-1 1,0 0-1,0 1 1,0 0-1,0-1 1,0 1-1,0 0 1,0-1-1,0 1 0,-1 0 1,1 0-1,-1-1 1,1 1-1,-1 0 1,0 0-1,0 0 1,0 0-1,0 0 1,0 0-1,0 0 1,0-1-1,-1 1 0,1 0 1,-1 1-1,-2 10-8,0 0 0,-1 0 1,0-1-1,-1 1 0,0-1 0,-1 0 1,-1-1-1,0 1 0,0-1 0,-1 0 0,0-1 1,-5 4 7,11-11-6,-159 187-1202,-8-8 1,-142 116 1207,109-108-914,185-173 889,10-12 117,0 1 0,1 0 1,-1 0-1,2 1 0,-1-1 0,1 1 0,0 1 0,0-1 0,1 1 0,0-1 1,0 1-1,-2 7-92,6-14 17,0 0 1,0 0 0,-1 0-1,1 0 1,0 0 0,0 0-1,0-1 1,0 1 0,0 0-1,0 0 1,1 0 0,-1 0-1,0 0 1,0 0-1,1-1 1,-1 1 0,0 0-1,1 0 1,-1 0 0,1-1-1,-1 1 1,1 0 0,-1 0-1,1-1 1,0 1 0,-1 0-1,1-1 1,0 1 0,-1-1-1,1 1 1,0-1 0,0 0-1,0 1 1,-1-1-1,1 1 1,0-1 0,0 0-1,0 0 1,0 0 0,0 0-1,0 1 1,-1-1 0,1 0-1,0 0 1,0-1 0,0 1-1,0 0 1,0 0 0,0 0-1,0-1 1,0 1-18,14-1 60,0-1-1,0-1 1,0 0-1,0-1 1,0-1 0,-1 0-1,1-1 1,-2-1-1,1 0 1,8-6-60,123-73 273,-3-6 0,11-18-273,12-7 125,-112 84-197,-52 33 62,-1 0 0,1 0 0,0 0 1,-1 0-1,1 0 0,-1 0 0,1 0 0,-1 0 1,1 1-1,0-1 0,-1 0 0,1 0 0,-1 1 1,1-1-1,-1 0 0,1 0 0,-1 1 0,1-1 1,-1 0-1,0 1 0,1-1 0,-1 1 1,1-1-1,-1 1 0,0-1 0,1 1 0,-1-1 1,0 1-1,0-1 0,1 1 0,-1-1 0,0 1 1,0-1-1,0 1 0,0 0 0,0-1 0,0 1 1,0-1-1,0 1 0,0-1 0,0 1 0,0 0 1,0-1-1,0 1 0,0-1 0,0 1 0,-1-1 1,1 1-1,0-1 0,0 1 0,-1-1 0,1 1 1,0-1-1,-1 1 0,1-1 10,-1 6-69,-3 24-194,-3 0 1,0 0-1,-2 0 1,-1-1 0,-1 0-1,-2-1 1,-1 1 262,4-8-141,-75 146-1361,-104 154 1502,-50 93 2810,210-329-1690,56-89-994,93-129-246,-101 111 50,14-23 40,1 3-1,3 1 1,1 1 0,2 2 0,2 2-1,1 2 1,2 2 0,1 1 0,1 3-1,1 2 1,9-1 30,-52 24 2,1 0 0,-1 0-1,1 1 1,0-1 0,0 1 0,-1 1-1,1-1 1,1 1 0,-1 0 0,0 0 0,0 1-1,0 0 1,0 0 0,1 1 0,-1-1-1,0 1 1,0 0 0,0 1 0,0 0 0,0 0-1,0 0 1,-1 0 0,1 1 0,-1 0-1,0 0 1,1 1 0,-1 0 0,-1-1 0,1 2-1,0-1 1,-1 0 0,0 1 0,0 0-1,-1 0 1,1 0 0,-1 0 0,0 1 0,0-1-1,0 2-1,-1 6 13,0 0-1,0 0 1,-1 0-1,-1 0 0,0 0 1,-1 0-1,-1 0 1,1 0-1,-2-1 0,0 1 1,-1-1-1,0 1 0,0-1 1,-2 0-1,1 0 1,-2-1-1,1 0 0,-1 0 1,-1-1-1,0 1 1,-1-2-1,0 1 0,0-1 1,-4 2-13,-28 24 49,-2-2 0,0-2 1,-2-2-1,-2-2 1,-11 3-50,-27 16-215,-3-3 0,-1-5 0,-2-3 1,-1-4-1,-61 10 215,70-29-2086</inkml:trace>
  <inkml:trace contextRef="#ctx0" brushRef="#br0" timeOffset="-229633.255">53 14791 29190,'0'0'1310,"0"0"-881,33-14-365,143-56-50,87-26 38,113-29 322,5 16 0,344-49-374,837-38 543,-573 85-465,756-188-1211,-1636 275-1428</inkml:trace>
  <inkml:trace contextRef="#ctx0" brushRef="#br0" timeOffset="-229376.254">6952 11568 32199,'0'0'424,"0"0"-424,0 0-400,0 0 160,0 0-200,-4 97-1097,-2-56-17283</inkml:trace>
  <inkml:trace contextRef="#ctx0" brushRef="#br0" timeOffset="-229065.454">6852 12287 29942,'0'0'1593,"0"0"-1313,0 0-280,0 0-32,0 0-544,102 67-2161</inkml:trace>
  <inkml:trace contextRef="#ctx0" brushRef="#br0" timeOffset="-228081.96">5666 15158 28302,'0'0'1567,"0"0"-1116,0 0-355,0 0 35,-17-5 73,-54-18-60,63 21-140,-1 0 1,1 0-1,-1 1 0,0 0 1,1 1-1,-1 0 1,0 0-1,0 1 1,1 0-1,-1 0 1,1 1-1,-1 0 0,1 1 1,0 0-1,0 0 1,0 1-1,0 0 1,0 0-1,1 0 1,0 1-1,0 1 1,-5 4-5,-4 5 0,2 1-1,0 1 1,1 0 0,0 1 0,2 0 0,0 1 0,1 1 0,0 1 0,-16 38 4,3 2 0,3 0 0,2 2-1,3 0 1,3 0 0,2 1 0,4 1 0,2-1 0,3 2-4,-1-54 15,1 0 1,0 1-1,0-1 1,1 0 0,1 1-1,0-1 1,1 0-1,0 0 1,1 0 0,0 0-1,1 0 1,0-1-1,1 1 1,0-1-1,1 0 1,0-1 0,1 0-1,0 0 1,0 0-1,1 0 1,1-1 0,-1-1-1,1 0 1,1 0-1,0 0 1,0-1 0,0-1-1,1 0 1,5 3-16,0-4 19,0-1 1,0-1-1,0 0 1,0-1-1,0 0 1,0-2-1,0 0 1,1-1-1,-1 0 1,0-1-1,0-1 1,0 0-1,0-2 1,-1 0-1,0 0 1,13-7-20,19-12 48,-1-2 0,-1-2 0,-1-1 0,20-21-48,78-64-488,-6-6 1,109-124 487,-174 164-1858</inkml:trace>
  <inkml:trace contextRef="#ctx0" brushRef="#br0" timeOffset="-227781.733">6873 14635 29062,'21'4'1897,"231"25"-1320,-239-29-568,24 1 12,-1 2 0,1 1-1,0 1 1,-1 3 0,0 0 0,-1 3 0,19 8-21,-48-16 7,1 1 0,-1 0 0,0 0 0,-1 1 0,1 0 1,-1 0-1,0 0 0,0 0 0,0 1 0,-1 0 0,0 0 0,0 0 0,-1 0 1,1 1-1,-1-1 0,-1 1 0,1 0 0,-1 0 0,-1 0 0,1 0 0,-1 0 1,0 0-1,-1 0 0,1 1 0,-1-1 0,-1 0 0,0 0 0,0 1 0,0-1 1,-1 0-1,0 0 0,-2 6-7,-8 17 24,0-1 1,-2-1-1,-1 0 1,-2-1-1,0-1 1,-2 0-1,-16 17-24,29-36 2,-59 72-183,-4-3 1,-71 61 180,57-79-1263,40-53-3628,23-10-9964</inkml:trace>
  <inkml:trace contextRef="#ctx0" brushRef="#br0" timeOffset="-227532.697">6975 15010 28318,'0'134'1168,"0"32"-592,0 30 1,0-7 47,0-19-32,0-7-232,0-11-176,2-16-136,10-32-40,-2-30-8,0-30 0,1-19-112,9-6-312,12-19-88,-3-14-1473,-4-21-3720</inkml:trace>
  <inkml:trace contextRef="#ctx0" brushRef="#br0" timeOffset="-227133.72">8293 14943 30062,'-39'464'1533,"4"-111"-768,32-122-370,4-227-395,-1-1 1,1 1-1,0 0 0,0-1 0,0 1 1,0-1-1,1 1 0,-1-1 1,1 0-1,0 0 0,0 1 0,0-1 1,0 0-1,1-1 0,-1 1 1,1 0-1,-1-1 0,1 1 0,0-1 1,0 0-1,0 0 0,1 0 1,-1-1-1,0 1 0,1-1 0,-1 1 1,1-1-1,-1 0 0,1-1 1,0 1-1,-1-1 0,1 1 0,0-1 1,-1 0-1,1 0 0,0-1 1,-1 1-1,1-1 0,0 0 0,-1 0 1,1 0-1,2-1 0,6-4 0,0-1 0,0 0 0,0-1 0,-1 0 0,0-1 0,-1 0 0,0-1 0,0 0 0,7-11 0,48-60-178,-3-2 0,-4-3-1,-4-2 1,-4-3 0,7-26 178,-3-3-299,-5-3-1,-6-1 1,-6-3 0,3-35 299,-20 105 1154,-14 62-655,20 117-75,63 355-413,-89-469-80,1 1 1,0-1-1,1 0 0,0 0 0,0 0 1,1-1-1,0 1 0,0 0 0,1-1 1,0 0-1,0 0 0,1 0 0,0 0 1,0-1-1,0 0 0,1 0 0,0 0 1,0-1-1,1 0 0,-1 0 0,1 0 1,2 0 68,15 1-4489</inkml:trace>
  <inkml:trace contextRef="#ctx0" brushRef="#br0" timeOffset="-220287.399">7503 4234 25485,'0'0'3150,"-17"-10"-2216,-122-66-257,105 67-581,-1 2 1,0 1-1,0 1 0,0 2 0,-1 2 0,1 1 0,-1 2 0,1 1 0,0 2 0,0 1 0,0 2 0,1 1 0,0 2 0,-25 12-96,-129 45 65,3 8 1,3 8 0,4 7 0,4 9-1,5 7 1,5 7 0,1 10-66,80-56 48,4 3 1,2 4-1,4 3 0,3 4 1,-53 81-49,88-110 11,2 2-1,2 1 1,3 2 0,2 1 0,3 1 0,2 1 0,3 0 0,3 2 0,3 0 0,-1 29-11,11-45 6,2 1-1,2 0 1,2-1 0,2 0 0,3 0 0,1 0 0,2-1 0,3-1 0,1 0 0,2-1 0,3 0-1,1-2 1,1-1 0,3-1 0,1-1 0,2-1 0,2-1 0,1-2 0,2-2 0,1 0 0,4-1-6,23 15 1,3-2 0,2-3 1,1-3-1,2-3 1,1-3-1,2-4 0,1-2 1,1-4-1,2-3 1,0-3-1,0-4 1,1-3-1,1-4 0,-1-3 1,1-3-1,-1-4 1,1-3-1,60-15-1,71-18 16,-2-10 1,-2-9-1,179-78-16,-179 59 7,-3-9-1,-5-8 1,-4-10-1,-4-7 1,-6-9-1,117-102-6,-260 192-16,-1-3 0,-2 0 0,-2-3 1,-1-1-1,-1-1 0,-3-2 0,-1-2 0,-2 0 0,-2-2 1,-2-1-1,-2-1 0,-3 0 0,-1-2 0,-2 0 0,-3-1 1,4-27 15,-14 28-32,-2 1 1,-2-1 0,-3 1 0,-1 0 0,-3 0 0,-1 0-1,-3 1 1,-2 0 0,-1 1 0,-3 1 0,-2 1 0,-1 0 0,-3 2-1,-1 0 1,-3 1 31,-15-19-32,-2 2-1,-3 2 0,-3 1 1,-2 4-1,-2 1 0,-2 3 0,-2 3 1,-2 2-1,-38-18 33,23 22-14,-1 3 0,-2 3 0,-1 4 0,-2 3-1,0 4 1,-1 4 0,-1 3 0,0 4 0,-1 4 0,0 3 0,1 4-1,-1 4 1,0 3 0,1 4 0,-26 10 14,-91 27-870,2 10 0,-180 79 870,212-70-2354</inkml:trace>
  <inkml:trace contextRef="#ctx0" brushRef="#br0" timeOffset="-219284.861">4396 14296 19428,'0'0'8778,"0"0"-8002,0 0-448,-10 95-192,4 50 392,-2 99 89,-2 62-161,-3 44-192,-5 3-128,-2-21-40,12-1-96,8-24-8,8-35-152,30-51-248,1-67-737,-6-68-1055,-7-57-17132</inkml:trace>
  <inkml:trace contextRef="#ctx0" brushRef="#br0" timeOffset="-218849.004">4107 14846 29062,'0'0'663,"0"0"-363,22-8-231,351-100 496,126-10-565,-301 80 53,2 8 0,1 9 1,44 7-54,353 7 4,369-17-2,637-34 12,-516 58-14,-1054-1-511,0 2 1,0 1-1,0 2 1,-1 1-1,26 8 511,-67-10-12375,-29-2 6454,-2-1 1676</inkml:trace>
  <inkml:trace contextRef="#ctx0" brushRef="#br0" timeOffset="-218551.263">10109 14427 11258,'0'0'80,"0"0"12427,0 0-8786,-108-4-2681,86 29-376,6 42-128,8 57-56,5 70-111,1 39-137,2 20-136,0-7-96,0-29-88,0-9-497,0-22-1047,0-52-3817,-4-38-2169</inkml:trace>
  <inkml:trace contextRef="#ctx0" brushRef="#br0" timeOffset="-218285.284">3901 17307 29038,'188'-11'848,"75"-5"-328,71 4-247,24 5 47,-19 5-176,9 2-80,3 0-32,8 12-16,12 4-16,2-7 0,-7-2-232,-96-7-1769,-59 0-17779</inkml:trace>
  <inkml:trace contextRef="#ctx0" brushRef="#br0" timeOffset="-181353.872">14312 2259 26166,'0'0'2887,"0"0"-1892,0 0-739,0 0-163,0 0 98,17-2 158,215-18 323,583-4-7,79 1-2907,-814 23-2040</inkml:trace>
  <inkml:trace contextRef="#ctx0" brushRef="#br0" timeOffset="-180712.637">18723 2260 28374,'0'0'984,"0"0"-712,0 0-176,0 0 296,126 11 81,-38-4-145,40-5-80,41-2-48,11 0-32,-9 0-48,-24 5-88,-29 11-32,-2 7-8,-12 2-128,-28-6-320,-17-5-1457</inkml:trace>
  <inkml:trace contextRef="#ctx0" brushRef="#br0" timeOffset="-179004.656">15431 2027 27046,'0'0'1191,"0"0"-544,0 0-385,0 0-162,0 0 34,-1 23 108,3 159 53,32 378 136,-34-517-504,0 40-2777,0-82-626</inkml:trace>
  <inkml:trace contextRef="#ctx0" brushRef="#br0" timeOffset="-178744.888">15392 2015 24557,'0'0'4169,"0"0"-3553,-65 95-272,37-49-72,5 0 80,3 0-103,6-2-177,6-3-72,7-6-297,1-10-431,3-9-880,9-14-2953</inkml:trace>
  <inkml:trace contextRef="#ctx0" brushRef="#br0" timeOffset="-178494.565">15390 2084 25814,'0'0'1456,"0"0"-488,0 0-488,115 28-256,-69-7-112,16 11-112,-11-5-288,-11-3-7049</inkml:trace>
  <inkml:trace contextRef="#ctx0" brushRef="#br0" timeOffset="-175221.093">14805 3183 22293,'0'0'2203,"0"0"-1070,0 0-724,0 0-33,0 0 492,0 0 83,-9 11-487,-86 155-89,53-70-333,5 2 1,3 1 0,-9 58-43,37 3 44,8-154-45,2 0 0,-1-1 0,1 1 0,0-1 0,0 0 1,0 0-1,0 0 0,1-1 0,0 0 0,0 0 0,0 0 0,1 0 1,-1-1-1,1 0 0,0 0 0,0-1 0,0 1 0,0-1 1,0 0-1,1-1 0,-1 0 0,1 0 0,-1 0 0,1-1 0,-1 0 1,1 0-1,-1 0 0,0-1 0,1 0 0,5-2 1,20-1-155,0-1 0,0-2 0,-1-1 0,0-2 0,0-1 0,-1-1 0,0-2 0,-2 0 0,1-2 0,-2-2 0,0 0 0,22-21 155,17-13-3185</inkml:trace>
  <inkml:trace contextRef="#ctx0" brushRef="#br0" timeOffset="-174945.404">15030 3711 27006,'0'0'824,"0"0"-456,-49 141-256,39-81-72,6-5-40,4-7 0,8 5-24,10-14-608,2-11-2505</inkml:trace>
  <inkml:trace contextRef="#ctx0" brushRef="#br0" timeOffset="-174478.676">15427 3985 24485,'0'0'1769,"0"0"-705,1-17-544,21-267 221,-22 282-742,0 0 0,0 0 0,-1 0 0,1 0 0,-1 0 0,0 0 0,1 0 0,-1 1 0,0-1 0,0 0 0,0 0 0,0 1 0,-1-1 0,1 1 0,0-1 0,-1 1 0,1-1 0,-1 1 0,1 0 0,-1 0 0,0 0 0,1 0 0,-1 0 0,0 0 0,0 0 0,0 1 0,1-1 0,-1 0 0,0 1 0,0 0 0,0-1 0,0 1 0,0 0 0,0 0 0,0 0 0,0 0 0,0 1 0,0-1 0,0 0 0,0 1-1,0 0 1,0-1 0,0 1 1,-1 3 0,1 0-1,0 0 0,0 1 0,0-1 0,1 1 0,0-1 1,-1 1-1,1-1 0,1 1 0,-1 0 0,1-1 0,0 1 0,0 0 1,0-1-1,1 1 0,-1 0 0,1-1 0,0 1 0,2 3 1,-2-5-34,1 1 0,0 0 0,0-1 0,1 1 0,-1-1 0,1 0 0,-1 0 0,1 0 0,0 0 0,0 0 0,1-1 0,-1 1 0,0-1 0,1 0 0,0 0 0,-1 0 0,1-1 0,0 1 0,0-1 0,0 0 0,0 0 0,0 0 0,0-1 0,0 1 0,0-1 0,0 0 0,0 0 0,4-1 34,116-19-1011,106-20-3695,-226 40 4821,0-2 0,-1 1 0,1 0 0,-1-1 0,1 1 0,-1-1 0,0 0 0,1 0 0,-1-1 0,0 1 0,-1-1 0,1 1 0,0-1 0,-1 0 0,1 0 0,-1 0 0,0 0 0,0 0 0,0-1 0,-1 1 0,1-1 0,-1 1 0,1-1 0,-1 0 0,-1 1 0,1-1 0,0 0 0,-1 0 0,0 1 0,0-1 1,0 0-1,0 0 0,0 0 0,-1 1 0,0-1 0,0 0 0,0 0-115,1-5 114,1 7-99,-1 0 0,1 1 0,-1-1 0,1 1 1,-1-1-1,0 0 0,0 1 0,0-1 0,0 0 0,0 1 1,0-1-1,0 1 0,0-1 0,-1 0 0,1 1 0,-1-1 1,1 1-1,-1-1 0,0 1 0,1-1 0,-1 1 0,0-1 1,0 1-1,0 0 0,0-1 0,0 1 0,0 0 0,-1 0 0,1 0 1,0 0-1,-1 0 0,1 0 0,0 0 0,-1 0 0,1 1 1,-1-1-1,1 0 0,-1 1 0,0 0 0,1-1 0,-1 1 1,1 0-1,-1 0 0,0-1 0,1 1 0,-1 1 0,-1-1-15,-3 2 21,1 1 0,-1 0-1,1 0 1,0 0 0,0 1-1,0-1 1,0 1 0,0 1-1,1-1 1,0 0 0,0 1-1,0 0 1,0 0-1,1 0 1,0 1 0,0-1-1,0 1 1,1 0 0,0-1-1,0 1 1,0 0 0,1 0-1,0 1 1,0-1 0,0 0-1,1 0 1,0 0 0,0 1-1,2 4-20,-2-6-84,1 0-1,1 0 1,-1 0-1,1-1 1,0 1-1,0-1 1,0 1-1,1-1 0,-1 0 1,1 1-1,0-1 1,0-1-1,1 1 1,-1 0-1,1-1 1,0 0-1,0 0 1,0 0-1,0 0 1,0-1-1,1 1 1,-1-1-1,1 0 0,-1-1 1,1 1-1,1-1 85,27 12-2520</inkml:trace>
  <inkml:trace contextRef="#ctx0" brushRef="#br0" timeOffset="-174160.564">16302 3699 19196,'0'0'794,"0"0"-176,0 0 548,0 0 660,0 0-627,0 0-483,1-10-377,-7-84 366,5 93-713,0 1 0,0-1 0,0 1 0,0-1 0,0 1 0,0-1 0,0 1 0,-1 0 0,1 0 0,0-1 0,0 1 0,0 0 0,0 0 0,0 0 0,0 0-1,-1 0 1,1 0 0,0 1 0,0-1 0,0 0 0,0 1 0,0-1 0,0 0 0,0 1 0,0-1 0,0 1 0,0 0 0,0-1 0,0 1 0,0 0 0,1-1 0,-1 1 0,0 0 0,0 0 0,1 0 0,-1 0 0,0 0 0,1 0 0,-1 0 0,1 0 0,-1 0 0,1 0 8,-5 10 138,1 0 1,0 0-1,1 0 1,1 1-1,-1-1 1,2 1-1,0 0 1,0 0-1,1-1 1,1 11-139,-1-22 0,0 3 9,1 0 1,-1-1-1,1 1 0,0 0 0,0-1 0,0 1 1,1-1-1,-1 1 0,1-1 0,-1 1 0,1-1 0,0 0 1,0 0-1,0 0 0,0 0 0,0 0 0,0 0 1,0-1-1,1 1 0,-1-1 0,1 0 0,-1 1 1,1-1-1,-1 0 0,1 0 0,0-1 0,-1 1 0,1 0 1,0-1-1,0 0 0,0 0 0,-1 0 0,1 0 1,0 0-1,0 0 0,0-1 0,-1 1 0,1-1 1,0 0-1,0 0 0,-1 0 0,1 0 0,-1 0 0,1-1 1,-1 1-1,0-1 0,1 1 0,-1-1 0,0 0 1,0 0-1,0 0 0,0 0 0,-1 0 0,1-1-9,122-91-178,-67 45-749</inkml:trace>
  <inkml:trace contextRef="#ctx0" brushRef="#br0" timeOffset="-173895.074">16785 3538 28254,'0'0'728,"0"0"-528,104-14-112,-51 0 192,0 1-128,0 3-88,-1-3-56,-5 1-8,0-4-272,-14 4-552,-11-1-1480</inkml:trace>
  <inkml:trace contextRef="#ctx0" brushRef="#br0" timeOffset="-173628.867">17037 3156 26830,'0'0'1208,"0"0"-496,4 133-208,7-24-136,7 36-104,-2 11-264,-2-36-256,-9-32-6313</inkml:trace>
  <inkml:trace contextRef="#ctx0" brushRef="#br0" timeOffset="-166792.37">18929 3923 19956,'0'0'1369,"0"0"-897,-17 140-472,17-96-152,0-14-5634</inkml:trace>
  <inkml:trace contextRef="#ctx0" brushRef="#br0" timeOffset="-166530.433">19449 3812 20604,'0'0'1385,"0"0"-1385</inkml:trace>
  <inkml:trace contextRef="#ctx0" brushRef="#br0" timeOffset="-166281.203">19127 3594 24853,'0'0'1001,"-25"91"-593,7-31 168,-1 5 528,-1 2-624,2-2-208,5-3-120,1-2-96,0 8-56,2-17-432,4-14-3257</inkml:trace>
  <inkml:trace contextRef="#ctx0" brushRef="#br0" timeOffset="-165978.554">19616 3734 19428,'0'0'7074,"0"0"-5849,0 0-1602,-17-6 219,-55-14 141,70 20 26,-1 1 0,0-1 1,1 1-1,-1 0 0,1 0 0,-1 0 0,1 0 0,-1 0 0,1 0 1,0 1-1,0-1 0,0 1 0,-1-1 0,1 1 0,1 0 0,-1 0 1,0 0-1,0 0 0,1 0 0,-1 0 0,1 1 0,0-1 0,-1 0 1,1 1-1,0-1 0,0 3-9,-3 3 94,-1 2 6,0 1-1,0-1 0,2 1 0,-1-1 1,1 1-1,1 0 0,0 0 1,0 1-1,2-1 0,-1 0 0,1 8-99,2-15-30,-1-1-1,1 1 0,0-1 1,0 0-1,0 0 0,0 0 0,1 0 1,-1 0-1,1 0 0,0-1 0,0 1 1,0-1-1,0 0 0,0 0 1,0 0-1,0 0 0,1 0 0,-1-1 1,1 0-1,0 0 0,-1 1 0,1-2 1,0 1-1,-1 0 0,1-1 1,0 0-1,0 0 0,-1 0 0,1 0 1,0-1-1,0 1 0,-1-1 0,4-1 31,7 2-494,33 0-2520</inkml:trace>
  <inkml:trace contextRef="#ctx0" brushRef="#br0" timeOffset="-165680.649">20133 3702 24021,'0'0'1322,"0"0"-661,0 0 9,0 0 94,0 0-197,0 0-89,7-7-135,20-21-148,-26 27-196,0 0 0,-1 0 0,1 0 0,0-1 0,-1 1 0,1 0 0,-1 0 0,1 0 0,-1-1 0,0 1 0,1 0 0,-1 0 0,0-1 0,0 1 1,0 0-1,0-1 0,0 1 0,0 0 0,0-1 0,-1 1 0,1 0 0,0 0 0,-1-1 0,1 1 0,-1 0 0,1 0 0,-1 0 0,1-1 0,-1 1 0,0 0 0,0 0 0,0 0 0,1 0 0,-1 0 0,0 1 0,0-1 1,0 0-1,-1 0 0,1 1 0,0-1 0,0 0 0,0 1 0,0-1 0,-1 1 0,1 0 0,0-1 0,0 1 0,-1 0 0,1 0 0,0-1 0,-1 1 0,1 0 0,0 1 0,-1-1 0,1 0 0,0 0 0,0 0 0,-1 1 1,1-1-1,0 1 1,-2 2-14,1 1 0,1 0 0,-1 0 0,0-1 1,1 1-1,0 0 0,0 0 0,0 1 0,0-1 1,1 0-1,0 0 0,0 0 0,0 0 0,0 0 1,1 1-1,-1-1 0,1 0 0,0 0 0,0 0 1,0 0-1,1 0 0,0 0 0,0 0 14,6 2-26,0-1-1,0 0 1,0 0 0,1-1-1,0 0 1,0 0 0,0-1-1,0 0 1,0-1 0,1 0-1,-1-1 1,1 0 0,0 0-1,-1-1 1,1 0 0,-1-1-1,1 0 1,0 0 0,-1-1-1,8-2 27,42-15-1036,-5-4-1018</inkml:trace>
  <inkml:trace contextRef="#ctx0" brushRef="#br0" timeOffset="-165395.985">20594 3654 27726,'0'0'651,"0"0"-342,0 0-196,0 0 0,0 0-37,1-10-90,3-34-43,-20 57 64,12-7 26,1 0 1,0 1 0,0-1 0,1 1-1,0 0 1,0 0 0,1-1 0,0 1-1,0 0 1,0 0 0,1 0 0,0 0-1,1 6-33,1-12-5,0 0 0,0 0-1,0 0 1,0-1 0,0 1-1,0-1 1,0 1 0,0-1-1,0 1 1,0-1 0,1 0-1,-1 0 1,0 0 0,0 0-1,0-1 1,0 1 0,0-1-1,0 1 1,0-1 0,0 0-1,0 1 1,0-1 0,0 0-1,0 0 1,0 0 0,1-1 5,52-41-877,-32 22-2855,9-13-14274</inkml:trace>
  <inkml:trace contextRef="#ctx0" brushRef="#br0" timeOffset="-165131.191">18770 4404 27598,'0'0'712,"163"-57"-472,18-8-64,46-13 88,25 2 248,1 14-152,-15 20-184,-13 13-176,-60 15-752,-45 4-3161</inkml:trace>
  <inkml:trace contextRef="#ctx0" brushRef="#br0" timeOffset="-164848.048">20947 4402 27414,'0'0'2376,"0"0"-2376,0 0-4345</inkml:trace>
  <inkml:trace contextRef="#ctx0" brushRef="#br0" timeOffset="-147035.355">17368 7985 23213,'0'0'4578,"0"0"-3051,0 0-985,0 0-237,0 0-84,6 9 100,30 63 148,-2 1 1,-4 2 0,15 59-470,23 58 286,5-63-235,-70-126-51,0 0 0,0 0 1,0 0-1,1 0 0,-1 0 0,1-1 1,0 0-1,0 0 0,0 0 0,0 0 1,0 0-1,0-1 0,0 0 0,1 0 0,-1 0 1,0 0-1,1 0 0,-1-1 0,1 0 1,-1 0-1,1-1 0,-1 1 0,0-1 0,1 0 1,-1 0-1,0 0 0,1 0 0,-1-1 1,0 0-1,0 0 0,0 0 0,0-1 0,20-14 3,0-1-1,-2-2 0,0 0 0,-1-1 1,-2-1-1,0-1 0,-1-1 1,0-3-3,8-6-16,7-11-4,120-129-112,-145 169 134,-1 0 0,1 0 0,0 1 1,0 1-1,0-1 0,0 1 0,0 1 0,1 0 1,-1 0-1,0 0 0,1 1 0,-1 0 0,1 1 1,-1 0-1,0 0 0,1 1 0,-1 0 0,0 0 1,0 1-1,0 0 0,-1 0 0,1 1 0,-1 0 1,0 1-1,0-1 0,0 1 0,0 1 0,-1-1 1,0 1-1,0 0 0,0 2-2,43 25 111,-26-19-97,2-2 1,0 0-1,1-1 1,0-2 0,0 0-1,1-2 1,0-1-1,0-1 1,0-1 0,1-2-1,0 0 1,-1-2-1,1-1 1,0-2 0,-1 0-1,0-2 1,0-1-1,0-1 1,17-7-15,339-162-36,-375 172 31,0 0 1,0 0-1,0 0 1,1 1-1,0 1 0,-1-1 1,1 1-1,0 1 1,0 0-1,0 0 0,0 1 1,0 0-1,0 0 0,0 1 1,0 0-1,0 1 1,0 0-1,0 0 0,-1 1 1,1 0-1,-1 0 1,7 5 4,12 22-16,-24-26 17,0 1 0,1-1 0,-1 0-1,1 0 1,0 0 0,0 0 0,0-1 0,1 1-1,0-1 1,-1 0 0,1-1 0,0 1-1,0-1 1,0 0 0,1 0 0,-1 0 0,0-1-1,4 1 0,23-2-119,0-2 0,0 0-1,-1-2 1,1-2 0,-1-1 0,0-1-1,0-2 1,-1 0 0,-1-3-1,1 0 1,-2-2 0,9-6 119,130-54-841,-161 71 846,0 1-1,1 0 1,0 0 0,0 1 0,0-1-1,0 2 1,0-1 0,0 1 0,0 0-1,0 0 1,0 1 0,1 0 0,-1 1 0,0-1-1,0 1 1,1 1 0,-1-1 0,0 1-1,0 1 1,-1-1 0,1 1 0,0 0-1,-1 0 1,0 1 0,0 0 0,0 0-1,0 1 1,0 0-5,67 113 859,-65-102-804,0 1 0,1-1 1,0 0-1,2-1 0,0 0 0,0-1 0,1 0 0,1-1 0,0-1 0,1 0 0,0 0 0,1-1 0,3 0-55,7 0 14,0-2-1,1-1 1,0 0 0,0-2-1,1-2 1,-1 0 0,1-1-1,0-2 1,12-1-14,91-7 8,0-6-1,0-5 1,-2-6 0,-1-6 0,-1-5 0,115-49-8,10 3-15,-111 39-491,3 6 1,0 7 0,109-7 505,-167 29-2145</inkml:trace>
  <inkml:trace contextRef="#ctx0" brushRef="#br0" timeOffset="-146170.631">18301 11800 28766,'0'0'695,"0"0"-367,0 0-65,16 18 214,1 2-334,-7-7-72,0-1-1,0-1 1,1 0-1,1 0 1,0-1-1,0-1 1,1 0-1,13 7-70,3-4 34,1-2-1,1 0 1,0-3-1,0 0 1,0-2 0,1-1-1,0-2 1,-1-1-1,1-1 1,0-2 0,0-1-1,-1-2 1,1-1 0,-1-1-1,18-8-33,346-121 22,-95 26-36,-282 104 8,1 1-1,-1 1 1,1 0 0,0 2-1,0 0 1,0 1 0,0 1-1,0 1 1,0 0-1,0 2 1,0 0 0,0 1-1,-1 1 1,1 1 0,-1 0-1,-1 1 1,1 1-1,-1 1 7,4 4 55,1 0-1,0-2 0,0-1 1,1 0-1,1-2 0,-1-1 0,1 0 1,1-2-1,-1-1 0,21 1-54,42-8 32,-1-4 1,-1-3-1,1-4 0,76-24-32,-20 7-5,-77 17-26,127-26-255,192-14 286,-322 49-8,0 3 1,0 2-1,0 4 0,0 2 1,-1 2-1,0 4 0,0 2 0,17 8 8,210 100 48,-223-89-69,3-3 0,0-3 0,2-2 0,1-4 0,64 10 21,10-18-670,-49-11-2797,-13-1-7872</inkml:trace>
  <inkml:trace contextRef="#ctx0" brushRef="#br0" timeOffset="-145399.414">17938 14803 28158,'0'0'780,"0"0"-348,0 0 2,9 17 50,32 53-99,-36-62-353,1-1-1,-1 0 0,1 0 1,1-1-1,-1 1 0,1-2 1,0 1-1,1-1 0,-1 0 1,1 0-1,0-1 0,0 0 1,0 0-1,1-1 0,-1 0 1,1 0-1,0-1 0,0 0 1,0-1-1,0 0 1,7 0-33,8-2 9,0 0-1,0-2 0,-1-1 0,1 0 0,-1-2 0,0 0 0,9-5-7,652-303 24,-650 301-28,0 2 0,1 2 0,0 1 0,0 2 0,1 1 0,0 2 0,0 1 0,0 2 0,14 2 4,-32 2 25,0 0 0,0 1-1,-1 0 1,0 2-1,0 0 1,-1 1-1,1 0 1,-2 2-1,1-1 1,-1 2 0,-1 0-1,0 1 1,-1 1-1,7 7-24,-2-2 79,1-2 0,0 0 1,1-2-1,0 0 0,1-1 0,1-1 0,14 6-79,-6-11 44,1 0 0,0-2 0,0-2 0,0 0 0,1-2 0,-1-2 0,0-1 0,0-1 0,0-1 0,0-2 0,3-2-44,411-104 18,-316 73-19,0 5 1,2 6-1,1 6 1,12 5 0,-12 14 0,-1 5 0,0 6 0,78 17 0,-20-4-271,1-8-1,99-9 272,-108-7-1465</inkml:trace>
  <inkml:trace contextRef="#ctx0" brushRef="#br0" timeOffset="-130868.581">24781 13542 28534,'0'0'2945,"0"0"-2617,0 0-272,0 0 56,0 0 240,0 0-144,101 5-128,-50-5-40,4-4-24,2-6 0,-2-1-16,3-6-144,-14 2-568,-15 3-2185</inkml:trace>
  <inkml:trace contextRef="#ctx0" brushRef="#br0" timeOffset="-129181.388">17853 8310 27870,'0'0'739,"0"0"-418,0 0-133,0 0 72,0 0 84,0 0-46,0 0-109,18 7-104,4 0-82,1-1 0,-1-2 0,1 0 0,0-1 0,0-2 0,0 0 1,0-1-1,8-2-3,32 1-1,273 1 17,640 22 319,565 105 383,-1318-105-586,266 14 49,-489-36-207,1 0 0,-1 1 0,1-1 0,-1 0 1,1 0-1,-1 0 0,1 1 0,-1-1 0,1 0 0,-1 0 0,1 0 0,-1 0 0,1 0 0,-1 0 0,1 0 0,-1 0 1,1 0-1,-1 0 0,1-1 0,-1 1 0,1 0 0,-1 0 0,1 0 0,-1 0 0,1-1 0,-1 1 0,0 0 1,1-1-1,-1 1 0,1 0 0,-1-1 0,0 1 0,1 0 0,-1-1 0,0 1 0,1-1 0,-1 1 0,0-1 0,0 1 1,1-1-1,-1 1 0,0-1 0,0 1 0,0-1 0,0 1 0,0-1 0,0 1 0,1-1 0,-1 1 0,0-1 1,-1 1-1,1-1 0,0 1 0,0-1 0,0 1 0,0-1 0,0 1 0,0-1 0,-1 1 0,1-1 0,0 1 0,0-1 1,-1 1-1,1 0 0,-1-1 26,-15-13-3698</inkml:trace>
  <inkml:trace contextRef="#ctx0" brushRef="#br0" timeOffset="-128465.523">18668 11667 28654,'0'0'962,"0"0"-404,0 0-321,19-1-65,760-28 1001,219 48-545,269-2-549,-1038-38-1897,-168 4-1661</inkml:trace>
  <inkml:trace contextRef="#ctx0" brushRef="#br0" timeOffset="-787.938">20519 7994 28486,'0'0'1648,"0"0"-1319,0 0-185,101-9 160,-41-2 40,29-1-96,34-4-48,50-9-56,29-3 24,14 0 80,6 0-88,-8 5-72,4 3-64,4 6-16,8 5-8,-1 4-168,-54 1-504,-30 1-1977</inkml:trace>
  <inkml:trace contextRef="#ctx0" brushRef="#br0" timeOffset="9589.112">26093 9787 25149,'0'0'3634,"0"0"-2656,0 0-667,0 0 65,-19-1-16,-62 1-168,78 1-185,0-1 1,-1 1-1,1 0 1,0 0-1,-1 0 1,1 0-1,0 0 1,0 1-1,0-1 1,0 1-1,0 0 1,0 0-1,0 0 1,1 1-1,-1-1 0,1 0 1,0 1-1,-1 0 1,1-1-1,0 1 1,1 0-1,-2 1-7,-2 4 27,-15 28 127,1 0 1,1 2-1,3 0 1,1 0-1,2 2 1,-4 24-155,10-43 50,-4 7 15,3 1 1,0 0-1,1 0 1,2 0 0,2 1-1,0-1 1,2 1-1,1 5-65,0-31 3,0 1-1,0 0 0,1-1 0,0 1 0,-1-1 1,2 1-1,-1-1 0,0 0 0,1 0 0,0 0 1,0 0-1,0 0 0,0-1 0,1 1 1,-1-1-1,1 0 0,0 0 0,0 0 0,0-1 1,1 1-1,-1-1 0,0 0 0,1 0 1,-1-1-1,1 1 0,0-1 0,-1 0 0,1-1 1,0 1-1,0-1 0,4 1-2,4-1 1,1 0-1,-1 0 1,1-1-1,-1-1 1,1 0-1,-1-1 1,0-1-1,0 0 1,-1 0-1,1-1 1,2-3-1,12-8-24,-1-2 0,0-1-1,-2-1 1,0-1 0,15-18 24,-33 34-18,78-84-703,-14 7-972</inkml:trace>
  <inkml:trace contextRef="#ctx0" brushRef="#br0" timeOffset="9875.245">26505 9570 29022,'0'0'1430,"18"3"-990,0 1-428,5-2 124,1 2 0,-1 1 0,0 0 0,-1 2 0,1 0 1,-1 2-1,-1 0 0,1 2 0,-2 0 0,1 1 0,-2 2 0,0 0 1,10 9-137,-25-13 2,0-1 0,-1 1 0,-1 0 1,1-1-1,-1 1 0,-1 0 0,0 1 1,-1-1-1,1 0 0,-2 0 0,0 0 1,0 0-1,-1 0 0,0 0 0,0 0 1,-1 0-1,0-1 0,-1 0 0,0 1 1,-1-1-1,0 0 0,0-1 0,-1 1 1,0-1-1,-1-1 0,0 1 1,0-1-1,0 0 0,-2 1-2,7-6-33,-82 75-468,16-64-3071,57-20 624</inkml:trace>
  <inkml:trace contextRef="#ctx0" brushRef="#br0" timeOffset="10125.462">26645 9762 26414,'0'0'2416,"0"0"-1768,0 0 168,2 138-135,-2-71-193,1 6-200,1 3-48,0 3-96,0 1-88,0-2-56,2-6-120,4-17-80,16-31-888,-1-16-769,3-8-3488</inkml:trace>
  <inkml:trace contextRef="#ctx0" brushRef="#br0" timeOffset="10425.232">27322 9600 27686,'0'0'2078,"0"24"-1194,-25 442 1227,23-411-2104,0-28-7,2-1 0,0 1 0,2 0 1,1 0-1,1-1 0,4 17 0,-8-41 0,0 0 0,0 0 0,1 0 0,-1 0 0,0 0 0,1 0 0,-1 0 0,1 0 0,0 0 0,-1 0 0,1 0 0,0 0 0,0 0 0,0 0 0,1-1 0,-1 1 0,0 0 0,1-1 0,-1 1 0,1-1 0,-1 0 0,1 1 0,0-1 0,-1 0 0,1 0 0,0 0 0,0 0 0,0 0 0,0-1 0,0 1 0,0 0 0,0-1 0,0 0 0,0 1 0,0-1 0,0 0 0,0 0 0,0 0 0,1 0 0,-1-1 0,0 1 0,1-1 0,62-115-11,-39 57-59,-17 34 17,1 1 0,1 0 0,1 1 0,1 0 0,1 1 0,1 1 0,1 0 0,3-1 53,-17 19 1,0 1 0,0 0 0,0-1 0,0 1 0,0 0 0,1 0 0,-1 1 0,1-1 0,0 1 1,-1-1-1,1 1 0,0 0 0,0 0 0,0 0 0,0 0 0,0 0 0,0 1 0,0-1 0,0 1 1,0 0-1,0 0 0,0 0 0,0 0 0,0 1 0,0-1 0,0 1 0,0 0 0,0 0 0,0 0 1,-1 0-1,1 0 0,0 1 0,0-1 0,-1 1 0,1 0 0,-1 0 0,0 0 0,1 0 0,-1 0 1,1 1-2,82 183 285,-82-182-373,0-1-1,0 1 1,1-1 0,-1 0-1,1 0 1,0 0 0,0-1 0,0 1-1,0-1 1,0 0 0,0 0-1,1 0 1,-1-1 0,1 0-1,0 1 1,-1-2 0,1 1 0,0 0-1,-1-1 1,1 0 0,0 0-1,0 0 1,-1-1 0,1 0-1,0 0 1,-1 0 0,1 0 0,-1-1-1,1 0 1,-1 1 0,0-2-1,0 1 1,3-2 88,44-19-2943</inkml:trace>
  <inkml:trace contextRef="#ctx0" brushRef="#br0" timeOffset="10842.598">28455 9685 27934,'0'0'1184,"0"0"-416,0 0 17,0 0-161,0 0-176,0 0-136,121-14 32,-34 14-64,27-2-192,27-4-88,-11 1 0,-24-2 0,-36 0 0,-25 0 0,1 2 0,1-9-456,-10 3-920,-15-1-3489</inkml:trace>
  <inkml:trace contextRef="#ctx0" brushRef="#br0" timeOffset="11108.263">29430 9351 27822,'0'0'864,"0"0"-240,0 0 8,91 97 65,-68-67-321,-3 0-120,-10-2 40,-8 1 0,-2 1-32,-12 0-48,-18 1-112,-7-1-40,-4 0-64,0-3-8,-8 3-360,9-5-648,9-9-2953</inkml:trace>
  <inkml:trace contextRef="#ctx0" brushRef="#br0" timeOffset="11425.001">28517 10181 28822,'0'0'928,"0"0"-239,130 2-81,-20-2-80,31-7-152,7-7-248,-25 1-56,-34 5 64,-38 2-48,-12 3-56,-4 3-32,-5-2-240,-5 2-456,-21 0-1105</inkml:trace>
  <inkml:trace contextRef="#ctx0" brushRef="#br0" timeOffset="11708.847">28761 9974 29966,'0'0'1065,"0"0"-715,-22 17-76,-135 100 270,135-101-502,8-9-37,1 1 0,0 1 0,0 0 0,1 1 1,0 0-1,1 1 0,0 0 0,1 1 0,0 0 0,1 0 0,0 1 1,1 1-1,1-1 0,0 1 0,0 1 0,2-1 0,-3 11-5,10-19 2,0 0 0,1 0 0,0 0 0,0-1 0,1 1 0,0-1 0,0 0 0,0 0 0,0 0 0,1 0 1,0-1-1,0 0 0,0 0 0,0 0 0,1-1 0,-1 0 0,1 0 0,0 0 0,0 0 0,0-1 0,0 0 0,1-1 0,-1 1 0,0-1 0,1 0 0,-1-1 0,1 1 0,-1-1 0,1-1-2,58 10-126,1-4 1,-1-2-1,1-4 0,0-2 1,3-3 125,43-11-1565,-13-3-1911</inkml:trace>
  <inkml:trace contextRef="#ctx0" brushRef="#br0" timeOffset="11975.78">30155 9132 30559,'0'0'1280,"0"0"-1144,0 0-96,0 0-8,0 0 48,80 107-80,-80-41-168,-10-10-440,-15 1-1361</inkml:trace>
  <inkml:trace contextRef="#ctx0" brushRef="#br0" timeOffset="12225.286">29735 9893 28502,'0'0'1584,"0"0"-1416,0 0 329,0 0 143,119-3-224,-71-12-288,-1-2-128,-2 1-24,6 2-424,-10 3-985,-12 6-3048</inkml:trace>
  <inkml:trace contextRef="#ctx0" brushRef="#br0" timeOffset="12442.064">29929 10216 28222,'0'0'1142,"0"0"-514,0 0-97,0 0-41,0 0-171,19 3-184,-5 0-120,-9-1-13,0-1 1,0 1-1,0-1 1,0-1-1,0 1 1,0-1-1,0 1 1,0-1-1,0-1 1,0 1-1,0-1 0,0 0 1,0 0-1,0-1 1,0 1-1,0-1 1,-1 0-1,1 0 1,0-1-1,-1 1 1,0-1-1,0 0 1,1-1-3,94-121-2151,-100 155 253,-74 224 4492,56-102-1067,31-151-1418,-2-7-254,0-1 0,0 1-1,-1-2 1,0 1 0,0-1 0,0-1-1,-1 1 1,-1-1 0,1-1 0,-1 0-1,4-8 146,4-3-405,29-39-1273,-4 1-2452</inkml:trace>
  <inkml:trace contextRef="#ctx0" brushRef="#br0" timeOffset="13309.3">30575 9469 26974,'0'0'1751,"0"0"-1192,22-4-53,135-26 460,64-53-3475,-221 83 2502,0 0 0,0 1 0,0-1 0,0 0 0,0 0 0,0 1-1,0-1 1,0 0 0,0 0 0,0 1 0,0-1 0,0 0 0,0 0-1,0 1 1,0-1 0,0 0 0,0 0 0,0 1 0,0-1 0,0 0-1,1 0 1,-1 1 0,0-1 0,0 0 0,0 0 0,0 1 0,1-1-1,-1 0 1,0 0 0,0 0 0,0 0 0,1 1 0,-1-1 0,0 0-1,0 0 1,0 0 0,1 0 0,-1 0 0,0 0 0,0 0 0,1 0-1,-1 0 1,0 0 0,0 0 0,1 1 0,-1-2 0,0 1 0,1 0-1,-1 0 1,0 0 0,0 0 7,-24 31 971,13-19-680,-153 252 1212,-213 192-1468,347-417-19,22-20-14,30-25-28,291-226-1176,-312 231 1214,1-1 0,-1 1 1,1-1-1,0 1 0,-1-1 0,1 1 1,0 0-1,0 0 0,0 0 0,0 0 1,0 0-1,0 0 0,0 1 0,0-1 1,0 1-1,0-1 0,0 1 0,1 0 1,-1 0-1,0 0 0,0 0 0,0 0 1,0 0-1,1 1 0,-1-1 0,0 1 1,0-1-1,0 1 0,0 0 0,0 0 1,0 0-1,0 0 0,0 0 0,-1 0 1,1 1-1,0-1 0,-1 1 0,1-1 1,-1 1-1,1 0 0,-1-1 0,0 1 1,1 0-1,-1 0 0,0 0 0,0 0 1,-1 0-1,1 0 0,0 0-12,4 287 341,-7-65 193,6-275-705,10 23-65,1-1-1,1 2 1,1 0-1,2 1 0,0 1 1,2 0-1,1 2 1,23-20 236,124-96-143,-170 140 168,1-1 0,0 1 0,-1 0 0,1 0 0,-1-1-1,1 1 1,0 0 0,-1 0 0,1 0 0,0-1 0,0 1 0,0 0 0,0 0-1,0 0 1,0 0 0,0-1 0,0 1 0,0 0 0,0 0 0,0 0 0,0 0 0,0 0-1,1-1 1,-1 1 0,0 0 0,1 0 0,-1-1 0,1 1 0,-1 0 0,1 0-1,-1-1 1,1 1 0,-1-1 0,1 1 0,0 0 0,-1-1 0,1 1 0,0-1 0,-1 1-1,1-1 1,0 0 0,0 1 0,0-1 0,-1 0 0,1 1 0,0-1 0,0 0-1,0 0 1,0 0 0,-1 0 0,1 0 0,0 0 0,0 0 0,0 0 0,0 0 0,0 0-1,-1-1 1,1 1 0,0 0 0,0 0 0,0-1 0,-1 1 0,1-1 0,0 1-1,0-1 1,-1 1 0,1-1 0,0 1 0,0-1-25,-2 13-73,3 342 714,-2-348-688,-1 0 0,0 0 1,0 0-1,0 0 1,-1 0-1,0 0 0,0 0 1,-1 0-1,1 0 1,-1-1-1,-1 0 0,1 1 1,-1-1-1,0 0 1,0-1-1,0 1 0,-1-1 1,1 0-1,-1 0 1,0 0-1,0-1 0,-1 1 1,1-1-1,-1-1 1,-3 3 46,-155 41-6850,59-40 7386,104-5-442,-1-1 1,1 1-1,-1-1 1,1 1-1,-1-1 1,1 0-1,-1 0 1,0 0-1,1 0 1,-1 0-1,1 0 1,-1-1-1,1 1 1,-1 0-1,1-1 1,-1 1-1,1-1 1,-1 1-1,1-1 0,-1 0 1,1 0-1,0 0 1,-1 0-1,1 0 1,0 0-1,0 0 1,0 0-1,0 0 1,0 0-1,0-1 1,0 1-1,0 0 1,1-1-1,-1 1 1,0 0-1,1-1 1,-1 1-1,1-1 1,-1 1-1,1-1 1,0 0-1,0 1 1,0-1-1,0 1 1,0-1-1,0 1 1,0-1-1,0 0 1,0 1-1,1-1 1,-1 1-1,1-1 1,-1 1-1,1 0-94,5-9 34,0 1 0,0 0 1,1 0-1,0 1 0,0 0 0,1 0 0,0 0 0,1 1 0,-1 1 1,1 0-1,1 0 0,-1 0 0,9-3-34,3-4 20,385-213-1633,-380 209-3515</inkml:trace>
  <inkml:trace contextRef="#ctx0" brushRef="#br0" timeOffset="14093.086">26833 13736 28142,'0'0'1386,"0"0"-868,0 0-91,0 0 131,-11 15-136,-130 242 13,137-247-426,-10 19 6,1 1 0,2 0-1,1 0 1,1 1 0,2 0-1,1 1 1,2 0 0,-1 26-15,5-53 1,0 0-1,0 0 1,0 0-1,1 0 1,0 0 0,0 0-1,0 0 1,0 0 0,1 0-1,0-1 1,0 1 0,0 0-1,1-1 1,-1 0 0,1 1-1,0-1 1,0 0 0,1 0-1,-1-1 1,1 1 0,0-1-1,0 0 1,0 0 0,0 0-1,1 0 1,-1-1-1,1 0 1,-1 0 0,1 0-1,0 0 1,0-1 0,0 0-1,0 0 1,0 0 0,0 0-1,0-1 1,0 0 0,0 0-1,0 0 1,0-1 0,0 0-1,0 0 1,0 0 0,0 0-1,0-1 1,0 0 0,2-1-1,8-7-209,0-1 0,0 0 1,-1-1-1,0-1 1,-1 0-1,-1-1 0,0 0 1,-1-1-1,-1 0 1,9-16 208,37-64-4984,-1-10-10585,-12 16 8643</inkml:trace>
  <inkml:trace contextRef="#ctx0" brushRef="#br0" timeOffset="14358.314">27277 13499 13683,'0'0'1792,"0"0"10123,0 0-11163,145 21 88,-92 1-64,-2 8-39,-12 5-265,-15 9-168,-16 4-40,-8 5-120,-20 2-88,-15-1-56,-8-1-24,-1-7-248,3-7-192,-4-10-705,12-14-1007,5-9-15012</inkml:trace>
  <inkml:trace contextRef="#ctx0" brushRef="#br0" timeOffset="14608.272">27281 13906 264,'0'0'28006,"0"0"-26910,-2 139-192,-2-65-311,2 6-177,2 1-176,0-7-160,4-5-56,11-14-24,5-14-120,2-20-240,3-21-184,20-30-249,-5-18-1079,-3-7-3057</inkml:trace>
  <inkml:trace contextRef="#ctx0" brushRef="#br0" timeOffset="14858.35">27777 13831 20364,'0'0'5336,"0"0"-2846,0 0-1218,0 0-374,0 0-231,14 20-258,0-3-330,61 118 346,19 146 34,-94-278-467,0 0 0,1 0-1,-1 0 1,1 1 0,0-1 0,0 0-1,0 0 1,0-1 0,0 1 0,1 0 0,-1 0-1,1-1 1,0 1 0,0-1 0,0 1 0,0-1-1,0 0 1,0 0 0,1 0 0,-1 0 0,1 0-1,0 0 1,-1-1 0,1 1 0,0-1-1,0 0 1,0 0 0,0 0 0,0 0 0,0 0-1,0-1 1,0 1 0,0-1 0,0 0 0,0 0-1,1 0 1,-1 0 0,0-1 0,0 1 0,0-1-1,0 0 1,0 0 0,0 0 0,0 0 0,2-2 8,11-13-101,-1-1 0,0 0 0,-2-1 0,0-1 0,-1 0 0,-1 0 0,2-6 101,4-6-120,49-90-156,-66 121 283,0 1 0,0-1 0,0 0 0,0 1 0,0-1 0,0 1 0,0-1 0,0 0 0,1 1 0,-1-1 0,0 1 0,0-1 0,0 0 0,0 1 0,1-1 0,-1 0 0,0 1 0,0-1 0,1 0 0,-1 1 0,0-1 0,1 0 0,-1 0 0,0 1 0,1-1 0,-1 0 0,0 0 0,1 0 0,-1 0 0,1 1 0,-1-1 0,0 0 0,1 0 0,-1 0 0,1 0 0,-1 0 0,0 0 0,1 0 0,-1 0 0,1 0 0,-1 0 0,0 0 0,1 0 0,-1 0 0,1-1 0,-1 1 0,0 0 0,1 0 0,-1 0 0,0 0 0,1-1 0,-1 1 0,0 0 0,1 0 0,-1-1 0,0 1 0,0 0 0,1-1 0,-1 1 0,0 0 0,0-1 0,1 1 0,-1 0 0,0-1-7,7 51 398,-5-31-316,0-11-113,1 0 1,-1 0-1,1 0 0,1-1 1,-1 1-1,1-1 1,0 0-1,1 0 0,0-1 1,0 1-1,1-1 1,-1 0-1,1 0 0,0-1 1,1 0-1,0 0 1,5 3 30,30 17-1729</inkml:trace>
  <inkml:trace contextRef="#ctx0" brushRef="#br0" timeOffset="15257.467">30542 13337 24573,'0'0'4681,"0"0"-4209,0 0-288,0 0 48,0 0-8,104 65-127,-75-56-97,-9-2-473,-14 2-2063</inkml:trace>
  <inkml:trace contextRef="#ctx0" brushRef="#br0" timeOffset="15675.549">30318 13778 23101,'0'0'4592,"0"0"-3021,0 0-793,0 0-113,19-11-292,64-37-234,-80 46-208,1 0 1,-1-1 0,1 1-1,0 1 1,-1-1 0,1 0-1,0 1 1,0 0 0,0 0-1,1 0 1,-1 0-1,0 1 1,0-1 0,0 1-1,0 0 1,1 1 0,-1-1-1,0 1 1,0-1 0,1 2 68,-3-1-183,0 1 0,0 0 0,0 0 0,0 0 1,0 0-1,0 0 0,-1 0 0,1 0 0,0 1 0,-1-1 1,0 0-1,0 1 0,0-1 0,0 1 0,0 0 1,0-1-1,-1 1 0,1 0 0,-1-1 0,0 1 0,0 0 1,0 0-1,0 0 183,-1 22 337,-1 0 1,-1-1-1,-2 0 1,0 0-1,-1 0 1,-2-1-1,0 1 0,-2-2 1,0 1-1,-5 4-337,1 1 380,2 1 0,0 0 0,2 0-1,2 1 1,0 0 0,2 2-380,5-31 4,1 0-1,-1 0 1,1 0-1,-1 0 1,1 0-1,0 0 1,-1 1-1,1-1 1,0 0-1,0 0 1,0 0-1,0 1 1,0-1-1,0 0 1,0 0-1,0 0 1,1 0-1,-1 0 1,0 1-1,1-1 1,-1 0-1,1 0 1,-1 0-1,1 0 1,-1 0-1,1 0 1,0 0-1,0 0 1,-1 0-1,1-1 1,0 1 0,0 0-1,0 0 1,0-1-1,0 1 1,0 0-1,0-1 1,0 1-1,0-1 1,0 0-1,0 1 1,1-1-1,-1 0 1,0 1-1,0-1 1,0 0-1,0 0 1,1 0-1,-1 0 1,0 0-1,0 0 1,0-1-1,0 1 1,1 0-1,-1-1 1,0 1-1,0 0 1,0-1-1,0 0 1,0 1-1,0-1 1,0 1 0,0-1-1,0 0 1,0 0-1,0 0-3,19-11 8,-1-1 0,0 0 0,-1-1 0,0-1 0,-1-1 1,-1-1-1,5-7-8,3 0 2,-22 21-28,0 1 0,0 0 0,0 0-1,0-1 1,0 2 0,0-1 0,1 0 0,-1 0 0,1 1 0,0-1 0,-1 1 0,1 0 0,0 0 0,0 0 0,-1 0 0,1 0 0,0 1 0,0-1 0,0 1 0,0 0-1,0 0 1,0 0 0,0 0 0,0 1 26,4-3-163,-1 1-1,0-1 1,1 0 0,-1-1-1,-1 1 1,1-1-1,0 0 1,0-1 0,-1 1-1,0-1 1,0 0-1,0-1 1,0 1 0,-1-1-1,0 0 1,3-4 163,-1 4-329,28-34-2224</inkml:trace>
  <inkml:trace contextRef="#ctx0" brushRef="#br0" timeOffset="16509.307">31115 13211 27062,'0'0'843,"0"0"-199,0 0-148,0 0-183,0 0-171,0 0-82,10 11-36,33 30 2,-2-27 742,-39-3-746,-35 114 499,-217 604 494,203-556-819,70-188-288,26-57-458,-3-3 0,-3-1 1,-4-2-1,-2-3 550,78-149-988,-85 190 1195,-19 86 378,-32 184-37,10-142-465,13-88-107,0 1 1,0 0-1,0-1 1,0 1-1,-1-1 0,1 0 1,0 1-1,0-1 1,0 0-1,0 0 1,0 0-1,0 0 1,0-1-1,0 1 0,0-1 1,0 1-1,0-1 1,-1 1-1,1-1 1,0 0-1,0 0 0,-1 0 1,1 0-1,0 0 1,-1 0-1,1-1 1,-1 1-1,0 0 1,1-1-1,-1 1 0,0-1 1,0 0-1,1 0 24,22-19 2323,0-2-5432,62-50-16545,-56 52 19977,2 4 8569,23 7 679,-51 11-9542,-1 0 1,1 0-1,-1 1 0,1-1 0,-1 1 1,0 0-1,0 0 0,1 0 0,-1 0 0,-1 0 1,1 1-1,0-1 0,0 1 0,-1 0 1,0 0-1,1 0 0,-1 0 0,0 0 0,-1 0 1,1 1-1,0-1 0,-1 1 0,0-1 1,0 1-1,0-1 0,0 1 0,-1 0 0,1-1 1,-1 1-1,0 0 0,0 1-29,-2 10 97,-1 1 1,0-1-1,-2 0 0,1 0 0,-2 0 0,0-1 1,-1 0-1,0 0 0,-1 0 0,0-1 0,-1 0 1,-1-1-1,0 0 0,-1 0 0,0-1 0,-1-1 1,0 0-1,-8 5-97,20-15-9,0-1 1,0 0 0,0 0-1,0 0 1,-1 1-1,1-1 1,0 0-1,0 0 1,-1 1 0,1-1-1,0 0 1,-1 1-1,1-1 1,-1 0-1,1 1 1,-1-1 0,1 0-1,-1 1 1,1-1-1,-1 1 1,0-1-1,1 1 1,-1-1 0,0 1-1,1 0 1,-1-1-1,0 1 1,1 0-1,-1 0 1,0-1 0,0 1-1,1 0 1,-1 0-1,0 0 1,0 0-1,0 0 1,1 0 0,-1 0-1,0 0 1,0 0-1,0 0 1,1 0-1,-1 1 1,0-1 0,0 0-1,1 1 1,-1-1-1,0 0 1,1 1-1,-1-1 1,0 1 0,1-1-1,-1 1 1,1-1-1,-1 1 1,1 0-1,-1-1 1,1 1 0,-1-1-1,1 1 1,-1 0-1,1 0 1,0-1-1,0 1 1,-1 0 8,21-61-320,140-132-1971,-124 158-5646</inkml:trace>
  <inkml:trace contextRef="#ctx0" brushRef="#br0" timeOffset="17119.016">28576 13558 29470,'0'0'784,"0"0"-263,203-18-65,-58-5-80,10-2-128,-24 4-136,-34 7-56,-44 5-24,-12 4-32,-2-1-32,-4-1-344,-7 2-664,-14 0-1385</inkml:trace>
  <inkml:trace contextRef="#ctx0" brushRef="#br0" timeOffset="17406.872">29020 13220 26286,'0'0'3202,"0"0"-2338,0 0-696,-17 13 81,-113 90 43,-58 93-250,185-194-42,0 1 0,0-1 0,0 1 0,1-1 0,0 1 0,-1 0 0,1 0 0,0 0 0,0 0 0,1 1 0,-1-1 0,1 0 0,-1 1 0,1-1 0,0 1 0,0 0 0,1-1 0,-1 1 0,1 0 0,0-1 0,0 1 0,0 0 0,0-1 0,0 1 0,1 0 1,0-1-1,0 1 0,0-1 0,0 1 0,1-1 0,-1 1 0,1-1 0,0 0 0,0 0 0,0 0 0,0 0 0,0 0 0,1 0 0,-1 0 0,1-1 0,22 7 5,0-1-1,0-1 1,1-2-1,-1 0 1,1-2-1,0-1 1,1-1-1,22-2-4,-30 2-3,173-1-582,-117 0-801</inkml:trace>
  <inkml:trace contextRef="#ctx0" brushRef="#br0" timeOffset="17725.93">28722 14264 28966,'0'0'1465,"0"0"-1313,139 0 176,-23-16 96,-4-3-48,-6 1-200,-18 2-40,-21 6-24,4-1-80,1 2-32,-11 2-160,0 0-432,-18 2-1217,-10-2-8945</inkml:trace>
  <inkml:trace contextRef="#ctx0" brushRef="#br0" timeOffset="17990.017">29597 14015 30631,'0'0'670,"0"0"-326,0 0 29,0 0-27,25 7-158,158 27-57,-172-34-126,3 0 2,0-1 0,0 2 0,0 0-1,0 1 1,-1 0 0,1 1 0,-1 1 0,1 0-1,-1 1 1,-1 0 0,5 3-7,-14-4 0,-1-1 0,1 1 0,-1-1 0,0 1 1,0 0-1,0 0 0,-1 0 0,0 0 0,1 0 0,-1 0 0,-1 0 0,1 0 0,-1 1 0,1-1 1,-1 0-1,0 0 0,-1 1 0,1-1 0,-1 0 0,0 0 0,0 0 0,0 0 0,0 1 1,-1-2-1,0 1 0,0 0 0,0 0 0,0 0 0,0-1 0,-1 0 0,0 1 0,1-1 0,-1 0 1,0 0-1,-1 0 0,1-1 0,0 1 0,-3 0 0,-162 138-1390,116-104-1589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05:0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851 2085 27582,'0'0'2139,"-16"-3"-1424,9 2-686,-6-1 14,-1 0 0,-1 0 0,1 1 0,0 1 0,0 1 0,0 0 0,0 0 0,0 1 0,0 1 0,-12 4-43,-18 14 63,0 1 1,1 2 0,2 1 0,1 3 0,0 1 0,3 2 0,0 2 0,2 1-1,-14 19-63,20-21 70,1 1-1,2 1 1,1 2-1,2 1 1,1 0-1,2 2 1,1 0-1,-1 12-69,11-28 38,2 1-1,0 0 1,2 1 0,0-1-1,2 1 1,1 0-1,1 0 1,1 0-1,1 0 1,1 0-1,2-1 1,0 1-1,1-1 1,2 1-1,1 0-37,-2-10 8,1-1-1,0 0 1,1 0 0,1-1-1,0 0 1,0 0-1,1-1 1,1 0 0,0-1-1,1 0 1,0-1-1,1-1 1,0 0 0,0 0-1,1-1 1,0-1-1,0 0 1,1-1 0,15 4-8,9 1-5,1-1 1,0-2-1,0-2 1,1-2 0,-1-1-1,1-2 1,4-2 4,4-3-153,0-2 1,-1-3-1,-1-1 1,1-2-1,-2-3 1,0-1-1,-1-2 1,0-3-1,-2-1 0,0-2 1,29-23 152,17-18-1834</inkml:trace>
  <inkml:trace contextRef="#ctx0" brushRef="#br0" timeOffset="255.982">2182 1739 28374,'0'0'912,"0"0"-432,130 115 144,-85-55 25,-14 1-97,-15 7-152,-14 4-136,-2 4-136,-27 2-64,-13-2-40,-5-4-24,0-6-176,0-13-88,-12-13-504,12-13-649,6-17-1295</inkml:trace>
  <inkml:trace contextRef="#ctx0" brushRef="#br0" timeOffset="441.649">1927 2188 27118,'0'0'1232,"0"0"-624,0 153 424,0-13-311,-2 33-129,0 12-160,2-4-176,0-17-152,10-19-88,10-36-16,-3-33-168,11-19-344,-9-27-617,1-12-919</inkml:trace>
  <inkml:trace contextRef="#ctx0" brushRef="#br0" timeOffset="689.575">3178 2179 30150,'-38'152'769,"1"21"-345,19-25 0,16-15 104,2-31-200,16-29-216,10-29-80,3-18-32,8-6 0,9-11 0,9-9 0,3-18-112,7-32-272,12-29-344,15-54-665,-15 15-575,-13 1-5530</inkml:trace>
  <inkml:trace contextRef="#ctx0" brushRef="#br0" timeOffset="954.295">4012 2014 19660,'0'0'8906,"0"0"-7386,0 126-863,0-54 47,0 20-24,10 18-256,9-11-272,9-11-120,39 11-32,-8-36-488,1-6-1409</inkml:trace>
  <inkml:trace contextRef="#ctx0" brushRef="#br0" timeOffset="1388.97">6759 2463 27094,'0'0'1920,"0"0"-1245,23 2-286,377 8 789,686-54-346,1419-132-761,741 134-159,-1045 99-93,-1492-32-364,-427-17-1452,-61-5-4082</inkml:trace>
  <inkml:trace contextRef="#ctx0" brushRef="#br0" timeOffset="1721.939">18347 1896 28158,'0'0'888,"0"0"-544,116 60 280,-57-23-71,2 11-129,-4 7-120,-10 6-48,-14 3-80,-19 1-56,-14-1-32,-22-2-24,-48 5-32,-50 5-32,-49 1-8,-31-15-432,39-22-1065,25-24-4624</inkml:trace>
  <inkml:trace contextRef="#ctx0" brushRef="#br0" timeOffset="2296.89">12344 1112 27926,'0'0'875,"-6"-16"-456,-6-18-283,-1 0 1,-2 2 0,-1 0 0,-2 0 0,-13-16-137,26 39 24,-1 0-1,-1 0 1,1 0 0,-2 1 0,1 0 0,-1 1-1,0-1 1,0 2 0,-1-1 0,0 1 0,0 0-1,-1 1 1,1 0 0,-1 1 0,0 0 0,-1 0-1,1 1 1,-1 0 0,1 1 0,-1 0 0,0 1-1,0 0 1,0 1 0,1 0 0,-1 1 0,-2 0-24,-2 7 5,1 0 0,0 2 0,0-1 0,1 2 1,0 0-1,1 0 0,0 1 0,1 0 0,0 1 1,-6 11-6,-15 17 24,1 1 0,3 2 1,1 0-1,2 2 1,2 1-1,3 0 0,1 2 1,3 0-1,1 1 1,3 0-1,2 1 1,3 1-1,1 0-24,5-46 8,0 1-1,1 0 1,-1 0 0,1 0 0,0 0 0,1 0-1,0-1 1,0 1 0,0 0 0,1 0 0,0-1-1,1 1 1,-1-1 0,1 0 0,0 1-1,1-1 1,-1-1 0,1 1 0,0-1 0,1 1-1,-1-1 1,1 0 0,0-1 0,1 1-1,-1-1 1,1 0 0,-1 0 0,1-1 0,0 1-1,1-1-7,4 1 27,1 1 0,0-2 0,0 0 0,0 0 0,0-1-1,0 0 1,1-1 0,-1-1 0,0 0 0,1 0 0,-1-2-1,0 1 1,1-1 0,-1-1 0,-1 0 0,1-1 0,0 0-1,-1-1 1,0-1 0,0 1 0,0-2 0,-1 1 0,1-1-1,3-5-26,338-288-2263,-271 224-2038</inkml:trace>
  <inkml:trace contextRef="#ctx0" brushRef="#br0" timeOffset="2515.137">12835 1101 28598,'0'0'984,"0"0"-168,113 134-255,-56-77-1,2-4-112,-2-6-120,-4-6-184,-6-7-104,-9-8-40,-5-10-128,4-16-392,-9 0-696,-7-12-1193</inkml:trace>
  <inkml:trace contextRef="#ctx0" brushRef="#br0" timeOffset="2720.998">13245 1115 28006,'0'0'1072,"0"0"-424,-122 57-144,63-17 1,0 6-217,6 2-184,8 0-104,16 12-112,11-11-657,10-14-1639</inkml:trace>
  <inkml:trace contextRef="#ctx0" brushRef="#br0" timeOffset="3138.388">14395 440 28726,'0'0'924,"0"0"-425,0 0-176,-21 15 57,6-5-312,3-3-28,0 1 0,1 0 0,-1 1 0,2 1 0,-1 0 0,1 0-1,1 1 1,0 0 0,0 0 0,2 1 0,-1 0 0,-3 9-40,-24 77 120,4 1 1,4 2-1,5 1 1,4 1-1,5 0 1,1 54-121,-29 487 45,33-601-445,7-43 373,1 1 0,0-1 1,-1 0-1,1 1 0,-1-1 1,1 0-1,-1 1 0,1-1 1,0 0-1,-1 1 0,1-1 1,-1 0-1,1 0 0,-1 0 1,0 0-1,1 1 0,-1-1 1,1 0-1,-1 0 0,1 0 1,-1 0-1,1 0 0,-1 0 1,1 0-1,-1 0 0,1-1 1,-1 1-1,0 0 0,1 0 1,-1 0-1,1-1 0,0 1 1,-1 0-1,1 0 0,-1-1 1,1 1-1,-1 0 0,1-1 1,0 1-1,-1-1 0,1 1 1,-1 0-1,1-1 0,0 1 1,0-1-1,-1 1 0,1-1 1,0 1-1,0-1 0,0 1 1,-1-1-1,1 1 0,0-1 1,0 1-1,0-1 0,0 0 1,0 1-1,0-1 0,0 1 1,0-1-1,0 1 0,0-1 0,1 1 1,-1-1-1,0 1 0,0-1 1,0 1-1,1-1 0,-1 1 27,-13-32-2992</inkml:trace>
  <inkml:trace contextRef="#ctx0" brushRef="#br0" timeOffset="3336.392">13795 1041 27382,'141'-5'1192,"30"1"-352,31-3-72,-8 0-271,-17-4-145,-4-3-176,-6 2-120,-16-4-56,-28-2-256,-36 2-1097,-34-1-4592</inkml:trace>
  <inkml:trace contextRef="#ctx0" brushRef="#br0" timeOffset="3620.696">15065 318 26142,'0'0'2496,"0"0"-1712,-87 134-152,38-28 1,-2 41-161,4 21-88,12 3-88,7-6-56,11-24-48,-1-5-24,2-10-72,5-26-56,-1-24-32,2-23-8,2-14-56,-12 11-264,1-12-464,-5-4-1481</inkml:trace>
  <inkml:trace contextRef="#ctx0" brushRef="#br0" timeOffset="4669.607">20118 725 24885,'0'0'2321,"0"0"-1116,0 0-547,0 0-289,0 0-183,-1 10 194,16 97 291,10 145-141,-11 1 1,-14 104-531,0-230 89,-8 1583 480,8-1614-566,3-1 0,5 1 1,4-2-1,18 65-3,-30-152-17,1-1 1,1 0-1,-1 1 1,1-1-1,0 0 1,1 0-1,-1 0 1,1 0-1,0 0 0,1-1 1,-1 0-1,1 1 1,0-1-1,0 0 1,1-1-1,0 1 1,2 1 16,-6-6-27,0 1 0,0-1 0,0 0 0,0 0 1,0 0-1,-1 0 0,1 0 0,0 0 1,0 0-1,0 0 0,0 0 0,0 0 1,0 0-1,0 0 0,0-1 0,-1 1 1,1 0-1,0-1 0,0 1 0,0-1 1,0 1-1,-1-1 0,1 1 0,0-1 1,-1 0-1,1 1 0,0-1 0,-1 0 0,1 1 1,-1-1-1,1 0 0,-1 0 0,1 1 1,-1-1-1,0 0 0,1 0 0,-1 0 1,0 0-1,0 0 0,1 0 0,-1 0 1,0 1-1,0-1 0,0 0 0,0-1 27,35-161-3524,-20 69-156</inkml:trace>
  <inkml:trace contextRef="#ctx0" brushRef="#br0" timeOffset="5254.741">20566 1345 176,'0'0'23770,"1"-1"-19864,17-10-2522,-17 11-1383,19-13 98,0 1-1,2 1 0,-1 1 0,1 1 0,1 1 0,0 1 0,0 1 0,7-1-98,490-39 1033,-406 40-915,2973-29 493,-1870 44-634,-943-10 16,147-3-365,1 19-1,156 36 373,-423-23-376,-207-26 527,49 25-66,45 254 131,144 836 1031,-160-968-1151,-5 1 0,-8 0-1,-6 1 1,-6 16-96,-2-160-75,1 0 0,-1 0 0,-1 0 1,1 0-1,-1 0 0,0 0 0,-1-1 0,0 1 0,0-1 1,0 1-1,0-1 0,-1 0 0,0 0 0,-1-1 0,1 1 0,-6 4 75,-17 10-1719</inkml:trace>
  <inkml:trace contextRef="#ctx0" brushRef="#br0" timeOffset="5738.213">21164 3613 25125,'0'0'3149,"0"0"-1862,17-4-935,257-46 234,2 11 1,1 12-1,63 11-586,1031 6 1071,159 93-1047,-652-26-24,568 12 0,-1256-65 0,-195-14 0,-97-42-1446,40 21-2357</inkml:trace>
  <inkml:trace contextRef="#ctx0" brushRef="#br0" timeOffset="7259.878">24329 1172 22005,'0'0'5538,"-7"31"-3800,-87 486-183,62-325-1229,-31 164 413,15 3 0,2 315-739,45-667-16,2-8-12,-1 1 0,1 0 0,-1 0 0,1-1-1,-1 1 1,0 0 0,1 0 0,-1 0 0,1 0 0,-1-1-1,1 1 1,-1 0 0,1 0 0,-1 0 0,1 0-1,-1 0 1,1 0 0,-1 0 0,1 0 0,-1 0 0,1 1-1,-1-1 1,1 0 0,-1 0 0,1 0 0,-1 1-1,1-1 1,-1 0 0,1 0 0,-1 1 0,0-1-1,1 0 1,-1 1 0,0-1 0,1 0 0,-1 1 0,0-1-1,1 1 1,-1-1 0,0 0 0,0 1 0,0-1-1,1 1 1,-1-1 0,0 1 0,0-1 0,0 1 0,0-1-1,0 1 1,0-1 0,0 1 0,0-1 0,0 1 28,23-31-3204,0-14-7271</inkml:trace>
  <inkml:trace contextRef="#ctx0" brushRef="#br0" timeOffset="7536.739">25470 1267 28718,'25'272'1945,"-11"1"1,-16 122-1946,1-339 111,-24 848-64,6-699-256,17-200-1214,2-14-426</inkml:trace>
  <inkml:trace contextRef="#ctx0" brushRef="#br0" timeOffset="8166.311">24172 421 19636,'0'0'1941,"0"0"466,0 0 20,0 0-924,0 0-476,0 0-227,0 5-105,0 9-60,0-38-325,-4-48-190,4 68-121,-1-1-1,0 0 0,0 0 0,-1 0 0,0 1 0,0-1 0,0 1 0,0-1 0,0 1 1,-1 0-1,0 0 0,0 0 0,0 0 0,0 1 0,-1-1 0,0 1 0,1 0 0,-1 0 1,0 0-1,0 0 0,-1 1 0,1 0 0,-1-1 0,1 2 0,-1-1 0,0 0 0,1 1 1,-1 0-1,0 0 0,0 1 0,0-1 0,0 1 0,0 0 0,0 0 0,1 1 0,-1-1 1,0 1-1,0 0 0,0 1 0,1-1 0,-4 2 2,-7 6-1,1 1 0,0 1 0,0 1 0,1 0 0,1 0 0,0 1 0,0 1 0,2 0 0,-1 0 0,2 1 0,-2 4 1,-3 1 0,1 1 0,0 0 0,2 1 0,1 1 0,0-1 0,2 2 0,0-1-1,2 1 1,0 0 0,2 1 0,1-1 0,0 14 0,3-36 4,0 1 0,0 0 0,0-1 0,0 1 0,1 0 0,-1-1 0,1 1 0,0 0 0,-1-1 0,1 1 0,1-1 0,-1 1 0,0-1 0,0 0 0,1 1 0,-1-1 0,1 0 0,0 0 0,0 0 0,0 0 0,0 0 0,0-1 0,0 1 0,0 0 0,0-1 0,1 0 0,-1 0 0,1 1 0,-1-1 0,1-1 0,-1 1 0,1 0 0,0-1 0,-1 1 0,1-1 0,0 0 0,-1 0 0,1 0 0,0 0 0,-1 0 0,3-1-4,106-38 195,140-125-3472,-192 125-2004</inkml:trace>
  <inkml:trace contextRef="#ctx0" brushRef="#br0" timeOffset="8437.328">24506 451 9362,'0'0'17932,"0"0"-16756,15 99-336,-1-57-256,6-1-39,1-6-185,1-5-176,0-7-112,-3-4-48,9-3-24,-5-5-448,-3-6-1473</inkml:trace>
  <inkml:trace contextRef="#ctx0" brushRef="#br0" timeOffset="8687.185">24761 551 17948,'0'0'10266,"0"0"-9570,-114 29-240,63-3-176,4 4-136,8 4-144,9 8-8,11-8-568,13-11-1400</inkml:trace>
  <inkml:trace contextRef="#ctx0" brushRef="#br0" timeOffset="8880.772">25452 21 28278,'0'0'940,"0"0"-181,0 0-328,0 0-178,0 0-106,-18 10-78,6-5-57,5-1 0,-1-1-1,0 1 0,1 0 0,0 1 1,0 0-1,0 0 0,1 0 1,-1 1-1,1 0 0,0 0 0,1 0 1,0 1-1,0 0 0,0 0 1,-2 6-12,-110 332 508,101-280-516,-2-1 0,-3-1 1,-3-1-1,-2-1 1,-3-2-1,-3 0 0,-15 18 8,41-69-132,1 0-1,-2 0 1,1 0-1,-1-1 1,0 0-1,0 0 1,-1-1-1,0 0 1,0-1-1,0 1 1,-1-1-1,0-1 1,0 0-1,0 0 1,0-1-1,-1 0 1,-6 1 132,-13-2-2231</inkml:trace>
  <inkml:trace contextRef="#ctx0" brushRef="#br0" timeOffset="9136.46">25112 477 25429,'0'0'1369,"130"-26"-729,-18 8-16,39 2-64,2-2-368,-17 1-192,-42 4-920,-41-1-10498</inkml:trace>
  <inkml:trace contextRef="#ctx0" brushRef="#br0" timeOffset="9402.507">26033 0 25838,'0'0'1503,"0"0"-510,0 0-371,0 0-228,0 0-167,0 0-34,-21 13 81,10-6-228,-1-1-3,1 0 0,0 1 0,0 1-1,1 0 1,0 1 0,1 0 0,-1 0 0,2 1-1,-1 0 1,1 0 0,1 1 0,0 0 0,-4 9-43,-60 151 249,7 3 1,8 3 0,8 2-1,6 11-249,35-158-212,-2-2-1,0 1 0,-2-1 0,-2 0 0,0-1 1,-2-1-1,-7 8 213,-7 5-2726</inkml:trace>
  <inkml:trace contextRef="#ctx0" brushRef="#br0" timeOffset="10202.439">24787 3179 27206,'0'0'2424,"0"0"-2032,0 0-32,-116 70 129,65-24-9,-8 9-176,-4 7-168,0 3-72,-2 2-40,6 1-24,8-7-64,12-8-288,8-10-280,11-13-809,8-18-4392</inkml:trace>
  <inkml:trace contextRef="#ctx0" brushRef="#br0" timeOffset="10468.988">25061 3101 29542,'0'0'848,"49"106"-463,-7-14 55,15 35-96,7 32-200,-9-23-144,-17-28-1465</inkml:trace>
  <inkml:trace contextRef="#ctx0" brushRef="#br0" timeOffset="14119.582">4772 6361 10202,'449'-33'7722,"1"-3"-3323,898-82-2193,-682 59-1771,2248-190 1748,1549-1-1623,3025 160 1114,-4651 124-1474,-2756-33-208,2047 42-176,-1983-38-606,-45-2-1411</inkml:trace>
  <inkml:trace contextRef="#ctx0" brushRef="#br0" timeOffset="14650.608">24936 3663 24949,'0'0'1937,"0"0"-689,-18 176-288,2-36-304,-1 26-32,-1 9-175,2-7-185,6-20-136,3-10-56,3-16-40,2-25-16,2-24-16,0-26-40,0-8-264,10-9-841,-5-12-2447</inkml:trace>
  <inkml:trace contextRef="#ctx0" brushRef="#br0" timeOffset="14919.18">24396 4711 27974,'0'104'968,"12"14"-304,13-17-176,5-18 161,-1-21-145,0-22-216,7-13-128,7-8-40,8-8 32,8-9 0,2-6-72,0-28-32,-2-14-24,-2-7-24,-1-7 0,19-23-256,-16 14-376,-12 9-1545</inkml:trace>
  <inkml:trace contextRef="#ctx0" brushRef="#br0" timeOffset="15592.866">17580 5062 17660,'-518'-33'8305,"-260"39"-6800,-1106 53-1474,479 3-310,474-6-3106,823-50 2606,-91 6-6836</inkml:trace>
  <inkml:trace contextRef="#ctx0" brushRef="#br0" timeOffset="16100.308">10116 4855 25613,'0'0'1523,"0"0"-858,0 0-316,0 0 127,0 0 26,0 0-142,-19 15-131,-117 93 71,-125 90 24,258-196-323,0-1-1,0 1 1,1-1-1,-1 1 1,0 0-1,1 0 1,-1 0-1,1 1 1,0-1-1,0 0 1,0 1-1,0 0 1,0-1 0,0 1-1,1 0 1,-1 0-1,1 0 1,0 0-1,0 0 1,0 0-1,0 0 1,1 0-1,-1 1 1,1-1-1,0 0 1,-1 0-1,2 0 1,-1 1-1,0-1 1,1 0-1,-1 0 1,1 0 0,0 1-1,0-1 1,0 0-1,1 0 1,-1 0-1,2 1 0,123 24 95,164-9-61,188-16-34,-244-5-1214,-198 2-2176</inkml:trace>
  <inkml:trace contextRef="#ctx0" brushRef="#br0" timeOffset="17274.247">13482 9083 22661,'0'0'5328,"0"0"-3923,0 0-1031,23-18-14,161-160 384,-118 95-635,-4-3 0,-4-3 0,-3-2 0,-5-2 0,-4-3 0,-4-1 0,-4-2 0,-5-2 1,-4-1-1,-4-1 0,-5-1 0,-5-1 0,-4 0 0,-4-86-109,-6 168 2,-2 1-1,0 0 1,-2 0-1,0 0 1,-1 1 0,-2-1-1,0 1 1,-1 0 0,-1 0-1,-1 1 1,-1 0-1,0 1 1,-2 0 0,0 0-1,-1 1 1,-1 1 0,-1 0-1,-1 0-1,-17-8 13,0 1-1,-1 1 1,-1 2-1,-1 1 1,-1 2-1,-1 1 1,0 2-1,-1 2 1,-1 2-1,-30-5-12,-33 0 30,0 4-1,0 4 1,-73 6-30,-36 12 64,-1 9 1,-123 32-65,191-29-4,-62 9 4,-515 93 0,629-97-237,86-6-1702,17-15-446</inkml:trace>
  <inkml:trace contextRef="#ctx0" brushRef="#br0" timeOffset="17653.014">12350 6391 26358,'0'0'2225,"0"0"-1298,-21 3-507,-146 35 453,-60 39-610,4 9 0,-112 66-263,320-144-4,6-5 31,-1 1 1,0 0 0,1 0-1,0 1 1,0 0 0,1 0-1,-1 1 1,1 1 0,0-1-1,1 1 1,0 0 0,0 1-1,0 0 1,1 0 0,0 0-1,1 1 1,0 0-1,0 0 1,1 0 0,0 1-1,-2 7-27,6-14 1,1 1 0,-1 0 0,1 0 0,0 0 0,0-1 0,0 1 0,0 0 0,1-1 0,0 1 0,-1-1 0,1 1 0,0-1 0,1 0 0,-1 0 0,1 0 0,-1 0 0,1 0 0,0-1 0,0 1 0,0-1 0,0 0 0,0 0 0,1 0 0,-1 0 0,1 0 0,-1-1-1,1 0 1,0 1 0,0-1 0,-1-1 0,1 1 0,0-1 0,0 1 0,0-1 0,0 0 0,1 0-1,266 14-171,251-35-1318,-416 13-217</inkml:trace>
  <inkml:trace contextRef="#ctx0" brushRef="#br0" timeOffset="19632.368">3054 3739 23733,'0'0'1238,"0"0"-541,0 0-266,0 0 196,0 0 137,0 0-173,-3 11-139,-4 50-8,2 0 0,2 0 0,3 0 1,8 55-445,-5-69 89,130 1558 1063,-116-1515-2553,-17-88-1471</inkml:trace>
  <inkml:trace contextRef="#ctx0" brushRef="#br0" timeOffset="23438.507">12756 6834 7626,'0'0'3480,"0"0"8059,0 0-10483,0 0-856,120-79-80,-77 52-120,-2-3-136,-11 5-16083,-13 8 8553</inkml:trace>
  <inkml:trace contextRef="#ctx0" brushRef="#br0" timeOffset="24849.031">2681 6599 19476,'0'0'9034,"0"0"-8298,0 0-560,0 0-40,0 0 256,116-32 40,-30 6-151,40-8-81,47 1-56,19 3 8,14 9-8,4 6-80,-6 3-64,16 0-24,-49-1-272,-32 3-1209</inkml:trace>
  <inkml:trace contextRef="#ctx0" brushRef="#br0" timeOffset="25940.39">24492 3359 22829,'0'0'5942,"0"0"-4178,0 0-1328,0 0-144,0 0-130,0 0-110,-1 7-30,1 36-18,1-35-4,0-1 1,0 1 0,-1 0 0,0-1 0,-1 1 0,1 0-1,-2 0 1,1-1 0,-1 1 0,0-1 0,0 0 0,-1 1-1,-3 5 0,-4-5 4,0 0-1,-1-1 1,0 0-1,0-1 1,-1 0-1,0-1 1,0 0-1,0-1 0,0 0 1,-1-1-1,1 0 1,-1-1-1,0-1 1,0 0-1,0 0 1,0-1-1,-5-2-3,14 3 0,1 0 0,0-1 0,0 1 1,0-1-1,0 0 0,0 0 0,0 0 0,0 0 0,-1 0 0,1-1 1,0 1-1,0-1 0,0 0 0,0 0 0,0 0 0,0-1 0,1 1 0,-1-1 1,0 1-1,1-1 0,-1 0 0,1 0 0,-1 0 0,1 0 0,0-1 1,0 1-1,0 0 0,0-1 0,0 0 0,1 1 0,-1-1 0,1 0 0,0 0 1,0 0-1,0 0 0,0 0 0,0 0 0,1 0 0,-1 0 0,1-3 0,3-7-10,1 1-1,1 0 0,0 0 1,0 0-1,1 0 0,1 1 1,0 0-1,0 1 0,1-1 1,1 2-1,0-1 0,0 1 1,0 0-1,1 1 0,1 0 1,0 1-1,0 0 0,0 0 1,0 1-1,1 1 0,9-3 11,70-11-10,-88 23 10,-1-1-1,1 1 1,-1-1 0,0 1 0,0 0 0,-1-1 0,1 1 0,-1 0 0,1 0-1,-1 0 1,0 1 0,-1-1 0,1 0 0,-1 0 0,0 0 0,0 1 0,0-1 0,-1 0-1,1 0 1,-1 0 0,0 0 0,-1 4 0,-8 26-355,-2-6-912</inkml:trace>
  <inkml:trace contextRef="#ctx0" brushRef="#br0" timeOffset="28523.205">24482 3226 6353,'0'0'8513,"0"0"-3727,0 0-2916,0 0-390,0 0 2158,0 0-1631,12 2-1060,35 7-236,-42 13 1652,-8-14-2679,3-3-1758</inkml:trace>
  <inkml:trace contextRef="#ctx0" brushRef="#br0" timeOffset="30064.796">24329 3188 27054,'0'0'1891,"0"0"-1066,0 0-218,0 0 4,0 0-96,0 0-129,-3 0-93,-74-22 132,-286 12-433,338 10 9,11 0 4,0 0-1,0 0 0,-1-1 0,1-1 1,0 0-1,0-1 0,0-1 1,1 0-1,-11-5-4,25 9-27,0 0 1,0 0-1,0 0 0,-1-1 1,1 1-1,0 0 0,0 0 0,0-1 1,-1 1-1,1 0 0,0-1 1,-1 1-1,1-1 0,0 1 1,-1-1-1,1 1 0,0-1 1,-1 0-1,1 1 0,-1-1 0,1 0 1,-1 1-1,0-1 0,1 0 1,-1 0-1,0 1 0,1-1 1,-1 0-1,0 0 0,0 0 0,0 1 1,0-1-1,1 0 0,-1 0 1,0 0-1,0 0 0,-1 1 1,1-1-1,0 0 0,0 0 1,0 0-1,-1 1 0,1-1 0,0 0 1,-1 0-1,1 1 0,0-1 1,-1 0-1,1 1 0,-1-1 1,1 0-1,-1 1 0,0-1 1,1 1-1,-1-1 0,1 1 0,-1-1 1,0 1-1,0-1 0,1 1 1,-1 0-1,0-1 0,0 1 1,0 0 26,22-4-2829</inkml:trace>
  <inkml:trace contextRef="#ctx0" brushRef="#br0" timeOffset="30911.652">24052 3205 25421,'0'0'2837,"0"0"-1799,0 0-402,0 0 47,0 0-101,0 0-247,-17 0-200,-260 5-59,-1144 56-331,-1917-18-342,2621-39 350,-1174 5 234,11-121-229,1003 42 153,-1711-50-235,1189 150-14,-211 84-2360,1486-106 211</inkml:trace>
  <inkml:trace contextRef="#ctx0" brushRef="#br0" timeOffset="31542.753">6052 2968 24989,'0'0'1807,"0"0"-660,0 0-347,0 0-107,0 0-172,0 0-156,-8-1-120,-73 17 33,-111 88-246,-6-9-1,-64 15-31,-11 5 63,104-30-27,170-85-37,-1-1 1,1 1 0,-1-1-1,1 1 1,-1 0-1,1-1 1,-1 1 0,1 0-1,-1 0 1,1-1 0,-1 1-1,1 0 1,0 0-1,-1 0 1,1 0 0,-1 0-1,1 0 1,0 0 0,-1 0-1,1 0 1,-1 0-1,1 0 1,0 0 0,-1 0-1,1 0 1,-1 1 0,1-1-1,0 0 1,-1 0-1,1 1 1,-1-1 0,1 0-1,-1 1 1,1-1 0,-1 1-1,0-1 1,1 0-1,-1 1 1,1-1 0,-1 1-1,0-1 1,1 1 0,-1-1-1,0 1 1,0 0-1,1-1 1,-1 1 0,0-1-1,0 1 1,0 0 0,0-1-1,0 1 1,0-1-1,0 1 1,0 0 0,0-1-1,0 1 1,0-1 0,0 1-1,0 0 1,0-1-1,-1 1 1,1-1 0,0 1-1,-1 0 1,7-1 3,896 3 67,-683-2-989,-150-1-1147</inkml:trace>
  <inkml:trace contextRef="#ctx0" brushRef="#br0" timeOffset="35727.749">11898 5313 16275,'0'0'10168,"0"0"-7458,0 0-2089,0 0-141,0 0-15,0 0-115,15 4-138,-13-3-206,8 1 13,0 1 1,1 1-1,-1 0 0,-1 0 1,1 1-1,-1 0 1,1 1-1,-2 0 1,1 0-1,-1 1 1,0 0-1,4 4-19,69 86 140,-4 4 0,-5 4 0,0 10-140,-7-15 118,-11-15-67,-27-37-78,3-2 1,2-1-1,2-1 1,2-2-1,1-1 1,6 1 26,-42-40-71,-1-1 0,1 0 0,0 0 0,0 1 0,0-1 0,0 0 0,0 0 1,1 0-1,-1 0 0,0 0 0,0 0 0,1-1 0,-1 1 0,1 0 0,-1-1 1,0 1-1,1-1 0,-1 1 0,1-1 0,0 0 0,-1 1 0,1-1 1,-1 0-1,1 0 0,-1 0 0,1 0 0,-1 0 0,1-1 0,-1 1 0,1 0 1,-1-1-1,1 1 0,-1-1 0,1 0 0,-1 1 0,0-1 0,1 0 0,-1 0 1,0 0-1,0 0 0,1 0 0,-1 0 0,0 0 71,6-22-3497</inkml:trace>
  <inkml:trace contextRef="#ctx0" brushRef="#br0" timeOffset="35980.007">12652 5394 28870,'0'0'744,"-128"149"-496,24-20-88,-9 21 80,10-5-176,35-41-64,23-33-1768</inkml:trace>
  <inkml:trace contextRef="#ctx0" brushRef="#br0" timeOffset="47803.327">8337 12421 25870,'0'0'1545,"0"0"-655,0 0-481,0 0-53,21 0 46,356-9 178,508-44-21,2091-100-105,-2759 146-440,1994-81 59,170-59-448,-2162 134-922,-47 1-1273</inkml:trace>
  <inkml:trace contextRef="#ctx0" brushRef="#br0" timeOffset="48083.121">18526 11704 29222,'0'0'576,"0"0"-472,0 0-72,165 76-8,-83-39 8,9 7 56,1 5 184,-6 3-55,-9-3-1,-12-1 64,-18-4 16,-20-3-128,-23-3-120,-12 0-24,-60 4-24,-70 6-160,12-9-704,-5-8-1465</inkml:trace>
  <inkml:trace contextRef="#ctx0" brushRef="#br0" timeOffset="48706.674">11672 10923 28070,'0'0'683,"-10"-19"-286,-75-128-90,82 139-268,0 1-1,-1-1 1,0 1-1,0-1 1,-1 1 0,0 1-1,0-1 1,0 1-1,-1 0 1,0 0 0,-1 0-1,1 1 1,-1 0-1,0 0 1,0 1 0,0 0-1,-1 0 1,0 0-1,1 1 1,-1 1 0,-1-1-1,1 1 1,0 1-1,0-1 1,-1 1 0,1 1-1,0 0 1,-1 0-1,1 0 1,-1 1 0,1 0-1,0 1 1,0 0 0,-1 0-1,1 1 1,1 0-1,-1 0 1,-6 4-39,-10 16 28,0 0 1,2 1-1,1 2 0,1 0 0,1 1 1,1 1-1,2 0 0,0 1 1,2 1-1,2 1 0,0 0 0,2 0 1,2 1-1,-4 28-28,-10 192 201,21-244-194,0 0 0,1 1-1,0-1 1,1 0 0,-1 1-1,2-1 1,-1 0-1,1 0 1,0 0 0,1 0-1,0 0 1,0-1 0,0 1-1,1-1 1,0 0-1,1 0 1,0 0 0,0 0-1,0-1 1,1 0 0,0 0-1,0-1 1,0 1-1,1-1 1,0-1 0,0 1-1,0-1 1,0 0 0,1-1-1,0 0 1,-1 0-1,9 1-6,-7-2 23,0 0-1,0-1 0,1-1 0,-1 1 1,0-2-1,0 1 0,1-1 0,-1 0 0,0-1 1,0 0-1,0-1 0,0 0 0,-1 0 1,1-1-1,-1 0 0,0 0 0,0-1 1,0 0-1,-1-1 0,1 1 0,-1-1 0,-1-1 1,1 1-1,-1-1 0,0-1 0,-1 1 1,2-3-23,54-77-210,-4-2-1,-3-3 1,39-97 210,-60 122-592,14-29-1303,-8 12-1604</inkml:trace>
  <inkml:trace contextRef="#ctx0" brushRef="#br0" timeOffset="48960.251">12197 10762 23789,'0'0'4977,"82"92"-4089,-21-29-176,12 12-127,3-1-113,-1-4-120,-3-1-32,-7-7-96,-8-5-152,-10-11-48,-12-11-24,-9-10-136,-10-11-248,-5-14-120,-1-5-328,-6-15-1193</inkml:trace>
  <inkml:trace contextRef="#ctx0" brushRef="#br0" timeOffset="49228.23">12786 10893 29278,'0'0'752,"-112"84"-199,13 5-369,-20 31-128,13 7-56,21-14-56,42-37-673,31-37-3295</inkml:trace>
  <inkml:trace contextRef="#ctx0" brushRef="#br0" timeOffset="49678.8">13339 10271 28270,'0'0'859,"0"0"-347,21 1-83,136 24 502,-144-21-866,-1 2 0,0-1 0,0 2 0,0-1 0,-1 2 0,0-1 0,-1 2 0,0-1 0,6 8-65,-12-12 5,-1 0-1,0 0 0,0 0 0,-1 0 0,1 0 0,-1 1 1,0-1-1,0 1 0,-1 0 0,1 0 0,-1-1 0,0 1 1,0 0-1,-1 0 0,0 0 0,1 0 0,-2 0 0,1 0 0,0 0 1,-1 0-1,0 0 0,0 0 0,-1 0 0,1-1 0,-1 1 1,0 0-1,-2 2-4,-9 13 1,-1-1 1,0 0 0,-2-1 0,0-1-1,-1 0 1,-1-1 0,0-1 0,-1 0-1,-1-2 1,-1 0-2,-109 60-111,139-72-401,296-13-552,-301 11 1068,1 0 0,-1 0 0,1 0 0,-1 1-1,1 0 1,0 0 0,-1 0 0,1 1 0,-1-1 0,1 1 0,-1 0-1,1 0 1,-1 1 0,0-1 0,1 1 0,-1 0 0,0 0 0,0 1-1,0-1 1,-1 1 0,1 0 0,0-1 0,-1 2 0,0-1 0,0 0 0,0 1-1,0 0 1,0-1 0,-1 1 0,0 0 0,0 0 0,0 1 0,0-1-1,0 0 1,-1 1 0,0-1 0,0 0 0,0 1 0,0 4-4,-5 4 46,0-1 1,0 1 0,-1-1 0,-1 0-1,0 0 1,-1 0 0,0-1-1,-1 0 1,0 0 0,0-1-1,-1 0 1,-1-1 0,0 0-1,0 0 1,-1-1 0,0 0-1,-3 1-46,-5 6 34,-188 148 92,226-158-1246,19-15-831</inkml:trace>
  <inkml:trace contextRef="#ctx0" brushRef="#br0" timeOffset="49960.102">14847 9905 29790,'0'0'745,"0"0"-497,-35 166-120,21-16 120,4 25 72,8 7-152,0-10-80,-4-26-24,-6-13-48,-5-31-8,-3-28-8,2-22-16,-1-14-96,-5 0-168,-17-10-504,4-9-1921,3-17-1136</inkml:trace>
  <inkml:trace contextRef="#ctx0" brushRef="#br0" timeOffset="50210.031">13842 10536 29310,'0'0'600,"186"-25"-456,20 9-104,50 0-24,28 0-16,-3 6 0,-87 3-352,-29 1-2160</inkml:trace>
  <inkml:trace contextRef="#ctx0" brushRef="#br0" timeOffset="50543.164">20201 10591 25589,'0'0'1430,"0"0"-324,15 28-213,4 8-670,-1 2 0,-3-1 0,0 2 0,-3 0 0,-1 1 0,5 38-223,13 208 646,-13 2 1,-12 0-1,-29 231-646,9-160 179,16-348-182,-1-9-5,0 0-1,0 0 0,1 0 1,-1 0-1,1 0 0,-1 1 1,1-1-1,0 0 0,0 0 1,0 0-1,0 0 1,0 0-1,0 0 0,0 0 1,1 1-1,-1-1 0,1 0 1,0 0-1,0 0 0,-1-1 1,1 1-1,0 0 0,1 0 1,-1 0-1,0-1 0,0 1 1,1 0-1,-1-1 1,1 1-1,-1-1 0,1 0 1,0 1-1,0-1 0,-1 0 1,1 0-1,0 0 0,0 0 1,0-1-1,0 1 0,0 0 1,0-1-1,0 0 1,0 1-1,1-1 0,-1 0 1,0 0 8,10-4-238,0-1 0,0 0 0,-1 0 0,0-2 1,0 1-1,0-1 0,-1-1 0,0 0 0,-1 0 1,3-3 237,49-55-4035</inkml:trace>
  <inkml:trace contextRef="#ctx0" brushRef="#br0" timeOffset="51188.526">21009 10401 27414,'2124'-160'3647,"636"22"-3311,-1376 103-158,-1276 32-177,72-1-136,162-25 135,-251 1 171,-89 26-170,0 1-1,1 0 1,-1-1-1,0 1 1,0 0 0,1 0-1,-1 0 1,1 0-1,-1 1 1,1-1 0,-1 1-1,1-1 1,-1 1-1,1 0 1,-1 0 0,1 0-1,-1 0 1,1 1-1,0-1 1,-1 1 0,1-1-1,-1 1 1,0 0-1,1 0 1,-1 0-1,0 0 1,1 0 0,-1 1-1,0-1 1,0 1-1,0-1 1,0 1 0,0 0-1,-1 0 1,1 0-1,0 0 1,-1 0 0,0 0-1,1 0 1,-1 1-1,33 103 307,44 595 417,-48-521-699,8-1 0,8-2 0,7-2 0,64 136-25,-5-38 0,-109-266-88,0-1-1,-1 1 1,-1-1-1,1 1 1,-1 0-1,0 0 1,0-1 0,-1 1-1,0 0 1,0 0-1,0 0 1,-1 0-1,0 0 1,-1-1 0,0 1-1,0 0 1,0-1-1,-1 1 1,1-1-1,-2 0 1,1 0 0,-1 0-1,0 0 1,0-1-1,0 0 1,-4 4 88,-32 24-2886</inkml:trace>
  <inkml:trace contextRef="#ctx0" brushRef="#br0" timeOffset="51542.435">21133 12232 28534,'0'0'1002,"0"0"-662,34 0-266,1611-2 1149,2276-176 184,-3122 89-1836,-730 77-495,-37 1-1145</inkml:trace>
  <inkml:trace contextRef="#ctx0" brushRef="#br0" timeOffset="46145.922">3162 12757 16388,'0'0'8377,"0"0"-4579,0 0-2841,-11-18-464,-2-1-329,7 11-91,0-1 0,0 1 0,1-1 0,0 0 0,1-1 0,0 1 0,0-1 0,1 0 0,1 0 0,-1 0 0,1-6-73,-14-234 1043,15 247-1037,0-1-1,0 1 1,0 0-1,0 0 1,-1 0 0,0 0-1,1 0 1,-1 0 0,0 0-1,0 0 1,-1 1 0,1-1-1,0 1 1,-1 0 0,0-1-1,1 1 1,-1 1 0,0-1-1,0 0 1,0 1 0,0-1-1,-1 1 1,1 0 0,0 0-1,0 0 1,-1 0 0,1 1-1,-1-1 1,1 1-1,-1 0 1,1 0 0,0 0-1,-1 1 1,1-1 0,-1 1-1,1 0 1,-2 0-6,-121 59-17,92-34 14,0 2 0,3 2 0,0 1 0,2 1 0,1 1 0,2 2 0,1 0 0,2 2 0,1 1 0,2 0 0,2 2 0,2 0 0,1 1 0,2 0 0,2 1 0,-1 14 3,11-46-1,-1 0 0,1 0 0,1 0-1,0 1 1,0-1 0,1 0 0,0 0 0,1 1 0,0-1 0,0 0 0,1-1 0,1 1-1,0 0 1,0-1 0,1 0 0,0 0 0,0 0 0,2 1 1,4 4-3,0-1 0,1 0 0,0 0 0,1-1 0,1-1 0,0 0 1,0-1-1,1 0 0,0-2 0,1 1 0,0-2 0,0 0 0,1-1 0,-1-1 0,1 0 0,1-1 1,-1-1-1,0-1 0,1 0 0,0-1 0,-1-1 0,1-1 0,-1-1 3,25-9-78,-2-3-1,0-1 1,-1-2 0,0-1-1,-2-3 1,0 0 0,-2-3-1,0-1 1,-2-1-1,0-2 1,-2-2 0,-1 0-1,12-19 79,44-52-1995,-26 17-2250</inkml:trace>
  <inkml:trace contextRef="#ctx0" brushRef="#br0" timeOffset="46427.046">3704 11972 27166,'0'0'1922,"0"0"-1165,0 0-448,17-2 58,220-5 365,-213 9-688,1 1 0,-1 1-1,0 1 1,0 2 0,-1 0-1,0 1 1,0 1 0,-1 1-1,0 1 1,-1 1-1,6 5-43,-23-13 3,1 0 0,-1 0-1,0 0 1,0 0 0,-1 1 0,1 0-1,-1 0 1,0 0 0,-1 0-1,1 0 1,-1 0 0,0 1-1,0-1 1,0 1 0,-1-1-1,0 1 1,0 0 0,0 0-1,-1-1 1,0 1 0,0 0-1,-1 0 1,1 0 0,-1-1-1,0 1 1,-1 0 0,0-1-1,-1 4-2,-4 9 3,-1 0-1,0-1 0,-2 0 0,0-1 1,-1 0-1,0 0 0,-13 12-2,5-4-383,-2-1 0,0 0 0,-2-2 0,0 0 0,-1-2 0,-1-1 0,-1 0-1,-12 4 384,11-13-3466</inkml:trace>
  <inkml:trace contextRef="#ctx0" brushRef="#br0" timeOffset="46660.548">3723 12124 28502,'0'0'992,"0"0"-648,0 134 297,18-24-81,6 37-216,1 15-56,-1-3-48,-7-9-64,-5-21-96,2-24-40,-4-24-32,-2-25-8,1-13-168,3-3-104,14-18-200,-3-8-809,1-14-1439</inkml:trace>
  <inkml:trace contextRef="#ctx0" brushRef="#br0" timeOffset="47011.255">4762 12211 28598,'0'0'1094,"-3"27"-400,-22 347 477,23-355-1147,1 0 0,0 0-1,1 0 1,1 1 0,1-1-1,1 0 1,0 0-1,2-1 1,0 1 0,1-1-1,0 0 1,2 0 0,0-1-1,1 0 1,1 0 0,1-1-1,0-1 1,9 10-24,-15-19-3,1-1 0,0 1 1,1-1-1,-1 0 0,1-1 1,0 0-1,0 0 0,1 0 0,-1-1 1,1 0-1,-1 0 0,1-1 1,0 0-1,0-1 0,0 1 1,0-2-1,1 1 0,-1-1 0,0 0 1,0-1-1,0 0 0,0 0 1,0-1-1,0 0 0,0 0 0,0 0 1,-1-1-1,1-1 0,-1 1 1,0-1-1,0-1 0,0 1 1,1-2 1,31-36-113,-2-1 0,-2-1 0,-2-2 0,-2-2 0,-2-1 0,-2-1 0,-2-1 0,-1-6 114,-22 52-8,125-313-508,-127 318 550,0 0 1,0 1-1,0-1 0,0 0 1,0 1-1,1-1 0,-1 0 1,0 0-1,0 1 0,0-1 0,1 0 1,-1 0-1,0 0 0,0 1 1,1-1-1,-1 0 0,0 0 1,0 0-1,1 0 0,-1 1 0,0-1 1,0 0-1,1 0 0,-1 0 1,0 0-1,1 0 0,-1 0 1,0 0-1,1 0 0,-1 0 0,0 0 1,0 0-1,1 0 0,-1 0 1,0 0-1,1 0 0,-1 0-34,1 52 215,-1-37-62,0 4-136,1-1 0,0 1 0,2 0 0,0-1 0,1 1 0,1-1 0,0 0 1,2-1-1,0 1 0,1-1 0,0-1 0,2 1 0,4 6-17,114 115-2095,-67-88-2897</inkml:trace>
  <inkml:trace contextRef="#ctx0" brushRef="#br0" timeOffset="54170.155">23673 10375 27918,'0'0'1026,"0"0"-485,0 0-262,0 0 22,0 0 22,0 0-147,3 8-89,20 151 367,-23 286 847,-20 3-1301,9 220 222,11-614-224,3 0-1,2-1 0,2 0 1,3 0-1,2-1 0,5 8 3,-17-55-81,0-1 0,1 0 0,0 0 0,0 1 0,0-1 0,0 0 1,1 0-1,-1 0 0,1 0 0,0 0 0,0-1 0,1 1 0,-1-1 0,1 1 0,0-1 0,0 0 0,0 0 0,0 0 0,0 0 0,1 0 0,-1-1 0,1 0 0,0 0 0,-1 0 0,1 0 0,0 0 0,0-1 0,1 0 0,-1 1 0,0-2 0,0 1 0,1 0 0,-1-1 0,0 0 0,0 0 0,1 0 0,-1 0 0,0-1 0,1 0 0,-1 0 1,0 0-1,3-1 81,26-27-4695</inkml:trace>
  <inkml:trace contextRef="#ctx0" brushRef="#br0" timeOffset="54442.345">25213 10628 29670,'7'150'680,"1"28"-263,0-6 15,-4-1 104,0-7-24,0-15-296,-2-22-120,-2-32-48,0-26-32,0-21-16,0-11 0,-14-3-48,-6-6-208,-7-28-272,5 0-272,-1-25-1561</inkml:trace>
  <inkml:trace contextRef="#ctx0" brushRef="#br0" timeOffset="54909.211">23424 8963 28534,'0'0'811,"0"0"-351,0 0-240,3-18-13,17-126 222,-20 133-402,3-2-11,-1 0 0,-1 0 1,0 0-1,0 0 0,-1-1 1,-1 1-1,-1 0 0,1 0 0,-2 0 1,0 1-1,-1-1 0,0 1 0,0-1 1,-2 1-1,1 1 0,-2-1 0,1 1 1,-2 0-1,1 0 0,-2 1-16,4 7 4,0 1 0,0 0 0,0 0 0,0 0 0,-1 1 0,1-1-1,-1 1 1,1 1 0,-1-1 0,0 1 0,1 0 0,-1 0 0,1 1 0,-1-1-1,1 1 1,-1 1 0,1-1 0,-1 1 0,1 0 0,0 0 0,0 0 0,0 1 0,0-1-1,0 1 1,1 1 0,-1-1 0,1 1 0,0-1 0,0 1 0,0 1 0,1-1-1,-1 0 1,-1 4-4,-41 43 4,3 3 0,2 1 0,3 2 0,2 2 0,3 1 0,-16 41-4,28-62 2,2 1 0,1 1 0,2 1-1,2 0 1,2 1 0,1 0-1,3 1 1,1 0 0,3 1 0,1 27-2,5-66 1,0-1 0,1 0 0,0 0 0,0 0 0,0 0 0,1-1 0,0 1 0,0-1 1,0 0-1,0 0 0,0 0 0,1-1 0,0 1 0,0-1 0,0 0 0,0-1 0,0 1 0,0-1 1,1 0-1,-1-1 0,1 1 0,0-1 0,-1 0 0,1 0 0,0-1 0,0 1 0,-1-1 0,1-1 0,0 1 1,0-1-1,-1 0 0,1 0 0,0-1 0,2-1-1,8-1 11,0-1 1,0 0-1,-1-1 0,0-1 1,0-1-1,0 0 0,-1-1 1,0 0-1,-1-1 0,0-1 1,-1 0-1,0-1 0,7-9-11,4 0-3,226-212-1609,-175 163-1270</inkml:trace>
  <inkml:trace contextRef="#ctx0" brushRef="#br0" timeOffset="55175.336">23830 9073 25053,'0'0'2353,"0"0"-1417,89 136-392,-42-83 40,-2-7-32,-2-9-272,-9-9-184,-9-5-96,-19-9-200,-6-5-736,0-7-5041</inkml:trace>
  <inkml:trace contextRef="#ctx0" brushRef="#br0" timeOffset="55441.98">24070 9172 27486,'0'0'1016,"0"0"-336,-112 79-480,69-43-104,2 2-96,13-6-528,10-9-1768</inkml:trace>
  <inkml:trace contextRef="#ctx0" brushRef="#br0" timeOffset="55707.793">24571 8617 27862,'0'0'779,"0"0"-320,17 10-114,111 73 368,-34 8-69,-91-88-637,-1 0 0,1 0 0,-1 1 1,1-1-1,-1 1 0,0-1 0,-1 1 0,1 0 0,-1 0 0,1-1 0,-1 1 0,0 0 0,-1 0 0,1 0 0,-1 0 1,1 1-1,-1-1 0,-1 0 0,1 0 0,0 0 0,-1 0 0,0 0 0,0 0 0,0 0 0,0 0 0,-1-1 0,0 1 0,0 0 1,0-1-1,-2 4-7,-11 7 3,-1-1 1,0-1-1,-1-1 1,-1 0-1,0-1 1,0-1-1,-1 0 1,0-1-1,0-2 1,-4 1-4,17-5 2,-116 43 7,123-46-12,-1 1 0,1 0 0,-1-1 0,1 1 0,-1 0 0,1-1 0,-1 1 0,1 0 0,0 0 0,-1 0 0,1 0 0,-1 0 0,1 0 0,-1 0 0,1 0 0,0 0 0,-1 0 0,1 0 0,-1 0 0,1 0 0,-1 0 0,1 0 0,0 0 0,-1 1 0,1-1 0,-1 0 0,1 0 0,-1 1 0,1-1 0,-1 0 0,1 1 0,-1-1 0,0 1 0,1-1 0,-1 0 0,0 1 0,1-1 0,-1 1 0,0-1 0,1 1 0,-1-1 0,0 1 0,0-1 0,1 1 0,-1 0 0,0-1 0,0 1 0,0-1 0,0 1 0,0-1 0,0 1-1,0 0 1,0-1 0,0 1 0,0-1 0,0 1 0,0 0 0,-1-1 0,1 1 0,0-1 0,0 1 0,0-1 0,-1 1 0,1-1 0,0 1 0,-1-1 0,1 1 0,0-1 0,-1 1 3,4-1-12,22 5-53,-14-5 22,0 2 0,0-1 0,0 2 0,0-1 0,0 2 0,0-1 0,-1 1 0,0 1 0,0 0 0,0 0 0,0 1 0,-1 0 0,0 1 0,8 8 43,-15-12 3,-1 1 0,0 0 0,0 0 0,-1 0 0,1 0 0,-1 0 0,0 0 0,0 0 0,-1 1 0,1-1 0,-1 0 0,1 0 0,-1-1 0,-1 1 0,1 0 0,0 0 0,-1 0 0,0-1 0,0 1 0,0-1 0,0 1 0,-1-1 0,1 0 0,-1 0 0,0 0-1,0 0 1,0-1 0,0 1 0,0-1 0,-1 1 0,1-1 0,-1 0 0,1-1 0,-1 1 0,0-1 0,0 1 0,0-1 0,-1 0-3,-26 20 5,51-20-880,19-18-3655,9-5-12355</inkml:trace>
  <inkml:trace contextRef="#ctx0" brushRef="#br0" timeOffset="55958.351">25652 8235 28022,'0'0'863,"0"0"-404,-17 7-107,8-4-286,-3 1 36,0 1 1,0 0-1,0 1 1,0 0-1,1 1 1,0 0-1,1 1 1,-1 0-1,2 1 1,-5 4-103,-8 20 87,0 1 0,3 1 0,1 1 0,1 1 0,2 1 0,2 0 0,2 0 0,1 1 0,2 0 0,1 1 0,2 0 0,2 0 0,2 1 0,2-1 0,2 5-87,26 546 480,-29-584-518,0-1 0,-1 1 0,1 0 0,-1 0 0,-1-1 1,1 1-1,-1-1 0,0 1 0,0-1 0,-1 0 0,0 1 0,0-1 0,-1-1 0,0 1 0,0 0 0,0-1 0,0 0 0,-1 0 0,0 0 0,0-1 0,0 0 0,0 0 0,-1 0 0,0 0 0,0-1 0,0 0 0,0 0 0,0-1 0,-1 1 1,1-1-1,-1-1 0,1 1 0,-1-1 0,0-1 0,0 1 0,1-1 0,-1 0 0,0 0 0,0-1 0,1 0 0,-3-1 38,-78-61-4029,56 23-2634</inkml:trace>
  <inkml:trace contextRef="#ctx0" brushRef="#br0" timeOffset="56141.961">25271 8949 25958,'0'0'1112,"0"0"-672,144 44-288,-60 16-152,-15-5 0,-12-2-2321</inkml:trace>
  <inkml:trace contextRef="#ctx0" brushRef="#br0" timeOffset="56556.964">24580 11628 27886,'0'0'1256,"0"0"-736,0 0 16,-135 88-7,64-30-177,-25 27-176,-22 26-104,-23 25-8,0 4-24,25-25-16,31-32-24,38-35 0,14-13-96,7-7-272,15-15-361,3-8-1247,8-5-7578</inkml:trace>
  <inkml:trace contextRef="#ctx0" brushRef="#br0" timeOffset="56755.167">24620 11400 27278,'0'0'2728,"115"123"-2360,-5 3 161,20 22-97,3 8-80,-9-8-168,-8-15-184,-30-34-176,-19-23-1745</inkml:trace>
  <inkml:trace contextRef="#ctx0" brushRef="#br0" timeOffset="58389.404">4202 15626 23845,'33'-5'1848,"525"-51"466,810-47 302,1500-224-2183,2074-55-458,1190 166 329,-5616 205-292,4117-83 72,-2552 89-96,-1800 18-482,-229 3-1442,-48-9-1768</inkml:trace>
  <inkml:trace contextRef="#ctx0" brushRef="#br0" timeOffset="59864.893">5147 13315 21781,'0'0'5355,"0"0"-3786,0 0-1285,0 0-139,0 0 30,0 0-48,4 9 17,21 61 87,-2 1 1,-4 1 0,-3 1 0,-4 1 0,-2-1 0,-1 64-232,8 194 366,-11-155-251,7-1 1,20 75-116,-32-240-126,0 1 1,1-1-1,0 0 0,1 0 0,0 0 1,1 0-1,0 0 0,1 0 0,0-1 1,0 0-1,1 0 0,0-1 0,1 1 1,-1-1-1,2-1 0,-1 1 0,9 5 126,6 1-2272</inkml:trace>
  <inkml:trace contextRef="#ctx0" brushRef="#br0" timeOffset="60157.563">5094 14599 28310,'5'18'703,"40"98"-89,5-3 0,4-2 0,49 69-614,-94-164 31,-3-2-11,0-1-1,1 1 1,1-2-1,0 1 1,0-1-1,2 0 1,-1-1-1,1 0 1,1 0-1,0-1 1,1-1-1,0 0 1,0 0-1,1-1 1,9 4-20,-17-12 23,-1 0 0,0 0 1,1-1-1,-1 0 0,0 0 1,1 0-1,-1 0 0,0 0 1,0-1-1,0 0 0,0 0 1,0 0-1,0-1 0,-1 1 1,1-1-1,-1 0 0,0 0 1,0 0-1,0 0 0,0 0 1,0-1-1,-1 1 0,1-1 1,-1 0-1,0 0 0,0 0 1,0 0-1,-1 0 0,0 0 0,1 0 1,-1-4-24,1 5 5,49-120 74,-6-1 1,15-73-80,9-27-1609,-52 173-1066</inkml:trace>
  <inkml:trace contextRef="#ctx0" brushRef="#br0" timeOffset="60674.069">5975 15129 28518,'0'0'748,"-4"26"-398,-4 27-193,1 0 1,3 0 0,2 0 0,3 0-1,2 0 1,2 0 0,7 26-158,-8-70 10,0 0 1,1 0 0,0 0-1,0-1 1,0 1-1,1-1 1,1-1-1,0 1 1,0-1 0,0 0-1,0-1 1,1 0-1,0 0 1,1 0 0,-1-1-1,1 0 1,0-1-1,0 0 1,1-1-1,-1 0 1,1 0 0,0-1-1,0 0 1,-1 0-1,1-1 1,0-1-1,0 0 1,9-1-11,-4 0 2,0-2-1,0 0 1,-1-1 0,1 0 0,-1-1-1,0-1 1,0 0 0,-1 0-1,1-2 1,-2 0 0,1 0-1,-1-1 1,0-1 0,-1 0 0,0 0-1,-1-1 1,0-1 0,-1 0-1,0 0 1,-1 0 0,0-1 0,-1-1-1,0 1 1,-1-1 0,-1 0-1,0-1 1,-1 1 0,-1-1 0,0 0-1,-1 1 1,0-1 0,-1-7-2,0 16-2,-1 0 1,0 1 0,0-1-1,-1 1 1,1-1 0,-1 0-1,-1 1 1,1 0 0,-1-1-1,1 1 1,-2 0 0,1 0-1,0 0 1,-1 0 0,0 0-1,0 0 1,-1 1 0,1-1-1,-1 1 1,0 0 0,0 0-1,0 1 1,-1-1 0,1 1-1,-1 0 1,0 0 0,-4-2 1,-10-3 22,0 1 0,-1 1 0,0 0 0,0 1 1,0 2-1,-1 0 0,1 1 0,-1 1 0,0 0 0,1 2 1,-2 1-23,20-3-1,-1 0 0,1 0 0,0 1 0,-1-1 0,1 1-1,-1 0 1,1 0 0,-1 0 0,1 0 0,-1 0 0,1 0 0,-1 0 0,1 1 0,0 0 0,-1-1 0,1 1 0,0 0 0,-1 0 0,1 0 0,0 0 0,0 1 0,0-1 0,0 0 0,0 1 0,0 0 0,0-1 0,1 1 0,-1 0 0,1 0 0,-1 0 0,1 0 0,-1 0 0,1 0 0,0 0 0,0 1 0,0-1 0,1 0-1,-1 1 1,0-1 0,1 1 0,-1-1 0,1 0 0,0 1 0,0 1 1,28 23-637,16-7-1105</inkml:trace>
  <inkml:trace contextRef="#ctx0" brushRef="#br0" timeOffset="61224.194">22729 14425 26510,'0'0'1696,"0"0"-912,0 0-168,81-114-120,-52 79-272,6-4-224,22-16-40,-8 8-584,-9 4-5289</inkml:trace>
  <inkml:trace contextRef="#ctx0" brushRef="#br0" timeOffset="61673.355">24645 14343 28150,'0'0'1218,"0"0"-237,0 0-150,0 0-136,0 0-131,-8-23-281,-1-2-277,1-1 1,1-1-1,2 1 1,0-1-1,2 0 1,1 0-1,1-16-6,76-741 0,-59 520 0,-13-140 0,-5 341-76,-2 0 0,-3 1 0,-3 0 0,-3 1 0,-2 0 0,-3 0 0,-5-6 76,-33-24-3333,33 72-1148</inkml:trace>
  <inkml:trace contextRef="#ctx0" brushRef="#br0" timeOffset="61957.14">24600 12333 29678,'0'0'889,"0"0"-321,0 0-336,0 0-64,-122 37-120,75 7-24,-2 9-24,0 10-80,4 8-168,2 16-368,11-18-1185,11-20-16107</inkml:trace>
  <inkml:trace contextRef="#ctx0" brushRef="#br0" timeOffset="62225.649">24696 12265 26142,'0'0'4080,"0"0"-3607,0 0-137,63 91 24,-28-12-96,20 36-232,-9-16-32,-3-13-1385</inkml:trace>
  <inkml:trace contextRef="#ctx0" brushRef="#br0" timeOffset="62917.857">24496 14451 29054,'0'0'1322,"0"0"-942,0 0-311,-18 12-42,-57 45-18,70-52-10,0 0-1,1 0 1,0 0-1,0 1 1,0 0-1,1 0 1,0 0-1,0 0 1,0 0-1,1 0 1,0 1-1,0 0 1,1-1-1,0 1 1,0 0-1,0-1 1,1 1-1,0 0 1,0 0-1,1 4 2,0 2 0,1-1 40,0 1 0,2-1 0,-1 0-1,2 1 1,0-2 0,0 1 0,1 0 0,0-1 0,1 0 0,0-1 0,1 0 0,0 0 0,1 0 0,0-1 0,0 0 0,1-1 0,0 0 0,1-1 0,0 0 0,0 0 0,0-1 0,1-1 0,-1 0 0,1 0 0,1-1 0,-1-1 0,1 0 0,-1-1 0,1 0 0,0-1 0,0 0 0,-1-1 0,1-1 0,0 0 0,0 0 0,3-2-40,-11 1 10,0-1 1,0 0-1,0 1 1,-1-2 0,1 1-1,-1 0 1,0-1-1,0 0 1,0 0 0,0 0-1,0-1 1,-1 1-1,0-1 1,0 0 0,0 1-1,-1-2 1,0 1 0,0 0-1,0 0 1,0-1-1,-1 1 1,0-1 0,0 1-1,0-1 1,-1 1-1,0-1 1,0 0 0,0 1-1,-1-1 1,0 1-1,0-1 1,0 1 0,-1-1-1,1 1 1,-1 0-1,-1 0 1,1 0 0,-1 0-1,0 0 1,0 0 0,0 1-1,-1-1 1,1 1-1,-1 0 1,-3-3-11,-187-149 20,194 155-51,-1 0 0,1 0 0,0 0 0,0 0 0,0 0 1,0 0-1,0 0 0,0 0 0,0 0 0,0 1 0,0-1 0,0 0 0,0 0 0,0 0 0,1 0 1,-1 0-1,0 0 0,1 0 0,-1 0 0,1 1 0,-1-1 0,1 0 0,-1 0 0,1 1 0,0-1 1,-1 0-1,1 1 0,0-1 0,-1 0 0,1 1 0,0-1 0,0 1 0,0-1 0,0 1 0,-1 0 0,1-1 1,0 1-1,0 0 0,0 0 0,0-1 0,0 1 0,0 0 0,0 0 0,0 0 0,0 0 0,0 0 1,0 0-1,0 1 0,-1-1 0,1 0 0,0 0 0,0 1 0,0-1 0,0 0 0,0 1 0,0-1 1,0 1 30,1-1-154,31 0-2580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29:5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265 695 28222,'159'-9'1120,"39"-19"-792,5-2-40,7-3-48,2-3-32,6-1-55,-2 2-41,-4 3-48,-14 5-40,-19 4-24,-24 4-32,-40-2-112,-26-2-665,-36 7-1015,-30 2-11811</inkml:trace>
  <inkml:trace contextRef="#ctx0" brushRef="#br0" timeOffset="385.982">507 1 26942,'0'0'2630,"2"15"-1932,2 7-638,-1-1-1,-1 1 1,-1-1-1,-1 1 1,-1 0-1,-1-1 1,0 1-1,-2-1 1,-1 1-1,-5 14-59,-22 21 31,-2-1 0,-3-2 0,-1-2 0,-4-2 0,-1-1 0,-2-2 0,-28 20-31,-20 25 13,85-84-13,3-4 0,1-1 0,1 0 0,-1 1 0,0 0 0,1 0 0,0 0 0,0 0 0,0 0 0,0 1 0,1 0 0,0-1 0,0 1 0,0 0 0,0 0 0,1 0 0,0 0 0,0 0 0,0 4 0,3-6 0,1 0 0,-1 0 0,1 0 0,0 0 0,0 0 0,1-1 0,-1 1 0,0-1 0,1 0 0,-1 0 0,1 0 0,0 0 0,0-1 0,-1 0 0,1 0 0,0 0 0,0 0 0,0 0 0,0-1 0,1 1 0,-1-1 0,0-1 0,0 1 0,0 0 0,0-1 0,7 2 1,512 10 6,-238-4-355,-191-7-1265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31:2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30230,'0'0'721,"0"0"-433,0 0 248,0 0 88,0 0-336,100-58-288,-55 26-368,-6 2-1472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31:2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23005,'2'-19'392,"25"-151"-804,-24 151 1399,-1 4 1877,-1 28-1449,15 420 288,-9-307-1658,-5-56-30,3-1 1,4 0-1,14 60-15,-19-116 0,0-1-1,0 0 1,1 0-1,1 0 1,0 0-1,0-1 1,2 0 0,-1 0-1,1-1 1,1 0-1,-1 0 1,2-1-1,-1 0 1,1-1-1,1 0 1,0 0 0,0-1-1,0-1 1,1 0-1,0 0 1,0-1-1,0-1 1,1 0-1,-1-1 1,1 0 0,0-1-1,12 1 1,115 10 4,1-6 0,31-7-4,-14 0 7,1312 58 62,-216-37 113,-529-17-56,-631-2-113,2094-23 161,-1397-9-765,-727 30-1144</inkml:trace>
  <inkml:trace contextRef="#ctx0" brushRef="#br0" timeOffset="326.691">7064 926 27470,'17'4'951,"283"61"726,53 8-759,-282-42-876,-70-30-42,1 0 1,0 0-1,-1 0 0,1 0 1,-1 1-1,1-1 0,-1 0 0,0 1 1,1-1-1,-1 0 0,0 1 0,0 0 1,0-1-1,0 1 0,0 0 0,0-1 1,-1 1-1,1 0 0,-1 0 0,1 0 1,-1 0-1,0-1 0,1 1 0,-1 0 1,0 0-1,0 0 0,0 0 0,-1 0 1,1 0-1,0 0 0,-1 0 0,1-1 1,-1 1-1,0 0 0,1 0 0,-1-1 1,0 1-1,-1 1 0,-99 75 56,81-66-49,-528 283-1082,445-246-823</inkml:trace>
  <inkml:trace contextRef="#ctx0" brushRef="#br0" timeOffset="828.79">4415 554 24933,'0'0'1818,"0"0"-666,24-4-298,157-15 421,-167 17-1217,1 0 0,-1 2 0,0-1 0,1 2 0,-1 0 0,0 1 0,1 0 0,-1 1 0,0 1 0,-1 0 0,1 1 0,-1 1 0,0 0 0,0 0 0,0 1 0,-1 1 0,0 0 0,-1 1 0,0 0 0,0 1 0,-1 0 0,0 1-58,-5 1 13,-2 0 1,1 0-1,-2 0 0,0 0 0,0 1 1,-1-1-1,-1 1 0,0-1 0,0 1 1,-2-1-1,1 1 0,-2-1 0,1 0 1,-2 0-1,1 0 0,-6 9-13,-150 316-896,113-248-1250,0-2-4919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29:5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6030 1294 29734,'0'0'0,"0"0"-3560</inkml:trace>
  <inkml:trace contextRef="#ctx0" brushRef="#br0" timeOffset="265.039">6035 1732 29782,'0'0'713,"0"0"-545,0 0-160,103 102-8,-70-79-769</inkml:trace>
  <inkml:trace contextRef="#ctx0" brushRef="#br0" timeOffset="-318.255">782 3243 28990,'0'0'1259,"28"-8"-877,117-22-309,198 15 113,-252 15-97,-21 0-72,2467-64 1506,-2486 60-1525,321-23-1323,130-36 1325,-363 35-2338</inkml:trace>
  <inkml:trace contextRef="#ctx0" brushRef="#br0" timeOffset="-3350.73">786 654 25982,'0'0'3784,"0"0"-3584,0 0-136,0 0 40,159-26 273,-47-18 7,29-15-168,8-3-112,-7 2-48,-32 14-32,-34 11-24,-15 10 0,-12 2 0,22-7-176,-14 6-472,-14-1-1513</inkml:trace>
  <inkml:trace contextRef="#ctx0" brushRef="#br0" timeOffset="-2672.882">1679 52 25926,'0'0'1643,"0"0"-746,0 0-331,-12 24 119,-140 362 734,-215 679-1067,318-913-320,58-150 75,200-168 166,-69 48-1112,-6-5-1,95-117 840,-213 225-224,-1-1-1,-1 0 0,-1-2 1,0 1-1,-1-2 1,-1 1-1,-1-2 1,0 1-1,-2-1 0,0-1 1,-2 1-1,0-1 1,-1-1-1,-1 1 1,-1-1-1,-1 1 0,-1-1 1,-1-20 224,0 41 65,0 0-1,0-1 1,0 1 0,-1-1 0,1 1-1,0 0 1,-1 0 0,1-1 0,0 1-1,-1 0 1,0 0 0,1-1-1,-1 1 1,0 0 0,0 0 0,1 0-1,-1 0 1,0 0 0,0 0 0,0 0-1,0 0 1,0 1 0,0-1 0,-1 0-1,1 0 1,0 1 0,0-1-1,-1 1 1,1-1 0,0 1 0,0 0-1,-1-1 1,1 1 0,0 0 0,-1 0-1,1 0 1,0 0 0,-1 0 0,1 0-1,-1 0 1,1 1 0,0-1 0,0 0-1,-1 1 1,1-1 0,0 1-1,0-1 1,-1 1 0,1 0 0,-1 0-65,-53 149 865,4 63-364,10 1-1,9 3 1,5 63-501,-9 165 144,5-332-149,29-110 7,0 0-1,0 0 1,0 0 0,0-1-1,-1 1 1,1-1-1,-1 0 1,1 0 0,-1 0-1,0 0 1,0 0-1,0-1 1,0 1 0,0-1-1,0 1 1,-1-1 0,1 0-1,0-1 1,0 1-1,-1 0 1,1-1 0,-1 0-1,1 0 1,0 0-1,-1 0 1,1-1 0,-1 1-1,1-1 1,0 0 0,-1 0-1,-1 0-1,-9-6 2,-1 0 1,1 0-1,1-1 0,-1-1 0,1 0 1,1-1-1,0 0 0,0-1 0,-1-2-2,-5-4-1,11 11 0,1 3-2,0-1 0,-1 0 0,2 0 0,-1-1 0,0 1 0,1-1 0,0-1 0,0 1 0,0-1 0,1 1 0,0-1 0,0-1 0,0 1 0,1 0 0,0-1 0,0 0 0,1 0 0,0 0 0,0 0 0,0 0 0,1 0 0,0 0 0,1 0 0,-1-1 0,2 1 0,-1 0 0,1 0 0,0-1 0,0 1 0,1 0 0,0 0 3,128-137-349,37-31-926,-95 90-272</inkml:trace>
  <inkml:trace contextRef="#ctx0" brushRef="#br0" timeOffset="-2284.293">2333 317 28774,'0'0'802,"0"0"-440,-9 20-78,-26 70 51,31-79-283,1 0-1,0 0 1,0 1-1,1-1 1,1 0-1,0 1 1,1-1-1,0 1 1,0-1-1,1 0 1,2 6-52,-3-14 6,1 1 0,0-1 0,0 0 0,1 1 0,-1-1 0,1 0 0,-1 0 0,1 0 0,0 0 0,0 0 0,0-1 0,1 1 0,-1-1-1,1 1 1,-1-1 0,1 0 0,0 0 0,0 0 0,0 0 0,0 0 0,0-1 0,0 1 0,0-1 0,1 0 0,-1 0 0,1 0 0,-1-1 0,0 1 0,1-1 0,-1 0 0,3 0-6,115-12 94,381-210-10,-496 221-84,-4-1 0,0 0 0,0 1 0,1 0 0,-1 0 0,0-1 0,1 1 1,-1 1-1,1-1 0,-1 0 0,1 1 0,0-1 0,-1 1 0,1 0 1,-1 0-1,1 0 0,0 0 0,-1 0 0,1 0 0,-1 1 0,1-1 1,-1 1-1,1 0 0,-1 0 0,1 0 0,-1 0 0,1 0 0,-1 0 0,0 1 1,0-1-1,0 1 0,0 0 0,0-1 0,0 1 0,0 0 0,-1 0 1,1 0-1,0 1 0,-1-1 0,0 0 0,1 2 0,-1 9 16,-2 1 0,0-1 0,0 0 0,-1 0-1,0 0 1,-2 0 0,1 0 0,-1-1 0,-1 1 0,-1-1 0,-3 6-16,-73 164 371,-94 148-371,82-198-187,93-132 133,0 0 0,0 0 1,0-1-1,0 1 0,0 0 1,0 0-1,-1-1 0,1 1 0,0 0 1,0-1-1,0 1 0,0-1 1,1 1-1,-1-1 0,0 0 0,0 1 1,0-1-1,0 0 0,1 0 1,-1 0-1,0 1 0,1-1 0,-1 0 1,0 0-1,1 0 0,-1 0 1,1 0-1,0 0 0,-1 0 0,1 0 1,0 0-1,0-1 0,-1 1 1,1 0-1,0 0 0,0 0 0,0 0 1,0 0-1,0 0 0,1 0 1,-1 0-1,0 0 0,1-1 0,-1 1 1,0 0-1,1 0 0,-1 0 1,1 0-1,-1 1 0,1-1 0,0 0 1,-1 0-1,1 0 54,0-6-742,-1-41-4187</inkml:trace>
  <inkml:trace contextRef="#ctx0" brushRef="#br0" timeOffset="-2028.894">2674 645 27678,'0'0'1056,"-88"131"-656,12-7 40,-11 19 80,5-2-175,9-15-145,12-20-104,12-16-40,10-21-48,13-20-8,1 1-280,5-13-601,3-11-2295</inkml:trace>
  <inkml:trace contextRef="#ctx0" brushRef="#br0" timeOffset="-1783.244">2598 1359 28342,'0'0'928,"108"55"-592,-34-23-96,32 7-136,34 0-104,27-13-16,-22-8-376,-25-18-3376</inkml:trace>
  <inkml:trace contextRef="#ctx0" brushRef="#br0" timeOffset="-1615.59">4139 1 29966,'0'0'769,"0"0"-593,-71 98-80,16 1 216,-21 34 24,-9 10-88,1-3-112,7-15-64,13-15-56,9-19-16,15-18 0,17-24-48,15-19-256,8-14-304,20-7-497,5-9-1463</inkml:trace>
  <inkml:trace contextRef="#ctx0" brushRef="#br0" timeOffset="-1452.903">3870 887 28230,'0'0'992,"-24"191"-248,-3-74-432,0-25 49,5-27 63,8-12-160,10-5-160,0 1-64,4 1-32,0-6-8,12-21-208,12-23-264,29-46-225,-6-19-359,-4-10-1680</inkml:trace>
  <inkml:trace contextRef="#ctx0" brushRef="#br0" timeOffset="-1201.268">4304 377 2433,'0'0'20837,"0"0"-15662,0 0-4392,0 0-341,0 0-159,0 0-83,12-6-44,-4 2-133,-8 3-20,1 0 1,0 0 0,0 1 0,0-1-1,0 0 1,0 0 0,0 0 0,0 0-1,0 1 1,0-1 0,0 0 0,0 1-1,0-1 1,0 1 0,0-1 0,1 1-1,-1 0 1,0 0 0,0-1 0,1 1-1,-1 0 1,0 0 0,0 0-1,1 0 1,-1 0 0,0 1 0,0-1-1,1 0 1,-1 1 0,0-1 0,0 0-1,0 1 1,1-1 0,-1 1 0,0 0-1,0-1 1,0 1 0,0 0 0,0 0-1,0 0 1,-1 0 0,1 0 0,0 0-1,0 0 1,0 0 0,-1 0 0,1 0-1,-1 0 1,1 0 0,-1 0 0,1 0-1,-1 1 1,0-1 0,1 0 0,-1 0-1,0 1 1,0-1 0,0 0 0,0 0-1,0 1 1,0-1 0,0 0-4,-19 204 756,18-202-751,1 1 0,-1-1 0,1 0 0,0 1 0,0-1 0,1 1 0,-1-1 0,1 1 0,-1-1-1,1 0 1,0 1 0,1-1 0,-1 0 0,0 0 0,1 0 0,0 0 0,0 0 0,0 0 0,0 0 0,0 0 0,0-1 0,1 1 0,-1-1 0,1 0 0,0 0 0,0 0-1,-1 0 1,1 0 0,1-1 0,-1 1 0,0-1 0,0 0 0,0 0 0,3 1-5,21 2 30,-1 0 0,1-2 0,0-1 0,0-1 0,0-1 0,0-1 0,0-2 0,-1 0 0,1-2 0,-1-1 0,0-1-30,92-18-37,-62 25-1280,-53 8-1301</inkml:trace>
  <inkml:trace contextRef="#ctx0" brushRef="#br0" timeOffset="-1034.675">3949 1647 28926,'100'-37'848,"25"-27"-440,25-19-7,-1-8 71,-14 4-80,-23 13-96,-26 15-168,-29 17-88,-13 7-40,-5-1-80,-4-6-408,-7 5-609,-20 10-999</inkml:trace>
  <inkml:trace contextRef="#ctx0" brushRef="#br0" timeOffset="-767.995">4693 273 28534,'0'0'1496,"-12"24"-953,-9 23-304,3 0-1,1 1 0,3 1 1,-4 27-239,-5 104 420,8 1-1,8 0 1,10 50-420,-3-83-19,47 911 19,-27-953-1082,-12-89-517</inkml:trace>
  <inkml:trace contextRef="#ctx0" brushRef="#br0" timeOffset="86034.895">2934 2561 22581,'0'0'845,"0"0"1712,0 0-1485,0 0-825,-12 16-7,-86 109 588,-536 519 131,240-236-1238,231-243-3296,127-138 929</inkml:trace>
  <inkml:trace contextRef="#ctx0" brushRef="#br0" timeOffset="86310.776">3148 2592 26726,'0'0'1152,"94"151"-648,-18-31-64,13 14 64,-1-12-8,-7-12-144,-23-31-224,-8-15-80,-13-17-48,-6-3 0,7 24-152,-9-8-736,-11-9-2889</inkml:trace>
  <inkml:trace contextRef="#ctx0" brushRef="#br0" timeOffset="86811.035">741 3872 27430,'0'0'1216,"0"0"-856,0 0-48,0 0 112,106 0-80,-67 0-152,-2 0-120,-1 5-48,-3 4-24,-9 15-24,-7-1-648,-17 0-2296</inkml:trace>
  <inkml:trace contextRef="#ctx0" brushRef="#br0" timeOffset="87094.38">1 4889 27918,'0'0'920,"0"0"-624,0 0 40,163-12 352,-54-36-223,21-17-233,-2-2-144,-28 12-64,-28 16-24,9-5-72,-12 9-729,-10-3-1791</inkml:trace>
  <inkml:trace contextRef="#ctx0" brushRef="#br0" timeOffset="87381.115">792 4407 26142,'0'0'2392,"-18"143"-1496,10-23-368,2 16-55,6-7-137,0-10-184,0-31-88,0-19-48,2-16 0,0-14-16,-2-2-24,0-2-184,0-8-177,0-18-143,-8-18-520,-3-21-48,-3-7-6818</inkml:trace>
  <inkml:trace contextRef="#ctx0" brushRef="#br0" timeOffset="87382.115">342 5094 25573,'0'0'1457,"0"0"-833,-43 124-424,39-83-136,10-17-64,18-10-320,1-14-1753</inkml:trace>
  <inkml:trace contextRef="#ctx0" brushRef="#br0" timeOffset="87660.983">788 4734 23397,'0'0'1424,"0"0"-704,0 0-231,0 0-249,0 0-240,100 37-352,-84-32-3713</inkml:trace>
  <inkml:trace contextRef="#ctx0" brushRef="#br0" timeOffset="88177.385">1173 4296 26694,'0'0'1249,"0"0"-794,0 0-295,0 0 52,0 0-44,15-19-96,109-115-34,-121 131-38,9-9 5,0 0 0,0 1 0,2 1 1,-1 0-1,1 1 0,1 0 0,-1 1 0,2 1 0,-1 0 0,1 1 1,0 1-1,0 0 0,0 1 0,1 1 0,-1 0 0,9 1-5,-23 4 12,0 0-1,0 0 1,0 0-1,-1 0 1,1 0-1,-1 0 1,1 1-1,-1-1 1,0 0-1,0 1 1,0-1-1,0 1 1,0 0-1,0-1 1,-1 1-1,1-1 1,-1 1-1,0 0 1,0 0-1,0-1 1,0 1-1,0 0 1,-1-1-1,1 1 1,-1 0-1,0-1 1,0 1-1,0-1 1,0 1-1,0-1 1,0 0-1,-1 1 1,1-1-1,-1 0 1,-1 2-12,-200 267 1322,202-271-1322,1 0 0,-1 1 1,1-1-1,-1 0 1,0 1-1,1-1 1,-1 1-1,1-1 1,-1 1-1,1-1 0,-1 1 1,1-1-1,0 1 1,-1-1-1,1 1 1,-1-1-1,1 1 0,0 0 1,0-1-1,-1 1 1,1 0-1,0-1 1,0 1-1,0 0 1,0-1-1,0 1 0,0 0 1,0-1-1,0 1 1,0 0-1,0 0 1,0-1-1,0 1 0,0 0 1,1-1-1,-1 1 1,0-1-1,0 1 1,1 0-1,-1-1 1,0 1-1,1-1 0,-1 1 1,1-1-1,-1 1 1,1-1-1,-1 1 1,1-1-1,-1 1 0,1-1 1,-1 1-1,1-1 1,0 0-1,-1 0 1,1 1-1,0-1 1,-1 0-1,1 0 0,0 0 1,-1 1-1,1-1 1,0 0-1,-1 0 1,1 0-1,48-15-44,256-145-164,-276 154 198,-28 8 8,0 0 1,0 0-1,0 0 0,0 0 0,0 0 1,0 1-1,-1-1 0,1 0 0,-1 0 1,1 1-1,-1-1 0,0 0 0,0 0 1,0 1-1,0-1 0,0 0 0,-1 0 1,1 1-1,-1-1 0,1 0 1,-1 0-1,0 0 0,0 0 0,0 1 1,0-1-1,0-1 0,0 1 0,-1 0 1,0 1 1,-18 31 38,-2-1 1,-1-1 0,-1-1-1,-1-1 1,-7 3-39,-58 73 127,69-70-118,70-35-334,88-28-1046,-135 28 1366,-1-1 0,1 1 1,-1 0-1,1 0 0,-1 0 1,1 0-1,-1 0 0,0 0 1,1 0-1,-1 0 0,0 1 1,0-1-1,0 1 0,0-1 1,0 0-1,0 1 0,0 0 1,0-1-1,-1 1 0,1-1 1,-1 1-1,1 0 0,-1 0 1,1-1-1,-1 1 0,0 0 1,0 0-1,0-1 0,0 1 1,0 0-1,0 0 0,-1 0 5,1-2 0,-1 24 35,0-1-1,-2 0 1,-1 0-1,-1 0 1,0-1-1,-2 1 1,-1-1 0,-1-1-1,-5 10-34,-2 10 111,-105 270 1148,114-249-783,17-64-374,116-142 338,29-52-1050,-85 106-679</inkml:trace>
  <inkml:trace contextRef="#ctx0" brushRef="#br0" timeOffset="89118.73">2455 3543 26302,'0'0'2960,"0"0"-2400,0 0-400,0 0-24,0 0 120,0 0-79,33 90-113,-17-62-64,-1 15-64,-1-6-609,-10-2-1359</inkml:trace>
  <inkml:trace contextRef="#ctx0" brushRef="#br0" timeOffset="89392.868">2146 4077 25613,'0'0'1474,"0"0"-959,27-13-252,175-86 202,-166 79-352,-23 11-64,1 1 0,1 0 0,-1 1-1,1 0 1,0 1 0,1 1 0,-1 0-1,1 2 1,15-3-49,-30 6 2,0 0 1,0 0-1,0 1 0,0-1 0,0 0 0,0 0 1,0 1-1,0-1 0,0 1 0,0-1 0,-1 1 1,1-1-1,0 1 0,0-1 0,0 1 1,-1 0-1,1-1 0,0 1 0,-1 0 0,1 0 1,-1-1-1,1 1 0,-1 0 0,1 0 0,-1 0 1,1 0-1,-1 0 0,0 0 0,0 0 0,1 0 1,-1 0-1,0 0 0,0 0 0,0 0 1,0 0-1,0 0 0,0 0 0,0 0 0,-1-1 1,1 1-1,0 0 0,-1 0 0,1 0 0,0 0 1,-1 1-3,0 8 35,-1 13 36,-2 0 0,0-1-1,-2 1 1,0-1 0,-2 0 0,0-1 0,-5 8-71,-395 860 551,372-816-553,-78 177-14,98-197-472,31-62-1551,5-21-1091</inkml:trace>
  <inkml:trace contextRef="#ctx0" brushRef="#br0" timeOffset="90069.216">2790 4223 22325,'0'0'3068,"0"0"-1665,0 0-845,0 0-139,0 0-26,0 0 40,14 11-70,-5-5-314,-7-5-42,1 0 1,-1 0-1,1 0 0,-1 0 1,0 1-1,0-1 0,1 1 1,-1 0-1,0 0 0,0 0 1,-1 0-1,1 0 0,0 0 1,-1 0-1,1 0 0,-1 1 1,0-1-1,0 0 0,0 1 1,0-1-1,0 1 0,0 0 1,-1-1-1,1 1 0,-1-1 1,1 1-1,-1 0 0,0 0 1,0-1-1,-1 1 0,1 0 1,-1-1-1,1 1 0,-1-1 1,0 1-1,0 0 0,0-1 1,0 0-1,0 1-7,-168 221 157,169-224-163,1 0 1,-1-1-1,0 1 0,1 0 0,-1 0 0,1 0 0,-1 0 0,0 0 0,1 0 0,-1 0 1,0 0-1,1 0 0,-1 0 0,1 0 0,-1 0 0,0 0 0,1 0 0,-1 0 1,0 0-1,1 0 0,-1 1 0,0-1 0,1 0 0,-1 0 0,0 0 0,1 1 0,-1-1 1,0 0-1,1 0 0,-1 1 0,0-1 0,0 0 0,0 1 0,1-1 0,-1 0 1,0 1-1,0-1 0,0 0 0,1 1 0,-1-1 0,0 0 0,0 1 0,0-1 0,0 0 1,0 1-1,0-1 0,0 1 0,0-1 0,0 0 0,0 1 0,0-1 0,0 0 1,0 1-1,0-1 0,-1 1 0,1-1 6,38-13-458,71-24-119,-108 38 577,0 1 1,0-1-1,0 1 1,0 0-1,-1-1 0,1 1 1,-1 0-1,1-1 0,-1 1 1,0 0-1,0 0 1,1-1-1,-1 1 0,0 0 1,-1 0-1,1-1 0,0 1 1,0 0-1,-1-1 1,1 1-1,-1 0 0,1-1 1,-1 1-1,0 0 1,0-1-1,0 1 0,0-1 1,0 1-1,-127 183 177,17-31 20,110-153-196,1 0 0,0 0-1,0 1 1,0-1-1,0 0 1,0 0-1,0 0 1,0 0-1,0 0 1,0 0 0,0 0-1,1 0 1,-1 0-1,0 0 1,1 0-1,-1 0 1,1 0-1,-1 0 1,1 0 0,-1 0-1,1 0 1,0 0-1,0 0 1,-1 0-1,1-1 1,0 1 0,0 0-1,0-1 1,0 1-1,0-1 1,0 1-1,0-1 1,0 1-1,0-1 1,0 1 0,0-1-1,0 0 1,0 0-1,0 0 1,0 1-1,0-1 1,0 0-1,0 0 1,1-1 0,-1 1-1,0 0 1,0 0-1,0 0 1,0-1-1,0 1 1,0 0-1,0-1 1,0 1 0,0-1-1,0 0 1,0 1-1,0-1 1,-1 0-1,1 1 1,0-1-1,0 0 1,0 0-1,177-84-223,-121 52 179,-38 23 41,-3 0 3,0 0 0,1 2 0,0 0 0,0 1 0,1 0 0,0 2 1,0 0-1,0 1 0,7 0 0,-24 5 0,1-1 0,0 1 0,-1-1 0,1 1 0,-1 0 0,1 0 0,-1 0 0,1 0 0,-1 0 0,0 0 0,1 0 0,-1 1 0,0-1 1,0 0-1,0 1 0,0-1 0,0 1 0,0-1 0,0 1 0,-1-1 0,1 1 0,-1 0 0,1-1 0,-1 1 0,1 0 0,-1-1 0,0 1 0,0 0 0,0 0 1,0-1-1,0 1 0,0 0 0,0 0 0,-1-1 0,1 2 0,-7 72 170,-85 206 565,90-274-732,-1 3 53,1 1-1,-1-1 1,-1 0-1,0-1 1,0 1-1,-1-1 1,0 1-1,0-1 1,-1-1-1,-1 1 1,1-1-1,-1 0 1,-1-1-1,1 0 0,-1 0 1,0 0-1,-1-1 1,0 0-1,0-1 1,0 0-1,-1 0 1,-8 2-56,-155-2 248,170-4-245,-1-1 0,1 0 0,0 0 0,-1 0-1,1 0 1,-1 0 0,1-1 0,0 0 0,-1 1 0,1-1 0,0-1 0,0 1 0,-1 0 0,1-1 0,0 1 0,0-1 0,1 0 0,-1 0-1,0 0 1,1-1 0,-1 1 0,1-1 0,0 1 0,0-1 0,0 0 0,0 0 0,0 0 0,0 0 0,1 0 0,-1 0 0,1 0-1,0 0 1,0-1 0,0 1 0,1 0 0,-1-1 0,1 1 0,0 0 0,0-1 0,0 1 0,0-1 0,1 1 0,-1-1 0,1 1-1,0 0 1,0 0 0,0-1 0,0 1 0,0 0 0,1 0 0,0 0 0,0-1-3,11-14-27,1 0 0,1 1 0,0 0 0,2 1-1,-1 1 1,2 0 0,8-4 27,6-6-93,253-197-3578,-160 129-5359</inkml:trace>
  <inkml:trace contextRef="#ctx0" brushRef="#br0" timeOffset="90992.902">3935 4091 19892,'0'0'9762,"0"0"-9322,0 0-392,0 0 16,137-23 153,-62-4-41,5-5-88,5-1-64,-7-1-24,3 4-24,5-9-208,-17 9-625,-22 4-1871</inkml:trace>
  <inkml:trace contextRef="#ctx0" brushRef="#br0" timeOffset="91259.378">4269 3668 27374,'0'0'1152,"0"0"-672,0 0-320,0 0 400,0 0 64,13 121-223,-3-61-153,-4 3-64,0 3-64,-4 1-72,-2-2-16,0-5-32,0-7-8,0-7-160,-4-12-336,-4-20-473,2-11-655,0-3-3385</inkml:trace>
  <inkml:trace contextRef="#ctx0" brushRef="#br0" timeOffset="91542.704">4070 3578 24309,'0'0'4465,"0"0"-3921,0 0-288,-2 129 40,6-81-32,16-6-160,7-3-104,9-9-56,32-17-592,-7-12-1032,-6-1-10955</inkml:trace>
  <inkml:trace contextRef="#ctx0" brushRef="#br0" timeOffset="92076.618">4712 3520 25101,'0'0'1822,"0"0"-706,0 0-58,-14 19-171,-97 133-23,-4-1-574,48-67-260,3 3 1,-38 72-31,97-150-12,-1 0 0,1 1 1,0 0-1,1 0 1,0 1-1,1-1 0,0 1 1,1-1-1,0 1 1,0 8 11,4-17-11,1 0-1,-1 0 1,1 0 0,-1 0 0,1-1 0,0 1 0,0-1 0,0 0 0,0 0 0,0 0-1,0 0 1,0 0 0,0-1 0,0 1 0,0-1 0,1 0 0,-1 0 0,0 0-1,0 0 1,0 0 0,0-1 0,0 0 0,1 0 0,-1 1 0,0-2 0,-1 1 0,1 0-1,0 0 1,0-1 0,0 0 11,189-121-621,-153 104 539,-34 71 101,-64 226 277,50-225-216,3 1 0,2 0 0,3 0 0,2-1 0,6 34-80,-7-78 6,1 0 1,1 0-1,0 0 0,0 0 0,0-1 0,1 1 0,1-1 0,-1 1 1,1-1-1,1 0 0,-1 0 0,1-1 0,1 0 0,0 0 0,0 0 1,0 0-1,0-1 0,1 0 0,0 0 0,1-1 0,-1 0 0,1 0 1,0-1-1,0 0 0,0 0 0,1-1 0,-1 0 0,1-1 0,0 0 1,0 0-1,0 0 0,0-1 0,8-1-6,-8-5-46,-1 0-1,1-1 1,-1 0 0,0 0-1,0-1 1,-1 0 0,0 0-1,0-1 1,-1 0 0,0 0 0,0-1-1,-1 1 1,0-1 0,-1-1-1,0 1 1,0 0 0,-1-1-1,0 0 1,0 0 0,-1 0-1,-1 0 1,1-9 46,3-1-69,-1-1 0,0 0 0,-2 0 0,0 0 0,-2 0 0,0 0 0,-3-17 69,3 38 5,-1-1 0,1 1 0,-1 0-1,1-1 1,-1 1 0,1-1 0,-1 1 0,1 0-1,-1 0 1,1-1 0,-1 1 0,0 0 0,1 0-1,-1-1 1,1 1 0,-1 0 0,0 0 0,1 0-1,-1 0 1,0 0 0,1 0 0,-1 0-1,1 0 1,-1 0 0,0 1 0,1-1 0,-1 0-1,1 0 1,-1 0 0,0 1 0,1-1 0,-1 0-1,1 1 1,-1-1 0,1 0 0,-1 1 0,1-1-1,-1 1 1,1-1 0,0 0 0,-1 1 0,1 0-1,-1-1 1,1 1 0,0-1 0,0 1-1,-1-1 1,1 1 0,0-1 0,0 1 0,0 0-1,0-1 1,-1 1 0,1 0-5,-67 132 85,-36 54-54,85-166 4,0 0 0,-1-1 1,-1-2-1,0 1 0,-2-2 0,0-1 0,-1-1 0,0-1 0,-1-1 1,-1 0-1,-18 5-35,-29-9 26,71-9-34,0-1-1,-1 0 0,1 0 0,0 1 0,0-1 0,-1 0 0,1 0 0,0-1 0,0 1 0,0 0 0,0 0 0,0 0 0,0-1 1,1 1-1,-1 0 0,0-1 0,1 1 0,-1-1 0,1 1 0,-1-1 0,1 1 0,0-1 0,-1 1 0,1-1 0,0 1 1,0-1-1,0 1 0,0-1 0,1 1 0,-1-1 0,0 1 0,1-1 0,-1 1 0,1-1 0,-1 1 0,1-1 0,0 1 0,-1 0 1,1-1-1,1 0 9,-2 1-10,69-193-2420,-21 89-1115</inkml:trace>
  <inkml:trace contextRef="#ctx0" brushRef="#br0" timeOffset="92409.288">5492 3582 23709,'0'0'2255,"-9"22"-897,-110 241 1045,101-232-2288,2 1-1,1 0 1,1 1-1,2 1 1,2 0-1,0 1 1,3 0-1,1 0 1,1 1 0,2 1-115,3-31 2,-1-1 0,2 1 0,-1-1 1,0 1-1,1-1 0,0 1 0,0-1 1,1 0-1,-1 1 0,1-1 0,0 0 0,1 0 1,-1 0-1,1 0 0,0-1 0,0 1 1,0-1-1,1 0 0,0 0 0,0 0 1,0 0-1,0 0 0,0-1 0,1 0 1,4 2-3,96 41 4,29 19 8,-130-62-15,-1 1 0,0-1 0,0 0 0,0 1 0,-1-1 0,1 1-1,-1 0 1,0 0 0,0 0 0,0 0 0,-1 0 0,1 0 0,-1 0 0,0 1 0,0-1 0,0 1 0,-1-1 0,0 0 0,1 1 0,-2-1 0,1 1 0,0-1 0,-1 1 0,0-1 0,0 0 0,0 1 0,-1-1 0,1 0 0,-1 0 0,0 0 0,-1 1 3,-85 109-42,56-84-173,-2-1 0,-1-3 0,-1 0 1,-1-2-1,-26 11 215,49-29-286,0-1 0,-1 0-1,1-1 1,-1 0 0,0-1 0,0-1-1,0 0 1,0-2 0,0 1 0,0-2-1,-9-1 287,-24-2-4139</inkml:trace>
  <inkml:trace contextRef="#ctx0" brushRef="#br0" timeOffset="92676.418">5079 4359 23749,'0'0'4257,"0"0"-3489,108 127-344,-57-59 128,2 2-64,-2 3-295,10 27-193,-14-18-641,-13-17-407</inkml:trace>
  <inkml:trace contextRef="#ctx0" brushRef="#br0" timeOffset="93176.259">5798 3916 27678,'0'0'792,"0"0"-528,100 2-80,-35-11 88,9-18-88,7-8-96,-1-6-88,9-21-224,-23 11-904,-18 7-4673</inkml:trace>
  <inkml:trace contextRef="#ctx0" brushRef="#br0" timeOffset="93709.12">6253 3688 25685,'-3'31'1814,"-19"357"459,16-199-1845,-8-1 0,-11 18-428,-15-42-164,41-163 162,-1 0 0,0 0 1,0 0-1,0 0 0,0 0 1,0 0-1,-1 0 0,1 0 1,0 0-1,0 0 0,-1 0 1,1 0-1,0 0 0,-1 0 1,1 0-1,-1 0 0,1-1 1,-1 1-1,0 0 0,1 0 1,-1 0-1,0-1 0,1 1 1,-1 0-1,0-1 0,0 1 1,0-1-1,0 1 0,1-1 1,-1 1-1,0-1 0,0 0 1,0 1-1,0-1 0,0 0 1,0 0-1,0 0 0,0 0 0,0 0 1,0 0-1,0 0 0,0 0 1,0 0-1,0 0 0,0 0 1,0-1-1,0 1 0,0 0 1,0-1-1,0 1 0,0-1 1,1 1-1,-1-1 0,0 1 1,0-1-1,0 0 0,1 1 1,-1-1-1,0 0 0,1 0 1,-1 1-1,0-1 0,1 0 1,-1 0-1,1 0 0,0 0 1,-1 0-1,1 0 0,0 0 1,-1 0 0,-8-29-55,1 0 0,1-1-1,2 0 1,1-1-1,2 1 1,1 0-1,1-11 57,-1 3-79,2-317-636,0 333 533,2 0 1,0 1-1,2-1 1,0 1-1,2 0 0,0 0 1,1 1-1,2 0 1,0 0-1,1 1 0,1 1 1,2-4 181,23-27-1482,87-118-2188,-35 61 6088,-82 99-2021,1 1 0,0 0 0,1 0 0,-1 1-1,1 0 1,1 0 0,-1 1 0,1 0 0,0 1 0,0 0 0,5-1-397,189-20 1159,-163 23-999,182 0 44,-220 1-203,0 1-1,0-1 1,0 0 0,0 1-1,1 0 1,-1 0 0,0 0-1,0 0 1,0 0-1,0 0 1,0 1 0,1 0-1,-1 0 1,0 0 0,0 0-1,0 0 1,-1 0 0,1 1-1,0-1 1,0 1-1,-1 0 1,1 0 0,-1 0-1,0 0 1,1 0 0,-1 1-1,0-1 1,0 0 0,0 1-1,-1 0 1,1 0-1,-1-1 1,1 1 0,-1 0-1,0 0 1,0 0 0,0 0-1,-1 0 1,1 0-1,-1 1 1,1-1 0,-1 2-1,-4 6-2,0-1-1,0 0 1,-1 0 0,-1 0 0,1 0 0,-2-1 0,1 0-1,-1 0 1,-1-1 0,1 0 0,-1 0 0,-1 0-1,0-1 1,0-1 0,-5 4 2,-3 3-37,-142 87-2080,120-85 206</inkml:trace>
  <inkml:trace contextRef="#ctx0" brushRef="#br0" timeOffset="93992.738">6746 3499 24149,'0'22'1803,"-6"72"-275,-4-1 0,-22 92-1528,-180 645 1533,199-748-2135,8-44-1857,5-78 191,4-16-1913,5-1-8352</inkml:trace>
  <inkml:trace contextRef="#ctx0" brushRef="#br0" timeOffset="94258.165">6679 4269 24293,'0'0'2121,"0"0"-1057,0 0-392,0 0-240,0 0-184,0 0-128,0 0-64,89 94-56,-81-77-160,-8 15-216,0-3-600,0-3-3057</inkml:trace>
  <inkml:trace contextRef="#ctx0" brushRef="#br0" timeOffset="94509.649">6668 4458 23829,'0'0'4697,"0"0"-3857,0 0-520,0 0 64,0 0 97,112-60-209,-46 27-160,7-6-48,0 0 0,-1 0-40,-7 2-24,-6 0-320,-14 8-1225,-19 8-17795</inkml:trace>
  <inkml:trace contextRef="#ctx0" brushRef="#br0" timeOffset="94758.255">7039 4110 25701,'0'0'1491,"-12"28"-678,-130 356 1166,127-341-1805,2 1 1,2 0 0,2 1 0,2 0-1,1 0 1,3 5-175,2-46 7,1-1 0,0 1 0,0 0 0,1 0 1,-1-1-1,1 1 0,0 0 0,0-1 0,0 1 0,0-1 0,0 1 0,1-1 0,0 1 1,0-1-1,0 0 0,0 0 0,0 0 0,0 0 0,1 0 0,0-1 0,-1 1 0,1-1 1,0 1-1,0-1 0,0 0 0,1 0 0,-1-1 0,0 1 0,1-1 0,-1 1 0,1-1 1,0 0-1,-1 0 0,1-1 0,0 1 0,-1-1 0,1 0 0,0 0 0,0 0 0,-1 0 1,1-1-1,0 1 0,0-1 0,-1 0 0,3-1-7,9-5-2,-1-1 0,0 0 1,0-1-1,-1-1 0,0 0 0,0-1 0,-1 0 0,-1-1 1,0 0-1,-1-1 0,0 0 0,-1-1 0,0 0 0,-1 0 1,-1-1-1,0 0 0,-1 0 0,-1 0 0,3-12 2,-7 25 1,1-1-1,-1 1 0,0 0 0,0-1 0,0 1 1,0-1-1,0 0 0,-1 1 0,1-1 1,-1 0-1,1 1 0,-1-1 0,0 0 1,0 1-1,0-1 0,-1 0 0,1 0 0,-1 1 1,1-1-1,-1 1 0,0-1 0,0 1 1,0-1-1,0 1 0,-1-1 0,1 1 0,-1 0 1,1 0-1,-1 0 0,0 0 0,0 0 1,0 0-1,0 0 0,0 0 0,0 1 1,0-1-1,-1 1 0,1 0 0,-1-1 0,1 1 1,-1 0-1,1 1 0,-1-1 0,1 0 1,-1 1-1,0-1 0,1 1 0,-23-1-8,1 1-1,-1 1 1,1 1 0,0 1-1,0 1 1,0 1-1,0 1 1,1 1 0,-11 6 8,-68 30-2467,57-23-3490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29:5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4999 3815 31127,'0'0'1128,"0"0"-968,0 0-96,0 0-64,0 0-24,0 0-360,0 0-640,34 46-1329</inkml:trace>
  <inkml:trace contextRef="#ctx0" brushRef="#br0" timeOffset="265.963">5044 4040 29662,'0'0'1265,"0"0"-1241,0 0-24,0 0-2169</inkml:trace>
  <inkml:trace contextRef="#ctx0" brushRef="#br0" timeOffset="-1252.671">2946 2481 3881,'0'0'19013,"26"-12"-14533,174-79-3449,-43 41-344,-156 50-687,-1 0 1,1 0 0,0 0 0,-1 0 0,1 0 0,0 0 0,0 0 0,-1 0 0,1 0 0,0 0 0,-1 0 0,1 0 0,0 1 0,-1-1 0,1 0-1,0 1 1,-1-1 0,1 0 0,0 1 0,-1-1 0,1 0 0,-1 1 0,1-1 0,-1 1 0,1-1 0,-1 1 0,1 0 0,-1-1 0,1 1-1,-1-1 1,0 1 0,1 0 0,-1-1 0,0 1 0,0 0 0,1-1 0,-1 1 0,0 0 0,0 0 0,0-1 0,0 1 0,0 0 0,0 0 0,0-1-1,0 1 1,0 0 0,0-1 0,-1 1 0,1 0 0,0-1 0,0 1 0,-1 0 0,1-1 0,0 1 0,-1 0 0,1-1 0,-1 1 0,1-1 0,-1 1-1,1-1 1,-1 1 0,1-1 0,-1 1-1,-85 110 124,70-95-94,-552 516 1198,534-489-1304,34-42 24,-1-1-1,1 1 1,-1-1 0,1 1-1,-1-1 1,1 1 0,-1 0-1,1-1 1,0 1 0,-1 0 0,1-1-1,0 1 1,0 0 0,-1-1-1,1 1 1,0 0 0,0 0 0,0-1-1,0 1 1,0 0 0,0 0-1,0-1 1,0 1 0,0 0-1,0-1 1,0 1 0,1 0 0,-1 0-1,0-1 1,0 1 0,1 0-1,-1-1 1,0 1 0,1 0 0,-1-1-1,1 1 1,-1-1 0,1 1-1,-1-1 1,1 1 0,-1-1-1,1 1 1,0-1 0,-1 1 0,1-1-1,0 0 1,0 1 52,26 0-4113</inkml:trace>
  <inkml:trace contextRef="#ctx0" brushRef="#br0" timeOffset="-936.515">2991 2983 28022,'-2'17'1150,"-45"214"454,-17-20-811,65-212-793,-1 1 0,0 0 0,1 0 0,-1 0 0,0 0 0,1 0-1,-1 0 1,0-1 0,1 1 0,-1 0 0,1 0 0,-1 0 0,0 0-1,1 1 1,-1-1 0,0 0 0,1 0 0,-1 0 0,1 0 0,-1 0-1,0 0 1,1 0 0,-1 1 0,0-1 0,1 0 0,-1 0 0,0 1-1,0-1 1,1 0 0,-1 0 0,0 1 0,0-1 0,1 0 0,-1 1-1,0-1 1,0 0 0,0 1 0,0-1 0,1 0 0,-1 1 0,0-1-1,0 0 1,0 1 0,0-1 0,0 0 0,0 1 0,0-1 0,0 1 0,0-2-2,131-175-736,-112 143 667,2 1 1,1 1-1,1 1 0,2 1 0,1 1 1,1 1-1,2 2 0,18-13 71,-41 34 28,0 0-1,0 0 1,0 0-1,1 1 1,-1 0 0,1 1-1,0 0 1,0 0-1,0 0 1,0 1 0,0-1-1,0 2 1,0-1-1,0 1 1,1 0 0,4 1-28,-8 3 17,-1-1 1,1 1 0,-1 0-1,0 0 1,-1 0 0,1 0 0,-1 0-1,0 0 1,0 1 0,0-1 0,0 1-1,-1 0 1,0-1 0,0 1-1,0 0 1,0 0 0,-1-1 0,0 1-1,0 0 1,0 0 0,-1 0-1,1 0 1,-1-1 0,-1 1 0,1 0-1,-1 0-17,2-4 2,0 5 6,-1 1 1,0-1-1,0 1 0,0-1 0,-1 0 0,0 0 0,-1 1 0,1-1 0,-1-1 1,0 1-1,0 0 0,-1-1 0,0 1 0,0-1 0,0 0 0,0-1 0,-1 1 0,0-1 1,0 0-1,0 0 0,-1 0 0,1-1 0,-4 2-8,8-5-10,0-1 1,0 1-1,0-1 0,0 1 1,0-1-1,0 0 0,0 1 1,0-1-1,0 0 0,0 0 1,0 1-1,1-1 1,-1 0-1,0 0 0,1 0 1,-1 0-1,0 0 0,1 0 1,-1 0-1,1-1 0,0 1 1,-1 0-1,1 0 0,0 0 1,0 0-1,0 0 0,0-1 1,0 1-1,0 0 0,0 0 1,0 0-1,0-1 0,0 1 1,1 0-1,-1 0 0,0 0 1,1-1 9,-1-5-138,0-44-1159,0-5-1085</inkml:trace>
  <inkml:trace contextRef="#ctx0" brushRef="#br0" timeOffset="-650.873">4035 1835 26998,'0'0'984,"120"-45"-336,-49 30-40,-3 9-56,-15 6-88,-21 30-87,-22 22 79,-12 29-8,-49 32-56,-32 28-104,-11 8-144,9-27-88,23-36-48,24-40-8,11-14-256,1-14-288,9-8-656,3-10-2201</inkml:trace>
  <inkml:trace contextRef="#ctx0" brushRef="#br0" timeOffset="-269.828">3939 2163 12019,'-6'17'14159,"-40"120"-10626,31-92-3337,2 0-1,3 2 1,1-1-1,3 1 1,1 1-1,3-1 1,1 3-196,3-36 11,0-1 1,1 1-1,0-1 0,1 0 1,0 0-1,1-1 1,1 1-1,0-1 0,0 0 1,1-1-1,1 1 0,0-1 1,0-1-1,1 0 1,1 0-1,0 0 0,0-1 1,0-1-1,1 0 0,1 0 1,-1-1-1,5 1-11,34 18 18,2-3-1,0-2 0,1-2 1,42 8-18,-70-19 15,9 1-4,-22-7-6,0 0-1,-1 0 0,1 1 0,-1 1 0,0 0 1,0 1-1,0 0 0,0 0 0,-1 1 0,0 1 0,0 0 1,-1 0-1,0 1 0,0 0 0,-1 0 0,3 4-4,-10-4 2,1 0 0,-1-1-1,-1 1 1,1 0 0,-1 0-1,-1 0 1,1 0 0,-2-1-1,1 1 1,-1 0 0,0-1-1,0 1 1,-1-1 0,0 0-1,0 0 1,-1 0 0,0 0-1,0 0 1,-1-1 0,0 0-1,0 0 1,0 0 0,-1 0-1,1-1 1,-1 0 0,-1 0-1,1-1 1,-6 3-2,-60 53-30,-4-4 0,-2-2 0,-2-5 0,-2-2 0,-2-5 0,-75 27 30,123-54-180,-2-1 0,0-2 0,0-2 0,-1-1 1,0-2-1,0-2 0,-1-1 0,0-2 0,-14-3 180,51 1-47,1 0-1,-1 0 1,1 0-1,-1-1 1,1 1-1,-1-1 1,1 0 0,0 0-1,-1 0 1,1 0-1,0 0 1,0 0 0,-1-1-1,1 1 1,0-1-1,0 1 1,1-1-1,-1 0 1,0 0 0,0 0-1,1 0 1,0 0-1,-1 0 1,1 0-1,0 0 1,0-1 0,0 1-1,0 0 1,0-1-1,1 1 1,-1-1-1,1 1 1,-1-1 0,1 1-1,0-1 1,0 1-1,0-1 1,0 1-1,1-1 1,-1 1 0,1-1 47,0-5-84,1-1 1,0 1 0,1 0-1,-1 0 1,2 0 0,-1 0-1,1 1 1,0-1-1,1 1 1,-1 0 0,2 0-1,0-1 84,30-25 232,1 1 0,2 2 0,1 2 0,1 1-1,1 3 1,5-1-232,-2-1 195,253-132 852,135-42-1047,-356 165-1887</inkml:trace>
  <inkml:trace contextRef="#ctx0" brushRef="#br0" timeOffset="-2418.771">717 2204 14963,'0'0'12307,"0"0"-11403,0 0-152,22 138-96,-65-36-48,-42 29-127,-21 10-185,-11-3-152,1-18-80,27-28-40,19-19-24,23-20-136,15-13-537,11-10-1159,9-16-4777</inkml:trace>
  <inkml:trace contextRef="#ctx0" brushRef="#br0" timeOffset="-2206.228">576 3283 28206,'-29'110'872,"-9"15"-320,7-15-280,9-18 8,13-20-136,9-21-88,0-13-56,21-8 0,20-30-464,-1-4-1096,-5-31-280</inkml:trace>
  <inkml:trace contextRef="#ctx0" brushRef="#br0" timeOffset="-2018.007">947 3126 28486,'120'-72'840,"27"-13"-432,24-14-128,-6 9-104,-26 10-112,-5-1-64,-24 7-328,-36 19-1400,-27 13-11187</inkml:trace>
  <inkml:trace contextRef="#ctx0" brushRef="#br0" timeOffset="-1837.312">1469 2229 22133,'0'0'6393,"10"180"-5593,18-25-216,7 26-96,2 1 41,1-15 39,1-15-72,0-12-184,-6-29-152,-5-30-96,-6-31-64,-3-18 0,3-6 0,-1-8-40,3-16-128,7-41-256,-7-20-288,-10-8-1577</inkml:trace>
  <inkml:trace contextRef="#ctx0" brushRef="#br0" timeOffset="-1552.448">1966 1866 22445,'0'0'6953,"0"0"-6313,53 92-328,-18-51-199,38 7-105,-8-11-8,-2-11-1465</inkml:trace>
  <inkml:trace contextRef="#ctx0" brushRef="#br0" timeOffset="132740.405">8774 7437 28134,'0'0'1264,"0"0"-608,0 0-352,0 0-23,0 0 143,0 0-88,0 0-96,-35 104-80,23-40-16,-1 8-8,-1 8-56,0 0-40,0-8-40,6-8-24,3-19-272,1-27-328,2-14-881,-2-8-1647</inkml:trace>
  <inkml:trace contextRef="#ctx0" brushRef="#br0" timeOffset="133032.337">8825 6630 24389,'0'0'3849,"0"0"-3377,0 0-312,8 176-104,0-98-56,0-5-1104</inkml:trace>
  <inkml:trace contextRef="#ctx0" brushRef="#br0" timeOffset="134813.699">8447 8681 14795,'0'0'11681,"0"0"-8856,0 0-2546,33-18-173,32-15 54,2 2 0,1 3-1,2 3 1,4 3-160,153-30 462,3 11-1,1 9 0,1 11 1,30 9-462,1994 29 596,-2180-15-596,272 27 0,-292-10 24,-55-19-32,0 0 1,-1 1-1,1-1 0,0 0 0,0 1 1,0-1-1,-1 1 0,1 0 0,0-1 0,-1 1 1,1-1-1,0 1 0,-1 0 0,1-1 1,-1 1-1,1 0 0,-1 0 0,1 0 1,-1-1-1,0 1 0,1 0 0,-1 0 1,0 0-1,0 0 0,1 0 0,-1 0 0,0-1 1,0 1-1,0 0 0,0 0 0,0 0 1,0 0-1,-1 0 0,1 0 0,0 0 1,0 0-1,-1-1 0,1 1 0,0 0 1,-1 0-1,1 0 0,-1-1 0,1 1 0,-1 0 1,1 0-1,-1-1 0,0 1 0,1-1 1,-1 1-1,0 0 0,0-1 0,1 1 1,-1-1-1,0 1 0,0-1 0,0 0 8,-37 20-2190,-13-6-4315</inkml:trace>
  <inkml:trace contextRef="#ctx0" brushRef="#br0" timeOffset="135064">13635 8720 30038,'0'0'0,"0"0"-11826</inkml:trace>
  <inkml:trace contextRef="#ctx0" brushRef="#br0" timeOffset="133314.392">9383 7427 2032,'0'0'23335,"-1"1"-19492,-7 18-2468,-55 142-751,55-133-539,2 1-1,1-1 1,0 1-1,3 0 1,0 0-1,2 18-84,1-46-2,-1 0-1,1 0 1,-1-1-1,1 1 1,-1 0 0,1-1-1,0 1 1,-1 0-1,1-1 1,0 1-1,0-1 1,0 1 0,-1-1-1,1 1 1,0-1-1,0 0 1,0 1 0,0-1-1,0 0 1,0 0-1,0 1 1,-1-1-1,1 0 1,0 0 0,0 0-1,0 0 1,0 0-1,0-1 1,0 1 0,0 0-1,0 0 1,0-1-1,0 1 1,-1 0-1,1-1 1,0 1 0,0-1-1,0 1 1,-1-1-1,1 1 1,0-1-1,0 0 1,-1 1 0,1-1-1,-1 0 1,1 0-1,0 1 1,-1-1 0,0 0-1,1 0 1,-1 0-1,1 0 1,-1 1-1,0-2 3,160-218-838,-140 191 776,2 2 0,0 0 0,1 1 0,2 1 0,1 2 0,0 0 0,7-2 62,-30 23 9,-1 0 1,1-1-1,-1 1 0,1 0 0,0 1 1,-1-1-1,1 0 0,0 1 0,0 0 0,0 0 1,1 0-1,-1 0 0,0 0 0,0 0 1,0 1-1,1 0 0,-1-1 0,0 1 1,1 0-1,-1 1 0,0-1 0,0 1 0,1-1 1,-1 1-1,0 0 0,0 0 0,0 0 1,0 1-1,0-1 0,0 1 0,0 0 1,-1-1-1,1 1 0,-1 1 0,1-1 0,-1 0 1,1 0-1,-1 1 0,0 0-9,6 18 104,-1 1 0,-1 0-1,-2 0 1,0 0 0,-1 0-1,-1 1 1,-1-1 0,-1 9-104,26 158 256,-24-186-283,-1 0-1,1 0 1,0 0 0,0-1 0,0 1-1,1 0 1,-1-1 0,1 1 0,-1-1-1,1 0 1,0 0 0,0 0 0,0 0-1,0 0 1,0-1 0,0 0 0,0 1-1,1-1 1,-1 0 0,0 0 0,1-1-1,-1 1 1,1-1 0,-1 0 0,1 0-1,-1 0 1,0 0 0,1 0 0,-1-1-1,1 0 1,-1 1 0,0-1 0,1-1-1,-1 1 1,0 0 0,0-1 0,0 1-1,0-1 1,0 0 0,0 0 0,0 0-1,-1-1 1,1 1 0,-1-1 0,0 1-1,1-1 1,-1 0 0,0 0 0,-1 0-1,1 0 1,0-1 27,119-155-5300,-55 43-4525,-50 89 6654,45-87-2813</inkml:trace>
  <inkml:trace contextRef="#ctx0" brushRef="#br0" timeOffset="133563.952">10622 6730 12243,'0'0'15955,"0"0"-15019,0 0-232,-30 144-55,19-40-105,1 25-184,6 5-112,4-10-104,0-29-40,0-31-64,0-20-16,0-10-24,0-1-64,0 1-256,-12-4-312,-25-25-1065,1-5-3976,1-5-8890</inkml:trace>
  <inkml:trace contextRef="#ctx0" brushRef="#br0" timeOffset="133848.206">10023 7354 19996,'0'0'7530,"0"0"-6314,0 0-576,0 0-424,0 0 88,151-86 64,-43 61-159,35-2-97,13 1 0,-7 10-112,-20 0-32,-46 7-713,-24 4-3391</inkml:trace>
  <inkml:trace contextRef="#ctx0" brushRef="#br0" timeOffset="134397.773">12288 6941 21677,'0'0'5205,"0"0"-3401,0 0-1197,0 0-132,0 0 70,0 0-75,-8-11-225,-31-32-126,36 40-110,0 1 0,0 0 1,0 0-1,0 0 0,-1 1 1,1-1-1,0 1 0,-1 0 1,1 0-1,-1 0 0,0 0 0,1 0 1,-1 1-1,0 0 0,1 0 1,-1 0-1,0 0 0,1 0 1,-1 1-1,0 0 0,1 0 1,-1 0-1,-2 1-9,5-2 0,-13 7 16,0 1 0,0 0-1,1 0 1,0 2-1,0 0 1,1 0-1,1 1 1,0 1 0,0 0-1,1 0 1,0 1-1,1 0 1,1 1 0,0-1-1,1 2 1,-3 9-16,0-1 46,1 1 0,1 0 0,1 0 0,2 1 0,0 0-1,1 0 1,2 0 0,1 1 0,1-1 0,0 0 0,3 3-46,-2-27 5,1 0 1,0 0-1,-1 0 0,1-1 1,0 1-1,-1 0 0,1-1 1,0 0-1,0 1 0,-1-1 0,1 0 1,0 0-1,0 0 0,0 0 1,0 0-1,-1 0 0,1-1 1,0 1-1,0-1 0,-1 1 0,1-1 1,0 0-1,-1 1 0,1-1 1,-1 0-1,1 0 0,-1 0 0,1 0 1,-1-1-1,1 1 0,-1 0 1,0 0-1,1-2-5,380-351-271,-357 336 243,-23 35 51,-2-4 8,0 0 1,1 1-1,1-1 0,0 0 1,1 0-1,0 0 1,1 0-1,1-1 0,0 1 1,0-1-1,2 0 1,-1-1-1,1 1 0,1-1 1,0-1-1,1 1 1,0-1-1,0-1 0,1 0 1,0 0-1,0-1 1,9 4-32,159 79-406,-151-70-552,-27 0-6631,-10-13-6042</inkml:trace>
  <inkml:trace contextRef="#ctx0" brushRef="#br0" timeOffset="150862.973">13211 6730 26510,'0'0'2968,"0"0"-2712,0 0-168,0 0 80,0 0 232,0 0 1,-4 45-177,4-33-152,0 11-72,-10 14 0,-29 34-584,0-9-2049,-4-9-18804</inkml:trace>
  <inkml:trace contextRef="#ctx0" brushRef="#br0" timeOffset="151143.231">13074 7575 7706,'0'0'21164,"0"0"-20604,-191 133-560,68-52-400,-19 4-15371</inkml:trace>
  <inkml:trace contextRef="#ctx0" brushRef="#br0" timeOffset="137122.877">17503 3812 22869,'0'0'3517,"0"0"-2505,0 0-684,0 0 135,0 0 138,-8-8-47,-22-24-118,20 46-136,-60 1389 1017,67-1366-1283,-68 1656 857,119-217-582,-35-1383-400,4-119-481,24-182-1110,-19 82-646</inkml:trace>
  <inkml:trace contextRef="#ctx0" brushRef="#br0" timeOffset="137714.512">17762 3591 24821,'0'0'2545,"20"0"-1914,254-1-515,837-89 763,7 57-1316,-1081 34 360,-3-3-51,0 3 0,0 1-1,0 1 1,0 2 0,0 1 0,11 5 128,-42-11-2,-1 0 1,1 0 0,-1 1 0,1-1-1,-1 1 1,1-1 0,-1 1 0,1 0-1,-1 0 1,0 0 0,1 0 0,-1 1-1,0-1 1,0 0 0,0 1-1,0 0 1,0-1 0,0 1 0,-1 0-1,1 0 1,0 0 0,-1 0 0,0 0-1,1 1 1,-1-1 0,0 0 0,0 1-1,0-1 1,-1 0 0,1 1 0,0-1-1,-1 1 1,0-1 0,1 1 0,-1-1-1,0 1 1,0 0 0,-1-1 0,1 1-1,0-1 1,-1 1 0,0-1 0,1 1-1,-1-1 1,0 0 0,0 1 0,-1-1-1,1 0 1,0 0 0,-1 0 0,1 0 1,-183 106 428,176-104-397,-1 1 0,1 0 1,-1 0-1,1 1 1,1 0-1,-1 1 0,1 0 1,1 0-1,-1 0 0,1 1 1,0 0-1,1 0 1,-1 0-1,2 1 0,-1 0 1,1 0-1,1 0 0,0 0 1,-2 7-32,-2 177 588,39 436 432,-27-454-776,53 862 615,109 282-284,-37-292-515,-111-787-162,-11 152 102,-7-388-65,-1 0-1,1 0 1,-1 0-1,0 0 1,0 0-1,-1 0 1,1-1-1,-1 1 1,0 0-1,0 0 1,0 0-1,-1-1 1,1 1-1,-1 0 1,0-1-1,0 0 1,0 1-1,-1-1 1,1 0-1,-1 0 1,1 0-1,-1 0 1,0-1-1,-1 1 66,-15 3-2295</inkml:trace>
  <inkml:trace contextRef="#ctx0" brushRef="#br0" timeOffset="138045.864">17897 8780 29806,'177'7'785,"55"0"-577,52 2-144,3-4 40,-30-5 224,-9 0 24,-23-2-64,-23-13-112,-35-5-104,-49 2-72,-43 6-128,-34 5-256,-25 2-304,-18-16-1393,-22-2-8297,-15-2-24</inkml:trace>
  <inkml:trace contextRef="#ctx0" brushRef="#br0" timeOffset="139948.97">17397 6402 24309,'0'0'3253,"0"0"-2094,17-8-898,161-47-38,1079-72 1328,-500 59-1435,-614 59-967,-131 24-2398,-35 7-4090,-12-2 1373</inkml:trace>
  <inkml:trace contextRef="#ctx0" brushRef="#br0" timeOffset="140363.127">17387 7146 27686,'0'0'896,"0"0"-568,0 0-193,25 3 176,228 10 621,557-88-19,509 54-152,-1017 21-672,-58 11-45,-244-11-50,0 0 0,0 1-1,0-1 1,0 0 0,0 1 0,-1-1 0,1 0 0,0 1 0,0-1-1,0 0 1,0 0 0,0 1 0,0-1 0,0 0 0,0 1 0,1-1-1,-1 0 1,0 1 0,0-1 0,0 0 0,0 1 0,0-1 0,0 0-1,1 0 1,-1 1 0,0-1 0,0 0 0,0 0 0,1 1 0,-1-1-1,0 0 1,0 0 0,1 0 0,-1 1 0,0-1 0,0 0 0,1 0-1,-1 0 1,0 0 0,1 0 0,-1 1 0,0-1 0,1 0 0,-1 0-1,0 0 1,1 0 0,-1 0 0,0 0 0,0 0 0,1 0-1,-1 0 1,0 0 0,1-1 0,-1 1 0,0 0 0,1 0 6,-65 5-1053,15-3-2497,-19-2-9603</inkml:trace>
  <inkml:trace contextRef="#ctx0" brushRef="#br0" timeOffset="140846.698">18259 6580 27766,'0'0'941,"-4"-16"-646,-15-50-267,17 62-63,0 1 1,0-1-1,-1 1 0,1 0 0,-1 0 1,0 0-1,0 0 0,0 1 0,-1-1 0,1 1 1,0 0-1,-1 0 0,0 0 0,1 0 0,-1 1 1,0-1-1,0 1 0,0 0 0,0 0 1,0 0-1,0 1 0,0-1 0,0 1 0,0 0 1,0 1-1,0-1 0,0 0 0,0 1 1,0 0-1,0 0 0,0 0 0,0 1 0,0-1 1,1 1-1,-1 0 0,0 0 0,1 0 1,-2 2 34,-19 9 144,0 0 1,1 2 0,1 1 0,0 0-1,1 1 1,1 2 0,1 0 0,1 1 0,0 1-1,2 0 1,0 2 0,2-1 0,0 2 0,2 0-1,0 1 1,0 5-145,-2 59 264,14-87-255,0 0 1,0 1-1,0-1 0,1 0 1,-1 0-1,1 0 0,-1 0 1,1 0-1,0 0 0,0 0 1,0 0-1,0 0 0,0 0 1,1 0-1,-1-1 0,0 1 1,1 0-1,0-1 0,-1 1 1,1-1-1,0 0 0,-1 1 1,1-1-1,0 0 0,0 0 1,0 0-1,0-1 0,0 1 1,0 0-1,1-1 0,-1 1 1,0-1-1,0 0 0,0 1 1,0-1-1,1 0 0,-1 0-8,86-12 205,-71 6-420,-1-1-1,1-1 0,-1 0 1,-1-1-1,1-1 0,-1 0 1,-1-1-1,5-5 215,23-23-5346,-4-2-5980,5-11 1307</inkml:trace>
  <inkml:trace contextRef="#ctx0" brushRef="#br0" timeOffset="141011.178">18455 6783 28518,'0'0'760,"0"0"-560,0 0-8,84 91 176,-66-72-144,-2-1-224,-7-15-352,-3-3-1520,0 0-26166</inkml:trace>
  <inkml:trace contextRef="#ctx0" brushRef="#br0" timeOffset="141221.204">18742 6658 26238,'0'0'3608,"0"0"-2895,0 0-529,-122 127-136,77-70 24,-1 1 0,1 0-72,2-1-192,10-6-337,7-23-1255,13-13-5217,9-15 239</inkml:trace>
  <inkml:trace contextRef="#ctx0" brushRef="#br0" timeOffset="141545.447">19122 6292 22445,'0'0'4739,"0"0"-3504,0 0-1099,21 5-52,64 18 64,-82-22-145,0 1-1,0-1 1,0 1-1,-1 0 1,1 0-1,-1 0 0,1 0 1,-1 1-1,0-1 1,1 1-1,-1-1 0,-1 1 1,1 0-1,0 0 1,-1 0-1,1 0 1,-1 0-1,0 0 0,0 0 1,0 0-1,0 1 1,-1-1-1,1 0 0,-1 1 1,0-1-1,0 0 1,0 0-1,0 1 0,-1-1 1,0 0-1,1 1 1,-1-1-1,0 0 1,0 0-1,-1 0 0,1 0 1,-2 2-3,-3 4-32,-1 0 1,0-1-1,0 0 1,-1-1-1,0 1 1,0-1-1,-1-1 1,1 0-1,-2 0 1,1-1-1,-1 0 1,1 0-1,-1-1 1,-1 0-1,0-1 32,-44 22-713,78-24-2842,18 11 4554,-36-7-875,-1 2 0,0-1 0,0 0 0,-1 1 0,0 0 0,0 0 0,0 0 0,-1 0 0,0 0 0,-1 0 0,0 0 0,0 1 0,0-1 0,-1 1 0,0-1 0,0 0 0,-1 1 0,0-1 0,0 0 0,-1 1 0,0-1 0,0 0 0,-1 0 0,0 0 0,0-1 0,0 1 0,-4 5-124,-73 120 64,78-128-921,3-6-3436,3-9-6749</inkml:trace>
  <inkml:trace contextRef="#ctx0" brushRef="#br0" timeOffset="141845">19796 6119 26726,'0'0'920,"-10"23"-396,3-7-417,-51 171 1185,55 168 272,8-173-1249,-4-175-320,0-1 0,-1 1 0,0-1 0,0 1 0,0-1 0,-1 1 0,0-1-1,0 0 1,-1 1 0,0-1 0,0 0 0,0 0 0,-1 0 0,0 0 0,0-1 0,0 1 0,-1-1 0,0 1 0,0-1-1,0-1 1,-1 1 0,1 0 0,-1-1 0,0 0 0,-1 0 0,0 0 5,-6 3-197,-1 0 0,0-1 0,0 0 0,-1-1 0,1 0 1,-1-2-1,0 1 0,-1-2 0,1 0 0,0 0 0,-1-1 0,-9-1 197,-41-12-4059,8-16-4500,15-8 2786</inkml:trace>
  <inkml:trace contextRef="#ctx0" brushRef="#br0" timeOffset="142062.421">19668 6365 22237,'0'0'5617,"106"-13"-5617,-37 13-56,2 0-208,-5 25-1585,-21 5-8329,-17 4 6538</inkml:trace>
  <inkml:trace contextRef="#ctx0" brushRef="#br0" timeOffset="142713.911">18618 8600 7626,'0'0'758,"0"0"568,0 0-398,0 0-353,0-17-276,-2-55 1440,-8 27 8971,-18-1-7933,14 27-984,3 61 667,-9 188-1958,20-229-525,1 0 0,-1 0 0,0 0 0,0 0 0,0 0 0,0-1 0,0 1 0,0 0 0,0 0-1,0 0 1,0 0 0,-1 0 0,1 0 0,0-1 0,0 1 0,-1 0 0,1 0 0,0 0 0,-1-1 0,1 1-1,-1 0 1,1-1 0,-1 1 0,0 0 0,1-1 0,-1 1 0,0 0 0,1-1 0,-1 1 0,0-1 0,1 0-1,-1 1 1,0-1 0,0 1 0,0-1 0,0 0 0,1 0 0,-1 1 0,0-1 0,0 0 0,0 0 0,0 0-1,0 0 1,0 0 0,1 0 0,-1 0 0,0-1 0,0 1 0,0 0 0,0 0 0,1-1 0,-1 1 0,0 0-1,0-1 24,-11-15-1872</inkml:trace>
  <inkml:trace contextRef="#ctx0" brushRef="#br0" timeOffset="142980.656">18636 7773 22765,'0'0'4737,"0"0"-4081,0 0-504,0 0-104,53 101-48,-42-43-464,-1-10-8050,-2-4 352</inkml:trace>
  <inkml:trace contextRef="#ctx0" brushRef="#br0" timeOffset="143261.901">18846 8420 29878,'0'0'607,"0"0"-364,0 0-80,-1 16 105,-2 52-114,3-67-155,0 0 0,0 0 0,0-1 0,0 1 0,0 0 0,0 0 0,0 0 0,1-1 0,-1 1-1,0 0 1,0 0 0,1 0 0,-1-1 0,0 1 0,1 0 0,-1-1 0,1 1 0,-1 0 0,1-1 0,-1 1-1,1 0 1,-1-1 0,1 1 0,0-1 0,-1 1 0,1-1 0,0 1 0,0-1 0,-1 0 0,1 1 0,0-1-1,0 0 1,-1 0 0,1 1 0,0-1 0,0 0 0,0 0 0,-1 0 0,1 0 0,0 0 0,0 0 0,0 0-1,0 0 1,-1-1 0,1 1 0,0 0 0,0 0 0,0-1 0,-1 1 0,1 0 0,0-1 0,-1 1 0,1-1 0,0 1-1,-1-1 1,1 1 0,0-1 0,-1 1 0,1-1 0,-1 0 1,2 0-16,175-148-2409,-176 148 2412,3-3 1,0 1 0,0-1-1,0 1 1,1 0 0,-1 0 0,1 0 0,0 1-1,0 0 1,0 0 0,0 0 0,0 0 0,0 1-1,0 0 1,1 0 0,-1 0 0,0 1-1,1-1 1,-1 1 0,5 1 12,4 64 901,-15-54-766,1 107 595,1-117-775,0 1 0,-1-1 0,1 0 0,0 0 0,0 0-1,0 0 1,0 0 0,0 0 0,0 0 0,0 0 0,0 0 0,0 0 0,0 0 0,1-1 0,-1 1 0,0-1 0,0 1 0,1-1 0,-1 1 0,0-1 0,1 0-1,-1 1 1,1-1 0,-1 0 0,0 0 0,1 0 0,-1 0 0,1 0 0,-1 0 0,0-1 0,1 1 0,-1 0 0,1-1 0,-1 1 0,0-1 0,0 1 0,1-1-1,-1 0 1,0 0 0,0 1 0,0-1 0,0 0 0,0 0 0,0 0 0,0 0 0,0 0 0,0 0 0,0-1 0,0 1 0,-1 0 0,1 0 0,0-1 45,45-45-4822,3-12-4139,-3 1 288</inkml:trace>
  <inkml:trace contextRef="#ctx0" brushRef="#br0" timeOffset="143512.066">19715 8020 29110,'-29'90'728,"-1"15"-344,7-3 73,13-22 87,10-27-120,0-6-288,0 5-96,6-5-40,6-6-8,1-20-128,1-17-152,-2-4-128,-2-30-1017,-10-36-1111,0 8-9851,0 1 7954</inkml:trace>
  <inkml:trace contextRef="#ctx0" brushRef="#br0" timeOffset="143761.424">19541 8156 14963,'0'0'13475,"0"0"-11883,0 0-1432,0 0-120,133 2-8,-94 23-32,-1 10-64,-5 43-672,-9-7-3321,-13-1-7001</inkml:trace>
  <inkml:trace contextRef="#ctx0" brushRef="#br0" timeOffset="144044.572">19358 9626 27702,'0'0'2204,"0"0"-1607,0 0-449,0 0 170,0 0 78,0 0-173,-3-8-156,-10-51-95,12 58 18,1-1-1,-1 1 1,1-1 0,-1 1 0,0-1 0,0 1-1,1-1 1,-1 1 0,0 0 0,0 0 0,0-1-1,-1 1 1,1 0 0,0 0 0,0 0-1,-1 0 1,1 0 0,0 0 0,-1 1 0,1-1-1,-1 0 1,1 1 0,-1-1 0,1 1 0,-1-1-1,0 1 1,1 0 0,-1 0 0,0-1 0,1 1-1,-1 0 1,1 1 0,-1-1 0,0 0 0,1 0-1,-1 1 1,1-1 0,-2 1 10,-62 23-279,54-15 290,0 1-1,1 0 1,0 0-1,1 1 1,0 0 0,1 0-1,0 1 1,0 0-1,1 1 1,1 0 0,0 0-1,1 0 1,1 0-1,0 1 1,0 0 0,2 0-1,0 0 1,0 0-1,1 0 1,1 1 0,0 4-11,0-17 0,1-1 0,-1 0 0,0 0 0,0 0 0,0 1 0,1-1 0,-1 0 0,0 0 0,1 0 0,-1 1 0,1-1 0,0 0 0,-1 0 0,1 0 0,0 0 0,0 0 0,-1 0 0,1 0 0,0-1 0,0 1 0,0 0 0,0 0 0,0-1 0,0 1 0,0 0 0,1-1 0,-1 1 0,0-1 0,0 0 0,0 1 0,0-1 0,1 0 0,-1 0 0,0 0 0,0 0 0,1 0 0,-1 0 0,0 0 0,0 0 0,1 0 0,-1 0 0,0-1 0,0 1 0,0 0 0,1-1 0,0 0 0,51-29-7,85-105-105,-135 134 120,0 0 1,0 1-1,0-1 0,0 1 1,0 0-1,0 0 0,0 0 1,0 0-1,0 1 1,0-1-1,0 1 0,0-1 1,0 1-1,0 0 0,-1 0 1,1 0-1,0 1 0,-1-1 1,1 1-1,-1 0 1,1-1-1,-1 1 0,0 0 1,1 0-1,-1 0 0,0 1 1,-1-1-1,1 0 0,0 1 1,-1 0-1,1-1 0,-1 1 1,0 0-1,0-1 1,0 1-1,0 0 0,0 0 1,-1 0-1,1 0 0,-1 1-8,17 26 45,-14-25-54,1 1 1,-1-2 0,1 1 0,0 0 0,0-1-1,1 0 1,-1 0 0,1 0 0,0 0-1,0-1 1,0 0 0,0 0 0,1 0 0,-1 0-1,1-1 1,0 0 0,0 0 0,0-1-1,0 0 1,0 0 0,0 0 0,0-1 0,0 0-1,0 0 1,0 0 0,0-1 0,0 0-1,0 0 1,0 0 0,0-1 0,0 0 0,-1 0-1,1-1 1,-1 1 0,1-1 0,-1 0-1,0-1 1,0 1 0,0-1 0,-1 0 0,1 0-1,-1-1 9,7-62-4581,-42 4-8619,-3 24 860</inkml:trace>
  <inkml:trace contextRef="#ctx0" brushRef="#br0" timeOffset="144410.753">17391 8412 2256,'0'0'8580,"0"0"2574,0 0-7222,0 0-2974,0 0-316,0 25 375,-3 247 567,-2 22 213,29 230-1797,49 119-685,-72-606-488,-1-23-1906,0 5-8823,0-9 1798</inkml:trace>
  <inkml:trace contextRef="#ctx0" brushRef="#br0" timeOffset="144677.541">18056 10165 28942,'163'18'1080,"45"-2"-824,6-11-168,12-5 113,8 0 127,7-5-136,-1-8-32,-7 3-32,-19 1-128,-25 0 0,-48 2 0,-43 0-40,-39 2-224,-23 3-304,-15-5-905,-5 0-4056,-12-6-5993</inkml:trace>
  <inkml:trace contextRef="#ctx0" brushRef="#br0" timeOffset="144944.112">20587 8953 31223,'12'122'1544,"5"34"-1544,3 24 0,-2-4-376,-18-22 224,-2-4 112,-16-35-680,-6-21-17676</inkml:trace>
  <inkml:trace contextRef="#ctx0" brushRef="#br0" timeOffset="147299.152">18610 3937 27174,'0'0'1629,"0"0"-1098,-18 9-403,10-5-116,-125 88 323,110-69-251,1 1-1,2 2 1,0 0-1,2 1 1,1 0-1,1 2 1,1 0-1,2 1 1,1 0-1,1 1 1,1 0-1,2 1 1,-3 30-84,10-52 8,0 1 1,1-1-1,0 0 1,0 0-1,1 0 1,1 0-1,0 0 1,0 0-1,1 0 1,0 0-1,1-1 0,0 1 1,1-1-1,-1 0 1,2 0-1,-1-1 1,1 0-1,1 0 1,-1 0-1,1-1 1,1 1-1,-1-2 1,1 1-1,1-1 1,-1-1-1,1 1 1,0-1-1,0-1 1,0 0-1,6 2-8,-2-2-48,0-1 1,0-1-1,0 0 0,0 0 0,0-2 0,0 1 0,0-2 1,0 0-1,0 0 0,0-1 0,0-1 0,-1 0 1,1-1-1,-1 0 0,11-6 48,78-60-2203,-37 11-3397,0-8-8443</inkml:trace>
  <inkml:trace contextRef="#ctx0" brushRef="#br0" timeOffset="147593.741">18577 4305 23621,'0'0'4193,"-104"120"-3841,53-46-248,-1 7-104,23-14-24,11 4-128,10-23-1744,8-20-15764</inkml:trace>
  <inkml:trace contextRef="#ctx0" brushRef="#br0" timeOffset="147861.498">19448 3958 9002,'0'0'15714,"0"0"-12201,17 9-3299,51 33-51,-65-39-134,0 1 0,-1-1 0,0 1 1,0-1-1,0 1 0,0 0 0,0 0 0,-1 0 0,1 0 0,-1 0 0,0 0 1,-1 1-1,1-1 0,-1 0 0,0 0 0,0 0 0,0 1 0,0-1 0,-1 0 1,0 0-1,0 1 0,0-1 0,0 0 0,0 0 0,-1 0 0,0-1 0,0 1 1,0 0-1,0-1 0,-1 1 0,1-1 0,-1 1 0,0-1 0,0 0 0,0 0 1,0-1-1,-2 2-29,-175 138 113,147-121-98,32-21-20,0 0 0,-1 0 0,1 1 0,0-1 0,-1 0 0,1 1 0,0-1 0,-1 1 0,1-1 0,0 1 0,0 0 0,0-1 0,-1 1 0,1 0 0,0 0 0,0 0 0,0 0 0,0 0 0,0 0 0,1 0 0,-1 0 0,0 0 0,0 0 0,1 0 0,-1 1 0,1-1 0,-1 0 0,1 0 0,-1 1 0,1-1 0,0 1 0,0-1 0,-1 0 0,1 1 0,0-1 0,0 0 0,1 1 0,-1-1 0,0 0 0,0 1 0,1-1 0,-1 0 0,0 1 0,1-1 0,0 0 0,-1 0 0,1 1 0,0-1 0,-1 0 0,1 0 0,0 0 0,0 0 0,0 0 0,0 0 0,1 1 5,79 34-56,-66-32 50,-1 0 0,-1 2 0,1-1 0,-1 2-1,0 0 1,0 0 0,-1 1 0,0 1 0,0 0-1,-1 0 1,0 1 0,-1 1 0,0 0 0,-1 0-1,0 1 1,0 1 6,-8-10 4,1 0 0,-1 0-1,0 1 1,0-1-1,0 0 1,-1 1 0,1-1-1,-1 1 1,1-1 0,-1 1-1,0-1 1,-1 1-1,1-1 1,-1 1 0,1-1-1,-1 1 1,0-1 0,0 0-1,-1 0 1,1 1-1,-1-1 1,1 0 0,-1 0-1,0 0 1,0 0 0,0-1-1,-1 1 1,1-1 0,-1 1-1,1-1 1,-1 0-1,0 0 1,0 0 0,0 0-1,0 0-3,-118 47 141,96-41-174,-1-1 0,-1-1-1,1-1 1,-1-1 0,0-2-1,0-1 1,-13-1 33,-7-16-1655,24-5-2649,7-12-6247</inkml:trace>
  <inkml:trace contextRef="#ctx0" brushRef="#br0" timeOffset="148127.539">19207 4188 22917,'-43'97'5289,"-5"18"-4961,-3 18-328,10-29-32,4-11-200,7-27-2296,7-20-15004</inkml:trace>
  <inkml:trace contextRef="#ctx0" brushRef="#br0" timeOffset="148377.109">18037 5386 27598,'180'-5'1288,"46"-24"-920,0-4-88,-4 8-48,-18 0-104,-59 13-128,-39 1-1744</inkml:trace>
  <inkml:trace contextRef="#ctx0" brushRef="#br0" timeOffset="167455.258">16409 10994 24557,'0'0'4721,"6"-22"-3532,30-147-960,-33 158-218,0 0 1,-2 0-1,1 0 0,-1-1 1,-1 1-1,0 0 0,-1 0 1,0-1-1,-1 1 0,0 0 1,0 0-1,-1 0 0,-1 1 1,0-1-1,0 1 0,-1-1 1,-1 1-1,1 1 0,-2-1 1,1 1-1,-1 0 0,-1 1 1,1 0-1,-6-5-11,10 12-2,-1-1 0,1 1 0,-1-1 0,0 1 0,1 0 1,-1 0-1,0 1 0,0-1 0,1 1 0,-1 0 0,0 0 0,0 0 0,0 0 0,1 1 0,-1 0 0,0-1 1,1 1-1,-1 1 0,0-1 0,1 0 0,-1 1 0,1 0 0,0 0 0,0 0 0,-1 0 0,1 0 0,1 1 1,-1-1-1,0 1 0,0 0 0,1 0 0,0 0 0,0 0 0,0 0 0,-2 3 2,-56 125 4,47-80 42,2 0 0,2 1 0,2 0 0,3 0 0,2 48-46,1-97 5,1 0 0,-1 0 1,1 0-1,0 0 1,0 0-1,0 0 0,0 0 1,0 0-1,0 0 0,1 0 1,0 0-1,-1 0 0,1-1 1,0 1-1,1 0 1,-1 0-1,0-1 0,1 1 1,-1-1-1,1 1 0,0-1 1,0 0-1,0 1 1,0-1-1,0 0 0,0-1 1,1 1-1,-1 0 0,1 0 1,-1-1-1,1 0 1,0 1-1,-1-1 0,1 0 1,0 0-1,1 0-5,12-2-2,1-1 0,0 0 0,-1-1 0,0-1 0,0 0 0,0-1 0,0-1 0,-1 0 0,0-1 0,0-1-1,-1-1 1,0 0 0,0 0 0,-1-1 0,0-1 0,8-9 2,-7 8-11,25-18-40,-1-3 1,-2-1-1,-1-1 0,26-37 51,-61 73 1,0-1-1,-1 0 1,1 0 0,-1 1-1,1-1 1,0 1-1,0-1 1,-1 0 0,1 1-1,0-1 1,-1 1-1,1-1 1,0 0 0,0 1-1,0-1 1,0 1-1,0-1 1,-1 1 0,1-1-1,0 1 1,0-1-1,0 1 1,0-1 0,0 1-1,0-1 1,0 1-1,1-1 1,-1 1 0,0-1-1,0 0 1,0 1-1,0-1 1,1 1 0,-1-1-1,0 1 1,0-1-1,1 0 1,-1 1 0,0-1-1,1 1 1,-1-1-1,0 0 1,1 1 0,-1-1-1,0 0 1,1 0-1,-1 1 1,1-1-1,-1 0 1,1 0 0,-1 0-1,1 0 1,-1 1-1,0-1 1,1 0 0,-1 0-1,1 0 1,-1 0-1,1 0 1,-1 0 0,1 0-1,-1 0 1,1 0-1,-1-1 1,1 1 0,-1 0-1,1 0 1,-1 0-1,1 0 0,-5 64 52,3-42-21,0-12-34,7 99 159,-6-106-161,1-1 0,-1 0 0,1 1 0,0-1 0,-1 0 0,1 1 0,0-1 0,0 0-1,1 0 1,-1 0 0,0 0 0,1 0 0,-1 0 0,1 0 0,0 0 0,-1 0 0,1-1 0,0 1 0,0-1-1,0 0 1,0 1 0,1-1 0,-1 0 0,0 0 0,0 0 0,1 0 0,-1-1 0,1 1 0,-1-1 0,0 1-1,1-1 1,-1 0 0,1 0 0,-1 0 0,1 0 0,-1-1 0,1 1 0,-1-1 0,0 1 0,2-1 5,35-21-1648,-19-1-2908,1-11-9913</inkml:trace>
  <inkml:trace contextRef="#ctx0" brushRef="#br0" timeOffset="167738.75">16886 10126 29878,'0'0'937,"0"0"-801,0 0-80,130 117 192,-56-41 256,19 30-160,7 30-64,-14 9 0,-31-9-176,-39-16-104,-16-32 0,-26-20 0,-7-15 0,-8-9 0,-36 12-88,9-6-672,-5-13-1225</inkml:trace>
  <inkml:trace contextRef="#ctx0" brushRef="#br0" timeOffset="168005.503">17768 10252 30895,'0'0'1032,"0"0"-1032,0 0 0,6 120 0,-8-71 0,-12 8-360,2 22-1265,2-13-2768,8-11-13322</inkml:trace>
  <inkml:trace contextRef="#ctx0" brushRef="#br0" timeOffset="168255.828">17884 11070 18668,'0'0'10882,"0"0"-10290,0 0 9,7 106-169,-22-64-48,-25 22-336,-44 33-48,7-9-840,-9-5-6306</inkml:trace>
  <inkml:trace contextRef="#ctx0" brushRef="#br0" timeOffset="165706.044">13837 10098 22869,'0'0'6353,"0"0"-5641,0 0-464,0 0-96,0 0 49,0 0-89,4 115-96,0-90-16,4-4-481,6-11-1279,17-10-1897,-1-14-10306,-3-9 11203</inkml:trace>
  <inkml:trace contextRef="#ctx0" brushRef="#br0" timeOffset="165938.948">14118 10132 6697,'0'0'12707,"0"0"-3489,0 0-8594,0 0-80,0 0 56,0 0-103,0 0-249,24 60-208,-44-16-40,4-7-696,3-5-3217</inkml:trace>
  <inkml:trace contextRef="#ctx0" brushRef="#br0" timeOffset="166222.647">14705 11119 16948,'0'0'10546,"0"0"-9242,0 0-496,-4 119-136,-11-72-71,-9 8-185,-5 2-176,-5 1-152,-5-1-56,0-3-32,-3-2-56,3-8-312,-2-18-424,10-12-1417,11-14-12098</inkml:trace>
  <inkml:trace contextRef="#ctx0" brushRef="#br0" timeOffset="166964.487">15755 10547 24453,'0'0'4316,"0"17"-3156,-1 38-812,-2-1 1,-3 0-1,-3 0 1,-5 15-349,0-24 18,-1 0 1,-3-1 0,-1-1 0,-2-1 0,-2-1-1,-2-1 1,-1-1 0,-2-2 0,-2 0-1,-1-2 1,-2-1 0,-1-2 0,-2-1-1,-14 8-18,23-18 4,-1-1-1,0-1 0,-2-2 0,0-1 0,-1-1 0,0-2 0,-2-1 0,1-1 0,-12 1-3,42-11-2,0 0-1,-1 0 1,1 0 0,0-1-1,0 1 1,0-1-1,0 1 1,-1-1-1,1 0 1,0 0-1,0 0 1,0 0-1,-1 0 1,1 0-1,0-1 1,0 1-1,0-1 1,0 0-1,-1 1 1,1-1-1,0 0 1,0 0-1,0 0 1,1-1-1,-1 1 1,0 0-1,0-1 1,1 1-1,-1-1 1,1 0 0,-1 1-1,1-1 1,0 0-1,-1 0 1,1 0-1,0 0 1,0 0-1,1 0 1,-1 0-1,0 0 1,1 0-1,-1 0 1,1-1-1,0 1 1,-1 0-1,1 0 1,0-1-1,0 1 1,1 0-1,-1-2 3,3-18-42,1 0 0,0 0-1,2 0 1,0 1 0,2 0-1,0 0 1,1 1 0,1 0-1,1 0 1,9-11 42,10-22-135,21-36-214,-4-2 0,-4-2 0,-4-2 1,-5-1-1,-3-2 0,13-84 349,-25-125-556,-18 300 568,-1 0 0,0 0 0,0 1 0,0-1 0,-1 0 0,0 0 0,0 1 0,-1-1 0,0 1 0,0-1 0,-1 1 0,1 0 0,-1-1 0,-1 1-1,1 1 1,-1-1 0,0 1 0,0-1 0,-1 1 0,1 0 0,-1 1 0,0-1 0,-1 1 0,1 0 0,-1 0 0,0 0 0,0 1 0,0 0 0,0 0 0,0 1 0,-1 0 0,1 0 0,-1 0 0,-3 0-12,-4 2 31,0 0 1,0 1-1,0 1 0,0 0 1,0 1-1,0 0 1,1 1-1,-1 1 1,1 0-1,0 1 0,1 0 1,-1 1-1,1 0 1,0 1-1,1 1 0,0-1 1,0 2-1,1 0 1,1 0-1,-1 1-31,-7 8 77,1 2 1,0 0-1,2 0 0,1 1 1,0 1-1,2 0 0,1 1 1,0 0-1,2 0 0,-4 20-77,4-12 65,2-1 0,0 1-1,3 1 1,0-1-1,3 0 1,0 1-1,2-1 1,1 0-1,2 0 1,1 0 0,2 0-1,1-1 1,1 0-1,2-1 1,0 0-1,3-1 1,1 0-65,3-6 59,2 0 1,1-2-1,1 0 0,0-2 1,2-1-1,0 0 0,16 6-59,-15-7 12,282 181 58,-298-191-96,0 1-1,0 1 0,-1 0 0,0 0 0,-1 1 1,0 0-1,-1 0 0,0 1 0,-1 0 0,0 0 1,0 0-1,-1 1 0,-1 0 0,0 0 0,0 0 1,-1 1-1,-1 2 27,-8 85-5367,-5-73-6637</inkml:trace>
  <inkml:trace contextRef="#ctx0" brushRef="#br0" timeOffset="157180.106">5547 10347 27710,'0'0'836,"0"0"-408,0 0-129,-14-15 14,-47-48 37,57 60-328,0 0 1,1 0 0,-1 1-1,0-1 1,-1 1 0,1 0-1,0 0 1,0 0 0,-1 1-1,1 0 1,-1 0 0,0 0 0,1 0-1,-1 1 1,0-1 0,1 1-1,-1 0 1,0 1-23,-10-1 37,-10 2-9,0 1 1,1 1-1,-1 1 0,1 1 0,0 1 1,1 1-1,0 2 0,0 0 0,1 1 0,0 1 1,1 1-1,0 1 0,2 1 0,-1 1 1,2 1-1,0 0 0,1 1 0,-10 15-28,17-20 7,0 1 1,1 0-1,1 1 0,0-1 0,1 2 0,1-1 0,0 1 1,1 0-1,1 0 0,1 0 0,0 1 0,1-1 0,0 1 1,2-1-1,0 10-7,1-16 2,0 0 0,0 0 1,1 0-1,0 0 0,1 0 1,0-1-1,1 1 0,0-1 1,0 1-1,1-1 0,0-1 1,1 1-1,-1-1 0,2 0 1,-1 0-1,1-1 0,1 1 0,-1-2 1,1 1-1,0-1 0,1 0 1,-1-1-1,1 0 0,0 0 1,7 2-3,-1-2-48,0-1 0,1-1 0,0 0 0,0 0 0,0-2 0,0 0 0,0-1 1,0-1-1,-1 0 0,1-1 0,0 0 0,0-2 0,-1 0 0,1-1 0,-1 0 0,-1-1 1,1-1-1,-1 0 0,0-1 0,0 0 0,-1-1 0,8-7 48,68-60-2855,-2-13-6777,-19 10-592</inkml:trace>
  <inkml:trace contextRef="#ctx0" brushRef="#br0" timeOffset="157441.564">6053 10400 28206,'0'0'784,"0"0"-304,-25 117-208,19-71 16,2-6-104,4-8-136,0-9-48,0-14-520,8-25-640,2-21-4009,0-7-11042</inkml:trace>
  <inkml:trace contextRef="#ctx0" brushRef="#br0" timeOffset="157711.175">6171 9723 27454,'0'0'1040,"0"0"-752,0 0-216,0 0-72,49 96 0,-29-54-2064,-4-3-14364</inkml:trace>
  <inkml:trace contextRef="#ctx0" brushRef="#br0" timeOffset="157957.838">6530 10342 24389,'0'0'4048,"0"0"-2716,0 20-773,0 153 357,0-172-915,-1 1 1,1-1-1,-1 1 1,1-1-1,-1 1 1,1 0-1,0-1 1,0 1-1,0-1 1,0 1-1,0-1 0,0 1 1,0 0-1,0-1 1,1 1-1,-1-1 1,1 1-1,-1-1 1,1 1-1,0-1 1,-1 0-1,1 1 0,0-1 1,0 0-1,0 1 1,0-1-1,0 0 1,0 0-1,0 0 1,0 0-1,1 0 1,-1 0-1,0 0 0,1 0 1,-1-1-1,0 1 1,1 0-1,-1-1 1,1 1-1,-1-1 1,1 0-1,-1 1 1,1-1-1,0 0 0,-1 0 1,1 0-1,-1 0 1,1 0-1,-1 0 1,1-1-1,0 1 1,-1 0-1,1-1 1,-1 1-1,2-2-1,83-105-355,-61 70 120,3 1 0,0 2 1,3 1-1,0 1 0,3 1 0,0 3 0,37-25 235,-69 51 15,1-1 1,-1 1-1,0 0 1,1 0-1,-1 0 1,1 1-1,0-1 1,0 0-1,-1 1 1,1 0-1,0 0 0,0 0 1,0 0-1,0 0 1,1 0-1,-1 1 1,0 0-1,0-1 1,0 1-1,0 1 1,0-1-1,1 0 1,-1 1-1,0-1 0,0 1 1,0 0-1,0 0 1,0 0-1,0 0 1,0 1-1,-1-1 1,1 1-1,0 0 1,-1 0-1,1 0 1,-1 0-1,2 1-15,2 210 1426,-6-169-1375,-2-25-57,1 1 0,1-1 0,1 1 0,1-1 1,1 0-1,0 0 0,1 0 0,1 0 0,8 18 6,-13-37-50,0 1 0,0 0-1,0-1 1,0 1 0,0 0-1,0-1 1,0 1 0,0 0-1,0-1 1,0 1-1,1 0 1,-1-1 0,0 1-1,0-1 1,1 1 0,-1 0-1,0-1 1,1 1 0,-1-1-1,1 1 1,-1-1 0,0 1-1,1-1 1,0 0 0,-1 1-1,1-1 1,-1 1-1,1-1 1,-1 0 0,1 0-1,0 1 1,-1-1 0,1 0-1,-1 0 1,1 0 0,0 0-1,-1 1 1,1-1 0,0 0-1,-1 0 1,1 0-1,0 0 1,-1-1 0,1 1-1,0 0 1,-1 0 0,1 0-1,-1 0 1,1-1 0,0 1-1,-1 0 1,1-1 0,-1 1-1,1 0 1,-1-1 0,1 1-1,-1-1 1,1 1-1,-1-1 1,1 1 0,-1-1-1,0 1 1,1-1 0,-1 1-1,1-1 51,12-44-10824,-6 4 4122</inkml:trace>
  <inkml:trace contextRef="#ctx0" brushRef="#br0" timeOffset="158175.839">7455 10066 18444,'0'0'8442,"0"0"-6102,25 5-1633,173 27 219,-152-27-772,-13-3-91,0 1 0,0 2 0,0 1 0,0 2-1,-1 1 1,-1 1 0,1 2 0,3 3-63,-32-14 3,0 1 0,0-1 1,-1 1-1,1 0 0,0 0 0,-1 0 0,1 0 0,-1 0 1,0 1-1,0-1 0,0 1 0,0-1 0,0 1 0,-1 0 1,1-1-1,-1 1 0,1 0 0,-1 0 0,0 0 0,0 0 1,-1 1-1,1-1 0,-1 0 0,1 0 0,-1 0 0,0 0 1,0 1-1,0-1 0,-1 0 0,1 0 0,-1 0 0,0 0 1,0 0-1,0 0 0,0 0 0,0 0 0,-1 0 0,1 0 1,-2 2-4,-84 95-25,84-97 23,-137 117-1044,112-107-642,12-12-5633,10-4-8404</inkml:trace>
  <inkml:trace contextRef="#ctx0" brushRef="#br0" timeOffset="158457.975">8305 9746 28062,'0'0'1460,"21"5"-925,291 54 447,-240-48-776,-36-7-127,0 2 0,-1 1 0,1 2 0,-1 2 0,-1 0 0,14 9-79,-43-18 9,0 0-1,0 0 1,0 0 0,-1 1 0,1 0-1,0 0 1,-1 0 0,0 1 0,0-1-1,0 1 1,0 0 0,-1 0 0,1 1-1,-1-1 1,0 1 0,-1-1 0,1 1-1,-1 0 1,0 0 0,0 0 0,0 1-1,-1-1 1,1 0 0,-1 0 0,-1 1-1,1-1 1,-1 1 0,0-1 0,0 1-1,-1-1 1,1 0 0,-2 4-9,-5 6 11,-1-1 0,0 0 1,-1 0-1,-1-1 0,0 0 1,-1-1-1,0 0 0,-1-1 0,-1 0 1,1-1-1,-4 1-11,5-2 1,-237 184-1305,214-173-2728,13-15-9713</inkml:trace>
  <inkml:trace contextRef="#ctx0" brushRef="#br0" timeOffset="159919.381">5596 10547 4009,'0'0'15562,"0"0"-11316,0 0-2751,22 3-19,230 25-417,2-11-1,0-12 1,198-22-1059,55-36 512,0-22-512,-458 68 39,1113-204 255,-1201 212-422,-312 71 26,-1750 426 44,2101-498 58,-238 58 250,-2-11-1,-1-11 0,-157 1-249,352-39 64,47-15-6,57-30 16,98-38-44,114-39-16,87-25-4,462-144 14,839-182-24,-1467 426 0,-187 43 0,-37 8 4,-305 71 16,-1052 319-6,497-133 65,827-241-59,-74 23 94,-2-7 0,-127 13-114,185-42 41,83-5-40,-29-2 21,38-19 1,15 4-25,0 2 1,2 0-1,-1 2 1,2 1-1,0 1 1,26-8 1,-9 2-3,219-77-27,147-31-812,82-1 842,-93 38-3778,-190 45-6727</inkml:trace>
  <inkml:trace contextRef="#ctx0" brushRef="#br0" timeOffset="160390.531">6629 12066 6993,'1'-19'17508,"5"-34"-13908,14-59-3255,-19 105-353,18-145 103,-19 147-88,0 1 1,-1-1 0,0 0-1,1 0 1,-2 1 0,1-1 0,0 1-1,-1-1 1,0 1 0,0 0-1,0 0 1,-1-1 0,1 2-1,-1-1 1,0 0 0,0 0-1,0 1 1,-1 0 0,1-1 0,-1 2-1,0-1 1,0 0 0,0 1-1,0-1 1,0 1 0,-1 0-1,1 0 1,0 1 0,-1 0-1,-3-1-7,-18-1 28,-1 1 0,0 2-1,0 0 1,0 2-1,1 1 1,-1 1-1,1 2 1,0 0-1,0 2 1,0 0-1,1 2 1,1 1-1,0 1 1,0 1-1,1 1 1,1 1-1,0 1 1,1 1-1,1 1 1,1 0-1,0 2 1,-6 10-28,17-24 21,2 1 1,-1-1-1,1 1 0,0 0 1,0 1-1,1-1 0,0 1 1,0 0-1,1 1 0,0-1 1,1 1-1,0-1 0,0 1 1,1 0-1,0 0 0,0 1 1,1-1-1,0 0 0,1 0 1,0 1-1,0-1 0,1 0 1,0 0-1,1 1 0,0-1 1,1 0-1,0-1 0,0 1 1,0 0-1,1-1 0,1 0 1,-1 0-1,1 0 0,4 5-21,15 5 11,0 0 0,1-1 1,1-1-1,0-2 0,1-1 0,3 0-11,113 66 21,-138-75-20,0 0 0,0 0 0,-1 0 0,1 0 0,-1 1 0,0-1 0,0 1 0,0 0 0,-1 1 0,0-1 0,0 1 0,0-1 0,-1 1 0,0 0 0,0 0 0,0 0 0,-1 0 0,0 0 0,0 0 0,0 0 0,-1 1 0,0-1 0,0 0 0,0 0 0,-1 0 0,0 1 0,-1-1 0,1 0 0,-1 0 0,0 0 0,0-1 0,-1 1-1,-3 5 0,-15 20 17,-2-1 0,-1-1-1,-2-1 1,0-1 0,-2-1-1,-1-1 1,-1-2 0,-10 5-17,40-28 0,-167 116 10,136-110-1183,32-35-5862,9-8-12594</inkml:trace>
  <inkml:trace contextRef="#ctx0" brushRef="#br0" timeOffset="160707.736">7343 11939 11899,'0'0'12742,"0"0"-9102,3-17-3032,14-91-189,-17 106-400,-1 0 1,1 0 0,-1 0 0,0 0-1,1 0 1,-1 0 0,0 0 0,0 0-1,0 0 1,-1 0 0,1 1 0,0-1 0,-1 0-1,1 1 1,-1-1 0,1 1 0,-1-1-1,0 1 1,0 0 0,1 0 0,-1 0-1,0 0 1,0 0 0,0 0 0,0 0-1,0 1 1,0-1 0,0 1 0,-1 0-1,1-1 1,0 1 0,0 0 0,-2 0-20,-78 3 44,58 5-52,0 1 0,1 1 0,0 0 0,0 2 0,1 1 0,1 0 1,0 2-1,1 0 0,1 2 0,1 0 0,-1 2 8,-1-2-3,1 1 0,1 1 1,0 0-1,1 2 0,2 0 0,0 1 0,1 0 1,1 1-1,2 0 0,0 1 0,1 1 0,2 0 0,0 0 1,2 0-1,0 1 0,2 0 0,1 0 0,1 3 3,2-22 0,0 0 0,1-1 0,0 1 0,0-1 0,1 1 0,0-1 0,0 0 0,0 0 0,1 0 0,-1 0-1,2 0 1,-1 0 0,1-1 0,-1 1 0,2-1 0,-1 0 0,0 0 0,1-1 0,0 1 0,0-1 0,0 0 0,1-1-1,-1 1 1,1-1 0,0 0 0,0 0 0,0-1 0,0 0 0,1 0 0,-1 0 0,1-1 0,4 1 0,10 1-596,0-1 0,1-1 0,-1-1 0,0-1 1,0 0-1,0-2 0,0 0 0,0-2 0,8-3 596,81-33-11805,-7-9 3030</inkml:trace>
  <inkml:trace contextRef="#ctx0" brushRef="#br0" timeOffset="161190.23">8123 11914 136,'0'0'23005,"0"0"-19169,0 0-2370,0 0-864,0 0-178,0 0-93,0 0-153,-15-15-118,-50-46-60,62 58-10,-1 0-1,1 0 1,-1 0-1,0 1 1,0-1 0,0 1-1,0 0 1,-1 0-1,1 0 1,0 1-1,-1 0 1,1 0-1,-1 0 1,0 0-1,1 1 1,-1-1-1,0 1 1,-1 0 10,-8 0-33,3-1 28,-1 1 0,1 0 0,-1 1 0,1 0 0,0 0 0,-1 1 0,1 1-1,0 0 1,0 1 0,0 0 0,1 0 0,-1 1 0,1 1 0,0-1 0,1 2 0,0-1 0,-1 1 0,2 1 0,-1 0 0,1 1 5,-6 5 43,1 0 0,1 1 0,0 1 0,1 0 0,1 1 0,0 0 0,1 0 0,1 1 1,1 0-1,0 0 0,2 1 0,0 0 0,1 0 0,1 1 0,0-1 0,2 0 0,0 1 0,1-1 1,3 14-44,-1-29 3,0 0 0,0-1 0,0 1 0,1-1 0,-1 1 0,1-1 0,0 0 1,0 0-1,0 0 0,1-1 0,-1 1 0,1-1 0,-1 0 0,1 0 1,0 0-1,0 0 0,-1-1 0,1 1 0,1-1 0,-1 0 0,0 0 0,0-1 1,0 1-1,0-1 0,1 0 0,-1 0 0,0 0 0,0-1 0,0 1 1,1-1-1,-1 0 0,0 0 0,0-1 0,0 1 0,-1-1 0,1 0 1,0 0-1,0 0 0,-1 0 0,1-2-3,27-17-2,-1-2 1,-1-1-1,-2-1 1,0-1-1,-2-2 1,0-1-1,5-11 2,-2 6-8,119-138 16,-148 191 72,-61 208 735,62-218-796,-1-6-17,0 0 0,0 0 1,0 0-1,0 1 0,1-1 0,-1 0 1,1 0-1,0 1 0,0-1 1,0 0-1,1 1 0,-1-1 0,1 0 1,0 0-1,0 0 0,0 0 1,0 1-1,0-1 0,1 0 0,-1-1 1,1 1-1,0 0 0,0 0 1,0-1-1,0 1 0,0-1 0,1 0 1,-1 0-1,1 1 0,-1-2 1,1 1-1,0 0 0,0 0 0,0-1 1,1 1-3,6-2-98,0-1 0,-1 1 0,1-2 1,0 1-1,-1-1 0,1-1 0,-1 0 1,0 0-1,0-1 0,0 0 0,0-1 1,0 1-1,-1-2 0,0 1 0,0-1 0,-1 0 1,0-1-1,0 0 0,5-7 98,4 0-447,58-52-5115,-7-1-9420</inkml:trace>
  <inkml:trace contextRef="#ctx0" brushRef="#br0" timeOffset="162159.076">8641 11665 8498,'0'0'15544,"0"0"-11492,0 0-3234,0 0-238,0 0-146,0 0-63,-8 13-55,-35 108 26,20 125 94,64-333-380,-6 24-540,1 2 0,4 2-1,2 1 1,35-36 484,-76 92 3,1-1-1,-1 1 1,1-1-1,0 1 1,0-1-1,0 1 0,0 0 1,0 0-1,0 0 1,1 0-1,-1 0 1,1 1-1,-1-1 0,1 1 1,0-1-1,0 1 1,0 0-1,-1 0 1,1 0-1,0 1 1,0-1-1,0 1 0,0-1 1,0 1-1,0 0 1,0 0-1,0 1 1,0-1-1,0 0 0,0 1 1,0 0-1,0 0 1,0 0-1,0 0 1,0 0-3,75 218 837,-75-216-854,1 1 0,0-1 1,0-1-1,0 1 0,0 0 0,0-1 0,1 0 0,-1 0 1,1 0-1,-1-1 0,1 0 0,0 0 0,0 0 0,-1 0 1,1-1-1,0 1 0,0-1 0,0 0 0,0-1 0,0 1 1,-1-1-1,1 0 0,0 0 0,-1-1 0,1 1 0,0-1 1,-1 0-1,0 0 0,1-1 0,-1 1 0,0-1 0,2-2 17,87-68-2124,-29 13-3229,8-13-7822</inkml:trace>
  <inkml:trace contextRef="#ctx0" brushRef="#br0" timeOffset="162440.126">9836 10741 12019,'0'0'13853,"-15"28"-10489,-13 27-3082,2 1 0,2 1 0,3 1 0,1 4-282,-9 63 400,6 2 0,5 1 0,6 1 0,6 0 0,5 12-400,15 200 403,26 106-403,-14-101-1,-25-344-25,-1 0 1,0 0 0,1 0-1,-1 0 1,0 0-1,0 1 1,0-1 0,-1 0-1,1 0 1,0 0 0,-1 0-1,1 0 1,-1 0 0,0 0-1,0 0 1,0 0 0,0 0-1,0 0 1,0 0-1,0-1 1,0 1 0,-1 0-1,1-1 1,-1 1 0,1-1-1,-1 0 1,0 1 0,0-1-1,1 0 1,-1 0-1,0 0 1,0 0 0,0 0-1,0-1 1,0 1 0,0-1-1,0 1 1,-1-1 0,1 0-1,0 1 1,0-1-1,0 0 1,0 0 0,0-1-1,0 1 1,-1 0 0,1-1-1,0 0 1,0 1 0,0-1-1,0 0 1,0 0-1,1 0 1,-2 0 25,-59-39-3008,0-17-5234,1-10-2542</inkml:trace>
  <inkml:trace contextRef="#ctx0" brushRef="#br0" timeOffset="162623.989">9179 11363 28766,'112'-32'1000,"23"-5"-792,18 0-208,-9 7 0,-23 0 0,-15 4-328,-25 3-4057,-24 0-14091</inkml:trace>
  <inkml:trace contextRef="#ctx0" brushRef="#br0" timeOffset="163205.295">10759 10716 8586,'0'0'13955,"0"0"-10121,0 0-2815,0 0-139,0 0-18,0 0-212,-17-4-206,13 2-426,0 1 0,1 0-1,-1 0 1,0 0 0,0 0-1,-1 1 1,1-1 0,0 1-1,0 0 1,0 0 0,0 1-1,0-1 1,0 1-1,0 0 1,0 0 0,0 0-1,0 1 1,0-1 0,1 1-1,-1 0 1,0 0 0,1 0-1,-1 0 1,1 1 0,0 0-1,0-1 1,0 1-1,0 0 1,1 0 0,-1 1-1,1-1 1,0 1 0,0-1-1,0 1 1,0 0 0,0-1-1,1 1 1,0 0 0,-1 4-18,-39 73 163,4 3 0,3 1 0,4 1 0,4 1 1,3 2-1,5 0 0,3 2 0,0 60-163,14-120-9,0-14-22,0-1 0,1 1 0,1 0 0,1-1 0,0 1 0,1-1 0,1 1 0,5 15 31,-8-29-71,1 0 1,0 0-1,-1 0 0,1 0 1,0 0-1,1 0 1,-1 0-1,0-1 1,1 1-1,0-1 0,-1 1 1,1-1-1,0 0 1,0 0-1,0-1 0,1 1 1,-1 0-1,0-1 1,3 1 70,46 4-4800,-13-9-8087</inkml:trace>
  <inkml:trace contextRef="#ctx0" brushRef="#br0" timeOffset="163489.763">10881 10294 24141,'0'0'4809,"0"0"-4489,0 0-168,0 113 224,0-60 104,0 4-175,0 1-153,0 0-96,-2-3-40,0-4-16,-2-5 0,0-7-176,4-16-657,0-12-1711,0-11-14748</inkml:trace>
  <inkml:trace contextRef="#ctx0" brushRef="#br0" timeOffset="163775.585">11171 10342 28558,'0'0'728,"0"0"-288,0 0-152,-5 122-40,1-76-144,2 1-104,2 12-616,0-12-3032,0-9-18925</inkml:trace>
  <inkml:trace contextRef="#ctx0" brushRef="#br0" timeOffset="164239.807">11947 11008 12835,'0'0'4594,"0"-17"2553,0-4-6349,-17-160 2231,16 176-3004,0 0 0,0 0 0,-1 0 0,0 1 0,0-1 0,0 0 0,0 1 0,-1-1 0,0 1 0,0 0 0,0 0 0,0 0 0,-1 0 0,0 1 1,0-1-1,0 1 0,0 0 0,0 0 0,0 1 0,-1-1 0,1 1 0,-1 0 0,0 0 0,0 0 0,0 1 0,0-1 0,0 1 0,0 1 0,0-1 0,0 1 0,0 0 0,0 0 0,0 0 1,-1 1-1,-1 0-25,-4 2 24,1 2 1,-1-1 0,1 1 0,0 1 0,1 0 0,-1 0 0,1 1 0,0 0-1,1 1 1,0-1 0,0 2 0,0-1 0,1 1 0,1 0 0,0 1 0,0-1 0,0 1-1,1 1 1,1-1 0,0 1 0,0-1 0,1 1 0,0 0 0,1 0 0,1 1-1,-1 10-24,2-19 6,0 0 0,0 0-1,1 0 1,-1 0-1,1 0 1,0 1-1,0-2 1,0 1 0,0 0-1,1 0 1,-1 0-1,1 0 1,-1-1 0,1 1-1,0-1 1,0 1-1,0-1 1,1 0 0,-1 0-1,0 0 1,1 0-1,0 0 1,-1 0-1,1-1 1,0 1 0,0-1-1,0 0 1,-1 0-1,1 0 1,1 0 0,-1-1-1,0 1 1,0-1-1,0 1 1,0-1-1,0 0 1,0-1 0,1 1-1,2-1-5,130-19-44,-103 10-413,-1-2 0,0-2 0,-1 0-1,-1-2 1,0-1 0,-1-2 0,21-18 457,171-168-14896,-142 119 12774</inkml:trace>
  <inkml:trace contextRef="#ctx0" brushRef="#br0" timeOffset="164523.501">12538 10377 7250,'0'0'5497,"0"0"4814,0 0-6549,0 0-2599,0 0-473,-26 16-210,-93 69-1,4 54-143,-446 724 981,558-858-1314,-86 138 11,7 4 0,-22 62-14,99-196-438,-23 61 627,21-24-7212,7-41-12788</inkml:trace>
  <inkml:trace contextRef="#ctx0" brushRef="#br0" timeOffset="164772.862">12255 11561 27670,'0'0'1932,"0"0"-1417,0 0-451,0 0-21,-1-15-3,-7-47-160,8 61 110,0 0 0,-1 0 0,1 0 1,0 0-1,-1 0 0,1 1 0,-1-1 1,1 0-1,-1 0 0,1 0 0,-1 0 0,1 1 1,-1-1-1,0 0 0,0 1 0,1-1 1,-1 0-1,0 1 0,0-1 0,0 1 0,0-1 1,1 1-1,-1 0 0,0-1 0,0 1 1,0 0-1,0 0 0,0-1 0,0 1 0,0 0 1,0 0-1,0 0 0,0 0 0,0 0 1,0 1-1,0-1 0,0 0 0,0 0 0,0 1 1,0-1-1,0 0 0,1 1 0,-2-1 10,-1 1-39,-8 4 26,0 1 0,1-1 0,0 1 0,0 1 0,1 0 0,-1 1 0,2-1 0,-1 2 0,1-1 0,0 1 0,1 1 0,0-1 0,0 1 0,1 0 1,1 1-1,0-1 0,-2 7 13,5-15 7,0 1 1,0 0 0,1 0 0,-1 0 0,1 0 0,0 1 0,0-1-1,0 0 1,0 0 0,0 1 0,1-1 0,0 0 0,-1 1 0,1-1-1,0 1 1,1-1 0,-1 0 0,1 1 0,-1-1 0,1 0 0,0 1-1,0-1 1,1 0 0,-1 0 0,1 0 0,-1 0 0,1 0 0,0 0-1,0 0 1,0-1 0,1 1 0,-1-1 0,0 0 0,1 1-1,0-1 1,2 2-8,8-3-14,-1 0-1,1 0 1,-1-1-1,0-1 0,1 0 1,-1-1-1,0 0 0,0-1 1,0 0-1,0-1 1,0 0-1,-1-1 0,1 0 1,-1-1-1,-1 0 1,1-1-1,3-3 15,105-82-3316,-105 80 2377,83-73-11583,-11 5 417</inkml:trace>
  <inkml:trace contextRef="#ctx0" brushRef="#br0" timeOffset="165291.942">13197 11149 9962,'0'0'15061,"0"0"-11198,0 0-3405,0 0-165,-1-16 68,-12-114 114,11 127-470,1 0-1,-1 1 0,1-1 1,-1 0-1,0 1 0,0-1 1,0 1-1,0 0 1,-1 0-1,1-1 0,0 2 1,-1-1-1,0 0 0,1 0 1,-1 1-1,0 0 1,0-1-1,0 1 0,0 0 1,0 0-1,0 1 1,0-1-1,0 1 0,0-1 1,-1 1-1,1 0 0,0 0 1,0 1-1,0-1 1,0 0-1,-3 2-4,-90 39 12,84-30-12,0 0 0,1 0 0,1 2 0,0-1 0,0 1 0,1 1 0,1 0 0,0 0 0,1 0 0,1 1 0,0 0 0,1 0 0,0 1 0,2-1 0,-1 1 0,2 0 0,0 0 0,1 0 0,1 0 0,0 1 0,1-1 0,1 0 0,1 1 0,-2-14 0,-1 0 0,1 0 0,0 0 0,0-1 0,1 1 0,-1 0 0,0-1 0,1 1 0,0-1 0,-1 0 0,1 0 0,0 1 0,0-1-1,0 0 1,1 0 0,-1-1 0,0 1 0,1 0 0,-1-1 0,1 0 0,-1 1 0,1-1 0,0 0 0,-1 0 0,1-1 0,0 1 0,0 0 0,0-1 0,0 0 0,0 0 0,0 0 0,-1 0-1,1 0 1,0 0 0,0-1 0,0 1 0,0-1 0,-1 0 0,1 0 0,0 0 0,0 0 0,-1-1 0,1 1 0,-1 0 0,1-1 0,-1 0 0,0 0 0,0 0 0,0 0 0,1 0 0,22-27-49,-1 0 0,-1-2 0,-1 0 0,-2-2 0,-2 0 0,2-7 49,-5 12-91,27-53-199,-4-2 0,-4-2 0,-3-2 0,-4 0-1,-4-2 1,-3-1 0,-5 0 0,-3-1 0,-5-1 0,-4-60 290,-2 152 32,-1 0 1,0-1-1,1 1 1,-1-1-1,0 1 1,1-1-1,-1 1 1,0-1-1,0 1 1,0-1 0,0 1-1,1-1 1,-1 1-1,0-1 1,0 1-1,0-1 1,0 1-1,0-1 1,0 1 0,0-1-1,-1 1 1,1-1-1,0 1 1,0-1-1,0 1 1,0-1-1,-1 1 1,1-1 0,0 1-1,0-1 1,-1 1-1,1-1 1,0 1-1,-1 0 1,1-1-1,-1 1 1,1-1 0,0 1-1,-1 0 1,1 0-1,-1-1 1,1 1-1,-1 0 1,1 0-1,-1-1 1,1 1 0,-1 0-1,1 0 1,-1 0-1,1 0 1,-1 0-1,1 0 1,-1 0-1,1 0 1,-1 0 0,1 0-1,-1 0 1,1 0-1,-1 0 1,1 1-1,-1-1-32,-15 140 951,9-45-634,-49 1052 1864,69-1078-2032,-12-68-195,-1 1 0,1-1 0,-1 0 0,1 1-1,0-1 1,0 0 0,-1 0 0,1 0 0,0 1 0,0-1 0,0 0 0,0 0 0,0 0-1,1 0 1,-1-1 0,0 1 0,0 0 0,0 0 0,1-1 0,-1 1 0,1-1 0,-1 1-1,0-1 1,1 1 0,-1-1 0,1 0 0,-1 0 0,1 0 0,-1 0 0,0 0 0,1 0-1,-1 0 1,1 0 0,-1-1 0,1 1 0,-1 0 0,1-1 0,-1 1 0,0-1 0,1 0-1,-1 1 1,0-1 0,1 0 46,11-14-4271</inkml:trace>
  <inkml:trace contextRef="#ctx0" brushRef="#br0" timeOffset="170261.242">15298 12072 23005,'0'0'2914,"0"0"-1713,0 0-836,-16 20 35,-111 157 868,43-61-259,84-114-1005,-1-1-1,1 0 0,0 0 0,-1 0 1,1 1-1,0-1 0,0 0 0,0 0 1,0 1-1,0-1 0,0 0 0,1 0 0,-1 0 1,0 1-1,1-1 0,-1 0 0,0 0 1,1 0-1,0 0 0,-1 0 0,1 0 1,0 0-1,-1 0 0,1 0 0,0 0 0,0 0 1,0 0-1,0 0 0,0 0 0,0-1 1,0 1-1,0 0 0,0-1 0,0 1 1,0-1-1,0 0 0,0 1 0,1-1 1,-1 0-1,0 1 0,0-1 0,1 0 0,-1 0 1,0 0-1,0 0 0,0 0 0,1 0 1,-1-1-1,0 1 0,0 0 0,0-1 1,1 1-1,-1 0 0,0-1 0,0 0 0,0 1 1,0-1-1,0 0 0,0 1-3,10 0 20,6 1-4,0 0 0,0-1-1,0 0 1,-1-2 0,1 0-1,0 0 1,0-2 0,-1 0-1,0-1 1,0-1 0,0 0-1,0-1 1,7-5-16,-15 7 17,0 1 0,-1-1 0,0-1 0,0 1 0,0-1 0,-1 0 0,0-1 0,0 0 0,0 0 0,-1 0 0,0 0 0,-1-1 0,0 0 0,0 0 0,0 0 0,-1 0 0,0-1 1,-1 1-1,0-1 0,0 0 0,-1 1 0,0-1 0,0 0 0,-1 0 0,-1-6-17,-37-54-1022,20 47-1876,2-1-6949</inkml:trace>
  <inkml:trace contextRef="#ctx0" brushRef="#br0" timeOffset="170538.313">15881 12490 22037,'0'0'0</inkml:trace>
  <inkml:trace contextRef="#ctx0" brushRef="#br0" timeOffset="173946.099">11570 12538 27526,'0'0'1567,"18"-7"-1092,493-159 463,6 22 0,340-42-938,-657 144 40,320-63-32,-499 101-440,-45 5-868,-4 0-1426,-16-1-7328</inkml:trace>
  <inkml:trace contextRef="#ctx0" brushRef="#br0" timeOffset="181527.004">15233 11727 27438,'0'0'824,"0"0"-608,0 0 0,0 0 432,159-53-80,-74 30-216,25-3-111,-6 3-81,-10 1-72,-10 5-56,-17 6-32,6 2 0,-1 4-369,-9 3-1063,-20 2-7010,-19 0-3136</inkml:trace>
  <inkml:trace contextRef="#ctx0" brushRef="#br0" timeOffset="181785.187">16085 11658 4929,'0'0'0</inkml:trace>
  <inkml:trace contextRef="#ctx0" brushRef="#br0" timeOffset="185339.822">18259 5432 27782,'0'0'792,"0"0"-616,0 0 144,163 10 192,-50-10-72,-3 0-176,-8-3-95,-15-2-113,-13 5-56,-13 0-193,-16 0-2639</inkml:trace>
  <inkml:trace contextRef="#ctx0" brushRef="#br0" timeOffset="186162.586">10732 12716 26366,'0'0'2856,"0"0"-2528,0 0-240,194-26 160,51-38 240,91-27-127,74-33-145,44-14-56,-6 7-32,-1 13-104,-17 10-24,-116 34-288,-74 17-2033</inkml:trace>
  <inkml:trace contextRef="#ctx0" brushRef="#br0" timeOffset="213561.735">3943 14033 23749,'0'0'4460,"0"0"-3052,0 0-1071,5-17-19,0-2-238,4-9-3,-2 0-1,0-1 1,-2 0 0,-1 0 0,-1 0 0,-1 0 0,-2-1 0,-2-2-77,1 30-1,-1 0 0,1 1 0,-1-1 1,1 0-1,-1 1 0,0-1 0,0 1 1,0-1-1,0 1 0,0 0 0,0 0 1,-1 0-1,1 0 0,0 0 0,0 1 1,-1-1-1,1 1 0,0-1 0,-1 1 1,1 0-1,-1 0 0,1 0 1,0 0-1,-1 1 0,1-1 0,-1 0 1,1 1-1,0 0 0,0-1 0,-1 1 1,1 0-1,0 0 0,0 1 0,0-1 1,0 0-1,0 1 0,0-1 0,0 1 1,1-1-1,-1 1 0,0 0 0,1 0 1,-1 0 0,-10 13 8,1-1 1,0 1 0,2 1 0,-1 0-1,2 1 1,0-1 0,1 1 0,1 1-1,0-1 1,2 1 0,0 0 0,0 1-1,2-1 1,1 0 0,0 1 0,1 7-9,0-23 2,0-1 1,0 1-1,0-1 0,0 0 1,1 1-1,-1-1 1,0 1-1,1-1 1,0 0-1,0 0 0,0 1 1,0-1-1,0 0 1,0 0-1,0 0 1,1 0-1,-1 0 1,1 0-1,-1 0 0,1-1 1,0 1-1,0-1 1,0 1-1,0-1 1,0 0-1,0 1 1,0-1-1,0 0 0,0 0 1,1-1-1,-1 1 1,0 0-1,1-1 1,-1 1-1,0-1 1,1 0-1,-1 0 0,1 0 1,-1 0-1,0 0 1,3-1-3,94-36 16,31-79-71,-129 115 54,-1 0 0,0 0 1,1 1-1,-1-1 0,1 0 0,-1 0 0,1 1 1,-1-1-1,1 0 0,0 1 0,-1-1 0,1 0 0,0 1 1,-1-1-1,1 1 0,0-1 0,0 1 0,0 0 1,0-1-1,-1 1 0,1 0 0,0 0 0,0-1 1,0 1-1,0 0 0,0 0 0,0 0 0,0 0 1,-1 0-1,1 0 0,0 0 0,0 0 0,0 1 0,0-1 1,0 0-1,0 1 0,-1-1 0,1 0 0,0 1 1,0-1-1,0 1 0,-1-1 0,1 1 0,0-1 1,-1 1-1,1 0 0,0-1 0,-1 1 0,1 0 1,-1-1-1,1 1 0,-1 0 0,1 0 0,-1 0 1,0 0-1,1-1 0,-1 1 0,0 0 0,0 0 0,0 0 1,0 0 0,0 2-1,0 1 1,0-1 0,1 0 0,-1 1-1,1-1 1,-1 0 0,1 0 0,0 1-1,0-1 1,0 0 0,1 0 0,-1 0-1,1 0 1,0 0 0,0-1 0,0 1 0,0 0-1,0-1 1,0 1 0,1-1 0,-1 0-1,1 0 1,0 0 0,-1 0 0,1 0-1,0-1 1,0 1 0,0-1 0,0 0-1,1 0 1,-1 0 0,0 0 0,0 0-1,1-1 1,-1 0 0,0 1 0,1-1-1,-1 0 1,0-1 0,1 1 0,-1-1-1,0 1 1,1-1 0,0-1 0,88-39-1551,-52 11-1424</inkml:trace>
  <inkml:trace contextRef="#ctx0" brushRef="#br0" timeOffset="213811.192">4970 13549 21061,'0'0'8721,"0"0"-8217,0 0-376,0 0-79,0 0-49,8 93-105,-8-66-1639</inkml:trace>
  <inkml:trace contextRef="#ctx0" brushRef="#br0" timeOffset="214077.848">5129 14181 25253,'0'0'4193,"0"0"-3617,0 0-192,0 0 201,-12 117-129,-14-87-320,-36 25-136,5-8-256,-6-3-1761</inkml:trace>
  <inkml:trace contextRef="#ctx0" brushRef="#br0" timeOffset="212322.431">1189 13957 23141,'0'0'4317,"0"0"-2898,0 0-783,0 0-193,0 0 15,1-3-76,-1 3-373,-1 1 0,1-1 0,0 1-1,0-1 1,0 1 0,0-1 0,-1 1 0,1-1 0,0 1 0,0-1 0,0 1 0,0-1-1,0 1 1,0-1 0,0 1 0,1-1 0,-1 1 0,0 0 0,0-1 0,0 1 0,0-1-1,1 1 1,-1-1 0,0 0 0,1 1 0,-1-1 0,0 1 0,1-1 0,-1 1 0,0-1-1,1 0 1,-1 1 0,1-1 0,-1 0 0,1 1 0,-1-1 0,1 0 0,-1 0-1,1 0 1,-1 1 0,1-1 0,-1 0 0,1 0 0,-1 0 0,1 0 0,-1 0 0,1 0-1,-1 0 1,1 0 0,-1 0 0,1 0 0,-1 0 0,1 0 0,0 0 0,-1-1 0,1 1-1,-1 0 1,1 0 0,-1-1 0,0 1 0,1 0 0,-1 0 0,1-1 0,-1 1 0,1-1-10,10 60 356,-29 229-57,14-240-1385,9-48-1423,5-9-3626</inkml:trace>
  <inkml:trace contextRef="#ctx0" brushRef="#br0" timeOffset="212577.886">1544 13402 27014,'0'0'936,"0"0"-704,6 127-232,21-53-216,1-13-1008,3-16-6578</inkml:trace>
  <inkml:trace contextRef="#ctx0" brushRef="#br0" timeOffset="212861.39">1952 14091 25958,'0'0'1412,"1"24"-435,0 203 1136,-1-132-1454,0-94-658,1-1 0,-1 1 1,0-1-1,0 1 0,0-1 0,1 0 1,-1 1-1,0-1 0,0 1 1,1-1-1,-1 0 0,0 1 1,1-1-1,-1 0 0,0 1 1,1-1-1,-1 0 0,1 0 0,-1 1 1,0-1-1,1 0 0,-1 0 1,1 0-1,-1 0 0,1 0 1,-1 1-1,1-1 0,-1 0 0,1 0 1,-1 0-1,1 0 0,-1 0 1,0 0-1,1-1 0,-1 1 1,1 0-1,-1 0 0,1 0 1,-1 0-1,1-1 0,-1 1 0,0 0 1,1 0-1,-1 0 0,1-1 1,-1 1-1,0 0 0,1-1 1,-1 1-1,0 0 0,1-1 0,-1 1 1,0-1-1,0 1 0,1 0 1,-1-1-1,0 1 0,0-1 1,0 1-1,0-1-1,1 0 4,36-35-405,-2-2-1,-1-1 1,-2-2-1,18-31 402,-13 20-695,76-95-1214,-114 148 1939,1 0 1,0 0-1,0-1 1,0 1-1,0 0 0,0 0 1,1-1-1,-1 1 0,0 0 1,0 0-1,0-1 1,1 1-1,-1 0 0,0-1 1,1 1-1,-1 0 0,0-1 1,1 1-1,-1 0 0,1-1 1,-1 1-1,1-1 1,0 1-1,-1-1 0,1 1 1,-1-1-1,1 1 0,0-1 1,-1 0-1,1 1 1,0-1-1,0 0 0,-1 0 1,1 1-1,0-1 0,0 0 1,-1 0-1,1 0 0,0 0 1,0 0-1,-1 0 1,1 0-1,0 0 0,0 0 1,-1-1-1,1 1 0,0 0 1,0 0-1,-1-1 1,1 1-1,0 0 0,0-1-30,-1 5 43,-13 231 2023,14-231-2082,1 0 0,0 0 1,0-1-1,0 1 0,1-1 1,-1 1-1,1-1 0,0 0 1,0 0-1,0 0 0,0-1 1,1 1-1,-1-1 0,1 1 1,-1-1-1,1 0 0,0 0 1,0-1-1,0 1 1,0-1-1,0 0 0,0 0 1,0 0-1,1-1 0,-1 0 1,0 1-1,0-1 0,0-1 1,1 1-1,-1-1 0,0 1 1,0-1-1,0 0 0,0-1 1,0 1-1,0-1 0,0 0 1,2-1 15,50-24-1595,-6-10-1585</inkml:trace>
  <inkml:trace contextRef="#ctx0" brushRef="#br0" timeOffset="213028.1">2930 13572 27934,'0'0'968,"0"90"-336,-2-28-248,-4 6 72,4 5-151,0-2-161,0-3-104,2-4-40,-8 1-48,0-15-593,1-20-1439</inkml:trace>
  <inkml:trace contextRef="#ctx0" brushRef="#br0" timeOffset="213243.854">2535 13929 27358,'0'0'968,"0"0"-544,0 0-104,159-2 0,-43-5-184,35-6-136,-17 1-144,-18 0-1664</inkml:trace>
  <inkml:trace contextRef="#ctx0" brushRef="#br0" timeOffset="220209.818">4355 15217 26750,'0'0'633,"-11"17"-373,-79 160-65,34 4 454,8 2 0,7 2 0,9 2 1,5 36-650,-15 194 322,39-405-331,3-6-14,0 0 0,-1 0 1,0 0-1,0 0 0,0 0 0,-1 0 1,0-1-1,0 1 0,-1-1 0,1 1 1,-1-1-1,0 0 0,-1 0 1,1 0-1,-1 0 0,0-1 0,0 1 1,0-1-1,-1 0 0,-4 3 23,-74-1-2108,42-6-1224</inkml:trace>
  <inkml:trace contextRef="#ctx0" brushRef="#br0" timeOffset="220510.754">3419 16142 26790,'0'0'760,"0"0"-504,178-12-120,-62 8-16,24 1 80,1-1-72,-25 4-48,-12 0-80,-41 0-480,-20 6-5641</inkml:trace>
  <inkml:trace contextRef="#ctx0" brushRef="#br0" timeOffset="216068.842">1946 15895 24485,'0'0'3434,"0"0"-2340,0 0-750,0 0-59,0 0 58,-16-3-42,-55-10-60,66 13-228,-1 0 1,0 0 0,0 0 0,1 1 0,-1 0 0,0 1 0,1-1 0,-1 1 0,1 0 0,0 0-1,0 0 1,0 1 0,0 0 0,0 0 0,0 1 0,1-1 0,-1 1 0,1 0 0,0 0 0,0 0-1,0 0 1,1 1 0,0 0 0,0 0 0,-1 1-14,-7 8 43,-26 40 23,2 1-1,3 2 0,2 2 0,3 0 0,3 2 1,2 0-1,3 2 0,3 0 0,2 1 1,3 1-1,3 0 0,2 16-65,-3 413 184,19-303-379,-12-189 111,0 1 0,0-1 1,0 0-1,0 0 0,-1 0 0,1 0 0,-1-1 0,1 1 0,-1-1 0,1 1 0,-1-1 0,0 0 0,0 0 0,0 0 0,1 0 0,-1-1 0,0 1 0,0-1 0,0 0 0,0 0 0,0 0 0,0 0 0,0 0 0,0 0 0,0-1 0,0 0 0,0 1 0,0-1 0,0 0 0,1-1 0,-1 1 0,-2-2 84,-34-12-2684</inkml:trace>
  <inkml:trace contextRef="#ctx0" brushRef="#br0" timeOffset="216343.145">513 16828 27582,'0'0'784,"0"0"-360,0 0-208,159-83 64,-49 62 112,28 3-32,11 2-72,-6 7-111,-13 6-41,-18 3-80,-2 0-56,-4 0-80,-26 0-545,-19 0-1791</inkml:trace>
  <inkml:trace contextRef="#ctx0" brushRef="#br0" timeOffset="216609.892">2198 16710 27718,'0'0'1904,"0"0"-1544,0 0-168,-16 121-104,14-73-48,2 0-24,0-4-8,0-7-8,0-9-184,-4-19-400,2-7-664,0-2-2329</inkml:trace>
  <inkml:trace contextRef="#ctx0" brushRef="#br0" timeOffset="217349.875">1079 16444 25557,'0'0'1157,"23"-17"-324,5-4-669,0 1 1,1 2-1,1 0 0,1 2 0,0 2 1,1 1-1,3 0-164,43-8 297,0 4-1,1 3 1,1 4 0,0 3-1,0 4 1,50 5-297,-122-3 16,0 0 0,-1 1 0,1 0 0,0 1 0,0 0 0,-1 0 0,1 1 0,0 0 0,-1 0 0,1 1 0,-1-1 0,0 2 0,0-1 0,0 1 0,-1 0-1,1 0 1,-1 1 0,0 0 0,0 0 0,0 1 0,-1-1 0,0 1 0,0 0 0,-1 1 0,1-1 0,-1 1 0,0 0 0,2 6-16,-3-2 2,0-1 1,-1 1-1,0 0 1,-1 0-1,0-1 1,0 1-1,-1 0 1,-1 0-1,0 0 0,0 0 1,-1-1-1,-1 1 1,0-1-1,0 1 1,-1-1-1,0 0 1,-1 0-1,0-1 1,0 1-1,-1-1 0,0 0 1,-1-1-1,0 1 1,0-1-1,-2 0-2,-56 52 43,-3-3-1,-2-4 1,-3-2-1,-1-3 0,-73 33-42,-69 21 91,131-86-34,82-18-55,1 0-1,-1 0 0,0 0 0,1 0 0,0-1 0,0 1 1,-1-1-1,2 0 0,-1 1 0,0-1 0,0 0 0,1 0 1,0 0-1,-1 0 0,1 0 0,0-1 0,1 1 0,-1 0 0,0 0 1,1-1-1,0 1 0,0 0 0,0-1 0,0 1 0,0 0 1,1 0-1,0-1 0,-1 1 0,1 0 0,0 0 0,1-3-1,-1 6 0,6-24-56,1 0-1,1 0 0,1 1 0,2 0 1,0 1-1,1 0 0,1 1 0,1 1 1,1 0-1,1 1 0,1 0 0,0 2 0,1 0 1,1 1-1,1 1 0,4-1 57,-5 1 8,0 1 0,2 2 0,-1 0 0,2 1 0,-1 1 0,1 1 0,1 1 0,0 1 0,0 2 0,0 0 0,1 1 0,-1 2 0,5 0-8,-28 2 3,1-1-1,-1 1 1,1 0 0,0-1-1,-1 1 1,1 0 0,0 0-1,-1 0 1,1 0-1,0 1 1,-1-1 0,1 0-1,-1 1 1,1-1-1,-1 1 1,1-1 0,-1 1-1,1 0 1,-1 0 0,1 0-1,-1 0 1,0 0-1,1 0 1,-1 0 0,0 0-1,0 0 1,0 0-1,0 1 1,0-1 0,0 0-1,0 1 1,-1-1 0,1 1-1,0-1 1,-1 1-1,1-1 1,-1 1 0,1 0-1,-1-1 1,0 1-1,0 0 1,0-1 0,0 1-1,0-1 1,0 1-1,0 0 1,0-1 0,-1 1-1,1 0 1,-1-1 0,0 2-3,0 0-21,0 0 0,0 0 1,-1 0-1,0 0 0,1 0 1,-1-1-1,0 1 1,0-1-1,0 1 0,-1-1 1,1 0-1,0 1 0,-1-1 1,0 0-1,1-1 1,-1 1-1,0 0 0,0-1 1,0 0-1,0 0 1,0 0-1,0 0 0,0 0 1,0 0-1,-1-1 0,0 1 21,-8-4-1941,3-12-3191</inkml:trace>
  <inkml:trace contextRef="#ctx0" brushRef="#br0" timeOffset="219384.166">1367 16754 21293,'0'0'1479,"0"0"-626,0 0-574,0 0 305,0 0 1488,0 0-1050,-9-1-621,4 0-361,-19-4 142,47-2 66,110-9 48,1 6 0,87 7-296,-220 3 0,-1 0-1,1-1 1,0 1 0,0 0 0,-1 0-1,1 0 1,0 0 0,0 0-1,-1 0 1,1 0 0,0 0 0,0 0-1,-1 0 1,1 0 0,0 0-1,0 0 1,-1 0 0,1 1 0,0-1-1,-1 0 1,1 1 0,0-1 0,-1 0-1,1 1 1,0-1 0,-1 1-1,1-1 1,-1 1 0,1-1 0,-1 1-1,1 0 1,-1-1 0,1 1 0,-1 0-1,0-1 1,1 1 0,-1 0-1,0-1 1,0 1 0,1 0 0,-1 0-1,0-1 1,0 1 0,0 0 0,0 0-1,0-1 1,0 1 0,0 0-1,0 0 1,0-1 0,0 1 0,-1 0-1,1 0 1,0-1 0,-29 36 44,-1-14-24,-1-1 0,-1-1-1,-1-2 1,0-1 0,-1-2-1,-1-1 1,-1-2 0,0-2 0,-16 3-20,-46-7 221,97-7-228,0 0 1,1-1-1,-1 1 1,0 0-1,1 0 1,-1-1-1,1 1 0,-1-1 1,1 1-1,-1-1 1,1 1-1,0 0 1,0-1-1,0 1 0,0-1 1,0 1-1,0-1 1,0 1-1,0-1 1,1 1-1,-1-1 0,1 1 1,-1 0-1,1-1 1,-1 1-1,1-1 1,0 1-1,-1 0 0,1 0 1,0 0-1,0-1 1,0 1-1,0 0 1,0 0-1,0 0 0,1 0 1,-1 1-1,0-1 1,0 0-1,1 0 1,-1 1-1,1-1 7,108-47-1579,-54 29-898</inkml:trace>
  <inkml:trace contextRef="#ctx0" brushRef="#br0" timeOffset="224107.859">10123 15967 22405,'0'0'1584,"0"0"-1584,0 0-1408</inkml:trace>
  <inkml:trace contextRef="#ctx0" brushRef="#br0" timeOffset="224359.205">10528 16162 29806,'0'0'633,"0"0"-585,0 0-48,155 0-521,-97-4-423,-8-1-2745</inkml:trace>
  <inkml:trace contextRef="#ctx0" brushRef="#br0" timeOffset="221008.937">5199 15854 26222,'0'0'1052,"0"0"-188,0 0-312,0 0-16,-17-8-90,-56-25-168,65 31-270,0 0 0,0 1-1,-1 0 1,1 0-1,-1 1 1,1 0-1,-1 0 1,1 1-1,-1 0 1,1 1 0,0 0-1,-1 0 1,1 0-1,0 1 1,1 1-1,-1-1 1,0 1-1,1 0 1,0 1 0,0 0-1,0 0 1,1 1-1,0-1 1,0 2-1,0-1 1,0 0-1,-1 4-7,-56 95 264,62-101-250,-1 0 0,1-1 0,0 1-1,0 0 1,0 0 0,1 0 0,-1 0-1,1 0 1,0 0 0,0 0 0,1 0-1,-1 0 1,1-1 0,-1 1 0,1 0-1,1 0 1,-1 0 0,0-1 0,1 1-1,0 0 1,0-1 0,0 0 0,0 1-1,0-1 1,1 0 0,-1 0 0,1 0 0,0 0-1,1 0-13,10 3 9,0-1 0,-1 0 0,1-1 0,1 0 0,-1-2 0,1 1 0,-1-2 0,1 0 0,-1-1 0,1 0 0,0-1 0,-1-1 0,1 0 0,-1-1 0,0 0 0,0-1-1,0-1 1,0 0 0,-1-1 0,0-1 0,5-3-9,28-17-406,-1-2 1,-1-3-1,-1-1 0,-2-2 0,-2-2 0,17-22 406,-7 9-2949</inkml:trace>
  <inkml:trace contextRef="#ctx0" brushRef="#br0" timeOffset="221275.513">5700 15648 26302,'0'0'1424,"0"0"-456,-12 127-312,-3-41-8,-3 33-87</inkml:trace>
  <inkml:trace contextRef="#ctx0" brushRef="#br0" timeOffset="221526.766">5767 15646 25501,'0'0'1417,"0"0"-513,114 14-312,-89 11 16,-11 8-72,-14 10-144,0 8-136,-26 4-80,-9 5-55,-8 2-49,-4-4-64,0-2 8,3-3-16,7-7-32,8-5-337,9-13-1159,10-14-8362</inkml:trace>
  <inkml:trace contextRef="#ctx0" brushRef="#br0" timeOffset="222641.856">5494 15830 25189,'0'0'1431,"0"0"-530,0 0-549,0 0-87,0 18 179,-11 170 77,-7-1 0,-9-1 0,-17 40-521,35-179 63,-2 136-7,11-181-110,0-1 0,0 1 0,0-1 0,1 1-1,-1-1 1,0 0 0,1 1 0,-1-1 0,1 1 0,-1-1 0,1 0 0,0 1 0,-1-1 0,1 0 0,0 1 0,0-1 0,0 0-1,0 0 1,0 0 0,0 0 0,1 0 0,-1 0 0,0 0 0,0 0 0,1-1 0,-1 1 0,0 0 0,1-1 0,-1 1 0,1-1 0,-1 0-1,1 1 1,-1-1 0,1 0 0,-1 0 0,1 0 0,-1 0 0,1 0 0,-1 0 0,1 0 0,-1-1 0,1 1 0,-1 0 0,1-1 0,-1 1-1,0-1 1,1 0 0,-1 1 0,0-1 0,1 0 0,-1 0 0,0 0 0,0 0 0,0 0 0,1-1 54,27-22-4797</inkml:trace>
  <inkml:trace contextRef="#ctx0" brushRef="#br0" timeOffset="223429.172">6136 15989 24253,'0'0'3694,"0"0"-2684,0 0-865,0 0-83,21-4 19,72-15 128,-83 16-193,-1-1-1,-1 0 0,1-1 0,0 0 0,-1 0 1,0-1-1,0 0 0,-1 0 0,0-1 0,0 0 1,0 0-1,-1-1 0,0 1 0,1-3-15,3-3 9,-1 2-7,-1 0-1,0 0 1,-1-1 0,0 0 0,-1 0 0,0-1 0,-1 0 0,0 0 0,-2 0 0,1 0 0,-1-1 0,-1 1-1,-1-1 1,1-13-2,-3 24-1,-1-1 0,1 0 0,-1 1-1,0-1 1,0 1 0,0 0 0,0 0-1,-1 0 1,1 0 0,-1 0 0,0 0-1,0 1 1,0-1 0,0 1 0,0 0-1,0 0 1,-1 0 0,1 0 0,-1 1-1,1-1 1,-1 1 0,0 0 0,0 0-1,1 0 1,-1 1 0,0-1 0,0 1-1,0 0 1,0 0 0,0 0 0,1 0-1,-1 1 1,0 0 0,0 0 0,0 0-1,1 0 1,-1 0 0,1 1 0,-1 0-1,1 0 1,-1 0 0,1 0 0,0 0-1,0 0 1,0 1 0,0 0 0,0 0 1,-8 6 8,0 0 0,1 1 0,1 0 0,0 0 0,0 1 0,1 0 0,0 1 0,1 0 0,0 0 0,1 0 0,0 1 0,1 0 1,1 0-1,0 0 0,0 1 0,2-1 0,-1 1 0,2 0 0,0 0 0,1 7-8,0-17 4,1-1 0,-1 0 1,1 1-1,0-1 0,0 0 0,0 0 0,1 0 1,-1 1-1,1-2 0,0 1 0,0 0 0,0 0 1,0 0-1,0-1 0,1 1 0,-1-1 0,1 0 0,-1 0 1,1 0-1,0 0 0,0 0 0,0 0 0,0-1 1,0 1-1,0-1 0,0 0 0,1 0 0,-1 0 1,0-1-1,1 1 0,-1-1 0,3 0-4,113-7 11,-82-7-195,-1-2-1,-1-1 1,-1-2-1,-1-1 0,0-2 1,-2-1-1,27-25 185,150-118-648,-207 164 672,1 1 0,-1-1-1,1 0 1,0 1 0,0-1 0,0 1-1,0 0 1,0 0 0,0-1 0,0 1 0,0 0-1,1 1 1,-1-1 0,0 0 0,0 1-1,1-1 1,-1 1 0,1 0 0,-1 0-1,0 0 1,1 0 0,-1 0 0,0 0 0,1 1-1,-1-1 1,0 1 0,1-1 0,-1 1-1,0 0 1,0 0 0,0 0 0,0 0 0,0 1-1,0-1 1,0 0 0,0 1 0,0 0-1,0-1 1,-1 1 0,1 0 0,-1 0 0,1 0-1,-1 0 1,0 0 0,0 0 0,0 0-1,0 0 1,0 0 0,0 1 0,-1-1-1,1 0 1,-1 2-24,16 100 859,-13-103-840,0 1-1,0-1 1,0 1 0,0-1-1,0 0 1,0 0-1,1-1 1,-1 1 0,0-1-1,1 1 1,-1-1 0,0 0-1,1 0 1,-1-1-1,0 1 1,1-1 0,-1 1-1,0-1 1,0 0 0,1 0-1,-1-1 1,0 1-1,0-1 1,0 1 0,-1-1-1,1 0 1,2-2-19,95-77-338,-85 66 79,1 0-1,1 1 1,0 1 0,1 1-1,0 0 1,0 1 0,1 1-1,15-4 260,-30 12 15,0 1-1,0 0 1,1 0-1,-1 0 1,0 0-1,1 1 1,-1 0-1,0 0 1,1 0-1,-1 0 1,1 1-1,-1-1 1,0 1-1,0 1 1,1-1-1,-1 0 1,0 1-1,0 0 1,0 0-1,-1 0 1,1 0-1,0 1 1,-1 0-1,3 1-14,7 2-45,0 0-1,1-1 1,0-1-1,0 0 1,0-1-1,0 0 0,1-1 1,-1-1-1,1 0 1,-1-1-1,1-1 0,-1 0 1,1-1-1,-1-1 1,0 0-1,0-1 1,12-4 45,34-7 299,0 4 0,1 2 1,1 2-1,30 3-299,-37 30-755,-46-19-658</inkml:trace>
  <inkml:trace contextRef="#ctx0" brushRef="#br0" timeOffset="223808.708">5773 16363 22053,'0'0'2848,"0"0"-903,145 11-817,-25-11-336,50 0-128,35-18-240,11-5-240,-2-2-120,-14-1-64,-2 3-16,8 4-232,6-6-448,8 2-352,8 0 480,-2-2 568,-59 11-2521,-30 2-1544</inkml:trace>
  <inkml:trace contextRef="#ctx0" brushRef="#br0" timeOffset="229657.977">9646 18449 24821,'0'0'1985,"0"0"-1121,0 0-240,0 0-128,0 0-296,112 35-200,-90-31-936,-5-4-9226</inkml:trace>
  <inkml:trace contextRef="#ctx0" brushRef="#br0" timeOffset="227241.154">5472 18110 24901,'0'0'1485,"0"0"-309,0 0-453,0 0-138,-21-8-157,-70-24-162,86 31-255,0 0 1,0 0 0,0 1-1,0-1 1,0 1 0,0 0-1,0 0 1,0 1-1,0 0 1,0-1 0,0 2-1,0-1 1,1 0 0,-1 1-1,0 0 1,1 0 0,-1 1-1,1-1 1,0 1 0,0 0-1,0 0 1,0 0-1,0 1 1,-1 1-12,-8 6 21,-60 71 77,71-79-98,0-1 0,1 1 0,-1 0 1,1 0-1,0 0 0,0 0 1,0 0-1,0 1 0,0-1 0,1 0 1,-1 0-1,1 1 0,0-1 1,0 0-1,0 0 0,1 1 0,-1-1 1,1 0-1,-1 0 0,1 0 1,0 0-1,0 0 0,1 0 0,-1 0 1,1 0-1,-1 0 0,1 0 1,0-1-1,0 1 0,0-1 0,3 3 0,104 61 1,-95-61-4,-1 1 1,0 1 0,0 0-1,0 0 1,-1 2 0,0-1 0,-1 2-1,0-1 1,-1 2 0,3 2 2,-10-9 0,0 1 0,-1-1 1,1 1-1,-1 0 0,0 0 1,0 0-1,0 0 0,-1 0 1,0 0-1,0 0 0,0 1 1,0-1-1,-1 0 0,0 1 0,0-1 1,-1 0-1,1 0 0,-1 1 1,0-1-1,-1 0 0,1 0 1,-1 0-1,0 0 0,0 0 1,0 0-1,-1-1 0,0 1 1,0-1-1,-3 4 0,-113 109 17,117-116-17,-28 20-382,29-21-1208,1-2-2447</inkml:trace>
  <inkml:trace contextRef="#ctx0" brushRef="#br0" timeOffset="227641.265">5865 18240 27870,'0'0'851,"0"0"-292,0 0-281,0 0-180,0 0-96,-4-10-196,-14-30-174,17 40 362,0-1 1,1 1 0,-1-1-1,0 1 1,0 0 0,0 0-1,1-1 1,-1 1 0,0 0-1,0 0 1,0 0-1,0 0 1,0 0 0,0 0-1,1 0 1,-1 0 0,0 0-1,0 0 1,0 1 0,0-1-1,0 0 1,1 1 0,-1-1-1,0 0 1,0 1 0,1-1-1,-1 1 1,0-1 0,1 1-1,-1 0 1,0-1 0,1 1-1,-1 0 1,1-1 0,-1 1-1,1 0 1,-1 0 0,1-1-1,0 1 1,-1 0 0,1 0-1,0 0 1,-1-1 0,1 2 5,-3 2-9,-3 2 38,1 0 0,-1 0 0,1 1 0,0 0 0,1 0 1,0 0-1,0 0 0,0 1 0,1 0 0,0-1 1,1 1-1,0 0 0,0 1 0,0-1 0,1 0 0,0 0 1,1 3-30,4-7-9,0 0 1,0-1-1,0 0 1,1 0 0,0 0-1,-1 0 1,1 0-1,0-1 1,0 0 0,0 0-1,0 0 1,1-1-1,-1 0 1,0 0 0,1 0-1,-1-1 1,1 0-1,-1 0 1,1 0-1,-1 0 1,0-1 0,1 0-1,-1 0 1,0-1-1,5-1 9,-9 3-3,27-6-209,1-1 0,-1-1-1,0-2 1,0-1 0,-1-1 0,14-9 212,63-26 378,-102 46-326,0 1 0,-1-1 0,1 1 0,0 0 0,-1-1-1,1 1 1,0 0 0,-1 0 0,1 0 0,0 0 0,-1 1 0,1-1-1,0 0 1,-1 1 0,1-1 0,0 1 0,-1 0 0,1-1 0,-1 1-1,1 0 1,-1 0 0,0 0 0,1 0 0,-1 0 0,0 0 0,0 1-1,1-1 1,-1 0 0,0 1 0,0-1 0,-1 0 0,1 1-1,1 1-51,24 22 179,-11-20-282,1 0 0,-1-2 0,1 0 0,0 0 0,0-2 0,0 0-1,0 0 1,0-2 0,0 0 0,15-3 103,38-8-2326,-7-4-2625</inkml:trace>
  <inkml:trace contextRef="#ctx0" brushRef="#br0" timeOffset="227921.438">6833 18288 23581,'0'0'2537,"0"0"-1193,0 0-536,0 0-176,102 4-384,-33-31-248,-9 4-1000,-3 0-3033</inkml:trace>
  <inkml:trace contextRef="#ctx0" brushRef="#br0" timeOffset="227922.438">7457 18237 26542,'0'0'1472,"0"0"-504,0 0-504,0 0-376,137-2-88,-91-3-2160</inkml:trace>
  <inkml:trace contextRef="#ctx0" brushRef="#br0" timeOffset="228103.723">7871 18290 28350,'0'0'1720,"0"0"-1560,0 0-160,0 0-272,0 0-816,0 0-13371</inkml:trace>
  <inkml:trace contextRef="#ctx0" brushRef="#br0" timeOffset="228573.643">6136 18080 25485,'0'0'1518,"0"0"-518,0 0-453,0 0-31,0 0-36,0 0-172,-12 17-141,-37 58-70,11 42 101,37-110-176,-15-100-76,0 108 24,12-8 53,1 1-1,0-1 0,1 1 0,0-1 0,0 1 0,0 0 0,1 0 1,0 0-1,1 0 0,0 0 0,0 0 0,1 0 0,0 0 0,0 0 1,1 0-1,0 0 0,0-1 0,0 1 0,1-1 0,1 1 0,-1-1 1,1 0-1,0 0 0,1-1 0,0 1 0,0-1 0,0 0 0,1 0 0,0-1 1,2 3-23,11 1 2,-1-1 1,2 0 0,-1-2 0,1 0 0,-1-1-1,2-1 1,-1-1 0,0 0 0,1-2-1,-1 0 1,15-3-3,-14 1-257,0-1-1,0-2 0,0 0 0,0-1 1,-1-1-1,0-1 0,0-1 0,-1 0 1,0-2-1,0 0 0,10-8 258,42-26-4373</inkml:trace>
  <inkml:trace contextRef="#ctx0" brushRef="#br0" timeOffset="228923.964">6852 18096 27766,'0'0'980,"0"0"-424,0 0-206,0 0-60,0 0-7,0 0-128,-17 6-107,-54 23-32,3 35 11,63-56-14,3-6-11,0-1-1,1 1 1,-1 0 0,1 0-1,-1 0 1,1 0 0,0 1-1,0-1 1,0 0 0,0 0-1,0 1 1,1-1 0,-1 0-1,1 1 1,-1-1 0,1 1-1,0-1 1,0 1 0,0-1-1,0 1 1,1-1 0,-1 0-1,0 1 1,1-1 0,0 1-1,0-1 1,0 0 0,0 0-1,0 1 1,0-1 0,0 0-1,2 2-1,119 27-1,-41-16-153,-80-15 153,0 1 0,1-1 0,-1 0 0,0 1 0,0-1-1,0 1 1,0-1 0,0 1 0,0-1 0,0 1 0,0 0-1,0 0 1,0-1 0,0 1 0,0 0 0,0 0 0,-1 0-1,1 0 1,0 0 0,-1 0 0,1 0 0,-1 0-1,1 0 1,-1 1 0,1-1 0,-1 0 0,0 0 0,1 0-1,-1 1 1,0-1 0,0 0 0,0 0 0,0 0 0,0 1-1,0-1 1,-1 0 0,1 0 0,0 0 0,-1 1 0,1-1-1,0 0 1,-1 0 0,1 0 0,-1 0 0,0 0-1,1 0 1,-1 0 0,0 0 0,0 0 0,0 0 1,-44 49 154,44-49-148,-143 136 439,143-137-447,0 1-1,1-1 0,-1 0 1,0 1-1,1-1 0,-1 1 1,0-1-1,1 1 1,-1 0-1,0-1 0,1 1 1,-1-1-1,1 1 0,-1 0 1,1 0-1,0-1 1,-1 1-1,1 0 0,0 0 1,-1-1-1,1 1 0,0 0 1,0 0-1,0 0 1,-1 0-1,1-1 0,0 1 1,0 0-1,0 0 0,1 0 1,-1 0-1,0-1 1,0 1-1,0 0 0,1 0 1,-1 0-1,0-1 0,1 1 1,-1 0-1,0 0 0,1-1 1,-1 1-1,1 0 1,-1-1-1,1 1 0,0-1 1,-1 1-1,1-1 0,0 1 1,-1-1-1,1 1 1,0-1-1,0 1 0,-1-1 1,1 0-1,0 1 3,54-2-925,-44 0 569,40-7-1715</inkml:trace>
  <inkml:trace contextRef="#ctx0" brushRef="#br0" timeOffset="229106.667">7337 18359 27838,'0'0'1352,"0"0"-896,0 0-184,0 0-56,0 0 8,0 0-224,0 0-80,57-9-840,-12-5-2705</inkml:trace>
  <inkml:trace contextRef="#ctx0" brushRef="#br0" timeOffset="229286.675">8170 18184 28598,'0'0'976,"0"0"-736,137-2-144,-74 2 32,-18 11-128,-13-4-1424</inkml:trace>
  <inkml:trace contextRef="#ctx0" brushRef="#br0" timeOffset="229501.75">8562 18357 27838,'0'0'1024,"0"0"-840,0 0-152,0 0-64,0 0-216,0 0-1840</inkml:trace>
  <inkml:trace contextRef="#ctx0" brushRef="#br0" timeOffset="229502.75">8821 18391 25405,'0'0'2929,"0"0"-2153,0 0-72,0 0-336,0 0-119,0 0-249,124 77-377,-59-66-615,2 0-3369</inkml:trace>
  <inkml:trace contextRef="#ctx0" brushRef="#br0" timeOffset="226473.078">4612 17690 19220,'0'0'3421,"0"0"-1165,0 0-869,0 0-575,0 0-131,0 0-147,-9-2-167,-29-6-107,36 9-246,1-1 0,-1 0 1,1 0-1,-1 1 0,1-1 0,-1 1 0,1-1 0,-1 1 1,1 0-1,-1 0 0,1 0 0,0 0 0,-1 0 0,1 0 0,0 0 1,0 0-1,0 0 0,0 0 0,0 0 0,0 1 0,0-1 1,0 1-1,1-1 0,-1 0 0,0 1 0,1-1 0,-1 1 0,1-1 1,0 1-1,-1 0 0,1-1 0,0 1-14,-3 6 73,-38 99 288,4 1 1,5 2 0,5 2-1,4 0 1,5 7-362,0 118 121,19-193-189,-3 0 1,-1 0-1,-2 0 1,-1 0-1,-3-1 1,-2 0-1,-1-1 1,-3-1-1,-19 41 68,-58 28-1859,43-75-3191,3-11-11833</inkml:trace>
  <inkml:trace contextRef="#ctx0" brushRef="#br0" timeOffset="226737.912">3670 18325 26366,'0'2'2792,"0"-2"-2472,0 0-184,171-2 96,-57 2-32,35 0 16,10 0-88,-6-2-128,-21 2-88,-52 4-752,-21-4-3889</inkml:trace>
  <inkml:trace contextRef="#ctx0" brushRef="#br0" timeOffset="230956.537">10812 17786 27430,'0'0'936,"0"0"-464,0 0-144,0 0-32,0 0-24,-120 22 16,93 18 137,1 11-89,3 8-152,5 4-80,12-1-88,6 0-16,14-4-56,45 4-488,-6-14-1041,0-18-4008</inkml:trace>
  <inkml:trace contextRef="#ctx0" brushRef="#br0" timeOffset="231489.87">12141 17770 26542,'0'0'1203,"0"0"-369,0 0-448,0 0-138,0 0 73,-2 17-3,0 7-271,-2 0 1,-1 0-1,-1-1 0,0 0 1,-2 0-1,-1-1 1,-1 2-48,-3-4 12,0 0 0,-2 0 1,0-1-1,-1-1 0,0-1 1,-2 0-1,0-1 0,-1-1 1,0-1-1,-1-1 0,-1 0 1,0-2-1,-1 0 0,0-2 1,0 0-1,-15 3-12,34-10-8,-1-1 0,1 1 0,0-1 0,-1 0 0,0 0 0,1 0 0,-1-1 0,1 1 0,-1-1 0,0 0 0,1 0 0,-1 0 0,0-1 0,1 1 0,-1-1-1,0 0 1,1 0 0,-1 0 0,1 0 0,0 0 0,-1-1 0,1 0 0,0 0 0,0 0 0,0 0 0,0 0 0,0 0 0,0-1 0,1 1 0,-1-1 0,1 0 0,0 0 0,-1-1 8,-4-24-304,0-2 0,2 1 0,1-1 0,2 1 0,0-1 0,2 0 0,2 0 0,0 0 1,3-5 303,-1 7-430,0-1 1,2 1-1,1 0 1,2 1 0,0 0-1,2 0 1,7-13 429,-11 27 133,1-1-1,1 1 1,0 0 0,1 1 0,0 0-1,0 0 1,2 1 0,-1 1-1,3-2-132,-8 7 107,1 1 0,1-1 0,-1 1-1,1 0 1,-1 1 0,1 0 0,0 0-1,0 1 1,1 0 0,-1 0 0,0 1-1,1 0 1,-1 0 0,1 1-1,-1 0 1,1 1 0,-1 0 0,0 0-1,1 0 1,-1 1 0,0 1 0,0-1-1,0 1 1,0 1 0,-1 0 0,1 0-1,-1 0 1,0 1 0,0 0-1,0 0 1,5 6-107,90 128 296,11-50-1564,-58-59-2289</inkml:trace>
  <inkml:trace contextRef="#ctx0" brushRef="#br0" timeOffset="231772.965">12822 17975 27398,'0'0'1112,"0"0"-864,0 0-248,0 0-848,0 0-4369</inkml:trace>
  <inkml:trace contextRef="#ctx0" brushRef="#br0" timeOffset="231773.965">13686 17912 28414,'0'0'1120,"0"0"-880,0 0-176,0 0-64,0 0-16,0 0-520,0 0-3545</inkml:trace>
  <inkml:trace contextRef="#ctx0" brushRef="#br0" timeOffset="232063.657">13910 17977 28382,'0'0'592,"0"0"-592,0 0-2888</inkml:trace>
  <inkml:trace contextRef="#ctx0" brushRef="#br0" timeOffset="276593.286">5488 5947 16420,'0'0'2685,"0"0"3063,0 0-3634,0 0-1472,0 0-108,3 1-59,7 4-392,0 2-1,0-1 1,0 1 0,-1 1 0,0 0-1,0 0 1,-1 0 0,0 1-1,0 1 1,-1-1 0,-1 1-1,1 0 1,-2 1 0,1 0-1,-2 0 1,1 0 0,-1 0-1,-1 0 1,0 3-83,5 28 75,-1 1 1,-3 0-1,-1-1 0,-2 1 0,-3 1 1,-1-2-1,-2 1 0,-1 0 1,-8 21-76,-7 11 64,-4-1 1,-3-1 0,-3-1 0,-3-2 0,-2-2-1,-4-1 1,-3-2 0,-3-2 0,-2-1 0,-19 14-65,-7-4 17,-4-3 1,-2-4 0,-3-4 0,-2-3-1,-3-4 1,-3-3 0,-20 4-18,-396 193-2,-21-18 2,496-218-1,0 2 0,0 1 0,2 2 0,0 1 0,1 1 0,0 2-1,2 1 1,1 0 0,0 3 0,2 0 0,1 1 0,1 1 0,1 1-1,-11 22 2,-207 430 2,220-444-7,-475 1018 122,103-51-21,326-824-8,9 3 0,7 2 0,1 39-88,-10 73 105,-25 115-3,18 4 0,-7 328-102,69-480 168,12-1-1,21 98-167,231 1483 28,-179-1401-65,45 95 37,-71-362-504,-56-174 468,0 0 0,1 1 0,-1-1 0,0 1 0,1-1 0,-1 0 0,1 1 0,-1-1 0,1 0 1,0 1-1,0-1 0,0 0 0,-1 0 0,1 0 0,0 0 0,0 0 0,1 0 0,-1 0 0,0 0 1,0 0-1,0 0 0,1-1 0,-1 1 0,0 0 0,0-1 0,1 1 0,-1-1 0,1 0 0,-1 1 1,1-1-1,-1 0 0,0 0 0,1 0 0,-1 0 0,1 0 0,-1 0 0,1 0 0,-1 0 0,1-1 1,-1 1 35,40-51-7813,-14-14-8987</inkml:trace>
  <inkml:trace contextRef="#ctx0" brushRef="#br0" timeOffset="277176.639">7002 5281 26414,'0'0'1371,"0"0"-850,35 5-257,335 22 759,-58-50-388,-1-14-1,77-28-634,6 1 207,598-52 123,707 18-330,-804 92 0,-745 16-46,0 7 0,107 27 46,-27 7-3002,-137-30-6523</inkml:trace>
  <inkml:trace contextRef="#ctx0" brushRef="#br0" timeOffset="288060.313">8350 8466 25461,'0'0'1226,"16"-15"-144,-1-2-816,-8 8-161,1 1 0,-1 0 0,1 1 0,1-1 0,0 1 0,0 1 0,0 0 1,1 0-1,-1 1 0,1 0 0,1 0 0,1 1-105,214-46 1073,1 10-689,588-91 442,81 30-826,758 33 36,-1601 67-40,74-2-522,0 6 0,0 5 0,110 22 526,-190-18-2923</inkml:trace>
  <inkml:trace contextRef="#ctx0" brushRef="#br0" timeOffset="288560.605">6281 14011 21469,'340'-34'6846,"26"-33"-6119,43-27-727,1728-451 1486,266 43-1167,-1873 398-1142,536-32 823,-1004 132-3122,-40 2-7128</inkml:trace>
  <inkml:trace contextRef="#ctx0" brushRef="#br0" timeOffset="289042.216">5233 15977 23669,'194'-33'4817,"42"-13"-4457,1-4-160,13-5-96,1-1 216,0 1-24,0 4-160,-1 1-72,-5 4-40,-9 9-24,-12 7 0,-20 4-88,-20 5-464,-23 1-1608,-51 6-13692,-29 7 11716</inkml:trace>
  <inkml:trace contextRef="#ctx0" brushRef="#br0" timeOffset="289309.152">7803 16947 28486,'165'-32'880,"33"-7"-640,-12 6-168,-3 5-72,-8 3 0,-7 0-216,-5 4-1032,-43 5-8418,-28 2-1680</inkml:trace>
  <inkml:trace contextRef="#ctx0" brushRef="#br0" timeOffset="291594.934">9020 650 25597,'0'0'3137,"0"0"-2035,0 0-606,0 0-129,-7-15-49,-21-48-34,13 42 66,10 32-282,4-6-98,-190 488 4,147-372 27,6 2 1,5 1 0,5 2-1,-10 118-1,22-58 9,9-80-6,-4-1 0,-5 0 0,-16 49-3,26-136-18,0 1 1,-1-1-1,-1 0 1,0-1 0,-1 0-1,-1 0 1,-1-1-1,-1 0 1,-10 11 17,17-21-66,-1 0 0,1-1 1,-1 0-1,0 0 0,-1 0 0,1-1 0,-1 0 1,0 0-1,0-1 0,0 0 0,0 0 0,-1 0 1,1-1-1,-1 0 0,0-1 0,0 0 0,1 0 1,-1 0-1,0-1 0,0 0 0,0-1 0,1 0 1,-1 0-1,0 0 0,-4-3 66,-66-33-2115,26 1-4281,-10-12-12585</inkml:trace>
  <inkml:trace contextRef="#ctx0" brushRef="#br0" timeOffset="291841.242">8501 1323 24093,'0'0'1048,"140"-5"-1048,-56 3-2160,3-2-15844</inkml:trace>
  <inkml:trace contextRef="#ctx0" brushRef="#br0" timeOffset="292058.183">9638 1579 23645,'0'0'4226,"0"0"-2841,0 0-844,-6-15-112,-38-122 290,23 35-633,20 101-86,0 0 0,0 1-1,0-1 1,-1 1 0,1-1 0,0 1 0,0-1 0,-1 1 0,1 0 0,0 0 0,-1 0 0,1 0 0,0 0 0,-1 0 0,1 0 0,0 0 0,-1 0 0,1 0-1,0 1 1,0-1 0,-1 0 0,1 1 0,0 0 0,0-1 0,0 1 0,0-1 0,-1 1 0,1 0 0,0 0 0,0 0 0,0 0 0,1 0 0,-1 0 0,0 0 0,0 0-1,0 0 1,1 0 0,-1 0 0,0 0 0,1 1 0,0-1 0,-1 0 0,1 0 0,-1 1 0,-7 11-18,0 1 0,1 0 0,1 0 0,0 1 1,1-1-1,0 1 0,1 1 0,1-1 0,0 0 0,1 1 0,1 0 0,0 11 18,1-24-52,0 0-1,0 0 0,0 1 1,0-1-1,1 0 0,-1 0 1,1 0-1,0 0 0,0 0 0,0-1 1,0 1-1,0 0 0,1 0 1,-1-1-1,1 1 0,-1 0 1,1-1-1,0 0 0,0 1 1,0-1-1,1 0 0,-1 0 1,1 0-1,-1 0 0,1-1 1,-1 1-1,1-1 0,0 0 1,0 1-1,0-1 53,22 3-2123</inkml:trace>
  <inkml:trace contextRef="#ctx0" brushRef="#br0" timeOffset="292441.066">10119 1388 19060,'0'0'8438,"0"0"-6367,-5 20-1756,-33 150 610,30-99-766,1-89 194,-2-202-194,9 213-166,0-1 0,0 0 0,0 0 0,1 0 0,0 1 0,1-1 0,-1 1 0,1-1 0,1 1 0,0-1 0,0 1-1,0 0 1,1 0 0,0 1 0,0-1 0,1 1 0,-1 0 0,2 0 0,-1 0 0,0 1 0,1 0 0,0 0 0,1 0 0,-1 1 0,1-1 0,-1 2 0,1-1 0,0 1 0,1 0 0,-1 1 0,1-1 0,-1 1-1,1 1 1,-1 0 0,8-1 7,5 5-18,1 0-1,-1 2 0,0 0 1,-1 2-1,1 0 0,-1 1 1,0 0-1,-1 2 0,0 0 1,0 1-1,-2 1 0,1 1 1,-1 0-1,-1 1 0,0 1 1,4 6 18,22 34-1149,-33-33-1568,-4 1-3417,-3 3-13073</inkml:trace>
  <inkml:trace contextRef="#ctx0" brushRef="#br0" timeOffset="292791.344">8156 2360 20364,'0'0'5530,"0"0"-3983,0 0-1295,25 0-54,337-25 1452,935-104-100,-750 92-1492,-547 37-65,0 0-1,-1 0 1,1 0-1,-1 0 1,1 0-1,0 0 0,-1 0 1,1 0-1,-1 0 1,1 0-1,0 0 1,-1 0-1,1 1 0,-1-1 1,1 0-1,0 0 1,-1 0-1,1 0 1,0 1-1,-1-1 0,1 0 1,0 0-1,-1 1 1,1-1-1,0 0 1,0 1-1,-1-1 1,1 0-1,0 1 0,0-1 1,0 0-1,-1 1 1,1-1-1,0 1 1,0-1-1,0 0 0,0 1 1,0-1-1,0 1 1,0-1-1,0 0 1,0 1-1,0-1 0,0 1 1,0-1-1,0 0 1,0 1-1,0-1 1,0 1-1,0-1 1,0 0-1,1 1 0,-1-1 1,0 0-1,0 1 1,1-1-1,-1 0 1,0 1 7,-28 7-1940,-3-3-3602</inkml:trace>
  <inkml:trace contextRef="#ctx0" brushRef="#br0" timeOffset="294346.652">10347 3431 5577,'0'0'20262,"0"0"-15606,-5-22-4148,-22-148 49,38 58-195,-4-54-230,-8 163-132,0 0 1,0 0 0,0 0-1,0 0 1,0 0 0,-1 0 0,1 1-1,-1-1 1,0 1 0,0-1-1,0 1 1,0-1 0,0 1 0,0 0-1,-1 0 1,1 0 0,-1 0-1,1 1 1,-1-1 0,0 1 0,0-1-1,0 1 1,0 0 0,0 0-1,0 0 1,0 1 0,0-1 0,0 1-1,0 0 1,0-1 0,0 1-1,0 1 1,0-1-1,-112 23-5,73-1 5,1 2 0,1 2 0,1 1 0,2 3-1,1 0 1,1 3 0,2 0 0,-15 21 0,29-35 1,0 1-1,1 1 1,1 0 0,1 1 0,1 1-1,2 1 1,0 0 0,1 0 0,-6 21-1,10 73-34,8-114 31,1-1 1,0 0-1,0 1 0,0-1 1,0 0-1,0 0 1,1 1-1,-1-1 0,1 0 1,0-1-1,0 1 0,0 0 1,0 0-1,1-1 1,-1 0-1,1 1 0,-1-1 1,1 0-1,0 0 1,0 0-1,0-1 0,0 1 1,0-1-1,0 1 1,1-1-1,-1 0 0,0 0 1,1-1-1,-1 1 0,0-1 1,3 1 2,12-4 1,-1 0 0,1-1 1,-1 0-1,0-2 0,-1 0 0,1-1 0,-1 0 1,0-2-1,-1 0 0,0 0 0,-1-2 1,0 1-1,0-2 0,8-9-1,30-19 0,-28 22-5,-12 8-7,-1 0 0,1 2 0,1-1 0,0 2 0,0-1 0,0 2 0,1 0 0,0 0 0,0 2 0,0-1 0,5 1 12,-15 5-2,1 0 1,0 1-1,0 0 0,-1-1 1,1 2-1,-1-1 1,0 0-1,0 1 0,0 0 1,0 0-1,0 0 0,0 0 1,-1 1-1,0 0 1,1-1-1,-1 1 0,-1 0 1,1 1-1,-1-1 1,1 0-1,-1 1 0,0 0 2,19 25-3,-14-21-143,1-1-1,0 0 1,0 0-1,1-1 1,0 0 0,0-1-1,1 0 1,-1 0-1,1-1 1,5 1 146,18 4-2014</inkml:trace>
  <inkml:trace contextRef="#ctx0" brushRef="#br0" timeOffset="294594.261">10761 3238 16187,'0'0'12859,"0"0"-12091,0 0-472,179-56 17,-63 31 39,29 0-208,-10 1-136,-7-7-8,-46 9-745,-34-3-2455</inkml:trace>
  <inkml:trace contextRef="#ctx0" brushRef="#br0" timeOffset="294780.191">11425 2772 704,'0'0'27926,"0"0"-27134,0 0-584,0 0-144,-32 125 48,32-75 0,0 3-64,0 2-48,0 13-80,0-13-768,0-16-3089</inkml:trace>
  <inkml:trace contextRef="#ctx0" brushRef="#br0" timeOffset="295091.073">12281 2600 27718,'0'0'736,"0"25"-242,-12 174 446,-78 283 276,139-555-1212,-27 43-59,2 2 1,1 0-1,2 1 1,0 2-1,16-10 55,-33 27-15,1 0 0,0 1-1,0 0 1,0 1 0,1 0-1,0 1 1,0 0 0,1 1-1,-1 0 1,1 1 0,0 1-1,0 0 1,0 0 0,0 2-1,0-1 1,0 2 0,6 0 15,-11 2 4,0 1 1,0 0 0,0 0 0,-1 1-1,0 0 1,1 0 0,-2 0 0,1 1-1,-1 0 1,1 1 0,-2 0 0,1-1-1,-1 2 1,0-1 0,0 1 0,-1-1-1,0 1 1,-1 0 0,0 1 0,0-1-1,0 0 1,-1 1 0,0 0 0,-1-1-1,0 1 1,-1 0 0,1 0 0,-2 0-1,1 0 1,-1-1 0,-1 1 0,1 0-5,-3 5-3,0-1 1,0 0 0,-1 0 0,-1 0-1,0 0 1,-1-1 0,0 0 0,-1 0 0,0-1-1,-1 0 1,0 0 0,-1-1 0,0-1-1,0 1 1,-1-2 0,-1 1 0,1-1 0,-1-1-1,-1 0 1,1-1 0,-7 2 2,-71 42-1772,5-10-4283</inkml:trace>
  <inkml:trace contextRef="#ctx0" brushRef="#br0" timeOffset="295864.779">8209 2046 24797,'0'0'2668,"0"0"-1694,0 0-679,19 0-3,207-8 622,1053-123 522,793 79-2349,-1816 52-565,-195 0-4006</inkml:trace>
  <inkml:trace contextRef="#ctx0" brushRef="#br0" timeOffset="296968.323">14330 623 20364,'0'0'2398,"0"0"1951,-3-17-2839,-18-113 481,9 146-1234,-198 619-549,-52 16-226,262-651-27,0 1 1,-1 0-1,1-1 1,0 1 0,0-1-1,0 1 1,-1-1-1,1 1 1,0-1 0,-1 1-1,1-1 1,0 1-1,-1-1 1,1 1-1,-1-1 1,1 1 0,0-1-1,-1 1 1,1-1-1,-1 0 1,1 1-1,-1-1 1,0 0 0,1 0-1,-1 1 1,1-1-1,-1 0 1,0 0 0,1 0-1,-1 0 1,1 0-1,-1 0 1,0 0-1,1 0 1,-1 0 0,1 0-1,-1 0 1,0 0-1,1 0 1,-1 0 0,1-1-1,-1 1 1,0 0-1,1 0 1,-1-1-1,1 1 1,-1 0 0,1-1-1,-1 1 1,1-1-1,0 1 1,-1-1-1,1 1 1,-1 0 0,1-1-1,0 0 1,-1 1-1,1-1 1,0 1 0,0-1-1,-1 1 1,1-1-1,0 1 1,0-1-1,0 0 1,0 1 0,0-1-1,0 0 45,-13-24-3853</inkml:trace>
  <inkml:trace contextRef="#ctx0" brushRef="#br0" timeOffset="297439.582">15377 21 29326,'0'0'654,"0"0"-281,0 0-98,0 0 40,0 0-133,0 0-134,-17 25-24,-139 249 630,-40 117-654,125-253 66,6 4 0,7 3 0,6 2 0,7 2 0,6 2 0,5 12-66,-2 88 8,33-241-64,0 0 0,-1 0 0,-1 0 0,0 0 0,0-1 0,-1 0-1,0 0 1,0 0 0,-1-1 0,0 0 0,0 0 0,-1-1 0,0 0 0,-1 0 0,0-1 0,0 0 0,0-1 0,0 0 0,-1 0 0,0-1 0,0 0 0,0-1 0,0 0-1,-1-1 1,1 0 0,-1 0 0,0-1 0,-2 0 56,-71 7-2527</inkml:trace>
  <inkml:trace contextRef="#ctx0" brushRef="#br0" timeOffset="297640.542">14758 546 28278,'0'0'1560,"130"14"-1448,-50 9-56,16 7-16,-13 5-40,37 13-32,-22-8-528,-20-10-2656</inkml:trace>
  <inkml:trace contextRef="#ctx0" brushRef="#br0" timeOffset="297957.521">13796 168 11715,'0'0'16803,"0"0"-16099,0 0-288,0 0-136,112-39 16,-77 51-128,5 20-103,9 14-65,31 24-81,-11-8-663,-4-10-10722</inkml:trace>
  <inkml:trace contextRef="#ctx0" brushRef="#br0" timeOffset="298813.343">17228 696 24229,'0'0'3884,"0"0"-2563,0 0-966,0 0-248,-3 17-22,-42 243 1505,-52 162-1590,77-332 66,24-93-11,134-160 43,82-81-652,-218 240 543,1 1 0,0-1-1,0 1 1,0 0 0,0 0 0,0 0 0,0 0-1,1 1 1,0-1 0,-1 1 0,1 0-1,0 0 1,0 0 0,0 1 0,0 0 0,1-1-1,-1 1 1,0 0 0,0 1 0,1-1 0,-1 1-1,0 0 1,1 0 0,-1 0 0,0 1 0,1 0-1,-1 0 1,0 0 0,0 0 0,0 0-1,1 1 1,0 0 11,52 125-38,-32-56 47,-23-64-2,0-1 0,0 1 0,1 0 0,0-1 0,0 0 0,1 0 0,-1 0 0,1 0-1,1-1 1,-1 1 0,1-1 0,0 0 0,0 0 0,0-1 0,1 0 0,-1 1 0,1-2 0,0 1 0,0-1 0,1 0 0,-1 0 0,1-1 0,-1 0 0,1 0 0,0 0 0,0-1 0,0 0-1,0 0 1,0-1 0,0 0 0,0 0 0,0-1 0,0 0 0,-1 0 0,1 0 0,0-1 0,0 0 0,4-2-7,3-6-5,-1-1 0,1 0 0,-2 0-1,1-1 1,-2-1 0,1 0 0,-2-1 0,0 0 0,-1-1 0,0 0 0,-1 0 5,0 3-43,39-70-758,-6 3-1101</inkml:trace>
  <inkml:trace contextRef="#ctx0" brushRef="#br0" timeOffset="299019.305">18551 350 15475,'0'0'11923,"-16"90"-11043,-5-29 64,-5 14-336,-3 4-144,-7 15-231,5-9-145,2 1-88,3-1-16,18-7-369,4-9-1095,4-23-2233</inkml:trace>
  <inkml:trace contextRef="#ctx0" brushRef="#br0" timeOffset="299306.593">18647 1040 27014,'0'0'968,"0"0"-424,-35 120-232,17-70 112,6-8-224,5-8-136,7-15-64,0-12-40,7-7-192,33-37-96,-5-7-840,2-4-3337</inkml:trace>
  <inkml:trace contextRef="#ctx0" brushRef="#br0" timeOffset="299490.155">18967 927 23997,'0'0'1953,"0"0"-857,0 0-672,0 104-272,0-77-88,0-11-64,0-6-256,0-10-2305</inkml:trace>
  <inkml:trace contextRef="#ctx0" brushRef="#br0" timeOffset="299894.764">19586 853 22117,'0'0'1667,"0"0"1124,0 19-1929,0 62-649,-1-73-156,1 0 0,1 0 0,-1-1 1,1 1-1,1 0 0,-1 0 0,1-1 0,1 1 0,-1-1 1,1 1-1,0-1 0,1 0 0,0 0 0,0 0 0,1-1 1,-1 0-1,1 0 0,1 0 0,-1 0 0,1-1 0,0 0 0,0 0 1,1 0-1,0-1 0,-1 0 0,1 0 0,0-1 0,1 0 1,-1 0-1,1-1 0,-1 1 0,1-2 0,0 1 0,0-1 1,0-1-1,-1 1 0,1-1 0,0 0 0,0-1 0,0 0 1,0 0-1,-1-1 0,1 0 0,0 0 0,-1-1 0,0 0 1,1 0-1,-1-1 0,0 0 0,-1 0 0,2-1-57,16-17-17,-1 0 1,0-1-1,-2-1 0,-1-1 0,-1-1 0,-1 0 1,-1-2-1,-1 0 0,-2-1 0,-1 0 0,-1-1 1,-2 0-1,-1-1 0,-1 0 0,1-21 17,0-76 37,-29 138 3,5 13 15,1 0-1,1 1 1,1 1-1,1 0 1,2 1-1,0-1 1,-5 28-55,3-8 95,2 1-1,2 0 1,1 0 0,3 1-1,2-1 1,3 23-95,19 2 80,-20-70-100,0 1 0,-1 0 0,1-1 0,0 1 0,0 0 0,0-1 0,0 1 0,0-1 0,0 0 1,0 1-1,1-1 0,-1 0 0,1 0 0,-1 0 0,1 0 0,-1 0 0,1 0 0,-1 0 0,1 0 0,0-1 0,-1 1 0,1 0 0,0-1 0,0 0 0,-1 1 0,1-1 0,0 0 0,0 0 0,0 0 0,-1 0 0,1 0 0,0-1 0,0 1 0,0 0 0,-1-1 0,1 1 0,0-1 0,0 0 20,13-16-1575,-4-7-1705</inkml:trace>
  <inkml:trace contextRef="#ctx0" brushRef="#br0" timeOffset="300122.453">19277 279 23997,'0'0'6834,"0"0"-6538,0 0-296,0 0 0,4 125 16,12-70-8,4 9 16,15 33-24,-4-14-432,-3-11-1689</inkml:trace>
  <inkml:trace contextRef="#ctx0" brushRef="#br0" timeOffset="300864.676">10582 1885 12243,'0'0'12236,"0"0"-9157,27 0-2647,249-20 536,53-25-313,825-91 153,890 94-656,-1842 43-150,1981 43 31,-725-65 28,-1070 3-1260,-368 11-2626</inkml:trace>
  <inkml:trace contextRef="#ctx0" brushRef="#br0" timeOffset="301139.401">18812 1758 2393,'0'0'28550,"0"0"-27958,0 0-592,0 0-352,0 0-569,0 0-2991</inkml:trace>
  <inkml:trace contextRef="#ctx0" brushRef="#br0" timeOffset="320515.576">4577 30 12835,'0'0'5714,"0"0"1480,0 0-4742,0 0-1662,0 0-162,-2-6-33,2 6-572,0-1 1,0 0-1,0 0 1,0 0 0,0 0-1,0 0 1,0 0-1,0 1 1,0-1-1,0 0 1,-1 0 0,1 0-1,0 0 1,-1 1-1,1-1 1,0 0-1,-1 0 1,1 1 0,-1-1-1,0 0 1,1 1-1,-1-1 1,1 1-1,-1-1 1,0 0 0,1 1-1,-1-1 1,0 1-1,0 0 1,0-1-1,1 1 1,-1 0 0,0-1-1,0 1 1,0 0-1,0 0 1,1 0-1,-1 0 1,0 0-1,0 0 1,0 0 0,0 0-1,0 0 1,1 0-1,-1 0 1,0 0-1,0 1 1,0-1 0,0 0-1,1 1 1,-1-1-1,0 1 1,0-1-1,1 1 1,-1-1 0,0 1-1,1-1 1,-1 1-1,0-1 1,1 1-1,-1 0 1,1 0 0,-1-1-1,1 1 1,0 0-1,-1 0 1,1 0-24,-43 92 21,5 2 0,4 2 1,4 2-1,-3 34-21,27-108 4,-159 670 5,160-676-124,-1-2 0,0 1-1,-2-1 1,0 0-1,-1 0 1,-1-1 0,0 0-1,-1-1 1,-1 0-1,0-1 1,-1 0 0,-1-1-1,0-1 1,-1 0-1,0 0 1,0-2 0,-1 0-1,-1-1 1,0 0-1,0-2 1,0 0-1,-1-1 1,0 0 0,-1-2-1,1 0 1,-13 1 115,24-5-479,-1 0-1,0 0 1,1 0 0,-1-1-1,0 0 1,1 0 0,-1-1 0,1 0-1,0 0 1,-1-1 0,1 0 0,0 0-1,1-1 1,-1 1 0,0-2 0,-1 0 479,-126-126-10292,81 64 8929</inkml:trace>
  <inkml:trace contextRef="#ctx0" brushRef="#br0" timeOffset="320801.217">3448 984 7498,'0'0'3952,"0"0"9363,130-103-11930,-56 73-793,9 9 248,21 5 112,22 2-120,23 3-376,4-8-328,-37 3-128,-32-2-2104</inkml:trace>
  <inkml:trace contextRef="#ctx0" brushRef="#br0" timeOffset="321301.449">5003 701 17660,'0'0'10267,"-9"19"-7837,-51 132-2186,57 6-233,4-151-28,0-1 0,0 0 1,1-1-1,-1 1 0,1 0 0,0 0 1,0 0-1,1-1 0,-1 0 1,1 1-1,0-1 0,0 0 0,1 0 1,-1 0-1,1-1 0,0 1 0,0-1 1,0 0-1,0 0 0,0-1 0,1 1 1,-1-1-1,1 0 0,0 0 0,0 0 1,0 0-1,0-1 0,0 0 0,0 0 17,-1-1-31,0 0-1,0 0 1,0 0 0,0 0-1,0 0 1,0-1-1,0 0 1,0 0-1,0 0 1,-1 0-1,1-1 1,0 1-1,-1-1 1,1 0-1,-1 0 1,0 0-1,1-1 1,-1 1-1,0-1 1,0 0-1,-1 1 1,1-1-1,-1-1 1,1 1-1,-1 0 1,0-1-1,0 1 1,0-1-1,-1 1 1,1-3 31,34-123 154,-32 110-61,17-80 898,-20 97-981,1 1-1,-1 0 1,1 0 0,-1 0-1,1 1 1,-1-1 0,1 0 0,-1 1-1,1-1 1,0 1 0,0-1 0,-1 1-1,1 0 1,0-1 0,0 1-1,-1 0 1,1 0 0,0 1 0,0-1-1,-1 0 1,1 0 0,0 1-1,-1-1 1,1 1 0,0 0 0,-1-1-1,1 1 1,-1 0 0,1 0 0,-1 0-1,1 0 1,-1 0 0,0 0-1,1 1 1,-1-1 0,0 0 0,0 1-1,0-1 1,0 0 0,0 1 0,0 0-1,-1-1 1,1 1 0,0-1-1,-1 1 1,1 1-10,9 7 42,-4-5-44,0-1 0,1 1 0,-1-1 0,1 0 0,0-1 0,0 1 0,1-1 0,-1-1 0,1 0 0,-1 0 0,1 0 0,0-1 0,0 0 0,-1 0 0,1-1 0,0 0 0,0 0-1,0-1 1,0 0 0,-1-1 0,1 0 0,0 0 0,-1 0 0,1-1 0,-1 0 0,0-1 0,0 1 0,0-1 0,-1-1 0,3-1 2,91-97-287,-100 103 285,0-1 0,0 1-1,0-1 1,1 1 0,-1 0 0,0-1 0,0 1-1,0-1 1,1 1 0,-1-1 0,0 1-1,1 0 1,-1-1 0,0 1 0,1 0-1,-1-1 1,0 1 0,1 0 0,-1 0 0,1-1-1,-1 1 1,0 0 0,1 0 0,-1-1-1,1 1 1,-1 0 0,1 0 0,-1 0-1,1 0 1,-1 0 0,1 0 0,-1 0-1,1 0 1,-1 0 0,1 0 0,-1 0 0,0 0-1,1 0 1,-1 0 0,1 1 0,-1-1-1,1 0 1,-1 0 0,1 0 0,-1 1-1,0-1 1,1 0 0,-1 1 0,0-1-1,1 0 1,-1 1 0,0-1 0,1 0 0,-1 1-1,0-1 1,1 1 0,-1-1 0,0 0-1,0 1 1,0-1 0,0 1 0,1-1-1,-1 1 1,0-1 2,3 44 26,-1-13 3,-1-28-41,0 0-1,0 0 0,0 1 1,0-1-1,1 0 1,-1 0-1,1 0 1,0-1-1,-1 1 1,1 0-1,1-1 0,-1 1 1,0-1-1,1 0 1,-1 1-1,1-1 1,0 0-1,-1-1 0,1 1 1,0 0-1,0-1 1,0 0-1,0 0 1,1 0-1,-1 0 1,0 0-1,0 0 0,1-1 1,-1 0-1,0 1 1,1-1-1,-1-1 1,0 1-1,1 0 0,-1-1 1,0 0-1,0 1 1,2-2 12,31-59-174,7 60-72,249-23-156,-225 51 743,-50-3-6990,-16-18-5335</inkml:trace>
  <inkml:trace contextRef="#ctx0" brushRef="#br0" timeOffset="321584.301">4300 1486 26510,'0'0'3913,"0"0"-3617,171-9-144,2-23-40,37-7-8,14 5-56,-10 10-48,-34 11-168,-50 8-1377,-28-2-15290</inkml:trace>
  <inkml:trace contextRef="#ctx0" brushRef="#br0" timeOffset="321850.806">6768 1554 30743,'0'0'728,"0"0"-136,0 0-400,0 0-192,0 0-48,0 0-1200</inkml:trace>
  <inkml:trace contextRef="#ctx0" brushRef="#br0" timeOffset="331973.302">10936 3196 5705,'0'0'17429,"0"0"-13261,0 0-3495,0 0-51,0 0-66,23-8-153,76-27-134,-70 27-147,0 2 0,1 0 0,0 2 0,-1 2 0,1 0 0,0 2 0,13 2-122,20 0 88,189 17-160,-182-8-943,-25-9-7188,-30-2-6024</inkml:trace>
  <inkml:trace contextRef="#ctx0" brushRef="#br0" timeOffset="332264.533">11405 2740 23141,'0'0'4380,"0"0"-3156,0 0-660,0 0 25,0 0-71,0 0-209,-3 7 21,0 11-203,1 0 0,0-1 1,1 1-1,1 0 0,0 0 0,2 0 1,0-1-1,4 16-127,2 38 211,-3 234 63,-7-279-526,0 0 1,-1 0 0,-2 0 0,0 0 0,-2-1 0,-6 14 251,-1 1-3269</inkml:trace>
  <inkml:trace contextRef="#ctx0" brushRef="#br0" timeOffset="332922.976">8293 1577 27118,'0'0'2187,"22"-3"-1515,233-37-9,723-78 1475,745 15-2138,-1005 71-11,-554 23-73,-135 2-428,-17-3-3982,-10-3-11204</inkml:trace>
  <inkml:trace contextRef="#ctx0" brushRef="#br0" timeOffset="333347.957">14744 1505 28486,'154'0'1504,"34"-4"-1336,30 1-112,-8 3-24,-22 0-32,3 0-112,-44 0-1664,-29 0-17340</inkml:trace>
  <inkml:trace contextRef="#ctx0" brushRef="#br0" timeOffset="333631.754">18630 1800 29958,'0'0'1593,"0"0"-1425,0 0-160,0 0 16,0 0-24,0 0-80,0 0-544,92 2-2129</inkml:trace>
  <inkml:trace contextRef="#ctx0" brushRef="#br0" timeOffset="336812.747">10865 3821 25629,'0'0'2945,"0"0"-2313,0 0-192,0 0 128,0 0 97,0 0-217,196-17-152,-36 8-48,32 0-64,16 5 0,-4 4-72,-27 0-48,-16 18-40,-26 3-24,-44-1-560,-34-6-1793</inkml:trace>
  <inkml:trace contextRef="#ctx0" brushRef="#br0" timeOffset="339115.995">10223 4588 28430,'0'0'883,"0"0"-502,0 0-221,0 0 87,0 0 99,0 0-62,-14-17-111,-44-54-76,53 67-86,0-1 1,0 1-1,0 0 0,0 0 0,-1 1 0,1 0 1,-1 0-1,0 0 0,0 0 0,0 1 0,0 0 0,0 1 1,0-1-1,-1 1 0,1 0 0,-1 1 0,1-1 1,0 1-1,-1 1 0,1-1 0,-1 1 0,1 0 0,0 1 1,-1-1-1,1 1 0,0 0 0,0 1 0,0 0 1,1 0-1,-1 0 0,1 0 0,-1 1 0,1 0 0,0 0 1,0 0-1,1 1 0,0 0 0,-1 0 0,0 2-11,-11 13 10,1 1 0,1 1 0,1 1 0,1 0-1,1 0 1,1 1 0,1 1 0,1 0 0,1 0-1,1 0 1,2 1 0,0 0 0,2-1 0,1 1-1,1 1 1,1-1 0,4 22-10,30 72 7,-33-118-5,-1 0-1,1 1 0,0-1 0,-1 0 1,1 0-1,0 0 0,0 0 0,1 0 1,-1 0-1,0-1 0,1 1 0,-1-1 1,1 0-1,-1 1 0,1-1 0,0 0 1,-1-1-1,1 1 0,0 0 0,0-1 1,-1 1-1,1-1 0,0 0 0,0 0 1,0 0-1,0-1 0,-1 1 0,1 0 1,0-1-1,0 0 0,-1 0 0,1 0 1,0 0-1,-1 0 0,1 0 0,-1-1 1,1 1-1,-1-1 0,0 0 1,0 0-1,2-1-1,191-197 22,-160 160-54,89-77-49,-123 117 80,0-1 1,0 0-1,0 0 0,1 1 1,-1-1-1,0 1 1,0-1-1,0 1 0,0-1 1,1 1-1,-1 0 0,0 0 1,1-1-1,-1 1 0,0 0 1,0 0-1,1 0 0,-1 0 1,0 1-1,0-1 0,1 0 1,-1 1-1,0-1 1,0 0-1,0 1 0,1-1 1,-1 1-1,0 0 0,0-1 1,0 1-1,0 0 0,0 0 1,0 0-1,0 0 0,0 0 1,-1 0-1,1 0 0,0 0 1,0 0-1,-1 0 0,1 0 1,-1 0-1,1 0 1,-1 1 0,12 62 20,-10-47-12,1 7-37,21 92 140,-23-113-127,0 1 1,1-1-1,0 0 1,-1 1-1,1-1 0,0 0 1,1 0-1,-1-1 1,0 1-1,1 0 0,0-1 1,-1 1-1,1-1 0,0 0 1,0 0-1,1 0 1,-1 0-1,0-1 0,1 1 1,-1-1-1,1 0 1,-1 0-1,1 0 0,-1-1 1,1 1-1,0-1 1,-1 0-1,1 1 0,3-2 16,-3 0-216,0 0 0,-1 0 1,1 0-1,0 0 0,0-1 0,-1 0 0,1 0 0,-1 0 0,1 0 0,-1 0 0,0-1 0,0 1 0,0-1 0,0 0 0,0 0 0,-1 0 1,1 0-1,0-3 216,28-43-7248,-23 35 3629,22-40-6308</inkml:trace>
  <inkml:trace contextRef="#ctx0" brushRef="#br0" timeOffset="339415.334">10755 4687 26214,'0'0'2576,"0"0"-1792,0 0 0,0 0-263,136 23-209,-75-23-160,9 0-104,5-5-48,23-15-152,-19 4-640,-17-1-2393</inkml:trace>
  <inkml:trace contextRef="#ctx0" brushRef="#br0" timeOffset="339697.421">11715 4157 29478,'0'0'671,"1"22"-251,8 301 902,1 39-1138,-10-362-185,0 0 0,0-1 1,0 1-1,1 0 0,-1 0 0,0 0 1,0 0-1,1-1 0,-1 1 1,0 0-1,1 0 0,-1 0 0,0 0 1,0 0-1,1 0 0,-1 0 0,0 0 1,1 0-1,-1 0 0,0 0 1,1 0-1,-1 0 0,0 0 0,0 0 1,1 0-1,-1 0 0,0 0 0,1 1 1,-1-1-1,0 0 0,0 0 1,1 0-1,-1 0 0,0 1 0,0-1 1,11-36-13,-1-5-27,1 0 0,2 1 0,1 1-1,2 0 1,3 1 0,0 0 0,2 2 0,20-25 40,-38 55-1,1 1 1,-1 0 0,1 0-1,0 0 1,0 1-1,1-1 1,-1 1 0,1 0-1,0 1 1,0-1-1,0 1 1,0 0 0,1 0-1,-1 0 1,1 1-1,0 0 1,0 0 0,0 0-1,0 1 1,0 0-1,0 0 1,0 0 0,0 1-1,1 0 1,-1 0 0,0 1-1,0 0 1,0 0-1,0 0 1,0 1 0,0-1-1,0 1 1,0 1-1,-1-1 1,1 1 0,-1 0-1,0 1 1,0-1-1,0 1 1,0 0 0,0 0-1,-1 0 1,0 1-1,1 1 1,-1 1 5,-2 0-1,1 0 1,-1 0-1,0 1 0,0-1 1,-1 0-1,0 1 0,0-1 1,-1 1-1,0-1 0,0 1 1,-1-1-1,0 1 1,0-1-1,-1 0 0,0 1 1,0-1-1,0 0 0,-1 0 1,0 0-1,-1-1 1,0 1-1,0-1 0,0 0 1,0 0-1,-1 0 0,0 0 1,-1-1-1,1 0 1,-2 0-5,-19 20-134,-1-2 0,-2-2 0,0 0 0,-1-2 0,-16 6 134,-51 26-4328,4-11-10484</inkml:trace>
  <inkml:trace contextRef="#ctx0" brushRef="#br0" timeOffset="340030.122">10007 5309 27542,'0'0'2472,"0"0"-1927,201 0-17,-25-32-200,34-14 64,16-12-64,-12 1-160,-27 17-144,-9 1-24,-17-4-520,-47 12-1305,-28-6-17051</inkml:trace>
  <inkml:trace contextRef="#ctx0" brushRef="#br0" timeOffset="342535.549">11142 671 9842,'0'0'16028,"0"0"-12113,0 0-3334,0 0-142,0 0-39,-15-2-100,-51-5-152,62 7-144,0 1 0,1 0 0,-1-1 0,1 1 0,-1 0-1,1 0 1,-1 1 0,1-1 0,0 1 0,0 0 0,-1 0-1,1 0 1,0 0 0,1 0 0,-1 1 0,0-1-1,1 1 1,-1-1 0,1 1 0,0 0-4,-6 6 15,-16 23 21,1 0 0,1 1 0,2 1 0,1 1 0,2 1 0,2 0 0,1 1 0,2 1 0,1 0 0,2 1 0,2 0-1,2 0 1,1 0 0,2 1 0,2 11-36,-1-29-7,1-1-1,0 1 1,2-1-1,1 0 0,1 0 1,0 0-1,2 0 1,0-1-1,8 18 8,98 140-975,-59-123-628</inkml:trace>
  <inkml:trace contextRef="#ctx0" brushRef="#br0" timeOffset="342862.754">12864 669 25501,'0'0'3859,"0"0"-2915,12 22-850,168 322 543,-147-271-551,-2 1 0,-4 2 0,7 39-86,-31-108-8,0-1 0,-1 1 0,0-1 0,0 1 0,0 0 0,-1 0 0,0 0-1,0 0 1,-1 0 0,0 0 0,0 0 0,-1 0 0,1 0 0,-2 0 0,1 0-1,-1-1 1,0 1 0,0 0 0,-1-1 0,0 1 0,0-1 0,0 0 0,-1 0-1,0 0 1,0-1 0,0 1 0,-1-1 0,0 0 0,0 0 0,0-1 0,-1 1 0,0-1-1,0 0 1,-1 0 8,-145 9-3496,74-13-5221</inkml:trace>
  <inkml:trace contextRef="#ctx0" brushRef="#br0" timeOffset="343112.858">11733 1182 25653,'0'0'3177,"0"0"-3177,0 0-1176,128-2-17684</inkml:trace>
  <inkml:trace contextRef="#ctx0" brushRef="#br0" timeOffset="343295.376">12314 1136 26118,'0'0'5113,"0"0"-4641,0 0-440,0 0-32,0 0-568,0 0-2833</inkml:trace>
  <inkml:trace contextRef="#ctx0" brushRef="#br0" timeOffset="345637.414">4925 2123 27598,'0'0'1216,"0"0"-533,0 0-342,0 0-85,0 0 10,0 0 73,12-3 23,224-90 262,-231 91-620,0-1-3,0 0 0,0 0 0,0 0-1,1 0 1,-1 1 0,1 0 0,-1 0-1,1 1 1,0-1 0,-1 1 0,1 0-1,0 1 1,0-1 0,0 1 0,0 1-1,0-1 1,0 1 0,-1 0 0,1 0-1,0 1 1,-1-1 0,1 1-1,-1 0 1,1 1 0,-1 0 0,0-1-1,4 5 0,-3 5 0,-1 0 0,-1 1-1,-1 0 1,0 0-1,0 0 1,-1 0-1,-1 0 1,0 0-1,-1 1 1,0 2 0,0-8 0,1 442 52,-2-447-51,0 0 0,1 0 0,-1 1-1,1-1 1,-1 0 0,1 0-1,0 0 1,0 1 0,1-1-1,-1 0 1,0 0 0,1 1 0,0-1-1,0 0 1,0 0 0,0 0-1,1 0 1,-1 0 0,1 0-1,-1-1 1,1 1 0,0 0-1,0-1 1,0 1 0,1-1 0,-1 0-1,1 0 1,-1 0 0,1 0-1,0 0 1,-1-1 0,1 1-1,0-1 1,0 1 0,0-1 0,0 0-1,0 0 1,1-1 0,-1 1-1,0-1 1,0 1 0,1-1-1,-1 0 1,3 0-1,2-4-25,0-1 1,0 1-1,0-1 0,-1 0 0,0-1 1,0 0-1,0 0 0,-1 0 0,0-1 1,0 0-1,0 0 0,-1-1 0,0 1 1,-1-1-1,0 0 0,1-2 25,51-98-1192,-22 27-4016,-2-12-13175</inkml:trace>
  <inkml:trace contextRef="#ctx0" brushRef="#br0" timeOffset="345928.553">5688 1567 3833,'0'0'23237,"0"0"-22261,0 0-432,0 0-320,0 0 280,0 0-104,0 0-232,49 85-112,-5-45-56,-5-8-192,-6-9-1720</inkml:trace>
  <inkml:trace contextRef="#ctx0" brushRef="#br0" timeOffset="346195.704">6487 1744 27510,'0'0'968,"0"0"-309,-22 9-270,-174 90 230,184-92-604,-15 10 29,1 0-1,0 2 0,2 1 1,0 0-1,-18 22-43,40-40 9,1-1 0,-1 1-1,0-1 1,1 1 0,-1 0-1,1 0 1,0 0 0,0 0-1,0 0 1,0 0 0,0 0-1,0 0 1,0 0 0,1 0-1,-1 1 1,1-1 0,-1 0-1,1 1 1,0-1 0,0 0 0,0 0-1,0 1 1,1-1 0,-1 0-1,0 0 1,1 1 0,0-1-1,-1 0 1,1 0 0,0 0-1,0 0 1,0 0 0,1 0-1,-1 0 1,0 0 0,1 0-1,-1-1 1,1 1 0,0 0-1,-1-1 1,1 1 0,0-1 0,1 1-9,27 9-135,0-1 0,0-1 0,1-1 0,0-2 0,0-1 0,1-2 1,-1-1-1,26-1 135,12-3-5361,-7-9-13069</inkml:trace>
  <inkml:trace contextRef="#ctx0" brushRef="#br0" timeOffset="346462.119">7133 1957 14891,'0'0'11333,"0"0"-8436,0 0-2234,0 0-95,1-18-73,3-129 45,-4 142-541,-1 1 0,1 0 0,-1 0 0,0 1 0,-1-1 1,1 0-1,0 0 0,-1 0 0,0 1 0,0-1 0,0 1 1,0-1-1,-1 1 0,0 0 0,1 0 0,-1 0 0,0 0 0,0 1 1,0-1-1,-1 1 0,1 0 0,-1 0 0,1 0 0,-1 0 1,0 0-1,1 1 0,-1 0 0,0 0 0,0 0 0,0 0 0,0 1 1,0-1-1,0 1 0,0 0 0,0 0 0,-1 0 0,1 1 1,0 0-1,0-1 0,1 1 0,-1 1 0,0-1 0,0 1 0,0-1 1,1 1-1,-1 0 0,1 0 0,-1 1 0,1-1 0,0 1 1,0-1-1,-2 3 1,0 0 0,0 1 0,0 0 0,1-1 0,-1 2 0,1-1 0,0 0 0,1 1 0,0 0 0,0-1 0,0 1 0,1 1 0,0-1 0,0 0 0,1 0 0,0 1 0,0-1 0,1 1 0,0-1 0,0 1 0,1-1 0,0 0 0,0 1 0,1-1 0,-1 0 0,2 1 0,-1-1 0,1-1 0,0 1 0,0 0 0,1-1 0,0 1 0,0-1 0,1 0 0,0 0 0,0-1 0,0 0 0,0 0 0,1 0 0,0 0 0,1 0 0,8 0-100,0 1 0,1-2 1,-1 0-1,1-1 0,0 0 1,0-2-1,1 1 0,7-2 100,0 1-421,19 2-1945</inkml:trace>
  <inkml:trace contextRef="#ctx0" brushRef="#br0" timeOffset="346727.686">7673 2295 22293,'0'0'6897,"0"0"-6161,0 0-191,0 0-25,0 0 8,0 0-24,0 0-256,0 23-136,0-23-48,0 0-8,2 0 8,-2 0-32,2 0-32,2 0-80,-2-2-704,-2-7-2321</inkml:trace>
  <inkml:trace contextRef="#ctx0" brushRef="#br0" timeOffset="348548.625">15889 2217 9322,'0'0'14887,"0"0"-10269,0 0-3576,0 0-331,0 0-127,0 0-87,-6-5-99,-18-16-114,23 20-277,0 1 1,0-1-1,0 1 1,-1 0-1,1 0 0,0 0 1,0 0-1,-1 0 1,1 0-1,0 0 1,0 0-1,0 0 0,-1 1 1,1-1-1,0 0 1,0 1-1,0-1 0,0 1 1,0-1-1,0 1 1,0 0-1,0-1 1,0 1-1,0 0 0,0 0 1,0-1-1,0 1 1,0 0-1,1 0 1,-1 0-1,0 0 0,1 0 1,-1 0-1,0 1 1,1-1-1,0 0 0,-1 0 1,1 0-1,0 0 1,-1 1-1,1-1 1,0 1-8,-3 3 24,-10 18-36,-63 104-111,5 3-1,-10 40 124,57-92-809,23-77 752,1-1 0,0 1 0,0 0 0,0-1 1,-1 1-1,1 0 0,0-1 0,0 1 0,0 0 0,0-1 0,0 1 1,0 0-1,1-1 0,-1 1 0,0 0 0,0-1 0,0 1 1,1 0-1,-1-1 0,0 1 0,0 0 0,1-1 0,-1 1 0,1-1 1,-1 1-1,0-1 0,1 1 0,-1-1 0,1 1 0,0-1 1,-1 0-1,1 1 0,-1-1 0,1 0 0,-1 1 0,1-1 0,0 0 1,-1 0-1,1 1 0,0-1 0,-1 0 0,1 0 0,0 0 1,-1 0-1,1 0 0,0 0 0,-1 0 0,1 0 57,19 1-3044</inkml:trace>
  <inkml:trace contextRef="#ctx0" brushRef="#br0" timeOffset="348829.632">16101 2100 2296,'0'0'25086,"0"0"-24206,0 142-168,0-68-208,0 4 88,0-1-191,2-2-233,6-12-112,2-10-32,-2-10-24,-5-12 0,-3-8-128,-11-12-457,-13-6-1191,-5-5-6298</inkml:trace>
  <inkml:trace contextRef="#ctx0" brushRef="#br0" timeOffset="349094.674">15803 2484 21781,'0'0'4929,"0"0"-3801,0 0-928,0 0-72,0 0 56,100-13 40,-69 5-112,3 1-112,3-8-120,-10 3-2240,-7 0-13164</inkml:trace>
  <inkml:trace contextRef="#ctx0" brushRef="#br0" timeOffset="349396.673">16174 2263 11106,'0'0'13585,"0"0"-10275,0 0-2678,-20-8-151,-62-25-105,77 31-361,1 1-1,0 0 1,-1 0-1,1 1 1,-1-1-1,1 1 0,-1 0 1,1 0-1,-1 0 1,1 1-1,-1-1 1,1 1-1,0 0 1,-1 1-1,1-1 1,0 1-1,0 0 0,0 0 1,0 0-1,0 0 1,0 1-1,1-1 1,-1 1-1,1 0 1,0 0-1,0 0 0,0 1 1,0-1-1,0 1-14,-5 5 27,-13 11 48,1 1-1,1 1 1,1 0 0,1 2 0,2 0 0,0 1 0,1 0 0,2 1-1,0 1 1,2 0 0,1 0 0,1 1 0,1 0 0,2 0 0,-1 15-75,5-41-1,1 1 0,-1 0 0,1 0 0,0 1 0,0-1 0,0 0 0,0 0 0,1 0 0,-1 0 1,1 0-1,-1 0 0,1-1 0,0 1 0,0 0 0,1 0 0,-1 0 0,0-1 0,1 1 0,0-1 0,-1 1 0,1-1 1,0 0-1,0 1 0,1-1 0,-1 0 0,0 0 0,1-1 0,-1 1 0,1 0 0,0-1 0,-1 0 0,1 1 1,0-1-1,0 0 0,0-1 0,0 1 0,0 0 0,2-1 1,7-1 1,0-1 0,0 0 1,0-1-1,0-1 0,0 0 0,-1 0 1,0-2-1,0 1 0,0-1 1,-1 0-1,1-1 0,-2-1 0,1 1 1,-1-2-1,0 1 0,-1-1 0,0 0 1,0-1-1,-1 0 0,0 0 0,-1-1 1,5-9-2,19-20-16,-13 17-9,-11 13 6,1 0 0,0 0 1,1 1-1,0 1 0,0-1 1,1 1-1,0 0 0,1 1 1,-1 0-1,4-1 19,-12 8 0,1 0 0,-1 1 1,1-1-1,0 0 0,-1 1 0,1-1 0,-1 1 1,0-1-1,1 1 0,-1 0 0,1 0 0,-1 0 1,0-1-1,0 1 0,1 1 0,-1-1 1,0 0-1,0 0 0,0 0 0,0 0 0,0 1 1,-1-1-1,1 0 0,0 1 0,0-1 0,-1 1 1,1-1-1,-1 1 0,0-1 0,1 1 1,-1-1-1,0 1 0,0-1 0,0 1 0,0 0 1,0-1-1,0 1 0,0-1 0,-1 1 0,1-1 1,0 1-1,-1-1 0,0 1 0,3 10 12,-2-5-13,24 88 111,-23-93-114,0 1 0,0-1-1,0 0 1,1 0-1,-1 1 1,0-1-1,1 0 1,0-1 0,-1 1-1,1 0 1,0 0-1,0-1 1,0 1-1,0-1 1,1 1 0,-1-1-1,0 0 1,0 0-1,1 0 1,-1 0-1,1 0 1,-1-1 0,1 1-1,-1-1 1,1 0-1,-1 1 1,1-1-1,-1 0 1,1-1 0,-1 1-1,1 0 1,-1-1-1,1 1 1,-1-1-1,1 0 1,-1 0 0,1 0 4,42-28-940,-17 1-3186,4-12-11317</inkml:trace>
  <inkml:trace contextRef="#ctx0" brushRef="#br0" timeOffset="349827.03">16788 1947 22085,'0'0'5476,"0"0"-3917,0 21-1069,0 144 484,-5-52-703,-4 0 1,-6-1 0,-9 23-272,29-158-71,1 1 1,1 0 0,0 0-1,2 1 1,0 0 0,2 1-1,0 0 1,1 0 0,1 1-1,1 1 1,0 0 0,2 1-1,0 1 1,0 0-1,2 1 1,4-2 70,-18 14 4,0 0-1,0 0 0,1 0 1,-1 1-1,0 0 1,1 0-1,0 0 0,-1 0 1,1 1-1,0 0 1,0 0-1,0 0 0,0 0 1,0 1-1,0 0 1,0 0-1,0 0 0,0 1 1,0 0-1,0 0 1,0 0-1,-1 0 0,1 1 1,0 0-1,-1 0 1,1 0-1,-1 0 0,0 1 1,1 0-1,-1 0 1,0 0-1,-1 0 0,1 1 1,-1-1-1,1 1 1,-1 0-1,0 0 0,0 0 1,-1 0-1,1 1 1,-1-1-1,0 1 1,0-1-1,-1 1 0,1 0 1,-1 0-1,0 1-3,0 2 28,-1 1-1,0-1 1,0 0 0,-1 0-1,0 0 1,0 1 0,-1-1-1,0 0 1,-1-1 0,1 1-1,-2 0 1,1-1-1,-1 1 1,0-1 0,0 0-1,-1-1 1,0 1 0,0-1-1,-1 0 1,0 0 0,0 0-1,0-1 1,-1 0-1,1 0 1,-1-1 0,0 1-1,-1-2 1,1 1 0,-2 0-28,-88 43-483,52-37-3523,16-9-8233</inkml:trace>
  <inkml:trace contextRef="#ctx0" brushRef="#br0" timeOffset="350751.918">16564 2046 20972,'0'0'5190,"0"0"-3645,0 0-999,0 0-220,0 0-103,0 0-36,-10-2 106,-50-7 481,54 11-747,1 0 1,0 0-1,0 0 1,0 0-1,0 1 1,0 0-1,1 0 1,-1 1-1,1-1 1,0 1-1,0 0 1,0 0-1,1 0 1,-1 1-1,1-1 1,0 1-1,0 0 1,-1 3-28,-2 1 34,-9 9-17,2 1 0,0 1 0,2 0 0,0 1-1,1 0 1,1 0 0,1 1 0,1 0 0,1 1 0,1-1-1,0 1 1,2 0 0,1 0 0,1 1 0,1-1 0,2 20-17,3-26 0,1 1 0,0-2 0,1 1 0,1-1 0,0 0 0,1 0 0,1-1 0,6 8 0,4 6 0,-20-28 0,1-1 0,0 1 0,-1-1 1,1 1-1,-1-1 0,1 1 1,-1-1-1,1 1 0,-1 0 0,1-1 1,-1 1-1,0 0 0,1-1 0,-1 1 1,0 0-1,0 0 0,0-1 1,1 1-1,-1 0 0,0 0 0,0-1 1,0 1-1,0 0 0,0 0 0,0 0 1,0-1-1,0 1 0,-1 0 1,1 0-1,0-1 0,0 1 0,-1 0 1,1-1-1,0 1 0,-1 0 0,1-1 1,-1 1-1,1 0 0,-1-1 1,1 1-1,-1-1 0,1 1 0,-1-1 1,0 1-1,1-1 0,-1 1 0,0-1 1,1 0-1,-1 1 0,0-1 1,0 0-1,-45 2 24,30-3-18,5 3-9,0 0 1,0-1 0,-1 0-1,1 0 1,0-2 0,0 1-1,-1-1 1,1-1 0,0 0-1,0-1 1,0 0 0,1-1-1,-1 0 1,1 0 0,0-1-1,0 0 1,0-1 0,1 0-1,0-1 1,0 0 0,0 0 0,1-1-1,0 0 1,1 0 0,0-1-1,0 0 1,-3-7 2,3-7-177,1 0 0,2 0 1,0-1-1,2 1 0,0-1 0,2 0 0,0 1 1,2-1-1,3-13 177,4 3-73,3 0 0,0 1 0,2 1 0,2 0 0,1 0 0,1 2 0,2 0 0,1 1 0,1 2 0,1 0 0,2 1 0,0 1 0,2 2 0,1 0 1,6-2 72,-9 2-192,30-45-739,-75 67 1706,12 7-743,1 0 0,1 0 0,-1 0 0,1 1 0,0 0 0,1 0 0,-1 0 0,1 1 0,1 0 0,0 0 0,0 0 0,0 1 0,1-1 0,0 1-1,1 0 1,0 0 0,0 0 0,1 0 0,0 0 0,1 0 0,0 0 0,1 3-32,-3-2-90,0 0-1,1 1 1,1-1 0,0 0-1,0 0 1,1 0 0,0 1-1,1-1 1,0 0-1,1-1 1,0 1 0,0 0-1,1-1 1,0 1 0,1-1-1,0 0 1,0-1-1,1 1 1,0-1 0,1 0-1,6 5 91,126 54-1949,0 0 4945,-133-58-2910,0 0 1,-1 1-1,0-1 0,-1 1 0,0 0 0,0 0 1,-1 0-1,-1 1 0,0-1 0,0 1 0,-1 0 1,0-1-1,-1 1 0,0 0 0,0-1 0,-1 1 1,-1 0-1,0-1 0,-3 10-86,1 0-539,2-8-761</inkml:trace>
  <inkml:trace contextRef="#ctx0" brushRef="#br0" timeOffset="351143.911">15702 2864 11146,'120'-16'16484,"29"-2"-15676,28 4-120,-2 7-392,-22 7-208,-10 0-88,-15 7-616,-40 0-2737,-27-2-15835</inkml:trace>
  <inkml:trace contextRef="#ctx0" brushRef="#br0" timeOffset="381469.33">8975 8795 27382,'192'-32'1224,"49"-9"-624,7 3-120,15-3 16,18 2-79,5 4-169,7 1-88,-9 6-80,-13 3-56,-15 8-24,-23 9 0,-23 8 0,-39 0-360,-57 0-1153,-45 0-8785</inkml:trace>
  <inkml:trace contextRef="#ctx0" brushRef="#br0" timeOffset="382144.222">8181 14168 20644,'0'0'6978,"6"-16"-5168,-4 10-1766,1-4-11,1 0 1,0 0-1,0 1 0,1-1 1,0 1-1,1 0 0,0 1 1,1-1-1,-1 1 0,1 0 0,1 1 1,6-5-34,46-31 135,2 4 0,2 2 0,1 3 0,43-15-135,-61 28 45,237-98 191,6 13-1,4 13 0,4 13 1,235-30-236,1602-260 436,175-40 220,-2057 362-566,-3-10 0,-2-12-1,137-61-89,31-61 3,-394 182-86,-15 7-4,1 0 0,0 0-1,-1-1 1,1 0 0,-1 0-1,0-1 1,-1 0-1,1 0 1,-1 0 0,0-1-1,0 0 1,-1 0 0,1-1-1,-1 1 1,-1-1 0,2-2 87,-4-14-2465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1:37:31.942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23644 2149 28142,'0'0'1538,"0"0"-917,3 17-405,26 195 504,-10 0 0,-9 1 1,-10 57-721,-8-120 46,-6-2-1,-13 45-45,-8 61-34,34-226-434,12-47-1999,4-20-1047</inkml:trace>
  <inkml:trace contextRef="#ctx0" brushRef="#br0" timeOffset="384.188">24233 1580 29102,'25'-6'684,"394"-60"-2,-383 61-612,203-23 661,161 5-731,-393 22 8,1 0-1,-1 1 0,1-1 0,0 1 1,-1 1-1,1 0 0,0 0 0,-1 0 1,1 1-1,-1 0 0,0 0 0,0 1 1,0 0-1,0 0 0,0 1 0,0-1 1,-1 2-1,0-1 0,0 1 0,0 0 1,0 0-1,-1 0 0,4 5-7,-3 3 34,0 0 0,-1 1 0,-1-1 0,0 1 0,0 1 0,-2-1 0,0 0 0,0 1 0,-1-1 0,-1 2-34,0-8 16,30 701 670,-15 240-401,-21-823-289,-5-1 0,-5-1 0,-10 23 4,25-148-39,1 0 0,-1 0 0,1 0 0,-1 0 0,1 1 0,-1-1 0,0 0 0,0 0 0,1 0 0,-1 1 0,0-1 0,0 0-1,0 1 1,0-1 0,0 1 0,1-1 0,-1 1 0,0-1 0,0 1 0,-1 0 0,1-1 0,0 1 0,0 0 0,0 0 0,0 0 0,0 0 0,0 0 0,0 0 0,0 0 0,0 0 0,0 0 0,0 0 0,0 1 0,0-1 0,0 0 0,0 1 0,0-1-1,0 1 1,0-1 0,0 1 0,0 0 0,0-1 0,0 1 0,0 0 0,1-1 0,-1 1 0,0 0 0,1 0 0,-1 0 0,0 0 0,1 0 0,-1 0 0,1 0 0,0 0 0,-1 0 0,1 0 0,0 0 0,-1 0 0,1 0 0,0 0 0,0 0 0,0 0 38,-19-38-2499</inkml:trace>
  <inkml:trace contextRef="#ctx0" brushRef="#br0" timeOffset="901.501">24306 2198 29238,'0'0'560,"23"-9"-393,334-105 731,-326 106-843,0 2 1,0 0-1,1 2 1,0 2 0,0 0-1,-1 3 1,14 1-56,-43-1 0,1-1 0,-1 1 0,1 0 0,-1 0 0,1 0 1,-1 0-1,0 0 0,1 1 0,-1-1 0,0 1 0,0-1 0,0 1 0,0 0 0,0 0 0,0-1 0,-1 2 1,1-1-1,-1 0 0,1 0 0,-1 0 0,0 1 0,0-1 0,0 1 0,0-1 0,0 1 0,0-1 0,-1 1 1,1-1-1,-1 1 0,0 0 0,0-1 0,0 1 0,0 0 0,0 1 0,-22 97-3,-128 196-44,96-202 42,38-65 5,-25 42 0,3 1 0,3 2 0,3 2 0,-6 32 0,26 14 3,13-121-4,-1 0 0,0 1 0,0-1 0,1 0 0,-1 0 0,1 0 0,0 0 0,-1 0 1,1 0-1,0 0 0,0 0 0,0 0 0,1 0 0,-1 0 0,0 0 0,1-1 0,-1 1 0,1-1 1,0 1-1,-1-1 0,1 0 0,0 1 0,0-1 0,0 0 0,0 0 0,0 0 0,0 0 0,0-1 0,0 1 1,0-1-1,0 1 0,0-1 0,1 0 0,-1 1 0,0-1 0,0 0 0,0-1 0,1 1 0,-1 0 1,0-1-1,1 1 1,88-35-1,-45 2-27,-1-3 0,-2-2 0,-1-2 0,-3-1 0,-1-3 0,-2 0 0,7-17 28,-39 58 2,-1 0 0,0-1-1,-1 1 1,1-1 0,0 0-1,-1 0 1,0 0 0,0 0-1,0 0 1,-1 0 0,1 0-1,-1-1 1,0 1-1,0-1 1,0 1 0,-1-1-1,0 1 1,0-1 0,0 1-1,0-1 1,-1 1 0,1-1-1,-1 1 1,0-1 0,-1 1-1,1 0 1,-1-1 0,0 1-1,0-1-1,-13 1 16,1 0-1,-1 0 1,1 1-1,-1 1 1,0 1-1,0 0 1,0 1-1,0 0 1,0 1-1,1 1 1,-3 1-16,-123 33-1220,136-35-654</inkml:trace>
  <inkml:trace contextRef="#ctx0" brushRef="#br0" timeOffset="1233.714">25686 2288 30182,'0'0'665,"133"-51"-481,20-9-24,32-13 152,11-4 176,-11 3-176,-28 5-192,-18 3-112,-35 13-8,-29 14-320,-20-5-408,-24 12-1321,-11 4-12322</inkml:trace>
  <inkml:trace contextRef="#ctx0" brushRef="#br0" timeOffset="1483.868">26803 1437 28286,'0'0'1104,"0"0"-584,-85 122-120,42-24-23,4 30-97,8 8-136,15-9-32,14-30-72,2-35-40,8-25-56,21-25-208,12-12-248,18-12 47,45-73-351,-13-1-1120,-11-4-5826</inkml:trace>
  <inkml:trace contextRef="#ctx0" brushRef="#br0" timeOffset="1870.143">27235 1536 20076,'0'0'5910,"0"0"-3527,0 0-1588,-11 23-283,-68 185 349,63-125-677,4 0-1,3 1 0,4 0 1,6 63-184,0-119 3,1-1 0,2 0 0,0 0 0,2 0 0,1-1 1,1 0-1,2 0 0,0-1 0,2 0 0,0-1 0,3 2-3,143 184-170,-153-202 165,0-1 1,-1 1 0,0 0-1,0 0 1,-1 0 0,0 0-1,0 1 1,-1-1 0,0 1-1,-1 0 1,0-1-1,0 1 1,-1 0 0,0 0-1,0 0 1,-1 0 0,0-1-1,-1 1 1,0 0 0,0-1-1,-1 1 1,0-1 0,0 0-1,-1 0 1,0 0 0,-1 0-1,-2 2 5,-14 19-7,-1 0 0,-1-2-1,-2 0 1,-1-2 0,-1-1-1,-1-1 1,-1-1 0,-1-2 0,0-1-1,-2-1 1,0-2 0,-1-1-1,-1-1 1,0-2 0,0-2-1,-1-1 1,-1-1 0,1-2 0,-31 0 7,59-5-2,-1-1 1,1 0-1,-1 0 1,0-1 0,1 0-1,-1 0 1,1-1 0,0 0-1,-1 0 1,1-1-1,0 1 1,0-2 0,1 1-1,-1-1 1,1 0-1,-1 0 1,1-1 0,1 0-1,-1 0 1,1-1 0,-1 1-1,2-1 1,-1 0-1,1 0 1,0-1 0,-1 0 1,-3-10-72,1 0 0,0 0 0,1 0 0,1-1 1,1 0-1,0 0 0,2 0 0,0 0 1,1-1-1,0 1 0,2-10 72,-2 19-10,1 1 1,-1-1-1,1 0 0,1 0 0,-1 0 1,2 0-1,-1 1 0,1-1 0,0 1 1,1-1-1,0 1 0,1 0 1,-1 0-1,1 0 0,1 0 0,0 1 1,0 0-1,0 0 0,1 0 0,0 0 1,0 1-1,1 0 0,-1 1 0,1-1 1,1 1-1,-1 0 0,1 1 0,0 0 1,0 0-1,2 0 10,-5 4 33,0 0 0,0 1 1,0 0-1,0-1 0,0 2 0,0-1 1,0 0-1,0 1 0,-1 0 0,1 0 0,-1 1 1,1-1-1,-1 1 0,0 0 0,0 0 0,0 0 1,0 1-1,0 0 0,-1-1 0,0 1 0,0 0 1,0 0-1,0 1 0,0-1 0,-1 1-33,24 27 54,72 55-602,-52-60-1159</inkml:trace>
  <inkml:trace contextRef="#ctx0" brushRef="#br0" timeOffset="2133.197">27739 2225 30519,'0'0'832,"0"0"-616,0 0-176,0 0 0,0 0 8,124-91-48,-44 49-16,44-30-336,-18 10-1081,-18 4-2399</inkml:trace>
  <inkml:trace contextRef="#ctx0" brushRef="#br0" timeOffset="2400.869">28273 1665 29062,'-96'976'2397,"53"-719"-3519,95-330 901,9-3-696,-17 20-4070,7-6-13904</inkml:trace>
  <inkml:trace contextRef="#ctx0" brushRef="#br0" timeOffset="2650.03">28570 2320 27854,'0'0'1899,"0"0"-1076,27-19-527,185-114-95,-162 110-169,0 1 0,2 3 0,0 2 0,1 2 0,1 3-1,0 2 1,0 2 0,1 3 0,10 2-32,-63 3 8,0 0 0,0 0 0,0 0 0,0 1 0,-1-1 0,1 0-1,0 1 1,0-1 0,0 1 0,-1 0 0,1 0 0,0-1 0,0 1 0,-1 0 0,1 1 0,-1-1 0,1 0-1,-1 0 1,0 1 0,1-1 0,-1 0 0,0 1 0,0-1 0,0 1 0,0 0 0,0-1 0,0 1 0,-1 0-1,1 0 1,0-1 0,-1 1 0,1 0 0,-1 0 0,0 0 0,0 0 0,0 0 0,0 0 0,0 0 0,0-1 0,0 2-8,-24 75-84,9-52-752,-2 0 0,-1-1 0,-1-1 0,-1-1 0,-1 0-1,-13 9 837,-2-1-4475</inkml:trace>
  <inkml:trace contextRef="#ctx0" brushRef="#br0" timeOffset="2899.758">28980 1569 28406,'-12'127'960,"0"20"-216,5-11-111,1 4-129,0-6-216,0-9-200,-2-24-88,2-27-48,2-28-280,0-19-785,0-11-959,0-11-16708</inkml:trace>
  <inkml:trace contextRef="#ctx0" brushRef="#br0" timeOffset="3132.931">28678 2182 28206,'-6'150'760,"4"15"-264,2-31-40,0-28 161,10-34-137,5-22-320,7-15-96,13-7-24,28-10 16,39-18 24,47-33-80,30-40-280,6-22-352,-44 15-1601,-35 17-20676</inkml:trace>
  <inkml:trace contextRef="#ctx0" brushRef="#br0" timeOffset="3416.491">29720 1921 27966,'0'0'0,"116"-23"-56,-57 7-16444</inkml:trace>
  <inkml:trace contextRef="#ctx0" brushRef="#br0" timeOffset="3849.855">30390 1401 28926,'0'0'1456,"0"0"-1111,0 0 87,-132 129-48,79-67-40,-4 5-168,-6 7-104,-3 1-40,-1-1-32,4-5-88,10-7-184,16-13-200,15-15-272,22-26-553,12-8-671,13 0-625</inkml:trace>
  <inkml:trace contextRef="#ctx0" brushRef="#br0" timeOffset="4133.157">29938 2129 25445,'0'0'2897,"29"90"-1857,-13-21-264,0 11-183,-6 3-137,-6 2-160,-4-2-120,0-4-96,-8-8-80,-6-11-32,4-16-216,4-23-176,6-30-192,16-21-273,8-16-2119</inkml:trace>
  <inkml:trace contextRef="#ctx0" brushRef="#br0" timeOffset="4617.625">30617 1329 27014,'0'0'1485,"17"-5"-688,56-17-204,-70 21-564,0 0 0,0 0 0,0 1 0,1-1 0,-1 1 0,0 0 0,1-1 0,-1 2 0,0-1 0,0 0 0,1 1 0,-1-1 0,0 1 0,0 0 0,1 0 0,-1 0 0,0 0 0,0 1 1,0-1-1,-1 1 0,1 0 0,0 0 0,0 0 0,-1 0 0,0 0 0,1 1 0,-1-1 0,0 1 0,0-1 0,0 1 0,0 0 0,-1 0 0,1 0 0,-1 0 0,0 0 0,0 0 0,0 0 0,0 0 0,0 1 0,-1-1 0,1 0 0,-1 0 0,0 1 0,0-1 0,0 0 0,0 1 0,-1-1 0,1 0 0,-1 0 0,0 1 0,0-1 0,0 0 0,-1 0 0,1 0 0,-1 1-29,-6 19 40,-1 0 0,-1-1 0,-1 0 0,-1-1 0,-1 0 0,-1 0 0,-1-2 0,0 0 0,-2 0 0,0-2 0,-4 3-40,5-2 10,-185 193 22,202-211-34,-1 0 1,1 0-1,-1 0 1,1 0-1,0 0 1,-1 1-1,1-1 1,-1 0 0,1 0-1,0 0 1,-1 0-1,1 1 1,-1-1-1,1 0 1,-1 1-1,1-1 1,-1 0-1,1 1 1,-1-1-1,1 1 1,-1-1-1,0 1 1,1-1-1,-1 0 1,0 1-1,1 0 1,-1-1-1,0 1 1,1-1 0,-1 1-1,0-1 1,0 1-1,0 0 1,0-1-1,0 1 1,0-1-1,1 1 1,-1 0-1,-1-1 1,1 1-1,0-1 1,0 1-1,0 0 1,0-1-1,0 1 1,0-1-1,-1 1 1,1-1-1,0 1 1,-1 0 0,1-1-1,0 1 1,-1-1-1,1 1 1,0-1-1,-1 1 2,159-51 0,-141 42-1,0 0-1,0 1 1,1 1-1,0 0 0,0 1 1,0 2-1,1-1 0,0 2 1,-1 1-1,8 0 2,-22 3-1,-1 1 0,1-1 0,-1 1 1,0 0-1,0 0 0,0 0 0,-1 0 0,1 0 0,-1 1 0,0-1 0,0 1 0,0-1 1,0 1-1,0 0 0,-1 0 0,0 0 0,0 0 0,0 0 0,0 0 0,0 0 0,-1 0 1,0 0-1,0 1 0,0-1 0,0 0 0,-1 0 0,0 0 0,0 0 0,0 0 0,0 0 1,0 0-1,-1 0 0,-1 1 1,-6 23 1,-2-1 0,-1-1 0,-1 0 0,-1 0 0,-2-2 0,0 0 0,-2 0 0,-7 6-1,1 1 0,-34 47-11,65-73-113,119-59-103,-115 47 220,0 0-1,1 0 0,0 1 1,0 0-1,0 1 0,1 1 1,0 0-1,0 0 1,0 2-1,0-1 0,5 1 8,-16 3-1,-1-1 0,1 1 1,0-1-1,0 1 0,-1 0 0,1 0 0,0 0 0,-1 0 0,1 0 0,-1 0 0,1 0 0,-1 0 0,0 1 0,1-1 0,-1 0 0,0 1 0,0 0 0,0-1 0,0 1 0,0-1 0,-1 1 1,1 0-1,0 0 0,-1-1 0,1 1 0,-1 0 0,1 0 0,-1 0 0,0 0 0,0-1 0,0 1 0,0 0 0,0 0 0,0 0 0,-1 0 0,1 0 0,-1 1 1,-15 83 29,-155 292 163,155-311-38,23-59 58,78-40 371,66-76-378,117-110-205,-152 120-85,-22 20-702,-21 14-1044</inkml:trace>
  <inkml:trace contextRef="#ctx0" brushRef="#br1" timeOffset="-41388.287">16510 3196 8210,'0'0'17262,"0"0"-13304,24-18-3706,318-245 234,-289 221-462,-1-2-1,-2-3 1,-2-1 0,-2-3 0,-3-2 0,-2-1 0,-2-2-1,10-24-23,-17-44-218,-31 120 197,-1 0 0,0 1 1,-1-1-1,1 0 0,0 0 1,-1 1-1,0-1 0,0 1 1,0-1-1,0 0 0,-1 1 1,0 0-1,1-1 0,-1 1 1,0 0-1,0 0 0,-1 0 1,1 0-1,-1 0 0,1 1 1,-1-1-1,0 1 0,0 0 1,0 0-1,0 0 0,-1 0 1,1 0-1,0 0 0,-1 1 1,-2-1 20,-1 0-3,1 1-1,0 0 1,-1 0 0,1 0 0,-1 1 0,1 0 0,0 0 0,-1 1 0,1-1 0,-1 1 0,1 1 0,0 0-1,0-1 1,0 2 0,0-1 0,0 1 0,0 0 0,0 0 0,1 0 0,0 1 0,0 0 0,0 0 0,-2 3 3,-94 123 9,80-92 22,2 0 0,1 1 0,2 0-1,2 1 1,2 1 0,1 1 0,3-1 0,1 2-1,1-1 1,3 0 0,2 8-31,0-39 11,1 0-1,1 0 1,0 0-1,0 0 1,1-1-1,0 1 1,1-1 0,0 1-1,1-1 1,0 0-1,1 0 1,0-1-1,0 1 1,1-1-1,0 0 1,1 0 0,-1-1-1,2 0 1,-1 0-1,1-1 1,1 0-1,-1 0 1,1-1-1,10 5-10,-10-7-6,0-1-1,0 0 0,0 0 0,1-1 0,-1 0 0,1-1 0,-1 0 0,1 0 0,0-1 0,-1 0 0,1-1 0,-1 0 0,1-1 1,-1 0-1,1 0 0,1-1 7,83-32-843,-7-15-1432</inkml:trace>
  <inkml:trace contextRef="#ctx0" brushRef="#br1" timeOffset="-36438.074">15766 6921 23045,'0'0'5057,"0"0"-4377,2 132 144,2-57-232,-2 4-175,0-1-129,1-6-120,3-10-104,4-14-64,0-18-96,6-32-488,-5-26-745,-3-18-4080</inkml:trace>
  <inkml:trace contextRef="#ctx0" brushRef="#br1" timeOffset="-36257.229">15885 6090 29166,'0'0'784,"0"0"-624,0 0-104,136 135-56,-73-81-280,-4-9-904</inkml:trace>
  <inkml:trace contextRef="#ctx0" brushRef="#br1" timeOffset="-35965.588">16494 7039 27022,'0'0'2644,"-9"21"-1582,-29 65-538,19-22 83,39-65-506,113-126-950,63-110-2091,-195 236 2935,0-2 22,1 0 0,-1 0 0,1 1-1,-1-1 1,1 0 0,0 0 0,0 1 0,0-1 0,0 1 0,0 0 0,1-1 0,-1 1 0,1 0 0,0 0 0,-1 1 0,1-1 0,0 0 0,0 1 0,0 0 0,0 0 0,0 0-1,0 0 1,0 0 0,1 1 0,-1-1 0,0 1 0,0 0 0,1 0 0,-1 0 0,0 0 0,0 1 0,1-1 0,-1 1 0,0 0 0,0 0 0,0 0 0,0 0 0,0 0 0,0 1-1,1 0-15,10 18 283,-1-1 1,0 2 0,-2 0 0,0 0-1,-2 1 1,0 0 0,-2 1-285,18 38 358,54 119 83,-79-180-444,1 2-52,-1 1 0,1-1 1,0 0-1,-1 0 0,1 0 0,0 0 0,0 1 1,1-1-1,-1-1 0,0 1 0,1 0 1,-1 0-1,1 0 0,-1-1 0,1 1 1,0-1-1,0 1 0,0-1 0,-1 0 1,1 0-1,1 1 0,-1-2 0,0 1 1,0 0-1,1 0 55,-2-11-1850</inkml:trace>
  <inkml:trace contextRef="#ctx0" brushRef="#br1" timeOffset="-44388.328">6982 12815 15475,'0'0'11715,"0"0"-11163,0 0-88,106 9 48,-64 3 24,7 4-72,2 2-288,8 5-176,-14-6-792,-18-1-17164</inkml:trace>
  <inkml:trace contextRef="#ctx0" brushRef="#br1" timeOffset="-42181.918">10489 14255 28486,'0'0'2505,"0"0"-2233,0 0-144,0 0-128,0 0-832</inkml:trace>
  <inkml:trace contextRef="#ctx0" brushRef="#br1" timeOffset="-46403.88">4246 295 25814,'0'0'2820,"0"0"-1892,0 0-680,0 0-93,0 0 2,-1 4-49,0 464 679,-34 632-276,31 771-119,31-220-246,-25-1389-134,38 1752 212,-18-1517-162,73 2463-3,-95-2809-82,22 625-301,-14-706-127,-8-70 407,0 1 0,0 0 0,0 0 0,0-1-1,0 1 1,-1 0 0,1 0 0,1-1 0,-1 1 0,0 0-1,0 0 1,0-1 0,0 1 0,0 0 0,1 0-1,-1-1 1,0 1 0,1 0 0,-1-1 0,0 1-1,1 0 1,-1-1 0,1 1 0,-1 0 0,1-1 0,0 1-1,-1-1 1,1 1 0,-1-1 0,1 0 0,0 1-1,-1-1 1,1 1 0,0-1 0,0 0 0,-1 0-1,1 1 1,0-1 0,0 0 0,-1 0 0,1 0 0,0 0-1,0 0 1,-1 0 0,1 0 0,0 0 0,0 0-1,0 0 1,-1-1 0,1 1 0,0 0 0,0-1 44,11-24-2298</inkml:trace>
  <inkml:trace contextRef="#ctx0" brushRef="#br1" timeOffset="-45724.935">4962 2 23253,'0'0'4804,"0"0"-3236,0 0-1249,0 0-215,22 0 44,396-1 315,1039 14 66,41 40-1433,-1299-48-685,-37-4-1573</inkml:trace>
  <inkml:trace contextRef="#ctx0" brushRef="#br1" timeOffset="-45105.078">10375 276 2961,'0'0'19218,"0"0"-14675,0 0-4087,-9 16-136,1-1-221,3-7-49,1 0 1,0-1-1,0 1 1,0 1-1,1-1 0,1 0 1,-1 1-1,2 0 1,-1-1-1,1 1 1,0 0-1,1 4-50,6 108 440,6-1 0,5 0 0,12 32-440,-3-11 167,338 2081 981,-238-1511-1004,208 1260 86,-72 911 182,-213-2129-255,53 1457-70,-100-2137-156,-5 67-2751,-2-126-2945</inkml:trace>
  <inkml:trace contextRef="#ctx0" brushRef="#br1" timeOffset="-44670.014">6223 11751 23349,'0'0'4205,"0"0"-2877,0 0-918,0 0-162,19-4 58,211-16 419,785 1 253,444 5-824,-1251 20-223,0 9 1,154 33 68,-40 22-5439,-274-54-7853</inkml:trace>
  <inkml:trace contextRef="#ctx0" brushRef="#br1" timeOffset="-40355.883">14388 2369 29654,'-128'-53'728,"-35"-3"-527,-16 14-129,-19 6-40,-26 10-8,-21 8-24,-22 13 0,-24 5 8,-15 12-8,-12 20 0,-8 12 0,2 13 0,12 8 0,23 2 0,32-9-176,30-15-537,71-20-967,41-18-7970</inkml:trace>
  <inkml:trace contextRef="#ctx0" brushRef="#br1" timeOffset="-40005.49">10707 1581 25822,'0'0'2715,"-30"8"-1775,-400 115-251,298-78-650,2 5-1,3 5 0,-101 63-38,218-115 31,0 1-1,0 1 0,0-1 1,1 2-1,0-1 1,0 2-1,0-1 0,1 1 1,0 0-1,0 1 1,1-1-1,0 2 0,0-1 1,1 1-1,0 0 0,0 0 1,1 1-1,1-1 1,-1 1-1,2 0 0,-1 1 1,1-1-1,1 0 1,0 1-1,0 0 0,1-1 1,1 1-1,-1 0 1,2 2-31,1-6 1,0-1 1,1 0 0,-1 0 0,1 0-1,1 0 1,-1-1 0,1 1 0,0-1-1,0 0 1,0 0 0,1 0 0,0-1 0,0 1-1,0-1 1,1 0 0,-1-1 0,1 1-1,0-1 1,0 0 0,0-1 0,0 1-1,7 0-1,34 11 3,1-3 0,0-2-1,1-2 1,0-2-1,0-2 1,0-3 0,0-1-1,1-3-2,-4 3 1,-1 1-164,1-2 0,-1-2 1,-1-2-1,1-2 0,-1-2 0,0-1 1,9-6 162,-3-9-1734</inkml:trace>
  <inkml:trace contextRef="#ctx0" brushRef="#br1" timeOffset="-39360.826">4935 5983 3313,'0'0'20892,"0"0"-16069,0 0-4423,0 0-238,0 0-16,0 0 80,34-6 65,552-57 744,-12 49 138,263 38-1173,-435-8 173,89-4-129,1-21 1,-2-22-1,351-72-44,-491 33-65,-336 67-151,-1 0 0,1-2 0,-1 1 1,0-2-1,-1 1 0,1-2 0,-1 0 0,0 0 1,-1-1-1,5-4 216,-5-18-4258</inkml:trace>
  <inkml:trace contextRef="#ctx0" brushRef="#br1" timeOffset="-43154.271">8331 13472 11450,'0'0'18468,"0"0"-17907,0 0-441,124-7-72,-2-19 40,37-19-56,9-6-32,-28 0-200,-28-7-713,-51 15-4064,-28 8-11490</inkml:trace>
  <inkml:trace contextRef="#ctx0" brushRef="#br1" timeOffset="-42901.374">9044 13147 15803,'0'0'13163,"-108"131"-12099,25 3-343,-13 22-329,10 6-176,1-12-160,21-15-48,7-6-8,17-27-152,17-29-144,15-36-433,8-23-791,0-18 128,14-19-4249,5-9-12563</inkml:trace>
  <inkml:trace contextRef="#ctx0" brushRef="#br1" timeOffset="-42422.159">8806 13937 21901,'0'0'4883,"-6"30"-2992,-68 246-588,-18 4-164,87-172-993,6-107-163,0 1 1,0-1 0,1 0-1,-1 0 1,1 0-1,-1 0 1,1 0 0,-1 0-1,1 0 1,-1-1 0,1 1-1,0 0 1,0-1-1,-1 1 1,1-1 0,0 0-1,0 0 1,-1 1 0,1-1-1,0 0 1,0-1-1,0 1 1,-1 0 0,1 0-1,0-1 1,0 1 0,-1-1-1,1 0 1,0 1 0,-1-1-1,1 0 1,-1 0-1,1 0 1,-1 0 0,1 0-1,-1 0 1,0-1 0,1 1-1,-1 0 1,0-1-1,0 1 1,0-1 0,0 1-1,0-1 1,0 1 0,-1-1-1,1-1 17,93-110-2467,-15-13-3293,-35 53 1458,8-12 631,85-130-2058,17 17 4093,-97 142 5596,34-11 12917,-91 66-16833,1-1 1,0 1 0,-1 0 0,1 0-1,0 0 1,0 0 0,0 0-1,0 1 1,0-1 0,0 0 0,0 0-1,0 1 1,0-1 0,0 0 0,0 1-1,0-1 1,0 1 0,1 0-1,-1-1 1,0 1 0,0 0 0,1 0-1,-1-1 1,0 1 0,0 0 0,1 1-1,-1-1 1,0 0 0,0 0-1,1 0 1,-1 1 0,0-1 0,0 0-1,0 1 1,1-1 0,-1 1 0,0 0-1,0-1 1,0 1 0,0 0 0,0 0-1,0 0 1,0-1 0,0 1-1,-1 0 1,1 0 0,0 0 0,0 0-1,-1 1 1,1-1 0,-1 0 0,1 0-1,-1 0 1,1 0 0,-1 1-1,0-1 1,1 0 0,-1 0 0,0 1-1,0-1 1,0 0 0,0 1 0,0-1-45,-1 239 1102,4-224-1089,0 0 0,2 0 0,0-1 0,1 0-1,0 0 1,2 0 0,-1-1 0,2 0 0,0 0-1,0-1 1,1 0 0,1-1 0,0 0 0,1-1-13,26 35 19,63 117-24,-97-155-9,-1 0 0,-1 0 0,1 0-1,-1 1 1,0-1 0,-1 1 0,0-1-1,-1 1 1,1 0 0,-1-1 0,-1 1-1,0-1 1,0 1 0,-1-1 0,0 1-1,0-1 1,-1 0 0,0 0 0,-1 0-1,1 0 1,-3 1 14,-9 9 8,0 0-1,-2-1 1,0-1-1,-1-1 1,-1 0-1,0-1 1,-1-1-1,0-1 1,-1-1-1,0-1 1,-1-1 0,0 0-1,0-2 1,-1-1-1,0 0 1,0-2-1,-1-1 1,1 0-1,-1-2 1,0-1-8,21 1 0,0 0 1,0-1-1,0 0 0,0 1 1,0-1-1,0 0 0,0 0 1,0-1-1,0 1 0,-1-1 1,1 1-1,0-1 1,1 0-1,-1 0 0,0 0 1,0-1-1,0 1 0,1-1 1,-1 1-1,0-1 0,1 0 1,0 0-1,-1 0 1,1 0-1,0-1 0,0 1 1,0 0-1,1-1 0,-1 0 1,0 1-1,1-1 1,0 0-1,-1 0 0,1 0 1,0 1-1,1-1 0,-1 0 1,1-1-1,-1 1 0,1-1 0,0-6-25,0 0 0,0 1-1,1-1 1,1 0-1,-1 1 1,2-1-1,-1 1 1,2-1 0,-1 1-1,1 0 1,0 0-1,1 1 1,0-1 0,0 1-1,1 0 1,0 1-1,4-5 26,135-119-1135,-49 59-2150,11-5-8235,-15 14 6229</inkml:trace>
  <inkml:trace contextRef="#ctx0" brushRef="#br1" timeOffset="-44138.01">6248 13902 23101,'0'0'7297,"0"0"-6928,0 0-209,0 0 88,193-25 72,-42-28-168,18-9-64,-1 9-40,-34 16-48,-36 12-216,-33 11-912,-34 5-4410</inkml:trace>
  <inkml:trace contextRef="#ctx0" brushRef="#br1" timeOffset="-43871.558">6694 14474 4761,'0'0'25013,"0"0"-24196,0 0-521,0 0-136,0 0 96,0 0-128,161-97-88,-71 26-40,8-1-80,-5 1-312,-17 15-801,-13 8-2631,-28 21-9843</inkml:trace>
  <inkml:trace contextRef="#ctx0" brushRef="#br1" timeOffset="-43687.953">7030 14642 28590,'-44'97'1096,"11"-7"-319,21-35-249,12-30-56,0-9-200,20-8-120,9-8 0,11-5-48,7-32-64,6-18-8,4-10-32,1-8-32,1-1-280,2-2-232,8-32-889,-14 20-3744,-12 9-16491</inkml:trace>
  <inkml:trace contextRef="#ctx0" brushRef="#br1" timeOffset="-43437.658">7100 13808 26046,'0'0'4032,"0"0"-3631,-43 92-233,23-14 208,5 29-48,7 26-184,8 6-128,16-18-16,9-40-360,-1-39-1401</inkml:trace>
  <inkml:trace contextRef="#ctx0" brushRef="#br1" timeOffset="-37609.761">6111 1067 22581,'0'0'4530,"0"0"-3343,20 8-990,209 53 750,-131-46-633,21 3-84,0 4 0,-2 6-1,48 20-229,-156-46 4,-1 0 0,0 0 0,0 1 0,0 1 0,0-1 0,0 1-1,0 0 1,-1 1 0,0 0 0,0 0 0,0 1 0,-1-1 0,0 1 0,0 1 0,0-1-1,-1 1 1,0 0 0,0 0 0,-1 1 0,0 0 0,0-1 0,-1 1 0,0 0 0,1 3-4,-3 20 6,-1 1 1,-1-1 0,-1 1 0,-2-1 0,-1 0 0,-2 0 0,-1-1 0,-1 0 0,-2 0 0,0-1-1,-3 0 1,0-1 0,-1-1 0,-2 0 0,-1-1 0,-1-1 0,-4 3-7,-539 672 460,559-695-455,-70 132 115,72-132-119,1 0-1,0 0 0,0 0 0,0-1 1,0 1-1,1 0 0,0 0 1,0-1-1,1 1 0,-1 0 0,1-1 1,0 0-1,0 1 0,0-1 0,1 0 1,-1 0-1,1 0 0,0 0 1,0-1-1,1 1 0,-1-1 0,1 1 1,0-1-1,-1-1 0,1 1 1,1 0-1,-1-1 0,0 0 0,1 0 1,-1 0-1,1-1 0,-1 1 0,1-1 1,2 0-1,37 12-31,0-3 1,0-2 0,0-1 0,1-2 0,0-3-1,0-1 1,25-4 30,-8 3-72,188 0-314,-248 0 383,2-1 0,0 0 0,0 0 0,0 1 0,1-1 0,-1 1 0,0 0 1,0 1-1,0-1 0,1 1 0,-1-1 0,0 1 0,0 0 0,0 1 0,0-1 0,0 1 0,0 0 0,-1 0 0,1 0 0,-1 0 1,1 1-1,-1-1 0,0 1 0,0 0 0,0 0 0,0 0 0,0 1 0,-1-1 0,1 0 0,-1 2 3,1 2 0,-1 1-1,-1-1 0,1 1 1,-1 0-1,0-1 1,-1 1-1,0 0 0,0 0 1,-1-1-1,0 1 1,0 0-1,-1-1 0,0 1 1,0-1-1,-1 1 1,0-1-1,0 0 0,-1 0 1,-3 4 0,-94 122 94,86-116-63,-50 52 71,-73 100 112,137-168-214,-1 1 0,1 1 0,-1-1 1,1 0-1,-1 0 0,1 0 0,0 1 1,0-1-1,0 1 0,1-1 0,-1 1 0,1-1 1,-1 1-1,1-1 0,0 1 0,0-1 1,0 1-1,0-1 0,0 1 0,0 0 1,1-1-1,-1 1 0,1-1 0,0 1 1,0-1-1,0 0 0,0 1 0,0-1 1,0 0-1,1 0 0,-1 0 0,1 0 1,0 0-1,-1 0 0,1 0 0,0 0 0,0-1 1,0 1-1,2 0 0,125 51-205,-114-50 201,1 1 1,-1 1-1,0 1 1,-1 0-1,1 0 1,-1 2 0,0 0-1,-1 0 1,0 1-1,0 1 1,-1 0-1,-1 1 1,1 0 0,4 8 3,-10-8 0,0 0 1,-1 0-1,0 1 1,-1 0-1,0 0 1,-1 0-1,0 0 1,-1 1-1,-1-1 1,0 1-1,0-1 1,-2 1-1,1-1 1,-1 1-1,-1-1 1,-2 8-1,-2 10 1,-2-1 0,-1 1 1,-1-1-1,-1-1 0,-2 0 1,-6 9-2,-130 179-1139,89-154-3308</inkml:trace>
  <inkml:trace contextRef="#ctx0" brushRef="#br1" timeOffset="-35012.702">10573 3493 3049,'0'0'23549,"0"0"-22493,0 115-256,0-46-120,0 9-88,0 3-192,0 0-184,0-7-127,-2-14-57,-2-14-32,4-24-105,0-15-407,0-7-992</inkml:trace>
  <inkml:trace contextRef="#ctx0" brushRef="#br1" timeOffset="-34858.548">10754 3152 22557,'0'0'5121,"0"0"-4529,0 0-224,0 0-200,70 119-104,1-75-64,-6-11-208,0-11-1304</inkml:trace>
  <inkml:trace contextRef="#ctx0" brushRef="#br1" timeOffset="-34643.254">11404 3440 3489,'0'0'25045,"0"0"-23861,-65 140-536,37-77-135,13-1-81,11-9-192,4-10-160,29-15-80,18-19-48,14-9-128,6-25-104,0-23-489,-7-12-1231,-18-41-5714,-17 17-1784,-19 6 5001</inkml:trace>
  <inkml:trace contextRef="#ctx0" brushRef="#br1" timeOffset="-34459.684">11553 3276 8834,'0'0'17796,"0"0"-16644,0 0-320,-79 108-312,79-55-208,8 3-160,29-3-120,50-2-32,-7-13-672,-3-21-824</inkml:trace>
  <inkml:trace contextRef="#ctx0" brushRef="#br1" timeOffset="-34173.852">12381 3610 25309,'0'0'3929,"0"0"-2730,0 0-869,0 0-202,25-6-247,166-42-2119,-153 38 199,19-7-6799,23-7-2655,-28 12 13215,-34 10-3611,-5 5 3832,-4 28 14857,-18-10-12890,6-15-3872,-1 0-1,1 0 1,1 0-1,-1 0 1,1 0-1,0 0 1,0 1 0,1-1-1,0 1 1,0-1-1,0 1 1,1-1-1,0 1 1,0-1 0,1 1-1,0 0 1,0-1-1,0 0 1,1 1-1,0-1 1,0 0 0,1 0-1,0 0 1,1 2-38,10 13-3198</inkml:trace>
  <inkml:trace contextRef="#ctx0" brushRef="#br1" timeOffset="-33485.185">4998 8423 8834,'0'0'1554,"0"0"-997,0 0 1896,0 0 6407,0 0-5429,0 0-2250,-6 13-336,-14 40-50,20-52-767,1 0 0,-1 0 0,1 0 0,-1 0 0,0 0 0,1-1 0,0 1 0,-1 0 0,1 0 0,0 0 0,-1-1 0,1 1 0,0 0 0,0-1 0,-1 1 0,1 0 0,0-1 1,0 1-1,0-1 0,0 0 0,0 1 0,0-1 0,0 0 0,0 1 0,0-1 0,0 0 0,0 0 0,0 0 0,0 0 0,0 0 0,0 0 0,0 0 0,0 0 0,0 0 0,0-1 0,0 1 0,0 0 0,0-1 0,0 1 0,0-1 0,0 1-28,6-1 138,370-13 1442,184-38-1580,-316 26 159,582-44 263,89 35-422,1645 55 368,-2253-25-364,-1-14 1,13-15-5,-293 32-64,0-2 0,-1-1-1,1-1 1,-1-1 0,0-2 0,-1 0 0,0-2-1,2-2 65,20-26-2165,-37-1-4710</inkml:trace>
  <inkml:trace contextRef="#ctx0" brushRef="#br1" timeOffset="-32766.218">6696 7244 28286,'0'0'1508,"23"-14"-1020,327-189-347,-331 193-139,13-8 0,0 2 0,1 0 0,0 3 0,1 1 0,0 1 0,1 2 0,9 0-2,-39 8 0,0 0 0,0 0 0,1 1 0,-1 0 0,0 0 1,0 0-1,1 1 0,-1-1 0,0 1 0,0 1 0,0-1 1,0 1-1,0 0 0,0 0 0,0 0 0,0 1 1,-1-1-1,0 1 0,1 0 0,-1 1 0,0-1 0,0 1 1,-1 0-1,1 0 0,-1 0 0,0 0 0,0 0 1,0 1-1,0-1 0,-1 1 0,0 0 0,0 0 0,0 0 1,-1 0-1,1 0 0,-1 0 0,0 3 0,1 6 3,-1 0 0,0 1 0,0-1 0,-2 0 0,0 0 0,0 1 0,-2-1 0,1 0 0,-2-1 0,0 1 0,0 0 0,-2-1 0,-1 3-3,-125 183 380,131-197-376,1-2-4,1 0 0,-1 0 1,0 0-1,1 0 0,-1 0 0,0 0 1,1 0-1,-1 0 0,0 0 1,0 0-1,1 0 0,-1 0 0,0 1 1,1-1-1,-1 0 0,0 0 1,1 0-1,-1 0 0,0 0 0,0 1 1,1-1-1,-1 0 0,0 0 0,0 0 1,1 1-1,-1-1 0,0 0 1,0 0-1,0 1 0,0-1 0,1 0 1,-1 0-1,0 1 0,0-1 1,0 0-1,0 1 0,0-1 0,0 0 1,0 1-1,306-180-378,-276 162 344,49-28-208,2 3-1,1 4 1,31-8 242,-99 42 3,0 0 0,0 0 0,1 1 1,-1 1-1,1 1 0,-1 0 0,1 0 1,-1 2-1,1 0 0,0 0 0,0 2-3,-10-2 25,0 0 1,0 0-1,0 1 0,-1 0 0,1 0 0,0 0 0,-1 0 0,1 1 0,-1 0 0,0 0 0,0 0 0,0 0 0,-1 0 1,1 1-1,-1 0 0,1 0 0,-1 0 0,-1 0 0,1 0 0,0 1 0,-1-1 0,0 1 0,0 0 0,0-1 0,-1 1 1,0 0-1,0 0 0,0 0 0,0 0 0,-1 4-25,3 67 535,-2-74-527,0 0 1,0-1-1,-1 1 0,1 0 1,1 0-1,-1-1 1,0 1-1,0 0 1,1-1-1,-1 1 0,1-1 1,-1 0-1,1 1 1,-1-1-1,1 0 1,0 0-1,0 0 0,0 0 1,-1 0-1,1-1 1,0 1-1,0 0 1,0-1-1,0 0 0,0 1 1,0-1-1,0 0 1,0 0-1,0 0 1,1 0-1,-1-1 1,0 1-1,0 0 0,0-1 1,0 1-1,-1-1 1,3-1-9,38-3 61,-1-3-1,0-2 1,0-1 0,-1-2 0,21-11-61,135-50 150,307-100-71,-482 166-85,1 1 0,0 1 0,0 1 0,1 1 0,0 1 0,-1 1 0,1 1 0,0 1 0,0 2 0,0 0 0,-1 1 0,1 1-1,18 6 7,102 80 15,-121-73 32,0-1 0,1-1 0,1-1 0,0 0 0,1-2-1,0-2 1,24 8-47,5-8-19,0-2 0,0-2 0,0-3 0,1-2 0,-1-3 0,0-1 0,0-4 0,39-9 19,14-11-1145,-31-4-2124</inkml:trace>
  <inkml:trace contextRef="#ctx0" brushRef="#br1" timeOffset="-41120.212">18243 2271 2393,'0'0'24797,"0"0"-23869,77 148-232,-40-76-288,-2 1-40,1-6-88,-7-9-152,-1-10-80,-7-13-48,3-22-464,-8-12-560,-5-1-1456</inkml:trace>
  <inkml:trace contextRef="#ctx0" brushRef="#br1" timeOffset="-40951.045">18656 2191 6825,'0'0'20773,"0"0"-19653,-175 125-360,94-52-344,1 10-184,7 4-152,14 8-80,10-10-288,22-22-1704</inkml:trace>
  <inkml:trace contextRef="#ctx0" brushRef="#br1" timeOffset="-40719.941">19354 2525 27990,'0'0'1387,"14"-22"-866,83-149-8,-88 152-472,-1-1 0,0 0 0,-2 0 0,-1 0 0,0-1 1,-2 0-1,0 0 0,-1 0 0,-1-18-41,-1 36-3,0 0-1,-1 0 0,1 0 0,0 0 1,-1 0-1,0 0 0,0 0 1,0 0-1,0 0 0,0 1 0,-1-1 1,1 0-1,-1 1 0,1-1 1,-1 1-1,0 0 0,0-1 0,0 1 1,0 0-1,-1 0 0,1 0 1,-1 1-1,1-1 0,-1 1 0,1-1 1,-1 1-1,0 0 0,0 0 1,0 0-1,1 0 0,-1 0 0,0 1 1,0-1-1,0 1 0,-2 0 4,-2 0-5,-1 0-1,0 0 1,0 1-1,0 0 0,1 0 1,-1 1-1,1 0 1,-1 0-1,1 1 0,0 0 1,0 1-1,0-1 1,-4 4 5,-9 11 4,2 1 1,0 1 0,0 1 0,2 0-1,1 1 1,1 1 0,0 0 0,2 1-1,1 0 1,1 1 0,1 0 0,1 1 0,1 0-1,1 0 1,2 1 0,0-1 0,2 1-1,1 0 1,2 21-5,-2-37 11,-1-1 0,2 1 0,-1-1 0,1 1 1,1-1-1,0 1 0,1-1 0,-1 0 0,2 0 0,0 1 0,0-1 0,1-1 0,0 1 0,0 0 0,1-1 0,1 0 0,0 0 0,0-1 1,0 1-1,7 5-11,1-2-107,0 0-1,1 0 1,0-1 0,1-1 0,0-1 0,0 0 0,1-1 0,1-1 0,-1 0 0,1-2 0,0 0 0,0-1-1,1 0 1,-1-2 0,1 0 0,0-1 0,-1-1 0,1-1 0,0-1 0,-1 0 107,44-13-3760</inkml:trace>
  <inkml:trace contextRef="#ctx0" brushRef="#br1" timeOffset="-28120.886">20542 626 3881,'0'0'7449,"0"0"3742,0 0-7961,-7-18-2411,-49-150 1292,21 47 93,123 220-1969,-67-80-204,11 8 1,0 2 1,-2 0-1,-1 2 0,-1 2 1,-2 0-1,-1 2 1,-2 0-1,-1 2 0,-2 0 1,13 38-33,-20-34 4,-2 0 0,-2 1 0,-2 0 1,-2 0-1,-1 1 0,-3-1 0,-1 1 0,-2 0 1,-2-1-1,-2 0 0,-1 0 0,-3 0 0,-7 18-4,-30 49 23,-4-2-1,-6-2 0,-3-3 0,-32 35-22,15-21 86,5 4-1,-40 92-85,54-25 47,58-178-48,1-1 0,0 1 0,1-1 0,-1 0 0,2 1 0,-1-1 0,1 0 0,1-1 0,-1 1 0,1 0 0,0-1 0,1 0 0,0 0-1,0 0 1,1-1 0,-1 0 0,1 0 0,1 0 0,-1 0 0,1-1 0,0 0 0,0-1 0,1 0 0,-1 0 0,1 0 0,0-1 0,0 0 0,7 1 1,367 151-166,-374-152 158,0 1 0,-1 0 0,1 0 0,-1 1-1,1-1 1,-1 2 0,-1-1 0,1 1-1,-1 0 1,0 0 0,0 1 0,-1-1-1,0 1 1,0 1 0,-1-1 0,1 1 0,-2-1-1,1 1 1,-1 0 0,0 1 0,-1-1-1,0 0 1,0 1 0,-1-1 0,0 1-1,0 0 1,-1-1 0,0 1 0,-1 0 0,0-1-1,0 1 1,-1-1 0,0 1 0,-1-1-1,-1 5 9,-108 166-4,52-96-1,14-19 22,2 2-1,4 2 1,2 2 0,4 1-1,2 1 1,4 2 0,3 1-1,4 1 1,3 1 0,-6 60-17,21-61 3,4-1 0,3 1 0,3-1 1,3 0-1,15 48-3,-13-69-1,81 359 72,-18 3 0,-16 20-71,-21 285 356,-36 213-356,-2-710 53,-10 0 1,-10 0-1,-9-1 0,-11-2 0,-9-2 0,-9-2 0,-10-3 1,-92 198-54,64-221 0,-7-5 0,-9-4 0,-8-5 0,-128 144 0,182-246-397,-3-2 1,-3-3-1,-18 10 397,-16-5-2302</inkml:trace>
  <inkml:trace contextRef="#ctx0" brushRef="#br1" timeOffset="-24560.06">15825 13230 29046,'0'0'1260,"0"0"-685,0 0-308,0 0-96,-16 20 147,-122 187 361,-590 902-356,709-1078-396,-41 98-1229,81-146-5111,4-18-8836</inkml:trace>
  <inkml:trace contextRef="#ctx0" brushRef="#br1" timeOffset="-24275.569">15597 13852 24253,'0'0'3321,"9"25"-2362,4 12-849,-2 0 1,-1 1-1,-2 0 0,-2 0 1,0 19-111,-3 344 872,-8-311-1735,23-122-400,2-1 1080,2 2 1,1 0-1,2 1 0,0 2 0,12-9 183,255-194 3387,-154 130-3236,71-85-299,-136 92-4392,-36 31-12105</inkml:trace>
  <inkml:trace contextRef="#ctx0" brushRef="#br1" timeOffset="-24024.802">16288 13409 17036,'0'44'3973,"1"121"4126,1-88-7531,3 0-1,4 0 1,17 71-568,-5-62 179,3-1 1,4-2 0,4 0-1,3-2 1,4-2 0,4-1-1,6 4-179,-48-80-6,-1 0 0,1 1 0,0-1 0,0 0 1,0 0-1,0-1 0,0 1 0,0 0 0,0 0 0,0 0 0,1-1 0,-1 1 0,1 0 0,-1-1 0,1 0 0,0 1 0,-1-1 0,1 0 0,0 0 0,0 0 1,0 0-1,0 0 0,0 0 0,0-1 0,0 1 0,0 0 0,0-1 0,1 0 0,-1 0 0,0 1 0,0-1 0,0-1 0,0 1 0,1 0 0,-1 0 0,0-1 1,0 1-1,0-1 0,0 0 0,0 0 0,0 0 0,1 0 6,24-108-728,-21 21-1633,-3 0 1,-4 0-1,-10-58 2361,-9 10-8754,-5 24-2444</inkml:trace>
  <inkml:trace contextRef="#ctx0" brushRef="#br1" timeOffset="-23743.072">16580 13191 20708,'0'0'7090,"0"0"-5922,0 0-640,0 0 32,0 0-175,97 119-185,-52-84-136,24-1-64,-9-10-609,-9-15-2271</inkml:trace>
  <inkml:trace contextRef="#ctx0" brushRef="#br1" timeOffset="-23492.945">17107 13154 28462,'0'0'880,"0"0"-648,172-58-232,-87 30-296,-13-2-2248</inkml:trace>
  <inkml:trace contextRef="#ctx0" brushRef="#br1" timeOffset="-23491.945">17503 13347 27510,'0'0'2176,"-84"113"-1696,31-41-127,-6 8-89,4-6 16,4-5-176,10-9-80,9-12-24,13-11-168,13-21-320,6-11-473,0-5-1399</inkml:trace>
  <inkml:trace contextRef="#ctx0" brushRef="#br1" timeOffset="-22631.937">17362 13677 19892,'0'0'5665,"0"16"-2697,4 444-234,-4-459-2737,-1 0 0,1-1 0,0 1 0,-1 0 0,1 0 0,0 0 1,0-1-1,0 1 0,0 0 0,0 0 0,0 0 0,0 0 0,0 0 0,0-1 1,0 1-1,0 0 0,0 0 0,1 0 0,-1 0 0,0-1 0,1 1 0,-1 0 1,0 0-1,1-1 0,-1 1 0,1 0 0,-1-1 0,1 1 0,0 0 0,-1-1 1,1 1-1,0-1 0,-1 1 0,1-1 0,0 1 0,0-1 0,-1 0 0,1 1 1,0-1-1,0 0 0,0 0 0,-1 1 0,1-1 0,0 0 0,0 0 0,0 0 1,0 0 2,26-34-280,18-94-490,-36 95 729,1 0 0,1 0 0,2 1 0,2 0 0,0 1 0,2 1 0,2 1 0,0 0 0,2 1 1,1 1-1,9-6 41,-28 29 8,1 0 0,0 0 1,0 1-1,0-1 0,0 1 1,1 0-1,0 0 0,-1 1 1,1 0-1,0-1 1,0 2-1,0-1 0,0 0 1,1 1-1,-1 0 0,0 0 1,1 1-1,-1-1 0,4 1-8,-7 3 18,0 0-1,0 1 0,0-1 1,0 0-1,-1 0 0,1 1 1,-1-1-1,0 1 0,0-1 1,-1 1-1,1 0 0,-1-1 1,1 1-1,-1-1 0,0 1 1,0 0-1,-1-1 1,1 1-1,-1 0 0,0-1 1,0 1-1,0 0-17,0 0 24,-5 22 32,-2 0 0,-1-1 1,0 0-1,-2 0 1,-1-1-1,-1-1 0,-1 0 1,-3 2-57,0-14-416,16-42-456,1 24 683,2-25-433,2 0 1,2 0-1,1 0 0,1 1 0,10-24 622,-2 4-440,23-88 110,6 2 0,6 3 0,6 1 0,65-107 330,-112 221 294,0 1 0,1 0 0,1 1 0,0 1 0,2 0 0,0 0 0,0 1 0,1 1 0,1 1 0,1 0 0,-1 1 0,2 0-1,0 2 1,0 0 0,1 1 0,0 1 0,2 0-294,-19 8 41,0 0-1,0 0 1,0 0-1,0 0 1,0 0-1,-1 0 1,1 0-1,0 1 1,0-1-1,0 1 0,0-1 1,-1 1-1,1 0 1,0 0-1,-1 0 1,1 0-1,-1 0 1,1 0-1,-1 0 1,1 0-1,-1 1 1,0-1-1,1 1 1,-1-1-1,0 1 1,0-1-1,0 1 1,0 0-1,0-1 0,-1 1 1,1 0-1,0 0 1,-1-1-1,0 1 1,1 0-1,-1 0 1,0 0-1,0 0-40,2 83 654,-2-78-589,-8 43 20,-2-1-1,-3 0 1,-1-1 0,-3-1 0,-1 0-1,-3-1 1,-25 42-85,-5 4-1160,46-103-19,-18-351 444,31 474 1218,30 192 197,-33-283-643,1-1 0,1 1-1,1-2 1,0 1 0,2-1 0,0 0-1,1-1 1,1 0 0,0 0-1,2-2 1,0 0 0,0 0 0,12 8-37,6-1 64,1-1 0,1-2 0,0-1 1,1-2-1,7 1-64,64 33 125,-101-49-123,0 1-1,0-1 1,0 1 0,-1 1-1,0-1 1,1 0-1,-1 1 1,0 0-1,-1 0 1,1 0 0,-1 1-1,0-1 1,0 1-1,0 0 1,-1 0 0,1 0-1,-1 0 1,0 0-1,-1 0 1,1 1-1,-1-1 1,0 0 0,-1 1-1,1-1 1,-1 1-1,0-1 1,0 1-1,-1-1 1,0 1 0,0-1-1,0 1 1,0-1-1,-1 0 1,0 0-1,0 0 1,0 0 0,-1 0-1,0 0 1,-1 1-2,-16 20 3,-1-1 0,-1-1 0,-1-1 0,-1-1 1,-1-1-1,-1-1 0,0-2 0,-2 0 0,0-2 1,-27 11-4,38-18-48,-1-1 1,0-1 0,0-1 0,-1 0-1,1-1 1,-1-1 0,0-1 0,-1-1-1,0 0 48,16-3-51,0 0 0,0-1-1,0 0 1,0 1 0,0-1 0,1 0-1,-1-1 1,1 1 0,0-1 0,-1 1-1,1-1 1,0 0 0,1 0 0,-1-1-1,0 1 1,1 0 0,0-1 0,0 0-1,0 1 1,0-1 0,1 0-1,-1 0 1,1 0 0,0 0 0,0 0-1,0 0 1,1 0 0,0 0 0,0-1-1,0 1 1,0 0 0,0 0 0,1 0-1,0 0 1,-1 0 0,2-1 0,-1 2-1,0-1 1,1 0 0,0 0 0,2-3 50,5-14 91,1 0-1,2 0 0,0 1 0,1 1 1,0 0-1,2 0 0,1 2 0,0 0 1,1 0-1,0 2 0,1 0 0,7-2-89,1-3-6,2 2 0,0 1 0,1 2-1,1 0 1,0 2 0,20-5 6,7 0-1427</inkml:trace>
  <inkml:trace contextRef="#ctx0" brushRef="#br1" timeOffset="-22243.419">15528 16218 28670,'0'0'1696,"0"0"-1455,128-51 143,-14-13-136,39-33 48,14-16-136,-12 5-104,-37 21-56,-34 11-232,-27 22-528,-30 9-1953</inkml:trace>
  <inkml:trace contextRef="#ctx0" brushRef="#br1" timeOffset="-21977.288">16117 15303 19812,'0'0'9450,"-10"102"-8466,8-3-327,2 27-393,0 8-16,0-11-64,0-27-144,0-31-40,0-21-64,0-15-304,0-13-352,0-8-545,-2-8-727</inkml:trace>
  <inkml:trace contextRef="#ctx0" brushRef="#br1" timeOffset="-21726.569">15813 15439 17396,'0'0'10538,"0"0"-9682,0 0-592,-4 95-168,26-44-40,5 4-56,12-4 0,28-1-304,-10-15-960,-4-17-8818</inkml:trace>
  <inkml:trace contextRef="#ctx0" brushRef="#br1" timeOffset="-20861.75">16419 15356 400,'0'0'21934,"0"0"-15423,0 0-5338,0 0-570,-12 23-223,-80 163-4,47-82-364,4 1-1,5 2 0,5 2 1,-13 87-12,36-25-123,10-167 121,0-1 1,0 1-1,0-1 1,1 0-1,0 0 1,-1 0-1,1 0 1,0-1-1,0 1 1,1-1-1,-1 0 1,1 0-1,-1 0 0,1 0 1,-1 0-1,1-1 1,0 0-1,0 0 1,0 0-1,0 0 1,0 0-1,0-1 1,0 0-1,0 0 0,0 0 1,0 0-1,0-1 1,0 1-1,3-2 2,0 2-6,3 0 2,0 0-1,1 0 0,-1-1 1,0-1-1,0 0 1,0 0-1,0-1 0,0 0 1,-1-1-1,1 0 0,-1-1 1,0 0-1,0 0 1,0 0-1,-1-1 0,0-1 1,0 0 4,28-22-25,-3-2 1,0 0-1,-2-3 1,-1 0-1,2-7 25,-11-8-223,-56 56 183,23 12 103,0 0 0,2 0 0,0 1 1,2 0-1,0 1 0,1-1 0,1 2 0,1-1 0,1 1 0,0 5-63,-6 50 139,3 1 0,4 1 0,4 50-139,-1 43 20,0-170-16,0 1 0,-1-1-1,1 1 1,-1-1-1,0 1 1,1-1-1,-1 0 1,0 1 0,-1-1-1,1 0 1,0 0-1,-1 0 1,1 1-1,-1-2 1,0 1-1,1 0 1,-1 0 0,0 0-1,0-1 1,0 1-1,0-1 1,-1 0-1,1 1 1,0-1-1,0 0 1,-1 0 0,1-1-1,-1 1 1,1 0-1,-1-1 1,1 1-1,-1-1 1,1 0-1,-1 0-3,-91-12 206,82 4-201,0 0 0,0-1-1,1 0 1,0-1 0,0 0-1,1-1 1,1 0 0,-1 0 0,2-1-1,0 0 1,0-1 0,1 0-1,1 0 1,0 0 0,1-1 0,0 0-1,1 0 1,1 0 0,0-1-1,1 1 1,1-1 0,0 1 0,1-1-1,0 1 1,1-1 0,1 0-1,0 1 1,1 0 0,1 0 0,3-8-5,12-29-26,2 0 0,2 2 1,3 1-1,1 1 1,3 1-1,17-19 26,-43 60-2,99-130-344,6 5 0,5 5 0,22-10 346,-15 12-792,-122 141 1195,-36 56 54,26-56-375,1-1 0,2 1 0,0 1-1,0 0 1,2 0 0,0 0 0,2 1-1,0 0 1,0 3-82,3-19 2,1 1 0,-1-1-1,1 1 1,0-1 0,0 1 0,0-1-1,1 1 1,0-1 0,0 1 0,0-1-1,0 0 1,1 1 0,-1-1-1,1 0 1,0 0 0,0 0 0,1 0-1,-1-1 1,1 1 0,0 0 0,0-1-1,0 0 1,0 0 0,1 0 0,-1 0-1,1 0 1,0-1 0,0 0-1,0 0 1,0 1-2,97 43 5,-88-44-4,0 1-1,0 1 1,-1 0 0,0 1-1,0 0 1,0 1 0,0 0 0,-1 1-1,0 1 1,-1-1 0,0 2-1,0-1 1,0 1 0,-1 1 0,-1 0-1,1 0 1,-2 1 0,1 0 0,-2 0-1,1 0 1,-1 1 0,-1 0-1,0 0 1,-1 1 0,-1-1-1,-3 5 4,-1 0 0,-1 0 1,-1 0-1,0 0 0,-1-1 1,-1 0-1,-1 0 0,0 0 1,-1-1-1,-1 1 0,0-2 1,-1 1-1,0-1 0,-1 0 0,-1-1 1,0-1-1,-1 1 0,0-2 1,-1 0-1,0 0 0,-1-1 1,0-1-1,-1 0 0,0-1 1,0-1-1,-2 1-4,12-5-10,0 1-1,0-1 1,0 0 0,0 0-1,0 0 1,-1-1 0,1 0 0,-1 0-1,0 0 1,0-1 0,0 0-1,1 0 1,-1 0 0,0-1 0,0 0-1,0 0 1,0 0 0,0-1 0,0 0-1,0 0 1,0-1 0,0 1-1,1-1 1,-1-1 0,1 1 0,-1-1-1,1 0 1,0 0 0,0 0-1,0-1 1,-3-2 10,4-4-78,-1 1-1,1-1 1,1 0 0,0 0-1,0 0 1,1-1 0,1 1-1,0-1 1,0 1 0,0-1-1,2 1 1,-1-3 78,1 9 4,-1 0 0,0 0-1,1 0 1,-1 0 0,1 0 0,0 0-1,1 1 1,-1-1 0,1 0 0,-1 1-1,1-1 1,0 1 0,0-1 0,1 1-1,-1 0 1,1 0 0,-1 0-1,1 0 1,0 0 0,0 1 0,1-1-1,-1 1 1,0 0 0,1 0 0,-1 0-1,1 1 1,0-1 0,-1 1 0,1 0-1,0 0 1,0 0 0,3 0-4,8 1 1,0 0-1,0 2 1,0 0 0,0 0 0,0 1 0,-1 1-1,1 1 1,-1 0 0,6 4-1,45 13-1035,-5-9-2255</inkml:trace>
  <inkml:trace contextRef="#ctx0" brushRef="#br1" timeOffset="-20577.619">17684 15520 26462,'0'0'4121,"0"0"-3793,0 0-224,0 0-64,176-125-24,-91 77-16,3-5-328,1 0-385,-25 7-975,-5-18-4297,-23 17-8538,-21 9 13258</inkml:trace>
  <inkml:trace contextRef="#ctx0" brushRef="#br1" timeOffset="-20060.998">18265 15001 10042,'0'0'4032,"0"0"4847,0 0-4989,0 0-2718,0 0-426,-16 25-27,-48 96-26,48 17-171,16-21-428,3 78 50,-9 0 1,-8 0 0,-27 118-145,38-294 0,1-8 4,1 0 1,-1-1-1,-1 1 1,0-1-1,-1 1 1,0-1-1,0 0 1,-1-1 0,0 1-1,-5 6-4,8-15 8,0 0 0,0 0 1,0 0-1,0 0 0,0 0 0,0 0 0,0 0 0,-1-1 1,1 1-1,0-1 0,0 1 0,-1-1 0,1 0 0,0 0 1,0 0-1,-1 0 0,1-1 0,0 1 0,0 0 1,-1-1-1,1 0 0,0 1 0,0-1 0,0 0 0,0 0 1,0 0-1,0-1 0,0 1 0,0 0 0,1-1 0,-1 1 1,0-1-1,1 1 0,-1-1 0,1 0 0,0 0 1,-1 0-1,1 0 0,0 0 0,0 0 0,0 0 0,1 0 1,-1 0-1,0 0 0,1 0 0,-1-1 0,1 1 0,0 0 1,0 0-1,0-1 0,0 1 0,0 0 0,0 0 0,1-1-8,-13-54-85,2 0-1,4-1 0,1-1 1,4 1-1,3-31 86,-2 57-48,42-356-1580,-10 154-6703,-28 189-3193,-1 5 7479,2 0 4733,41-99 18365,-23 108-16400,-5 13-2503,0 1 0,1 0 0,1 2 0,0 0 0,2 1 0,-1 1 0,2 1 0,-1 1 0,2 1-1,-1 1 1,1 1 0,1 2 0,-1 0 0,1 1 0,0 2 0,0 0 0,9 1-150,-28 2 10,-1-1 1,0 1-1,1 0 1,-1 0-1,0 1 1,0 0 0,1 0-1,-1 0 1,0 0-1,0 1 1,0 0-1,0 0 1,0 0-1,-1 1 1,1-1-1,-1 1 1,1 0-1,-1 0 1,0 1-1,0 0 1,-1-1-1,1 1 1,-1 0-1,1 1 1,-1-1-1,-1 0 1,1 1-1,-1 0 1,1 0 0,-1 0-1,-1 0 1,1 0-1,-1 0 1,0 0-1,0 0 1,0 5-11,0 14 20,0 0 1,-2 1-1,-1-1 1,-1 0-1,-1 0 1,-2 0-1,0 0 1,-1-1-1,-1 0 1,-1 0 0,-1-1-1,-2 0 1,0-1-1,-1 0 1,-12 14-21,25-34-37,0 0 1,-1 1-1,1-1 1,0 0-1,0 0 1,-1 0-1,1 0 1,0 0 0,-1 0-1,1 0 1,-1 0-1,0 0 1,1 0-1,-1 0 1,0-1-1,1 1 1,-1 0-1,0 0 1,0 0 0,0-1-1,0 1 1,0-1-1,0 1 1,1-1-1,-2 1 1,1-1-1,0 1 1,0-1-1,0 0 1,0 1-1,0-1 1,0 0 0,0 0-1,0 0 1,0 0-1,0 0 1,-1 0-1,1 0 1,0 0-1,0-1 1,0 1-1,0 0 1,0-1-1,0 1 1,0-1 0,0 1-1,0-1 1,0 1-1,0-1 1,0 0-1,0 1 1,1-1-1,-1 0 1,0 0-1,0 1 1,1-1-1,-1 0 1,1 0 0,-1-1 36,-11-22 567,2-4-3710,-17-62-15582,15 50 12555,1 4 5829,-7-20 1926,4 3-1189</inkml:trace>
  <inkml:trace contextRef="#ctx0" brushRef="#br1" timeOffset="-19775.043">18400 14930 10994,'0'0'1177,"0"0"12073,0 0-11041,0 0-1097,55 161-528,-53-36-280,-2 46-16,-10 22-72,-9 1-112,-3-17-64,5-36-40,1-31-216,0-29-360,4-33-728,6-30-1993</inkml:trace>
  <inkml:trace contextRef="#ctx0" brushRef="#br1" timeOffset="-19774.043">18644 15336 11602,'0'0'0,"0"0"-2728</inkml:trace>
  <inkml:trace contextRef="#ctx0" brushRef="#br1" timeOffset="-19444.505">18834 15205 10802,'0'0'2901,"-2"18"6352,-45 187-3492,22-84-5153,6 1 1,-1 73-609,8-74 36,-42 375 162,53-482-207,4 59 281,-2-71-262,-1-1 0,1 1 0,0-1 0,0 1 0,0-1 0,-1 1 0,1-1 0,1 0 0,-1 1 0,0-1 1,0 0-1,0 0 0,1 0 0,-1 0 0,0 0 0,1 0 0,-1 0 0,1 0 0,-1-1 0,1 1 0,-1-1 0,1 1 0,0-1 0,-1 1 0,1-1 0,0 0 0,-1 0 0,1 0 0,0 0 0,-1 0 0,1 0 0,0 0 0,-1-1 0,1 1 0,0-1 0,-1 1 0,1-1 1,-1 1-1,1-1-10,6-3 19,1 1 0,-1-1 0,-1-1 0,1 0 0,-1 0 0,0 0 0,0-1 0,0 0 0,-1 0 0,0 0 0,0-1 0,1-3-19,55-66-113,-4-3 1,-4-3 0,-3-2-1,14-38 113,-1-30-599,-63 150 602,-1 0 0,1 0 0,-1 0 0,1 0-1,-1 0 1,0 0 0,0 0 0,0 0 0,0 0-1,0 0 1,-1 0 0,1 0 0,0 0 0,-1 0-1,0 0 1,1 0 0,-1 0 0,0 0 0,0 0 0,0 0-1,0 1 1,-1-1 0,1 0 0,0 1 0,-1-1-1,1 1 1,-1-1 0,1 1 0,-1 0 0,0 0-1,1 0 1,-1 0 0,0 0 0,0 0 0,0 0-1,0 0 1,0 1 0,0-1 0,0 1 0,0 0-1,0-1 1,0 1 0,-1 0-3,-90 10 690,-118 97 225,151-71-835,-41 16-865,92-51-1232</inkml:trace>
  <inkml:trace contextRef="#ctx0" brushRef="#br1" timeOffset="-18927.417">18455 15614 22693,'0'0'6073,"0"0"-4657,0 0-831,0 0 15,128-9-160,-52-19-168,9-10-176,3-2-96,10-22-112,-23 11-512,-20 5-2473</inkml:trace>
  <inkml:trace contextRef="#ctx0" brushRef="#br1" timeOffset="-18086.644">15004 13400 25101,'0'0'3428,"0"0"-2228,0 0-805,-17 12-118,5-4-210,-93 92 592,17 42-263,6 4 1,3 11-397,67-134 11,1 1-1,1 0 1,1 1 0,1 0 0,1 1-1,2 0 1,0 0 0,2 0-1,1 2-10,4-21 2,0 1 1,0-1-1,1 0 0,0 1 1,1-1-1,-1 0 0,1-1 0,1 1 1,-1-1-1,1 0 0,0 0 0,1 0 1,-1-1-1,1 1 0,0-1 0,1-1 1,-1 1-1,1-1 0,0 0 1,0-1-1,0 0 0,0 0 0,0 0 1,1-1-1,0 0 0,0 0-2,45 22 4,-41-17-5,1 0 1,-1 2 0,0-1-1,0 1 1,-1 1 0,0 0-1,-1 1 1,0-1 0,-1 2-1,0 0 1,-1 0 0,0 0-1,-1 1 1,-1 0-1,0 1 1,0-1 0,-1 1-1,-1 0 1,-1 1 0,0-1-1,0 0 1,-1 9 0,4 364-384,36-242-27,-17-82 368,15 71 152,-7 2 0,-5 1-1,-6 1 1,-2 41-109,12 617 754,22-528-3086,-42-231-2721</inkml:trace>
  <inkml:trace contextRef="#ctx0" brushRef="#br0" timeOffset="-1206.75">19994 12550 24293,'0'0'3833,"0"0"-2369,-2-19-745,-3-58-187,5 75-510,1-1-1,-1 1 0,1 0 0,-1 0 1,1 0-1,0-1 0,0 1 0,0 0 1,0 0-1,0 0 0,0 0 1,1 1-1,-1-1 0,1 0 0,-1 0 1,1 1-1,0-1 0,-1 1 0,1 0 1,0-1-1,0 1 0,0 0 1,0 0-1,0 0 0,0 0 0,1 1 1,-1-1-1,0 0 0,0 1 0,1 0 1,1-1-22,3-1 56,197-13 698,-185 14-731,0 1-1,0 0 1,0 2 0,1 0-1,-1 1 1,-1 1 0,1 1-1,-1 0 1,0 2 0,0 0-1,0 1 1,-1 0 0,0 2-1,-1 0 1,0 1 0,-1 0-1,0 1 1,0 1 0,-2 0-1,3 4-22,3 14 1,-2 0-1,-1 1 0,-1 0 0,-2 2 0,-1 0 0,-2 0 1,-1 1-1,-2 0 0,-1 0 0,-2 1 0,-1-1 0,-2 1 1,-2 0-1,-1 0 0,-1 0 0,-13 100 0,-6-1 0,-5-1 0,-6-1 0,-6-2 0,-6-1 0,-5-3 0,-38 64 0,1 11 0,10 4 0,-9 64 0,49-45 0,36-220 0,0 0-1,1 1 1,-1-1 0,1 0-1,1 0 1,-1 0 0,1 1-1,-1-1 1,2 0 0,-1 0-1,0 0 1,1 0 0,0-1-1,0 1 1,1 0 0,-1-1-1,1 1 1,0-1 0,0 0-1,0 0 1,1 0 0,-1 0-1,1-1 1,0 1 0,0-1-1,0 0 1,1 0 0,2 1 0,15 3-24,0 0 0,0-1 0,1-2 0,0 0 0,0-1 0,0-1 0,0-2 0,1 0 0,-1-1 0,0-2 0,0 0 0,22-7 24,-1 2-34,-33 3 29,1 1 0,0 1-1,0 0 1,0 0 0,0 2 0,1-1 0,-1 1 0,0 1 0,1 0 0,-1 1-1,1 1 1,-1-1 0,0 2 0,0 0 0,0 0 0,0 1 0,-1 1 0,0 0-1,0 0 1,0 1 0,9 7 5,-9 5-1,0 1 0,-2 1 0,0-1-1,-1 1 1,-1 1 0,-1-1 0,-1 1-1,-1 0 1,-1 1 0,-1-1 0,0 18 1,-2-37 0,14 213 81,-9 0 1,-11 8-82,-8 101 89,-43 230-89,47-482-974,7-62-445</inkml:trace>
  <inkml:trace contextRef="#ctx0" brushRef="#br0" timeOffset="-733.307">21131 12038 28542,'-8'-225'885,"10"0"0,9 1 0,22-91-885,96-413 314,31 7-1,165-426-313,249-559-29,-459 1377-131,-32 66-295,-33 82-843,-26 55-1266</inkml:trace>
  <inkml:trace contextRef="#ctx0" brushRef="#br0" timeOffset="-366.173">21842 5885 26094,'0'0'3511,"0"0"-2475,0 0-782,0 0-133,22-20 2,28-24-11,3 2 0,1 3 0,53-30-112,-32 25 23,2 2 1,2 4-1,1 4 1,2 3 0,1 4-1,37-6-23,-110 31 3,-2 0-2,0-1 0,0 1 0,1 0 0,-1 1 0,1 0 0,-1 0 0,0 1 0,1 0 0,-1 1 0,1 0 0,-1 0-1,1 1 1,-1 0 0,0 0 0,0 1 0,0 0 0,0 0 0,-1 1 0,1 0 0,-1 0 0,2 2-1,0 6 0,0 0 1,-1 1-1,-1 1 0,0-1 1,0 1-1,-1 0 1,-1 1-1,-1-1 0,0 1 1,-1 0-1,0 0 1,-1 0-1,-1 3 0,8 116 41,-5 0-1,-7 1 0,-5-1 1,-7 0-1,-5-1 1,-21 64-41,11 44-454,33-220-1102,7-13-2443</inkml:trace>
  <inkml:trace contextRef="#ctx0" brushRef="#br0" timeOffset="5273.579">23304 5668 28934,'0'0'1513,"0"0"-1057,0 0-200,136-53 208,9-12 24,63-36-160,24-12-88,-4 3-152,-34 19-88,-45 29 0,-35 21 0,-30 18 0,-25 13 0,-12 6 0,10 4-616,-11 4-560,-11 6-1825</inkml:trace>
  <inkml:trace contextRef="#ctx0" brushRef="#br0" timeOffset="5549.691">24337 4953 28910,'-45'97'1064,"-16"30"-375,-16 25-297,-7 2-80,0-9-8,-7 3-128,1 0-112,6-8-40,19-29-24,22-33-64,21-30-120,22-27-200,14-9-513,9-12-1391</inkml:trace>
  <inkml:trace contextRef="#ctx0" brushRef="#br0" timeOffset="5818.117">24217 5907 23749,'-11'93'5497,"-25"26"-5025,-7 18-160,4-6-216,9-21-8,11-20 0,11-21-88,6-25-88,2-18-672,10-8-1264,1-14-4345</inkml:trace>
  <inkml:trace contextRef="#ctx0" brushRef="#br0" timeOffset="6117.268">24494 5831 23493,'20'-23'1951,"67"-72"-275,-76 84-1342,0-1 0,1 1 0,0 1 0,1 0 0,0 1 0,1 0 0,0 1 0,0 0 0,10-2-334,-22 9 51,-1-1-27,1 1 0,0 0 1,0-1-1,0 1 0,-1 0 1,1 0-1,0 0 0,0 0 1,0 1-1,1-1 0,-1 0 0,0 1 1,0 0-1,0-1 0,0 1 1,1 0-1,-1 0 0,0 0 1,0 0-1,0 1 0,1-1 1,-1 1-1,0-1 0,0 1 0,0 0 1,0-1-1,0 1 0,0 0 1,0 1-1,0-1 0,-1 0 1,3 1-25,-4 13 57,0 0 1,0-1-1,-1 1 1,-1-1-1,0 1 1,-1-1 0,-1 0-1,0 0 1,-1 0-1,-1-1 1,-4 9-58,-6 22 68,8-21-37,1 0 1,1 1-1,1 0 0,1 0 0,1 1 1,1-1-1,2 21-31,1-37 0,0-1 1,0 1 0,1 0-1,0 0 1,1 0 0,-1-1-1,1 0 1,1 1-1,0-1 1,0 0 0,0-1-1,1 1 1,0-1 0,0 0-1,0 0 1,1 0 0,0-1-1,0 1 1,0-2-1,1 1 1,1 0-1,159 72-3,-132-63 3,-21-9 5,90 47-45,-102-50 37,1 0-1,-1-1 1,0 1 0,-1 0 0,1 0-1,0 0 1,0 0 0,-1 0-1,1 1 1,-1-1 0,0 1 0,0-1-1,0 0 1,0 1 0,0 0-1,0-1 1,-1 1 0,1-1 0,-1 1-1,0 0 1,0 0 0,0-1 0,0 1-1,0 0 1,-1-1 0,1 1-1,-1 0 1,1-1 0,-1 1 0,0-1-1,0 1 1,0-1 0,-1 0-1,1 1 1,0-1 0,-1 0 0,0 0-1,1 0 1,-1 0 0,-1 1 3,-20 19-39,-1-1 0,0-1 0,-1-2 0,-2 0-1,1-2 1,-2-1 0,-23 10 39,37-18-12,-9 7 6,-1-2 1,0 0 0,-1-1-1,-1-1 1,1-2-1,-1 0 1,-1-2-1,1-1 1,-1-1 0,-26 0 5,52-4 1,0 0-1,-1-1 1,1 1 0,0-1 0,-1 1 0,1-1 0,0 1 0,0-1-1,0 0 1,0 0 0,0 0 0,0 0 0,0 1 0,0-1-1,0-1 1,0 1 0,0 0 0,0 0 0,1 0 0,-1 0 0,0-1-1,1 1 1,-1 0 0,1 0 0,0-1 0,-1 1 0,1 0 0,0-1-1,0 1 1,0-1 0,0 1 0,0 0 0,0-1 0,0 1-1,0 0 1,0-1 0,1 1 0,-1 0 0,1-1 0,-1 1 0,1 0-1,-1 0 1,1-1 0,0 1 0,-1 0 0,1 0 0,0 0-1,7-18-48,1 0 0,1 1 1,0 0-1,1 1 0,1 0 1,1 1-1,0 0 0,1 1 1,2-1 47,-4 3-49,241-249-1904,-141 151-1358</inkml:trace>
  <inkml:trace contextRef="#ctx0" brushRef="#br0" timeOffset="6483.331">25696 4928 23645,'0'0'4489,"0"0"-3753,0 0-40,0 0 24,0 0 73,0 0-113,-14 155-160,-37-54-208,-4-2-136,0-7-176,4-11 0,10-17 0,1 3 0,7 0-296,21-19-336,28-36-424,21-12-449,6-7-2328</inkml:trace>
  <inkml:trace contextRef="#ctx0" brushRef="#br0" timeOffset="6768.336">25635 5721 27470,'0'97'1856,"-10"25"-1216,-8 20-119,-1-10-177,1-19 0,8-21-176,6-20-120,4-24-48,0-18-192,20-28-544,3-2-1265,3-16-2576</inkml:trace>
  <inkml:trace contextRef="#ctx0" brushRef="#br0" timeOffset="7066.014">26198 4907 29350,'0'0'1166,"0"0"-817,0 0-214,0 0 48,16 18 46,-3-4-188,-7-9-33,0 0 0,-1 0 1,1 1-1,-1 0 0,-1 0 1,1 0-1,-1 1 0,0-1 1,-1 1-1,0 0 0,0 0 1,0 1-1,-1-1 0,0 0 0,0 1 1,-1-1-1,0 1 0,0 0 1,-1 7-9,-6 20 6,-1-1-1,-2 0 1,-1 0 0,-2-1 0,-1-1 0,-1 0 0,-2 0 0,-2-2 0,0 0-1,-10 10-5,-130 153-265,172-193-254,45-23 30,-44 16 440,0 1-1,0 0 1,0 1-1,1 0 1,0 2-1,-1 0 1,1 0-1,1 2 1,-1 0-1,1 1 50,-12 0-8,0 1 1,-1 0-1,1 0 0,-1 0 0,1 1 0,-1 0 1,0-1-1,1 2 0,-1-1 0,0 0 1,0 1-1,-1 0 0,1 0 0,0 0 0,-1 0 1,0 0-1,0 1 0,0 0 0,0-1 1,0 1-1,-1 0 0,0 0 0,0 1 0,0-1 1,0 0-1,0 1 0,0 2 8,18 135-21,-22-85 158,-2 0 0,-2 0-1,-3 0 1,-3-1-1,-2 0 1,-2-1 0,-16 33-137,32-86 16,-9 33 556,20-41-122,115-176-212,-3-31-1142,-47 67-2969,-28 50-6249</inkml:trace>
  <inkml:trace contextRef="#ctx0" brushRef="#br0" timeOffset="7332.299">26891 4534 28118,'0'0'960,"0"0"-568,143-46-88,-84 30-56,-4 5 8,-4 1-256,2-4-96,-13 3-864,-15 2-2625</inkml:trace>
  <inkml:trace contextRef="#ctx0" brushRef="#br0" timeOffset="7632.233">27195 4499 24869,'0'0'2993,"-8"22"-1910,-126 324 305,76-239-1339,-5-2-1,-4-3 1,-64 73-49,81-91 37,51-83-28,-1 0 0,1 1 1,0-1-1,-1 1 0,1-1 0,0 0 1,0 0-1,0 0 0,0 1 0,0-1 1,0 0-1,0 0 0,0 0 0,0 0 0,1-1 1,-1 1-1,0 0 0,1 0 0,-1-1 1,0 1-1,1-1 0,-1 1 0,1-1 1,-1 0-1,1 1 0,-1-1 0,1 0 1,-1 0-1,1 0 0,-1 0 0,1 0 1,-1-1-1,1 1 0,-1 0 0,1-1 1,-1 1-1,0-1 0,1 1 0,-1-1 1,1 0-1,-1 1 0,0-1 0,1-1-9,24-6 56,0-1-1,-1-1 0,0-2 0,-1 0 1,-1-2-1,20-13-55,-20 12 12,326-242-12,-192 134-88,-157 123 89,-1 0-1,1 0 1,0 1-1,-1-1 1,1 0-1,-1 0 1,1 0-1,0 1 1,-1-1-1,1 0 1,0 0-1,-1 1 1,1-1-1,0 0 1,-1 1-1,1-1 0,0 0 1,0 1-1,-1-1 1,1 0-1,0 1 1,0-1-1,0 1 1,0-1-1,0 0 1,-1 1-1,1-1 1,0 1-1,0-1 1,0 1-1,0-1 1,0 0-1,0 1 1,0-1-1,1 1 1,-1-1-1,0 1 1,0-1-1,0 0 0,0 1 1,0-1-1,1 1 1,-1-1-1,0 0 1,0 1-1,1-1 1,-1 0-1,0 1 1,0-1-1,1 0 1,-1 0-1,0 1 1,1-1-1,-670 874 193,581-718-896,93-158 147,72-69-1740,-29 16-700</inkml:trace>
  <inkml:trace contextRef="#ctx0" brushRef="#br0" timeOffset="8082.402">27178 5652 24533,'0'0'2333,"4"19"-1068,3 12-1058,-1 0-1,-2 1 0,-1-1 1,-2 1-1,-1-1 1,-1 1-1,-2-1 0,-4 20-206,0-25 26,-1 0-1,-1 0 0,-1-1 1,-1 0-1,-1-1 0,-1 0 1,-5 4-26,18-28 12,0-1 0,0 1 1,0-1-1,0 1 1,-1-1-1,1 0 0,0 1 1,0-1-1,0 1 0,-1-1 1,1 1-1,0 0 1,-1-1-1,1 1 0,0-1 1,-1 1-1,1-1 0,-1 1 1,1 0-1,-1-1 0,1 1 1,-1 0-1,1 0 1,-1-1-1,1 1 0,-1 0 1,1 0-1,-1 0 0,1 0 1,-1-1-1,1 1 1,-1 0-1,0 0 0,1 0 1,-1 0-1,1 0 0,-1 1 1,1-1-1,-1 0 0,0 0 1,1 0-1,-1 0 1,1 0-1,-1 1 0,1-1 1,-1 0-1,1 1 0,-1-1 1,1 0-1,0 1 1,-1-1-13,4-32 15,1 1 0,1-1 0,2 1 0,1 0 1,1 0-1,2 1 0,1 1 0,1 0 0,2 0 1,1 2-1,1-1 0,1 2 0,1 1 0,2 0 1,11-9-16,-23 23-3,0 0 1,1 1 0,0 0 0,1 1-1,0 0 1,0 1 0,1 0 0,0 1-1,1 0 1,-1 1 0,1 1 0,1 0-1,-1 0 1,1 1 0,-1 1 0,1 0-1,0 1 1,0 1 0,11 0 2,-22 1 2,1 1 0,-1 0 1,1 0-1,-1 0 0,0 0 0,1 1 1,-1-1-1,0 1 0,0 0 0,0 0 1,0 0-1,0 0 0,0 0 0,-1 1 1,1-1-1,-1 1 0,0 0 0,1 0 0,-1 0 1,-1 0-1,1 0 0,0 0 0,-1 0 1,1 1-1,-1-1 0,0 1 0,0-1 1,-1 1-1,1-1 0,-1 1 0,1-1 1,-1 1-1,0-1 0,0 1 0,-1 0-2,-28 126 45,6-91-40,-3-1 1,-1 0 0,-1-2 0,-3-2 0,-30 29-6,41-45 8,20-18-9,0-1 1,0 1-1,0 0 1,0 0-1,0-1 1,0 1-1,0 0 1,0-1-1,-1 1 0,1 0 1,0 0-1,0 0 1,0-1-1,0 1 1,0 0-1,0 0 1,-1-1-1,1 1 1,0 0-1,0 0 0,0 0 1,-1 0-1,1-1 1,0 1-1,0 0 1,-1 0-1,1 0 1,0 0-1,0 0 0,0 0 1,-1-1-1,1 1 1,0 0-1,-1 0 1,1 0-1,0 0 1,0 0-1,-1 0 1,1 0-1,0 0 0,0 0 1,-1 0-1,1 0 1,0 1-1,0-1 1,-1 0-1,1 0 1,0 0-1,0 0 1,-1 0-1,1 1 1,2-7-18,1 0 1,0 0 0,0 1-1,0-1 1,1 1-1,0 0 1,0 0-1,0 0 1,1 0-1,-1 1 1,1 0 0,0 0-1,0 0 1,1 1-1,-1-1 1,1 1-1,0 1 1,-1-1-1,1 1 1,1 0 0,-1 0-1,0 1 1,0-1-1,1 2 1,-1-1-1,0 1 1,1-1-1,-1 2 1,0-1-1,1 1 1,-1 0 0,0 0-1,1 1 1,-1 0-1,0 0 1,5 3 17,3 6-900,-2-3-1122</inkml:trace>
  <inkml:trace contextRef="#ctx0" brushRef="#br0" timeOffset="8398.605">27932 4937 30262,'0'0'849,"210"-80"-633,-75 32-160,-7 6-24,-16 5 16,-4 0-32,-18 5-16,-21 4-112,-22 5-456,-16 3-297,-7-3-735,-7 4-1361,-11 3-12170</inkml:trace>
  <inkml:trace contextRef="#ctx0" brushRef="#br0" timeOffset="8665.124">28833 4530 8458,'0'0'15571,"0"0"-12578,-89 92-1057,44-19-1040,-8 33-87,-13 33-281,-5 15-216,0-4-168,0-14-96,9-21-48,9-27-64,15-24-224,7-18-328,13-25-657,6-10-1415</inkml:trace>
  <inkml:trace contextRef="#ctx0" brushRef="#br0" timeOffset="8931.858">28364 5726 28686,'0'0'792,"0"145"-664,-2-95-128,-10 3-120,-6 25 40,0-11-1000,5-18-2689</inkml:trace>
  <inkml:trace contextRef="#ctx0" brushRef="#br0" timeOffset="8932.858">28405 5986 22445,'0'0'5273,"106"-108"-4177,-30 47-336,13-8-248,7 7-135,-2 4-225,2 5-152,-3 1-64,11-13-617,-26 12-1223,-21 9-21045</inkml:trace>
  <inkml:trace contextRef="#ctx0" brushRef="#br0" timeOffset="9182.083">29051 5290 28246,'0'0'1848,"-55"189"-1351,29-71-57,12-22-104,11-27 16,3-18-88,5-10-96,21-4-24,13-4-80,16-11-8,12-22-56,9-13-88,40-61-440,-18 5-800,-13-2-2025</inkml:trace>
  <inkml:trace contextRef="#ctx0" brushRef="#br0" timeOffset="9448.388">30052 4371 26926,'0'0'1624,"0"0"-1256,100 25-288,-51 0-80,-12-2-536,-15 0-2136</inkml:trace>
  <inkml:trace contextRef="#ctx0" brushRef="#br0" timeOffset="9701.363">29777 4915 28702,'0'0'1488,"0"0"-1424,0 0 8,151-53 97,-90 29 127,2 1-136,-4 7-160,2 16-128,-16 7-1121,-18 18-1143</inkml:trace>
  <inkml:trace contextRef="#ctx0" brushRef="#br0" timeOffset="9702.363">29836 5626 29086,'0'0'944,"0"0"-704,0 0-7,137-39 191,-60-4-104,5-10-184,3-5-72,-3-2-48,-5 2-16,9-11-264,-21 14-833,-18 11-1551</inkml:trace>
  <inkml:trace contextRef="#ctx0" brushRef="#br0" timeOffset="9981.165">30323 5313 29414,'-5'17'1037,"-16"55"-814,-1-5 39,3 1 0,4 1 0,2 1 0,3 0 0,3 7-262,6-76 10,1 1-1,0-1 0,0 1 1,-1 0-1,1-1 1,0 1-1,0-1 1,0 1-1,1 0 1,-1-1-1,0 1 0,0-1 1,1 1-1,-1-1 1,1 1-1,0-1 1,-1 1-1,1-1 0,0 1 1,0-1-1,0 0 1,0 1-1,0-1 1,0 0-1,0 0 0,0 0 1,1 0-1,-1 0 1,0 0-1,1 0 1,-1 0-1,1-1 1,-1 1-1,1 0 0,-1-1 1,1 1-1,-1-1 1,1 0-1,-1 0 1,1 1-1,0-1 0,-1 0 1,1 0-1,-1 0 1,1-1-1,0 1 1,-1 0-1,1 0 0,-1-1 1,1 1-1,-1-1 1,1 0-1,0 0-9,12-5 26,-1 0-1,0 0 0,0-2 1,0 0-1,-1 0 0,0-1 1,-1 0-1,0-1 0,0-1 1,-1 0-1,1-2-25,7-5 4,90-99-1460,-5-4 1,78-119 1455,-111 136-2482</inkml:trace>
  <inkml:trace contextRef="#ctx0" brushRef="#br0" timeOffset="10248.4">31002 4189 22005,'0'0'7601,"0"0"-7241,0 0-248,159 20-8,-84-20 249,7 0-209,5-6-144,30-25-281,-20 1-687,-17-2-1928</inkml:trace>
  <inkml:trace contextRef="#ctx0" brushRef="#br0" timeOffset="10498.674">31730 3949 28678,'0'0'984,"-51"95"-312,4 4-127,-23 46-81,-17 23-112,-9 7-128,-4-4-64,6-19-80,5-9-80,19-28-8,23-19-320,19-38-352,24-33-1449</inkml:trace>
  <inkml:trace contextRef="#ctx0" brushRef="#br0" timeOffset="10781.664">31383 4993 27398,'0'0'1464,"6"99"-728,-6-33-120,0 11-15,-14 1-225,-8-2-240,-5-2-80,0-3-32,-3-8-24,3-6 0,3-11-56,6-16-168,11-19-272,7-11-137,17-50-967,15-5 104,3-8-3185</inkml:trace>
  <inkml:trace contextRef="#ctx0" brushRef="#br0" timeOffset="11047.459">31646 4889 23317,'0'0'3007,"0"0"-1612,22-13-684,73-39-127,-93 50-553,0 1 0,1-1 0,-1 1 0,0-1 0,1 1-1,-1 0 1,1 0 0,0 0 0,-1 0 0,1 0 0,0 0 0,0 1 0,-1 0-1,1-1 1,0 1 0,0 0 0,0 0 0,-1 1 0,1-1 0,0 0 0,0 1-1,0 0 1,-1 0 0,1 0 0,-1 0 0,1 0 0,0 0 0,-1 0-1,0 1 1,1 0 0,-1-1 0,0 1 0,0 0 0,0 0 0,0 0 0,0 0-1,0 1 1,-1-1 0,1 0 0,-1 1 0,0-1 0,2 3-31,9 110 355,-12-99-248,0 245 997,0-250-1078,0 0-1,1 0 0,0 0 0,1 0 0,0-1 0,1 1 0,0-1 0,1 0 0,0 0 0,0 0 0,1 0 1,1-1-1,-1 1 0,2-1 0,-1-1 0,1 1 0,0-1 0,1-1 0,0 1 0,0-1 0,6 4-25,95 65 29,-82-60-28,-1 1 0,0 2 0,-2 1 0,0 1 0,-1 0 0,0 4-1,-19-21 0,-1-1 0,0 1-1,-1 0 1,1 0 0,-1 0 0,1 1 0,-1-1 0,-1 0-1,1 1 1,0 0 0,-1-1 0,0 1 0,0 0-1,-1-1 1,1 1 0,-1 0 0,0 0 0,0 0 0,-1-1-1,1 1 1,-1 0 0,0 0 0,-1-1 0,1 1 0,-1-1-1,0 1 1,0-1 0,0 0 0,0 1 0,-1-1-1,0 0 1,0-1 0,0 1 0,0 0 0,0-1 0,-1 0-1,0 0 1,0 1 0,-22 14-1,0-2 0,-1 0 0,0-2-1,-1-1 1,-1-1 0,0-1 0,-1-2 0,0-1-1,0-1 1,-1-1 0,-8-1 1,37-4 3,-1 0 1,1 0 0,-1-1-1,0 1 1,1 0-1,-1-1 1,0 0-1,0 0 1,1 0-1,-1 0 1,0 0-1,0 0 1,1 0-1,-1-1 1,0 0-1,1 1 1,-1-1-1,0 0 1,1 0-1,-1-1 1,1 1-1,0 0 1,-1-1 0,1 1-1,0-1 1,0 0-1,0 0 1,0 0-1,0 0 1,0 0-1,1 0 1,-1-1-1,1 1 1,-1 0-1,1-1 1,0 1-1,0-1 1,0 0-1,0 1 1,1-1-1,-1 0 1,1-1-4,1-11 9,1 0-1,1 1 1,0-1-1,2 0 1,-1 1-1,2 0 1,-1 0-1,2 0 1,0 1 0,1 0-1,0 0 1,1 1-1,0 0 1,1 1-1,0 0 1,1 0 0,0 1-1,1 1 1,4-3-9,37-28-111,1 2 0,2 3 0,2 2 0,0 3 0,2 3 0,2 2 0,0 3 0,1 2 0,29-3 111,1 0-1693</inkml:trace>
  <inkml:trace contextRef="#ctx0" brushRef="#br0" timeOffset="11048.459">32973 6131 29166,'0'0'0</inkml:trace>
  <inkml:trace contextRef="#ctx0" brushRef="#br0" timeOffset="33637.849">641 1700 23141,'0'0'3831,"0"0"-2732,-3 17-687,-8 116 446,32 630 578,-22-749-1429,0 1-1,-1-1 1,0 0-1,-1 0 1,-1 0-1,0 0 1,0 0-1,-2-1 1,0 1-1,0-2 0,-1 1 1,-1-1-1,0 0 1,-10 10-7,6-4-114,-2-2 0,0 0 0,-1-1 0,-1 0 0,0-1 0,-1-1-1,0-1 1,-1 0 0,0-1 0,-1-1 0,0-1 0,-1-1 0,0 0 0,0-1 0,-1-2 0,1 0 0,-4 0 114,-43 1-2475</inkml:trace>
  <inkml:trace contextRef="#ctx0" brushRef="#br0" timeOffset="33909.937">1 2262 26750,'0'0'1024,"0"0"-272,118-37-224,-60 26-224,7 2-176,8 6-104,39 3-24,-16 0-936,-10 0-2281</inkml:trace>
  <inkml:trace contextRef="#ctx0" brushRef="#br0" timeOffset="34176.325">1139 2341 26542,'0'0'1479,"0"0"-399,0 0-217,0 0-384,0 0-286,-1-17-153,-6-55-81,7 69 17,0 0 0,0 0 0,0 0 0,0 1 0,-1-1 1,1 0-1,-1 0 0,0 0 0,0 1 0,0-1 0,0 1 0,0-1 1,0 1-1,-1-1 0,1 1 0,-1-1 0,0 1 0,0 0 1,0 0-1,0 0 0,0 0 0,0 0 0,0 1 0,-1-1 1,1 1-1,-1-1 0,1 1 0,-1 0 0,1 0 0,-1 0 1,0 0-1,0 0 0,1 1 0,-1-1 0,0 1 0,0 0 0,0 0 1,1 0-1,-1 0 0,0 0 0,0 1 0,0-1 0,1 1 1,-1 0-1,0 0 0,0 0 0,1 0 0,-1 0 0,1 1 1,-1-1-1,1 1 0,0-1 0,0 1 0,-1 0 0,1 0 1,0 0 23,-3 4 4,0 1 1,0 0-1,0 0 1,1 0-1,0 1 1,0-1-1,1 1 1,0 0 0,0 0-1,1 0 1,0 0-1,1 0 1,-1 1-1,1-1 1,1 1-1,0-1 1,0 2-5,1-7-6,-1-1 0,1 0 0,0 1 0,-1-1 0,1 0 1,0 0-1,0 1 0,1-1 0,-1 0 0,0 0 0,1 0 0,-1-1 0,1 1 0,0 0 1,-1 0-1,1-1 0,0 1 0,0-1 0,0 0 0,0 1 0,1-1 0,-1 0 0,0 0 0,0 0 1,1-1-1,-1 1 0,0-1 0,1 1 0,-1-1 0,0 0 0,1 1 0,-1-1 0,2-1 6,86-5-1987,-36-9-2187</inkml:trace>
  <inkml:trace contextRef="#ctx0" brushRef="#br0" timeOffset="34427.888">1587 2223 24349,'0'0'1682,"0"0"-513,0 0-439,0 0-297,0 0-145,0 0-108,13 10-81,44 26-13,-55-35-82,-1-1 0,1 1 0,-1-1 0,1 0 0,0 1 0,-1-1 1,1 0-1,0 0 0,-1 0 0,1-1 0,0 1 0,-1 0 1,1 0-1,-1-1 0,1 1 0,0-1 0,-1 0 0,1 1 1,-1-1-1,0 0 0,1 0 0,-1 0 0,1 0 0,-1 0 1,0 0-1,0 0 0,0-1 0,0 1 0,0 0 0,0-1 0,0 1 1,0 0-1,0-1 0,0 0-4,5-7-17,10-7 966,42-45-3291,-50 51 1384,2 1 0,-1 1 0,1-1-1,0 1 1,1 1 0,0 0 0,0 1 0,0 0-1,1 0 1,0 1 0,0 1 0,1 0 0,-1 1-1,4-1 959,-13 4 402,-1 0 0,1 0-1,-1 0 1,1 0-1,-1 0 1,1 1 0,-1-1-1,0 1 1,1-1-1,-1 1 1,0 0-1,1 0 1,-1 0 0,0 0-1,0 0 1,0 1-1,0-1 1,0 1 0,0-1-1,0 1 1,-1 0-1,1-1 1,0 1 0,-1 0-1,0 0 1,1 0-1,-1 1 1,0-1-1,0 0 1,0 0 0,0 2-402,32 37 2327,-28-39-2304,1-1 0,-1 0 1,0 0-1,1 0 0,-1-1 0,0 0 0,1 0 1,-1 0-1,1 0 0,-1-1 0,0 0 1,1 0-1,-1-1 0,0 0 0,0 1 1,5-4-24,-8 4-9,50-22-1446,-1-4-3565</inkml:trace>
  <inkml:trace contextRef="#ctx0" brushRef="#br0" timeOffset="34609.192">778 3521 22797,'0'0'4105,"0"0"-3729,138-28-24,-21-7-32,35-13 128,14-3 64,11 3-272,-6 8-240,-49 15-392,-22 7-6209</inkml:trace>
  <inkml:trace contextRef="#ctx0" brushRef="#br0" timeOffset="34774.488">2582 3604 20220,'0'0'7874,"0"0"-7874,0 0-2008</inkml:trace>
  <inkml:trace contextRef="#ctx0" brushRef="#br0" timeOffset="35042.577">3201 3811 28454,'0'0'768,"0"0"-768,123 0-3408</inkml:trace>
  <inkml:trace contextRef="#ctx0" brushRef="#br0" timeOffset="36654.077">15272 3500 28846,'0'0'2185,"187"0"-1905,15 0-200,46-10-40,19 1 64,-10 9 96,-22 0-16,5 3-16,-14 10-56,-22-3-56,-30 4-32,-48-1-24,-41-3-16,-34 6-152,-28-3-384,-17-4-1473</inkml:trace>
  <inkml:trace contextRef="#ctx0" brushRef="#br0" timeOffset="37758.967">4349 339 27414,'0'0'1324,"0"0"-508,0 0-168,0 0-41,0 0-197,0 0-140,-6 0-87,-2 2-163,0 0 0,0 1 0,0 0 0,0 1-1,0 0 1,1 0 0,0 0 0,0 1 0,0 0 0,0 1 0,1 0-1,0 0 1,0 0 0,0 0 0,1 1 0,0 0 0,-2 5-20,-21 20 73,-39 34-8,4 3 1,2 2-1,4 3 0,3 3 1,3 1-1,4 3 0,-8 27-65,51-101 3,1 0 0,0 0 0,0 0 1,1 0-1,-1 1 0,2-1 0,-1 1 0,1 0 0,0-1 0,1 1 0,0 0 0,0 0 0,1-1 0,0 1 0,0 0 0,0-1 0,1 1 0,1-1 0,-1 1 1,1-1-1,0 0 0,1 0 0,0 0 0,0-1 0,0 1 0,1-1 0,3 4-3,16 11 2,0 0-1,2-2 1,0-1-1,1-2 1,0 0-1,2-2 1,16 7-2,-22-13 2,-2 1 0,1 1 1,-1 1-1,-1 0 0,0 2 1,0 1-1,-2 0 0,0 1 1,0 1-1,-2 1 0,0 0 0,0 1 1,-2 1-1,0 0 0,0 3-2,-5 4 3,-1 1-1,-2 0 0,0 0 1,-2 0-1,0 1 0,-2-1 0,-2 1 1,0 0-1,-2-1 0,0 1 1,-2-1-1,-2 0 0,0 0 1,-2 0-1,-2 4-2,-28 65 11,-4-2 0,-4-2 0,-4-3 0,-3-1 0,-5-3 0,-50 56-11,20-20-2,43-59 2,15-23 0,2 0 0,1 2 0,3 1 0,-18 42 0,40-81 0,0 0 0,1-1 0,-1 1 0,1 0 0,0 0 0,0 0 0,0 0 0,0 0 0,1 0 0,-1 0 0,1 0 0,0 1 0,0-1 0,0 0 0,0 0 0,0 0 0,1 0 0,-1 0 0,1 1 0,0-1 0,0 0 0,0 0 0,0-1 0,1 1 0,-1 0 0,1 0 0,0-1 0,0 1 0,-1-1 0,2 1 0,-1-1 0,0 0 0,0 0 0,1 0 0,-1 0 0,1 0 0,0 0 0,0-1 0,-1 0 0,1 1 0,0-1 0,0 0 0,0 0 0,0 0 0,0-1 0,2 1 0,187 36-24,-171-37 21,0 1-1,-1 1 0,1 0 0,0 2 0,-1 1 1,0 0-1,0 2 0,-1 0 0,1 1 0,-1 1 1,-1 1-1,0 0 0,0 1 0,-1 1 1,-1 1-1,0 1 0,13 14 4,-7 5 1,-2 2 0,-2 0 0,-1 2 0,-2-1 0,-1 2 0,-2 0 0,5 32-1,21 121 16,-9 0 1,-9 2 0,-7 1-1,-9-1 1,-11 41-17,6-25-2,-24 885 2,18-678 0,22-528-641,-8 25-1095</inkml:trace>
  <inkml:trace contextRef="#ctx0" brushRef="#br0" timeOffset="39067.427">5788 848 27014,'0'0'1211,"0"0"-562,0 0-118,0 0 22,0 0-22,0 0-20,0 24-108,0-13-360,1 8 15,-1 0 1,-2 0-1,0 0 0,0 0 0,-2 0 1,-1 0-1,0-1 0,-4 9-58,-103 227 464,111-253-464,1 1 0,-1-1 0,1 0 0,-1 0 0,1 1 0,0-1 0,-1 0 0,1 0 0,0 1 0,0-1 0,0 0 0,0 1 0,0-1 0,0 0 0,0 0 0,1 1 0,-1-1 0,0 0 0,1 1 0,-1-1 0,1 0 0,-1 0 0,1 0 0,0 0 0,-1 0 0,1 0 0,0 0 0,0 0 0,0 0 0,0 0 0,0 0 0,0 0 0,0 0 0,0-1 0,0 1 0,0 0 0,0-1 0,1 1 0,-1-1 0,0 1 0,0-1 0,1 0 0,-1 1 0,0-1 0,0 0 0,1 0 0,-1 0 0,1 0 0,33 1 1,0-1 0,0-2 0,0-2-1,0-1 1,-1-1 0,0-2 0,0-1-1,6-4 0,3 0-2,365-101-99,-329 104 81,-78 10 19,0 1-1,0-1 1,0 1-1,0 0 1,0 0 0,0 0-1,0-1 1,0 1 0,0 0-1,0 0 1,-1 0-1,1 0 1,0 1 0,-1-1-1,1 0 1,-1 0 0,1 0-1,-1 0 1,0 1 0,1-1-1,-1 0 1,0 0-1,0 1 1,0-1 0,0 0-1,0 1 1,0-1 0,0 0-1,0 0 1,0 1 0,-1-1-1,1 0 1,0 0-1,-1 0 1,1 1 0,-1-1-1,0 0 1,1 0 0,-2 1 1,-4 12 1,-1 0 0,-1 0 0,0 0 0,0-1 0,-2 0 1,0-1-1,0 0 0,-1-1 0,-12 10-1,1 2 7,-478 486 208,423-405-155,77-103-60,-1-1 0,1 1 0,0 0 0,-1 0 0,1-1 0,0 1 0,-1 0 0,1 0 0,0-1 1,0 1-1,0 0 0,0 0 0,0 0 0,0 0 0,0-1 0,0 1 0,0 0 0,0 0 0,0 0 1,0 0-1,1-1 0,-1 1 0,0 0 0,1 0 0,-1-1 0,0 1 0,1 0 0,-1 0 0,1-1 1,-1 1-1,1 0 0,-1-1 0,1 1 0,0-1 0,-1 1 0,1-1 0,0 1 0,-1-1 0,1 1 1,0-1-1,0 0 0,0 1 0,-1-1 0,1 0 0,0 0 0,0 0 0,0 0 0,-1 1 0,1-1 0,0 0 1,0 0-1,0-1 0,0 1 0,-1 0 0,2 0 0,20 1 0,0-1-1,0-2 1,0 0-1,0-1 1,-1-1 0,1-1-1,12-4 1,611-220-97,-529 208 60,-114 23 36,0-1 0,0 1 0,0-1 1,0 1-1,-1 0 0,1 0 0,0 0 1,-1 0-1,1 0 0,-1 0 1,0 0-1,0 1 0,0-1 0,0 0 1,0 1-1,0-1 0,-1 1 0,1-1 1,-1 1-1,0-1 0,1 1 0,-1-1 1,0 1-1,-1-1 0,1 1 0,0-1 1,-1 1-1,1-1 0,-1 1 1,0-1-1,0 1 0,0-1 0,0 0 1,0 0-1,0 1 0,-1-1 0,1 0 1,-1 0-1,0 0 0,0 0 1,-17 31 30,-1-1-1,-2 0 1,-1-2-1,-2-1 1,-6 6-30,-1 0 35,-110 124 105,-134 166-32,235-239-108,52-64 0,4-18 0,1-1 0,-1 0 0,0-2 0,1 0 0,-1 0 0,1-2 0,-1 0 0,0 0 0,1-2 0,-1 0 0,8-2 0,112-32 0,-2-6 0,-2-5 0,60-35 0,-154 67 0,69-30 0,213-78 0,-233 113 0,-77 38 0,-11-15 0,0 1 0,-1-1 0,-1 0 0,0 0 0,-1 0 0,0 0 0,-1-1 0,0 0 0,-1 0 0,0-1 0,-1 1 0,0-2 0,0 1 0,-7 4 0,6-3 0,-184 208 0,-76 56 0,55-59 0,-43 71 0,169-156 0,88-129 0,1 0 0,-1-1 0,0 1 0,0-1 0,1 1 0,-1-1 0,1 0 0,-1 1 0,1-1 0,0 1 0,0-1 0,-1 0 0,1 0 0,0 1 0,0-1 0,0 0 0,0 0 0,0 0 0,1 0 0,-1 0 0,0 0 0,0 0 0,1-1 0,-1 1 0,1 0 0,-1-1 0,0 1 0,1-1 0,-1 1 0,1-1 0,-1 0 0,1 0 0,-1 0 0,1 0 0,-1 0 0,1 0 0,-1 0 0,1 0 0,0 0 0,-1-1 0,0 1 0,1-1 0,-1 1 0,1-1 0,-1 1 0,1-1 0,-1 0 0,0 0 0,2 0 0,5 0 0,39-7 0,0-2 0,0-2 0,-1-2 0,0-1 0,-1-3 0,3-4 0,772-381 0,-677 351 0,-127 60 0,-32 45 0,-66 57 0,-800 849 0,716-742 0,143-163 0,23-52 0,0-1 0,0 1 0,1 0 0,-1-1 0,0 1 0,1 0 0,-1-1 0,1 1 0,-1-1 0,1 1 0,0-1 0,-1 1 0,1-1 0,0 1 0,0-1 0,0 0 0,0 0 0,1 1 0,-1-1 0,0 0 0,0 0 0,1 0 0,-1 0 0,1 0 0,-1-1 0,1 1 0,-1 0 0,1-1 0,-1 1 0,1-1 0,0 1 0,-1-1 0,1 0 0,0 1 0,-1-1 0,1 0 0,0 0 0,-1-1 0,1 1 0,0 0 0,-1 0 0,1-1 0,-1 1 0,1-1 0,0 1 0,-1-1 0,1 0 0,0 0 0,7 0 0,33-3 0,-1-3 0,0-1 0,-1-2 0,0-1 0,0-3 0,36-17 0,792-367 0,-668 333 0,-199 64 0,0 1 0,1-1 0,-1 1 0,0-1 0,0 1 0,0 0 0,1 0 0,-1-1 0,0 1 0,0 0 0,1 0 0,-1 0 0,0 1 0,0-1 0,1 0 0,-1 0 0,0 1 0,0-1 0,0 0 0,0 1 0,1-1 0,-1 1 0,0 0 0,0-1 0,0 1 0,0 0 0,0 0 0,0 0 0,0-1 0,-1 1 0,1 0 0,0 0 0,0 0 0,-1 0 0,1 1 0,-1-1 0,1 0 0,-1 0 0,1 0 0,-1 0 0,0 0 0,1 1 0,-1-1 0,0 0 0,0 0 0,0 1 0,0-1 0,0 0 0,0 0 0,0 1 0,0-1 0,-1 0 0,1 0 0,0 0 0,-1 1 0,1-1 0,-1 0 0,1 0 0,-1 0 0,0 0 0,0 0 0,1 0 0,-1 0 0,0 0 0,0 0 0,0 0 0,0 0 0,-13 28 0,0 0 0,-3 0 0,0-1 0,-1-1 0,-2-1 0,-13 13 0,7-7 0,-517 606 0,456-521 0,86-105 0,21-27-44,-19 14 35,41-37-526,8-16-1125</inkml:trace>
  <inkml:trace contextRef="#ctx0" brushRef="#br0" timeOffset="39558.87">5511 1509 17476,'24'-1'9144,"505"-62"-5650,1666-193-1739,-1935 230-1784,106 10 29,-274 23-1107,-79 4-1188</inkml:trace>
  <inkml:trace contextRef="#ctx0" brushRef="#br0" timeOffset="39824.285">5820 2214 30126,'202'-37'625,"61"-4"-473,18 4-104,19 5 88,14 6 152,-4 5 48,-13 1-88,-24 3-120,-36 2-48,-40 7-24,-58 2-56,-49 6 0,-43 0 0,-41 11-200,-6 7-488,-10 1-1953</inkml:trace>
  <inkml:trace contextRef="#ctx0" brushRef="#br0" timeOffset="40090.736">6401 3090 30142,'222'-10'649,"49"-19"-481,-12 1-112,-2 2 88,-6 3 48,-11 2 64,-15 3-8,-22 4-128,-52 5-80,-47 7-40,-43 2-80,-38 0-328,-46 23-889,-22 0-463,-28 2-8266</inkml:trace>
  <inkml:trace contextRef="#ctx0" brushRef="#br0" timeOffset="40287.621">5886 4027 30238,'181'-2'825,"53"-25"-609,50-10-144,5-5-32,-28 3 48,0 2 168,-10 2-24,-17 6-120,-30 6-64,-51 11-48,-49 7-24,-45 5-280,-37 10-368,-22 8-1281</inkml:trace>
  <inkml:trace contextRef="#ctx0" brushRef="#br0" timeOffset="40501.075">6788 4534 9322,'196'-25'21709,"43"-21"-21149,-5 0-472,-16 4-88,-18 6 0,-19 12 16,-24 10 40,-39 12-24,-38 2-32,-41 32-296,-27-1-1313,-12 5-327</inkml:trace>
  <inkml:trace contextRef="#ctx0" brushRef="#br0" timeOffset="40683.935">6911 5159 31047,'147'-35'728,"46"-9"-536,39-4-144,1 11 8,-23 18 0,6 10-56,4 9 0,-51 0-488,-32 9-1257</inkml:trace>
  <inkml:trace contextRef="#ctx0" brushRef="#br0" timeOffset="43073.649">4648 6534 26214,'0'0'1468,"0"0"-589,-21-6-364,-1-1-354,12 3-64,-1 0 1,0 1-1,0 0 0,0 1 1,0 0-1,-1 1 0,1 0 1,-1 1-1,1 0 0,0 1 1,-1 0-98,-8 4 89,0 1 0,0 1 0,1 1 0,0 1 0,0 0 0,1 1 1,1 1-1,-1 1 0,2 1 0,0 0 0,-12 12-89,-59 51 168,4 4-1,3 3 1,3 3-1,5 4 1,-7 18-168,-29 76 192,105-178-191,0 0 0,0 0 1,1 0-1,-1 1 1,1-1-1,1 1 1,-1 0-1,1 0 1,1-1-1,-1 1 1,1 0-1,0 0 0,0 0 1,1-1-1,0 1 1,0 0-1,1 0 1,0-1-1,0 1 1,0-1-1,1 0 0,0 0 1,0 0-1,1 0 1,0 0-1,0-1 1,0 1-1,0-1 1,1 0-1,0 0 1,0-1-1,0 1 0,1-1 1,5 3-2,12 5-32,1 0 1,0-1 0,1-1-1,0-1 1,1-2-1,9 2 32,-14-5-17,1 1-1,-1 1 0,-1 1 0,1 1 1,-1 1-1,-1 1 0,0 0 1,0 2-1,16 13 18,-29-19-1,0 1 1,-1-1-1,0 1 1,-1 1-1,1-1 1,-1 1 0,-1-1-1,0 1 1,0 0-1,0 0 1,-1 0-1,0 1 1,-1-1-1,1 1 1,-2-1-1,1 0 1,-1 1-1,-1 0 1,0 2 0,-34 158-3,-76 90 15,-13 49 9,119-281-20,2 1 0,1-1 0,2 1 0,0-1 0,2 1 0,0-1 0,2 1 0,2-1 0,0 0 0,2-1 1,0 1-1,2-2 0,7 14-1,8 31 1,18 54 25,-6 2-1,-6 1 1,-5 1 0,5 94-26,-15 87 118,-17 136-118,-12-220 0,19-232-57,56-141-1295,-26 43-1605</inkml:trace>
  <inkml:trace contextRef="#ctx0" brushRef="#br0" timeOffset="43407.467">5537 7253 30246,'289'-12'663,"0"-12"0,38-20-663,-124 18 313,1022-109 569,110 50-882,-844 79 0,-477 10-919,-19 1-1179</inkml:trace>
  <inkml:trace contextRef="#ctx0" brushRef="#br0" timeOffset="43656.542">5384 8483 31279,'228'-32'536,"60"-5"-536,3 1-40,7 3 40,4 10 160,-9 5 160,-22 9-96,-30 6-112,-36 3-48,-52 0 0,-49 0-24,-43 3-32,-32 6-8,-29 18-176,-6-1-632,-29 1-1353</inkml:trace>
  <inkml:trace contextRef="#ctx0" brushRef="#br0" timeOffset="43925.362">6613 9037 30495,'243'-7'672,"40"-8"-496,-22 6-112,-6 5 400,-7 4-96,-5 0-104,-13 11-80,-30 1-120,-49-3-64,-51 0 0,-47 3-184,-53 23-288,0 1-784,-33 1-1225</inkml:trace>
  <inkml:trace contextRef="#ctx0" brushRef="#br0" timeOffset="44189.542">6627 9946 2433,'194'-20'27917,"55"-17"-27164,48-4-433,-5 3 168,-44 11-64,-13 9-240,-19 4-112,-25 9-40,-27 5-32,-24 0-48,-26 12-168,-38 4-360,-25 0-1321</inkml:trace>
  <inkml:trace contextRef="#ctx0" brushRef="#br0" timeOffset="263681.717">28139 6831 28630,'0'0'1500,"0"0"-977,0 17-484,16 961 441,-16-937-487,3 87-115,-6 1 0,-6-1 0,-21 107 122,28-226-345,0-1 0,0 0 0,0 0 0,-1 0 0,0-1 0,-1 1 1,0-1-1,0 1 0,0-1 0,-1-1 0,0 1 0,-3 2 345,-11 7-7320</inkml:trace>
  <inkml:trace contextRef="#ctx0" brushRef="#br0" timeOffset="263968.822">27868 8011 22157,'-1'20'6228,"-1"47"-5344,2 0 1,4 0 0,7 41-885,-9-87 82,1-1 0,1 1 0,1-1 0,0 0 1,2 0-1,0-1 0,1 0 0,1 0 0,1-1 0,1 0 1,0 0-1,1-1 0,1-1 0,1 0 0,0-1 1,13 11-83,-22-24 8,-1 0 1,1 1 0,0-2 0,1 1 0,-1 0 0,0-1-1,0 0 1,1-1 0,-1 1 0,0-1 0,1 0 0,-1 0 0,1 0-1,-1-1 1,0 0 0,0 0 0,1 0 0,-1-1 0,0 0-1,0 0 1,0 0 0,0-1 0,-1 1 0,1-1 0,-1 0 0,1 0-1,-1-1 1,1-1-9,104-119 80,-93 103-79,42-55-482,-3-4 1,-4-1-1,18-44 481,-38 56-2298</inkml:trace>
  <inkml:trace contextRef="#ctx0" brushRef="#br0" timeOffset="264403.241">27448 9523 29838,'0'0'1170,"0"0"-837,19 5-209,214 46 751,-211-49-857,-2 1-1,1 0 0,0 2 0,-1 0 1,1 1-1,-2 1 0,1 1 0,-1 1 1,0 0-1,-1 2 0,0 0 0,0 1 1,-2 1-1,1 0 0,-2 1 1,0 1-1,0 1 0,-1 0 0,0 2-17,-7 3 2,-2-1 0,0 1-1,-1 0 1,-1 0 0,-1 0-1,-1 0 1,-1 1 0,-1-1-1,-1 0 1,-1 0 0,0 0-1,-2 0 1,0 0 0,-1-1 0,-1 0-1,-2 0 1,1-1 0,-2 0-1,-1 0 1,0-1 0,-1-1-1,-1 0 1,-9 9-2,-19 20-257,-1-2-1,-2-2 1,-2-1-1,-15 7 258,-7-10-685,22-54-2537,30-17-2975</inkml:trace>
  <inkml:trace contextRef="#ctx0" brushRef="#br0" timeOffset="264672.289">27646 9871 17236,'-19'119'12218,"-11"26"-11458,3 23-511,9-1-121,14-18 72,4-10 56,6-27-168,12-33-88,3-35-160,29-22-409,-5-10-319,2-12-824</inkml:trace>
  <inkml:trace contextRef="#ctx0" brushRef="#br0" timeOffset="264918.84">28663 9857 27230,'0'0'2302,"0"0"-1646,-23 27-548,18-22-105,-22 26 42,1 0-1,1 2 1,2 1-1,1 1 1,1 0 0,-7 23-45,13-23 85,2 1 0,1 0 1,2 1-1,2 0 0,1 1 1,2 0-1,2 0 0,1 0 1,2 0-1,3 24-85,-2-57 15,0 1 0,1-1 0,0 0 0,-1-1 0,2 1 1,-1 0-1,0 0 0,1-1 0,0 0 0,0 1 0,0-1 0,1 0 0,0-1 0,-1 1 0,1 0 0,0-1 0,1 0 0,-1 0 1,0 0-1,1-1 0,0 0 0,-1 1 0,1-2 0,0 1 0,0 0 0,0-1 0,1 0 0,2 0-15,6 1 16,0 0 1,-1-1-1,1 0 0,0-2 0,-1 1 0,1-2 1,0 0-1,-1 0 0,0-1 0,8-3-16,-3-3-22,1 0 0,-2-1 0,0 0 0,0-2 1,0 0-1,-2 0 0,8-9 22,-12 12-36,62-58-534,-14 5-789</inkml:trace>
  <inkml:trace contextRef="#ctx0" brushRef="#br0" timeOffset="265185.163">27177 11467 7706,'0'0'22348,"187"-43"-21747,33-10-417,51-8-8,23 1 184,-15 7 80,-30 10-256,-13 3-88,-10 4-96,-28-1-216,-55 11-464,-43 6-1625</inkml:trace>
  <inkml:trace contextRef="#ctx0" brushRef="#br0" timeOffset="265536.113">26814 9628 27382,'-4'120'3585,"4"51"-3321,0 45-200,10 20-32,10-16 8,5-3 128,9-7-56,1-21-80,-2-28-32,1-41-96,-9-46-112,7-42-448,-11-27-969,-9-6-5936</inkml:trace>
  <inkml:trace contextRef="#ctx0" brushRef="#br0" timeOffset="265935.239">27177 9371 26598,'29'0'1443,"514"-13"-3,-106-37-805,225-64-635,-342 40-542,-314 122 1920,2 118-614,54 795 278,11 148-3072,-63-1011-1380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0:25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19956,'0'0'10819,"0"0"-10819,0 0-1393</inkml:trace>
  <inkml:trace contextRef="#ctx0" brushRef="#br0" timeOffset="252.127">0 245 29958,'0'0'1121,"0"0"-1121,0 0-1721,0 0-3376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28:21.873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6893 2342 23005,'0'0'1240,"0"0"-920,-127 71 1825,72-41-1241,4-2-616,6-1-168,5-4-72,9 7-48,11-7-40,6-7-984</inkml:trace>
  <inkml:trace contextRef="#ctx0" brushRef="#br0" timeOffset="1177.413">7655 2439 27542,'0'0'871,"0"0"-382,-18 0-142,-306 12 1008,121 41-1308,3 10 0,2 8 0,3 8 0,5 9 0,3 8 1,-29 28-48,-331 185 88,439-230-74,3 5 0,4 5 1,4 4-1,5 4 1,-51 71-15,95-110 7,4 1 0,2 3 1,3 1-1,2 2 1,4 1-1,2 2 1,-10 36-8,14-31 52,3 1 0,3 0 0,4 2 1,2 0-1,5 1 0,-2 70-52,12-119 1,1 1 1,1-1-1,1 0 0,2 0 1,1 0-1,1 0 0,1-1 1,4 7-2,9 11-2,1 0 1,3-2-1,1-1 1,3-1-1,1-1 1,2-2-1,1-1 0,2-2 1,1-1-1,2-2 1,2-1-1,2-1 2,73 45-6,3-5-1,3-6 0,102 39 7,-13-19 1,3-9 1,160 32-2,-190-59 17,169 43 20,76-3-37,-15-31 11,2-18 0,247-14-11,-477-27 0,-1-8 1,32-11-1,1054-190 212,-582 89-199,1178-168 54,-1529 240-65,-3-14 0,185-67-2,-277 52-977,194-94 977,-347 130-1601</inkml:trace>
  <inkml:trace contextRef="#ctx0" brushRef="#br0" timeOffset="2464.218">8629 2415 23125,'0'0'1283,"0"0"277,0 0 47,0 0-735,0 0-411,-8-15-233,-22-47-103,29 61-115,1 0 0,-1 0 0,1 0 0,-1 0 0,1 0 0,-1 0 0,1-1 0,-1 1 1,1 0-1,0 0 0,0 0 0,-1 0 0,1-1 0,0 1 0,0 0 0,0 0 0,1 0 0,-1 0 0,0-1 0,0 1 0,0 0 0,1 0 0,-1 0 1,1 0-1,-1 0 0,1 0 0,-1 0 0,1 0 0,0 0 0,-1 0 0,1 0 0,0 0 0,0 0 0,0 0 0,0 1 0,0-1 0,0 0 1,0 1-1,0-1 0,0 0 0,0 1 0,0-1 0,0 1 0,0 0 0,1-1-10,5-2 91,24-12 45,0 1 0,1 2 0,0 1-1,1 2 1,0 1 0,28-2-136,-21 2 56,668-129 296,323-4-352,624 66 39,-1286 67-19,328 5 74,-442 28-47,-1 10 0,-2 12 0,-2 11 0,127 50-47,-274-78 38,94 26-9,-3 9 1,14 14-30,-133-45 20,-1 2 1,-1 4-1,-3 3 0,-1 2 1,-3 4-1,42 40-20,-64-49 6,-2 1 0,-1 3 1,-3 1-1,-1 2 0,-3 1 0,-2 2 0,-2 1 1,-2 1-1,-2 1 0,-3 2 0,-2 1 0,-3 0 1,-2 1-1,-2 5-6,3 41 42,-5 2 0,-4-1 1,-4 1-1,-6 16-42,-3-83 38,-2-1 0,-2 0 0,-1-1 0,-1 0-1,-2-1 1,-2 0 0,-1-1 0,-5 4-38,-16 24 45,-3-3 0,-3-2-1,-2-1 1,-2-2 0,-3-3 0,-2-1 0,-18 10-45,35-28 1,-87 81 12,-6-6 0,-3-5 1,-6-7-1,-3-5 0,-4-6 1,-86 33-14,-34-6-442,-5-11 0,-3-12 0,-20-8 442,152-49-1778</inkml:trace>
  <inkml:trace contextRef="#ctx0" brushRef="#br0" timeOffset="3573.044">10356 385 23669,'0'0'1134,"0"0"-656,0 0-302,-1 18 185,-12 112 1706,-49 322 109,14 179-925,27 267-1251,38-500 336,20 21-336,14 278 92,-46 588-1,-6-1052 39,22 789 475,-16-945-594,45 614 36,39 55-47,132 698 71,124 430-96,-292-1672-773,-48-231-992,-16-26-3533,-8-16-13731</inkml:trace>
  <inkml:trace contextRef="#ctx0" brushRef="#br0" timeOffset="4563.207">10241 3807 2825,'0'0'21228,"0"0"-16536,0 0-4471,0 0-147,0 0-9,0 0 12,11 16-1,36 50-20,-45-64-51,-1 1-1,0-1 1,0 0 0,0 0-1,0 1 1,-1-1-1,1 1 1,-1-1-1,1 1 1,-1-1 0,0 1-1,0-1 1,0 1-1,0-1 1,0 1-1,-1-1 1,1 1 0,-1-1-1,0 1 1,1-1-1,-1 0 1,0 1 0,0-1-1,-1 0 1,1 0-1,0 1 1,-1-1-1,0-1 1,1 1 0,-1 0-1,0 0 1,0 0-1,0-1 1,0 1-1,0-1 1,0 0 0,0 1-1,-1-1 1,1 0-1,-1 0-4,-2 2 19,-17 11 76,-2 0 0,1-2 0,-1-1 0,-1-1 0,0-1 1,-1-1-1,1-1 0,-1-1 0,-1-2 0,1-1 1,-7 0-96,32-4 5,1 0 0,-1 0 0,1 0 0,-1 0 0,1 0 0,-1 0 0,1 0 1,-1 0-1,1-1 0,0 1 0,0 0 0,-1 0 0,1 0 0,0 0 0,0-1 0,0 1 1,1 0-1,-1 0 0,0 0 0,0 0 0,1-1 0,-1 1 0,0 0 0,1 0 1,-1 0-1,1 0 0,-1 0 0,1 0 0,0 0 0,0 0 0,-1 0 0,1 0 1,0 0-1,0 1 0,0-1 0,0 0 0,0 0 0,0 1 0,0-1 0,0 1 1,0-1-1,0 1 0,0-1 0,1 1-5,20-17-5,1 1 1,1 2-1,0 0 0,1 2 1,0 0-1,1 2 1,0 1-1,1 1 0,0 1 1,0 1-1,0 2 1,1 0-1,20 2 5,-47 2 2,0 0 1,0 0-1,-1 1 0,1-1 1,0 0-1,0 1 0,0-1 1,-1 0-1,1 1 1,0-1-1,-1 1 0,1 0 1,0-1-1,-1 1 0,1 0 1,-1-1-1,1 1 0,-1 0 1,1-1-1,-1 1 1,1 0-1,-1 0 0,0 0 1,1-1-1,-1 1 0,0 0 1,0 0-1,0 0 0,0 0 1,0-1-1,0 1 1,0 0-1,0 0 0,0 0 1,0 0-1,0 0 0,0 0 1,-1-1-1,1 1 1,0 0-1,-1 0 0,1 0 1,0-1-1,-1 1 0,1 0 1,-1-1-1,1 1 0,-1 0 1,0-1-1,1 1 1,-1 0-1,0-1 0,0 1-2,-116 83 533,104-77-499,-12 7 40,-1 0 0,-1-2-1,0 0 1,-1-2 0,0-1 0,-22 3-74,50-12 5,1 0 1,0-1 0,-1 1-1,1 0 1,-1-1-1,1 1 1,-1-1 0,1 1-1,-1-1 1,1 1-1,-1-1 1,1 0 0,-1 1-1,0-1 1,1 1-1,-1-1 1,0 0 0,1 1-1,-1-1 1,0 0-1,0 0 1,0 1 0,0-1-1,0 0 1,0 1-1,0-1 1,0 0 0,0 0-1,0 1 1,0-1-1,0 0 1,0 1 0,-1-1-1,1 0 1,0 1-1,0-1 1,-1 0 0,1 1-1,-1-1 1,1 0-1,0 1 1,-1-1 0,1 1-1,-1-1 1,1 1-1,-1-1 1,0 1 0,1 0-1,-1-1 1,1 1-1,-1-1 1,0 1 0,1 0-1,-1 0 1,0-1-1,1 1 1,-1 0 0,0 0-1,0 0 1,1 0-1,-1 0 1,0 0 0,1 0-1,-1 0 1,0 0-1,0 0 1,1 0 0,-1 1-1,0-1 1,1 0-6,14-15 1,1 0 0,0 1 0,1 1 0,1 0 0,0 1-1,1 1 1,0 1 0,0 0 0,1 1 0,8-1-1,101-15 0,-126 25 0,0 0 0,0 1-1,0-1 1,0 1 0,-1 0 0,1 0-1,0 0 1,0 0 0,-1 0 0,1 0-1,0 0 1,-1 0 0,1 1-1,-1-1 1,0 1 0,1-1 0,-1 1-1,0-1 1,0 1 0,0 0 0,0 0-1,0-1 1,0 1 0,-1 0-1,1 0 1,-1 0 0,1 0 0,-1 0-1,0 0 1,1 0 0,-1 0 0,0 0-1,0 0 1,-1 0 0,1 0-1,0 0 1,-1 0 0,1 0 0,-1-1-1,1 1 1,-1 0 0,0 0 0,0 0-1,0-1 1,0 1 0,0 0-1,0-1 1,-1 1 0,1-1 0,0 1-1,-1-1 1,1 0 0,-1 1 0,0-1-1,1 0 1,-1 0 0,0 0-1,0 0 1,-1 0 0,-15 12 16,1 0 0,-2-1 0,0-1 0,0-1 0,-1-1 0,0 0 0,-1-1-1,0-2 1,0 0 0,0-1 0,-1-1 0,1-1 0,-8-1-16,29-8-20,131-14-1200,-102 18-1157</inkml:trace>
  <inkml:trace contextRef="#ctx0" brushRef="#br0" timeOffset="6392.116">11968 1144 7202,'0'0'16510,"0"0"-12497,-2 15-3488,-10 103 250,40 370 888,-24-319-1371,43 743 1023,16-419-854,-63-493-460,0 0-1,1-1 1,-1 1-1,0 0 1,1 0-1,-1 0 1,0 0-1,1 0 1,-1 0-1,0 0 0,1 0 1,-1 0-1,0-1 1,1 1-1,-1 0 1,0 1-1,1-1 1,-1 0-1,0 0 1,1 0-1,-1 0 1,0 0-1,1 0 0,43-402-2147,-31 289-411</inkml:trace>
  <inkml:trace contextRef="#ctx0" brushRef="#br0" timeOffset="7004.152">12113 948 18076,'0'0'7946,"0"0"-5829,0 0-1474,0 0-33,20 2-28,132 5 196,326-47-301,-323 21-401,85-8 37,831-76-35,372-45 190,-1126 113-74,314 6-194,1174 29 432,-1651-9-446,-146 5-600,-32 1-794,-12 0-1852</inkml:trace>
  <inkml:trace contextRef="#ctx0" brushRef="#br0" timeOffset="8050.791">11970 1812 20140,'0'0'6090,"0"0"-4197,0 0-1301,0 0-86,23-9-51,311-103 473,70 32-288,212-8-640,-156 25 191,-149 16-126,269-43 13,2 26 1,4 26-79,-124 36 230,170 32-230,-451-15 32,709 35 177,-791-49-172,-21 1-10,-1-3 1,0-3-1,42-10-27,-95-1-64,-58 1-343,-21 2-993,-12-2-1730</inkml:trace>
  <inkml:trace contextRef="#ctx0" brushRef="#br0" timeOffset="8738.35">12539 1667 10802,'0'0'14011,"0"0"-10313,0 0-2889,0 0-295,0 0-198,0 0-72,-11 15-21,-69 113 213,-8 64-150,8 3 0,9 4-1,9 3 1,8 2-1,9 2 1,-4 99-286,36 124 0,13-429 0,-1 1 0,1-1 0,0 1 0,-1-1 0,1 1 0,0 0 0,0-1 0,-1 1 0,1-1 0,0 1 0,0 0 0,0-1 0,0 1 0,0-1 0,0 1 0,0 0 0,0-1 0,0 1 0,0 0 0,0-1 0,0 1 0,0-1 0,0 1 0,0 0 0,1-1 0,-1 1 0,0-1 0,1 1 0,-1-1 0,0 1 0,1-1 0,-1 1 0,0-1 0,1 1 0,-1-1 0,1 1 0,-1-1 0,1 0 0,-1 1 0,1-1 0,-1 0 0,1 1 0,0-1 0,-1 0 0,1 0 0,-1 0 0,1 1 0,0-1 0,-1 0 0,1 0 0,0 0 0,-1 0 0,1 0 0,-1 0 0,1 0 0,0 0 0,-1 0 0,1-1 0,-1 1 0,1 0 0,0 0 0,-1-1 0,1 1 0,-1 0 0,1 0 0,-1-1 0,1 1 0,0-1 0,28-36-9,-26 33 6,32-51-317,-3-7-1052</inkml:trace>
  <inkml:trace contextRef="#ctx0" brushRef="#br0" timeOffset="9448.159">12051 3167 15539,'0'0'10519,"0"0"-7649,0 0-2228,0 0-170,-11 21-78,-34 70-75,40-80-278,0 0 0,1 0 1,0 0-1,1 1 1,0 0-1,1 0 0,1 0 1,-1 0-1,2 0 0,0 0 1,0 0-1,2 6-41,-1-6 20,-1-8-17,0 0 0,0 0 1,1-1-1,-1 1 1,1 0-1,0-1 0,0 1 1,0-1-1,1 1 1,-1-1-1,1 0 0,0 1 1,0-1-1,0 0 0,0 0 1,1 0-1,-1-1 1,1 1-1,-1 0 0,1-1 1,0 0-1,0 1 1,0-1-1,0-1 0,1 1 1,-1 0-1,1-1 0,-1 1 1,1-1-1,-1 0 1,1-1-1,-1 1 0,1 0 1,0-1-1,0 0 1,-1 0-1,1 0 0,0 0 1,3-1-4,-4-3 8,1 0 1,-1 0 0,0-1 0,0 1-1,-1-1 1,0 1 0,1-1-1,-1 0 1,-1 0 0,1 0-1,-1 0 1,0 0 0,0 0 0,0 0-1,-1 0 1,0-1 0,0 1-1,0 0 1,-1 0 0,0-5-9,1 1 14,1 5-6,0 1 0,0-1 0,-1 1 0,1-1 0,-1 0 0,0 1 1,1-1-1,-2 1 0,1-1 0,0 0 0,-1 1 0,1-1 0,-1 1 0,0-1 0,-1 1 1,1 0-1,0-1 0,-1 1 0,0 0 0,0 0 0,0 0 0,0 0 0,0 0 0,0 0 1,-1 1-1,0-1 0,1 1 0,-1 0 0,0 0 0,0 0 0,0 0 0,0 0 0,-1 0 1,1 1-1,0 0 0,-1 0 0,1 0 0,-1 0 0,1 0 0,-1 1 0,1-1 0,-1 1 1,0 0-1,1 0 0,-1 0 0,1 1 0,-1-1 0,0 1-8,-4 4 5,0 0-1,0 1 1,0 0 0,1 0-1,0 0 1,0 1 0,0 0-1,1 1 1,0 0 0,1 0-1,0 0 1,0 0-1,1 1 1,0 0 0,0-1-1,1 2 1,0-1 0,0 0-1,1 1 1,1-1 0,0 1-1,0-1 1,0 1 0,1 0-1,1 4-4,-1-12 1,0 0-1,0-1 1,1 1-1,-1 0 0,0-1 1,1 1-1,-1 0 1,1-1-1,0 1 1,-1 0-1,1-1 1,0 1-1,0-1 0,0 1 1,0-1-1,0 0 1,0 1-1,0-1 1,1 0-1,-1 0 1,0 0-1,1 0 1,-1 0-1,1 0 0,-1 0 1,1 0-1,-1-1 1,1 1-1,0-1 1,-1 1-1,1-1 1,0 1-1,-1-1 0,1 0 1,0 0-1,0 0 1,-1 0-1,1 0 1,0 0-1,0-1 1,-1 1-1,1 0 1,0-1-1,-1 0 0,1 1 0,73-38 22,-62 27-20,0-2 0,-1 0 0,-1 0 0,0-1 1,0-1-1,-2 1 0,1-2 0,-2 1 1,4-11-3,-12 26 1,1-1 0,-1 1 0,1 0 1,-1-1-1,0 1 0,1-1 1,-1 1-1,1-1 0,-1 1 1,0-1-1,0 1 0,1-1 1,-1 1-1,0-1 0,0 1 0,1-1 1,-1 0-1,0 1 0,0-1 1,0 1-1,0-1 0,0 1 1,0-1-1,0 0 0,0 1 1,0-1-1,0 1 0,-1-1 0,1 0 1,0 1-1,0-1 0,0 1 1,-1-1-1,1 1 0,0-1 1,-1 1-1,1-1 0,0 1 1,-1-1-1,1 1 0,-1 0 1,1-1-1,-1 1 0,1-1 0,-1 1 1,1 0-1,-1 0 0,1-1 1,-1 1-1,1 0 0,-1 0 1,1-1-1,-1 1 0,0 0 1,1 0-1,-1 0 0,1 0 0,-1 0 1,0 0-1,1 0 0,-1 0 1,1 0-1,-1 0 0,1 1 1,-1-1-1,0 0 0,1 0 1,-1 0-1,1 1 0,-1-1-1,-38 22 79,29-16-105,1 0 0,0 0 0,0 1 0,1 0 0,0 0 1,0 1-1,1 0 0,0 1 0,0-1 0,1 1 0,0 1 0,0-1 0,1 1 0,1 0 0,-1 0 0,2 1 0,-1-1 0,2 1 0,-1-1 0,1 1 0,1 0 0,0 0 0,1 0 0,0 0 26,9 14-2179</inkml:trace>
  <inkml:trace contextRef="#ctx0" brushRef="#br0" timeOffset="10498.733">21103 692 25021,'0'0'4368,"0"0"-2960,0 0-1020,-21-4-81,-125-18 425,64 25-670,-1 4 1,1 3-1,1 4 0,0 4 0,2 3 1,-64 26-63,-45 11 44,4 8 0,-163 84-44,338-146 19,-83 63 43,112-55-62,68-8 0,0-5 0,-1-4 0,19-5 0,40-3 0,632-20-32,-760 32-442,-1-1 0,1 0 0,-1-1 0,0-1-1,1-1 1,-2 0 0,1-1 0,8-5 474,9-9-7689</inkml:trace>
  <inkml:trace contextRef="#ctx0" brushRef="#br0" timeOffset="11143.158">20608 830 18620,'0'0'1932,"0"0"2759,0 0-2456,0 0-1250,0 0-214,0 0-104,17-2-48,219-14 430,1085-75-87,-483 15-994,-823 74-63,-2 1-86,-1 0 0,1-1 1,-1 0-1,0-1 0,0 0 0,0-1 0,0 0 1,0-1-1,-1 0 0,0-1 0,0 0 0,4-4 181,1-9-4348</inkml:trace>
  <inkml:trace contextRef="#ctx0" brushRef="#br0" timeOffset="11444.689">23090 141 29182,'0'0'758,"30"9"-401,384 112 693,-12-13-323,-353-85-532,-48-23-194,0 0 0,0 1-1,0-1 1,-1 1 0,1-1 0,0 1 0,0-1 0,0 1 0,-1 0 0,1-1 0,0 1 0,0 0 0,-1 0 0,1 0 0,-1-1 0,1 1 0,-1 0 0,1 0 0,-1 0 0,1 0-1,-1 0 1,0 0 0,0 0 0,1 0 0,-1 0 0,0 0 0,0 0 0,0 0 0,0 0 0,0 0 0,0 0 0,0 0 0,-1 0 0,1 0 0,0 0 0,-1 0 0,1 0 0,0 0-1,-1 0 1,1 0 0,-1 0 0,1-1 0,-1 1 0,0 0 0,1 0 0,-1-1 0,0 1 0,0 0 0,0 0-1,-57 28 31,-588 197 122,54-6-490,368-135-730</inkml:trace>
  <inkml:trace contextRef="#ctx0" brushRef="#br0" timeOffset="13273.629">6530 4809 21061,'0'0'6624,"0"0"-4803,0 0-1462,0 0-218,0 0-42,0 2 116,49 58 428,12 0-589,3-3 1,3-2 0,2-4 0,2-2 0,2-4 0,2-3 0,2-3-1,1-4 1,2-3 0,1-4 0,2-3 0,0-4 0,1-3 0,1-4-1,53 0-54,117-2 38,210-19-38,-146-19-11,-1-15 1,234-63 10,611-196-13,-715 173-528,214-100 541,-603 204-435,-2-1 0,0-4 1,-2-1-1,-1-4 0,26-20 435,-31 8-2260</inkml:trace>
  <inkml:trace contextRef="#ctx0" brushRef="#br0" timeOffset="13645.526">11707 4148 25557,'0'0'3433,"26"0"-2533,226-12-520,310-53 583,-443 66-941,-117 0-19,-1 1 1,0-1-1,0 1 1,0 0-1,0 0 1,-1-1-1,1 1 1,0 0-1,-1 0 1,1 0-1,-1 0 0,0 0 1,1 0-1,-1 0 1,0 0-1,0 0 1,-1 0-1,1 0 1,0 0-1,0 0 1,-1-1-1,0 1 1,1 0-1,-1 0 1,0 0-1,0 0 1,0-1-1,0 1 1,0 0-1,0-1 1,-1 2-4,-93 112 332,-213 194-266,-58 26-66,181-176-1245,24-35-2689</inkml:trace>
  <inkml:trace contextRef="#ctx0" brushRef="#br0" timeOffset="21772.416">21653 7659 25333,'0'0'2801,"0"0"-1929,0 0-641,0 0-75,0 0 11,-11-14 31,-34-43-34,42 54-156,0 0-1,0 1 1,0-1-1,0 1 1,0 0-1,0 0 1,0 0-1,-1 1 1,1-1-1,-1 1 1,1 0-1,-1 0 1,0 0 0,1 0-1,-1 1 1,0-1-1,0 1 1,0 0-1,1 0 1,-1 0-1,0 1 1,0-1-1,1 1 1,-1 0-1,0 0 1,1 0-1,-3 2-7,-9 3 5,0 1 0,0 0 1,1 1-1,0 1 0,0 1 0,1-1 0,0 2 1,1 0-1,0 1-5,-57 55 1,2 2 0,3 3 1,4 3-1,-10 22-1,48-69 5,1 2 0,1 0 0,2 1 1,1 1-1,1 1 0,2 0 0,2 1 0,1 1 0,1 0 0,2 0 0,1 1 0,1 7-5,6-38 0,0 0-1,-1 0 1,2 0-1,-1-1 1,0 1-1,1 0 1,0 0-1,0 0 0,1-1 1,-1 1-1,1 0 1,0-1-1,0 0 1,1 1-1,-1-1 1,1 0-1,0 0 0,0 0 1,0-1-1,0 1 1,1-1-1,0 0 1,-1 0-1,1 0 0,0 0 1,1-1-1,-1 1 1,0-1-1,1 0 1,-1 0-1,3 0 1,16 3-1,1 0 0,1-1-1,-1-2 1,0 0 0,1-2 0,-1-1-1,1 0 1,-1-2 0,0-1 0,0-1-1,0-1 1,-1-1 0,0-1-1,0-1 1,0-1 0,-2-1 0,1 0-1,8-8 2,5-2 3,-2-1 0,0-1 0,-1-2 0,-2-1 0,0-2 0,-2-1-1,-1-1 1,-2-1 0,-1-1 0,-1-1 0,-2-2 0,-1 0 0,-2-1-1,7-19-2,-22 47 2,0-1 0,0 1 0,-1-1 0,0 1 0,0-1-1,-1 0 1,0 0 0,-1 0 0,0 0 0,-1 1 0,1-1-1,-1 0 1,-1 0 0,0 0 0,0 1 0,-1-1 0,0 1-1,0 0 1,-1 0 0,0 0 0,-1 0 0,0 1 0,0-1-1,-2-1-1,-17-12 13,-1 0 0,0 2-1,-2 0 1,0 2 0,-2 1-1,1 2 1,-2 0-1,0 2 1,0 2 0,-1 0-1,0 2 1,-1 1 0,0 2-1,0 1 1,-15 1-13,-57-13-715,86 6-1560,15-2-5459</inkml:trace>
  <inkml:trace contextRef="#ctx0" brushRef="#br0" timeOffset="23223.559">21340 7447 26886,'-70'76'209,"2"3"0,5 3-1,3 3 1,3 2 0,5 3 0,3 2 0,5 2 0,-12 42-209,45-101 122,1 0-1,2 0 1,2 1 0,1-1 0,2 1 0,1 0 0,2 1 0,3 21-122,-1-44 11,-1 1 0,2-1 0,-1 0 0,2 0 0,0 0 0,1 0 0,0-1 0,1 1 0,1-1 0,0-1 0,1 1 0,0-1 0,0-1 0,2 1 0,-1-2 0,1 1 0,1-1 0,0-1 0,0 0 0,1 0 0,0-1 0,6 2-11,6-1-19,1-2 0,0 0 0,0-2 0,0 0-1,1-2 1,0-1 0,-1-1 0,1-1 0,0-2-1,0 0 1,-1-1 0,0-2 0,1-1-1,-1-1 1,-1-1 0,0-1 0,0-1 0,-1-1-1,0-1 1,1-2 19,51-31-1,-2-2 1,-2-5-1,-2-2 0,-3-3 0,-2-3 0,-3-2 1,-3-4-1,-3-1 0,-2-3 0,1-11 1,-26 38 5,-3 0-1,-2-2 0,-1 0 0,-3-1 1,-1-2-1,-3 1 0,-2-2 1,-1-6-5,-7 32 3,-1 0-1,-2-1 1,0 1 0,-2-1 0,0 0 0,-2 1 0,-1-1 0,0 1 0,-2 0 0,-1 0 0,0 0 0,-2 0-1,-1 1 1,0 1 0,-2-1 0,0 2 0,-1 0 0,-2-1-3,-5 0 8,0 2 1,-1 0-1,-1 1 0,0 1 0,-2 1 1,0 1-1,0 1 0,-2 1 1,1 1-1,-2 1 0,1 1 0,-1 2 1,-1 0-1,0 2 0,0 1 1,0 1-1,0 1 0,-1 1 1,1 2-1,-1 1 0,1 1 0,0 1 1,0 2-1,0 0 0,0 2 1,1 1-1,0 1 0,0 1 0,1 2 1,1 0-1,0 1 0,-18 14-8,-14 11 1,2 2 1,2 3-1,2 2 0,1 2 0,3 2 0,2 3 0,2 1 0,3 1 0,2 3 0,2 1 0,-1 10-1,20-36 6,2 0-1,1 1 1,1 0-1,3 1 1,0 1-1,2-1 1,1 8-6,4-26 8,0-1-1,2 1 1,0-1-1,1 0 1,0 1 0,1-1-1,1 0 1,0 0-1,1 0 1,1 0 0,0-1-1,1 0 1,0 0 0,2 0-1,-1-1 1,2 0-1,6 8-7,-2-7 2,1 0-1,0-1 1,1-1-1,1 0 0,0-1 1,1-1-1,0 0 0,0-1 1,1-1-1,0-1 1,0 0-1,1-2 0,0 0 1,0-1-1,0 0 0,0-2 1,13 0-2,0-1-5,-1-1 1,1-2 0,-1-1-1,1-1 1,-1-2 0,-1-1-1,1-1 1,-1-2 0,-1-1-1,19-11 5,12-9 4,-1-3 0,-2-2 0,-2-3 0,-1-3 0,-2-1 0,-2-3 0,-2-2 0,-3-2 0,-1-2-1,-3-2 1,-2-1 0,-3-3 0,-2 0 0,20-51-4,-44 85 1,0-1-1,-1 0 1,-2-1-1,-1 0 1,0 0-1,-2 0 1,-1 0-1,-2-1 1,0 0-1,-3-22 0,-1 41 3,0-1 0,0 1 0,0 0-1,-1 0 1,-1 0 0,0 1-1,0-1 1,0 1 0,0 0 0,-1 1-1,-1-1 1,1 1 0,-1 1-1,0-1 1,0 1 0,0 0 0,-1 0-1,0 1 1,0 0 0,0 1-1,0 0 1,-1 0 0,1 1 0,-1 0-1,0 0 1,0 1 0,-6-1-3,-21-4 3,-1 1 1,1 1-1,-1 3 0,0 0 1,0 3-1,1 1 1,-1 1-1,1 3 1,0 0-1,0 3 0,1 1 1,1 1-1,0 2 1,-21 12-4,-4 8 2,1 2 1,2 3 0,2 3-1,2 1 1,1 3 0,3 3-1,1 1 1,3 2 0,3 2-1,1 2 1,3 1 0,-11 28-3,33-56 22,1 1 0,2 0 1,0 1-1,3 0 0,0 0 1,2 1-1,1 0 0,-1 32-22,6-49 10,1 1-1,0 0 0,2 0 1,-1 0-1,2-1 0,0 1 1,1-1-1,0 0 0,2 0 1,-1 0-1,2 0 0,0-1 1,1 0-1,0-1 0,1 0 1,0 0-1,1-1 1,12 12-10,-5-10-7,1 0 1,0-1 0,1-1 0,0 0 0,1-2-1,1 0 1,-1-1 0,1-2 0,1 0 0,0-1-1,0-1 1,0-1 0,0-1 0,0-1 0,1 0-1,0-2 1,5-2 6,20-1-18,-1-2-1,0-2 1,0-2-1,-1-2 1,0-2-1,-1-2 1,32-16 18,-25 8-23,-1-2-1,-1-3 1,-1-1 0,-2-3 0,-1-2 0,-1-2-1,-2-1 1,-2-3 0,-1-1 0,-3-2 0,-1-1 0,-2-2-1,19-35 24,-44 63-37,0-1 0,-1 0 0,-1 0 0,-1 0 0,-1-1-1,0 1 1,-1-1 0,-1-7 37,-2 21-2,-1 1-1,0-1 1,-1 0-1,1 1 1,-1-1 0,0 0-1,-1 1 1,1-1 0,-1 1-1,0 0 1,-1 0-1,1-1 1,-1 1 0,0 1-1,0-1 1,0 0 0,-1 1-1,0-1 1,0 1-1,0 0 1,0 1 0,-1-1-1,1 1 1,-1-1-1,0 2 1,0-1 0,-5-2 2,-158-40-20,126 40 19,0 2 0,0 2 1,0 2-1,1 1 0,-1 3 0,0 1 1,1 2-1,0 2 0,1 2 0,0 1 1,1 2-1,0 2 0,1 2 0,2 1 1,0 1-1,1 3 0,1 0 0,1 3 0,1 0 1,2 2-1,-8 11 1,18-20 25,1 2 1,1 0-1,1 1 0,1 1 1,1 0-1,1 2 0,1-1 1,2 1-1,0 1 0,2 0 1,1 1-1,1-1 0,1 1 1,2 1-1,0-1 0,2 4-25,3-25 0,-1 1 0,2-1-1,-1 0 1,1 0 0,0 0 0,0 0-1,0 0 1,1-1 0,1 1-1,-1-1 1,1 1 0,0-1-1,0 0 1,1-1 0,-1 1-1,1-1 1,1 0 0,-1 0 0,1 0-1,0-1 1,0 0 0,0 0-1,0-1 1,1 1 0,-1-1-1,6 1 1,5 2-27,0-1 0,0-1 0,0 0 0,1-1 0,0-1 0,-1-1 0,1 0 0,0-1 0,0-1 0,9-3 27,6-2-14,-1-1 0,-1-2 1,1-2-1,-2-1 0,0-1 1,0-1-1,-1-2 0,-1-1 0,0-1 1,-2-1-1,0-2 0,3-4 14,15-15 1,-3-3-1,-1-1 1,-2-1-1,-2-3 1,-2-1-1,11-24 0,-27 44 26,0-1 1,-2-1-1,-2-1 0,-1 0 0,-1 0 0,-2-1 0,-1-1 0,-1 0 0,-2 0 0,-2 0 1,-1-1-1,-2-16-26,-4 43 10,0-1 0,-1 1 0,0 0 0,0 0 0,-1 0 1,0 1-1,0 0 0,-1 0 0,0 0 0,0 1 0,-1-1 1,0 1-1,0 1 0,0 0 0,-1 0 0,0 0 0,0 1 0,0 0 1,0 0-1,-1 1 0,1 0 0,-1 1 0,0 0 0,0 0 1,0 1-1,0 0 0,0 0 0,0 1 0,0 0 0,0 1 0,-6 1-10,-9-2 19,-1 1 0,0 0 0,0 2-1,0 1 1,1 1 0,0 2-1,0 0 1,1 1 0,-1 1 0,2 1-1,-1 2 1,2 0 0,-1 1-1,2 1 1,0 1 0,1 0 0,0 2-1,-14 16-18,11-8 16,0 1-1,1 0 1,2 2-1,0 1 1,3 0-1,0 1 1,1 1 0,2 0-1,2 1 1,1 0-1,1 0 1,1 1-1,-2 34-15,7-46-20,0 1 1,2 0-1,1-1 0,0 1 0,1 0 1,2-1-1,0 1 0,1-1 0,2 0 1,0 0-1,1 0 0,1-1 0,0 0 1,2-1-1,0 0 0,13 17 20,-16-24-67,2-1 1,-1 1-1,1-1 0,1-1 1,0 0-1,1 0 0,0-1 1,0 0-1,1-1 0,0 0 1,0-1-1,1 0 0,-1-1 1,9 2 66,-13-9-87,-1-1 0,0 0 0,1-1 0,-1 0 1,0 0-1,0 0 0,-1-1 0,1 0 0,-1 0 0,0-1 1,0 0-1,0 0 0,-1 0 0,0-1 0,0 1 1,0-1-1,-1 0 0,1-1 0,-1 1 0,-1-1 1,0 0-1,0 0 0,0 0 0,0 0 0,-1-1 0,1-5 87,3-2-824,19-45-6974</inkml:trace>
  <inkml:trace contextRef="#ctx0" brushRef="#br0" timeOffset="25664.817">6589 4987 25197,'0'0'1450,"8"6"-881,130 68 622,39-8-214,297 92-181,-247-108-714,3-10 0,1-10 1,1-11-1,74-8-82,-86-11 5,0-9 0,-1-10 0,0-10 0,-3-9 1,27-16-6,5-27-21,-4-10 1,-4-12 0,163-97 20,-124 62-5,-218 109-81,-35 20-10,-1-2 1,1-1-1,-2-1 0,0 0 1,0-2-1,-2-1 1,0-1-1,0-1 0,-2-1 1,0 0-1,-1-2 1,2-4 95,-5-8-2454</inkml:trace>
  <inkml:trace contextRef="#ctx0" brushRef="#br0" timeOffset="31126.773">21289 8037 16948,'0'0'9195,"0"0"-6669,0 0-1874,-9-18-163,-25-57-151,33 73-328,1 0 0,0 0 0,0 0 0,1-1 0,-1 1 0,0 0 0,1 0 0,-1 0 0,1 0 1,-1 1-1,1-1 0,0 0 0,0 0 0,0 0 0,0 0 0,0 1 0,0-1 0,1 1 0,-1-1 0,1 1 0,-1-1 1,1 1-1,-1 0 0,1-1 0,0 1 0,-1 0 0,1 0 0,0 0 0,0 1 0,0-1 0,0 0 0,0 1 0,0-1 0,0 1 1,0 0-1,0 0 0,2-1-10,6-2 39,55-13 22,1 2 0,1 3 1,0 3-1,0 3 0,0 3 1,1 3-1,-1 3-61,-25-3 10,-30-3-9,1 2 0,0 0 0,0 0 0,-1 1 0,1 1 0,0 0 0,-1 0 0,1 1 0,-1 1 0,0 0 0,0 1 0,-1 0 0,1 1 0,-1 0 0,0 1 0,7 7-1,-16-13-1,0 1 1,0 0-1,0 0 1,0 0 0,-1 1-1,1-1 1,-1 0-1,1 1 1,-1-1 0,0 1-1,0-1 1,0 1-1,0-1 1,-1 1 0,1 0-1,-1-1 1,1 1-1,-1 0 1,0-1 0,0 1-1,0 0 1,-1 0 0,1-1-1,-1 1 1,1 0-1,-1-1 1,0 1 0,0-1-1,0 1 1,0-1-1,0 1 1,-1-1 0,0 1 0,-74 61-10,-24-15 19,-1-4 0,-3-5 0,-107 27-9,185-59 3,-146 26 7,172-36-8,-1 1-1,1-1 1,-1 0-1,1 1 1,-1-1-1,1 0 1,0 1-1,0-1 1,0 0 0,0 1-1,0-1 1,0 0-1,0 1 1,1-1-1,-1 1 1,1-1-1,-1 0 1,1 1 0,-1-1-1,1 1 1,0-1-1,0 1 1,0 0-1,0-1 1,0 1-1,0 0 1,0 0 0,0-1-1,1 1 1,-1 0-1,0 0 1,1 0-1,-1 1 1,1-1-1,-1 0 1,1 0-2,53-46-29,1 2-1,2 3 1,2 2 0,2 3-1,26-10 30,111-39-53,-198 85 33,0 1 0,0 0-1,0 0 1,-1 0 0,1 0 0,0 0-1,0 1 1,0-1 0,0 0 0,0 0 0,0 1-1,0-1 1,0 0 0,0 1 0,-1-1 0,1 1-1,0-1 1,0 1 0,0-1 0,-1 1 0,1 0-1,0-1 1,-1 1 0,1 0 0,-1 0-1,1-1 1,-1 1 0,1 0 0,-1 0 0,1 0-1,-1 0 1,0 0 0,0 0 0,1-1 0,-1 1-1,0 0 1,0 0 0,0 0 0,0 0 0,0 0-1,0 0 1,0 0 0,0 0 0,0 0-1,-1 0 1,1 0 0,0 0 0,0 0 0,-1-1-1,1 1 1,-1 0 0,1 0 0,-1 0 20,-20 53-2993,11-40-3411</inkml:trace>
  <inkml:trace contextRef="#ctx0" brushRef="#br0" timeOffset="42695.986">8784 2227 24661,'0'0'88,"0"0"3689,0 0-2993,0 0-304,0 0-144,0 0 57,-41 6-81,15-5-128,-9 5-16,-16 1 0,-36 7 0,-42 14-64,-64 25-32,-36 21-48,-25 17-24,-5 11-184,75-26-528,21-12-1745</inkml:trace>
  <inkml:trace contextRef="#ctx0" brushRef="#br0" timeOffset="46415.977">1208 482 24509,'0'0'996,"0"0"1064,0 0-1340,-9 20-411,-91 149 642,-23-21-523,2-7-255,7 6-1,6 4 1,-14 39-173,110-172 15,1 1 1,0 1 0,2 0 0,0 0 0,2 1 0,0 0 0,1 0-1,1 1 1,1-1 0,1 3-16,3-20 0,1 0 0,-1 0 0,1-1 0,-1 1 0,1 0 0,0-1 0,0 1 0,1-1 0,-1 1 0,1-1-1,0 1 1,0-1 0,0 0 0,0 0 0,0 0 0,1 0 0,0 0 0,-1-1 0,1 1 0,0-1 0,0 0 0,0 0 0,1 0 0,-1 0-1,0 0 1,1-1 0,-1 1 0,1-1 0,-1 0 0,1 0 0,0 0 0,0-1 0,-1 1 0,1-1 0,0 0 0,0 0 0,-1 0 0,3-1 0,48 0-16,-1-3 0,0-1 0,0-3 0,0-3 0,-1-1 0,-1-3 0,0-3 0,-2-1 0,0-2 0,-1-3 0,22-15 16,91-47-514,-4-6 1,51-46 513,-138 85-1450,-22 11-2011</inkml:trace>
  <inkml:trace contextRef="#ctx0" brushRef="#br0" timeOffset="46685.477">1365 814 26550,'0'0'1136,"-22"102"-376,11-3-200,-1 34-96,0 10-112,8-5-88,4-13-136,0-17-64,4-23-56,10-22-8,0-27-368,11-22-368,1-7-1312,-5-7-7666</inkml:trace>
  <inkml:trace contextRef="#ctx0" brushRef="#br0" timeOffset="46934.348">1966 526 25838,'0'0'2832,"0"0"-2416,172-48-160,-58 22 184,-4 5-208,-12 3-144,-15 7-80,-20 6-8,3 1-304,-9 4-1408,-27 0-8778</inkml:trace>
  <inkml:trace contextRef="#ctx0" brushRef="#br0" timeOffset="47181.157">2535 425 27774,'0'0'736,"0"0"-536,0 0 160,-35 142 256,31-61-96,4 25-151,0 25-137,0 5-112,8-6-64,-1-29-40,1-28-16,-4-22-8,8-11-240,8-4-369,-3-11-1351,3-13-16628</inkml:trace>
  <inkml:trace contextRef="#ctx0" brushRef="#br0" timeOffset="47496.732">3393 1 28550,'0'0'704,"19"0"-309,-16 0-389,30 0 245,0 1 1,0 1-1,0 2 0,0 2 1,21 6-252,-44-10 12,1 1-1,0 0 1,-1 1 0,0 0 0,0 0-1,0 1 1,-1 1 0,1 0-1,-1 0 1,0 0 0,-1 1 0,0 1-1,0 0 1,-1 0 0,1 0 0,-2 1-1,1 0 1,-1 0 0,-1 0 0,0 1-1,0 0 1,-1 0 0,0 0-1,0 1 1,-1-1 0,-1 1 0,0 0-1,-1 0 1,0 0 0,0 0 0,-1 0-1,0 0 1,-1 0 0,-1 1-12,-8 13 22,-1 0 1,-1-1-1,-1 0 1,-2-1-1,0 0 1,-1-2 0,-2 1-1,0-2 1,-1-1-1,-1 0 1,-17 13-23,-100 90 76,138-122-79,0-1 1,-1 1 0,1 0-1,0 0 1,0 0 0,-1 0-1,1 0 1,0 0-1,0 0 1,-1 0 0,1 1-1,0-1 1,-1 0 0,1 0-1,0 1 1,0-1-1,-1 0 1,1 1 0,0-1-1,-1 0 1,1 1 0,-1-1-1,1 1 1,-1 0-1,1-1 1,-1 1 0,1-1-1,-1 1 1,1 0 0,-1-1-1,0 1 1,1 0-1,-1-1 1,0 1 0,0 0-1,1-1 1,-1 1 0,0 0-1,0 0 1,0-1-1,0 1 1,0 0 0,0 0-1,0-1 1,0 1 0,0 0-1,0 0 1,-1-1-1,1 1 1,0 0 0,0 0-1,-1-1 1,1 1 0,0 0-1,-1-1 3,2 0 1,58-1-6,-37-2 5,0 1-1,1 1 1,-1 1 0,1 1 0,0 0-1,-1 2 1,0 1 0,0 1-1,0 0 1,0 2 0,-1 0-1,0 2 1,-1 0 0,0 1-1,0 1 1,-1 1 0,4 5 0,-18-12 1,0 1 0,0-1 1,-1 1-1,0 1 0,0-1 0,-1 1 1,0-1-1,0 1 0,0 0 1,-1 0-1,0 0 0,-1 0 1,1 1-1,-1-1 0,-1 0 0,1 1 1,-1-1-1,-1 1 0,1-1 1,-1 0-1,0 0 0,-1 1 0,0-1 1,0 1-2,-4 9 4,-1 0 0,0-1 0,-1 1 0,0-2 0,-2 1 0,0-1 1,0 0-1,-2-1 0,-3 3-4,-21 19-3,-2-2 1,-1-2-1,-2-1 1,0-2-1,-2-2 1,-1-2-1,-44 17 3,73-34-70,0-2-1,-1 0 0,0 0 0,0-2 0,0 0 1,-1-1-1,1 0 0,-1-2 0,0 1 0,-3-2 71,-35-9-1072,12-18-935</inkml:trace>
  <inkml:trace contextRef="#ctx0" brushRef="#br0" timeOffset="47742.003">3250 114 26902,'0'0'1016,"0"170"-104,0-15-280,-8 31-160,-4 8-88,8-6-151,4-15-233,0-43-72,0-25-1953</inkml:trace>
  <inkml:trace contextRef="#ctx0" brushRef="#br0" timeOffset="47960.792">664 2908 11715,'185'-80'17323,"78"-28"-16611,80-26-176,34-11 105,4 11-161,2 7-168,-12 17-128,-29 27-104,-38 25-72,-47 24-8,-49 24-152,-70 10-272,-56 0-1249</inkml:trace>
  <inkml:trace contextRef="#ctx0" brushRef="#br0" timeOffset="48211.168">4284 2146 32767,'0'0'0,"0"0"0,0 0-304,0 0-840,0 0 664,0 0-2041</inkml:trace>
  <inkml:trace contextRef="#ctx0" brushRef="#br0" timeOffset="48448.826">3848 2363 32767,'0'0'0,"-143"23"-440</inkml:trace>
  <inkml:trace contextRef="#ctx0" brushRef="#br0" timeOffset="56202.775">10358 3637 23317,'0'0'1452,"0"0"142,0 0-103,0 0-574,0 0-368,-1-11-93,-8-37-39,7 44-385,0 1 0,-1 0 1,1 0-1,-1 0 0,0 0 0,0 0 0,0 0 0,0 1 0,-1-1 1,1 1-1,-1 0 0,1 0 0,-1 0 0,0 1 0,1-1 1,-1 1-1,0 0 0,0 0 0,0 0 0,0 1 0,0-1 0,0 1 1,-1 0-1,1 0 0,0 0 0,0 1 0,0-1 0,0 1 1,0 0-1,0 1 0,0-1 0,1 0 0,-1 1 0,0 0 0,1 0 1,-1 0-1,-2 3-32,-46 29 22,2 2 0,2 3 1,1 1-1,-41 47-22,47-46 33,2 2-1,2 1 1,2 2-1,-3 9-32,28-40 6,1 0 0,1 0 0,0 1-1,1 0 1,1 0 0,0 1 0,1 0 0,1 0 0,1 0-1,0 0 1,1 1 0,1-1 0,1 1 0,0 0-1,3 13-5,1-22 2,1 0 0,0 0-1,1-1 1,0 1-1,0-1 1,0-1-1,1 1 1,1-1-1,-1 0 1,1-1-1,0 0 1,1 0 0,-1 0-1,1-1 1,0-1-1,0 1 1,1-2-1,-1 1 1,1-1-1,0-1 1,0 1-1,0-2 1,0 1 0,0-2-1,0 1-1,37 4 26,1-2 1,-1-2-1,0-2 0,0-2 1,0-2-1,0-2 0,-1-2 1,0-3-1,-1-1 1,0-2-1,-1-2 0,-1-2 1,0-2-1,-2-2 0,0-1 1,15-14-27,-35 23 6,-1-1 1,0 0-1,-1-1 1,0-1 0,-2-1-1,0-1 1,-2 0 0,0-1-1,-1-1 1,-1 0 0,5-14-7,-12 24 0,-1 0 1,-1-1-1,0 0 1,-1 0-1,0 0 1,-1-1-1,-1 1 1,0 0-1,0-1 1,-2 1-1,1-1 1,-2 1-1,0 0 1,0-1-1,-2 1 1,1 0-1,-2 1 1,1-1-1,-2 1 1,0 0-1,0 0 1,-3-3-1,-3-1-34,0 0 1,-1 0 0,0 1-1,-1 1 1,-1 0 0,-1 1 0,0 1-1,0 0 1,-1 1 0,0 1 0,-1 1-1,0 0 1,-1 2 0,0 0-1,0 0 1,0 2 0,-1 1 0,0 0-1,0 1 1,0 2 0,-19 0 33,-24-1-482,-1 3 0,1 4 0,-54 9 482,-20 15-1995</inkml:trace>
  <inkml:trace contextRef="#ctx0" brushRef="#br0" timeOffset="64532.131">6436 5040 22717,'0'0'4822,"0"0"-3333,0 0-1071,0 0-78,0 0 151,5 16 577,197 76-678,-109-53-309,2-5 1,2-4-1,1-4 1,1-5-1,50 3-81,-65-9 18,93 18 98,176 33 129,1-16 1,94-9-246,231-42 0,-528-11 0,0-6 0,-1-7 0,-2-6 0,-1-7 0,73-32 0,913-339 0,-997 343-268,-103 44-1072</inkml:trace>
  <inkml:trace contextRef="#ctx0" brushRef="#br0" timeOffset="65141.357">11016 4508 25501,'0'0'2529,"0"0"-1271,0 0-517,0 0-59,-11 16-148,-30 48-147,45-45-88,19-20-210,0-1 0,0 0 0,0-2-1,0-1 1,-1 0 0,1-2 0,-1 0 0,13-8-89,-27 12 12,289-116 104,-146 55-117,2 6 0,3 7 0,56-7 1,-134 44 0,-72 31 0,-9-5 0,-1 0 0,-1 0 0,1 0 0,-2-1 0,0 1 0,0-1 0,-1-1 0,0 1 0,-1-1 0,-4 3 0,-4 9 0,-539 656 0,356-453-1051,127-153-1995</inkml:trace>
  <inkml:trace contextRef="#ctx0" brushRef="#br0" timeOffset="71879.648">321 6049 23997,'0'0'5159,"0"0"-3670,0 0-1187,0 0-42,0 0 52,0 6-74,56 222 383,-34-141-525,-5 1 1,-4 0 0,-3 1-1,-3 54-96,-8-128-9,-1 0 1,-1-1-1,-1 1 0,0-1 0,0 0 0,-1 0 0,-1-1 0,-1 1 0,0-1 0,0 0 1,-1-1-1,-1 0 0,0 0 0,-1-1 0,0 0 0,0-1 0,-1 0 0,-1-1 0,0 0 1,0-1-1,-1 0 0,0 0 0,0-2 0,0 0 0,-1 0 0,0-1 0,0-1 0,0 0 1,-1-1-1,-5 0 9,14-4-103,0 1 0,0-1 1,1-1-1,-1 1 0,0-1 0,1 0 1,-1 0-1,1-1 0,0 0 1,0 1-1,0-2 0,0 1 1,0-1-1,0 1 0,1-1 1,0-1-1,0 1 0,0 0 1,0-1-1,1 0 0,0 0 0,0 0 1,0 0-1,-1-6 103,-28-44-2563</inkml:trace>
  <inkml:trace contextRef="#ctx0" brushRef="#br0" timeOffset="72066.034">218 5726 27974,'0'0'872,"0"0"-272,148 0-184,-72 0-80,22 0-128,28-11-135,21-21-73,-21 2-441,-32-5-2559</inkml:trace>
  <inkml:trace contextRef="#ctx0" brushRef="#br0" timeOffset="72285.083">1273 5508 29574,'0'0'744,"0"0"-471,-22 140-153,22-53 208,0 20-24,0-6-120,16-11-104,1-16-40,3-22-40,8 1 24,5 0-24,10-15 0,4-15-16,34-24-256,-13-24-841,-3-14-799</inkml:trace>
  <inkml:trace contextRef="#ctx0" brushRef="#br0" timeOffset="72535.899">1710 5652 29302,'-60'107'832,"-5"21"-463,-6 16-241,14-11 32,26-18-56,15-20-104,16-5-88,0-31-433,8-24-1911</inkml:trace>
  <inkml:trace contextRef="#ctx0" brushRef="#br0" timeOffset="72773.005">2409 5777 27966,'0'0'677,"2"-22"-412,6-138-112,-8 156-149,1 0 0,-1 0 1,0 0-1,0 0 0,-1 0 0,1 1 1,-1-1-1,1 0 0,-1 0 0,-1 0 1,1 1-1,0-1 0,-1 1 0,0-1 1,0 1-1,0 0 0,0-1 0,0 1 1,-1 0-1,1 0 0,-1 1 0,0-1 1,0 1-1,0-1 0,0 1 0,-1 0 1,1 0-1,0 0 0,-1 0 0,1 1 1,-1-1-1,0 1 0,0 0 0,1 0 0,-1 1 1,0-1-1,0 1 0,-3 0-4,0 0 0,1 1 0,-1 0 0,1 1 0,0 0 0,-1 0 0,1 0 0,0 1 0,0-1 0,0 1 0,1 1 0,-1-1 0,1 1 0,0 0 0,0 1 0,0-1 0,0 1 0,1 0 0,-1 0 0,2 0 0,-4 5 0,-66 120 13,69-122-11,-10 20 42,1 0 0,2 1-1,1 0 1,1 1 0,2 0 0,1 1 0,-2 20-44,8-45-1,-1 1-1,1-1 1,0 0 0,0 1 0,1-1 0,0 0 0,0 0 0,0 0 0,1 1 0,0-1 0,0-1 0,1 1 0,0 0-1,-1 0 1,2-1 0,-1 0 0,1 0 0,0 0 0,0 0 0,0 0 0,1-1 0,-1 0 0,1 0 0,0 0 0,1 0-1,-1-1 1,0 0 0,1 0 0,0 0 0,0-1 0,0 0 0,6 1 1,2-1-306,0-1 1,0-1-1,0 0 1,0-1-1,0 0 1,0-2-1,0 1 1,0-2-1,8-2 306,46-23-6355</inkml:trace>
  <inkml:trace contextRef="#ctx0" brushRef="#br0" timeOffset="73092.591">3352 5452 26022,'0'0'3027,"0"0"-2080,0 0-518,0 0 113,0 0-184,-15-16-196,-48-50-102,58 62-59,0-1 0,-1 1 0,1 0 0,-1 1 1,1-1-1,-1 1 0,0 1 0,0-1 0,0 1 0,-1 0 0,1 0 1,-1 0-1,1 1 0,-1 0 0,1 1 0,-1-1 0,1 1 0,-1 1 1,0-1-1,1 1 0,-1 0 0,-2 1-1,-3 3 4,2 0 0,-1 1-1,1 0 1,0 1 0,0 0 0,0 0-1,1 1 1,1 0 0,-1 1 0,1 0 0,0 0-1,1 1 1,0 0 0,1 0 0,0 0-1,1 1 1,0 0 0,0 0 0,1 1-1,1-1 1,0 1 0,0-1 0,1 5-4,-8 128 189,10-139-184,1 0-1,0 0 1,0 0-1,0-1 1,1 1-1,-1 0 1,1-1-1,0 1 1,1-1-1,-1 0 1,1 0-1,-1 0 1,1 0-1,0 0 1,1 0-1,-1-1 1,1 0-1,0 0 1,-1 0-1,1 0 1,1 0-1,-1-1 1,0 1-1,1-1 1,-1 0-1,1-1 0,3 2-3,4-1 12,0-1 1,0 0-1,0 0 1,1-2-1,-1 1 1,0-1 0,0-1-1,0 0 1,-1-1-1,1 0 1,0-1 0,-1 0-1,0-1 1,0 0-1,0-1 1,-1 0-1,0-1 1,0 0 0,9-8-14,12-12-143,-1-1-1,-1-1 1,-1-2 0,-2-1 0,4-8 143,7-12-1450</inkml:trace>
  <inkml:trace contextRef="#ctx0" brushRef="#br0" timeOffset="73436.707">142 7574 25165,'0'0'3041,"0"0"-2825,0 0 200,149-34 344,14-29-96,94-54-95,55-33-105,34-22-64,-6 1-112,-28 23-96,-2 15-80,-18 9-112,-19 17-8,-80 31-672,-54 14-2537</inkml:trace>
  <inkml:trace contextRef="#ctx0" brushRef="#br0" timeOffset="78052.197">370 8507 27182,'0'0'2462,"0"0"-1770,0 0-569,0 0-77,0 0 26,19 3 106,142 13 99,-66-21-234,0-3 0,0-5 0,5-6-43,-18 5 11,-69 12-10,-10 0-1,-1 1 1,1 0-1,0 0 0,0 0 1,0 0-1,0 0 0,0 0 0,0 1 1,0 0-1,1-1 0,-1 1 1,0 1-1,0-1 0,0 0 0,0 1 1,0-1-1,0 1 0,0 0 1,0 0-1,0 0 0,0 0 0,0 1 1,-1-1-1,1 1 0,0 0 1,-1 0-1,1 0 0,-1 0 0,0 0 1,0 0-1,0 1 0,0-1 1,0 1-1,2 135 76,-62 303 507,20-208-366,-27 281-455,61-512-2837,0-22-2962</inkml:trace>
  <inkml:trace contextRef="#ctx0" brushRef="#br0" timeOffset="78410.865">1758 8517 28230,'0'0'620,"9"16"-353,5 6-280,2 0 136,-1 0 0,-1 2 0,-1 0 0,-1 0 0,-1 1 0,-2 0 0,0 1 0,-2 0-1,2 14-122,-8-31 1,-1 0-1,0 0 1,0-1-1,-1 1 0,-1 0 1,1 0-1,-1-1 1,-1 1-1,0-1 0,0 0 1,0 1-1,-1-1 1,0-1-1,-1 1 0,0-1 1,0 0-1,0 0 1,-1 0-1,0 0 0,-5 3 0,-14 12 90,0-2 0,-1-1 0,-1 0 0,-1-2 0,0-2 0,-1 0 0,-20 6-90,122-21 57,-35-12-211,-2-1 0,1-2 0,-2-1 0,0-2 0,9-8 154,-22 13-139,78-44-1003,-10 2-1450</inkml:trace>
  <inkml:trace contextRef="#ctx0" brushRef="#br0" timeOffset="78674.992">2776 8539 28134,'0'0'964,"0"0"-505,0 0-8,0-15 100,0-5-512,-1 1 1,-1 0-1,-1 0 1,0 0 0,-2 0-1,0 0 1,-1 1-1,0 0 1,-2 0 0,-8-15-40,12 31-20,1 1 0,-1-1 0,0 1 0,1-1 0,-1 1 0,0 1 0,0-1 0,0 0 0,0 1 0,0 0 0,0 0 0,0 0 0,0 0 0,0 1 0,0-1 0,0 1 0,0 0 0,1 0 0,-1 1 0,0-1 0,0 1-1,1 0 1,-1-1 0,1 2 0,0-1 0,0 0 0,0 1 0,0-1 0,0 1 0,0 0 0,0 0 0,1 0 0,0 1 0,-1-1 0,1 0 0,1 1 0,-1 0 0,0-1 0,0 4 20,-31 82 34,32-86-34,1-1-1,-1 1 0,1-1 0,0 1 0,0-1 0,0 0 0,0 1 0,0-1 0,0 1 0,1-1 0,-1 1 0,1-1 0,0 0 1,0 1-1,-1-1 0,2 0 0,-1 0 0,0 1 0,0-1 0,1 0 0,-1 0 0,1 0 0,-1-1 0,1 1 0,0 0 1,0-1-1,0 1 0,0-1 0,0 1 0,0-1 0,0 0 0,0 0 0,1 0 0,-1 0 0,0 0 0,1-1 0,0 1 1,92 2-2688,-45-6-3209</inkml:trace>
  <inkml:trace contextRef="#ctx0" brushRef="#br0" timeOffset="78959.62">3301 8210 25557,'0'0'1257,"0"0"-346,0 0 15,0 0-163,10-15-209,32-49-216,-40 60-328,-1 1 0,1-1 0,-1 1 0,0-1-1,0 0 1,-1 0 0,1 1 0,-1-1 0,0 0-1,0 0 1,0 1 0,0-1 0,0 0-1,-1 0 1,0 0 0,0 1 0,0-1 0,0 1-1,0-1 1,-1 1 0,0-1 0,0 1 0,0 0-1,0-1 1,0 1 0,0 1 0,-1-1-1,0 0 1,-2-2-10,0-1 6,4 3 0,-1 1 0,0-1 0,1 1 0,-1-1 0,0 1-1,0-1 1,0 1 0,0 0 0,0 0 0,-1 0 0,1 1 0,-1-1 0,1 0 0,-1 1 0,0 0 0,1-1 0,-1 1 0,0 0 0,0 1-1,0-1 1,0 0 0,0 1 0,0 0 0,0-1 0,0 1 0,0 0 0,0 1 0,0-1 0,0 0 0,0 1 0,0 0 0,1 0 0,-1 0 0,0 0-1,0 0 1,0 0 0,1 1 0,-1-1-6,-6 12 14,1 1-1,0 0 0,0 0 1,2 0-1,0 1 0,0 0 1,2 0-1,0 0 0,0 1 1,2 0-1,0-1 0,0 1 1,2 0-1,0 10-13,0-24 6,0 1 1,0 0-1,-1 0 1,2 0-1,-1 0 0,0 0 1,1 0-1,-1 0 1,1-1-1,0 1 1,0 0-1,0 0 0,0-1 1,0 1-1,1-1 1,-1 1-1,1-1 1,0 1-1,0-1 0,-1 0 1,2 0-1,-1 0 1,0 0-1,0 0 1,0-1-1,1 1 0,-1-1 1,1 1-1,0-1 1,-1 0-1,1 0 0,0 0 1,0 0-1,-1 0 1,1-1-1,0 1 1,0-1-1,2 0-6,9-1-6,0 0-1,0-1 1,0 0-1,0-1 1,0-1 0,0 0-1,-1-1 1,0 0-1,0-1 1,-1 0 0,1-1-1,-1-1 1,-1 0-1,1-1 1,-1 0 0,-1 0-1,0-1 1,0 0-1,-1-1 1,6-10 6,28-27-1638</inkml:trace>
  <inkml:trace contextRef="#ctx0" brushRef="#br0" timeOffset="89505.251">7779 7411 22221,'0'0'2143,"0"0"715,0 0-1498,0 0-684,0 0-176,-7 0-74,-62 7-172,1 4 0,1 2 1,0 3-1,1 2 0,1 4 0,1 3 0,-37 20-254,-34 10 155,26-14-127,-19 5-19,2 4-1,2 7 1,3 4 0,3 6 0,-14 16-9,-32 42-31,-112 113 31,270-234-1,1 1 0,0-1 1,0 1-1,1 0 0,-1 1 0,1-1 1,1 1-1,-1 0 0,1 0 0,0 0 0,0 0 1,0 1-1,1-1 0,0 1 0,0-1 1,1 1-1,0 0 0,0 0 0,1-1 1,-1 1-1,2 1 1,-1 4 0,1-1 1,1 1-1,0-1 1,1 1-1,0-1 1,1 0-1,0 0 1,1 0-1,0 0 1,0-1-1,1 0 1,1 0-1,0-1 1,0 0-1,1 0 1,6 6-1,-3-8 1,1-1-1,0-1 1,0 0 0,1 0-1,0-1 1,-1-1 0,1 0 0,1 0-1,-1-2 1,0 1 0,13-2-1,-7 2 0,21 2 2,153 13 19,142-7-21,350-45-7,-326 8 26,345-74-19,-248 30 5,1011-169 19,-72 30 110,-523 89-52,186-79-82,154-120 101,-975 254-97,-159 45-1,10-2 2,-1-3 0,-1-4 0,42-24-5,-33-9 12,-118 43-336,-70 1-1251,43 9-1743,-31-7-9532</inkml:trace>
  <inkml:trace contextRef="#ctx0" brushRef="#br0" timeOffset="90355.898">8499 7185 25613,'0'0'1603,"0"0"-440,20-13-388,141-81 255,29 28-214,148-31-816,-283 83 35,790-189 301,8 36 1,435-11-337,474-2 292,-1164 139-100,292 28-192,-666 25 53,0 10 0,208 49-53,-409-68 11,0 2 0,0 1 0,-1 0 0,1 2 1,-1 0-1,-1 2 0,0 0 0,0 2 0,-1 0 1,10 9-12,-25-16 1,-1 0 1,1 1-1,-2-1 1,1 1-1,-1-1 1,1 1 0,-2 0-1,1 1 1,-1-1-1,0 0 1,0 1-1,0-1 1,-1 1-1,0-1 1,0 1 0,-1 0-1,0-1 1,0 1-1,-1 0 1,0-1-1,0 1 1,0 0-1,-1-1 1,0 1 0,0-1-1,-1 0 1,1 0-1,-1 0 1,-1 0-1,1 0 1,-1-1 0,0 1-1,0-1 1,-1 0-1,1-1 1,-1 1-1,0-1 1,-1 0-1,1 0 1,-1 0 0,0 0-2,-26 15 23,0-1 1,-1-1 0,-1-2-1,0-1 1,-32 8-24,29-9 22,-982 338 100,-941 381-1754,1743-653 150,50-24-1430</inkml:trace>
  <inkml:trace contextRef="#ctx0" brushRef="#br0" timeOffset="91512.367">10333 9277 20940,'0'0'2874,"0"0"-1436,0 0-671,0 0 161,0 0 167,0 0-267,-14 6-241,-513 207 791,-64 67-1000,-270 188-378,462-235 58,10 17 0,12 17 0,-256 241-58,613-491 18,-10 8 10,2 0 0,0 2 0,1 1-1,2 1 1,1 2 0,-13 22-28,35-50 1,0 0-1,1 0 0,-1 0 1,0 0-1,1 1 1,0-1-1,0 0 1,0 1-1,0-1 1,0 1-1,1 0 1,0-1-1,-1 1 0,1-1 1,1 1-1,-1-1 1,0 1-1,1 0 1,0-1-1,0 1 1,0-1-1,0 0 1,0 1-1,1-1 0,-1 0 1,1 0-1,0 0 1,0 0-1,0 0 1,1 0-1,-1 0 1,1-1-1,-1 0 1,1 1-1,0-1 0,0 0 1,0 0-1,0 0 1,0-1-1,0 1 1,4 0-1,34 13 1,1-2 0,1-1 0,0-3 0,0-1 0,1-3 0,-1-1 0,45-2-1,-21 1 1,228 11 7,1-13 0,219-29-8,1254-223 338,-1567 220-312,2212-437 253,-1596 276-209,-9-35 1,160-97-71,-833 272-5,-3-6 1,-2-5 0,114-76 4,-234 133 1,0-1 1,0 0-1,0 0 1,-1-1 0,0-1-1,-1 1 1,0-2 0,-1 1-1,1-1 1,-2-1-1,1 1 1,-2-1 0,1 0-1,-2-1 1,1 0-1,-2 1 1,1-2 0,-2 1-1,2-6-1,-3 8 9,-1 1 0,1-1-1,-2 0 1,1 0 0,-2 1-1,1-1 1,-1 0 0,0 0-1,-1 1 1,-1-1 0,1 1-1,-1-1 1,-1 1 0,0 0-1,0 0 1,-1 1 0,0-1-1,-5-7-8,-19-12 12,-1 1 0,-2 1-1,0 2 1,-1 1-1,-1 2 1,-2 1 0,0 2-1,-24-9-11,56 25 1,-201-85 2,-3 9 0,-4 8 1,-3 10-1,-75-5-3,-2 10 0,-3 13-1,-2 13 1,0 13-1,-1 13 1,-4 13 0,-107 21-94,2 18 1,3 17-1,-150 55 94,-296 131-634,491-126-2691,161-53-7084</inkml:trace>
  <inkml:trace contextRef="#ctx0" brushRef="#br0" timeOffset="92818.597">10610 12613 2168,'0'0'16653,"0"0"-11514,0 0-3125,0 0-635,0 0-426,0 0-266,-7 0-155,-27 0 324,7-2-695,1 2 1,-1 1-1,1 1 1,0 2-1,-1 0 0,1 2 1,-7 3-162,-748 320 24,351-149-72,7 19 1,10 18-1,-304 217 48,639-380-6,4 4 0,1 3 1,-40 46 5,102-95 0,1-1 1,1 1-1,0 1 0,0 0 1,2 0-1,-1 0 1,2 1-1,0 0 1,0 1-1,1 0 0,1-1 1,1 1-1,0 0 1,1 1-1,0-1 0,1 0 1,1 1-1,1-1 1,0 2-1,2-9 0,0 0 0,1 1 1,0-2-1,0 1 0,1 0 0,0-1 1,0 0-1,1 0 0,0 0 0,0-1 1,1 0-1,0 0 0,0 0 1,0-1-1,0 0 0,1-1 0,0 1 1,0-2-1,0 1 0,1-1 0,-1 0 1,1-1-1,-1 0 0,1 0 1,0-1-1,0 0 0,0-1 0,0 1 1,1-2-1,145 9 5,0-7 0,0-6 0,-1-7 0,9-8-5,2135-299 213,352-218-76,-2005 376-114,-8-28 0,547-245-23,-1032 375 1,-3-7-1,-4-6 1,-2-7 0,-4-5 0,-4-7 0,-4-5 0,-4-6-1,40-49 0,-158 145 2,-1-1-1,-1 0 0,1-1 0,-2 1 0,1-2 0,-1 1 0,0 0 0,0-1 0,-1 0 0,0-1 0,-1 1 0,0-1 0,-1 0 0,0 0 0,0 0 0,-1 0 0,0 0 0,-1-1 0,0 1 0,-1-1 0,0 1 1,-1 0-1,0-1 0,0 1 0,-1 0 0,0-1 0,-1 1 0,-4-8-1,-3 3 14,-2 2 1,0-1-1,-1 1 1,0 1-1,0 0 0,-1 1 1,-1 1-1,0 0 1,-1 1-1,1 1 1,-2 0-1,1 1 0,-1 1 1,0 0-1,0 1 1,-1 1-1,-1 1-14,-135-30 77,-1 7 0,-2 6 0,0 8 0,-143 7-77,-569 5 51,-368 66-51,246 46-344,-349 110 344,904-136-339,93-17-404,64-14-1120</inkml:trace>
  <inkml:trace contextRef="#ctx0" brushRef="#br0" timeOffset="93834.925">10810 10450 6825,'0'0'15568,"0"0"-11082,0 0-3380,7 19-356,37 122 267,48 524 243,14-86-68,130 391-1192,-167-739-583,10-3 1,9-3-1,22 18 583,32 43-3405,-90-180-3058</inkml:trace>
  <inkml:trace contextRef="#ctx0" brushRef="#br0" timeOffset="94538.561">11383 13187 10522,'0'0'15378,"0"0"-11834,0 0-3292,11 26-146,91 261 532,330 1342 1258,-412-1546-1843,12 59-11,5 0 0,7-3 0,6-1 1,37 66-43,-50-147 26,-36-56-60,-1 0 1,1 0-1,-1 0 0,1 0 1,-1 0-1,1 0 1,0 0-1,-1 0 1,1 0-1,0 0 0,0 0 1,0 0-1,0-1 1,0 1-1,0 0 1,0-1-1,0 1 0,0-1 1,0 1-1,0-1 1,0 0-1,0 1 1,1-1-1,-1 0 0,0 0 1,0 0-1,0 1 1,0-1-1,1-1 1,-1 1-1,0 0 0,0 0 1,0 0-1,0-1 1,1 1-1,-1 0 1,0-1-1,0 1 0,0-1 1,0 1-1,0-1 1,0 0-1,0 1 1,0-1-1,0 0 0,-1 0 1,1 0-1,0 0 1,0 0 33,9-28-2369,-3-10-3492</inkml:trace>
  <inkml:trace contextRef="#ctx0" brushRef="#br0" timeOffset="95314.721">13264 14844 29078,'0'0'863,"-28"0"-283,-400 0 164,179 14-719,1 11 0,1 10 1,2 12-1,2 9 0,-119 51-25,-91 42 12,7 20 0,-97 69-12,364-159 2,4 8 1,4 8 0,5 7-1,3 7 1,6 8 0,-86 85-3,239-199 0,-6 5-4,1-1 0,0 1 1,0 1-1,0-1 1,1 2-1,1-1 0,-1 1 1,1 0-1,1 1 0,0-1 1,1 1-1,0 0 1,0 1-1,1-1 0,1 1 1,0 0-1,0 0 0,1 4 4,2-11-2,0 0 0,1 0-1,0-1 1,0 1-1,0-1 1,0 1 0,1-1-1,-1 1 1,1-1-1,0 0 1,1 1 0,-1-1-1,1 0 1,0-1-1,0 1 1,0 0 0,0-1-1,1 0 1,-1 0-1,1 0 1,0 0 0,0 0-1,0-1 1,0 0-1,0 0 3,28 15-2,1-1-1,1-2 0,0-2 1,0 0-1,1-3 0,1-1 1,-1-1 2,168 25 2,2-9 1,0-8 0,0-9-1,111-15-2,103-25 39,264-60-39,-297 36 29,2281-265 215,-2227 260-102,-3-19 0,-4-19 0,160-70-142,-349 88 43,-4-10-1,-4-11 1,-5-10 0,172-115-43,-350 196 5,-1-3-1,-2-1 1,-2-3 0,-1-2 0,-3-1 0,-1-3 0,9-15-5,-43 51 2,-1 0-1,-1-1 1,1 0-1,-2 0 1,0-1-1,0 0 1,-1 0-1,0 0 1,-1 0-1,0-1 1,-1 0-1,-1 0 0,0 0 1,-1 0-1,0 0 1,-1 0-1,0 0 1,-1 0-1,-1 0 1,0 0-1,-1 0 1,0 0-1,-1 1 1,0-1-1,-1 1 1,0 0-1,-6-8-1,-7 2 3,-1 1 0,-1 0-1,0 2 1,-1 0 0,-1 2-1,0 0 1,-1 2 0,0 0-1,-24-7-2,-56-20 5,-2 4 1,-1 5-1,-1 4 0,-1 6 0,-91-5-5,-37 9-17,-1 10 0,-50 13 17,-167 28-184,-421 91 184,-935 281-1858,1502-328-1470</inkml:trace>
  <inkml:trace contextRef="#ctx0" brushRef="#br0" timeOffset="97751.826">12771 6618 21133,'0'0'2401,"0"0"1464,0 0-2455,0 0-807,0 0-157,0 4-87,1-2-328,1 0 1,-1-1-1,1 1 0,-1 0 0,1-1 0,0 1 1,-1-1-1,1 1 0,0-1 0,0 0 1,0 0-1,0 0 0,0 0 0,1 0 1,-1 0-1,0 0 0,0-1 0,0 1 0,1-1 1,-1 0-1,0 0 0,1 1 0,-1-2 1,0 1-1,0 0 0,1 0 0,-1-1 0,0 1 1,0-1-1,1 0 0,-1 1 0,0-1 1,1-1-32,7 1 60,46-7 85,-1-2 1,0-3-1,-1-2 0,14-8-145,-1 1 50,1389-460 535,-811 301-574,7 28-1,6 29 0,79 20-10,-342 67 56,219 15-56,-484 22 3,-216-6-1217,22-2-1220</inkml:trace>
  <inkml:trace contextRef="#ctx0" brushRef="#br0" timeOffset="98361.724">13527 9394 27630,'0'0'1270,"0"0"-586,23 6-122,-6 0-430,1 0-16,0 0 1,1-2-1,-1 0 1,1-1 0,-1-1-1,1-1 1,0 0 0,13-2-117,50-11 218,-1-2 1,-1-4-1,-1-4 1,61-26-219,-35 14 125,-63 20-85,264-86 206,5 13 0,129-11-246,-135 60 12,2 14 1,267 14-13,-466 9-111,-1 4 0,1 4-1,-2 6 1,1 4 0,19 9 111,-115-23-64,0 1 0,-1 0 1,1 0-1,-1 1 0,0 1 1,0-1-1,-1 2 0,0-1 1,0 1-1,0 1 0,2 2 64,42 66-3347,-32-26-4556</inkml:trace>
  <inkml:trace contextRef="#ctx0" brushRef="#br0" timeOffset="99094.988">14783 11922 29414,'0'0'955,"0"0"-420,0 0-295,0 0-80,0 0 79,0 0-30,-4 1-109,-7 3-69,33-6-16,44-7 10,353-54 257,2 18-1,2 19 1,12 19-282,37-7-1,1884-160-953,-2323 170-805</inkml:trace>
  <inkml:trace contextRef="#ctx0" brushRef="#br0" timeOffset="99752.974">15233 14735 28422,'0'0'1319,"0"0"-647,0 0-408,0 0-49,0 0 84,0 0 10,23-3-56,322-60 170,222-55 168,216-3-591,-439 82 0,115-8 0,-2-20 0,-3-20 0,121-53 0,-406 81 0,-170 59-39,1 0 0,-1-1 0,1 1 0,0 0 0,-1-1 0,1 1 0,-1 0 0,1-1 0,-1 1 0,1 0 0,0-1 0,-1 1 0,1-1 0,0 1 0,-1-1 0,1 1 0,0-1 0,0 1 0,-1-1 0,1 1 0,0-1 0,0 1 0,0-1 0,0 1 0,0-1 0,0 1 0,0-1 0,0 0 0,0 1 0,0-1 0,0 1 0,0-1 0,0 1 0,0-1 0,0 1 0,1-1 0,-1 1 0,0-1 0,0 1 0,1-1 0,-1 1 0,0-1 0,1 1 0,-1-1 39,-42 1-3973</inkml:trace>
  <inkml:trace contextRef="#ctx0" brushRef="#br0" timeOffset="107486.88">10559 3909 7578,'0'0'14791,"0"0"-10780,0 0-2893,0 0-245,0 0-156,-14 0-64,-41 0-72,193-21 1476,916-284-1701,-639 202-352,1080-295 24,-906 226-28,246-24 0,-563 139 0,-2-11 0,102-47 0,-346 106 0,187-67 0,195-99 0,-404 172-8,-2 3 6,-1 0-1,1 0 1,-1 0 0,1 0-1,-1 0 1,0-1 0,1 1 0,-1-1-1,1 1 1,-1-1 0,0 1 0,1-1-1,-1 0 1,0 0 0,0 0-1,0 1 1,0-1 0,0 0 0,1-1-1,-2 1 1,1 0 0,0 0 0,0 0-1,0 0 1,0-1 0,-1 1-1,1 0 1,-1-1 0,1 1 0,-1-1-1,1 1 1,-1 0 0,0-1 0,0 1-1,0-1 1,0 1 0,0-1-1,0 1 1,0-1 0,0 1 0,-1-1 2,-24-8-917,-11 0-1738</inkml:trace>
  <inkml:trace contextRef="#ctx0" brushRef="#br0" timeOffset="108699.53">10321 4001 11562,'0'0'12119,"0"0"-7429,0 0-3525,0 0-612,0 0-138,0 0-98,-4 4-99,0 7-39,37-25-25,1-1-15,647-177 1081,-444 130-1184,373-111-36,502-120 0,-200 109 0,775-167 0,-1374 288 0,-338 54-2306,1 0-2534</inkml:trace>
  <inkml:trace contextRef="#ctx0" brushRef="#br0" timeOffset="112693.334">10478 4224 27934,'0'0'1024,"0"0"-314,0 0-77,0 0-86,0 0-130,18 0-115,59-1-68,63-37 351,-76 14-459,95-13-48,0 7 1,2 7-1,88 2-78,-154 13 20,456-37-20,28 25 0,60 44 0,499 31 0,-406-74 0,486-80 0,-1021 90 0,-219-9 0,-82-44-1972,46 31-3186</inkml:trace>
  <inkml:trace contextRef="#ctx0" brushRef="#br0" timeOffset="113425.127">10521 4053 15571,'0'0'10283,"0"0"-7835,0 0-2136,0 0 111,0 0 170,0 0-53,25-13-138,270-128 397,213-51-394,7 23-1,8 23 1,156-9-405,-321 72 29,-183 40-42,33-8-144,151-15 157,-293 61-1307,-58 8-1085,-6 6-3372</inkml:trace>
  <inkml:trace contextRef="#ctx0" brushRef="#br0" timeOffset="114031.214">10486 6657 16123,'0'0'2193,"0"0"-1193,0 0-744,0 0-256,12 109-48,-8-86-1736,2-7-2385,-1-2 4169,1-7 1224,-2-5-40,0-2-71,-4 0 7,0 0-456,0-5-664,0 0-2577</inkml:trace>
  <inkml:trace contextRef="#ctx0" brushRef="#br0" timeOffset="114451.594">10370 6885 11602,'0'0'12861,"0"0"-9130,0 0-2852,0 0-343,0 0-152,0 0-123,-4 3-54,5-3-195,-1 0-1,0 0 1,1 1-1,-1-1 0,0 0 1,0 0-1,1 0 1,-1 1-1,0-1 1,1 0-1,-1 0 1,0 1-1,0-1 1,0 0-1,1 1 0,-1-1 1,0 0-1,0 1 1,0-1-1,0 0 1,0 1-1,1-1 1,-1 0-1,0 1 1,0-1-1,0 0 1,0 1-1,0-1 0,0 0 1,0 1-1,0-1 1,0 0-1,0 1 1,-1-1-1,1 1 1,0-1-1,0 0 1,0 1-1,0-1 0,0 0 1,-1 0-1,1 1 1,0-1-1,0 0 1,-1 1-1,1-1 1,0 0-12,50-13 355,118-43 67,2 8 0,22 3-422,169-7 204,3 15 0,20 16-204,74-22 137,350-84-137,141-17 23,-572 114-30,-405 30-1762,-13 2-920</inkml:trace>
  <inkml:trace contextRef="#ctx0" brushRef="#br0" timeOffset="114954.129">10759 6915 28502,'0'0'1284,"0"0"-740,0 0-233,0 0 76,18 15-32,-6-6-302,0 2-3,1-1 0,0 0 0,1-1-1,0-1 1,0 0 0,1 0-1,0-2 1,1 0 0,-1-1-1,5 1-49,156 26 423,1-9-1,162 2-422,-195-17-11,949 128 11,-776-88 0,-182-28 0,1074 182 0,-1174-195-347,90 26 929,-58 9-4809,-55-24-11505</inkml:trace>
  <inkml:trace contextRef="#ctx0" brushRef="#br0" timeOffset="115629.847">10924 10162 14963,'0'0'11023,"0"0"-8124,0 0-2324,0 0-138,0 0 12,26-19-56,-5 3-319,2-2-10,0 1 0,1 2 0,1 0 0,0 1 0,1 2 0,1 1 0,6-2-64,108-22 244,1 5 0,1 7 0,1 7 0,80 2-244,-120 7 114,112-9 71,1164-53 46,-523 44-231,-407-7-388,-449 33 279,-1 0 0,0 0 0,0 1 0,0-1 0,0 0 0,0 0 0,0 0 0,-1 0 0,1 0 0,0 0 0,0 0 0,-1 0 0,1 0 0,-1 0 0,1 0 0,-1 0 0,1 0 0,-1 0 0,0 0 0,1 0 0,-1-1 0,0 1 0,0 0 0,1 0 0,-1-1 0,0 1 0,0-1 0,0 1 0,0 0 0,0-1 0,0 0 0,0 1 0,0-1 0,0 0 0,0 1 0,0-1 0,0 0 0,0 0 0,0 0 0,-1 0 0,1 0 109,-40 16-6569</inkml:trace>
  <inkml:trace contextRef="#ctx0" brushRef="#br0" timeOffset="116014.507">10979 10615 28822,'0'0'1262,"0"0"-877,17-6-197,206-34 767,-26 43-394,0 9 0,53 15-561,-69-8 33,448 37-33,724 94 0,-1315-145-223,1 1-1,-1 2 1,-1 2 0,0 1 0,0 2-1,-1 2 1,23 13 223,-27-6-3814</inkml:trace>
  <inkml:trace contextRef="#ctx0" brushRef="#br0" timeOffset="116753.547">12066 12565 8250,'0'0'4138,"0"0"7939,-19 8-8321,-130 60-1897,148-67-1835,-1-1 0,1 1 0,0-1 0,0 1 0,-1 0 0,1-1 0,0 1 0,0 0 0,0 0 0,0 0 0,0 0 0,0 0 0,0 0 0,1 0 0,-1 0 1,0 0-1,1 1 0,-1-1 0,0 0 0,1 0 0,0 1 0,-1-1 0,1 0 0,0 1 0,-1-1 0,1 0 0,0 1 0,0-1 0,0 0 0,0 1 0,0-1 0,1 1 0,-1-1 0,0 0 0,1 0 0,-1 1 0,1-1 1,-1 0-1,1 0 0,-1 1 0,1-1 0,0 0 0,0 0 0,0 0 0,0 0 0,-1 0 0,1 0 0,0 0 0,1 0 0,-1 0 0,0-1 0,0 1 0,0 0 0,0-1 0,1 1 0,-1-1 0,0 1 0,1-1 0,-1 0 1,0 1-1,1-1 0,-1 0 0,0 0 0,1 0 0,0 0-24,42 2 96,0-2 1,0-2-1,0-2 1,0-2-1,-1-1 0,1-3 1,0-2-97,11 0 49,513-103 351,280-9-400,637-72 0,-810 110 0,-591 83-823,-104 4-505,-18 3-842</inkml:trace>
  <inkml:trace contextRef="#ctx0" brushRef="#br0" timeOffset="117211.048">12331 13062 21949,'0'0'5417,"0"0"-3567,0 0-1094,8 16-176,-3-3-463,-3-7-77,0 0 0,0 0 0,1 0 1,0-1-1,0 1 0,0-1 0,1 0 0,0 0 0,0 0 0,0 0 0,0-1 0,1 1 0,0-1 0,0 0 0,0-1 1,0 1-1,0-1 0,3 1-40,47 15 242,1-2 0,0-3-1,1-2 1,1-2 0,19-1-242,-26-3 63,310 30 47,51-14-110,194 15-6,-513-28 6,0 4 0,-1 4 0,52 18 0,-94-12 0,-56-18 0,-68 8-815,27-8-1339</inkml:trace>
  <inkml:trace contextRef="#ctx0" brushRef="#br0" timeOffset="118946.431">12630 15950 17972,'0'0'8740,"0"0"-6135,0 0-1916,18 1-192,163-17 149,-156 10-596,1185-223 1198,-581 140-1022,1233-159-132,-1721 243-94,-141 5-1,0 0 0,1 0 1,-1 1-1,1-1 0,-1 0 0,0 0 0,1 1 1,-1-1-1,0 0 0,1 1 0,-1-1 1,0 0-1,1 1 0,-1-1 0,0 1 0,0-1 1,1 0-1,-1 1 0,0-1 0,0 1 0,0-1 1,0 1-1,0-1 0,1 0 0,-1 1 0,0-1 1,0 1-1,0-1 0,0 1 0,0-1 1,0 1-1,-1-1 0,1 1 0,0-1 0,0 0 1,0 1-1,0-1 0,0 1 0,-1-1 0,1 1 1,0-1-1,0 0 0,-1 1 0,1-1 0,0 0 1,-1 1-1,1-1 0,0 0 0,-1 1 1,1-1-1,-1 0 0,1 0 0,0 1 0,-1-1 1,1 0-1,-1 0 0,1 0 0,-1 0 0,1 0 1,0 1-1,-1-1 0,1 0 0,-1 0 1,1 0-1,-1 0 0,0-1 1,-123 32-1788,51-23-925</inkml:trace>
  <inkml:trace contextRef="#ctx0" brushRef="#br0" timeOffset="119238.281">13156 16000 27766,'0'0'2961,"0"0"-2609,0 0-200,153 51 192,-23-21 168,50 9-24,24-4-296,3-1-192,-13-6 0,-25-3 0,-10-6 0,-18-3 0,-29-3 0,-6-12 0,-33-1 0,-30 0-1016</inkml:trace>
  <inkml:trace contextRef="#ctx0" brushRef="#br0" timeOffset="123300.799">3990 13325 30390,'0'0'650,"-18"-8"-363,-122-66 107,86 27-128,45 36-257,0 1 0,-1 0 1,0 0-1,-1 1 0,0 0 0,0 0 0,-1 2 1,0-1-1,-1 1 0,1 1 0,-1 1 0,-1 0 1,1 0-1,-1 1 0,1 1 0,-1 0 0,0 1 1,0 1-1,-1 0 0,1 0 0,0 2 1,-12 1-10,9 5 0,2 1 0,-1 0 0,1 1 0,0 1 1,1 0-1,0 1 0,1 1 0,0 0 1,0 1-1,2 0 0,-1 1 0,-8 14 0,-9 9 4,1 2 0,2 1 0,2 1 0,1 1 0,2 1 0,3 1 0,1 1 0,2 0 0,2 1 0,2 1 0,2 0 0,2 0 0,3 0 0,1 6-4,3-39 1,0 0-1,2 0 0,-1 0 0,2 0 1,0-1-1,1 1 0,0-1 1,0 0-1,2 0 0,0-1 0,0 1 1,1-1-1,1-1 0,0 1 1,0-1-1,1 0 0,0-1 0,1 0 1,1-1-1,-1 0 0,1-1 1,1 0-1,10 6 0,30 12 0,2-2 0,0-2 0,2-3 0,0-2 0,1-3 0,16 1 0,259 63 0,-326-76-1,0 1 1,1-1-1,-1 1 1,0 0-1,0 0 1,-1 1-1,1 0 1,-1 0-1,0 0 1,0 1-1,0 0 1,0 0-1,-1 0 1,0 0-1,0 0 1,-1 1-1,1 0 1,-1 0 0,0 0-1,-1 0 1,1 1-1,-1-1 1,0 0-1,-1 1 1,0 0-1,0-1 1,0 5 0,-2 22-5,-2 1 1,-1-1 0,-1 0 0,-2 0 0,-2 0 0,-1-1 0,-1-1 0,-1 0 0,-2 0 0,-1-1 0,-2-1 0,-1 0-1,-1-2 1,-1 0 0,-1-1 0,-12 10 4,-28 36 31,-2-3 0,-3-3 0,-3-3 0,-41 27-31,21-38 83,87-51-79,-1 0-1,1-1 1,0 1-1,0 0 1,0-1-1,0 1 1,-1-1 0,1 0-1,0 0 1,0 0-1,-1 0 1,1 0-1,0 0 1,0-1-1,-1 1 1,1-1-1,0 1 1,0-1-1,0 0 1,0 0-1,0 0 1,0 0-1,0 0 1,0 0-1,0-1 1,0 1 0,1-1-1,-1 1 1,1-1-1,-1 0 1,1 1-1,-1-1 1,1 0-1,0 0 1,0 0-1,0 0 1,0 0-1,0 0 1,1 0-1,-1-1 1,1 1-1,-1 0 1,1-2-4,-6-109 11,16 30-61,3 0 1,4 1-1,3 1 0,4 0 1,3 2-1,3 1 1,35-60 49,-14 39-195,4 2 0,5 3-1,3 3 1,5 2 0,3 3 0,79-72 195,71-48-637,-67 77-2732,-14 21-8722</inkml:trace>
  <inkml:trace contextRef="#ctx0" brushRef="#br0" timeOffset="148339.441">12333 3568 27702,'0'0'1104,"0"0"-317,0 0-187,0 0-41,0 0-106,1-14-111,4-44-109,-30 148 366,-205 297-211,222-365-388,39-58 0,258-432-263,-322 535 199,-202 284 380,218-323-305,17-28-11,1 0 0,-1 0 0,0 0 0,1 0 0,-1 0 0,0 0 0,1 0 0,-1 0 0,0 0 0,1 0 0,-1 0 0,0 0 0,1 0 0,-1 0 0,0 1 0,0-1 0,1 0 0,-1 0 0,0 0 0,0 0 0,1 1 0,-1-1 0,0 0 0,0 0 0,1 1 0,-1-1 0,0 0 0,0 0 0,0 1 0,0-1 0,1 0 0,-1 1 0,0-1 0,0 0 0,0 0 0,0 1 0,0-1 0,0 0 0,0 1 0,0-1 0,0 0 0,0 1 0,0-1 0,0 0 0,0 1 0,0-1 0,24-22-96,-1 0 0,-1-1 0,-1-1 0,-2-1 0,0-1 0,12-23 96,-24 38-21,6-10-82,-24 42-71,-65 104-2139,36-67-3262</inkml:trace>
  <inkml:trace contextRef="#ctx0" brushRef="#br0" timeOffset="149301.194">12402 7024 15123,'0'0'10442,"0"0"-7710,0 0-2077,0 0-181,0 0-40,0 0-96,-9 5-124,0 3-181,1-1 0,0 1 0,0 0 0,0 1 0,1 0 0,0 0 0,1 1 0,0-1 0,1 1 0,0 1 0,0-1 0,1 1 0,-2 8-33,-2 0 51,-1 3 11,0 0 1,1 0-1,1 1 0,2 0 0,0 0 1,1 1-1,1 6-62,4-29 0,0 0 0,0 0 0,-1-1-1,1 1 1,0 0 0,0-1 0,0 1 0,0-1 0,0 1 0,0-1 0,0 0-1,1 1 1,-1-1 0,0 0 0,0 0 0,0 0 0,0 0 0,0 0-1,0 0 1,1 0 0,-1 0 0,0 0 0,0 0 0,0-1 0,0 1-1,0 0 1,0-1 0,0 1 0,0-1 0,0 1 0,0-1 0,0 0 0,0 1-1,0-1 1,0 0 0,-1 1 0,1-1 0,0 0 0,0-1 0,18-14-114,-2-2 1,0 0-1,-1-1 1,0 0-1,-2-1 1,0-1-1,-2 0 1,7-16 112,65-148-433,-84 184 433,0 1 8,-1 0 0,1 0-1,0 1 1,0-1 0,-1 0 0,1 0-1,0 0 1,-1 0 0,1 0-1,0 0 1,0 0 0,-1 0-1,1 0 1,0 0 0,-1 0-1,1 0 1,0 0 0,0 0-1,-1 0 1,1 0 0,0 0-1,0 0 1,-1 0 0,1-1-1,0 1 1,0 0 0,-1 0-1,1 0 1,0 0 0,0-1-1,-1 1 1,1 0 0,0 0-1,0 0 1,0-1 0,0 1-1,-1 0 1,1 0 0,0-1-1,0 1 1,0 0-7,-35 46 181,2 1 0,2 1 0,3 2 0,-5 14-181,22-39-66,0 1 0,2 0 0,1 0 0,1 1 0,1 0 0,2 0 0,-1 20 66,1 4-2093</inkml:trace>
  <inkml:trace contextRef="#ctx0" brushRef="#br0" timeOffset="149972.928">12748 10139 24197,'0'0'4683,"-21"21"-3187,-141 161-768,132-144-622,-1 1-16,2 1 1,1 2 0,2 0-1,-11 30-90,38-73-6,0 1 0,0-1 0,0 1 0,0-1 0,0 1 0,0 0 0,1 0 0,-1 0 1,0 0-1,0 0 0,0 0 0,0 0 0,0 0 0,1 0 0,-1 0 0,0 1 0,0-1 0,0 0 0,0 1 0,0-1 0,0 1 0,0-1 0,0 1 0,0-1 0,0 1 0,0 0 0,0 0 0,0-1 0,0 1 0,-1 0 1,1 0-1,0 0 0,-1 0 0,1 0 0,-1 0 0,1 0 0,-1 0 0,1 0 0,-1 0 0,1 0 0,-1 0 0,0 1 0,0-1 0,0 0 0,0 0 0,0 0 0,0 0 0,0 1 0,0-1 0,0 0 0,0 0 1,-1 0-1,1 0 0,0 0 0,-1 0 0,1 0 0,-1 0 0,1 0 0,-1 0 0,1 0 0,-1 0 0,0 0 0,0 0 0,1 0 0,-1 0 0,0 0 0,0-1 0,0 1 0,-1 0 6,28-10-206,-1-2 0,0-1 0,-1 0 0,0-2 0,-1-1 0,-1-1 0,0-1-1,-1 0 1,-1-2 0,-1 0 0,5-8 206,22-39 523,-50 69 182,-176 205 1243,179-207-1962,0-1 0,-1 1 0,1 0 1,0 0-1,0-1 0,0 1 1,0 0-1,0 0 0,0 0 0,0 0 1,0 0-1,0 0 0,0 0 1,0 0-1,0 1 0,1-1 1,-1 0-1,1 0 0,-1 1 0,1-1 1,-1 0-1,1 1 0,0-1 1,-1 1-1,1-1 0,0 0 0,0 1 1,0-1-1,0 1 0,0-1 1,1 0-1,-1 1 0,0-1 1,1 1-1,-1-1 0,1 0 0,-1 1 1,1-1-1,-1 0 0,1 0 1,0 0-1,0 1 0,0-1 1,0 0-1,0 0 0,0 0 0,0 0 1,0 0-1,0-1 0,0 1 1,0 0-1,1 0 0,-1-1 0,0 1 1,0-1-1,1 1 0,-1-1 1,1 1 13,32 0-1957</inkml:trace>
  <inkml:trace contextRef="#ctx0" brushRef="#br0" timeOffset="150588.424">13482 13055 3753,'0'0'20169,"0"0"-15321,0 0-4060,0 0-337,-5-16-278,-13-52-309,43 4-540,-17 55 459,-28 37 373,-205 271 1676,225-299-1829,1 0 0,-1 0 0,1 0-1,-1 0 1,1 1 0,-1-1 0,0 0 0,1 0-1,-1 0 1,1 1 0,-1-1 0,0 0-1,1 1 1,-1-1 0,0 0 0,1 1 0,-1-1-1,0 0 1,0 1 0,1-1 0,-1 1-1,0-1 1,0 0 0,0 1 0,0-1 0,1 1-1,-1-1 1,0 1 0,0-1 0,0 1-1,0-1 1,0 1 0,0-1 0,0 1 0,0-1-1,0 0 1,0 1 0,-1-1 0,1 1-1,0-1 1,0 1 0,0-1 0,0 1 0,-1-1-1,1 0 1,0 1 0,-1-1 0,1 0 0,0 1-1,0-1 1,-1 1-3,37-22-83,-8 4-289,32-23 17,-33 8-4370,-25 23-9501</inkml:trace>
  <inkml:trace contextRef="#ctx0" brushRef="#br0" timeOffset="152175.525">18674 1024 21004,'0'0'4680,"9"-17"-3236,29-58-813,-33 69-551,0 0 1,0 1-1,0-1 0,0 1 0,1 0 1,0 0-1,0 1 0,1-1 0,-1 2 0,1-1 1,0 1-1,0 0 0,0 0 0,0 0 1,1 1-1,-1 1 0,0-1 0,1 1 0,0 0 1,-1 1-1,1 0-80,1-2 69,154-14 427,0 7 1,57 9-497,-173 0 30,45 0 23,1 4 0,-1 4 0,90 20-53,-143-19 27,0 1-1,-2 2 1,1 1 0,-2 3 0,0 0 0,0 3 0,-2 1 0,0 1 0,-2 2 0,20 18-27,-26-15 21,-1 0-1,-1 2 1,-1 1-1,-1 1 1,-2 1-1,-1 0 1,-2 2-1,-1 0 1,-1 0 0,-2 2-1,-2 0 1,-1 0-1,4 30-20,5 47 61,-6 1-1,-5-1 0,-5 97-60,-19 205 314,-31 117-314,10-135 114,-6 297 126,32 221-240,19-679 44,9 0-1,11-2 1,37 137-44,-35-241 35,6-1 1,5-1-1,6-3 0,5-1 1,6-3-1,4-3 1,12 8-36,-42-73 8,2-1-1,2-2 1,3-1 0,1-3 0,2-1 0,2-1-1,2-3 1,2-2 0,1-2 0,2-2-1,2-2 1,0-3 0,2-2 0,1-3 0,1-2-1,1-2 1,0-3 0,30 3-8,-43-12 0,0-3 0,0-2 0,1-2 0,-1-2 0,0-2 0,1-1 1,-2-3-1,1-2 0,-1-1 0,0-3 0,-1-1 0,-1-2 0,0-3 0,-1 0 0,-2-3 0,21-15 0,-50 31 0,0-1 0,-1-1 1,0 1-1,0-1 0,-1-1 0,0 1 0,0-2 0,-1 1 0,-1-1 0,1 0 0,-1 0 0,-1-1 0,0 1 0,-1-1 1,0 0-1,1-5 0,-5 14 0,1 1 1,-1-1 0,0 1-1,0-1 1,0 1 0,0 0-1,0-1 1,0 1 0,-1-1 0,1 1-1,0 0 1,-1-1 0,1 1-1,-1-1 1,1 1 0,-1 0-1,0 0 1,0-1 0,1 1-1,-1 0 1,0 0 0,0 0 0,0 0-1,0 0 1,0 0 0,-1 0-1,1 0 1,0 1 0,0-1-1,0 0 1,-1 1 0,1-1-1,0 1 1,-1-1 0,1 1 0,-1-1-1,1 1 1,0 0 0,-1 0-1,1 0 1,-1 0 0,1 0-1,-1 0 1,1 0 0,0 0-1,-1 1 1,1-1 0,-1 1 0,1-1-1,0 1 1,-1-1 0,1 1-1,0 0 1,0-1 0,-1 1-1,0 1 0,-9 4 2,-1 0-1,1 1 0,1 0 0,-1 1 0,1 0 1,1 1-1,-1 0 0,1 0 0,1 1 0,0 0 1,-5 9-2,-32 47 3,4 2 0,2 2 1,4 2-1,2 1 1,4 1-1,3 2 1,4 0-1,2 2 0,-8 78-3,11 6 11,8 1-1,6 0 0,8-1 1,6 1-1,8-2 0,6 0 1,8-2-1,26 68-10,275 910 0,-160-587 0,-24 7 0,31 302 0,-157-689 0,-7 1 0,-8 1 0,-7 1 0,-9 15 0,1-118 0,-3-1 0,-3 0 0,-3 0 0,-3-1 0,-3-2 0,-2 0 0,-4-1 0,-2-1 0,-4-2 0,-2-1 0,-2-2 0,-3-1 0,-3-3 0,-2-1 0,-11 7 0,36-41 0,-1-1 0,-1 0 0,0-2 0,-2-1 0,0 0 0,-1-2 0,0-1 0,-19 7 0,39-18-17,1 0 1,-1 0-1,0-1 1,0 1-1,0-1 1,0 0-1,0 0 0,0-1 1,0 0-1,0 1 1,0-2-1,0 1 1,0 0-1,0-1 0,0 0 1,0 0-1,0-1 1,0 0-1,0 1 1,1-1-1,-1-1 0,1 1 1,-1-1-1,1 0 1,0 0-1,0 0 1,0 0-1,1-1 0,-1 1 1,1-1-1,0 0 1,0 0-1,0-1 17,-14-32-424,3-1 0,1-1 1,2 0-1,2-1 0,1 0 0,0-14 424,-13-121-4040</inkml:trace>
  <inkml:trace contextRef="#ctx0" brushRef="#br0" timeOffset="152488.961">24429 7263 26798,'0'0'2816,"0"0"-2600,115-37-136,27 0 56,74-22 273,53-17-49,25-8-176,5-5-24,-17 4-8,-3 8-24,-14 4-56,-23 11-40,-32 16-32,-32 11-40,-46 7-368,-50 10-777,-39 2-3256</inkml:trace>
  <inkml:trace contextRef="#ctx0" brushRef="#br0" timeOffset="152788.857">26716 6054 30262,'25'0'569,"375"42"-167,119 56 208,-466-90-563,112 34 81,-162-40-128,0-1 0,0 1 0,-1 0 0,1 0 0,-1 0 0,0 0 0,1 0 0,-1 1 0,0-1 0,0 1 0,0-1 0,-1 1 0,1 0 0,0-1 0,-1 1 0,0 0 0,0 0 0,0 0 0,0 0 0,0 1 0,-1-1 0,1 0 0,-1 0 0,0 0 0,0 0 1,0 1-1,0-1 0,-1 0 0,1 0 0,-1 0 0,0 0 0,0 0 0,0 0 0,0 0 0,-2 3 0,-7 11 8,-2-1 1,0-1 0,0 0-1,-2-1 1,0 0 0,0-1-1,-1 0 1,-1-1-1,0-1 1,-6 3-9,-1 2 11,-273 184 90,123-86-895,-140 120 794,271-198-1897</inkml:trace>
  <inkml:trace contextRef="#ctx0" brushRef="#br0" timeOffset="153040.601">28644 7016 29726,'0'0'3041,"0"0"-3041,0 0 0,0 0-1184</inkml:trace>
  <inkml:trace contextRef="#ctx0" brushRef="#br0" timeOffset="157810.862">10937 3713 12507,'0'0'11736,"0"0"-8573,0 0-2487,0 0-233,0 0 58,-9-9 49,-29-27-92,38 36-444,0 0 0,1 0-1,-1 0 1,0 0-1,1-1 1,-1 1 0,0 0-1,1 0 1,-1 0-1,0 0 1,1 0 0,-1-1-1,0 1 1,1 0-1,-1 0 1,0-1 0,0 1-1,1 0 1,-1-1-1,0 1 1,0 0 0,0 0-1,0-1 1,1 1-1,-1 0 1,0-1-1,0 1 1,0 0 0,0-1-1,0 1 1,0-1-1,0 1 1,0 0 0,0-1-1,0 1 1,0 0-1,0-1 1,0 1 0,0 0-1,0-1 1,0 1-1,0 0 1,-1-1 0,1 1-1,0 0 1,0-1-1,0 1 1,0 0 0,-1-1-1,1 1 1,0 0-1,0 0 1,-1-1 0,1 1-1,0 0 1,-1 0-1,1 0 1,0-1 0,-1 1-1,1 0 1,0 0-1,-1 0-13,30 5-45,-28-4 102,49 5 33,1-2 0,-1-3 0,0-1 0,0-3 0,0-2 0,0-2-1,0-2 1,-1-3 0,-1-1 0,26-12-90,35-5 29,162-40 18,432-114-2,39-47-45,-651 199-1,498-172 9,17 23-8,23 43 180,5 28-1,71 20-179,-557 82-27,-149 16-235,-104 48-2768,24-29-4233</inkml:trace>
  <inkml:trace contextRef="#ctx0" brushRef="#br0" timeOffset="158251.236">10843 4295 5961,'0'0'17769,"0"0"-13614,0 0-3647,0 0-31,32 11 89,-1 0-439,0-2 1,1-1 0,0-1 0,1-2 0,-1-1 0,1-2 0,0-1 0,29-3-128,761-106 1020,-378 85-304,143 23-716,699 73 200,-690-13-1300,-541-55-1533</inkml:trace>
  <inkml:trace contextRef="#ctx0" brushRef="#br0" timeOffset="162967.431">23117 1643 20524,'0'0'448,"0"0"-448,0 0 0,0 0 737,-12 102 863,8-88 120,4-1-895,0-3-361,0 1-168,0-1-168,4 3-128,8-1-56,-2-5-2769</inkml:trace>
  <inkml:trace contextRef="#ctx0" brushRef="#br0" timeOffset="163215.734">23176 1858 24589,'0'0'2097,"0"0"-2097</inkml:trace>
  <inkml:trace contextRef="#ctx0" brushRef="#br0" timeOffset="164195.735">25620 21 28206,'0'0'1672,"0"0"-1111,0 0-97,0 0-8,0 0-40,0 0-192,0 0-184,-17-9-40,36 26 88,9 3 24,-1 3-48,1-2-32,-1-1-32,-3-1 0,-3-1-88,-15 13-472,-6-4-977,0-2-5464</inkml:trace>
  <inkml:trace contextRef="#ctx0" brushRef="#br0" timeOffset="164556.526">24662 733 28654,'0'0'778,"31"-3"-250,311-61 659,1173-408 433,-1316 430-1620,-198 41 0,0 1 0,0 0 0,0 0 0,0 0 0,0 0 0,0 0 0,0 0 0,0 0 0,0 1 0,0-1 0,0 0 0,0 0 0,0 1 0,0-1 0,0 1 0,0-1 0,0 1 0,0-1 0,0 1 0,-1-1 0,1 1 0,0 0 0,0-1 0,-1 1 0,1 0 0,-1 0 0,1 0 0,0-1 0,-1 1 0,0 0 0,1 0 0,-1 0 0,1 0 0,-1 0 0,0 0 0,0 0 0,1 0 0,-1 0 0,0 0 0,0 0 0,0 0 0,0 0 0,0 0 0,-1 0 0,1 0 0,0 0 0,0 0 0,-1 0 0,1 0 0,0 0 0,-1 0 0,1 0 0,-1-1 0,1 1 0,-1 0 0,1 0 0,-1 0 0,0 0 0,-94 99 0,76-86 0,-203 150-68,-7-11-1,-158 75 69,301-179-116,-128 69-1663,140-84-654</inkml:trace>
  <inkml:trace contextRef="#ctx0" brushRef="#br0" timeOffset="164884.384">25175 756 28926,'0'16'956,"-41"556"1501,22-380-2101,-170 2182-284,125-1904-72,64-470 0,0 0 0,-1 0 0,1 0 0,0-1 0,-1 1 0,1 0 0,0 0 0,-1 0 0,1 0 0,0 0 0,-1 0 0,1 0 0,0 0 0,-1 0 0,1 0 0,0 1 0,-1-1 0,1 0 0,0 0 0,0 0 0,-1 0 0,1 0 0,0 1 0,-1-1 0,1 0 0,0 0 0,0 0 0,-1 1 0,1-1 0,0 0 0,0 0 0,-1 1 0,1-1 0,0 0 0,0 1 0,0-1 0,0 0 0,0 0 0,-1 1 0,1-1 0,0 0 0,0 1 0,0-1 0,0 0 0,0 1 0,0-1 0,0 1 0,0-1 0,0 0 0,0 1 0,1-347-1551,4 197-1179</inkml:trace>
  <inkml:trace contextRef="#ctx0" brushRef="#br0" timeOffset="165274.383">25180 1872 29798,'0'0'687,"27"-1"-371,362-21 828,-45-37-739,-341 58-401,0-1 0,0 1 0,1 0 1,-1 1-1,0-1 0,0 0 1,1 1-1,-1 0 0,0-1 1,0 1-1,1 1 0,-1-1 0,0 0 1,1 1-1,-1 0 0,0-1 1,0 2-1,0-1 0,0 0 0,0 0 1,0 1-1,0 0 0,0-1 1,0 1-1,-1 0 0,1 0 0,-1 1 1,1-1-1,-1 0 0,0 1 1,0 0-1,0-1 0,0 1 1,-1 0-1,1 0 0,-1 0 0,0 0 1,1 0-1,-1 0 0,-1 0 1,1 1-5,11 51 60,-2 1 0,-2 0 0,-3 0 0,-3 9-60,3 12 1,24 1322-1,-37-1299 0,7-99-6,0 0 0,0 0 1,0 0-1,1 0 0,-1-1 0,0 1 0,0 0 1,0-1-1,0 1 0,0-1 0,-1 1 1,1-1-1,0 1 0,0-1 0,0 0 0,0 0 1,0 1-1,-1-1 0,1 0 0,0 0 0,0 0 1,0 0-1,-1-1 0,1 1 0,0 0 1,0 0-1,0-1 0,0 1 0,0 0 0,0-1 1,-1 1-1,1-1 0,0 0 0,0 1 0,1-1 1,-1 0-1,0 0 0,0 1 0,0-1 1,0 0-1,1 0 0,-1 0 0,0 0 0,1 0 1,-1 0-1,1 0 0,-1 0 0,1 0 0,-1-1 1,1 1-1,0 0 0,-1 0 0,1 0 6,-30-42-1521,-3-9-1340</inkml:trace>
  <inkml:trace contextRef="#ctx0" brushRef="#br0" timeOffset="165567.361">24959 2749 29654,'0'0'642,"27"-6"-390,198-30 157,-215 35-369,195 2 458,-198 1-505,0-1 0,0 1-1,0 0 1,0 0-1,0 1 1,0 0-1,-1 0 1,1 0-1,-1 1 1,0 0-1,0 0 1,0 1-1,0 0 1,-1 0-1,0 0 1,0 0 0,-1 1-1,1 0 1,-1 0-1,0 0 1,-1 1-1,1-1 1,-1 1-1,-1 0 1,1 0-1,0 3 8,0 20-97,-1 1-1,-1 0 0,-2-1 0,0 1 1,-3 0-1,0-1 0,-2 0 0,-1 0 1,-2 0-1,-1-1 0,-1 0 0,-1-1 1,-1-1-1,-2 0 0,-1 0 0,-1-2 1,-4 5 97,-161 202 1797,211-260-1326,246-259-1604,138-197 1133,-339 388-1961</inkml:trace>
  <inkml:trace contextRef="#ctx0" brushRef="#br0" timeOffset="165956.946">26303 1931 30182,'0'0'623,"24"-5"-345,312-73 27,-295 67-259,30-9 41,0 2 0,1 4 0,1 3-1,57 0-86,-125 10 17,-1 1 0,1 0 0,-1 0-1,0 1 1,1-1 0,-1 1-1,0 0 1,1 0 0,-1 1 0,0-1-1,0 1 1,0 0 0,0 0-1,0 0 1,0 0 0,-1 1-1,1 0 1,-1-1 0,0 1 0,0 0-1,0 1 1,0-1 0,0 1-1,-1-1 1,1 1 0,-1 0 0,0 0-1,0 0 1,0 0 0,-1 0-1,0 0 1,1 0 0,-1 1-1,-1-1 1,1 0 0,-1 2-17,43 345 383,82 909-382,-122-1104-1,-3-155 0,-1-1 0,1 1 0,0 0 0,0-1 0,0 1 0,-1-1 0,1 1 0,0-1 0,-1 1 0,1-1 0,-1 1 0,1-1 0,0 0 0,-1 1 0,1-1 0,-1 0 0,1 1 0,-1-1 0,1 0 0,-1 1 0,1-1 0,-1 0 0,0 0 0,1 0 0,-1 1 0,1-1 0,-1 0 0,1 0 0,-1 0 0,0 0 0,1 0 0,-1 0 0,1 0 0,-1 0 0,0 0 0,1-1 0,-1 1 0,1 0 0,-1 0 0,1 0 0,-1-1 0,0 1 0,1 0 0,-1-1 0,1 1 0,0 0 0,-1-1 0,1 1 0,-1-1 0,1 1 0,-1-1 0,1 1 0,0-1 0,-81-83-1718,37 26-1429</inkml:trace>
  <inkml:trace contextRef="#ctx0" brushRef="#br0" timeOffset="166255.282">26286 2392 30270,'0'0'942,"21"-5"-690,16-3-196,0 0 1,0 3-1,1 1 0,0 2 0,0 1 1,0 2-1,0 2 0,-1 1 1,1 2-1,20 7-56,-48-8-16,0 0 0,-1 0 0,0 1 0,0 0-1,-1 1 1,1 0 0,-1 0 0,-1 1 0,0 0 0,0 0 0,0 0 0,-1 1 0,0 0 0,-1 1 0,0-1 0,0 1 0,-1 0-1,0 0 1,-1 1 0,0-1 0,-1 1 0,0-1 0,-1 1 0,0 0 0,0 4 16,-1 12-140,0 1 0,-2-1 0,-1 1 1,-1-1-1,-2 0 0,0 0 0,-2-1 0,-1 0 1,-3 6 139,2-7 101,0-1 0,-1 0 0,-2-1 0,0 0 0,-1-1 0,-2-1 0,0 0 0,-1-1 0,-1-1 0,-1 0 0,-1-2 0,-15 11-101,35-33 548,64-97 9,-41 76-506,133-140-712,8 7 0,178-133 661,-252 217-2551</inkml:trace>
  <inkml:trace contextRef="#ctx0" brushRef="#br0" timeOffset="166535.912">27966 1233 31647,'0'0'688,"140"-48"-536,13 7-104,31-6-8,11-5 0,-11 3-16,-25 1-24,-12 2 0,-15 4-232,-32 5-312,-37 10-600,-32 10-1369</inkml:trace>
  <inkml:trace contextRef="#ctx0" brushRef="#br0" timeOffset="166730.45">28971 863 29326,'-7'20'870,"-48"210"321,2 730 189,2-485-1380,-24 18 0,21-148 0,48-296 0,4-40-308,4-38-679,7-12-1143</inkml:trace>
  <inkml:trace contextRef="#ctx0" brushRef="#br0" timeOffset="166904.254">28983 2090 30038,'112'5'857,"20"25"-617,9 7 104,-19 2-136,-34-7-24,-15-9-80,-16-9-104,11-14-280,-11 0-1193,-8-4-7480</inkml:trace>
  <inkml:trace contextRef="#ctx0" brushRef="#br0" timeOffset="167107.401">29835 1505 31071,'-31'102'1240,"-14"27"-792,-20 30-440,-12 4-8,-7-1 0,-8 10 0,-5-1 0,5-5 0,14-16 0,7-29 0,24-42-1776,11-37-2297</inkml:trace>
  <inkml:trace contextRef="#ctx0" brushRef="#br0" timeOffset="167373.396">29132 2915 29974,'136'-29'1313,"19"5"-1001,20 3 368,-16 17-192,-24 4-488,-3 7 0,-24 12 0,-28 1 0,-23-1 0,-16-1 0,6 14 0,-11-2-1320,-13-4-4345</inkml:trace>
  <inkml:trace contextRef="#ctx0" brushRef="#br0" timeOffset="167683.381">24976 4858 30471,'615'-102'1076,"-434"66"-859,636-120 285,5 36-1,199 20-501,7 89 0,360 68 0,-1238-48 0,-196-37-433,-1 5-1735</inkml:trace>
  <inkml:trace contextRef="#ctx0" brushRef="#br0" timeOffset="167853.631">31090 4561 30342,'0'0'2425,"0"0"-2425,0 0 0,0 0-616,-100 0-2313</inkml:trace>
  <inkml:trace contextRef="#ctx0" brushRef="#br0" timeOffset="213638.005">23785 277 28414,'0'0'787,"0"0"-464,0 0-195,0 22 101,7 286 954,93 812-32,-58-384-597,-52 682-554,-1-946-2,8-208 2,1-359-1887,2 12-19</inkml:trace>
  <inkml:trace contextRef="#ctx0" brushRef="#br0" timeOffset="214066.343">23812 441 25309,'0'0'2684,"0"0"-1920,0 0-636,21-1 4,236-8 1065,661-64-370,490 57-748,-19 12-72,-1090 19-150,0 13 0,261 61 143,-358-52-1527,-136-29-725</inkml:trace>
  <inkml:trace contextRef="#ctx0" brushRef="#br0" timeOffset="214681.988">29855 325 15123,'0'0'9581,"0"0"-7066,14 15-1941,113 121 595,-11-19 298,-109-109-1390,-1-1-1,1 1 1,-2 0-1,1 0 0,-1 1 1,0-1-1,-1 1 1,0 0-1,0 1 1,-1-1-1,0 1 1,-1-1-1,0 1 0,0 0 1,-1 0-1,-1 0 1,0 0-1,0 9-76,9 61 233,81 276 201,-44-59-340,-12 3 0,-13 0-1,-14 102-93,3-22 14,10 87-14,32 99 0,-46-533-761,-6-31-1159</inkml:trace>
  <inkml:trace contextRef="#ctx0" brushRef="#br0" timeOffset="214934.842">30601 3673 29974,'0'0'1145,"0"0"-889,27 95-256,-19-45 0,-4-10-232,-4-12-2001</inkml:trace>
  <inkml:trace contextRef="#ctx0" brushRef="#br0" timeOffset="218818.474">24554 9736 22373,'0'0'4290,"0"0"-2968,0 0-842,20-11 9,221-95 357,10 50-531,2 10 0,3 12 0,0 10 0,126 11-315,-166 2 63,2530-152 269,-1290 81-314,-1327 73-1218,-115 4-1043</inkml:trace>
  <inkml:trace contextRef="#ctx0" brushRef="#br0" timeOffset="219260.961">27621 10028 29566,'0'0'680,"0"0"-520,0 0-95,41 106 71,-25-51 240,-1 5-88,7 2-136,0 1-88,3-1-40,3-5-24,7-8-168,-4-14-1217,-5-19-6824</inkml:trace>
  <inkml:trace contextRef="#ctx0" brushRef="#br0" timeOffset="219583.407">28640 10081 28982,'-20'13'954,"-745"529"-596,673-473-491,-406 277-3142,415-278 4751,83-68-1465,0 0 0,1-1-1,-1 1 1,0 0 0,1 0 0,-1 0-1,1 0 1,-1-1 0,0 1 0,1 0-1,-1 0 1,1 0 0,-1 0 0,1 0-1,-1 0 1,0 0 0,1 0 0,-1 0 0,1 0-1,-1 1 1,0-1 0,1 0 0,-1 0-1,1 0 1,-1 0 0,0 1 0,1-1-1,-1 0 1,0 0 0,1 1 0,-1-1-1,0 0 1,0 1 0,1-1 0,-1 0-1,0 1 1,0-1 0,1 0 0,-1 1 0,0-1-1,0 0 1,0 1 0,0-1 0,1 1-1,-1-1 1,0 0 0,0 1 0,0-1-1,0 1 1,0-1 0,0 0 0,0 1-1,0-1 1,0 1 0,-1-1 0,1 1-1,0-1 1,0 0-11,177-55 806,32-26-525,123-50 357,5 14 0,266-52-638,-443 142-1388,-122 21-3024</inkml:trace>
  <inkml:trace contextRef="#ctx0" brushRef="#br0" timeOffset="219944.697">28345 10901 29534,'0'0'856,"0"0"-583,0 0-217,0 0 96,-53 102 128,20-26-160,-14 25-72,0-4-8,1-9 24,5-10-40,4-16-8,-2 9-16,-20 29-256,12-18-889,9-20-5400</inkml:trace>
  <inkml:trace contextRef="#ctx0" brushRef="#br0" timeOffset="220245.04">28192 11629 29478,'0'0'784,"-45"162"-295,21-29 15,5 22 8,11-1-216,8-14-184,0-40-88,0-24-24,0-26-16,4-13-8,2-2-16,1-5-192,-1-9-112,2-19-96,8-25-80,-2-19-865,-1-9-3224</inkml:trace>
  <inkml:trace contextRef="#ctx0" brushRef="#br0" timeOffset="220598.884">28838 10979 27286,'0'0'707,"25"-2"-195,162-7 644,-184 9-1133,7-2 41,0 0 0,0 1 0,1 1 0,-1 0 0,0 0 0,0 0 0,1 2 0,-1-1 0,0 1 0,0 1 0,0 0 0,-1 0 0,1 1 0,-1 0 0,1 1 0,-1 0 0,-1 0 0,1 1 0,-1 0 0,0 0 0,0 1 0,-1 0 0,0 1 0,0-1 0,0 1 0,-1 1-64,1 13 127,0 1 1,-1 0-1,-1 0 0,-1 0 0,-1 1 1,-1-1-1,-2 3-127,4 27 140,-1-17-70,36 379 248,44 147-318,-79-541 0,13 61 0,-4 1 0,-3 0 0,-3 21 0,-6-104-2,-1 0 0,0 1-1,0-1 1,0 1 0,1-1 0,-1 1 0,0-1-1,0 0 1,0 1 0,0-1 0,0 1 0,0-1-1,0 1 1,0-1 0,0 1 0,0-1 0,0 1-1,0-1 1,0 0 0,0 1 0,0-1 0,-1 1-1,1-1 1,0 1 0,0-1 0,0 0 0,-1 1-1,1-1 1,0 1 0,0-1 0,-1 0 0,1 1-1,0-1 1,-1 0 0,1 0 0,-1 1 0,1-1 0,0 0-1,-1 0 1,1 1 0,-1-1 0,1 0 0,0 0-1,-1 0 1,1 0 0,-1 0 0,1 0 0,-1 0-1,1 0 1,-1 0 0,1 0 0,-1 0 0,1 0-1,0 0 1,-1 0 0,1 0 0,-1 0 0,1 0-1,-1-1 1,1 1 0,0 0 0,-1 0 0,1 0-1,-1-1 1,1 1 0,0 0 2,-27-27-497,22 22 364,-33-44-1790,-2-11-2813</inkml:trace>
  <inkml:trace contextRef="#ctx0" brushRef="#br0" timeOffset="220834.527">28329 11609 30615,'0'0'664,"0"0"-544,122 6-56,-49-5 152,3-1 152,1 0-200,-10 0-112,-14 7-56,-20 11-128,-23 9-240,-32 33-264,-21-6-1433,-8-2-8281</inkml:trace>
  <inkml:trace contextRef="#ctx0" brushRef="#br0" timeOffset="221009.347">28412 12090 26806,'0'0'2192,"0"0"-1840,120-37 104,-52 10 136,5-1-47,2 1-265,-7 6-152,-9 7-128,-18 14-40,-15 9-552,-24 14-1385</inkml:trace>
  <inkml:trace contextRef="#ctx0" brushRef="#br0" timeOffset="221197.794">28573 12426 28670,'0'0'952,"112"-9"-368,-38-11-31,15-3 47,-3 0-160,-3 2-240,-9 3-200,-7 3-128,-20 4-496,-21 2-2049</inkml:trace>
  <inkml:trace contextRef="#ctx0" brushRef="#br0" timeOffset="221641.774">27071 11484 29318,'0'0'816,"0"0"-475,27 21-61,176 141 718,-187-149-891,32 25 104,-1 3-1,-3 1 1,-1 2-1,15 24-210,-47-55 4,-1 1 0,-1 0-1,0 0 1,-1 1-1,-1 0 1,0 1-1,-1-1 1,-1 1 0,-1 0-1,0 1 1,-1-1-1,0 1 1,-1 0 0,-1-1-1,-1 1 1,-1 0-1,0 0 1,-3 14-4,-6 5 0,-2 0 0,-2 0 0,0-1-1,-3-1 1,-1-1 0,-1 0 0,-2-2 0,-1 0 0,-2-1 0,-14 13 0,-1-4-8,-2-3 0,-1-1 0,-2-2 0,-1-1 0,-2-3 0,-1-2 0,-1-2 0,-1-2 0,-1-3 1,-1-1-1,0-3 0,-1-2 0,-1-3 0,0-2 0,-17-1 8,126-4 0,1178 63 120,-780-25-120,445-18 0,-793-28-20,-1-4 0,0-5 0,-1-4-1,-1-5 1,0-5 0,-2-3 0,-2-5 0,-1-4 0,-2-5 0,1-5 20,19-25-1690,-31 4-2932</inkml:trace>
  <inkml:trace contextRef="#ctx0" brushRef="#br0" timeOffset="224359.184">11939 1012 22765,'0'0'1260,"0"0"2468,0 0-2120,0 0-912,0 0-110,-4 3-72,-16 13 242,995-25 98,-864 7-854,254-7 0,0-15 0,76-27 0,-407 39 0,-123 11-2167,21 1-3740</inkml:trace>
  <inkml:trace contextRef="#ctx0" brushRef="#br0" timeOffset="227347.739">11870 848 19892,'0'0'3020,"0"0"-908,0 0-721,0 0-339,0 0-88,0 0-134,-5-12-210,-21-47 176,26 59-572,0 2-49,29 74 526,11 56-222,-6 1 0,12 109-479,-31-160 25,103 655-18,-28 64-7,-32-45 0,-80-795 0,40 59 0,-13-14 0,-3-18-69,-1 0 0,-1 0 0,0 0 0,0 0-1,-2 0 1,1 0 0,-1 0 0,-1 0 0,0 0 0,-1 1 0,-4-11 69,-11-12-3161</inkml:trace>
  <inkml:trace contextRef="#ctx0" brushRef="#br0" timeOffset="228150.261">11560 3941 26142,'0'0'1096,"0"0"-584,0 0 72,0 0-24,0 0-192,0 0-160,21 73-80,-7-70-56,2-1-40,0 2-32,-1-1-32,1 2-360,4 2-184,11 4-144,-3-2-968,-3-4-761</inkml:trace>
  <inkml:trace contextRef="#ctx0" brushRef="#br0" timeOffset="229584.728">11923 4008 6953,'0'0'16247,"0"0"-12224,0 0-3563,0 0-90,0 0 146,0 0-246,14-7-165,43-21-59,-7 21-19,-51 22 1060,-64 99 879,-104 224-1269,138-282-697,-3-1 0,-2-2 0,-2-2 0,-2-1 0,-2-2 0,-3-2 0,-1-2 0,-38 26 0,-43 14 0,-3-5 0,-4-6 0,-3-7 0,-118 40 0,4-20 0,-2-12 0,-4-11 0,-2-11 0,-19-9 0,140-30 0,-2-5 0,1-7 0,0-5 0,-103-19 0,-285 0 0,439 19 0,1-3 0,0-4 0,0-3 0,1-5 0,1-3 0,1-3 0,2-5 0,0-3 0,2-3 0,2-4 0,-28-22 0,58 29 0,2-3 0,1-2 0,2-2 0,1-1 0,3-3 0,1-1 0,2-1 0,3-3 0,1 0 0,3-2 0,0-4 0,19 34 0,0-1 0,1 0 0,2 0 0,0-1 0,1 1 0,1-1 0,1-1 0,2 1 0,0-1 0,1 1 0,1-1 0,2 1 0,0-1 0,1 1 0,2 0 0,5-19 0,10-13 0,2 0 0,2 1 0,3 1 0,2 1 0,2 2 0,2 1 0,2 2 0,3 1 0,1 2 0,3 2 0,13-10 0,99-77 0,6 6 0,4 8 0,6 7 0,4 7 0,5 8 0,3 8 0,4 8 0,3 8 0,22 3 0,-56 18 0,2 7 0,1 7 0,1 6 0,2 8 0,0 7 0,1 6 0,70 11 0,413 97 0,-577-90 0,79 9 0,0 6 0,-2 7 0,-2 6 0,1 8 0,1 9 0,-2 7 0,126 76 0,-214-106 0,-2 3 0,-2 1 0,-1 3 0,-2 2 0,-2 2 0,-2 2 0,-1 2 0,21 34 0,-49-60 0,-1 1 0,-1 1 0,-1 0 0,-1 1 0,-2 0 0,0 1 0,-1 0 0,-2 0 0,-1 1 0,0-1 0,-3 1 0,0 0 0,-1 0 0,-2 0 0,-1 0 0,0 0 0,-3 0 0,0-1 0,-1 1 0,-2-2 0,-1 1 0,0-1 0,-2 0 0,-10 15 0,-20 16 0,-3-2 0,-2-2 0,-3-2 0,-1-2 0,-3-2 0,-1-3 0,-3-2 0,-1-2 0,-2-3 0,-50 21 0,-293 156-20,237-141-80</inkml:trace>
  <inkml:trace contextRef="#ctx0" brushRef="#br0" timeOffset="234705.4">11978 3685 27838,'0'0'1611,"0"0"-840,0 0-272,0 0 6,0 0-33,-5-12-82,-16-38-98,20 47-282,1 1 1,0 0 0,0-1 0,0 1 0,0 0 0,0-1 0,1 1 0,-1 0-1,1-1 1,-1 1 0,1 0 0,0 0 0,0 0 0,0 0 0,0 0 0,0 0 0,1 0-1,-1 0 1,1 0 0,-1 0 0,1 0 0,-1 1 0,1-1 0,0 1 0,0-1-1,0 1 1,0 0 0,0 0 0,0 0 0,0 0 0,0 0 0,0 0 0,1 1-1,-1-1 1,1 0-11,6-3 9,35-15-9,1 3 0,0 2 0,1 1 0,0 3 0,1 1 0,0 3 0,1 1 0,-1 3 0,1 2 0,-1 2 0,2 2 0,-47-5 0,0 1 0,0-1 0,1 1 0,-1-1 0,0 1 0,1 0 0,-1 0 0,0 0 0,1 0 0,-1 0 0,0 1 0,1-1 0,-1 1 0,0 0 0,0-1 0,0 1 0,1 0 0,-1 0 0,0 0 0,0 1 0,0-1 0,-1 0 0,1 1 0,0-1 0,0 1 0,-1 0 0,1-1 0,-1 1 0,1 0 0,-1 0 0,0 0 0,0 0 0,0 0 0,0 0 0,0 0 0,0 1 0,-1-1 0,1 0 0,-1 0 0,1 1 0,-1-1 0,0 0 0,0 1 0,0-1 0,0 0 0,0 1 0,-1-1 0,1 0 0,-1 1 0,0 0 0,-4 8 0,0 0 0,0-1 0,-1 1 0,-1-1 0,1-1 0,-2 1 0,1-1 0,-2-1 0,1 1 0,-1-1 0,0-1 0,-8 6 0,6-4 0,-34 29 0,-2-3 0,-2-1 0,-1-2 0,-2-3 0,-18 6 0,-17-12 0,83-26 0,1 0 0,0 0 0,0 0 0,0-1 0,0 1 0,0-1 0,1 1 0,-1-1 0,1 0 0,0 0 0,0 0 0,1 0 0,-1-1 0,1 1 0,0 0 0,0-1 0,0 1 0,1-1 0,-1 1 0,1 0 0,0-1 0,0 1 0,1-1 0,0 1 0,-1-1 0,1 1 0,-1-5 0,-1-18 0,1 0 0,2-1 0,0 1 0,2 0 0,0 0 0,2 0 0,2 0 0,0 1 0,1 0 0,2 1 0,1 0 0,0 1 0,9-10 0,-20 31 0,0 1 0,0 0 0,1 0 0,-1 0 0,1 0 0,-1 0 0,1 0 0,0 0 0,0 0 0,0 1 0,0-1 0,0 1 0,0-1 0,1 1 0,-1 0 0,0 0 0,1 0 0,-1 0 0,1 1 0,-1-1 0,1 0 0,-1 1 0,1 0 0,-1 0 0,1 0 0,-1 0 0,1 0 0,0 0 0,-1 0 0,1 1 0,-1 0 0,1-1 0,-1 1 0,0 0 0,1 0 0,-1 0 0,0 0 0,0 1 0,1-1 0,-1 1 0,0-1 0,0 1 0,-1 0 0,1 0 0,0-1 0,0 1 0,-1 1 0,1-1 0,0 1 0,20 29 0,-1 2 0,-2 0 0,-1 0 0,-1 2 0,-2 0 0,7 29 0,-20-60-51,0 1 0,0 0-1,-1 0 1,1 0 0,-1 0 0,-1 0 0,1 0 0,-1 0-1,0 0 1,0 0 0,-1 1 0,0-1 0,0 0 0,0 0-1,-1 0 1,0-1 0,0 1 0,0 0 0,-1-1-1,0 1 1,0-1 0,0 0 0,-1 0 0,-1 1 51,-19 18-2237</inkml:trace>
  <inkml:trace contextRef="#ctx0" brushRef="#br0" timeOffset="237220.71">12416 3657 3881,'0'0'20208,"0"0"-15644,0 0-4164,0 0 16,0 0-1,4 17-91,36 124 319,-36-123-588,-1 1 0,-1-1 0,-1 1 0,0 0 0,-2 0 0,0-1 0,-1 1 0,-1 0 0,-1-1 0,0 0 0,-1 0 0,-1 0 0,-1 0 1,-1-1-1,0 0 0,-1-1 0,-1 0 0,-4 5-55,-16 20 4,-2-1-1,-2-1 1,-1-2 0,-2-2-1,-2-1 1,-12 7-4,-131 84 166,-6-8 0,-4-8 0,-5-9-1,-74 21-165,244-109 3,-136 63 44,-3-7 1,-3-7-1,-3-8 1,-1-7-1,-149 17-47,218-46 0,-2-4 0,1-6 0,-1-4 0,0-4 0,0-6 0,0-3 0,2-6 0,-1-4 0,2-4 0,1-5 0,2-4 0,-20-14 0,40 8 0,2-4 0,2-3 0,2-3 0,2-3 0,2-4 0,3-2 0,-12-18 0,63 62 0,1-1 0,1 1 0,0-2 0,1 0 0,1-1 0,0 0 0,1-1 0,1 0 0,1-1 0,0 0 0,2 0 0,0-1 0,1 0 0,1 0 0,1-1 0,1 1 0,0-1 0,2 0 0,0 1 0,2-1 0,0 0 0,1 0 0,3-11 0,7 7 0,0 0 0,1 1 0,2 1 0,0 0 0,2 0 0,0 2 0,2 0 0,0 1 0,1 1 0,15-11 0,75-56 0,3 5 0,4 5 0,3 5 0,3 5 0,3 5 0,102-32 0,41-6 0,4 13 0,4 11 0,2 12 0,3 12 0,83 5 0,-154 24 0,0 10 0,0 10 0,171 20 0,-293-7 0,0 3 0,-1 5 0,-1 3 0,-1 4 0,30 16 0,-73-25 0,-2 2 0,0 1 0,-1 3 0,-1 1 0,-2 2 0,0 1 0,-2 2 0,-1 1 0,-1 2 0,-2 1 0,11 16 0,-29-31 0,0 0 0,0 1 0,-2 1 0,-1 0 0,0 0 0,-1 1 0,-1 0 0,-1 0 0,-1 1 0,-1 0 0,-1 0 0,-1 0 0,-1 0 0,-1 1 0,-1-1 0,-1 1 0,-1-1 0,0 0 0,-2 0 0,-1 0 0,0 0 0,-2 0 0,-7 14 0,-8 1 0,-2 0 0,-1-2 0,-2-2 0,-1 0 0,-2-2 0,-1 0 0,-1-3 0,-2 0 0,0-3 0,-2 0 0,-20 8 0,-128 72 0,-4-9 0,-4-8 0,-4-8 0,-67 11 0,-70 26 0,-4-14 0,-5-16 0,-4-14 0,-2-16 0,-2-14 0,-2-16 0,-189-16 0,455-14 0,0-4 0,0-3 0,1-4 0,1-4 0,0-3 0,-72-31 0,143 49 0,1-1 0,-1 0 0,1-1 0,0-1 0,0 0 0,1 0 0,0-1 0,0-1 0,0 0 0,1 0 0,0-1 0,1 0 0,0-1 0,0 0 0,1-1 0,1 1 0,0-1 0,0-1 0,1 0 0,0 1 0,1-2 0,0 1 0,1-1 0,1 1 0,0-1 0,1 0 0,0 0 0,1-2 0,2-6 0,2 0 0,0 0 0,1 1 0,1-1 0,1 1 0,1 0 0,1 1 0,1 0 0,0 0 0,1 0 0,1 2 0,1-1 0,1 1 0,4-3 0,145-157 0,-15 51 0,5 5 0,6 7 0,5 8 0,4 6 0,4 8 0,4 8 0,3 7 0,171-48 0,-20 32 0,4 14 0,4 14 0,1 15 0,3 15 0,0 15 0,125 17 0,-356 1-1,-1 5 0,0 4 1,-1 6-1,0 4 0,-1 5 0,-1 4 1,66 28 0,-168-53-1,6 2-2,-1 1 0,1-1 1,-1 1-1,0 1 0,0 0 0,-1 0 0,1 0 1,-1 1-1,0 1 0,-1-1 0,0 1 0,0 0 0,0 1 1,0 1 2,-5-4 0,-1-1-1,-1 1 1,1-1 0,-1 1 0,0-1 0,0 1 0,0-1 0,0 1 0,-1-1 0,0 1-1,0-1 1,0 0 0,0 1 0,-1-1 0,0 0 0,0 0 0,0 0 0,0 0 0,-1 0 0,1-1-1,-1 1 1,0-1 0,0 1 0,0-1 0,-3 2 0,-105 88 0,-37 2-492,-5-6 0,-3-7 0,-62 19 492,6-9-2589</inkml:trace>
  <inkml:trace contextRef="#ctx0" brushRef="#br0" timeOffset="255334.732">23156 11828 26270,'0'0'3176,"0"0"-2504,0 0-343,0 0 7,0 0 120,122-95-88,-41 56-176,32-5-64,33-7-8,13-2-16,-8 3-56,-33 8-24,-40 10-24,-23 7 0,6 2-56,-12 6-552,-12 1-1809</inkml:trace>
  <inkml:trace contextRef="#ctx0" brushRef="#br0" timeOffset="255693.209">24114 10952 22341,'-2'23'5873,"-39"467"-2774,30-272-2845,10 0 0,17 115-254,-6-87 411,-10-247-403,0 1 0,0-1 0,0 1 0,0-1 0,0 0 0,0 1 1,0-1-1,0 1 0,0-1 0,0 1 0,0-1 0,0 1 0,0-1 0,1 1 0,-1-1 0,0 1 0,0-1 0,1 1 0,-1-1 0,0 1 0,1-1 0,-1 1 0,0 0 0,1-1 0,-1 1 0,1-1 0,-1 1 0,1 0 1,-1 0-1,1-1 0,-1 1 0,1 0 0,-1 0 0,1-1 0,-1 1 0,1 0 0,-1 0 0,1 0 0,-1 0 0,1 0 0,-1 0 0,1 0 0,-1 0 0,1 0 0,0 0 0,-1 0 0,1 0 0,-1 1 0,1-1 0,-1 0 1,1 0-1,-1 0 0,1 1 0,-1-1 0,1 0 0,-1 1 0,1-1 0,-1 0 0,0 1 0,1-1 0,-1 1 0,0-1 0,1 1-8,275-463 28,109-123-1200,-327 492-497</inkml:trace>
  <inkml:trace contextRef="#ctx0" brushRef="#br0" timeOffset="256009.634">24845 10486 29486,'0'0'827,"0"0"-321,24 6-102,-9-2-327,5 3 26,1-2 1,0 0-1,0-2 0,0 0 0,0-1 0,1-1 0,-1-1 1,14-3-104,45-13 131,-1-5 0,-1-2 0,-1-4 0,9-8-131,22-7 34,-62 29-132,-45 18-28,-49 68 45,-79 70 100,-2-2-14,6 5 0,7 5 1,-75 132-6,176-259-259,1 1 0,2 1 0,0 0 0,2 0 0,1 1 0,0 1 0,3-1 0,0 2 259,4-2-2232</inkml:trace>
  <inkml:trace contextRef="#ctx0" brushRef="#br0" timeOffset="256259.066">25345 11304 28694,'0'173'960,"0"37"-135,-7-12-361,-1-6 272,2-8-336,4-18-152,2-24-144,0-42-80,0-36-24,0-34-24,0-25-248,0-5-264,0-65-16,2-2-905,0-16-759</inkml:trace>
  <inkml:trace contextRef="#ctx0" brushRef="#br0" timeOffset="256513.044">25428 11192 22221,'0'0'6689,"0"0"-5913,0 0 25,78 99-177,-27-49-56,10-1-128,6-5-248,6-5-88,1-5-80,-3 1-24,-2 29-192,-20-11-848,-22 2-2705</inkml:trace>
  <inkml:trace contextRef="#ctx0" brushRef="#br0" timeOffset="256765.657">23802 13706 28350,'0'0'1912,"0"0"-1271,33 3-380,338-12 713,838-160-345,-809 132-629,1 17 0,0 17 0,365 48 0,23 52 0,351 108 0,-875-141 0,-190-34-548,-72-25-2193</inkml:trace>
  <inkml:trace contextRef="#ctx0" brushRef="#br0" timeOffset="267155.951">23449 9940 704,'0'0'23426,"0"1"-19524,-2 24-2457,-15 924 548,18-638-1596,-49 1155 318,43-1341-867,13-158-803,9-86-408,-5 25-2317,0-32-8053</inkml:trace>
  <inkml:trace contextRef="#ctx0" brushRef="#br0" timeOffset="267489.437">23414 9922 6825,'0'0'17951,"20"-2"-13719,218-11-3040,809-75 496,-515 36-1318,2106-134-68,-617 42-278,-1995 142-63,175-11-394,1 8 0,0 9-1,99 18 434,-232-11-2743</inkml:trace>
  <inkml:trace contextRef="#ctx0" brushRef="#br0" timeOffset="267891.257">30770 9404 21749,'0'0'7236,"0"0"-5353,0 0-1663,-11 18-116,3-6-73,-1 0 28,2 0-1,-1 1 1,2 0 0,0 0 0,0 1 0,1-1-1,1 1 1,0 0 0,1 1 0,0 2-59,-9 139 419,7 0 0,8 28-419,-2-11 97,107 1876-77,-61-1431-19,-34-501-1,3-95-1486,-11-21-2421</inkml:trace>
  <inkml:trace contextRef="#ctx0" brushRef="#br1" timeOffset="351816.115">20740 14070 27574,'0'0'3273,"0"0"-2913,0 0-248,121 43 88,-56-18 168,8-4-72,3-2-136,1-3-104,-4 0-40,-14 0-16,-28 18-96,-17-6-632,-14 0-2465</inkml:trace>
  <inkml:trace contextRef="#ctx0" brushRef="#br1" timeOffset="352093.823">18928 15420 30719,'0'0'652,"31"4"-390,143 3-164,115-57 63,100-42 151,-93 17-97,922-205 131,-928 228-345,3 14-1,1 12 1,78 12-1,-371 14-11,0 0-1,1 0 1,-1 0 0,0 0-1,1 1 1,-1-1 0,0 1-1,0-1 1,1 1 0,-1-1 0,0 1-1,0 0 1,0-1 0,0 1-1,0 0 1,0 0 0,0 0-1,0 0 1,0 0 0,0 0-1,0 0 1,-1 0 0,1 0-1,0 0 1,-1 1 0,1-1-1,-1 0 1,1 0 0,-1 1 0,0-1-1,1 0 1,-1 1 0,0-1-1,0 0 1,0 1 0,0-1-1,0 0 1,0 1 0,0-1-1,-1 0 1,1 0 0,0 1-1,-1-1 1,1 0 0,-1 0-1,0 1 1,1-1 0,-1 0 0,0 0-1,1 0 1,-1 0 0,0 0-1,0 0 1,0 0 0,0 0-1,0 0 1,0-1 0,0 1-1,0 0 1,-1 0 0,1-1-1,0 1 1,0-1 0,-1 1-1,1-1 1,-1 0 11,-37 32-1493</inkml:trace>
  <inkml:trace contextRef="#ctx0" brushRef="#br1" timeOffset="352359.897">18951 16507 30823,'0'0'584,"226"-35"-432,51-45-112,84-33 144,51-25 376,8 4-136,-37 16-424,-23 12 0,-44 17 0,-53 13 0,-59 13 0,-73 18 0,-52 15 0,-48 11 0,-29 7 0,-41 1-568,-16 4-1569,-14 0-8033</inkml:trace>
  <inkml:trace contextRef="#ctx0" brushRef="#br1" timeOffset="352625.02">20430 15692 30182,'-34'103'753,"5"17"-505,5 13-120,20-15-80,4-35 56,14-18-8,11-15-96,11-15-72,38-19-408,-5-7-793,0-9-1639</inkml:trace>
  <inkml:trace contextRef="#ctx0" brushRef="#br1" timeOffset="352874.018">21737 15109 29678,'0'0'1265,"0"0"-1113,24 172 248,-19-33 48,-3 19-32,-2 2-160,0-6-120,-7-2-120,-11-4-16,2-27 0,2-37 0,3-38 0,1-23 0,-6-10-112,-17-17-296,1-19-776,-1-18-2497</inkml:trace>
  <inkml:trace contextRef="#ctx0" brushRef="#br1" timeOffset="353172.369">21276 14650 29766,'1'27'1238,"5"93"-1014,9 112 90,-9 2 0,-11-1 0,-10 0 0,-22 87-314,12-188 0,-6-1-1,-6-2 1,-5-1-1,-5-2 1,-8 0 0,53-121 0,1-1 0,-1 0 0,0 1-1,1-1 1,-1 0 0,-1-1 0,1 1 0,-1 0 0,1-1 0,-1 1 0,0-1 0,0 0 0,-1 0 0,1 0 0,-1 0 0,1-1-1,-1 1 1,0-1 0,-1 0 0,4-2 0,0 0 0,1 0 0,-1 0 0,0 0 0,0 0 0,1 0 0,-1 0 1,0-1-1,0 1 0,1 0 0,-1-1 0,0 1 0,1 0 0,-1-1 0,0 1 0,1-1 0,-1 1 0,1-1 0,-1 1 0,0-1 0,1 1 0,-1-1 0,1 0 0,0 1 0,-1-1 0,1 0 0,0 1 0,-1-1 0,1 0 0,0 0 0,0 1 0,-1-1 0,1 0 0,0 0 0,0 0 0,0 1 0,0-1 0,0 0 0,0 0 0,0 1 0,1-1 1,-1 0-1,0 0 0,0 1 0,0-1 0,1 0 0,1-24-48,1 0 1,1 1 0,1 0 0,1 0 0,1 0 0,1 0-1,2 1 1,0 1 0,1 0 0,1 0 0,1 1 0,1 1-1,1 0 1,1 1 0,0 0 0,1 1 0,1 1 0,1 1-1,16-10 48,84-43-12,-115 67 11,0 0 1,0 1 0,0-1-1,1 1 1,-1 0 0,0 1-1,1-1 1,-1 1-1,0 0 1,1 0 0,-1 0-1,0 0 1,1 1-1,-1 0 1,0 0 0,0 0-1,0 0 1,1 1 0,-1 0-1,0 0 1,-1 0-1,1 0 1,0 0 0,-1 1-1,1-1 1,-1 1 0,0 0-1,0 0 1,0 1-1,1 1 1,5 12-5,-1 2 0,-1-1-1,-1 1 1,-1 0 0,0 0-1,-1 0 1,-1 1 0,-1 0-1,-1-1 1,-1 13 5,4 172 156,-19 173-156,14-371-36,2-7 51,-1 1 0,1-1 0,0 1 0,-1 0 1,1-1-1,-1 1 0,1 0 0,0-1 0,-1 1 0,1 0 0,-1 0 0,1-1 0,0 1 0,-1 0 0,1 0 0,0 0 0,0 0 0,-1 0 0,1 0 0,0 0 0,-1 0 0,1 0 0,0 1 0,-1-1 0,1 0 0,0 0 0,-1 0 0,1 1 0,-1-1 0,1 0 0,0 1 0,-1-1 0,1 1 0,-1-1 0,1 1 0,-1-1 0,1 1 0,-1-1 0,0 1 0,1-1 0,-1 1 0,0-1 0,1 1 0,-1 0 0,0-1 0,1 1 0,-1 0 0,0-1 0,0 1 0,0 0 0,0-1 0,0 1 0,0 0 0,0-1 0,0 1 0,0 0 0,0-1 1,0 1-1,0 0 0,0-1 0,-1 1 0,1 0 0,0-1 0,-1 1-15,144-144 177,407-463-473,-453 499-1184</inkml:trace>
  <inkml:trace contextRef="#ctx0" brushRef="#br1" timeOffset="353461.401">23041 15115 20788,'0'0'8866,"188"-122"-8314,-19 30-271,23-7-145,-9 12 40,-46 26-64,-41 13-112,-37 16-753,-31 7-5216</inkml:trace>
  <inkml:trace contextRef="#ctx0" brushRef="#br1" timeOffset="353746.023">23710 14622 27286,'-326'1152'4872,"270"-977"-4946,7 3 1,8 1-1,8 2 1,8 2 0,1 102 73,25-251-627,-1-35 587,0 1-1,0-1 1,0 1-1,0-1 1,0 0-1,0 1 1,0-1-1,1 1 1,-1-1 0,0 0-1,0 1 1,1-1-1,-1 1 1,0-1-1,0 1 1,1-1-1,-1 1 1,1-1 0,-1 1-1,0-1 1,1 1-1,-1 0 1,1-1-1,-1 1 1,1 0-1,-1-1 1,1 1 0,0 0-1,-1 0 1,1-1-1,-1 1 1,1 0-1,-1 0 1,1 0-1,0 0 1,-1 0-1,1 0 1,0 0 0,-1 0-1,1 0 1,-1 0-1,1 0 1,0 0-1,-1 0 1,1 0-1,-1 1 1,1-1 0,-1 0-1,1 0 1,-1 1-1,1-1 1,-1 0-1,1 1 1,-1-1-1,1 1 1,-1-1 0,1 1-1,-1-1 1,0 1-1,1-1 1,-1 1-1,0-1 1,1 1-1,-1-1 1,0 1 0,0-1-1,1 1 41,30-148-1139,60-471-2135,-71 507-5836</inkml:trace>
  <inkml:trace contextRef="#ctx0" brushRef="#br1" timeOffset="354011.486">23732 15314 27646,'0'0'812,"27"-12"-457,0-2-301,-8 3-15,0 2 1,0 0-1,1 2 0,0 0 0,0 1 0,0 1 1,1 0-1,7 1-39,-16 2 35,0 1 1,0 0-1,0 0 0,0 1 0,0 1 1,1 0-1,-1 1 0,-1 0 1,1 1-1,0 0 0,-1 1 1,1 0-1,-1 1 0,0 0 1,0 1-1,-1 0 0,0 0 0,0 1 1,0 1-1,-1 0 0,6 7-35,13 20 136,-2 2 0,-2 1-1,-1 1 1,-2 1 0,-2 1-1,-1 1 1,-3 0 0,-1 1-1,-2 1 1,-2 0 0,0 16-136,13 91 317,-7 1 1,-6 0 0,-9 128-318,-2-196 40,-14 248-2,14-325-62,1-6 14,1 0-1,-1 1 1,1-1-1,-1 0 0,0 0 1,0 0-1,0 1 1,0-1-1,0 0 1,0 0-1,0 1 1,0-1-1,0 0 0,-1 0 1,1 0-1,0 1 1,-1-1-1,1 0 1,-1 0-1,1 0 0,-1 0 1,0 0-1,1 0 1,-1 0-1,0 0 1,0 0-1,0 0 1,0 0-1,0 0 0,0-1 1,0 1-1,0 0 1,0-1-1,0 1 1,0-1-1,0 1 0,0-1 1,0 1-1,-1-1 1,1 0-1,0 0 1,0 1-1,-1-1 1,0 0 10,-35-29-1263,13 1-2797,-11-20-11541</inkml:trace>
  <inkml:trace contextRef="#ctx0" brushRef="#br1" timeOffset="354293.147">24026 15775 26414,'0'0'816,"18"7"-503,58 24-205,-72-27-95,0-1 0,0 1-1,-1 0 1,1 0 0,-1 1-1,0-1 1,0 0-1,-1 1 1,1 0 0,-1 0-1,0 0 1,0 0 0,-1 0-1,1 0 1,-1 0 0,0 0-1,-1 0 1,1 1 0,-1-1-1,0 0 1,-1 1 0,1-1-1,-1 0 1,0 0 0,0 1-1,0-1 1,-1 0-1,0 0 1,0 0 0,0-1-1,-1 1 1,1 0 0,-1-1-1,0 1 1,-1-1 0,1 0-1,-3 2-12,-20 26 149,-1-2-1,-1 0 1,-2-2-1,0-2 0,-2 0 1,-1-2-1,-21 10-148,68-35 519,194-67-443,-206 67-126,0 1 0,1 0 0,-1 0 0,0 0 0,1 0 0,-1 0 0,1 0 0,-1 1-1,0-1 1,1 1 0,-1 0 0,0-1 0,0 1 0,0 0 0,1 0 0,-1 0 0,0 1 0,0-1 0,-1 1 0,1-1 0,0 1 0,0-1 0,-1 1 0,1 0-1,-1 0 1,2 1 50,6 29-3078</inkml:trace>
  <inkml:trace contextRef="#ctx0" brushRef="#br1" timeOffset="354558.695">23828 16744 28046,'0'0'1656,"0"0"-823,-94 107-281,74-78-144,20-19-160,8-10-160,55-35-72,39-52 16,39-45-32,16-22-80,2-5-24,0 11-192,-8 12-825,-33 31-2375,-16 19 255</inkml:trace>
  <inkml:trace contextRef="#ctx0" brushRef="#br1" timeOffset="354841.152">25811 14521 28854,'0'0'607,"-31"21"-375,-402 275-119,162-90-122,227-149-410,48-44 159,45-14-111,29-16 56,-1-2 0,-1-4 0,0-3-1,23-15 316,-11 7-99,685-261 1529,-665 267-630,-107 28-795,0 0-1,0 0 1,-1 0-1,1 0 1,0 0-1,0 0 1,-1 1 0,1-1-1,0 0 1,0 0-1,-1 1 1,1-1-1,0 0 1,-1 1 0,1-1-1,-1 1 1,1-1-1,0 1 1,-1-1-1,1 1 1,-1-1 0,1 1-1,-1-1 1,1 1-1,-1 0 1,0-1-1,1 1 1,-1 0 0,0-1-1,0 1 1,1 0-1,-1 0 1,0-1-1,0 1 1,0 0 0,0 0-1,0-1 1,0 1-1,0 0 1,0 0-1,0-1 1,0 1 0,0 0-1,-1 0 1,1-1-1,0 1 1,-1 0-1,1-1 1,0 1 0,-1 0-1,1-1 1,0 1-1,-1-1 1,1 1-1,-1 0 1,0-1 0,1 1-1,-1-1 1,1 0-1,-1 1 1,0-1-1,1 1 1,-1-1 0,0 0-1,1 0 1,-1 1-1,0-1 1,0 0-1,1 0 1,-1 0-5,-149 126 319,-413 293-1842,505-377-756</inkml:trace>
  <inkml:trace contextRef="#ctx0" brushRef="#br1" timeOffset="355090.143">25544 15675 29318,'-58'591'1983,"20"-268"-1425,-3 180-349,49-485-257,13-56-100,-16 29 119,95-218-2095,-9-4 1,7-63 2123,-82 249-524,25-82-2775</inkml:trace>
  <inkml:trace contextRef="#ctx0" brushRef="#br1" timeOffset="355349.798">26266 15316 26030,'29'-12'1641,"241"-75"-216,-213 77-1166,0 3 1,0 3 0,1 2 0,-1 2-1,17 5-259,-56-3 79,-1 2-1,0 0 1,0 0-1,0 2 1,0 0-1,-1 1 1,0 1-1,0 0 0,-1 1 1,0 1-1,-1 0 1,0 1-1,0 0 1,-1 1-1,-1 1 1,0 0-1,-1 1 1,0 0-1,-1 1 0,8 15-78,3 9 92,-2 0-1,-2 1 0,-2 1 1,-1 1-1,-2 0 1,-3 0-1,5 38-91,-3 33 55,-4 1-1,-6-1 1,-11 96-55,4-113 0,-4-1 0,-5 1 0,-3-2 0,-7 11 0,-35 22-156,58-125 60,0 1 0,0 0 0,0-1 0,-1 1 1,1-1-1,-1 0 0,0 1 0,0-1 0,1 0 0,-1-1 0,0 1 0,-1-1 0,1 1 1,0-1-1,0 0 0,-1 0 0,1 0 0,-1-1 0,1 1 0,0-1 0,-1 0 0,1 0 1,-1 0-1,1 0 0,-1-1 0,1 1 0,-1-1 0,1 0 0,0 0 0,-3-1 96,-26-17-3048</inkml:trace>
  <inkml:trace contextRef="#ctx0" brushRef="#br1" timeOffset="356447.167">26264 14182 23269,'0'0'2770,"0"0"-1083,0 0-551,0 0-268,0 0-248,0 0-194,-4-1-122,1 1-274,1 0-1,-1 0 1,1 1 0,-1-1-1,1 1 1,0 0 0,-1-1 0,1 1-1,0 0 1,0 1 0,-1-1-1,1 0 1,0 0 0,0 1 0,1 0-1,-1-1 1,0 1 0,0 0-1,1 0 1,-1 0 0,1 0-1,-1 0 1,1 0 0,0 0 0,0 0-1,0 1 1,0-1 0,0 2-30,-18 25 163,-283 316 232,213-254-455,4 4 0,5 3 0,4 4 0,-25 49 60,89-132-369,1 1 1,0 1 0,2 0 0,0 0 0,2 1 0,0 0 0,2 0 0,0 0 0,-1 23 368,5-18-4968</inkml:trace>
  <inkml:trace contextRef="#ctx0" brushRef="#br1" timeOffset="357302.6">26502 14616 27342,'0'0'1703,"0"0"-1091,25-13-377,0-3-167,-7 5-1,0 0 1,1 2-1,0 0 1,0 1-1,1 1 0,0 1 1,19-4-68,124-15 259,1 7 1,1 7 0,102 8-260,-130 24 66,-138-21-56,1 0 1,-1 0-1,0 0 0,1 0 0,-1 1 0,1-1 0,-1 0 0,0 0 0,1 1 0,-1-1 0,1 0 1,-1 1-1,1-1 0,-1 0 0,0 1 0,1-1 0,0 1 0,-1-1 0,1 1 0,-1-1 1,1 1-1,0-1 0,-1 1 0,1-1 0,0 1 0,-1 0 0,1-1 0,0 1 0,0 0 0,0-1 1,0 1-1,-1-1 0,1 1 0,0 0 0,0-1 0,0 1 0,0 0 0,1-1 0,-1 1 0,0 0 1,0-1-1,0 1 0,0 0 0,1-1 0,-1 1 0,0-1 0,1 1 0,-1-1 0,0 1 1,1-1-1,-1 1 0,1-1 0,-1 1 0,0-1 0,1 1 0,0-1 0,-1 1 0,1-1 0,-1 0 1,1 1-1,-1-1 0,1 0 0,0 0 0,-1 0 0,1 1 0,-1-1 0,1 0-10,-51 17 242,50-17-243,-4 0 4,-1 1 0,1 1 1,0-1-1,-1 0 0,1 1 1,0 0-1,0 0 0,0 1 0,0-1 1,0 1-1,1-1 0,-1 1 1,1 0-1,0 1 0,-1-1 1,2 0-1,-1 1 0,0 0 0,1 0 1,-1 0-1,1 0 0,0 0 1,1 0-1,-1 0 0,1 1 0,-1-1 1,1 1-1,1-1 0,-1 1 1,0 4-4,-16 191 306,13-58-272,5 1-1,7 0 0,6-1 1,6-1-1,33 117-33,139 344 0,-188-573-105,-21-54-744,-11-9-1390</inkml:trace>
  <inkml:trace contextRef="#ctx0" brushRef="#br1" timeOffset="357648.315">24291 16302 24685,'0'0'5689,"0"0"-4259,28-6-1321,120-28-63,82-18 143,73-22 190,2560-703-139,-2625 724-240,-430 62-3274,104-8-726</inkml:trace>
  <inkml:trace contextRef="#ctx0" brushRef="#br1" timeOffset="357883.435">26335 14841 29958,'0'0'1473,"0"0"-1233,0 0-184,131 74 152,-66-28 248,6 5-88,-2 2-360,-5 2-8,-5 3 0,-8 4 0,-10 19 0,-13-3 0,-28 33-664,0-19-1241,-18-23-8233</inkml:trace>
  <inkml:trace contextRef="#ctx0" brushRef="#br1" timeOffset="358070.296">26317 16122 30655,'0'0'744,"0"0"-544,0 0-96,120 14 200,-87-2-40,-7 4-176,-3 4-48,-3 3-40,-4 3-40,-16 11-384,0-5-1032,-2-7-19541</inkml:trace>
  <inkml:trace contextRef="#ctx0" brushRef="#br1" timeOffset="358686.079">25127 16731 30559,'0'0'904,"18"13"-676,307 208 779,-296-202-1002,-1 1 0,0 1 1,-2 2-1,0 1 0,-2 1 1,0 1-1,-2 0 0,-1 2 1,-2 1-1,0 1 0,-2 0 1,-1 1-1,3 12-5,-11 37-475,-9-79 440,0 0 0,-1 0 0,1-1 0,0 1 1,-1 0-1,1-1 0,-1 1 0,1-1 0,-1 0 0,1 1 0,-1-1 0,1 0 0,-1 0 0,0 0 0,1 0 0,-1 0 0,1-1 0,-1 1 0,1 0 0,-1-1 0,1 1 1,-1-1-1,1 1 0,0-1 0,-1 1 0,1-1 0,-1 0 0,1 0 0,0 0 0,-1-1 35,-11-8-39,0-1 0,1 0 0,1-1-1,0 0 1,0-1 0,2 0 0,-1-1 0,2 1 0,-1-2-1,2 0 1,0 0 0,1 0 0,1 0 0,-3-13 39,5 19 47,2 0 1,-1 0-1,1-1 0,0 1 1,1 0-1,0 0 0,1-1 0,0 1 1,0 0-1,1 0 0,0 0 1,0 0-1,1 0 0,0 1 1,1-1-1,0 1 0,0 0 1,1 0-1,0 0 0,1 0 1,-1 1-1,1 0 0,1 0 1,-1 1-1,1 0 0,0 0 1,1 0-1,-1 1 0,1 0 1,0 1-1,2-1-47,63-37 189,2 4 1,1 3-1,69-21-189,430-136 33,116-3-33,-550 157 3,-135 36-3,253-69 0,233-30 0,-272 87 0,-217 14 0,0 2 0,0-1 0,0 0 0,0 1 0,0-1 0,-1 1 0,1 0 0,0 0 0,-1 0 0,1 0 0,-1 0 0,0 1 0,0-1 0,0 1 0,0 0 0,0-1 0,-1 1 0,1 0 0,-1 0 0,1 0 0,-1 0 0,0 0 0,-1 0 0,1 0 0,0 0 0,-1 1 0,0-1 0,1 0 0,-1 0 0,-1 1 0,1-1 0,0 0 0,-1 0 0,1 0 0,-1 1 0,0-1 0,0 0 0,-1 0 0,1 0 0,0 0 0,-1-1 0,0 1 0,0 0 0,0-1 0,0 2 0,-12 14 0,-1-1 0,0 0 0,-1 0 0,-1-2 0,0 0 0,-1-1 0,-1-1 0,0 0 0,-12 4 0,23-12 0,-177 102 0,-5-9 0,-108 36 0,93-47-424,-4-9 0,-213 50 424,219-95-1047,191-33 811,0 0 1,1 0-1,-1-1 1,0 0-1,0-1 1,1-1-1,-1 0 1,1 0-1,0-1 0,0 0 1,-3-3 235,-39-24-4769,-1-10-11493</inkml:trace>
  <inkml:trace contextRef="#ctx0" brushRef="#br1" timeOffset="358936.245">26307 16752 6305,'0'0'20661,"0"0"-18973,0 0-832,0 0-328,0 0 81,0 0-185,22 92-176,-22-35-160,0-2-88,10-8 0,27-13-376,0-13-889,3-19-1471</inkml:trace>
  <inkml:trace contextRef="#ctx0" brushRef="#br1" timeOffset="359172.699">27152 16518 29414,'0'0'1793,"0"0"-1617,0 0 16,-34 128 256,-9-59 0,-12 9-272,-12 5-112,-9 2-64,-22 7-72,-46 12-344,19-21-400,-1-12-1361</inkml:trace>
  <inkml:trace contextRef="#ctx0" brushRef="#br1" timeOffset="359341.655">24356 17804 29214,'2111'-541'3481,"-1377"379"-3409,569-44-72,-1086 187 0,1 9 0,40 11 0,-234 0 0,-14-2 0,-1 0 0,1 1 0,0 0 0,-1 1 0,1 0 0,0 1 0,-1 0 0,0 0 0,1 1 0,-1 0 0,0 1 0,-1 0 0,1 0 0,6 5 0,-11-4-50,-1-1-1,0 1 1,0-1 0,-1 1-1,1 0 1,-1 0 0,0 0-1,-1 0 1,1 1 0,-1-1-1,0 0 1,0 1 0,-1-1-1,1 1 1,-1-1-1,-1 2 52,-2 34-2621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3:46.141"/>
    </inkml:context>
    <inkml:brush xml:id="br0">
      <inkml:brushProperty name="width" value="0.05" units="cm"/>
      <inkml:brushProperty name="height" value="0.05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4721 459 21181,'0'0'2627,"-27"2"-113,-191 12-1130,-109-2 423,-105 2-1440,2 19-1,-168 44-366,289-15 74,3 14 0,4 13-1,5 13 1,3 13 0,-29 29-74,184-75 28,3 5 1,4 6 0,-99 80-29,213-147 0,0 0 1,1 1-1,1 1 0,0 0 0,1 1 0,0 1 0,2 0 0,0 1 1,1 1-1,1 0 0,1 0 0,0 1 0,1 0 0,2 1 1,0 0-1,1 0 0,-1 10 0,9-21-1,0 1 1,0-1-1,1 0 0,1 0 1,-1 0-1,2 0 0,-1 0 1,1-1-1,1 0 0,0 0 1,0 0-1,1-1 0,0 0 1,0 0-1,1 0 0,0-1 1,0-1-1,1 1 0,0-1 1,0-1-1,0 1 0,1-2 1,-1 1-1,1-1 0,0-1 1,2 0 0,77 35 2,2-4 1,2-5 0,0-3-1,2-5 1,20-1-3,468 71 58,8-25-58,-250-30 7,1922 218 65,263-77-40,-1387-166-21,-886-19-7,0-10-1,-2-12 1,-1-11 0,-3-10 0,-1-11 0,103-47-4,-263 80 1,-1-5 1,-2-2 0,-2-5 0,-2-3 0,-1-3 0,-3-4-1,-2-3 1,19-21-2,-78 64 0,-1 0 0,0-1-1,-1-1 1,-1 0 0,1-1-1,-2 0 1,0 0 0,-1-1-1,-1-1 1,0 1 0,-1-1-1,0-1 1,-2 1 0,0-1-1,0 0 1,-2 0 0,0-1 0,-1 1-1,-1-1 1,-1 1 0,-1-13 0,-10-8 1,-3 1 1,-1 0-1,-1 1 1,-3 0 0,0 1-1,-3 2 1,0 0 0,-2 1-1,-5-2-1,-11-12 2,-2 2 0,-1 1 0,-3 3-1,-1 1 1,-2 3 0,-2 1 0,-1 3-1,-22-8-1,-40-15 1,-2 4-1,-2 6 0,-69-14 0,-175-31-122,-4 16-1,-2 16 1,-106 7 122,-300-11-267,-2 34-1,-256 43 268,-403 110-1272,833-42-7547,361-43-9936</inkml:trace>
  <inkml:trace contextRef="#ctx0" brushRef="#br0" timeOffset="1254.711">8567 3924 20460,'0'0'1597,"-19"0"-889,-194-16 3685,100 3-4168,-1 5 1,-1 5 0,1 5-1,0 5 1,0 5-1,-95 23-225,-112 20 80,3 13 0,3 14-1,4 14 1,-272 125-80,542-204 57,0 2 0,2 1 0,0 2 0,2 2 0,1 1 0,0 2 0,-22 23-57,55-48 6,1 0 0,-1 0 0,1 0-1,0 1 1,-1-1 0,1 1 0,0-1 0,0 1 0,1 0 0,-1 0 0,1 0 0,-1 0 0,1 0-1,0 0 1,0 0 0,0 0 0,1 1 0,-1-1 0,1 0 0,-1 1 0,1-1 0,0 0 0,1 0-1,-1 1 1,0-1 0,1 0 0,0 1 0,0-1 0,0 0 0,0 0 0,0 0 0,1 0-1,-1 0 1,1 0 0,0-1 0,0 1 0,0 0 0,1 1-6,26 15 44,1-1 1,1-1-1,0-1 0,1-2 0,31 9-44,5 4 6,188 72 208,4-11 0,249 49-214,344 21 249,7-37 0,4-38 0,590-28-249,751-47 38,522-126 16,-2218 70-49,-3-23 0,317-92-5,-690 131 1,-2-5-1,-2-6 0,-1-6 0,-3-5 1,48-32-1,-165 83-1,0 1 0,-1-1 0,0-1 0,1 1 0,-1-1 0,0-1 0,-1 1 0,1-1 0,-1 0 0,0-1 0,0 1 0,-1-1 0,0 0 0,0-1 0,0 1 0,-1-1 0,0 0 0,0 0 0,0 0 0,-1-1 0,0 1 0,-1-1 0,0 0 0,0 0 0,0 0 0,-1 0 0,0 0 0,-1 0 0,0 0 0,0 0 0,-1 0 0,0-2 1,-6-5 0,-1 1 0,0 0 0,-1 0 0,0 1 0,-1 0 0,-1 1 0,0 0 0,0 1 0,-1 0 0,-1 0 0,0 2 0,0-1 0,-5-1 0,-86-51-4,-1 4 1,-4 5 0,-1 5 0,-3 5-1,-1 4 1,-2 6 0,-87-13 3,-312-48-91,-375-14 91,-1394-73-765,-349 97 765,821 72-368,616 9-3437,892 3-1042</inkml:trace>
  <inkml:trace contextRef="#ctx0" brushRef="#br0" timeOffset="2782.501">22372 6166 26318,'0'0'1160,"0"0"450,-17-9-1097,-110-56-57,79 47-384,-1 2-1,0 2 1,-1 2 0,-1 3-1,0 2 1,0 2 0,-12 2-72,33 1 20,-1157-26 26,911 28 38,180 0-38,-728 5 203,-161 48-249,520-8-130,4 21-1,2 19 1,5 21-1,4 19 1,-249 113 130,592-196 1,2 5 0,2 4 1,2 5-1,-8 11-1,104-64-3,0 0-1,0 0 1,-1 0-1,2 1 1,-1 0-1,0 0 1,1 0-1,0 0 1,0 1-1,0 0 1,1-1-1,-1 1 1,1 1-1,0-1 1,1 0-1,-1 1 1,1 0-1,0-1 1,0 1-1,1 0 1,0 0-1,0 0 1,0 0-1,1 0 1,0 0-1,0 0 1,0 0-1,1 0 1,0 0-1,0 0 1,1 0-1,-1 0 1,1 0-1,1-1 1,-1 1-1,1-1 1,0 0-1,0 1 1,0-1-1,1 0 4,14 10-15,1-1-1,0-1 1,0 0 0,2-2-1,-1 0 1,1-2 0,1 0-1,14 4 16,187 58-8,2-9 0,121 12 8,-105-23 0,1129 240 156,508 8-156,-652-184 957,975-44-957,-1695-84 9,-2-23 1,-2-21 0,35-29-10,-329 48 1,-1-9-1,-3-9 1,-3-9 0,187-88-1,-332 126-1,-1-3 0,-2-1 0,-1-3 0,38-34 1,-70 52-1,-2-1 1,0-1 0,-1 0-1,-1-1 1,-1-1 0,0-1 0,-2 0-1,0 0 1,-2-1 0,0-1-1,-1 0 1,-2 0 0,1-5 0,-4 4-4,0-1 0,-2 0 0,-1 0 0,-1-1 0,-1 1 0,-1 0 0,-1 0 1,-1-1-1,-2 2 0,0-1 0,-2 0 0,0 1 0,-2 1 0,-1-1 0,0 1 0,-2 1 1,-1 0-1,-13-18 4,-10-8-11,-2 2 1,-1 1-1,-3 2 0,-1 3 1,-3 1-1,0 2 1,-33-19 10,-66-28-2,-3 7 0,-3 5 0,-3 8 1,-3 6-1,-3 7 0,-65-8 2,-708-160-2371,-661-58 2371,1394 246-1147,-132-21-6847</inkml:trace>
  <inkml:trace contextRef="#ctx0" brushRef="#br0" timeOffset="4661.4">7964 51 24773,'0'0'3062,"0"0"-2031,-7 17-737,-55 253 1203,-20 487-635,70-665-944,9-140-1277,6-1-1113</inkml:trace>
  <inkml:trace contextRef="#ctx0" brushRef="#br0" timeOffset="5092.445">8229 31 25613,'26'0'1119,"396"-15"894,942 0-730,-1156 16-1173,1850 87 53,91 58-120,-259-17-26,-1818-124-1241,-27-4-2668</inkml:trace>
  <inkml:trace contextRef="#ctx0" brushRef="#br0" timeOffset="5795.448">13447 1402 23621,'0'0'3338,"0"0"-2154,0 0-573,-4 19 41,-14 131 348,19 23-467,-1 167 676,-26 152-1209,8-303 424,7 190-424,25-313-10,-7-71-86,13-103-866,3-110-4339,-13 111-5747</inkml:trace>
  <inkml:trace contextRef="#ctx0" brushRef="#br0" timeOffset="6233.738">13810 1590 27478,'0'0'977,"22"2"-463,319 17 893,2045-21 181,-149 170-1405,-456-16 309,-1181-122-367,-582-29-236,-12-2 32,-1 1 0,0 0 1,0 0-1,0 1 0,0 0 0,1-1 0,-1 2 1,0-1-1,-1 1 0,1-1 0,0 1 0,0 0 1,-1 1-1,1-1 0,-1 1 0,0 0 0,1 0 1,2 4 78,-5 1-2741</inkml:trace>
  <inkml:trace contextRef="#ctx0" brushRef="#br0" timeOffset="6894.574">21359 3696 24429,'0'0'3561,"6"29"-2541,75 427 354,-63-242-911,-9 0 0,-10 1 0,-9-1 0,-15 49-463,7-114 52,-25 347-719,56-585-1388,2 21-105</inkml:trace>
  <inkml:trace contextRef="#ctx0" brushRef="#br0" timeOffset="7229.772">22069 3556 29534,'260'-8'1101,"0"12"0,207 31-1101,1368 123 1031,-470-112-1031,-1341-47-126,0 1 0,0 1 0,0 1 0,-1 1 0,1 1 0,0 1 0,-1 1 0,0 1 0,-1 2 0,0 0 0,0 1 0,0 1 0,-2 1 0,1 0 0,-2 2 0,1 1 0,-2 0 0,5 6 126,4 20-3229</inkml:trace>
  <inkml:trace contextRef="#ctx0" brushRef="#br1" timeOffset="18841.732">8207 8464 23885,'0'0'2417,"0"0"503,0 0-2496,0 0-424,0 0-1032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6.0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415 236 26934,'0'0'3530,"0"0"-2515,0 0-853,0 0-110,0 0-8,7-11 42,-3 4-78,0 1 1,1-1-1,-1 1 1,2 0-1,-1 1 1,1-1-1,-1 1 1,1 0-1,1 1 1,-1-1-1,1 1 0,0 0 1,0 1-1,0 0 1,0 0-1,0 0 1,6 0-9,124-38 71,2 6-1,1 6 1,84-5-71,-64 34 60,-155 0-53,0 1-1,1 0 1,-1 1-1,0-1 0,0 1 1,0 0-1,0 1 0,0-1 1,0 1-1,-1 0 0,1 0 1,-1 0-1,0 0 0,1 1 1,-2 0-1,1 0 0,0 0 1,-1 0-1,0 1 0,0-1 1,0 1-1,-1 0 1,1 0-1,-1 0 0,0 0 1,-1 0-1,1 2-6,0 6 22,-1 0-1,0 0 1,-1 1 0,0-1 0,-1 0 0,-1 0-1,0 0 1,-1 0 0,0 0 0,-1 0 0,0-1-1,-5 8-21,-23 42 16,-3-1 0,-2-2 0,-3-2-1,-3-2 1,-1-1 0,-50 44-16,-21 18 0,-5-6 0,-5-5 0,-4-5 0,-50 24 0,156-109-8,-1 2-6,0-1 0,-2-1 0,0-1-1,0-1 1,-1-2 0,-1-1 0,-24 7 14,46-17-161,0 0-1,0-1 0,0 1 1,0-1-1,0 0 0,0 0 0,1-1 1,-1 0-1,1 0 0,-1 0 1,1-1-1,-1 0 0,1 0 0,0 0 1,1 0-1,-1-1 0,0 0 1,1 0-1,0 0 0,0-1 1,0 1-1,1-1 0,-1 0 0,1 0 1,0 0-1,0 0 0,1-1 1,-1-2 161,-30-59-5592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6.3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28214,'0'0'872,"214"7"-472,-89 41 168,-7 30 193,-20 17-57,-1 16-56,-7 8-176,-6 1-344,-7 0-128,-10-9 0,-14-24 0,-16-22 0,-13-22 0,-7-13 0,-3 0 0,-14 0 0,0-5-672,-16-15-1305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6.6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0 647 23685,'0'0'6639,"0"0"-4928,0 0-1556,36-9-119,145-45 17,285-154 250,-421 187-266,158-75 37,3 9 0,183-49-74,-195 103 0,-191 32 0,0 1 0,0-1 0,0 1 0,-1-1 0,1 1 0,0 0 0,0 0 0,0 1 0,0-1 0,0 1 0,-1-1 0,1 1 0,0 0 0,-1 0 0,1 0 0,0 0 0,-1 1 0,1-1 0,-1 1 0,0-1 0,1 1 0,-1 0 0,0 0 0,0 0 0,0 0 0,0 0 0,-1 0 0,1 1 0,0-1 0,-1 1 0,0-1 0,1 1 0,-1-1 0,0 1 0,-1 0 0,1 0 0,0-1 0,-1 1 0,1 0 0,-1 0 0,0 0 0,0 2 0,0 8 0,0 1 0,-1-1 0,0 1 0,-1-1 0,-1 0 0,0 1 0,-1-1 0,0-1 0,-1 1 0,0-1 0,-1 1 0,0-1 0,-4 3 0,-43 69 0,-3-3 0,-4-3 0,-3-2 0,-3-3 0,-4-3 0,-3-3 0,-2-3 0,-74 47 0,55-45-8,-3-4 0,-3-4 0,-10-1 8,-28-10-653,135-47 596,0 0 1,-1 0-1,1 0 1,0-1-1,0 0 1,-1 1-1,1-1 1,0 0-1,0 0 1,0-1-1,0 1 1,0 0 0,1-1-1,-1 0 1,0 0-1,1 0 1,-1 0-1,1 0 1,-1 0-1,1-1 1,0 1-1,0-1 1,0 0-1,1 1 1,-1-1-1,0 0 1,1 0 0,0 0-1,0 0 1,0-1 56,-4-5-199,-29-60-2808,3-10-5843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6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10402,'0'0'18436,"0"0"-17860,0 0-280,122 95 200,-68-1 105,3 28-57,-6-4-240,-13-23-56,-13-27-136,-9-21-64,2 5-32,-3 2-16,-1-1-232,-4-19-624,-6-20-2025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7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42 29926,'62'-14'180,"1"3"0,0 2 0,1 4-1,-1 2 1,30 4-180,-82-1 38,0 1 0,0 1 0,0 0 0,-1 0 0,1 1-1,-1 0 1,1 1 0,-1 0 0,0 0 0,-1 1 0,1 1 0,-1 0 0,0 0-1,0 1 1,-1 0 0,1 0 0,-2 1 0,1 0 0,-1 0 0,0 1 0,-1 0-1,0 0 1,-1 1 0,0-1 0,0 1 0,-1 0 0,0 1 0,0-1 0,-2 1-1,1-1 1,-1 1 0,-1 0 0,0 0 0,0 0 0,-1 0 0,-1 0 0,0 0-1,0 0 1,-1-1 0,-1 4-38,-6 6 32,0-2 0,-2 1 0,0-1 0,-1-1 0,-1 0 0,0-1 0,-2 0 0,-14 13-32,-47 43 23,-3-3 0,-3-4-1,-36 20-22,94-69-11,16-9-13,-1 0 0,-1 0-1,0-1 1,1 0-1,-2-1 1,1 0 0,0 0-1,-1-1 1,0-1 0,-9 2 24,18-5-38,0-1 0,0 0 0,1 0 0,-1 0 0,0 0-1,0 0 1,1 0 0,-1 0 0,1 0 0,-1 0 0,1-1 0,-1 1 0,1-1 0,0 1 0,0-1 0,0 0 0,0 1 0,0-1 0,0 0 0,0 0 0,0 1 0,1-1 0,-1 0 0,1 0 0,-1 0 0,1 0 0,0 0 0,0-2 38,-2-2-261,-10-40-2081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7.2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28350,'0'0'2129,"0"0"-1529,148 129-104,-80-62-160,-1 6 24,-6-2-144,-8 1-152,-6 2-64,-10 0-8,-19 13-736,-12-16-480,-6-20-17484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7.8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1 812 29022,'0'0'703,"13"22"-230,192 320 1210,58 161-1420,-241-463-1456,-21-45 316,-36-170-9609,1 21 6384,31 133 4658,2 0 0,1 0-1,0-1 1,2 1 0,0 0 0,1 0 0,1 0-1,1 0 1,1 1 0,1 0 0,1 0 0,0 1-1,2 0 1,0 0 0,1 1 0,1 0 0,7-7-556,20-15 482,1 3 1,3 1-1,0 1 1,3 3-1,0 2 1,2 2-1,1 2 0,1 2 1,49-16-483,310-124 447,7 18 0,7 18 1,8 18-448,-261 68 320,1 7 0,2 8 0,1 7 0,0 8 0,24 8-320,-178 3 38,0 2 1,0 0-1,0 1 0,0 1 0,-1 0 1,1 2-1,-1 0 0,0 2 1,0 0-1,0 1 0,10 6-38,-26-10 2,1-1 0,-1 1 0,0 0 0,0 0 0,0 0 0,-1 1 0,1-1 0,-1 0 0,0 1 0,0 0 0,-1-1 0,1 1 0,-1 0-1,0 0 1,0 0 0,-1 0 0,0 0 0,0 0 0,0 0 0,0 0 0,-1 0 0,1 0 0,-1 0 0,-1 0 0,1-1 0,-1 1 0,0 0 0,0-1 0,0 1-1,0-1 1,-1 0 0,0 1 0,-1 0-2,-14 17 4,-2-1-1,0-1 0,-1 0 0,0-2 1,-2-1-1,0 0 0,-12 5-3,-71 45-667,-3-5 0,-3-4 1,-2-5-1,-106 33 667,103-50-4671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8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30431,'2'106'704,"6"30"-496,-2 25-144,-6-2 232,0-18 112,0 2-120,0-5-136,0-9-104,0-28-32,0-32-16,0-29-16,0-22-144,0-15-104,0-3-152,0-47-216,15-68-1025,-3 5-799,0-5-6690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8.3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26022,'20'-1'1624,"-7"0"-1387,0 0-92,0 0-1,-1 0 0,1 1 0,0 1 0,0 0 0,-1 1 0,1 0 1,-1 1-1,1 1 0,-1-1 0,9 6-144,-1 5 136,0 1 0,-1 1 1,-1 1-1,0 1 0,-2 0 0,0 1 0,-1 1 1,0 0-1,-2 1 0,-1 1 0,0 0 0,-2 0 0,-1 1 1,0 1-1,-2-1 0,0 3-136,26 92 187,-5 1-1,-6 1 1,-5 2-1,-5 0 1,-5 0-1,-9 113-186,2-234-4,0-1 0,0 1 1,0 0-1,-1-1 0,1 1 0,0-1 0,0 1 0,0-1 1,0 1-1,-1-1 0,1 1 0,0-1 0,-1 1 0,1-1 1,0 0-1,-1 1 0,1-1 0,0 1 0,-1-1 0,1 0 1,-1 1-1,1-1 0,-1 0 0,1 1 0,0-1 0,-1 0 1,1 0-1,-1 0 0,0 1 0,1-1 0,-1 0 0,1 0 1,-1 0-1,1 0 0,-1 0 0,1 0 0,-1 0 0,1 0 1,-1 0-1,1 0 0,-1 0 0,0-1 0,1 1 0,-1 0 1,1 0-1,-1 0 0,1-1 0,-1 1 0,1 0 0,0-1 1,-1 1-1,1 0 0,-1-1 0,1 1 0,0 0 0,-1-1 1,1 1-1,0-1 0,-1 1 0,1-1 0,0 1 0,0-1 1,-1 1-1,1-1 4,-32-29-498,-10-23-1182,-5-11-1578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8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29454,'0'0'488,"28"0"-298,176 2 94,-197-2-260,1 0-1,-1 1 1,1-1 0,0 1-1,-1 1 1,0 0 0,1 0-1,-1 0 1,0 1 0,0-1-1,0 2 1,0-1 0,-1 1-1,0 0 1,1 1 0,-1-1-1,-1 1 1,1 0 0,-1 1-1,0-1 1,0 1 0,0 0 0,-1 1-1,0-1 1,0 1 0,-1-1-1,0 1 1,0 0 0,0 2-24,-4 14 4,-2 0 1,0 0-1,-2-1 1,0 1-1,-1-1 1,-2 0 0,0 0-1,-1-1 1,-1 0-1,-1-1 1,-1 0-1,-1-1 1,-1 0-1,0-1 1,-1-1-1,-1 0 1,-11 8-5,-105 121 307,126-123-63,37-27-192,116-61 219,-124 52-261,-1 1 0,1 1 0,1 1 0,0 1 1,0 2-1,18-4-10,-40 11-55,0 0 1,-1 0-1,1 0 1,0 0-1,0 0 1,-1 0 0,1 1-1,0-1 1,0 1-1,-1-1 1,1 1-1,0 0 1,-1-1-1,1 1 1,-1 0-1,1 0 1,-1 0-1,1 0 1,-1 1-1,0-1 1,0 0-1,1 1 1,-1-1 0,0 0-1,0 1 1,0-1-1,-1 1 1,1 0-1,0-1 1,0 1-1,-1 0 1,1-1-1,-1 1 1,0 0-1,1 0 1,-1-1-1,0 1 1,0 0-1,0 0 1,0 0-1,-1-1 1,1 1 0,0 0-1,-1 0 1,1-1-1,-1 1 1,1 0-1,-1-1 1,0 1-1,0-1 1,0 1-1,-1 1 55,-11 42-4021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8.7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1 690 29974,'0'0'1337,"0"0"-1185,0 0-120,132 14-8,32-85 360,43-26 16,20-14-128,-3 6-80,-22 21-192,-1 8 0,-3 10 0,-53 19-920,-25 1-2377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9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1 403 30246,'0'0'603,"12"-21"-277,-3 6-301,1 1 1,0 0 0,0 1 0,1 0 0,1 0-1,1 1 1,-1 1 0,2 0 0,-1 1-1,2 0 1,-1 1 0,14-6-26,79-30 142,2 5 0,1 4 1,2 6-1,2 4 0,102-9-142,-35 26 41,-177 9-42,-1 0 1,1 1-1,-1 0 0,0 0 0,1 0 1,-1 0-1,0 0 0,0 1 0,0-1 0,0 1 1,0 0-1,0 0 0,0 0 0,-1 0 1,1 1-1,-1-1 0,1 1 0,-1-1 0,0 1 1,0 0-1,0 0 0,-1 0 0,1 0 1,-1 0-1,1 0 0,-1 0 0,0 1 0,0-1 1,-1 0-1,1 1 0,-1-1 0,1 1 1,-1-1-1,0 0 0,0 1 0,-1 3 1,1 32 9,-1 0 0,-2 0 0,-2 0 0,-1 0 0,-12 36-9,14-58 6,-241 1141 491,52 169-486,180-1110-11,13-172 0,0-45 0,1 1 0,-1 0 0,1 0 0,-1 0 0,1 0 0,-1 0 0,1 0 0,0-1 0,-1 1 0,1 0 0,0 0 0,0-1 0,-1 1 0,1 0 0,0-1 0,0 1 0,0-1 0,0 1 0,0-1 0,0 0 0,0 1 0,0-1 0,0 0 0,0 0 0,0 0 0,0 0 0,0 1 0,0-1 0,0-1 0,0 1 0,0 0 0,0 0 0,0 0 0,0 0 0,0-1 0,0 1 0,0 0 0,0-1 0,0 1 0,0-1 0,-1 1 0,1-1 0,0 0 0,0 1 0,0-1 0,-1 0 0,1 1 0,0-1 0,-1 0 0,1 0 0,0 0 0,-1 0 0,1 0 0,-1 0 0,0 1 0,1-1 0,-1 0 0,0 0 0,1 0 0,-1 0 0,0 0 0,0 0 0,0 0 0,0-1 0,13-25-12,-2 1 0,-1-1 1,-1-1-1,-1 0 0,-1 0 0,1-15 12,7-57-552,-4 1-1,-5-2 1,-4 1 0,-5-22 552,-8-16-701,-7 1 0,-5 0 1,-20-56 700,40 184 140,0 1 0,1 0 0,0-1 0,1 1 0,0-1-1,0 0 1,1 1 0,0-1 0,1 0 0,-1 0 0,2 1 0,-1-1 0,1 1 0,1-1 0,-1 1 0,1 0 0,1 0 0,0 0 0,3-5-140,8-4 47,0 2 0,0 0 0,2 0 0,0 2 0,0 0 0,2 1 0,-1 1 0,15-6-47,50-27 91,3 4 0,1 3 0,2 5 0,1 3 0,2 4-1,51-5-90,54 16 289,-192 14-281,1 0 0,0 1 0,0 0 0,0 0 1,-1 0-1,1 1 0,0-1 0,-1 1 1,1 1-1,-1-1 0,0 1 0,0 0 0,0 0 1,0 0-1,-1 1 0,1 0 0,-1 0 0,0 0 1,0 0-1,0 1 0,0-1 0,-1 1 1,0 0-1,0 0 0,0 0 0,-1 1 0,0-1 1,0 1-1,0-1 0,0 1 0,-1 3-8,8 28 14,-3-1 0,0 1 0,-3 1 0,-1-1 0,-2 0 0,-4 34-14,-8 52 42,-6-1-1,-5 0 0,-30 89-41,38-156 13,2 0 0,3 1-1,2 0 1,0 39-13,8-92 0,-1-1 0,1 1 0,0 0 0,0 0 0,0 0 0,0 0 0,1-1 0,-1 1 0,1 0 0,0 0 0,-1-1 0,1 1 0,1 0 0,-1-1 0,0 1 0,0-1 0,1 1 0,0-1 0,-1 0 0,1 0 0,0 0 0,0 0 0,0 0 0,0 0 0,1 0 0,-1-1 0,0 1 0,1-1 0,-1 1 0,1-1 0,-1 0 0,1 0 0,0 0 0,0 0 0,-1-1 0,1 1 0,0-1 0,0 0 0,0 0 0,-1 0 0,2 0 0,20 1 0,-1-1 0,1-2 0,-1 0 0,1-1 0,-1-2 0,0 0 0,-1-1 0,1-2 0,-1 0 0,-1-1 0,0-2 0,0 0 0,-1-1 0,0-1 0,-1 0 0,12-12 0,-18 15-80,0 0 0,-1-1 1,0-1-1,0 1 0,-2-2 0,1 0 0,-2 0 1,1-1-1,-2 0 0,0 0 0,-1-1 0,0 0 0,1-5 80,0-28-1923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0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 31671,'0'0'808,"0"0"-808,147 9-48,-20-9-56,48-4-56,-22-14-528,-23-3-1769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0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621 1 31399,'0'0'672,"0"0"-464,0 0-144,0 0 32,-153 159 200,76-50-264,-15 33-32,-4 4 0,19-24 0,20-35-16,24-39-280,13-18-344,5-9-200,15-21-649,0-9-583,15-23-6874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0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0 26862,'0'0'2040,"0"0"-944,30 194-223,-30-22-337,-22 20-128,-7 4-120,3-17-144,10-29-88,8-28-32,5-35-24,3-38-120,0-33-336,5-16-152,13-28-273,15-77-567,-3-1-1448,1-10-14860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0.4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27822,'0'0'1864,"0"0"-1087,146 66-105,-89 40 16,-10 63-56,-14 34-320,-15 8-312,-12-14 0,-6-32 0,0-20 0,-16-20 0,-6-29 0,-5-28 0,-40-6-600,10-25-768,-11-7-2241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0.6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1177 31567,'1479'-661'953,"-1026"475"-706,201-43-247,-636 224 0,59-20 0,2 3 0,0 3 0,1 5 0,33-1 0,-100 17-42,-44 5-203,-296 27-3053,204-27 1986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0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30094,'0'0'737,"0"0"-313,37 159 56,-8-57-32,-1 24-216,-9 4-152,-7-20-80,-12-4-376,-6-37-1192,-13-20-6106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15 499 30591,'-9'93'323,"4"1"0,5 0 0,3 0 1,5 0-1,6 17-323,47 152 68,-61-264-71,0 1-1,1 0 1,-1-1 0,0 1 0,0 0-1,1-1 1,-1 1 0,0 0 0,1 0-1,-1-1 1,0 1 0,1 0 0,-1 0-1,0 0 1,1 0 0,-1-1 0,1 1-1,-1 0 1,0 0 0,1 0 0,-1 0-1,1 0 1,-1 0 0,0 0 0,1 0-1,-1 0 1,1 0 0,-1 0 0,0 0-1,1 0 1,-1 1 0,0-1 0,1 0-1,-1 0 1,1 0 0,-1 0 0,0 1-1,1-1 1,-1 0 0,0 0-1,1 1 5,31-165-275,-17 106 241,2 0-1,3 1 1,2 1-1,2 1 1,3 1 0,2 1-1,3 1 1,1 2-1,3 2 1,2 1-1,2 1 1,2 3-1,2 1 1,6-1 33,14-6 3,2 2 0,2 3-1,2 3 1,2 4 0,1 2 0,2 4-1,1 3 1,1 3 0,1 4 0,1 3 0,1 4-1,0 3 1,77 0-3,-153 10 13,-1 1 0,1 0 0,-1 0-1,1 0 1,-1 0 0,1 0 0,-1 0 0,0 1 0,1 0 0,-1 0-1,0 0 1,1 0 0,-1 0 0,0 1 0,0-1 0,0 1 0,0 0-1,0 0 1,0 0 0,-1 0 0,1 0 0,-1 1 0,1-1 0,-1 1-1,0 0 1,0 0 0,0-1 0,0 1 0,-1 1 0,1-1 0,-1 0-1,0 0 1,0 0 0,0 1 0,0-1 0,0 1 0,-1-1 0,0 0-1,1 3-12,-2 21 41,0-1-1,-1 1 0,-2 0 0,-1-1 0,-1 0 0,-1 0 0,-1 0 0,-1-1 0,-2 0 0,0-1 0,-2 0 1,0-1-1,-2-1 0,0 0 0,-2-1 0,0 0 0,-14 11-40,-14 20-60,-3-2 1,-2-3-1,-2-1 1,-2-3-1,-1-2 1,-3-2-1,-1-4 0,-1-1 1,-16 3 59,-99 11-2182,118-46-25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1.3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29862,'0'0'857,"8"99"-641,0-30-168,2 5-40,0-2 16,6-10-24,11-2-104,-1-17-1049,-5-20-2431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1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252 1 29542,'0'0'640,"0"0"-327,4 100-89,-22-29-48,-21 19-176,-30 34-48,6-22-857,-4-10-2215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6T02:34:11.8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1 716 30142,'0'0'657,"192"-51"-529,42-23-40,64-23 280,38-8 160,1 3 8,-36 15-216,-22 11-320,-26 16 0,-29 18 0,-28 22 0,-51 19 0,-47 1 0,-45 12 0,-41 20-1096,-10-2-793,-2-2-1431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A595D-83DD-4944-85A6-A8A5F63BD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DB784B-D767-414A-80FF-2443E5E30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1A626-FCE1-4295-A816-143B94F5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0BC8F-C1D0-430D-A350-BD311A03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148EE3-191C-41E9-8D43-D1D94EAA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52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B617F-29B6-464F-BD34-6B7BE8A3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8AD106-3DB8-46F2-BFF8-F5211DEBF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3E45C8-3788-4777-A2DF-B007FCEA9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DB5B79-56D5-48F8-9C72-D5C3A63E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4878D-FAFE-48D5-9E52-F616CE0F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96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AEC1A-A25D-4204-A2B5-57E41566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422A92-CFDD-47A9-A8B6-4191EE19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EC48DA-FCD0-424B-B69E-BDCF686C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B2C527-03A0-400C-B1FD-85AF4E5E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23766-3EB4-4C8A-A9F3-89AAF06C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22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DE76B-3FC0-488E-AC4E-24DE6E0E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2C2EA-A7DF-4022-AB58-85BE855ED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958E39-D251-4FD1-A3A8-4501B8B9A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100E36-BB8E-4839-A72B-5EDB6194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E7377-A462-4701-8883-5F6C6691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C1F2F8-65C6-4AF1-A8B8-E71BAD99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4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E666F-5052-46B1-82BC-BAFA1C65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BF5797-3C79-43B3-BDEA-44D02DE4C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47DCE4-1F46-4EB9-9EFE-B9FD93231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776DD8-D05A-41D2-9732-B832A8A59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F13A8E-5D48-4A7E-901F-020DF2C8C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8A2D2C-EE7B-4976-84AB-F6B5FB99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A4588D-0400-4A52-BD01-385B0946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4156B3-A40F-4705-B934-C13BCA44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74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68910-15A8-486A-88DA-7335E209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263591-AD65-4F74-8164-3C30576E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D540B1-D29C-4621-AE20-C394EAFC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E12E35-98DB-4350-80B7-33B51726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00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627652-5B24-458D-8FE1-8FF4ED43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523840-0AE9-492D-8AF8-803E6DFD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955CCF-C884-4463-981A-C77A53F2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80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EB7E2-07C4-48B4-B3C5-AA09D770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6A960-CA19-4E64-8AE1-FE1E05084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9D3921-B6DD-4A6A-8E51-E0760E6EE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4ADCE-5795-4764-B88F-1557C52C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CAD00A-8B0F-48B4-AA02-0021CB9E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71B4E-A9C1-4EC1-86A3-9F0D7E27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648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BD00A-2085-4935-98FB-0CFBB80E5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B81568-44E1-4A03-932F-7CB84685C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327CF2-9028-4E73-8AB0-1E2F5456B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4EE494-DA15-401D-AB6E-4B78E28B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C2217-14EC-47FA-BE22-A181BCFE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6B2419-DA31-4105-A8F9-A071A347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41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74E97-56B2-43E6-AE46-6094C7EF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A0A7DE-1271-4E30-A85C-C50F5A3C5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01E64-BB67-42B0-A9A4-B58E364E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66F351-6AB7-4AA0-92AF-10868E31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33CC7-B2EA-4550-9F58-2E73C754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71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05E9B7-0263-429B-A1AA-752028ACB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0C9A11-9177-442C-8BD4-F011E1B30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350A0-6D8B-4F69-ACA5-A8838F7A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B1D73-93C5-4263-8AF9-F0B1DC77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215947-1667-4086-9D52-702982E9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2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D40563-29D2-414C-B9B9-00D2D402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7FEA30-7D71-473C-B197-215D7A5E3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A04F3B-4BFE-4D4A-B7AE-78E09AAAC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4B65-902F-46C3-A5BD-BFDC489123AE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DC1007-8E70-4B81-B2BA-9D6332D8E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28AAAE-B547-45E5-8A09-ECE1214C5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74F7F-1FAD-4833-9146-A9CDA4A0A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12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14.xml"/><Relationship Id="rId26" Type="http://schemas.openxmlformats.org/officeDocument/2006/relationships/customXml" Target="../ink/ink18.xml"/><Relationship Id="rId39" Type="http://schemas.openxmlformats.org/officeDocument/2006/relationships/image" Target="../media/image24.png"/><Relationship Id="rId21" Type="http://schemas.openxmlformats.org/officeDocument/2006/relationships/image" Target="../media/image15.png"/><Relationship Id="rId34" Type="http://schemas.openxmlformats.org/officeDocument/2006/relationships/customXml" Target="../ink/ink22.xml"/><Relationship Id="rId42" Type="http://schemas.openxmlformats.org/officeDocument/2006/relationships/customXml" Target="../ink/ink26.xml"/><Relationship Id="rId47" Type="http://schemas.openxmlformats.org/officeDocument/2006/relationships/image" Target="../media/image28.png"/><Relationship Id="rId50" Type="http://schemas.openxmlformats.org/officeDocument/2006/relationships/customXml" Target="../ink/ink30.xml"/><Relationship Id="rId55" Type="http://schemas.openxmlformats.org/officeDocument/2006/relationships/image" Target="../media/image32.png"/><Relationship Id="rId7" Type="http://schemas.openxmlformats.org/officeDocument/2006/relationships/image" Target="../media/image8.png"/><Relationship Id="rId2" Type="http://schemas.openxmlformats.org/officeDocument/2006/relationships/customXml" Target="../ink/ink6.xml"/><Relationship Id="rId16" Type="http://schemas.openxmlformats.org/officeDocument/2006/relationships/customXml" Target="../ink/ink13.xml"/><Relationship Id="rId29" Type="http://schemas.openxmlformats.org/officeDocument/2006/relationships/image" Target="../media/image19.png"/><Relationship Id="rId11" Type="http://schemas.openxmlformats.org/officeDocument/2006/relationships/image" Target="../media/image10.png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image" Target="../media/image23.png"/><Relationship Id="rId40" Type="http://schemas.openxmlformats.org/officeDocument/2006/relationships/customXml" Target="../ink/ink25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" Type="http://schemas.openxmlformats.org/officeDocument/2006/relationships/image" Target="../media/image7.png"/><Relationship Id="rId10" Type="http://schemas.openxmlformats.org/officeDocument/2006/relationships/customXml" Target="../ink/ink10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4" Type="http://schemas.openxmlformats.org/officeDocument/2006/relationships/customXml" Target="../ink/ink27.xml"/><Relationship Id="rId52" Type="http://schemas.openxmlformats.org/officeDocument/2006/relationships/customXml" Target="../ink/ink31.xml"/><Relationship Id="rId4" Type="http://schemas.openxmlformats.org/officeDocument/2006/relationships/customXml" Target="../ink/ink7.xml"/><Relationship Id="rId9" Type="http://schemas.openxmlformats.org/officeDocument/2006/relationships/image" Target="../media/image9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18.png"/><Relationship Id="rId30" Type="http://schemas.openxmlformats.org/officeDocument/2006/relationships/customXml" Target="../ink/ink20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29.xml"/><Relationship Id="rId8" Type="http://schemas.openxmlformats.org/officeDocument/2006/relationships/customXml" Target="../ink/ink9.xml"/><Relationship Id="rId51" Type="http://schemas.openxmlformats.org/officeDocument/2006/relationships/image" Target="../media/image30.png"/><Relationship Id="rId3" Type="http://schemas.openxmlformats.org/officeDocument/2006/relationships/image" Target="../media/image6.png"/><Relationship Id="rId12" Type="http://schemas.openxmlformats.org/officeDocument/2006/relationships/customXml" Target="../ink/ink11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24.xml"/><Relationship Id="rId46" Type="http://schemas.openxmlformats.org/officeDocument/2006/relationships/customXml" Target="../ink/ink28.xml"/><Relationship Id="rId20" Type="http://schemas.openxmlformats.org/officeDocument/2006/relationships/customXml" Target="../ink/ink15.xml"/><Relationship Id="rId41" Type="http://schemas.openxmlformats.org/officeDocument/2006/relationships/image" Target="../media/image25.png"/><Relationship Id="rId54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customXml" Target="../ink/ink4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customXml" Target="../ink/ink51.xml"/><Relationship Id="rId26" Type="http://schemas.openxmlformats.org/officeDocument/2006/relationships/customXml" Target="../ink/ink55.xml"/><Relationship Id="rId39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customXml" Target="../ink/ink59.xml"/><Relationship Id="rId42" Type="http://schemas.openxmlformats.org/officeDocument/2006/relationships/customXml" Target="../ink/ink63.xml"/><Relationship Id="rId47" Type="http://schemas.openxmlformats.org/officeDocument/2006/relationships/image" Target="../media/image65.png"/><Relationship Id="rId7" Type="http://schemas.openxmlformats.org/officeDocument/2006/relationships/image" Target="../media/image45.png"/><Relationship Id="rId2" Type="http://schemas.openxmlformats.org/officeDocument/2006/relationships/customXml" Target="../ink/ink43.xml"/><Relationship Id="rId16" Type="http://schemas.openxmlformats.org/officeDocument/2006/relationships/customXml" Target="../ink/ink50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1" Type="http://schemas.openxmlformats.org/officeDocument/2006/relationships/image" Target="../media/image47.png"/><Relationship Id="rId24" Type="http://schemas.openxmlformats.org/officeDocument/2006/relationships/customXml" Target="../ink/ink54.xml"/><Relationship Id="rId32" Type="http://schemas.openxmlformats.org/officeDocument/2006/relationships/customXml" Target="../ink/ink58.xml"/><Relationship Id="rId37" Type="http://schemas.openxmlformats.org/officeDocument/2006/relationships/image" Target="../media/image60.png"/><Relationship Id="rId40" Type="http://schemas.openxmlformats.org/officeDocument/2006/relationships/customXml" Target="../ink/ink62.xml"/><Relationship Id="rId45" Type="http://schemas.openxmlformats.org/officeDocument/2006/relationships/image" Target="../media/image64.png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56.xml"/><Relationship Id="rId36" Type="http://schemas.openxmlformats.org/officeDocument/2006/relationships/customXml" Target="../ink/ink60.xml"/><Relationship Id="rId10" Type="http://schemas.openxmlformats.org/officeDocument/2006/relationships/customXml" Target="../ink/ink47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4" Type="http://schemas.openxmlformats.org/officeDocument/2006/relationships/customXml" Target="../ink/ink64.xml"/><Relationship Id="rId4" Type="http://schemas.openxmlformats.org/officeDocument/2006/relationships/customXml" Target="../ink/ink44.xml"/><Relationship Id="rId9" Type="http://schemas.openxmlformats.org/officeDocument/2006/relationships/image" Target="../media/image46.png"/><Relationship Id="rId14" Type="http://schemas.openxmlformats.org/officeDocument/2006/relationships/customXml" Target="../ink/ink49.xml"/><Relationship Id="rId22" Type="http://schemas.openxmlformats.org/officeDocument/2006/relationships/customXml" Target="../ink/ink53.xml"/><Relationship Id="rId27" Type="http://schemas.openxmlformats.org/officeDocument/2006/relationships/image" Target="../media/image55.png"/><Relationship Id="rId30" Type="http://schemas.openxmlformats.org/officeDocument/2006/relationships/customXml" Target="../ink/ink57.xml"/><Relationship Id="rId35" Type="http://schemas.openxmlformats.org/officeDocument/2006/relationships/image" Target="../media/image59.png"/><Relationship Id="rId43" Type="http://schemas.openxmlformats.org/officeDocument/2006/relationships/image" Target="../media/image63.png"/><Relationship Id="rId8" Type="http://schemas.openxmlformats.org/officeDocument/2006/relationships/customXml" Target="../ink/ink46.xml"/><Relationship Id="rId3" Type="http://schemas.openxmlformats.org/officeDocument/2006/relationships/image" Target="../media/image43.png"/><Relationship Id="rId12" Type="http://schemas.openxmlformats.org/officeDocument/2006/relationships/customXml" Target="../ink/ink48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61.xml"/><Relationship Id="rId46" Type="http://schemas.openxmlformats.org/officeDocument/2006/relationships/customXml" Target="../ink/ink65.xml"/><Relationship Id="rId20" Type="http://schemas.openxmlformats.org/officeDocument/2006/relationships/customXml" Target="../ink/ink52.xml"/><Relationship Id="rId4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8C3172A-3764-4576-AF09-B455D712AB08}"/>
                  </a:ext>
                </a:extLst>
              </p14:cNvPr>
              <p14:cNvContentPartPr/>
              <p14:nvPr/>
            </p14:nvContentPartPr>
            <p14:xfrm>
              <a:off x="1266637" y="538826"/>
              <a:ext cx="78840" cy="320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8C3172A-3764-4576-AF09-B455D712AB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7997" y="529826"/>
                <a:ext cx="96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20F977D-DED2-401D-8237-58B63A8FFEF2}"/>
                  </a:ext>
                </a:extLst>
              </p14:cNvPr>
              <p14:cNvContentPartPr/>
              <p14:nvPr/>
            </p14:nvContentPartPr>
            <p14:xfrm>
              <a:off x="1637077" y="591026"/>
              <a:ext cx="707400" cy="46908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20F977D-DED2-401D-8237-58B63A8FFE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8077" y="582026"/>
                <a:ext cx="72504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613C6FE3-5FA2-4601-A9C5-42DD2657E361}"/>
                  </a:ext>
                </a:extLst>
              </p14:cNvPr>
              <p14:cNvContentPartPr/>
              <p14:nvPr/>
            </p14:nvContentPartPr>
            <p14:xfrm>
              <a:off x="1079437" y="690746"/>
              <a:ext cx="350280" cy="3520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613C6FE3-5FA2-4601-A9C5-42DD2657E3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0437" y="682106"/>
                <a:ext cx="3679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AD7516D9-FCD2-4E6D-9418-3595415D1E1C}"/>
                  </a:ext>
                </a:extLst>
              </p14:cNvPr>
              <p14:cNvContentPartPr/>
              <p14:nvPr/>
            </p14:nvContentPartPr>
            <p14:xfrm>
              <a:off x="923197" y="2665706"/>
              <a:ext cx="49680" cy="283860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AD7516D9-FCD2-4E6D-9418-3595415D1E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4557" y="2657066"/>
                <a:ext cx="67320" cy="28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75CECEF2-B689-4641-BF9C-A4C479CC0A08}"/>
                  </a:ext>
                </a:extLst>
              </p14:cNvPr>
              <p14:cNvContentPartPr/>
              <p14:nvPr/>
            </p14:nvContentPartPr>
            <p14:xfrm>
              <a:off x="1265917" y="1880186"/>
              <a:ext cx="8653320" cy="467280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75CECEF2-B689-4641-BF9C-A4C479CC0A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7277" y="1871546"/>
                <a:ext cx="8670960" cy="46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822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2F87B9D4-C31A-454E-877A-9CE1C05217EC}"/>
                  </a:ext>
                </a:extLst>
              </p14:cNvPr>
              <p14:cNvContentPartPr/>
              <p14:nvPr/>
            </p14:nvContentPartPr>
            <p14:xfrm>
              <a:off x="3245557" y="1023386"/>
              <a:ext cx="34920" cy="8496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2F87B9D4-C31A-454E-877A-9CE1C05217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6917" y="1014746"/>
                <a:ext cx="525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6429B079-C59A-486C-BA65-A7AE2B528EFB}"/>
                  </a:ext>
                </a:extLst>
              </p14:cNvPr>
              <p14:cNvContentPartPr/>
              <p14:nvPr/>
            </p14:nvContentPartPr>
            <p14:xfrm>
              <a:off x="3216037" y="1329386"/>
              <a:ext cx="12240" cy="5436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6429B079-C59A-486C-BA65-A7AE2B528E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7037" y="1320746"/>
                <a:ext cx="29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C97A97F5-F0D0-43C4-9276-55EFD37312AB}"/>
                  </a:ext>
                </a:extLst>
              </p14:cNvPr>
              <p14:cNvContentPartPr/>
              <p14:nvPr/>
            </p14:nvContentPartPr>
            <p14:xfrm>
              <a:off x="4035037" y="420026"/>
              <a:ext cx="399960" cy="250272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C97A97F5-F0D0-43C4-9276-55EFD37312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6037" y="411026"/>
                <a:ext cx="417600" cy="25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4A0880F2-7429-4B40-A10F-9075BF91417B}"/>
                  </a:ext>
                </a:extLst>
              </p14:cNvPr>
              <p14:cNvContentPartPr/>
              <p14:nvPr/>
            </p14:nvContentPartPr>
            <p14:xfrm>
              <a:off x="813037" y="607586"/>
              <a:ext cx="1661040" cy="112428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4A0880F2-7429-4B40-A10F-9075BF9141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039" y="598586"/>
                <a:ext cx="1678676" cy="11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26984F1C-6CD0-47E5-89E0-C39106395117}"/>
                  </a:ext>
                </a:extLst>
              </p14:cNvPr>
              <p14:cNvContentPartPr/>
              <p14:nvPr/>
            </p14:nvContentPartPr>
            <p14:xfrm>
              <a:off x="8310757" y="1325786"/>
              <a:ext cx="1066680" cy="9828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26984F1C-6CD0-47E5-89E0-C391063951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02117" y="1316786"/>
                <a:ext cx="10843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4AAA21EA-6603-4AFE-A969-48AAF826AFDF}"/>
                  </a:ext>
                </a:extLst>
              </p14:cNvPr>
              <p14:cNvContentPartPr/>
              <p14:nvPr/>
            </p14:nvContentPartPr>
            <p14:xfrm>
              <a:off x="8391037" y="400946"/>
              <a:ext cx="1100520" cy="78372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4AAA21EA-6603-4AFE-A969-48AAF826AF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82397" y="391950"/>
                <a:ext cx="1118160" cy="801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722BECB3-FB34-43DF-BD88-D7AC59F7CFD0}"/>
                  </a:ext>
                </a:extLst>
              </p14:cNvPr>
              <p14:cNvContentPartPr/>
              <p14:nvPr/>
            </p14:nvContentPartPr>
            <p14:xfrm>
              <a:off x="8317957" y="3046226"/>
              <a:ext cx="1075320" cy="1872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722BECB3-FB34-43DF-BD88-D7AC59F7CF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09317" y="3037226"/>
                <a:ext cx="10929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F6FDA440-9C9A-4AE3-9624-B57F4715C054}"/>
                  </a:ext>
                </a:extLst>
              </p14:cNvPr>
              <p14:cNvContentPartPr/>
              <p14:nvPr/>
            </p14:nvContentPartPr>
            <p14:xfrm>
              <a:off x="8337037" y="2157026"/>
              <a:ext cx="975240" cy="69228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F6FDA440-9C9A-4AE3-9624-B57F4715C0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28394" y="2148031"/>
                <a:ext cx="992887" cy="709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3A050BAA-DC09-4AC4-81AF-9BC34614C2B6}"/>
                  </a:ext>
                </a:extLst>
              </p14:cNvPr>
              <p14:cNvContentPartPr/>
              <p14:nvPr/>
            </p14:nvContentPartPr>
            <p14:xfrm>
              <a:off x="1248997" y="2419106"/>
              <a:ext cx="858600" cy="320472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3A050BAA-DC09-4AC4-81AF-9BC34614C2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40353" y="2410106"/>
                <a:ext cx="876247" cy="32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CBD48109-5DFD-4031-8C09-8623619ECEEF}"/>
                  </a:ext>
                </a:extLst>
              </p14:cNvPr>
              <p14:cNvContentPartPr/>
              <p14:nvPr/>
            </p14:nvContentPartPr>
            <p14:xfrm>
              <a:off x="8299957" y="5280386"/>
              <a:ext cx="317160" cy="118836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CBD48109-5DFD-4031-8C09-8623619ECE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90957" y="5271746"/>
                <a:ext cx="334800" cy="12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2EA8CA78-EA5F-42A3-835E-9B2486FD9F78}"/>
                  </a:ext>
                </a:extLst>
              </p14:cNvPr>
              <p14:cNvContentPartPr/>
              <p14:nvPr/>
            </p14:nvContentPartPr>
            <p14:xfrm>
              <a:off x="9985117" y="6025946"/>
              <a:ext cx="196920" cy="44136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2EA8CA78-EA5F-42A3-835E-9B2486FD9F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76477" y="6017306"/>
                <a:ext cx="21456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1EF3C6CC-994F-4512-B13D-8B6CC2E7AAC7}"/>
                  </a:ext>
                </a:extLst>
              </p14:cNvPr>
              <p14:cNvContentPartPr/>
              <p14:nvPr/>
            </p14:nvContentPartPr>
            <p14:xfrm>
              <a:off x="8865517" y="5976626"/>
              <a:ext cx="786240" cy="42624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1EF3C6CC-994F-4512-B13D-8B6CC2E7AA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56521" y="5967634"/>
                <a:ext cx="803872" cy="443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B8951B76-0816-4C08-B50F-CAFF1D1B994E}"/>
                  </a:ext>
                </a:extLst>
              </p14:cNvPr>
              <p14:cNvContentPartPr/>
              <p14:nvPr/>
            </p14:nvContentPartPr>
            <p14:xfrm>
              <a:off x="9848677" y="5268506"/>
              <a:ext cx="298440" cy="26712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B8951B76-0816-4C08-B50F-CAFF1D1B994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840037" y="5259854"/>
                <a:ext cx="316080" cy="284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23706F41-9846-42BE-BCC3-423EE9995D0A}"/>
                  </a:ext>
                </a:extLst>
              </p14:cNvPr>
              <p14:cNvContentPartPr/>
              <p14:nvPr/>
            </p14:nvContentPartPr>
            <p14:xfrm>
              <a:off x="8837797" y="5227826"/>
              <a:ext cx="768960" cy="38808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23706F41-9846-42BE-BCC3-423EE9995D0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28797" y="5219186"/>
                <a:ext cx="78660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EF38D4F9-1463-4B76-A20E-0E5782DA327B}"/>
                  </a:ext>
                </a:extLst>
              </p14:cNvPr>
              <p14:cNvContentPartPr/>
              <p14:nvPr/>
            </p14:nvContentPartPr>
            <p14:xfrm>
              <a:off x="10699717" y="6052946"/>
              <a:ext cx="466200" cy="453600"/>
            </p14:xfrm>
          </p:contentPart>
        </mc:Choice>
        <mc:Fallback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EF38D4F9-1463-4B76-A20E-0E5782DA32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91077" y="6043946"/>
                <a:ext cx="48384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F70CC9D1-2623-4043-9BBA-5B09A7FFC962}"/>
                  </a:ext>
                </a:extLst>
              </p14:cNvPr>
              <p14:cNvContentPartPr/>
              <p14:nvPr/>
            </p14:nvContentPartPr>
            <p14:xfrm>
              <a:off x="10695397" y="5169866"/>
              <a:ext cx="637920" cy="42660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F70CC9D1-2623-4043-9BBA-5B09A7FFC96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686757" y="5161226"/>
                <a:ext cx="65556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22312311-F92B-48B4-B58B-E2D25F4D8960}"/>
                  </a:ext>
                </a:extLst>
              </p14:cNvPr>
              <p14:cNvContentPartPr/>
              <p14:nvPr/>
            </p14:nvContentPartPr>
            <p14:xfrm>
              <a:off x="4811197" y="2002946"/>
              <a:ext cx="2303640" cy="117180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22312311-F92B-48B4-B58B-E2D25F4D896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02197" y="1994306"/>
                <a:ext cx="2321280" cy="11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28B0DA0A-453A-4970-A081-0D2EB981B8F9}"/>
                  </a:ext>
                </a:extLst>
              </p14:cNvPr>
              <p14:cNvContentPartPr/>
              <p14:nvPr/>
            </p14:nvContentPartPr>
            <p14:xfrm>
              <a:off x="4977877" y="455666"/>
              <a:ext cx="2928240" cy="116856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28B0DA0A-453A-4970-A081-0D2EB981B8F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68878" y="446669"/>
                <a:ext cx="2945878" cy="1186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12354459-967B-4A08-9FAF-23C53F558DFC}"/>
                  </a:ext>
                </a:extLst>
              </p14:cNvPr>
              <p14:cNvContentPartPr/>
              <p14:nvPr/>
            </p14:nvContentPartPr>
            <p14:xfrm>
              <a:off x="2671717" y="3518186"/>
              <a:ext cx="5344560" cy="3040920"/>
            </p14:xfrm>
          </p:contentPart>
        </mc:Choice>
        <mc:Fallback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12354459-967B-4A08-9FAF-23C53F558D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63078" y="3509185"/>
                <a:ext cx="5362199" cy="3058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C40674FB-81E5-4D2D-AA9D-EDEEF54339E6}"/>
                  </a:ext>
                </a:extLst>
              </p14:cNvPr>
              <p14:cNvContentPartPr/>
              <p14:nvPr/>
            </p14:nvContentPartPr>
            <p14:xfrm>
              <a:off x="10281397" y="3314426"/>
              <a:ext cx="199440" cy="1089360"/>
            </p14:xfrm>
          </p:contentPart>
        </mc:Choice>
        <mc:Fallback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C40674FB-81E5-4D2D-AA9D-EDEEF54339E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272757" y="3305786"/>
                <a:ext cx="217080" cy="11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008254F6-9D41-4A43-80AC-2AD56D0FE5DF}"/>
                  </a:ext>
                </a:extLst>
              </p14:cNvPr>
              <p14:cNvContentPartPr/>
              <p14:nvPr/>
            </p14:nvContentPartPr>
            <p14:xfrm>
              <a:off x="10714477" y="3314066"/>
              <a:ext cx="642240" cy="360720"/>
            </p14:xfrm>
          </p:contentPart>
        </mc:Choice>
        <mc:Fallback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008254F6-9D41-4A43-80AC-2AD56D0FE5D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705837" y="3305075"/>
                <a:ext cx="659880" cy="378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5509173C-08DD-4207-80DC-A69E6B49DA83}"/>
                  </a:ext>
                </a:extLst>
              </p14:cNvPr>
              <p14:cNvContentPartPr/>
              <p14:nvPr/>
            </p14:nvContentPartPr>
            <p14:xfrm>
              <a:off x="8620357" y="3683426"/>
              <a:ext cx="1527120" cy="744480"/>
            </p14:xfrm>
          </p:contentPart>
        </mc:Choice>
        <mc:Fallback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5509173C-08DD-4207-80DC-A69E6B49DA8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11717" y="3674786"/>
                <a:ext cx="1544760" cy="7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D919A725-F263-45C8-8601-BB53E3AAF492}"/>
                  </a:ext>
                </a:extLst>
              </p14:cNvPr>
              <p14:cNvContentPartPr/>
              <p14:nvPr/>
            </p14:nvContentPartPr>
            <p14:xfrm>
              <a:off x="10618717" y="4146746"/>
              <a:ext cx="109440" cy="235800"/>
            </p14:xfrm>
          </p:contentPart>
        </mc:Choice>
        <mc:Fallback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D919A725-F263-45C8-8601-BB53E3AAF49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09717" y="4137746"/>
                <a:ext cx="1270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1305A80D-DF15-4266-8410-A02E7DC4C626}"/>
                  </a:ext>
                </a:extLst>
              </p14:cNvPr>
              <p14:cNvContentPartPr/>
              <p14:nvPr/>
            </p14:nvContentPartPr>
            <p14:xfrm>
              <a:off x="10879717" y="4156826"/>
              <a:ext cx="99000" cy="91800"/>
            </p14:xfrm>
          </p:contentPart>
        </mc:Choice>
        <mc:Fallback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1305A80D-DF15-4266-8410-A02E7DC4C6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870717" y="4147826"/>
                <a:ext cx="1166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0226E91E-7B9B-43E0-A2A7-045F3754163D}"/>
                  </a:ext>
                </a:extLst>
              </p14:cNvPr>
              <p14:cNvContentPartPr/>
              <p14:nvPr/>
            </p14:nvContentPartPr>
            <p14:xfrm>
              <a:off x="11150077" y="4116506"/>
              <a:ext cx="65880" cy="7128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0226E91E-7B9B-43E0-A2A7-045F3754163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141077" y="4107506"/>
                <a:ext cx="835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D7C3830E-567A-4E74-AAB4-6D3F74C5C95C}"/>
                  </a:ext>
                </a:extLst>
              </p14:cNvPr>
              <p14:cNvContentPartPr/>
              <p14:nvPr/>
            </p14:nvContentPartPr>
            <p14:xfrm>
              <a:off x="11997877" y="3944786"/>
              <a:ext cx="153000" cy="79920"/>
            </p14:xfrm>
          </p:contentPart>
        </mc:Choice>
        <mc:Fallback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D7C3830E-567A-4E74-AAB4-6D3F74C5C95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989237" y="3936146"/>
                <a:ext cx="1706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CCE4DF72-5735-4A71-87F8-58EA9FAC65C5}"/>
                  </a:ext>
                </a:extLst>
              </p14:cNvPr>
              <p14:cNvContentPartPr/>
              <p14:nvPr/>
            </p14:nvContentPartPr>
            <p14:xfrm>
              <a:off x="11405677" y="3745706"/>
              <a:ext cx="425160" cy="586080"/>
            </p14:xfrm>
          </p:contentPart>
        </mc:Choice>
        <mc:Fallback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CCE4DF72-5735-4A71-87F8-58EA9FAC65C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397037" y="3737066"/>
                <a:ext cx="442800" cy="60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002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4" name="墨迹 243">
                <a:extLst>
                  <a:ext uri="{FF2B5EF4-FFF2-40B4-BE49-F238E27FC236}">
                    <a16:creationId xmlns:a16="http://schemas.microsoft.com/office/drawing/2014/main" id="{DB6A97DF-4460-4430-8123-0531B306CA59}"/>
                  </a:ext>
                </a:extLst>
              </p14:cNvPr>
              <p14:cNvContentPartPr/>
              <p14:nvPr/>
            </p14:nvContentPartPr>
            <p14:xfrm>
              <a:off x="683797" y="461786"/>
              <a:ext cx="11392560" cy="6307560"/>
            </p14:xfrm>
          </p:contentPart>
        </mc:Choice>
        <mc:Fallback>
          <p:pic>
            <p:nvPicPr>
              <p:cNvPr id="244" name="墨迹 243">
                <a:extLst>
                  <a:ext uri="{FF2B5EF4-FFF2-40B4-BE49-F238E27FC236}">
                    <a16:creationId xmlns:a16="http://schemas.microsoft.com/office/drawing/2014/main" id="{DB6A97DF-4460-4430-8123-0531B306CA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797" y="453146"/>
                <a:ext cx="11410200" cy="63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094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6C8D99F3-9A45-44AB-847C-8CCC263D8351}"/>
                  </a:ext>
                </a:extLst>
              </p14:cNvPr>
              <p14:cNvContentPartPr/>
              <p14:nvPr/>
            </p14:nvContentPartPr>
            <p14:xfrm>
              <a:off x="1122997" y="272426"/>
              <a:ext cx="10299960" cy="567144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6C8D99F3-9A45-44AB-847C-8CCC263D83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4357" y="263426"/>
                <a:ext cx="10317601" cy="56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738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6FEF68AE-0416-429C-8262-C0B42EF5CE52}"/>
                  </a:ext>
                </a:extLst>
              </p14:cNvPr>
              <p14:cNvContentPartPr/>
              <p14:nvPr/>
            </p14:nvContentPartPr>
            <p14:xfrm>
              <a:off x="3180757" y="884066"/>
              <a:ext cx="974160" cy="33984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6FEF68AE-0416-429C-8262-C0B42EF5CE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2117" y="875426"/>
                <a:ext cx="9918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3FACA6A5-4C2A-4BAE-8443-93630E691CCC}"/>
                  </a:ext>
                </a:extLst>
              </p14:cNvPr>
              <p14:cNvContentPartPr/>
              <p14:nvPr/>
            </p14:nvContentPartPr>
            <p14:xfrm>
              <a:off x="2556517" y="3527546"/>
              <a:ext cx="66960" cy="4356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3FACA6A5-4C2A-4BAE-8443-93630E691C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7877" y="3518906"/>
                <a:ext cx="846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AB933061-7D6D-4D7B-B754-7A70DBD09DC8}"/>
                  </a:ext>
                </a:extLst>
              </p14:cNvPr>
              <p14:cNvContentPartPr/>
              <p14:nvPr/>
            </p14:nvContentPartPr>
            <p14:xfrm>
              <a:off x="896557" y="2827346"/>
              <a:ext cx="2818800" cy="57528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AB933061-7D6D-4D7B-B754-7A70DBD09D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7558" y="2818346"/>
                <a:ext cx="2836438" cy="5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4A6E9227-58CF-4A45-8AF4-BC3724A023F2}"/>
                  </a:ext>
                </a:extLst>
              </p14:cNvPr>
              <p14:cNvContentPartPr/>
              <p14:nvPr/>
            </p14:nvContentPartPr>
            <p14:xfrm>
              <a:off x="405157" y="568706"/>
              <a:ext cx="2613240" cy="19479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4A6E9227-58CF-4A45-8AF4-BC3724A023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6517" y="560066"/>
                <a:ext cx="2630880" cy="19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7" name="墨迹 266">
                <a:extLst>
                  <a:ext uri="{FF2B5EF4-FFF2-40B4-BE49-F238E27FC236}">
                    <a16:creationId xmlns:a16="http://schemas.microsoft.com/office/drawing/2014/main" id="{4DC6D565-64EB-4122-9556-502A7AEF9968}"/>
                  </a:ext>
                </a:extLst>
              </p14:cNvPr>
              <p14:cNvContentPartPr/>
              <p14:nvPr/>
            </p14:nvContentPartPr>
            <p14:xfrm>
              <a:off x="4393957" y="6417"/>
              <a:ext cx="7460640" cy="6936449"/>
            </p14:xfrm>
          </p:contentPart>
        </mc:Choice>
        <mc:Fallback>
          <p:pic>
            <p:nvPicPr>
              <p:cNvPr id="267" name="墨迹 266">
                <a:extLst>
                  <a:ext uri="{FF2B5EF4-FFF2-40B4-BE49-F238E27FC236}">
                    <a16:creationId xmlns:a16="http://schemas.microsoft.com/office/drawing/2014/main" id="{4DC6D565-64EB-4122-9556-502A7AEF99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85317" y="-2223"/>
                <a:ext cx="7478280" cy="69540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859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2D59F34E-9D63-42C4-9954-92442281F464}"/>
                  </a:ext>
                </a:extLst>
              </p14:cNvPr>
              <p14:cNvContentPartPr/>
              <p14:nvPr/>
            </p14:nvContentPartPr>
            <p14:xfrm>
              <a:off x="372224" y="517946"/>
              <a:ext cx="11870813" cy="617292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2D59F34E-9D63-42C4-9954-92442281F4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584" y="509306"/>
                <a:ext cx="11888454" cy="619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85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03EFE3AF-43CA-4CCD-B6C2-7FFA39B1F7BA}"/>
                  </a:ext>
                </a:extLst>
              </p14:cNvPr>
              <p14:cNvContentPartPr/>
              <p14:nvPr/>
            </p14:nvContentPartPr>
            <p14:xfrm>
              <a:off x="5539837" y="6841346"/>
              <a:ext cx="7200" cy="8820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03EFE3AF-43CA-4CCD-B6C2-7FFA39B1F7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1266" y="6832706"/>
                <a:ext cx="240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5F39563B-F916-4154-8FB1-73DEE70A019A}"/>
                  </a:ext>
                </a:extLst>
              </p14:cNvPr>
              <p14:cNvContentPartPr/>
              <p14:nvPr/>
            </p14:nvContentPartPr>
            <p14:xfrm>
              <a:off x="348637" y="321026"/>
              <a:ext cx="11192400" cy="6409800"/>
            </p14:xfrm>
          </p:contentPart>
        </mc:Choice>
        <mc:Fallback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5F39563B-F916-4154-8FB1-73DEE70A01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997" y="312386"/>
                <a:ext cx="11210040" cy="64364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599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8A907D85-F084-43B3-87F0-D31A7618444D}"/>
                  </a:ext>
                </a:extLst>
              </p14:cNvPr>
              <p14:cNvContentPartPr/>
              <p14:nvPr/>
            </p14:nvContentPartPr>
            <p14:xfrm>
              <a:off x="1104637" y="1286546"/>
              <a:ext cx="9613800" cy="30474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8A907D85-F084-43B3-87F0-D31A761844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5637" y="1277906"/>
                <a:ext cx="9631440" cy="30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BA579CE6-E7F2-4BB3-8A90-95804574E93C}"/>
                  </a:ext>
                </a:extLst>
              </p14:cNvPr>
              <p14:cNvContentPartPr/>
              <p14:nvPr/>
            </p14:nvContentPartPr>
            <p14:xfrm>
              <a:off x="1110397" y="3657146"/>
              <a:ext cx="520920" cy="50436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BA579CE6-E7F2-4BB3-8A90-95804574E9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2757" y="3639506"/>
                <a:ext cx="55656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24E09B39-78DC-41A1-A963-162B049D52B5}"/>
                  </a:ext>
                </a:extLst>
              </p14:cNvPr>
              <p14:cNvContentPartPr/>
              <p14:nvPr/>
            </p14:nvContentPartPr>
            <p14:xfrm>
              <a:off x="1302637" y="3703946"/>
              <a:ext cx="401760" cy="4068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24E09B39-78DC-41A1-A963-162B049D52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4997" y="3685946"/>
                <a:ext cx="4374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96377825-D164-45B2-9B41-56359B7DEF36}"/>
                  </a:ext>
                </a:extLst>
              </p14:cNvPr>
              <p14:cNvContentPartPr/>
              <p14:nvPr/>
            </p14:nvContentPartPr>
            <p14:xfrm>
              <a:off x="838597" y="4150346"/>
              <a:ext cx="649800" cy="44964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96377825-D164-45B2-9B41-56359B7DEF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597" y="4132346"/>
                <a:ext cx="68544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9504C4A3-2489-4984-837A-E46029E8E4C6}"/>
                  </a:ext>
                </a:extLst>
              </p14:cNvPr>
              <p14:cNvContentPartPr/>
              <p14:nvPr/>
            </p14:nvContentPartPr>
            <p14:xfrm>
              <a:off x="1034797" y="4253306"/>
              <a:ext cx="153000" cy="30492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9504C4A3-2489-4984-837A-E46029E8E4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7157" y="4235666"/>
                <a:ext cx="1886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7534E046-90E4-4617-86C3-69244A65C567}"/>
                  </a:ext>
                </a:extLst>
              </p14:cNvPr>
              <p14:cNvContentPartPr/>
              <p14:nvPr/>
            </p14:nvContentPartPr>
            <p14:xfrm>
              <a:off x="1486597" y="4157186"/>
              <a:ext cx="243360" cy="30672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7534E046-90E4-4617-86C3-69244A65C5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68597" y="4139186"/>
                <a:ext cx="27900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335A7394-BDA5-4338-86BF-354B79153A61}"/>
                  </a:ext>
                </a:extLst>
              </p14:cNvPr>
              <p14:cNvContentPartPr/>
              <p14:nvPr/>
            </p14:nvContentPartPr>
            <p14:xfrm>
              <a:off x="1562197" y="4180946"/>
              <a:ext cx="182160" cy="27720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335A7394-BDA5-4338-86BF-354B79153A6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44197" y="4162946"/>
                <a:ext cx="21780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24273F2-EBE0-4871-A00F-8378A549AB0E}"/>
                  </a:ext>
                </a:extLst>
              </p14:cNvPr>
              <p14:cNvContentPartPr/>
              <p14:nvPr/>
            </p14:nvContentPartPr>
            <p14:xfrm>
              <a:off x="617197" y="4512146"/>
              <a:ext cx="1462320" cy="6188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24273F2-EBE0-4871-A00F-8378A549AB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9557" y="4494146"/>
                <a:ext cx="1497960" cy="6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32BD987D-1D5A-4945-A601-DA0D40D92B86}"/>
                  </a:ext>
                </a:extLst>
              </p14:cNvPr>
              <p14:cNvContentPartPr/>
              <p14:nvPr/>
            </p14:nvContentPartPr>
            <p14:xfrm>
              <a:off x="1375717" y="4804106"/>
              <a:ext cx="20160" cy="48456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32BD987D-1D5A-4945-A601-DA0D40D92B8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57717" y="4786466"/>
                <a:ext cx="5580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D8E37894-2E8C-4551-9B79-61D0F6665F07}"/>
                  </a:ext>
                </a:extLst>
              </p14:cNvPr>
              <p14:cNvContentPartPr/>
              <p14:nvPr/>
            </p14:nvContentPartPr>
            <p14:xfrm>
              <a:off x="1588837" y="4792946"/>
              <a:ext cx="197640" cy="48132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D8E37894-2E8C-4551-9B79-61D0F6665F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71197" y="4774946"/>
                <a:ext cx="23328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A9E3C6F5-A0D2-4D8F-8733-EA152E6BF6C3}"/>
                  </a:ext>
                </a:extLst>
              </p14:cNvPr>
              <p14:cNvContentPartPr/>
              <p14:nvPr/>
            </p14:nvContentPartPr>
            <p14:xfrm>
              <a:off x="1529077" y="4986266"/>
              <a:ext cx="178560" cy="24084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A9E3C6F5-A0D2-4D8F-8733-EA152E6BF6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11077" y="4968266"/>
                <a:ext cx="2142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21236A7A-059E-41F0-9D3C-5341BA43C328}"/>
                  </a:ext>
                </a:extLst>
              </p14:cNvPr>
              <p14:cNvContentPartPr/>
              <p14:nvPr/>
            </p14:nvContentPartPr>
            <p14:xfrm>
              <a:off x="1338637" y="5300906"/>
              <a:ext cx="655560" cy="25344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21236A7A-059E-41F0-9D3C-5341BA43C32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20997" y="5283266"/>
                <a:ext cx="6912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C8AEB0E-155C-458D-89DC-47B1A99F4834}"/>
                  </a:ext>
                </a:extLst>
              </p14:cNvPr>
              <p14:cNvContentPartPr/>
              <p14:nvPr/>
            </p14:nvContentPartPr>
            <p14:xfrm>
              <a:off x="2299837" y="4242866"/>
              <a:ext cx="868320" cy="113112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C8AEB0E-155C-458D-89DC-47B1A99F48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82197" y="4225226"/>
                <a:ext cx="903960" cy="11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4A4476E6-A0B5-4F81-B647-CD3B6C3E7AFA}"/>
                  </a:ext>
                </a:extLst>
              </p14:cNvPr>
              <p14:cNvContentPartPr/>
              <p14:nvPr/>
            </p14:nvContentPartPr>
            <p14:xfrm>
              <a:off x="2634277" y="4944866"/>
              <a:ext cx="263880" cy="1548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4A4476E6-A0B5-4F81-B647-CD3B6C3E7AF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16637" y="4926866"/>
                <a:ext cx="299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27B0B8D4-00FD-4342-BB02-88F262338852}"/>
                  </a:ext>
                </a:extLst>
              </p14:cNvPr>
              <p14:cNvContentPartPr/>
              <p14:nvPr/>
            </p14:nvContentPartPr>
            <p14:xfrm>
              <a:off x="3611677" y="3961346"/>
              <a:ext cx="223560" cy="31140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27B0B8D4-00FD-4342-BB02-88F26233885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94037" y="3943706"/>
                <a:ext cx="25920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E515C772-A37A-42B9-B9F6-8371FE9ABD97}"/>
                  </a:ext>
                </a:extLst>
              </p14:cNvPr>
              <p14:cNvContentPartPr/>
              <p14:nvPr/>
            </p14:nvContentPartPr>
            <p14:xfrm>
              <a:off x="3671077" y="4198226"/>
              <a:ext cx="42840" cy="48888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E515C772-A37A-42B9-B9F6-8371FE9ABD9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53437" y="4180226"/>
                <a:ext cx="7848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F162D6A7-3C3E-437F-9C5F-CE581B255F10}"/>
                  </a:ext>
                </a:extLst>
              </p14:cNvPr>
              <p14:cNvContentPartPr/>
              <p14:nvPr/>
            </p14:nvContentPartPr>
            <p14:xfrm>
              <a:off x="3979237" y="4099586"/>
              <a:ext cx="110520" cy="60516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F162D6A7-3C3E-437F-9C5F-CE581B255F1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61237" y="4081586"/>
                <a:ext cx="14616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D9C98A72-62A7-478A-B108-CF95DFB761F5}"/>
                  </a:ext>
                </a:extLst>
              </p14:cNvPr>
              <p14:cNvContentPartPr/>
              <p14:nvPr/>
            </p14:nvContentPartPr>
            <p14:xfrm>
              <a:off x="3246997" y="4348346"/>
              <a:ext cx="1096560" cy="42372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D9C98A72-62A7-478A-B108-CF95DFB761F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9357" y="4330706"/>
                <a:ext cx="113220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2D43005C-B73B-4648-8582-DCCC8726B01A}"/>
                  </a:ext>
                </a:extLst>
              </p14:cNvPr>
              <p14:cNvContentPartPr/>
              <p14:nvPr/>
            </p14:nvContentPartPr>
            <p14:xfrm>
              <a:off x="3920557" y="4310546"/>
              <a:ext cx="45720" cy="30708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2D43005C-B73B-4648-8582-DCCC8726B0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02917" y="4292906"/>
                <a:ext cx="8136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2698FF97-1784-4582-81C4-45778447764A}"/>
                  </a:ext>
                </a:extLst>
              </p14:cNvPr>
              <p14:cNvContentPartPr/>
              <p14:nvPr/>
            </p14:nvContentPartPr>
            <p14:xfrm>
              <a:off x="3701317" y="4729226"/>
              <a:ext cx="653040" cy="48312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2698FF97-1784-4582-81C4-45778447764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683677" y="4711586"/>
                <a:ext cx="68868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B234ADDC-1589-4AD2-9856-6EFF7204F0B7}"/>
                  </a:ext>
                </a:extLst>
              </p14:cNvPr>
              <p14:cNvContentPartPr/>
              <p14:nvPr/>
            </p14:nvContentPartPr>
            <p14:xfrm>
              <a:off x="3902197" y="4853066"/>
              <a:ext cx="45720" cy="18108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B234ADDC-1589-4AD2-9856-6EFF7204F0B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84197" y="4835426"/>
                <a:ext cx="813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EA986C2F-1284-481C-B8DC-37F66445D9F8}"/>
                  </a:ext>
                </a:extLst>
              </p14:cNvPr>
              <p14:cNvContentPartPr/>
              <p14:nvPr/>
            </p14:nvContentPartPr>
            <p14:xfrm>
              <a:off x="3962317" y="4856306"/>
              <a:ext cx="92160" cy="20916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EA986C2F-1284-481C-B8DC-37F66445D9F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44317" y="4838666"/>
                <a:ext cx="1278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66E45312-737A-4680-ACAF-93534754BB84}"/>
                  </a:ext>
                </a:extLst>
              </p14:cNvPr>
              <p14:cNvContentPartPr/>
              <p14:nvPr/>
            </p14:nvContentPartPr>
            <p14:xfrm>
              <a:off x="3419437" y="5093546"/>
              <a:ext cx="1065960" cy="25812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66E45312-737A-4680-ACAF-93534754BB8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401797" y="5075906"/>
                <a:ext cx="1101600" cy="29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96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0</Words>
  <Application>Microsoft Office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Arrows</dc:creator>
  <cp:lastModifiedBy>Arrows</cp:lastModifiedBy>
  <cp:revision>6</cp:revision>
  <dcterms:created xsi:type="dcterms:W3CDTF">2025-03-06T01:02:11Z</dcterms:created>
  <dcterms:modified xsi:type="dcterms:W3CDTF">2025-03-06T03:40:39Z</dcterms:modified>
</cp:coreProperties>
</file>