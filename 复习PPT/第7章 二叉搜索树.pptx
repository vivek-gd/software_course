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100"/>
  </p:notesMasterIdLst>
  <p:handoutMasterIdLst>
    <p:handoutMasterId r:id="rId101"/>
  </p:handoutMasterIdLst>
  <p:sldIdLst>
    <p:sldId id="1103" r:id="rId4"/>
    <p:sldId id="1104" r:id="rId5"/>
    <p:sldId id="1259" r:id="rId6"/>
    <p:sldId id="1105" r:id="rId7"/>
    <p:sldId id="1106" r:id="rId8"/>
    <p:sldId id="1107" r:id="rId9"/>
    <p:sldId id="1108" r:id="rId10"/>
    <p:sldId id="1109" r:id="rId11"/>
    <p:sldId id="1110" r:id="rId12"/>
    <p:sldId id="1353" r:id="rId13"/>
    <p:sldId id="1114" r:id="rId14"/>
    <p:sldId id="1115" r:id="rId15"/>
    <p:sldId id="1116" r:id="rId16"/>
    <p:sldId id="1117" r:id="rId17"/>
    <p:sldId id="1342" r:id="rId18"/>
    <p:sldId id="1118" r:id="rId19"/>
    <p:sldId id="1119" r:id="rId20"/>
    <p:sldId id="1120" r:id="rId21"/>
    <p:sldId id="1121" r:id="rId22"/>
    <p:sldId id="1122" r:id="rId23"/>
    <p:sldId id="1123" r:id="rId24"/>
    <p:sldId id="1124" r:id="rId25"/>
    <p:sldId id="1125" r:id="rId26"/>
    <p:sldId id="1126" r:id="rId27"/>
    <p:sldId id="1127" r:id="rId28"/>
    <p:sldId id="1355" r:id="rId29"/>
    <p:sldId id="1356" r:id="rId30"/>
    <p:sldId id="1129" r:id="rId31"/>
    <p:sldId id="1130" r:id="rId32"/>
    <p:sldId id="1131" r:id="rId33"/>
    <p:sldId id="1132" r:id="rId34"/>
    <p:sldId id="1133" r:id="rId35"/>
    <p:sldId id="1134" r:id="rId36"/>
    <p:sldId id="1135" r:id="rId37"/>
    <p:sldId id="1136" r:id="rId38"/>
    <p:sldId id="1357" r:id="rId39"/>
    <p:sldId id="1137" r:id="rId40"/>
    <p:sldId id="1139" r:id="rId41"/>
    <p:sldId id="1260" r:id="rId42"/>
    <p:sldId id="1140" r:id="rId43"/>
    <p:sldId id="1141" r:id="rId44"/>
    <p:sldId id="1142" r:id="rId45"/>
    <p:sldId id="1143" r:id="rId46"/>
    <p:sldId id="1144" r:id="rId47"/>
    <p:sldId id="1145" r:id="rId48"/>
    <p:sldId id="1146" r:id="rId49"/>
    <p:sldId id="1147" r:id="rId50"/>
    <p:sldId id="1358" r:id="rId51"/>
    <p:sldId id="1148" r:id="rId52"/>
    <p:sldId id="1149" r:id="rId53"/>
    <p:sldId id="1150" r:id="rId54"/>
    <p:sldId id="1151" r:id="rId55"/>
    <p:sldId id="1152" r:id="rId56"/>
    <p:sldId id="1153" r:id="rId57"/>
    <p:sldId id="1154" r:id="rId58"/>
    <p:sldId id="1359" r:id="rId59"/>
    <p:sldId id="1155" r:id="rId60"/>
    <p:sldId id="1156" r:id="rId61"/>
    <p:sldId id="1157" r:id="rId62"/>
    <p:sldId id="1158" r:id="rId63"/>
    <p:sldId id="1159" r:id="rId64"/>
    <p:sldId id="1160" r:id="rId65"/>
    <p:sldId id="1161" r:id="rId66"/>
    <p:sldId id="1162" r:id="rId67"/>
    <p:sldId id="1163" r:id="rId68"/>
    <p:sldId id="1164" r:id="rId69"/>
    <p:sldId id="1165" r:id="rId70"/>
    <p:sldId id="1166" r:id="rId71"/>
    <p:sldId id="1167" r:id="rId72"/>
    <p:sldId id="1168" r:id="rId73"/>
    <p:sldId id="1360" r:id="rId74"/>
    <p:sldId id="1169" r:id="rId75"/>
    <p:sldId id="1170" r:id="rId76"/>
    <p:sldId id="1171" r:id="rId77"/>
    <p:sldId id="1172" r:id="rId78"/>
    <p:sldId id="1173" r:id="rId79"/>
    <p:sldId id="1174" r:id="rId80"/>
    <p:sldId id="1175" r:id="rId81"/>
    <p:sldId id="1176" r:id="rId82"/>
    <p:sldId id="1177" r:id="rId83"/>
    <p:sldId id="1178" r:id="rId84"/>
    <p:sldId id="1179" r:id="rId85"/>
    <p:sldId id="1180" r:id="rId86"/>
    <p:sldId id="1181" r:id="rId87"/>
    <p:sldId id="1182" r:id="rId88"/>
    <p:sldId id="1183" r:id="rId89"/>
    <p:sldId id="1184" r:id="rId90"/>
    <p:sldId id="1185" r:id="rId91"/>
    <p:sldId id="1349" r:id="rId92"/>
    <p:sldId id="1351" r:id="rId93"/>
    <p:sldId id="1346" r:id="rId94"/>
    <p:sldId id="1348" r:id="rId95"/>
    <p:sldId id="1352" r:id="rId96"/>
    <p:sldId id="1361" r:id="rId97"/>
    <p:sldId id="1363" r:id="rId98"/>
    <p:sldId id="645" r:id="rId99"/>
  </p:sldIdLst>
  <p:sldSz cx="9144000" cy="6858000" type="screen4x3"/>
  <p:notesSz cx="7099300" cy="10234295"/>
  <p:custDataLst>
    <p:tags r:id="rId105"/>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2F7FB"/>
    <a:srgbClr val="45B0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892" autoAdjust="0"/>
  </p:normalViewPr>
  <p:slideViewPr>
    <p:cSldViewPr snapToGrid="0" showGuides="1">
      <p:cViewPr varScale="1">
        <p:scale>
          <a:sx n="91" d="100"/>
          <a:sy n="91" d="100"/>
        </p:scale>
        <p:origin x="2082" y="9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5" Type="http://schemas.openxmlformats.org/officeDocument/2006/relationships/tags" Target="tags/tag376.xml"/><Relationship Id="rId104" Type="http://schemas.openxmlformats.org/officeDocument/2006/relationships/tableStyles" Target="tableStyles.xml"/><Relationship Id="rId103" Type="http://schemas.openxmlformats.org/officeDocument/2006/relationships/viewProps" Target="viewProps.xml"/><Relationship Id="rId102" Type="http://schemas.openxmlformats.org/officeDocument/2006/relationships/presProps" Target="presProps.xml"/><Relationship Id="rId101" Type="http://schemas.openxmlformats.org/officeDocument/2006/relationships/handoutMaster" Target="handoutMasters/handoutMaster1.xml"/><Relationship Id="rId100" Type="http://schemas.openxmlformats.org/officeDocument/2006/relationships/notesMaster" Target="notesMasters/notes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5"/>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6"/>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1"/>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2"/>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3"/>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4"/>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5"/>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smtClean="0"/>
              <a:t>编辑标题</a:t>
            </a:r>
            <a:endParaRPr lang="zh-CN" altLang="en-US" dirty="0"/>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2"/>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3"/>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7"/>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8"/>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9"/>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0"/>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1"/>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smtClean="0"/>
              <a:t>编辑标题</a:t>
            </a:r>
            <a:endParaRPr lang="zh-CN" altLang="en-US" dirty="0"/>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0" name="椭圆 19"/>
          <p:cNvSpPr/>
          <p:nvPr>
            <p:custDataLst>
              <p:tags r:id="rId1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3"/>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4"/>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5"/>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6"/>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4"/>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2"/>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3"/>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编辑文本</a:t>
            </a:r>
            <a:endParaRPr lang="zh-CN" altLang="en-US" dirty="0"/>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smtClean="0"/>
              <a:t>编辑标题</a:t>
            </a:r>
            <a:endParaRPr lang="zh-CN" altLang="en-US" dirty="0"/>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smtClean="0"/>
              <a:t>编辑文本</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smtClean="0"/>
              <a:t>单击此处编辑标题</a:t>
            </a:r>
            <a:endParaRPr lang="zh-CN" altLang="en-US"/>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图片</a:t>
            </a:r>
            <a:endParaRPr lang="zh-CN" altLang="en-US"/>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endParaRPr lang="zh-CN" altLang="en-US" dirty="0"/>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endParaRPr lang="zh-CN" altLang="en-US" dirty="0"/>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13"/>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1" Type="http://schemas.openxmlformats.org/officeDocument/2006/relationships/slideLayout" Target="../slideLayouts/slideLayout7.xml"/><Relationship Id="rId20" Type="http://schemas.openxmlformats.org/officeDocument/2006/relationships/tags" Target="../tags/tag80.xml"/><Relationship Id="rId2" Type="http://schemas.openxmlformats.org/officeDocument/2006/relationships/tags" Target="../tags/tag63.xml"/><Relationship Id="rId19" Type="http://schemas.openxmlformats.org/officeDocument/2006/relationships/image" Target="../media/image3.png"/><Relationship Id="rId18" Type="http://schemas.openxmlformats.org/officeDocument/2006/relationships/tags" Target="../tags/tag79.xml"/><Relationship Id="rId17" Type="http://schemas.openxmlformats.org/officeDocument/2006/relationships/tags" Target="../tags/tag78.xml"/><Relationship Id="rId16" Type="http://schemas.openxmlformats.org/officeDocument/2006/relationships/tags" Target="../tags/tag77.xml"/><Relationship Id="rId15" Type="http://schemas.openxmlformats.org/officeDocument/2006/relationships/tags" Target="../tags/tag76.xml"/><Relationship Id="rId14" Type="http://schemas.openxmlformats.org/officeDocument/2006/relationships/tags" Target="../tags/tag75.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tags" Target="../tags/tag6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20.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1" Type="http://schemas.openxmlformats.org/officeDocument/2006/relationships/slideLayout" Target="../slideLayouts/slideLayout2.xml"/><Relationship Id="rId10" Type="http://schemas.openxmlformats.org/officeDocument/2006/relationships/tags" Target="../tags/tag94.xml"/><Relationship Id="rId1" Type="http://schemas.openxmlformats.org/officeDocument/2006/relationships/tags" Target="../tags/tag85.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2.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4.xml"/><Relationship Id="rId3" Type="http://schemas.openxmlformats.org/officeDocument/2006/relationships/image" Target="../media/image7.png"/><Relationship Id="rId2" Type="http://schemas.openxmlformats.org/officeDocument/2006/relationships/tags" Target="../tags/tag103.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35.xml.rels><?xml version="1.0" encoding="UTF-8" standalone="yes"?>
<Relationships xmlns="http://schemas.openxmlformats.org/package/2006/relationships"><Relationship Id="rId9" Type="http://schemas.openxmlformats.org/officeDocument/2006/relationships/tags" Target="../tags/tag120.xml"/><Relationship Id="rId8" Type="http://schemas.openxmlformats.org/officeDocument/2006/relationships/tags" Target="../tags/tag119.xml"/><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8" Type="http://schemas.openxmlformats.org/officeDocument/2006/relationships/slideLayout" Target="../slideLayouts/slideLayout2.xml"/><Relationship Id="rId27" Type="http://schemas.openxmlformats.org/officeDocument/2006/relationships/tags" Target="../tags/tag138.xml"/><Relationship Id="rId26" Type="http://schemas.openxmlformats.org/officeDocument/2006/relationships/tags" Target="../tags/tag137.xml"/><Relationship Id="rId25" Type="http://schemas.openxmlformats.org/officeDocument/2006/relationships/tags" Target="../tags/tag136.xml"/><Relationship Id="rId24" Type="http://schemas.openxmlformats.org/officeDocument/2006/relationships/tags" Target="../tags/tag135.xml"/><Relationship Id="rId23" Type="http://schemas.openxmlformats.org/officeDocument/2006/relationships/tags" Target="../tags/tag134.xml"/><Relationship Id="rId22" Type="http://schemas.openxmlformats.org/officeDocument/2006/relationships/tags" Target="../tags/tag133.xml"/><Relationship Id="rId21" Type="http://schemas.openxmlformats.org/officeDocument/2006/relationships/tags" Target="../tags/tag132.xml"/><Relationship Id="rId20" Type="http://schemas.openxmlformats.org/officeDocument/2006/relationships/tags" Target="../tags/tag131.xml"/><Relationship Id="rId2" Type="http://schemas.openxmlformats.org/officeDocument/2006/relationships/tags" Target="../tags/tag113.xml"/><Relationship Id="rId19" Type="http://schemas.openxmlformats.org/officeDocument/2006/relationships/tags" Target="../tags/tag130.xml"/><Relationship Id="rId18" Type="http://schemas.openxmlformats.org/officeDocument/2006/relationships/tags" Target="../tags/tag129.xml"/><Relationship Id="rId17" Type="http://schemas.openxmlformats.org/officeDocument/2006/relationships/tags" Target="../tags/tag128.xml"/><Relationship Id="rId16" Type="http://schemas.openxmlformats.org/officeDocument/2006/relationships/tags" Target="../tags/tag127.xml"/><Relationship Id="rId15" Type="http://schemas.openxmlformats.org/officeDocument/2006/relationships/tags" Target="../tags/tag126.xml"/><Relationship Id="rId14" Type="http://schemas.openxmlformats.org/officeDocument/2006/relationships/tags" Target="../tags/tag125.xml"/><Relationship Id="rId13" Type="http://schemas.openxmlformats.org/officeDocument/2006/relationships/tags" Target="../tags/tag124.xml"/><Relationship Id="rId12" Type="http://schemas.openxmlformats.org/officeDocument/2006/relationships/tags" Target="../tags/tag123.xml"/><Relationship Id="rId11" Type="http://schemas.openxmlformats.org/officeDocument/2006/relationships/tags" Target="../tags/tag122.xml"/><Relationship Id="rId10" Type="http://schemas.openxmlformats.org/officeDocument/2006/relationships/tags" Target="../tags/tag121.xml"/><Relationship Id="rId1" Type="http://schemas.openxmlformats.org/officeDocument/2006/relationships/tags" Target="../tags/tag11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0.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4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4.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5.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6.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4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149.xml"/><Relationship Id="rId2" Type="http://schemas.openxmlformats.org/officeDocument/2006/relationships/image" Target="../media/image8.wmf"/><Relationship Id="rId1" Type="http://schemas.openxmlformats.org/officeDocument/2006/relationships/oleObject" Target="../embeddings/oleObject1.bin"/></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48.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0" Type="http://schemas.openxmlformats.org/officeDocument/2006/relationships/slideLayout" Target="../slideLayouts/slideLayout7.xml"/><Relationship Id="rId2" Type="http://schemas.openxmlformats.org/officeDocument/2006/relationships/tags" Target="../tags/tag152.xml"/><Relationship Id="rId19" Type="http://schemas.openxmlformats.org/officeDocument/2006/relationships/tags" Target="../tags/tag168.xml"/><Relationship Id="rId18" Type="http://schemas.openxmlformats.org/officeDocument/2006/relationships/tags" Target="../tags/tag167.xml"/><Relationship Id="rId17" Type="http://schemas.openxmlformats.org/officeDocument/2006/relationships/image" Target="../media/image9.png"/><Relationship Id="rId16" Type="http://schemas.openxmlformats.org/officeDocument/2006/relationships/tags" Target="../tags/tag166.xml"/><Relationship Id="rId15" Type="http://schemas.openxmlformats.org/officeDocument/2006/relationships/tags" Target="../tags/tag165.xml"/><Relationship Id="rId14" Type="http://schemas.openxmlformats.org/officeDocument/2006/relationships/tags" Target="../tags/tag164.xml"/><Relationship Id="rId13" Type="http://schemas.openxmlformats.org/officeDocument/2006/relationships/tags" Target="../tags/tag163.xml"/><Relationship Id="rId12" Type="http://schemas.openxmlformats.org/officeDocument/2006/relationships/tags" Target="../tags/tag162.xml"/><Relationship Id="rId11" Type="http://schemas.openxmlformats.org/officeDocument/2006/relationships/tags" Target="../tags/tag161.xml"/><Relationship Id="rId10" Type="http://schemas.openxmlformats.org/officeDocument/2006/relationships/tags" Target="../tags/tag160.xml"/><Relationship Id="rId1" Type="http://schemas.openxmlformats.org/officeDocument/2006/relationships/tags" Target="../tags/tag151.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9.xml"/><Relationship Id="rId1" Type="http://schemas.openxmlformats.org/officeDocument/2006/relationships/image" Target="../media/image10.pn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0.xml"/><Relationship Id="rId2" Type="http://schemas.openxmlformats.org/officeDocument/2006/relationships/image" Target="../media/image4.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1.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2.xml"/><Relationship Id="rId1" Type="http://schemas.openxmlformats.org/officeDocument/2006/relationships/image" Target="../media/image11.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3.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4.xml"/><Relationship Id="rId1" Type="http://schemas.openxmlformats.org/officeDocument/2006/relationships/image" Target="../media/image10.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5.xml"/><Relationship Id="rId1" Type="http://schemas.openxmlformats.org/officeDocument/2006/relationships/image" Target="../media/image10.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7.xml"/><Relationship Id="rId1" Type="http://schemas.openxmlformats.org/officeDocument/2006/relationships/tags" Target="../tags/tag176.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8.xml"/><Relationship Id="rId1" Type="http://schemas.openxmlformats.org/officeDocument/2006/relationships/image" Target="../media/image12.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9.xml"/><Relationship Id="rId1" Type="http://schemas.openxmlformats.org/officeDocument/2006/relationships/image" Target="../media/image12.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0.xml"/><Relationship Id="rId1" Type="http://schemas.openxmlformats.org/officeDocument/2006/relationships/image" Target="../media/image13.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1.xml"/><Relationship Id="rId1" Type="http://schemas.openxmlformats.org/officeDocument/2006/relationships/image" Target="../media/image14.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2.xml"/><Relationship Id="rId1" Type="http://schemas.openxmlformats.org/officeDocument/2006/relationships/image" Target="../media/image15.png"/></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image" Target="../media/image16.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5.xml"/><Relationship Id="rId1" Type="http://schemas.openxmlformats.org/officeDocument/2006/relationships/image" Target="../media/image17.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6.xml"/><Relationship Id="rId1" Type="http://schemas.openxmlformats.org/officeDocument/2006/relationships/image" Target="../media/image18.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7.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8.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9.xml"/></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0.xml"/><Relationship Id="rId2" Type="http://schemas.openxmlformats.org/officeDocument/2006/relationships/image" Target="../media/image20.png"/><Relationship Id="rId1" Type="http://schemas.openxmlformats.org/officeDocument/2006/relationships/image" Target="../media/image19.png"/></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image" Target="../media/image22.png"/><Relationship Id="rId1" Type="http://schemas.openxmlformats.org/officeDocument/2006/relationships/image" Target="../media/image21.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3.xml"/></Relationships>
</file>

<file path=ppt/slides/_rels/slide71.xml.rels><?xml version="1.0" encoding="UTF-8" standalone="yes"?>
<Relationships xmlns="http://schemas.openxmlformats.org/package/2006/relationships"><Relationship Id="rId9" Type="http://schemas.openxmlformats.org/officeDocument/2006/relationships/tags" Target="../tags/tag202.xml"/><Relationship Id="rId8" Type="http://schemas.openxmlformats.org/officeDocument/2006/relationships/tags" Target="../tags/tag201.xml"/><Relationship Id="rId7" Type="http://schemas.openxmlformats.org/officeDocument/2006/relationships/tags" Target="../tags/tag200.xml"/><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9" Type="http://schemas.openxmlformats.org/officeDocument/2006/relationships/slideLayout" Target="../slideLayouts/slideLayout7.xml"/><Relationship Id="rId28" Type="http://schemas.openxmlformats.org/officeDocument/2006/relationships/tags" Target="../tags/tag220.xml"/><Relationship Id="rId27" Type="http://schemas.openxmlformats.org/officeDocument/2006/relationships/tags" Target="../tags/tag219.xml"/><Relationship Id="rId26" Type="http://schemas.openxmlformats.org/officeDocument/2006/relationships/tags" Target="../tags/tag218.xml"/><Relationship Id="rId25" Type="http://schemas.openxmlformats.org/officeDocument/2006/relationships/image" Target="../media/image9.png"/><Relationship Id="rId24" Type="http://schemas.openxmlformats.org/officeDocument/2006/relationships/tags" Target="../tags/tag217.xml"/><Relationship Id="rId23" Type="http://schemas.openxmlformats.org/officeDocument/2006/relationships/tags" Target="../tags/tag216.xml"/><Relationship Id="rId22" Type="http://schemas.openxmlformats.org/officeDocument/2006/relationships/tags" Target="../tags/tag215.xml"/><Relationship Id="rId21" Type="http://schemas.openxmlformats.org/officeDocument/2006/relationships/tags" Target="../tags/tag214.xml"/><Relationship Id="rId20" Type="http://schemas.openxmlformats.org/officeDocument/2006/relationships/tags" Target="../tags/tag213.xml"/><Relationship Id="rId2" Type="http://schemas.openxmlformats.org/officeDocument/2006/relationships/tags" Target="../tags/tag195.xml"/><Relationship Id="rId19" Type="http://schemas.openxmlformats.org/officeDocument/2006/relationships/tags" Target="../tags/tag212.xml"/><Relationship Id="rId18" Type="http://schemas.openxmlformats.org/officeDocument/2006/relationships/tags" Target="../tags/tag211.xml"/><Relationship Id="rId17" Type="http://schemas.openxmlformats.org/officeDocument/2006/relationships/tags" Target="../tags/tag210.xml"/><Relationship Id="rId16" Type="http://schemas.openxmlformats.org/officeDocument/2006/relationships/tags" Target="../tags/tag209.xml"/><Relationship Id="rId15" Type="http://schemas.openxmlformats.org/officeDocument/2006/relationships/tags" Target="../tags/tag208.xml"/><Relationship Id="rId14" Type="http://schemas.openxmlformats.org/officeDocument/2006/relationships/tags" Target="../tags/tag207.xml"/><Relationship Id="rId13" Type="http://schemas.openxmlformats.org/officeDocument/2006/relationships/tags" Target="../tags/tag206.xml"/><Relationship Id="rId12" Type="http://schemas.openxmlformats.org/officeDocument/2006/relationships/tags" Target="../tags/tag205.xml"/><Relationship Id="rId11" Type="http://schemas.openxmlformats.org/officeDocument/2006/relationships/tags" Target="../tags/tag204.xml"/><Relationship Id="rId10" Type="http://schemas.openxmlformats.org/officeDocument/2006/relationships/tags" Target="../tags/tag203.xml"/><Relationship Id="rId1" Type="http://schemas.openxmlformats.org/officeDocument/2006/relationships/tags" Target="../tags/tag194.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1.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2.xml"/><Relationship Id="rId1" Type="http://schemas.openxmlformats.org/officeDocument/2006/relationships/image" Target="../media/image23.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3.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4.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5.xml"/><Relationship Id="rId1" Type="http://schemas.openxmlformats.org/officeDocument/2006/relationships/image" Target="../media/image24.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6.xml"/><Relationship Id="rId1" Type="http://schemas.openxmlformats.org/officeDocument/2006/relationships/image" Target="../media/image25.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7.xml"/><Relationship Id="rId1" Type="http://schemas.openxmlformats.org/officeDocument/2006/relationships/image" Target="../media/image26.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8.xml"/><Relationship Id="rId1" Type="http://schemas.openxmlformats.org/officeDocument/2006/relationships/image" Target="../media/image27.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9.xml"/><Relationship Id="rId1" Type="http://schemas.openxmlformats.org/officeDocument/2006/relationships/image" Target="../media/image28.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0.xml"/><Relationship Id="rId1" Type="http://schemas.openxmlformats.org/officeDocument/2006/relationships/image" Target="../media/image29.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1.xml"/><Relationship Id="rId1" Type="http://schemas.openxmlformats.org/officeDocument/2006/relationships/image" Target="../media/image30.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2.xml"/><Relationship Id="rId1" Type="http://schemas.openxmlformats.org/officeDocument/2006/relationships/image" Target="../media/image31.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3.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4.xml"/><Relationship Id="rId1" Type="http://schemas.openxmlformats.org/officeDocument/2006/relationships/image" Target="../media/image32.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5.xml"/><Relationship Id="rId1" Type="http://schemas.openxmlformats.org/officeDocument/2006/relationships/image" Target="../media/image33.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6.xml"/><Relationship Id="rId1" Type="http://schemas.openxmlformats.org/officeDocument/2006/relationships/image" Target="../media/image34.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7.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238.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0.xml"/><Relationship Id="rId1" Type="http://schemas.openxmlformats.org/officeDocument/2006/relationships/tags" Target="../tags/tag239.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1.xml"/><Relationship Id="rId1" Type="http://schemas.openxmlformats.org/officeDocument/2006/relationships/image" Target="../media/image35.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3.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4.xml"/></Relationships>
</file>

<file path=ppt/slides/_rels/slide95.xml.rels><?xml version="1.0" encoding="UTF-8" standalone="yes"?>
<Relationships xmlns="http://schemas.openxmlformats.org/package/2006/relationships"><Relationship Id="rId99" Type="http://schemas.openxmlformats.org/officeDocument/2006/relationships/tags" Target="../tags/tag343.xml"/><Relationship Id="rId98" Type="http://schemas.openxmlformats.org/officeDocument/2006/relationships/tags" Target="../tags/tag342.xml"/><Relationship Id="rId97" Type="http://schemas.openxmlformats.org/officeDocument/2006/relationships/tags" Target="../tags/tag341.xml"/><Relationship Id="rId96" Type="http://schemas.openxmlformats.org/officeDocument/2006/relationships/tags" Target="../tags/tag340.xml"/><Relationship Id="rId95" Type="http://schemas.openxmlformats.org/officeDocument/2006/relationships/tags" Target="../tags/tag339.xml"/><Relationship Id="rId94" Type="http://schemas.openxmlformats.org/officeDocument/2006/relationships/tags" Target="../tags/tag338.xml"/><Relationship Id="rId93" Type="http://schemas.openxmlformats.org/officeDocument/2006/relationships/tags" Target="../tags/tag337.xml"/><Relationship Id="rId92" Type="http://schemas.openxmlformats.org/officeDocument/2006/relationships/tags" Target="../tags/tag336.xml"/><Relationship Id="rId91" Type="http://schemas.openxmlformats.org/officeDocument/2006/relationships/tags" Target="../tags/tag335.xml"/><Relationship Id="rId90" Type="http://schemas.openxmlformats.org/officeDocument/2006/relationships/tags" Target="../tags/tag334.xml"/><Relationship Id="rId9" Type="http://schemas.openxmlformats.org/officeDocument/2006/relationships/tags" Target="../tags/tag253.xml"/><Relationship Id="rId89" Type="http://schemas.openxmlformats.org/officeDocument/2006/relationships/tags" Target="../tags/tag333.xml"/><Relationship Id="rId88" Type="http://schemas.openxmlformats.org/officeDocument/2006/relationships/tags" Target="../tags/tag332.xml"/><Relationship Id="rId87" Type="http://schemas.openxmlformats.org/officeDocument/2006/relationships/tags" Target="../tags/tag331.xml"/><Relationship Id="rId86" Type="http://schemas.openxmlformats.org/officeDocument/2006/relationships/tags" Target="../tags/tag330.xml"/><Relationship Id="rId85" Type="http://schemas.openxmlformats.org/officeDocument/2006/relationships/tags" Target="../tags/tag329.xml"/><Relationship Id="rId84" Type="http://schemas.openxmlformats.org/officeDocument/2006/relationships/tags" Target="../tags/tag328.xml"/><Relationship Id="rId83" Type="http://schemas.openxmlformats.org/officeDocument/2006/relationships/tags" Target="../tags/tag327.xml"/><Relationship Id="rId82" Type="http://schemas.openxmlformats.org/officeDocument/2006/relationships/tags" Target="../tags/tag326.xml"/><Relationship Id="rId81" Type="http://schemas.openxmlformats.org/officeDocument/2006/relationships/tags" Target="../tags/tag325.xml"/><Relationship Id="rId80" Type="http://schemas.openxmlformats.org/officeDocument/2006/relationships/tags" Target="../tags/tag324.xml"/><Relationship Id="rId8" Type="http://schemas.openxmlformats.org/officeDocument/2006/relationships/tags" Target="../tags/tag252.xml"/><Relationship Id="rId79" Type="http://schemas.openxmlformats.org/officeDocument/2006/relationships/tags" Target="../tags/tag323.xml"/><Relationship Id="rId78" Type="http://schemas.openxmlformats.org/officeDocument/2006/relationships/tags" Target="../tags/tag322.xml"/><Relationship Id="rId77" Type="http://schemas.openxmlformats.org/officeDocument/2006/relationships/tags" Target="../tags/tag321.xml"/><Relationship Id="rId76" Type="http://schemas.openxmlformats.org/officeDocument/2006/relationships/tags" Target="../tags/tag320.xml"/><Relationship Id="rId75" Type="http://schemas.openxmlformats.org/officeDocument/2006/relationships/tags" Target="../tags/tag319.xml"/><Relationship Id="rId74" Type="http://schemas.openxmlformats.org/officeDocument/2006/relationships/tags" Target="../tags/tag318.xml"/><Relationship Id="rId73" Type="http://schemas.openxmlformats.org/officeDocument/2006/relationships/tags" Target="../tags/tag317.xml"/><Relationship Id="rId72" Type="http://schemas.openxmlformats.org/officeDocument/2006/relationships/tags" Target="../tags/tag316.xml"/><Relationship Id="rId71" Type="http://schemas.openxmlformats.org/officeDocument/2006/relationships/tags" Target="../tags/tag315.xml"/><Relationship Id="rId70" Type="http://schemas.openxmlformats.org/officeDocument/2006/relationships/tags" Target="../tags/tag314.xml"/><Relationship Id="rId7" Type="http://schemas.openxmlformats.org/officeDocument/2006/relationships/tags" Target="../tags/tag251.xml"/><Relationship Id="rId69" Type="http://schemas.openxmlformats.org/officeDocument/2006/relationships/tags" Target="../tags/tag313.xml"/><Relationship Id="rId68" Type="http://schemas.openxmlformats.org/officeDocument/2006/relationships/tags" Target="../tags/tag312.xml"/><Relationship Id="rId67" Type="http://schemas.openxmlformats.org/officeDocument/2006/relationships/tags" Target="../tags/tag311.xml"/><Relationship Id="rId66" Type="http://schemas.openxmlformats.org/officeDocument/2006/relationships/tags" Target="../tags/tag310.xml"/><Relationship Id="rId65" Type="http://schemas.openxmlformats.org/officeDocument/2006/relationships/tags" Target="../tags/tag309.xml"/><Relationship Id="rId64" Type="http://schemas.openxmlformats.org/officeDocument/2006/relationships/tags" Target="../tags/tag308.xml"/><Relationship Id="rId63" Type="http://schemas.openxmlformats.org/officeDocument/2006/relationships/tags" Target="../tags/tag307.xml"/><Relationship Id="rId62" Type="http://schemas.openxmlformats.org/officeDocument/2006/relationships/tags" Target="../tags/tag306.xml"/><Relationship Id="rId61" Type="http://schemas.openxmlformats.org/officeDocument/2006/relationships/tags" Target="../tags/tag305.xml"/><Relationship Id="rId60" Type="http://schemas.openxmlformats.org/officeDocument/2006/relationships/tags" Target="../tags/tag304.xml"/><Relationship Id="rId6" Type="http://schemas.openxmlformats.org/officeDocument/2006/relationships/tags" Target="../tags/tag250.xml"/><Relationship Id="rId59" Type="http://schemas.openxmlformats.org/officeDocument/2006/relationships/tags" Target="../tags/tag303.xml"/><Relationship Id="rId58" Type="http://schemas.openxmlformats.org/officeDocument/2006/relationships/tags" Target="../tags/tag302.xml"/><Relationship Id="rId57" Type="http://schemas.openxmlformats.org/officeDocument/2006/relationships/tags" Target="../tags/tag301.xml"/><Relationship Id="rId56" Type="http://schemas.openxmlformats.org/officeDocument/2006/relationships/tags" Target="../tags/tag300.xml"/><Relationship Id="rId55" Type="http://schemas.openxmlformats.org/officeDocument/2006/relationships/tags" Target="../tags/tag299.xml"/><Relationship Id="rId54" Type="http://schemas.openxmlformats.org/officeDocument/2006/relationships/tags" Target="../tags/tag298.xml"/><Relationship Id="rId53" Type="http://schemas.openxmlformats.org/officeDocument/2006/relationships/tags" Target="../tags/tag297.xml"/><Relationship Id="rId52" Type="http://schemas.openxmlformats.org/officeDocument/2006/relationships/tags" Target="../tags/tag296.xml"/><Relationship Id="rId51" Type="http://schemas.openxmlformats.org/officeDocument/2006/relationships/tags" Target="../tags/tag295.xml"/><Relationship Id="rId50" Type="http://schemas.openxmlformats.org/officeDocument/2006/relationships/tags" Target="../tags/tag294.xml"/><Relationship Id="rId5" Type="http://schemas.openxmlformats.org/officeDocument/2006/relationships/tags" Target="../tags/tag249.xml"/><Relationship Id="rId49" Type="http://schemas.openxmlformats.org/officeDocument/2006/relationships/tags" Target="../tags/tag293.xml"/><Relationship Id="rId48" Type="http://schemas.openxmlformats.org/officeDocument/2006/relationships/tags" Target="../tags/tag292.xml"/><Relationship Id="rId47" Type="http://schemas.openxmlformats.org/officeDocument/2006/relationships/tags" Target="../tags/tag291.xml"/><Relationship Id="rId46" Type="http://schemas.openxmlformats.org/officeDocument/2006/relationships/tags" Target="../tags/tag290.xml"/><Relationship Id="rId45" Type="http://schemas.openxmlformats.org/officeDocument/2006/relationships/tags" Target="../tags/tag289.xml"/><Relationship Id="rId44" Type="http://schemas.openxmlformats.org/officeDocument/2006/relationships/tags" Target="../tags/tag288.xml"/><Relationship Id="rId43" Type="http://schemas.openxmlformats.org/officeDocument/2006/relationships/tags" Target="../tags/tag287.xml"/><Relationship Id="rId42" Type="http://schemas.openxmlformats.org/officeDocument/2006/relationships/tags" Target="../tags/tag286.xml"/><Relationship Id="rId41" Type="http://schemas.openxmlformats.org/officeDocument/2006/relationships/tags" Target="../tags/tag285.xml"/><Relationship Id="rId40" Type="http://schemas.openxmlformats.org/officeDocument/2006/relationships/tags" Target="../tags/tag284.xml"/><Relationship Id="rId4" Type="http://schemas.openxmlformats.org/officeDocument/2006/relationships/tags" Target="../tags/tag248.xml"/><Relationship Id="rId39" Type="http://schemas.openxmlformats.org/officeDocument/2006/relationships/tags" Target="../tags/tag283.xml"/><Relationship Id="rId38" Type="http://schemas.openxmlformats.org/officeDocument/2006/relationships/tags" Target="../tags/tag282.xml"/><Relationship Id="rId37" Type="http://schemas.openxmlformats.org/officeDocument/2006/relationships/tags" Target="../tags/tag281.xml"/><Relationship Id="rId36" Type="http://schemas.openxmlformats.org/officeDocument/2006/relationships/tags" Target="../tags/tag280.xml"/><Relationship Id="rId35" Type="http://schemas.openxmlformats.org/officeDocument/2006/relationships/tags" Target="../tags/tag279.xml"/><Relationship Id="rId34" Type="http://schemas.openxmlformats.org/officeDocument/2006/relationships/tags" Target="../tags/tag278.xml"/><Relationship Id="rId33" Type="http://schemas.openxmlformats.org/officeDocument/2006/relationships/tags" Target="../tags/tag277.xml"/><Relationship Id="rId32" Type="http://schemas.openxmlformats.org/officeDocument/2006/relationships/tags" Target="../tags/tag276.xml"/><Relationship Id="rId31" Type="http://schemas.openxmlformats.org/officeDocument/2006/relationships/tags" Target="../tags/tag275.xml"/><Relationship Id="rId30" Type="http://schemas.openxmlformats.org/officeDocument/2006/relationships/tags" Target="../tags/tag274.xml"/><Relationship Id="rId3" Type="http://schemas.openxmlformats.org/officeDocument/2006/relationships/tags" Target="../tags/tag247.xml"/><Relationship Id="rId29" Type="http://schemas.openxmlformats.org/officeDocument/2006/relationships/tags" Target="../tags/tag273.xml"/><Relationship Id="rId28" Type="http://schemas.openxmlformats.org/officeDocument/2006/relationships/tags" Target="../tags/tag272.xml"/><Relationship Id="rId27" Type="http://schemas.openxmlformats.org/officeDocument/2006/relationships/tags" Target="../tags/tag271.xml"/><Relationship Id="rId26" Type="http://schemas.openxmlformats.org/officeDocument/2006/relationships/tags" Target="../tags/tag270.xml"/><Relationship Id="rId25" Type="http://schemas.openxmlformats.org/officeDocument/2006/relationships/tags" Target="../tags/tag269.xml"/><Relationship Id="rId24" Type="http://schemas.openxmlformats.org/officeDocument/2006/relationships/tags" Target="../tags/tag268.xml"/><Relationship Id="rId23" Type="http://schemas.openxmlformats.org/officeDocument/2006/relationships/tags" Target="../tags/tag267.xml"/><Relationship Id="rId22" Type="http://schemas.openxmlformats.org/officeDocument/2006/relationships/tags" Target="../tags/tag266.xml"/><Relationship Id="rId21" Type="http://schemas.openxmlformats.org/officeDocument/2006/relationships/tags" Target="../tags/tag265.xml"/><Relationship Id="rId20" Type="http://schemas.openxmlformats.org/officeDocument/2006/relationships/tags" Target="../tags/tag264.xml"/><Relationship Id="rId2" Type="http://schemas.openxmlformats.org/officeDocument/2006/relationships/tags" Target="../tags/tag246.xml"/><Relationship Id="rId19" Type="http://schemas.openxmlformats.org/officeDocument/2006/relationships/tags" Target="../tags/tag263.xml"/><Relationship Id="rId18" Type="http://schemas.openxmlformats.org/officeDocument/2006/relationships/tags" Target="../tags/tag262.xml"/><Relationship Id="rId17" Type="http://schemas.openxmlformats.org/officeDocument/2006/relationships/tags" Target="../tags/tag261.xml"/><Relationship Id="rId16" Type="http://schemas.openxmlformats.org/officeDocument/2006/relationships/tags" Target="../tags/tag260.xml"/><Relationship Id="rId15" Type="http://schemas.openxmlformats.org/officeDocument/2006/relationships/tags" Target="../tags/tag259.xml"/><Relationship Id="rId14" Type="http://schemas.openxmlformats.org/officeDocument/2006/relationships/tags" Target="../tags/tag258.xml"/><Relationship Id="rId131" Type="http://schemas.openxmlformats.org/officeDocument/2006/relationships/slideLayout" Target="../slideLayouts/slideLayout2.xml"/><Relationship Id="rId130" Type="http://schemas.openxmlformats.org/officeDocument/2006/relationships/tags" Target="../tags/tag374.xml"/><Relationship Id="rId13" Type="http://schemas.openxmlformats.org/officeDocument/2006/relationships/tags" Target="../tags/tag257.xml"/><Relationship Id="rId129" Type="http://schemas.openxmlformats.org/officeDocument/2006/relationships/tags" Target="../tags/tag373.xml"/><Relationship Id="rId128" Type="http://schemas.openxmlformats.org/officeDocument/2006/relationships/tags" Target="../tags/tag372.xml"/><Relationship Id="rId127" Type="http://schemas.openxmlformats.org/officeDocument/2006/relationships/tags" Target="../tags/tag371.xml"/><Relationship Id="rId126" Type="http://schemas.openxmlformats.org/officeDocument/2006/relationships/tags" Target="../tags/tag370.xml"/><Relationship Id="rId125" Type="http://schemas.openxmlformats.org/officeDocument/2006/relationships/tags" Target="../tags/tag369.xml"/><Relationship Id="rId124" Type="http://schemas.openxmlformats.org/officeDocument/2006/relationships/tags" Target="../tags/tag368.xml"/><Relationship Id="rId123" Type="http://schemas.openxmlformats.org/officeDocument/2006/relationships/tags" Target="../tags/tag367.xml"/><Relationship Id="rId122" Type="http://schemas.openxmlformats.org/officeDocument/2006/relationships/tags" Target="../tags/tag366.xml"/><Relationship Id="rId121" Type="http://schemas.openxmlformats.org/officeDocument/2006/relationships/tags" Target="../tags/tag365.xml"/><Relationship Id="rId120" Type="http://schemas.openxmlformats.org/officeDocument/2006/relationships/tags" Target="../tags/tag364.xml"/><Relationship Id="rId12" Type="http://schemas.openxmlformats.org/officeDocument/2006/relationships/tags" Target="../tags/tag256.xml"/><Relationship Id="rId119" Type="http://schemas.openxmlformats.org/officeDocument/2006/relationships/tags" Target="../tags/tag363.xml"/><Relationship Id="rId118" Type="http://schemas.openxmlformats.org/officeDocument/2006/relationships/tags" Target="../tags/tag362.xml"/><Relationship Id="rId117" Type="http://schemas.openxmlformats.org/officeDocument/2006/relationships/tags" Target="../tags/tag361.xml"/><Relationship Id="rId116" Type="http://schemas.openxmlformats.org/officeDocument/2006/relationships/tags" Target="../tags/tag360.xml"/><Relationship Id="rId115" Type="http://schemas.openxmlformats.org/officeDocument/2006/relationships/tags" Target="../tags/tag359.xml"/><Relationship Id="rId114" Type="http://schemas.openxmlformats.org/officeDocument/2006/relationships/tags" Target="../tags/tag358.xml"/><Relationship Id="rId113" Type="http://schemas.openxmlformats.org/officeDocument/2006/relationships/tags" Target="../tags/tag357.xml"/><Relationship Id="rId112" Type="http://schemas.openxmlformats.org/officeDocument/2006/relationships/tags" Target="../tags/tag356.xml"/><Relationship Id="rId111" Type="http://schemas.openxmlformats.org/officeDocument/2006/relationships/tags" Target="../tags/tag355.xml"/><Relationship Id="rId110" Type="http://schemas.openxmlformats.org/officeDocument/2006/relationships/tags" Target="../tags/tag354.xml"/><Relationship Id="rId11" Type="http://schemas.openxmlformats.org/officeDocument/2006/relationships/tags" Target="../tags/tag255.xml"/><Relationship Id="rId109" Type="http://schemas.openxmlformats.org/officeDocument/2006/relationships/tags" Target="../tags/tag353.xml"/><Relationship Id="rId108" Type="http://schemas.openxmlformats.org/officeDocument/2006/relationships/tags" Target="../tags/tag352.xml"/><Relationship Id="rId107" Type="http://schemas.openxmlformats.org/officeDocument/2006/relationships/tags" Target="../tags/tag351.xml"/><Relationship Id="rId106" Type="http://schemas.openxmlformats.org/officeDocument/2006/relationships/tags" Target="../tags/tag350.xml"/><Relationship Id="rId105" Type="http://schemas.openxmlformats.org/officeDocument/2006/relationships/tags" Target="../tags/tag349.xml"/><Relationship Id="rId104" Type="http://schemas.openxmlformats.org/officeDocument/2006/relationships/tags" Target="../tags/tag348.xml"/><Relationship Id="rId103" Type="http://schemas.openxmlformats.org/officeDocument/2006/relationships/tags" Target="../tags/tag347.xml"/><Relationship Id="rId102" Type="http://schemas.openxmlformats.org/officeDocument/2006/relationships/tags" Target="../tags/tag346.xml"/><Relationship Id="rId101" Type="http://schemas.openxmlformats.org/officeDocument/2006/relationships/tags" Target="../tags/tag345.xml"/><Relationship Id="rId100" Type="http://schemas.openxmlformats.org/officeDocument/2006/relationships/tags" Target="../tags/tag344.xml"/><Relationship Id="rId10" Type="http://schemas.openxmlformats.org/officeDocument/2006/relationships/tags" Target="../tags/tag254.xml"/><Relationship Id="rId1" Type="http://schemas.openxmlformats.org/officeDocument/2006/relationships/tags" Target="../tags/tag245.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pPr eaLnBrk="1" fontAlgn="auto" hangingPunct="1">
              <a:spcAft>
                <a:spcPts val="0"/>
              </a:spcAft>
              <a:defRPr/>
            </a:pPr>
            <a:r>
              <a:rPr lang="zh-CN" altLang="en-US" sz="5400" spc="-300" dirty="0" smtClean="0">
                <a:solidFill>
                  <a:schemeClr val="bg1"/>
                </a:solidFill>
                <a:latin typeface="微软雅黑" panose="020B0503020204020204" pitchFamily="34" charset="-122"/>
                <a:ea typeface="微软雅黑" panose="020B0503020204020204" pitchFamily="34" charset="-122"/>
              </a:rPr>
              <a:t>七、搜索树（</a:t>
            </a:r>
            <a:r>
              <a:rPr lang="en-US" altLang="zh-CN" sz="5400" spc="-300" dirty="0" smtClean="0">
                <a:solidFill>
                  <a:schemeClr val="bg1"/>
                </a:solidFill>
                <a:latin typeface="微软雅黑" panose="020B0503020204020204" pitchFamily="34" charset="-122"/>
                <a:ea typeface="微软雅黑" panose="020B0503020204020204" pitchFamily="34" charset="-122"/>
              </a:rPr>
              <a:t>1</a:t>
            </a:r>
            <a:r>
              <a:rPr lang="zh-CN" altLang="en-US" sz="5400" spc="-300" dirty="0" smtClean="0">
                <a:solidFill>
                  <a:schemeClr val="bg1"/>
                </a:solidFill>
                <a:latin typeface="微软雅黑" panose="020B0503020204020204" pitchFamily="34" charset="-122"/>
                <a:ea typeface="微软雅黑" panose="020B0503020204020204" pitchFamily="34" charset="-122"/>
              </a:rPr>
              <a:t>）</a:t>
            </a:r>
            <a:endParaRPr lang="zh-CN" altLang="en-US" sz="5400" spc="-300" dirty="0" smtClean="0">
              <a:solidFill>
                <a:schemeClr val="bg1"/>
              </a:solidFill>
              <a:latin typeface="微软雅黑" panose="020B0503020204020204" pitchFamily="34" charset="-122"/>
              <a:ea typeface="微软雅黑" panose="020B0503020204020204" pitchFamily="34" charset="-122"/>
            </a:endParaRPr>
          </a:p>
        </p:txBody>
      </p:sp>
      <p:sp>
        <p:nvSpPr>
          <p:cNvPr id="5" name="副标题 4"/>
          <p:cNvSpPr>
            <a:spLocks noGrp="1"/>
          </p:cNvSpPr>
          <p:nvPr>
            <p:ph type="subTitle" idx="1"/>
          </p:nvPr>
        </p:nvSpPr>
        <p:spPr/>
        <p:txBody>
          <a:bodyPr>
            <a:normAutofit/>
          </a:bodyPr>
          <a:lstStyle/>
          <a:p>
            <a:pPr>
              <a:buClr>
                <a:schemeClr val="accent3"/>
              </a:buClr>
              <a:defRPr/>
            </a:pPr>
            <a:r>
              <a:rPr lang="zh-CN" altLang="en-US" sz="3200" dirty="0" smtClean="0"/>
              <a:t>二叉搜索树（</a:t>
            </a:r>
            <a:r>
              <a:rPr lang="en-US" altLang="zh-CN" sz="3200" dirty="0" smtClean="0"/>
              <a:t>AVL</a:t>
            </a:r>
            <a:r>
              <a:rPr lang="zh-CN" altLang="en-US" sz="3200" dirty="0" smtClean="0"/>
              <a:t>）</a:t>
            </a:r>
            <a:endParaRPr lang="zh-CN" altLang="en-US" sz="3200" dirty="0"/>
          </a:p>
        </p:txBody>
      </p:sp>
      <p:sp>
        <p:nvSpPr>
          <p:cNvPr id="6" name="灯片编号占位符 5"/>
          <p:cNvSpPr>
            <a:spLocks noGrp="1"/>
          </p:cNvSpPr>
          <p:nvPr>
            <p:ph type="sldNum" sz="quarter" idx="12"/>
          </p:nvPr>
        </p:nvSpPr>
        <p:spPr/>
        <p:txBody>
          <a:bodyPr/>
          <a:lstStyle/>
          <a:p>
            <a:pPr>
              <a:defRPr/>
            </a:pPr>
            <a:fld id="{D88FC1F8-377C-415F-9C94-4201F0AEB4EB}" type="slidenum">
              <a:rPr lang="en-US" altLang="zh-CN"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smtClean="0"/>
              <a:t>主要内容</a:t>
            </a:r>
            <a:endParaRPr lang="zh-CN" altLang="en-US" smtClean="0"/>
          </a:p>
        </p:txBody>
      </p:sp>
      <p:sp>
        <p:nvSpPr>
          <p:cNvPr id="23555" name="内容占位符 2"/>
          <p:cNvSpPr>
            <a:spLocks noGrp="1"/>
          </p:cNvSpPr>
          <p:nvPr>
            <p:ph idx="1"/>
          </p:nvPr>
        </p:nvSpPr>
        <p:spPr/>
        <p:txBody>
          <a:bodyPr/>
          <a:lstStyle/>
          <a:p>
            <a:r>
              <a:rPr lang="zh-CN" altLang="en-US" dirty="0" smtClean="0">
                <a:solidFill>
                  <a:schemeClr val="tx1"/>
                </a:solidFill>
              </a:rPr>
              <a:t>二叉搜索树</a:t>
            </a:r>
            <a:endParaRPr lang="en-US" altLang="zh-CN" dirty="0" smtClean="0">
              <a:solidFill>
                <a:schemeClr val="tx1"/>
              </a:solidFill>
            </a:endParaRPr>
          </a:p>
          <a:p>
            <a:pPr lvl="1"/>
            <a:r>
              <a:rPr lang="zh-CN" altLang="en-US" dirty="0" smtClean="0">
                <a:solidFill>
                  <a:schemeClr val="tx1"/>
                </a:solidFill>
              </a:rPr>
              <a:t>定义</a:t>
            </a:r>
            <a:endParaRPr lang="en-US" altLang="zh-CN" dirty="0" smtClean="0">
              <a:solidFill>
                <a:schemeClr val="tx1"/>
              </a:solidFill>
            </a:endParaRPr>
          </a:p>
          <a:p>
            <a:pPr lvl="1"/>
            <a:r>
              <a:rPr lang="zh-CN" altLang="en-US" dirty="0" smtClean="0">
                <a:solidFill>
                  <a:schemeClr val="tx1"/>
                </a:solidFill>
              </a:rPr>
              <a:t>搜索</a:t>
            </a:r>
            <a:endParaRPr lang="en-US" altLang="zh-CN" dirty="0" smtClean="0">
              <a:solidFill>
                <a:schemeClr val="tx1"/>
              </a:solidFill>
            </a:endParaRPr>
          </a:p>
          <a:p>
            <a:pPr lvl="1"/>
            <a:r>
              <a:rPr lang="zh-CN" altLang="en-US" dirty="0" smtClean="0">
                <a:solidFill>
                  <a:schemeClr val="tx1"/>
                </a:solidFill>
              </a:rPr>
              <a:t>插入</a:t>
            </a:r>
            <a:endParaRPr lang="en-US" altLang="zh-CN" dirty="0" smtClean="0">
              <a:solidFill>
                <a:schemeClr val="tx1"/>
              </a:solidFill>
            </a:endParaRPr>
          </a:p>
          <a:p>
            <a:pPr lvl="1"/>
            <a:r>
              <a:rPr lang="zh-CN" altLang="en-US" dirty="0" smtClean="0">
                <a:solidFill>
                  <a:schemeClr val="tx1"/>
                </a:solidFill>
              </a:rPr>
              <a:t>删除</a:t>
            </a:r>
            <a:endParaRPr lang="en-US" altLang="zh-CN" dirty="0" smtClean="0">
              <a:solidFill>
                <a:srgbClr val="FF0000"/>
              </a:solidFill>
            </a:endParaRPr>
          </a:p>
          <a:p>
            <a:r>
              <a:rPr lang="en-US" altLang="zh-CN" dirty="0" smtClean="0"/>
              <a:t>AVL</a:t>
            </a:r>
            <a:r>
              <a:rPr lang="zh-CN" altLang="en-US" dirty="0" smtClean="0"/>
              <a:t>树</a:t>
            </a:r>
            <a:endParaRPr lang="en-US" altLang="zh-CN" dirty="0" smtClean="0"/>
          </a:p>
          <a:p>
            <a:r>
              <a:rPr lang="zh-CN" altLang="en-US" dirty="0" smtClean="0"/>
              <a:t>红黑树</a:t>
            </a:r>
            <a:endParaRPr lang="en-US" altLang="zh-CN" dirty="0" smtClean="0"/>
          </a:p>
          <a:p>
            <a:r>
              <a:rPr lang="en-US" altLang="zh-CN" dirty="0"/>
              <a:t>B</a:t>
            </a:r>
            <a:r>
              <a:rPr lang="zh-CN" altLang="en-US" dirty="0"/>
              <a:t>树</a:t>
            </a:r>
            <a:endParaRPr lang="en-US" altLang="zh-CN" dirty="0"/>
          </a:p>
          <a:p>
            <a:endParaRPr lang="en-US" altLang="zh-CN" dirty="0" smtClean="0"/>
          </a:p>
        </p:txBody>
      </p:sp>
      <p:sp>
        <p:nvSpPr>
          <p:cNvPr id="235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363A7BC-CFB0-4AD7-B17C-9B938CCD39C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二叉搜索树</a:t>
            </a:r>
            <a:endParaRPr lang="zh-CN" altLang="en-US"/>
          </a:p>
        </p:txBody>
      </p:sp>
      <p:sp>
        <p:nvSpPr>
          <p:cNvPr id="3" name="文本占位符 2"/>
          <p:cNvSpPr>
            <a:spLocks noGrp="1"/>
          </p:cNvSpPr>
          <p:nvPr>
            <p:ph type="body" idx="1"/>
          </p:nvPr>
        </p:nvSpPr>
        <p:spPr/>
        <p:txBody>
          <a:bodyPr/>
          <a:p>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smtClean="0"/>
              <a:t>BST</a:t>
            </a:r>
            <a:r>
              <a:rPr lang="zh-CN" altLang="en-US" smtClean="0"/>
              <a:t>定义</a:t>
            </a:r>
            <a:endParaRPr lang="zh-CN" altLang="en-US" smtClean="0"/>
          </a:p>
        </p:txBody>
      </p:sp>
      <p:sp>
        <p:nvSpPr>
          <p:cNvPr id="24579" name="Rectangle 3"/>
          <p:cNvSpPr>
            <a:spLocks noGrp="1" noChangeArrowheads="1"/>
          </p:cNvSpPr>
          <p:nvPr>
            <p:ph idx="1"/>
          </p:nvPr>
        </p:nvSpPr>
        <p:spPr/>
        <p:txBody>
          <a:bodyPr/>
          <a:lstStyle/>
          <a:p>
            <a:pPr marL="533400" indent="-533400"/>
            <a:r>
              <a:rPr lang="zh-CN" altLang="en-US" smtClean="0">
                <a:solidFill>
                  <a:schemeClr val="accent2"/>
                </a:solidFill>
              </a:rPr>
              <a:t>定义：二叉搜索树</a:t>
            </a:r>
            <a:r>
              <a:rPr lang="zh-CN" altLang="en-US" smtClean="0"/>
              <a:t>（</a:t>
            </a:r>
            <a:r>
              <a:rPr lang="en-US" altLang="zh-CN" smtClean="0">
                <a:solidFill>
                  <a:schemeClr val="hlink"/>
                </a:solidFill>
              </a:rPr>
              <a:t>binary search tree</a:t>
            </a:r>
            <a:r>
              <a:rPr lang="zh-CN" altLang="en-US" smtClean="0"/>
              <a:t>）是一棵二叉树，可能为空，如果非空的话，应满足以下特征：</a:t>
            </a:r>
            <a:endParaRPr lang="zh-CN" altLang="en-US" smtClean="0"/>
          </a:p>
          <a:p>
            <a:pPr marL="533400" indent="-533400">
              <a:buFont typeface="Wingdings" panose="05000000000000000000" pitchFamily="2" charset="2"/>
              <a:buAutoNum type="arabicParenR"/>
            </a:pPr>
            <a:r>
              <a:rPr lang="zh-CN" altLang="en-US" smtClean="0"/>
              <a:t>每个元素有一个关键值，并且没有任意两个元素有相同的关键值；因此，所有的关键值都是唯一的</a:t>
            </a:r>
            <a:endParaRPr lang="zh-CN" altLang="en-US" smtClean="0"/>
          </a:p>
        </p:txBody>
      </p:sp>
      <p:sp>
        <p:nvSpPr>
          <p:cNvPr id="245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706AFC-5F91-4EB6-B9E0-4E47F929672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CN" smtClean="0"/>
              <a:t>BST</a:t>
            </a:r>
            <a:r>
              <a:rPr lang="zh-CN" altLang="en-US" smtClean="0"/>
              <a:t>定义</a:t>
            </a:r>
            <a:endParaRPr lang="zh-CN" altLang="en-US" smtClean="0"/>
          </a:p>
        </p:txBody>
      </p:sp>
      <p:sp>
        <p:nvSpPr>
          <p:cNvPr id="25603" name="Rectangle 3"/>
          <p:cNvSpPr>
            <a:spLocks noGrp="1" noChangeArrowheads="1"/>
          </p:cNvSpPr>
          <p:nvPr>
            <p:ph idx="1"/>
          </p:nvPr>
        </p:nvSpPr>
        <p:spPr/>
        <p:txBody>
          <a:bodyPr/>
          <a:lstStyle/>
          <a:p>
            <a:pPr marL="609600" indent="-609600">
              <a:buFont typeface="Wingdings" panose="05000000000000000000" pitchFamily="2" charset="2"/>
              <a:buAutoNum type="arabicParenR" startAt="2"/>
            </a:pPr>
            <a:r>
              <a:rPr lang="zh-CN" altLang="en-US" smtClean="0"/>
              <a:t>根节点左子树的关键值（如果有的话）小于根节点的关键值</a:t>
            </a:r>
            <a:endParaRPr lang="zh-CN" altLang="en-US" smtClean="0"/>
          </a:p>
          <a:p>
            <a:pPr marL="609600" indent="-609600">
              <a:buFont typeface="Wingdings" panose="05000000000000000000" pitchFamily="2" charset="2"/>
              <a:buAutoNum type="arabicParenR" startAt="2"/>
            </a:pPr>
            <a:r>
              <a:rPr lang="zh-CN" altLang="en-US" smtClean="0"/>
              <a:t>根节点右子树的关键值（如果有的话）大于根节点的关键值</a:t>
            </a:r>
            <a:endParaRPr lang="zh-CN" altLang="en-US" smtClean="0"/>
          </a:p>
          <a:p>
            <a:pPr marL="609600" indent="-609600">
              <a:buFont typeface="Wingdings" panose="05000000000000000000" pitchFamily="2" charset="2"/>
              <a:buAutoNum type="arabicParenR" startAt="2"/>
            </a:pPr>
            <a:r>
              <a:rPr lang="zh-CN" altLang="en-US" smtClean="0"/>
              <a:t>根节点的左右子树也都是二叉搜索树</a:t>
            </a:r>
            <a:endParaRPr lang="zh-CN" altLang="en-US" smtClean="0"/>
          </a:p>
        </p:txBody>
      </p:sp>
      <p:sp>
        <p:nvSpPr>
          <p:cNvPr id="256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BA6B96F-D57E-4D7A-BE17-F8247527ADE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smtClean="0"/>
              <a:t>另一种定义</a:t>
            </a:r>
            <a:endParaRPr lang="zh-CN" altLang="en-US" smtClean="0"/>
          </a:p>
        </p:txBody>
      </p:sp>
      <p:sp>
        <p:nvSpPr>
          <p:cNvPr id="26627" name="Rectangle 3"/>
          <p:cNvSpPr>
            <a:spLocks noGrp="1" noChangeArrowheads="1"/>
          </p:cNvSpPr>
          <p:nvPr>
            <p:ph idx="1"/>
          </p:nvPr>
        </p:nvSpPr>
        <p:spPr/>
        <p:txBody>
          <a:bodyPr/>
          <a:lstStyle/>
          <a:p>
            <a:pPr marL="609600" indent="-609600"/>
            <a:r>
              <a:rPr lang="zh-CN" altLang="en-US" smtClean="0"/>
              <a:t>目标：高效的有序输出</a:t>
            </a:r>
            <a:endParaRPr lang="zh-CN" altLang="en-US" smtClean="0"/>
          </a:p>
          <a:p>
            <a:pPr marL="609600" indent="-609600"/>
            <a:r>
              <a:rPr lang="zh-CN" altLang="en-US" smtClean="0"/>
              <a:t>一棵二叉树，如果其</a:t>
            </a:r>
            <a:r>
              <a:rPr lang="zh-CN" altLang="en-US" smtClean="0">
                <a:solidFill>
                  <a:schemeClr val="accent2"/>
                </a:solidFill>
              </a:rPr>
              <a:t>中序遍历</a:t>
            </a:r>
            <a:r>
              <a:rPr lang="zh-CN" altLang="en-US" smtClean="0"/>
              <a:t>的结果，得到的是关键值按</a:t>
            </a:r>
            <a:r>
              <a:rPr lang="zh-CN" altLang="en-US" smtClean="0">
                <a:solidFill>
                  <a:schemeClr val="accent2"/>
                </a:solidFill>
              </a:rPr>
              <a:t>升序</a:t>
            </a:r>
            <a:r>
              <a:rPr lang="zh-CN" altLang="en-US" smtClean="0"/>
              <a:t>排列的列表，则它是二叉搜索树</a:t>
            </a:r>
            <a:endParaRPr lang="zh-CN" altLang="en-US" smtClean="0"/>
          </a:p>
        </p:txBody>
      </p:sp>
      <p:sp>
        <p:nvSpPr>
          <p:cNvPr id="266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7C76F9-BE70-4383-ADB5-E6D5C4B20AF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smtClean="0"/>
              <a:t>别名</a:t>
            </a:r>
            <a:endParaRPr lang="zh-CN" altLang="en-US" smtClean="0"/>
          </a:p>
        </p:txBody>
      </p:sp>
      <p:sp>
        <p:nvSpPr>
          <p:cNvPr id="27651" name="内容占位符 2"/>
          <p:cNvSpPr>
            <a:spLocks noGrp="1"/>
          </p:cNvSpPr>
          <p:nvPr>
            <p:ph idx="1"/>
          </p:nvPr>
        </p:nvSpPr>
        <p:spPr/>
        <p:txBody>
          <a:bodyPr/>
          <a:lstStyle/>
          <a:p>
            <a:r>
              <a:rPr lang="zh-CN" altLang="en-US" smtClean="0"/>
              <a:t>二叉搜索树</a:t>
            </a:r>
            <a:endParaRPr lang="en-US" altLang="zh-CN" smtClean="0"/>
          </a:p>
          <a:p>
            <a:pPr>
              <a:buFontTx/>
              <a:buNone/>
            </a:pPr>
            <a:r>
              <a:rPr lang="en-US" altLang="zh-CN" smtClean="0"/>
              <a:t>=</a:t>
            </a:r>
            <a:r>
              <a:rPr lang="zh-CN" altLang="en-US" smtClean="0"/>
              <a:t>二叉排序树</a:t>
            </a:r>
            <a:endParaRPr lang="en-US" altLang="zh-CN" smtClean="0"/>
          </a:p>
          <a:p>
            <a:pPr>
              <a:buFontTx/>
              <a:buNone/>
            </a:pPr>
            <a:r>
              <a:rPr lang="en-US" altLang="zh-CN" smtClean="0"/>
              <a:t>=</a:t>
            </a:r>
            <a:r>
              <a:rPr lang="zh-CN" altLang="en-US" smtClean="0"/>
              <a:t>二叉查找树</a:t>
            </a:r>
            <a:endParaRPr lang="en-US" altLang="zh-CN" smtClean="0"/>
          </a:p>
          <a:p>
            <a:pPr>
              <a:buFontTx/>
              <a:buNone/>
            </a:pPr>
            <a:r>
              <a:rPr lang="en-US" altLang="zh-CN" smtClean="0"/>
              <a:t>=BST</a:t>
            </a:r>
            <a:r>
              <a:rPr lang="zh-CN" altLang="en-US" smtClean="0"/>
              <a:t>（</a:t>
            </a:r>
            <a:r>
              <a:rPr lang="en-US" altLang="zh-CN" smtClean="0">
                <a:solidFill>
                  <a:srgbClr val="FF0000"/>
                </a:solidFill>
              </a:rPr>
              <a:t>B</a:t>
            </a:r>
            <a:r>
              <a:rPr lang="en-US" altLang="zh-CN" smtClean="0"/>
              <a:t>inary </a:t>
            </a:r>
            <a:r>
              <a:rPr lang="en-US" altLang="zh-CN" smtClean="0">
                <a:solidFill>
                  <a:srgbClr val="FF0000"/>
                </a:solidFill>
              </a:rPr>
              <a:t>S</a:t>
            </a:r>
            <a:r>
              <a:rPr lang="en-US" altLang="zh-CN" smtClean="0"/>
              <a:t>earch </a:t>
            </a:r>
            <a:r>
              <a:rPr lang="en-US" altLang="zh-CN" smtClean="0">
                <a:solidFill>
                  <a:srgbClr val="FF0000"/>
                </a:solidFill>
              </a:rPr>
              <a:t>T</a:t>
            </a:r>
            <a:r>
              <a:rPr lang="en-US" altLang="zh-CN" smtClean="0"/>
              <a:t>ree</a:t>
            </a:r>
            <a:r>
              <a:rPr lang="zh-CN" altLang="en-US" smtClean="0"/>
              <a:t>）</a:t>
            </a:r>
            <a:endParaRPr lang="zh-CN" altLang="en-US" smtClean="0"/>
          </a:p>
        </p:txBody>
      </p:sp>
      <p:sp>
        <p:nvSpPr>
          <p:cNvPr id="276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C28F79-7D50-4664-84A3-27672321720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smtClean="0"/>
              <a:t>例</a:t>
            </a:r>
            <a:endParaRPr lang="zh-CN" altLang="en-US" smtClean="0"/>
          </a:p>
        </p:txBody>
      </p:sp>
      <p:sp>
        <p:nvSpPr>
          <p:cNvPr id="2867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03F404-DEC3-4873-B11C-5553D53EC192}" type="slidenum">
              <a:rPr lang="en-US" altLang="en-US">
                <a:solidFill>
                  <a:srgbClr val="4B4B4B"/>
                </a:solidFill>
              </a:rPr>
            </a:fld>
            <a:endParaRPr lang="en-US" altLang="en-US">
              <a:solidFill>
                <a:srgbClr val="4B4B4B"/>
              </a:solidFill>
            </a:endParaRPr>
          </a:p>
        </p:txBody>
      </p:sp>
      <p:pic>
        <p:nvPicPr>
          <p:cNvPr id="28675" name="Picture 4" descr="bst"/>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33400" y="2362200"/>
            <a:ext cx="8342313"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Box 3"/>
          <p:cNvSpPr txBox="1">
            <a:spLocks noChangeArrowheads="1"/>
          </p:cNvSpPr>
          <p:nvPr/>
        </p:nvSpPr>
        <p:spPr bwMode="auto">
          <a:xfrm>
            <a:off x="1701800" y="4684713"/>
            <a:ext cx="699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不是                                          是                                           是</a:t>
            </a:r>
            <a:endParaRPr lang="zh-CN" altLang="en-US" b="1">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smtClean="0"/>
              <a:t>例</a:t>
            </a:r>
            <a:endParaRPr lang="zh-CN" altLang="en-US" smtClean="0"/>
          </a:p>
        </p:txBody>
      </p:sp>
      <p:sp>
        <p:nvSpPr>
          <p:cNvPr id="2969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63E55A-60EE-4F19-A288-14191FCE5DAC}" type="slidenum">
              <a:rPr lang="en-US" altLang="en-US">
                <a:solidFill>
                  <a:srgbClr val="4B4B4B"/>
                </a:solidFill>
              </a:rPr>
            </a:fld>
            <a:endParaRPr lang="en-US" altLang="en-US">
              <a:solidFill>
                <a:srgbClr val="4B4B4B"/>
              </a:solidFill>
            </a:endParaRPr>
          </a:p>
        </p:txBody>
      </p:sp>
      <p:grpSp>
        <p:nvGrpSpPr>
          <p:cNvPr id="29700" name="组合 67"/>
          <p:cNvGrpSpPr/>
          <p:nvPr/>
        </p:nvGrpSpPr>
        <p:grpSpPr bwMode="auto">
          <a:xfrm>
            <a:off x="801688" y="1455741"/>
            <a:ext cx="4644955" cy="4534242"/>
            <a:chOff x="266688" y="1455732"/>
            <a:chExt cx="2693268" cy="3049596"/>
          </a:xfrm>
        </p:grpSpPr>
        <p:grpSp>
          <p:nvGrpSpPr>
            <p:cNvPr id="29737" name="组合 6"/>
            <p:cNvGrpSpPr/>
            <p:nvPr/>
          </p:nvGrpSpPr>
          <p:grpSpPr bwMode="auto">
            <a:xfrm>
              <a:off x="1343016" y="1455732"/>
              <a:ext cx="358776" cy="358776"/>
              <a:chOff x="1343016" y="1455732"/>
              <a:chExt cx="358776" cy="358776"/>
            </a:xfrm>
          </p:grpSpPr>
          <p:sp>
            <p:nvSpPr>
              <p:cNvPr id="29774"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75" name="TextBox 5"/>
              <p:cNvSpPr txBox="1">
                <a:spLocks noChangeArrowheads="1"/>
              </p:cNvSpPr>
              <p:nvPr/>
            </p:nvSpPr>
            <p:spPr bwMode="auto">
              <a:xfrm>
                <a:off x="1343016" y="1511529"/>
                <a:ext cx="358776" cy="2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45</a:t>
                </a:r>
                <a:endParaRPr lang="zh-CN" altLang="en-US" b="1"/>
              </a:p>
            </p:txBody>
          </p:sp>
        </p:grpSp>
        <p:grpSp>
          <p:nvGrpSpPr>
            <p:cNvPr id="29738" name="组合 7"/>
            <p:cNvGrpSpPr/>
            <p:nvPr/>
          </p:nvGrpSpPr>
          <p:grpSpPr bwMode="auto">
            <a:xfrm>
              <a:off x="804852" y="1992674"/>
              <a:ext cx="358776" cy="358776"/>
              <a:chOff x="1343016" y="1455732"/>
              <a:chExt cx="358776" cy="358776"/>
            </a:xfrm>
          </p:grpSpPr>
          <p:sp>
            <p:nvSpPr>
              <p:cNvPr id="29772"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73" name="TextBox 9"/>
              <p:cNvSpPr txBox="1">
                <a:spLocks noChangeArrowheads="1"/>
              </p:cNvSpPr>
              <p:nvPr/>
            </p:nvSpPr>
            <p:spPr bwMode="auto">
              <a:xfrm>
                <a:off x="1343016" y="1511529"/>
                <a:ext cx="358776" cy="2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12</a:t>
                </a:r>
                <a:endParaRPr lang="zh-CN" altLang="en-US" b="1"/>
              </a:p>
            </p:txBody>
          </p:sp>
        </p:grpSp>
        <p:grpSp>
          <p:nvGrpSpPr>
            <p:cNvPr id="29739" name="组合 10"/>
            <p:cNvGrpSpPr/>
            <p:nvPr/>
          </p:nvGrpSpPr>
          <p:grpSpPr bwMode="auto">
            <a:xfrm>
              <a:off x="1881180" y="1993898"/>
              <a:ext cx="358776" cy="358776"/>
              <a:chOff x="1343016" y="1455732"/>
              <a:chExt cx="358776" cy="358776"/>
            </a:xfrm>
          </p:grpSpPr>
          <p:sp>
            <p:nvSpPr>
              <p:cNvPr id="29770"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71" name="TextBox 12"/>
              <p:cNvSpPr txBox="1">
                <a:spLocks noChangeArrowheads="1"/>
              </p:cNvSpPr>
              <p:nvPr/>
            </p:nvSpPr>
            <p:spPr bwMode="auto">
              <a:xfrm>
                <a:off x="1343016" y="1511529"/>
                <a:ext cx="358776" cy="2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53</a:t>
                </a:r>
                <a:endParaRPr lang="zh-CN" altLang="en-US" b="1"/>
              </a:p>
            </p:txBody>
          </p:sp>
        </p:grpSp>
        <p:grpSp>
          <p:nvGrpSpPr>
            <p:cNvPr id="29740" name="组合 13"/>
            <p:cNvGrpSpPr/>
            <p:nvPr/>
          </p:nvGrpSpPr>
          <p:grpSpPr bwMode="auto">
            <a:xfrm>
              <a:off x="266688" y="2530838"/>
              <a:ext cx="358776" cy="359998"/>
              <a:chOff x="1343016" y="1455732"/>
              <a:chExt cx="358776" cy="358776"/>
            </a:xfrm>
          </p:grpSpPr>
          <p:sp>
            <p:nvSpPr>
              <p:cNvPr id="29768"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9" name="TextBox 15"/>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3</a:t>
                </a:r>
                <a:endParaRPr lang="zh-CN" altLang="en-US" b="1"/>
              </a:p>
            </p:txBody>
          </p:sp>
        </p:grpSp>
        <p:grpSp>
          <p:nvGrpSpPr>
            <p:cNvPr id="29741" name="组合 16"/>
            <p:cNvGrpSpPr/>
            <p:nvPr/>
          </p:nvGrpSpPr>
          <p:grpSpPr bwMode="auto">
            <a:xfrm>
              <a:off x="1343016" y="2532062"/>
              <a:ext cx="358776" cy="359998"/>
              <a:chOff x="1343016" y="1455732"/>
              <a:chExt cx="358776" cy="358776"/>
            </a:xfrm>
          </p:grpSpPr>
          <p:sp>
            <p:nvSpPr>
              <p:cNvPr id="29766"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7" name="TextBox 18"/>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37</a:t>
                </a:r>
                <a:endParaRPr lang="zh-CN" altLang="en-US" b="1"/>
              </a:p>
            </p:txBody>
          </p:sp>
        </p:grpSp>
        <p:grpSp>
          <p:nvGrpSpPr>
            <p:cNvPr id="29742" name="组合 19"/>
            <p:cNvGrpSpPr/>
            <p:nvPr/>
          </p:nvGrpSpPr>
          <p:grpSpPr bwMode="auto">
            <a:xfrm>
              <a:off x="2239956" y="2532062"/>
              <a:ext cx="720000" cy="358776"/>
              <a:chOff x="1163628" y="1455732"/>
              <a:chExt cx="720000" cy="358776"/>
            </a:xfrm>
          </p:grpSpPr>
          <p:sp>
            <p:nvSpPr>
              <p:cNvPr id="29764"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5" name="TextBox 21"/>
              <p:cNvSpPr txBox="1">
                <a:spLocks noChangeArrowheads="1"/>
              </p:cNvSpPr>
              <p:nvPr/>
            </p:nvSpPr>
            <p:spPr bwMode="auto">
              <a:xfrm>
                <a:off x="1163628" y="1511529"/>
                <a:ext cx="720000" cy="2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100</a:t>
                </a:r>
                <a:endParaRPr lang="zh-CN" altLang="en-US" b="1"/>
              </a:p>
            </p:txBody>
          </p:sp>
        </p:grpSp>
        <p:grpSp>
          <p:nvGrpSpPr>
            <p:cNvPr id="29743" name="组合 22"/>
            <p:cNvGrpSpPr/>
            <p:nvPr/>
          </p:nvGrpSpPr>
          <p:grpSpPr bwMode="auto">
            <a:xfrm>
              <a:off x="804852" y="3069002"/>
              <a:ext cx="358776" cy="359998"/>
              <a:chOff x="1343016" y="1455732"/>
              <a:chExt cx="358776" cy="358776"/>
            </a:xfrm>
          </p:grpSpPr>
          <p:sp>
            <p:nvSpPr>
              <p:cNvPr id="29762"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3" name="TextBox 24"/>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24</a:t>
                </a:r>
                <a:endParaRPr lang="zh-CN" altLang="en-US" b="1"/>
              </a:p>
            </p:txBody>
          </p:sp>
        </p:grpSp>
        <p:grpSp>
          <p:nvGrpSpPr>
            <p:cNvPr id="29744" name="组合 25"/>
            <p:cNvGrpSpPr/>
            <p:nvPr/>
          </p:nvGrpSpPr>
          <p:grpSpPr bwMode="auto">
            <a:xfrm>
              <a:off x="1881180" y="3070226"/>
              <a:ext cx="358776" cy="359998"/>
              <a:chOff x="1343016" y="1455732"/>
              <a:chExt cx="358776" cy="358776"/>
            </a:xfrm>
          </p:grpSpPr>
          <p:sp>
            <p:nvSpPr>
              <p:cNvPr id="29760"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1" name="TextBox 27"/>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61</a:t>
                </a:r>
                <a:endParaRPr lang="zh-CN" altLang="en-US" b="1"/>
              </a:p>
            </p:txBody>
          </p:sp>
        </p:grpSp>
        <p:grpSp>
          <p:nvGrpSpPr>
            <p:cNvPr id="29745" name="组合 28"/>
            <p:cNvGrpSpPr/>
            <p:nvPr/>
          </p:nvGrpSpPr>
          <p:grpSpPr bwMode="auto">
            <a:xfrm>
              <a:off x="2419344" y="3607166"/>
              <a:ext cx="358776" cy="359998"/>
              <a:chOff x="1343016" y="1455732"/>
              <a:chExt cx="358776" cy="358776"/>
            </a:xfrm>
          </p:grpSpPr>
          <p:sp>
            <p:nvSpPr>
              <p:cNvPr id="29758" name="椭圆 2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59" name="TextBox 30"/>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90</a:t>
                </a:r>
                <a:endParaRPr lang="zh-CN" altLang="en-US" b="1"/>
              </a:p>
            </p:txBody>
          </p:sp>
        </p:grpSp>
        <p:grpSp>
          <p:nvGrpSpPr>
            <p:cNvPr id="29746" name="组合 31"/>
            <p:cNvGrpSpPr/>
            <p:nvPr/>
          </p:nvGrpSpPr>
          <p:grpSpPr bwMode="auto">
            <a:xfrm>
              <a:off x="1881180" y="4145330"/>
              <a:ext cx="358776" cy="359998"/>
              <a:chOff x="1343016" y="1455732"/>
              <a:chExt cx="358776" cy="358776"/>
            </a:xfrm>
          </p:grpSpPr>
          <p:sp>
            <p:nvSpPr>
              <p:cNvPr id="29756"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57" name="TextBox 33"/>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78</a:t>
                </a:r>
                <a:endParaRPr lang="zh-CN" altLang="en-US" b="1"/>
              </a:p>
            </p:txBody>
          </p:sp>
        </p:grpSp>
        <p:cxnSp>
          <p:nvCxnSpPr>
            <p:cNvPr id="29747" name="直接连接符 35"/>
            <p:cNvCxnSpPr>
              <a:cxnSpLocks noChangeShapeType="1"/>
              <a:stCxn id="29775" idx="2"/>
              <a:endCxn id="29773" idx="3"/>
            </p:cNvCxnSpPr>
            <p:nvPr/>
          </p:nvCxnSpPr>
          <p:spPr bwMode="auto">
            <a:xfrm flipH="1">
              <a:off x="1163628" y="1759931"/>
              <a:ext cx="358776" cy="412741"/>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48" name="直接连接符 40"/>
            <p:cNvCxnSpPr>
              <a:cxnSpLocks noChangeShapeType="1"/>
              <a:stCxn id="29773" idx="2"/>
              <a:endCxn id="29769" idx="3"/>
            </p:cNvCxnSpPr>
            <p:nvPr/>
          </p:nvCxnSpPr>
          <p:spPr bwMode="auto">
            <a:xfrm flipH="1">
              <a:off x="625464" y="2296872"/>
              <a:ext cx="358776" cy="413964"/>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49" name="直接连接符 43"/>
            <p:cNvCxnSpPr>
              <a:cxnSpLocks noChangeShapeType="1"/>
              <a:stCxn id="29775" idx="2"/>
              <a:endCxn id="29771" idx="1"/>
            </p:cNvCxnSpPr>
            <p:nvPr/>
          </p:nvCxnSpPr>
          <p:spPr bwMode="auto">
            <a:xfrm>
              <a:off x="1522404" y="1759931"/>
              <a:ext cx="358776" cy="41396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0" name="直接连接符 46"/>
            <p:cNvCxnSpPr>
              <a:cxnSpLocks noChangeShapeType="1"/>
              <a:stCxn id="29771" idx="2"/>
            </p:cNvCxnSpPr>
            <p:nvPr/>
          </p:nvCxnSpPr>
          <p:spPr bwMode="auto">
            <a:xfrm>
              <a:off x="2060568" y="2298097"/>
              <a:ext cx="358776" cy="413351"/>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1" name="直接连接符 49"/>
            <p:cNvCxnSpPr>
              <a:cxnSpLocks noChangeShapeType="1"/>
              <a:stCxn id="29773" idx="2"/>
              <a:endCxn id="29767" idx="1"/>
            </p:cNvCxnSpPr>
            <p:nvPr/>
          </p:nvCxnSpPr>
          <p:spPr bwMode="auto">
            <a:xfrm>
              <a:off x="984240" y="2296872"/>
              <a:ext cx="358776" cy="4151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2" name="直接连接符 52"/>
            <p:cNvCxnSpPr>
              <a:cxnSpLocks noChangeShapeType="1"/>
              <a:stCxn id="29767" idx="1"/>
              <a:endCxn id="29763" idx="0"/>
            </p:cNvCxnSpPr>
            <p:nvPr/>
          </p:nvCxnSpPr>
          <p:spPr bwMode="auto">
            <a:xfrm flipH="1">
              <a:off x="984240" y="2712061"/>
              <a:ext cx="358776" cy="41273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3" name="直接连接符 57"/>
            <p:cNvCxnSpPr>
              <a:cxnSpLocks noChangeShapeType="1"/>
              <a:stCxn id="29765" idx="2"/>
              <a:endCxn id="29761" idx="3"/>
            </p:cNvCxnSpPr>
            <p:nvPr/>
          </p:nvCxnSpPr>
          <p:spPr bwMode="auto">
            <a:xfrm flipH="1">
              <a:off x="2239956" y="2836261"/>
              <a:ext cx="360000" cy="413964"/>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4" name="直接连接符 60"/>
            <p:cNvCxnSpPr>
              <a:cxnSpLocks noChangeShapeType="1"/>
              <a:stCxn id="29761" idx="2"/>
              <a:endCxn id="29759" idx="1"/>
            </p:cNvCxnSpPr>
            <p:nvPr/>
          </p:nvCxnSpPr>
          <p:spPr bwMode="auto">
            <a:xfrm>
              <a:off x="2060568" y="3374425"/>
              <a:ext cx="358776" cy="41274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5" name="直接连接符 64"/>
            <p:cNvCxnSpPr>
              <a:cxnSpLocks noChangeShapeType="1"/>
              <a:stCxn id="29759" idx="2"/>
              <a:endCxn id="29757" idx="3"/>
            </p:cNvCxnSpPr>
            <p:nvPr/>
          </p:nvCxnSpPr>
          <p:spPr bwMode="auto">
            <a:xfrm flipH="1">
              <a:off x="2239956" y="3911366"/>
              <a:ext cx="358776" cy="4139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smtClean="0"/>
              <a:t>抽象数据类型</a:t>
            </a:r>
            <a:endParaRPr lang="zh-CN" altLang="en-US" smtClean="0"/>
          </a:p>
        </p:txBody>
      </p:sp>
      <p:sp>
        <p:nvSpPr>
          <p:cNvPr id="31747" name="Rectangle 3"/>
          <p:cNvSpPr>
            <a:spLocks noGrp="1" noChangeArrowheads="1"/>
          </p:cNvSpPr>
          <p:nvPr>
            <p:ph idx="1"/>
          </p:nvPr>
        </p:nvSpPr>
        <p:spPr/>
        <p:txBody>
          <a:bodyPr/>
          <a:lstStyle/>
          <a:p>
            <a:pPr>
              <a:spcBef>
                <a:spcPct val="10000"/>
              </a:spcBef>
              <a:buFont typeface="Wingdings" panose="05000000000000000000" pitchFamily="2" charset="2"/>
              <a:buNone/>
            </a:pPr>
            <a:r>
              <a:rPr lang="zh-CN" altLang="en-US" sz="2000" smtClean="0"/>
              <a:t>抽象数据类型</a:t>
            </a:r>
            <a:r>
              <a:rPr lang="en-US" altLang="zh-CN" sz="2000" i="1" smtClean="0"/>
              <a:t>BSTree</a:t>
            </a:r>
            <a:r>
              <a:rPr lang="en-US" altLang="zh-CN" sz="2000" smtClean="0"/>
              <a:t>{</a:t>
            </a:r>
            <a:endParaRPr lang="en-US" altLang="zh-CN" sz="2000" smtClean="0"/>
          </a:p>
          <a:p>
            <a:pPr>
              <a:spcBef>
                <a:spcPct val="10000"/>
              </a:spcBef>
              <a:buFont typeface="Wingdings" panose="05000000000000000000" pitchFamily="2" charset="2"/>
              <a:buNone/>
            </a:pPr>
            <a:r>
              <a:rPr lang="zh-CN" altLang="en-US" sz="2000" smtClean="0"/>
              <a:t>实例</a:t>
            </a:r>
            <a:endParaRPr lang="zh-CN" altLang="en-US" sz="2000" smtClean="0"/>
          </a:p>
          <a:p>
            <a:pPr>
              <a:spcBef>
                <a:spcPct val="10000"/>
              </a:spcBef>
              <a:buFont typeface="Wingdings" panose="05000000000000000000" pitchFamily="2" charset="2"/>
              <a:buNone/>
            </a:pPr>
            <a:r>
              <a:rPr lang="zh-CN" altLang="en-US" sz="2000" smtClean="0"/>
              <a:t>	二叉树，每一个节点中有一个元素，该元素有一个关键值域；所有元素的关键值各不相同；任何节点左子树的关键值小于该节点的关键值；任何节点右子树的关键值大于该节点的关键值。</a:t>
            </a:r>
            <a:endParaRPr lang="zh-CN" altLang="en-US" sz="2000" smtClean="0"/>
          </a:p>
          <a:p>
            <a:pPr>
              <a:spcBef>
                <a:spcPct val="10000"/>
              </a:spcBef>
              <a:buFont typeface="Wingdings" panose="05000000000000000000" pitchFamily="2" charset="2"/>
              <a:buNone/>
            </a:pPr>
            <a:r>
              <a:rPr lang="zh-CN" altLang="en-US" sz="2000" smtClean="0"/>
              <a:t>操作</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solidFill>
                  <a:srgbClr val="0000CC"/>
                </a:solidFill>
              </a:rPr>
              <a:t>Create</a:t>
            </a:r>
            <a:r>
              <a:rPr lang="en-US" altLang="zh-CN" sz="2000" i="1" smtClean="0"/>
              <a:t>()</a:t>
            </a:r>
            <a:r>
              <a:rPr lang="zh-CN" altLang="en-US" sz="2000" smtClean="0"/>
              <a:t>：创建一个空的二叉搜索树</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solidFill>
                  <a:srgbClr val="0000CC"/>
                </a:solidFill>
              </a:rPr>
              <a:t>Search(</a:t>
            </a:r>
            <a:r>
              <a:rPr lang="en-US" altLang="zh-CN" sz="2000" i="1" smtClean="0"/>
              <a:t>k, e)</a:t>
            </a:r>
            <a:r>
              <a:rPr lang="zh-CN" altLang="en-US" sz="2000" smtClean="0"/>
              <a:t>：将关键值为</a:t>
            </a:r>
            <a:r>
              <a:rPr lang="en-US" altLang="zh-CN" sz="2000" i="1" smtClean="0"/>
              <a:t>k</a:t>
            </a:r>
            <a:r>
              <a:rPr lang="zh-CN" altLang="en-US" sz="2000" smtClean="0"/>
              <a:t>的元素返回到</a:t>
            </a:r>
            <a:r>
              <a:rPr lang="en-US" altLang="zh-CN" sz="2000" i="1" smtClean="0"/>
              <a:t>e</a:t>
            </a:r>
            <a:r>
              <a:rPr lang="zh-CN" altLang="en-US" sz="2000" smtClean="0"/>
              <a:t>中；如果操作失败则返回</a:t>
            </a:r>
            <a:r>
              <a:rPr lang="en-US" altLang="zh-CN" sz="2000" smtClean="0"/>
              <a:t>false</a:t>
            </a:r>
            <a:r>
              <a:rPr lang="zh-CN" altLang="en-US" sz="2000" smtClean="0"/>
              <a:t>，否则返回</a:t>
            </a:r>
            <a:r>
              <a:rPr lang="en-US" altLang="zh-CN" sz="2000" smtClean="0"/>
              <a:t>true</a:t>
            </a:r>
            <a:endParaRPr lang="en-US" altLang="zh-CN" sz="2000" smtClean="0"/>
          </a:p>
          <a:p>
            <a:pPr>
              <a:spcBef>
                <a:spcPct val="10000"/>
              </a:spcBef>
              <a:buFont typeface="Wingdings" panose="05000000000000000000" pitchFamily="2" charset="2"/>
              <a:buNone/>
            </a:pPr>
            <a:r>
              <a:rPr lang="en-US" altLang="zh-CN" sz="2000" i="1" smtClean="0"/>
              <a:t>	</a:t>
            </a:r>
            <a:r>
              <a:rPr lang="en-US" altLang="zh-CN" sz="2000" i="1" smtClean="0">
                <a:solidFill>
                  <a:srgbClr val="0000CC"/>
                </a:solidFill>
              </a:rPr>
              <a:t>Insert</a:t>
            </a:r>
            <a:r>
              <a:rPr lang="en-US" altLang="zh-CN" sz="2000" i="1" smtClean="0"/>
              <a:t>(e)</a:t>
            </a:r>
            <a:r>
              <a:rPr lang="zh-CN" altLang="en-US" sz="2000" smtClean="0"/>
              <a:t>：将元素</a:t>
            </a:r>
            <a:r>
              <a:rPr lang="en-US" altLang="zh-CN" sz="2000" i="1" smtClean="0"/>
              <a:t>e</a:t>
            </a:r>
            <a:r>
              <a:rPr lang="zh-CN" altLang="en-US" sz="2000" smtClean="0"/>
              <a:t>插入到搜索树中</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solidFill>
                  <a:srgbClr val="0000CC"/>
                </a:solidFill>
              </a:rPr>
              <a:t>Delete</a:t>
            </a:r>
            <a:r>
              <a:rPr lang="en-US" altLang="zh-CN" sz="2000" i="1" smtClean="0"/>
              <a:t>(k, e)</a:t>
            </a:r>
            <a:r>
              <a:rPr lang="zh-CN" altLang="en-US" sz="2000" smtClean="0"/>
              <a:t>：删除关键值为</a:t>
            </a:r>
            <a:r>
              <a:rPr lang="en-US" altLang="zh-CN" sz="2000" i="1" smtClean="0"/>
              <a:t>k</a:t>
            </a:r>
            <a:r>
              <a:rPr lang="zh-CN" altLang="en-US" sz="2000" smtClean="0"/>
              <a:t>的元素并且将其返回到</a:t>
            </a:r>
            <a:r>
              <a:rPr lang="en-US" altLang="zh-CN" sz="2000" i="1" smtClean="0"/>
              <a:t>e</a:t>
            </a:r>
            <a:r>
              <a:rPr lang="zh-CN" altLang="en-US" sz="2000" smtClean="0"/>
              <a:t>中</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solidFill>
                  <a:srgbClr val="0000CC"/>
                </a:solidFill>
              </a:rPr>
              <a:t>Ascend</a:t>
            </a:r>
            <a:r>
              <a:rPr lang="en-US" altLang="zh-CN" sz="2000" i="1" smtClean="0"/>
              <a:t>()</a:t>
            </a:r>
            <a:r>
              <a:rPr lang="zh-CN" altLang="en-US" sz="2000" smtClean="0"/>
              <a:t>：按照关键值的升序排列输出所有元素</a:t>
            </a:r>
            <a:endParaRPr lang="zh-CN" altLang="en-US" sz="2000" smtClean="0"/>
          </a:p>
          <a:p>
            <a:pPr>
              <a:spcBef>
                <a:spcPct val="10000"/>
              </a:spcBef>
              <a:buFont typeface="Wingdings" panose="05000000000000000000" pitchFamily="2" charset="2"/>
              <a:buNone/>
            </a:pPr>
            <a:r>
              <a:rPr lang="en-US" altLang="zh-CN" sz="2000" smtClean="0"/>
              <a:t>}</a:t>
            </a:r>
            <a:endParaRPr lang="en-US" altLang="zh-CN" sz="2000" smtClean="0"/>
          </a:p>
        </p:txBody>
      </p:sp>
      <p:sp>
        <p:nvSpPr>
          <p:cNvPr id="317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B1A1C87-07D9-4899-82D0-EDCB8764D528}"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smtClean="0"/>
              <a:t>类</a:t>
            </a:r>
            <a:r>
              <a:rPr lang="en-US" altLang="zh-CN" smtClean="0"/>
              <a:t>BSTree</a:t>
            </a:r>
            <a:endParaRPr lang="en-US" altLang="zh-CN" smtClean="0"/>
          </a:p>
        </p:txBody>
      </p:sp>
      <p:sp>
        <p:nvSpPr>
          <p:cNvPr id="33795" name="Rectangle 3"/>
          <p:cNvSpPr>
            <a:spLocks noGrp="1" noChangeArrowheads="1"/>
          </p:cNvSpPr>
          <p:nvPr>
            <p:ph idx="1"/>
          </p:nvPr>
        </p:nvSpPr>
        <p:spPr/>
        <p:txBody>
          <a:bodyPr/>
          <a:lstStyle/>
          <a:p>
            <a:pPr>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class BSTree : public BinaryTree&lt;E&gt; {</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public:</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bool Search(const K&amp; k, E&amp; e) const;</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BSTree&lt;E,K&gt;&amp; Insert(const E&amp; e);</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BSTree&lt;E,K&gt;&amp; Delete(const K&amp; k, E&amp; e);</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void Ascend() {InOutput();}</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a:t>
            </a:r>
            <a:endParaRPr lang="en-US" altLang="zh-CN" smtClean="0"/>
          </a:p>
        </p:txBody>
      </p:sp>
      <p:sp>
        <p:nvSpPr>
          <p:cNvPr id="338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48439A8-FE0D-40B7-B0F1-626EB29E0849}" type="slidenum">
              <a:rPr lang="en-US" altLang="en-US">
                <a:solidFill>
                  <a:srgbClr val="4B4B4B"/>
                </a:solidFill>
              </a:rPr>
            </a:fld>
            <a:endParaRPr lang="en-US" altLang="en-US">
              <a:solidFill>
                <a:srgbClr val="4B4B4B"/>
              </a:solidFill>
            </a:endParaRPr>
          </a:p>
        </p:txBody>
      </p:sp>
      <p:sp>
        <p:nvSpPr>
          <p:cNvPr id="33796" name="Text Box 5"/>
          <p:cNvSpPr txBox="1">
            <a:spLocks noChangeArrowheads="1"/>
          </p:cNvSpPr>
          <p:nvPr/>
        </p:nvSpPr>
        <p:spPr bwMode="ltGray">
          <a:xfrm>
            <a:off x="5791200" y="685800"/>
            <a:ext cx="2362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由二叉树类派生</a:t>
            </a:r>
            <a:endParaRPr lang="zh-CN" altLang="en-US">
              <a:solidFill>
                <a:srgbClr val="FF0000"/>
              </a:solidFill>
            </a:endParaRPr>
          </a:p>
        </p:txBody>
      </p:sp>
      <p:sp>
        <p:nvSpPr>
          <p:cNvPr id="33797" name="Line 6"/>
          <p:cNvSpPr>
            <a:spLocks noChangeShapeType="1"/>
          </p:cNvSpPr>
          <p:nvPr/>
        </p:nvSpPr>
        <p:spPr bwMode="ltGray">
          <a:xfrm flipH="1">
            <a:off x="3962400" y="1066800"/>
            <a:ext cx="2362200" cy="9144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798" name="Text Box 7"/>
          <p:cNvSpPr txBox="1">
            <a:spLocks noChangeArrowheads="1"/>
          </p:cNvSpPr>
          <p:nvPr/>
        </p:nvSpPr>
        <p:spPr bwMode="ltGray">
          <a:xfrm>
            <a:off x="3657600" y="5211763"/>
            <a:ext cx="3962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升序输出：中序遍历即可</a:t>
            </a:r>
            <a:endParaRPr lang="zh-CN" altLang="en-US">
              <a:solidFill>
                <a:srgbClr val="FF0000"/>
              </a:solidFill>
            </a:endParaRPr>
          </a:p>
        </p:txBody>
      </p:sp>
      <p:sp>
        <p:nvSpPr>
          <p:cNvPr id="33799" name="Line 8"/>
          <p:cNvSpPr>
            <a:spLocks noChangeShapeType="1"/>
          </p:cNvSpPr>
          <p:nvPr/>
        </p:nvSpPr>
        <p:spPr bwMode="ltGray">
          <a:xfrm flipH="1" flipV="1">
            <a:off x="3886200" y="4602163"/>
            <a:ext cx="2590800" cy="6096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en-US" altLang="zh-CN" smtClean="0"/>
              <a:t>BST</a:t>
            </a:r>
            <a:r>
              <a:rPr lang="zh-CN" altLang="en-US" smtClean="0"/>
              <a:t>搜索</a:t>
            </a:r>
            <a:endParaRPr lang="zh-CN" altLang="en-US" smtClean="0"/>
          </a:p>
        </p:txBody>
      </p:sp>
      <p:sp>
        <p:nvSpPr>
          <p:cNvPr id="34819" name="内容占位符 2"/>
          <p:cNvSpPr>
            <a:spLocks noGrp="1"/>
          </p:cNvSpPr>
          <p:nvPr>
            <p:ph idx="1"/>
          </p:nvPr>
        </p:nvSpPr>
        <p:spPr/>
        <p:txBody>
          <a:bodyPr/>
          <a:lstStyle/>
          <a:p>
            <a:r>
              <a:rPr lang="zh-CN" altLang="en-US" smtClean="0"/>
              <a:t>算法</a:t>
            </a:r>
            <a:endParaRPr lang="en-US" altLang="zh-CN" smtClean="0"/>
          </a:p>
          <a:p>
            <a:pPr lvl="1"/>
            <a:r>
              <a:rPr lang="zh-CN" altLang="en-US" smtClean="0"/>
              <a:t>从根节点开始将</a:t>
            </a:r>
            <a:r>
              <a:rPr lang="en-US" altLang="zh-CN" smtClean="0"/>
              <a:t>key</a:t>
            </a:r>
            <a:r>
              <a:rPr lang="zh-CN" altLang="en-US" smtClean="0"/>
              <a:t>与节点值比较</a:t>
            </a:r>
            <a:endParaRPr lang="en-US" altLang="zh-CN" smtClean="0"/>
          </a:p>
          <a:p>
            <a:pPr lvl="1"/>
            <a:r>
              <a:rPr lang="zh-CN" altLang="en-US" smtClean="0"/>
              <a:t>如果</a:t>
            </a:r>
            <a:r>
              <a:rPr lang="en-US" altLang="zh-CN" smtClean="0"/>
              <a:t>key</a:t>
            </a:r>
            <a:r>
              <a:rPr lang="zh-CN" altLang="en-US" smtClean="0"/>
              <a:t>小于节点值，进入左子树；</a:t>
            </a:r>
            <a:endParaRPr lang="en-US" altLang="zh-CN" smtClean="0"/>
          </a:p>
          <a:p>
            <a:pPr lvl="1"/>
            <a:r>
              <a:rPr lang="zh-CN" altLang="en-US" smtClean="0"/>
              <a:t>如果</a:t>
            </a:r>
            <a:r>
              <a:rPr lang="en-US" altLang="zh-CN" smtClean="0"/>
              <a:t>key</a:t>
            </a:r>
            <a:r>
              <a:rPr lang="zh-CN" altLang="en-US" smtClean="0"/>
              <a:t>大于节点值，进入右子树；</a:t>
            </a:r>
            <a:endParaRPr lang="en-US" altLang="zh-CN" smtClean="0"/>
          </a:p>
          <a:p>
            <a:pPr lvl="1"/>
            <a:r>
              <a:rPr lang="zh-CN" altLang="en-US" smtClean="0"/>
              <a:t>直到找到或子树为空停止。</a:t>
            </a:r>
            <a:endParaRPr lang="en-US" altLang="zh-CN" smtClean="0"/>
          </a:p>
          <a:p>
            <a:pPr lvl="1"/>
            <a:endParaRPr lang="en-US" altLang="zh-CN" smtClean="0"/>
          </a:p>
          <a:p>
            <a:r>
              <a:rPr lang="zh-CN" altLang="en-US" smtClean="0"/>
              <a:t>示例</a:t>
            </a:r>
            <a:endParaRPr lang="en-US" altLang="zh-CN" smtClean="0"/>
          </a:p>
          <a:p>
            <a:pPr lvl="1"/>
            <a:r>
              <a:rPr lang="zh-CN" altLang="en-US" smtClean="0"/>
              <a:t>找</a:t>
            </a:r>
            <a:r>
              <a:rPr lang="en-US" altLang="zh-CN" smtClean="0"/>
              <a:t>100</a:t>
            </a:r>
            <a:endParaRPr lang="en-US" altLang="zh-CN" smtClean="0"/>
          </a:p>
          <a:p>
            <a:pPr lvl="1"/>
            <a:r>
              <a:rPr lang="zh-CN" altLang="en-US" smtClean="0"/>
              <a:t>找</a:t>
            </a:r>
            <a:r>
              <a:rPr lang="en-US" altLang="zh-CN" smtClean="0"/>
              <a:t>40</a:t>
            </a:r>
            <a:endParaRPr lang="zh-CN" altLang="en-US" smtClean="0"/>
          </a:p>
        </p:txBody>
      </p:sp>
      <p:sp>
        <p:nvSpPr>
          <p:cNvPr id="348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3F4E6DE-378B-45F1-B025-A9E2A1FB5A6E}" type="slidenum">
              <a:rPr lang="en-US" altLang="en-US">
                <a:solidFill>
                  <a:srgbClr val="4B4B4B"/>
                </a:solidFill>
              </a:rPr>
            </a:fld>
            <a:endParaRPr lang="en-US" altLang="en-US">
              <a:solidFill>
                <a:srgbClr val="4B4B4B"/>
              </a:solidFill>
            </a:endParaRPr>
          </a:p>
        </p:txBody>
      </p:sp>
      <p:grpSp>
        <p:nvGrpSpPr>
          <p:cNvPr id="34821" name="组合 67"/>
          <p:cNvGrpSpPr/>
          <p:nvPr/>
        </p:nvGrpSpPr>
        <p:grpSpPr bwMode="auto">
          <a:xfrm>
            <a:off x="5824538" y="558800"/>
            <a:ext cx="2693987" cy="3049588"/>
            <a:chOff x="266688" y="1455730"/>
            <a:chExt cx="2693268" cy="3049598"/>
          </a:xfrm>
        </p:grpSpPr>
        <p:grpSp>
          <p:nvGrpSpPr>
            <p:cNvPr id="34822" name="组合 6"/>
            <p:cNvGrpSpPr/>
            <p:nvPr/>
          </p:nvGrpSpPr>
          <p:grpSpPr bwMode="auto">
            <a:xfrm>
              <a:off x="1343016" y="1455730"/>
              <a:ext cx="358776" cy="360000"/>
              <a:chOff x="1343016" y="1455730"/>
              <a:chExt cx="358776" cy="360000"/>
            </a:xfrm>
          </p:grpSpPr>
          <p:sp>
            <p:nvSpPr>
              <p:cNvPr id="34859"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60"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34823" name="组合 7"/>
            <p:cNvGrpSpPr/>
            <p:nvPr/>
          </p:nvGrpSpPr>
          <p:grpSpPr bwMode="auto">
            <a:xfrm>
              <a:off x="804852" y="1992671"/>
              <a:ext cx="358776" cy="360000"/>
              <a:chOff x="1343016" y="1455729"/>
              <a:chExt cx="358776" cy="360000"/>
            </a:xfrm>
          </p:grpSpPr>
          <p:sp>
            <p:nvSpPr>
              <p:cNvPr id="3485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8"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34824" name="组合 10"/>
            <p:cNvGrpSpPr/>
            <p:nvPr/>
          </p:nvGrpSpPr>
          <p:grpSpPr bwMode="auto">
            <a:xfrm>
              <a:off x="1881180" y="1993895"/>
              <a:ext cx="358776" cy="360000"/>
              <a:chOff x="1343016" y="1455729"/>
              <a:chExt cx="358776" cy="360000"/>
            </a:xfrm>
          </p:grpSpPr>
          <p:sp>
            <p:nvSpPr>
              <p:cNvPr id="3485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6"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34825" name="组合 13"/>
            <p:cNvGrpSpPr/>
            <p:nvPr/>
          </p:nvGrpSpPr>
          <p:grpSpPr bwMode="auto">
            <a:xfrm>
              <a:off x="266688" y="2530836"/>
              <a:ext cx="358776" cy="360000"/>
              <a:chOff x="1343016" y="1455730"/>
              <a:chExt cx="358776" cy="358778"/>
            </a:xfrm>
          </p:grpSpPr>
          <p:sp>
            <p:nvSpPr>
              <p:cNvPr id="3485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4"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34826" name="组合 16"/>
            <p:cNvGrpSpPr/>
            <p:nvPr/>
          </p:nvGrpSpPr>
          <p:grpSpPr bwMode="auto">
            <a:xfrm>
              <a:off x="1343016" y="2532060"/>
              <a:ext cx="358776" cy="360000"/>
              <a:chOff x="1343016" y="1455730"/>
              <a:chExt cx="358776" cy="358778"/>
            </a:xfrm>
          </p:grpSpPr>
          <p:sp>
            <p:nvSpPr>
              <p:cNvPr id="3485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2" name="TextBox 18"/>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37</a:t>
                </a:r>
                <a:endParaRPr lang="zh-CN" altLang="en-US" sz="1200" b="1"/>
              </a:p>
            </p:txBody>
          </p:sp>
        </p:grpSp>
        <p:grpSp>
          <p:nvGrpSpPr>
            <p:cNvPr id="34827" name="组合 19"/>
            <p:cNvGrpSpPr/>
            <p:nvPr/>
          </p:nvGrpSpPr>
          <p:grpSpPr bwMode="auto">
            <a:xfrm>
              <a:off x="2239956" y="2532060"/>
              <a:ext cx="720000" cy="360000"/>
              <a:chOff x="1163628" y="1455730"/>
              <a:chExt cx="720000" cy="360000"/>
            </a:xfrm>
          </p:grpSpPr>
          <p:sp>
            <p:nvSpPr>
              <p:cNvPr id="34849"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0"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34828" name="组合 22"/>
            <p:cNvGrpSpPr/>
            <p:nvPr/>
          </p:nvGrpSpPr>
          <p:grpSpPr bwMode="auto">
            <a:xfrm>
              <a:off x="804852" y="3069000"/>
              <a:ext cx="358776" cy="360000"/>
              <a:chOff x="1343016" y="1455730"/>
              <a:chExt cx="358776" cy="358778"/>
            </a:xfrm>
          </p:grpSpPr>
          <p:sp>
            <p:nvSpPr>
              <p:cNvPr id="34847"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48" name="TextBox 24"/>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24</a:t>
                </a:r>
                <a:endParaRPr lang="zh-CN" altLang="en-US" sz="1200" b="1"/>
              </a:p>
            </p:txBody>
          </p:sp>
        </p:grpSp>
        <p:grpSp>
          <p:nvGrpSpPr>
            <p:cNvPr id="34829" name="组合 25"/>
            <p:cNvGrpSpPr/>
            <p:nvPr/>
          </p:nvGrpSpPr>
          <p:grpSpPr bwMode="auto">
            <a:xfrm>
              <a:off x="1881180" y="3070224"/>
              <a:ext cx="358776" cy="360000"/>
              <a:chOff x="1343016" y="1455730"/>
              <a:chExt cx="358776" cy="358778"/>
            </a:xfrm>
          </p:grpSpPr>
          <p:sp>
            <p:nvSpPr>
              <p:cNvPr id="34845"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46" name="TextBox 27"/>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61</a:t>
                </a:r>
                <a:endParaRPr lang="zh-CN" altLang="en-US" sz="1200" b="1"/>
              </a:p>
            </p:txBody>
          </p:sp>
        </p:grpSp>
        <p:grpSp>
          <p:nvGrpSpPr>
            <p:cNvPr id="34830" name="组合 28"/>
            <p:cNvGrpSpPr/>
            <p:nvPr/>
          </p:nvGrpSpPr>
          <p:grpSpPr bwMode="auto">
            <a:xfrm>
              <a:off x="2419344" y="3607164"/>
              <a:ext cx="358776" cy="360000"/>
              <a:chOff x="1343016" y="1455730"/>
              <a:chExt cx="358776" cy="358778"/>
            </a:xfrm>
          </p:grpSpPr>
          <p:sp>
            <p:nvSpPr>
              <p:cNvPr id="34843" name="椭圆 2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44" name="TextBox 30"/>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90</a:t>
                </a:r>
                <a:endParaRPr lang="zh-CN" altLang="en-US" sz="1200" b="1"/>
              </a:p>
            </p:txBody>
          </p:sp>
        </p:grpSp>
        <p:grpSp>
          <p:nvGrpSpPr>
            <p:cNvPr id="34831" name="组合 31"/>
            <p:cNvGrpSpPr/>
            <p:nvPr/>
          </p:nvGrpSpPr>
          <p:grpSpPr bwMode="auto">
            <a:xfrm>
              <a:off x="1881180" y="4145328"/>
              <a:ext cx="358776" cy="360000"/>
              <a:chOff x="1343016" y="1455730"/>
              <a:chExt cx="358776" cy="358778"/>
            </a:xfrm>
          </p:grpSpPr>
          <p:sp>
            <p:nvSpPr>
              <p:cNvPr id="34841"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42" name="TextBox 33"/>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78</a:t>
                </a:r>
                <a:endParaRPr lang="zh-CN" altLang="en-US" sz="1200" b="1"/>
              </a:p>
            </p:txBody>
          </p:sp>
        </p:grpSp>
        <p:cxnSp>
          <p:nvCxnSpPr>
            <p:cNvPr id="34832" name="直接连接符 35"/>
            <p:cNvCxnSpPr>
              <a:cxnSpLocks noChangeShapeType="1"/>
              <a:stCxn id="34860" idx="2"/>
              <a:endCxn id="34858" idx="3"/>
            </p:cNvCxnSpPr>
            <p:nvPr/>
          </p:nvCxnSpPr>
          <p:spPr bwMode="auto">
            <a:xfrm rot="5400000">
              <a:off x="1164546" y="1814812"/>
              <a:ext cx="356941"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3" name="直接连接符 40"/>
            <p:cNvCxnSpPr>
              <a:cxnSpLocks noChangeShapeType="1"/>
              <a:stCxn id="34858" idx="2"/>
              <a:endCxn id="34854" idx="3"/>
            </p:cNvCxnSpPr>
            <p:nvPr/>
          </p:nvCxnSpPr>
          <p:spPr bwMode="auto">
            <a:xfrm rot="5400000">
              <a:off x="625770" y="2352365"/>
              <a:ext cx="358165"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4" name="直接连接符 43"/>
            <p:cNvCxnSpPr>
              <a:cxnSpLocks noChangeShapeType="1"/>
              <a:stCxn id="34860" idx="2"/>
              <a:endCxn id="34856" idx="1"/>
            </p:cNvCxnSpPr>
            <p:nvPr/>
          </p:nvCxnSpPr>
          <p:spPr bwMode="auto">
            <a:xfrm rot="16200000" flipH="1">
              <a:off x="1522710" y="1815424"/>
              <a:ext cx="358165"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5" name="直接连接符 46"/>
            <p:cNvCxnSpPr>
              <a:cxnSpLocks noChangeShapeType="1"/>
              <a:stCxn id="34856" idx="2"/>
            </p:cNvCxnSpPr>
            <p:nvPr/>
          </p:nvCxnSpPr>
          <p:spPr bwMode="auto">
            <a:xfrm rot="16200000" flipH="1">
              <a:off x="2061180" y="2353283"/>
              <a:ext cx="357553"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6" name="直接连接符 49"/>
            <p:cNvCxnSpPr>
              <a:cxnSpLocks noChangeShapeType="1"/>
              <a:stCxn id="34858" idx="2"/>
              <a:endCxn id="34852" idx="1"/>
            </p:cNvCxnSpPr>
            <p:nvPr/>
          </p:nvCxnSpPr>
          <p:spPr bwMode="auto">
            <a:xfrm rot="16200000" flipH="1">
              <a:off x="983934" y="2352977"/>
              <a:ext cx="359389"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7" name="直接连接符 52"/>
            <p:cNvCxnSpPr>
              <a:cxnSpLocks noChangeShapeType="1"/>
              <a:stCxn id="34852" idx="1"/>
              <a:endCxn id="34848" idx="0"/>
            </p:cNvCxnSpPr>
            <p:nvPr/>
          </p:nvCxnSpPr>
          <p:spPr bwMode="auto">
            <a:xfrm rot="10800000" flipV="1">
              <a:off x="984240" y="2712060"/>
              <a:ext cx="358776" cy="35694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8" name="直接连接符 57"/>
            <p:cNvCxnSpPr>
              <a:cxnSpLocks noChangeShapeType="1"/>
              <a:stCxn id="34850" idx="2"/>
              <a:endCxn id="34846" idx="3"/>
            </p:cNvCxnSpPr>
            <p:nvPr/>
          </p:nvCxnSpPr>
          <p:spPr bwMode="auto">
            <a:xfrm rot="5400000">
              <a:off x="2240874" y="2891142"/>
              <a:ext cx="358164" cy="3600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9" name="直接连接符 60"/>
            <p:cNvCxnSpPr>
              <a:cxnSpLocks noChangeShapeType="1"/>
              <a:stCxn id="34846" idx="2"/>
              <a:endCxn id="34844" idx="1"/>
            </p:cNvCxnSpPr>
            <p:nvPr/>
          </p:nvCxnSpPr>
          <p:spPr bwMode="auto">
            <a:xfrm rot="16200000" flipH="1">
              <a:off x="2061486" y="3429306"/>
              <a:ext cx="356940"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40" name="直接连接符 64"/>
            <p:cNvCxnSpPr>
              <a:cxnSpLocks noChangeShapeType="1"/>
              <a:stCxn id="34844" idx="2"/>
              <a:endCxn id="34842" idx="3"/>
            </p:cNvCxnSpPr>
            <p:nvPr/>
          </p:nvCxnSpPr>
          <p:spPr bwMode="auto">
            <a:xfrm rot="5400000">
              <a:off x="2240262" y="3966858"/>
              <a:ext cx="358164"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zh-CN" altLang="en-US" smtClean="0"/>
              <a:t>平均查找长度</a:t>
            </a:r>
            <a:endParaRPr lang="zh-CN" altLang="en-US" smtClean="0"/>
          </a:p>
        </p:txBody>
      </p:sp>
      <p:sp>
        <p:nvSpPr>
          <p:cNvPr id="35843" name="内容占位符 2"/>
          <p:cNvSpPr>
            <a:spLocks noGrp="1"/>
          </p:cNvSpPr>
          <p:nvPr>
            <p:ph idx="1"/>
          </p:nvPr>
        </p:nvSpPr>
        <p:spPr>
          <a:xfrm>
            <a:off x="628650" y="4324351"/>
            <a:ext cx="7886700" cy="1852612"/>
          </a:xfrm>
        </p:spPr>
        <p:txBody>
          <a:bodyPr>
            <a:normAutofit/>
          </a:bodyPr>
          <a:lstStyle/>
          <a:p>
            <a:pPr>
              <a:buFontTx/>
              <a:buNone/>
            </a:pPr>
            <a:r>
              <a:rPr lang="en-US" altLang="zh-CN" dirty="0" smtClean="0"/>
              <a:t>ASL</a:t>
            </a:r>
            <a:r>
              <a:rPr lang="zh-CN" altLang="en-US" baseline="-25000" dirty="0" smtClean="0"/>
              <a:t>成功</a:t>
            </a:r>
            <a:r>
              <a:rPr lang="en-US" altLang="zh-CN" dirty="0" smtClean="0"/>
              <a:t>=(1*1+2*2+3*3+4*1)/7=18/7</a:t>
            </a:r>
            <a:endParaRPr lang="en-US" altLang="zh-CN" dirty="0" smtClean="0"/>
          </a:p>
          <a:p>
            <a:pPr>
              <a:buFontTx/>
              <a:buNone/>
            </a:pPr>
            <a:endParaRPr lang="en-US" altLang="zh-CN" dirty="0" smtClean="0"/>
          </a:p>
          <a:p>
            <a:pPr>
              <a:buFontTx/>
              <a:buNone/>
            </a:pPr>
            <a:r>
              <a:rPr lang="en-US" altLang="zh-CN" dirty="0" smtClean="0"/>
              <a:t>ASL</a:t>
            </a:r>
            <a:r>
              <a:rPr lang="zh-CN" altLang="en-US" baseline="-25000" dirty="0" smtClean="0"/>
              <a:t>不成功</a:t>
            </a:r>
            <a:r>
              <a:rPr lang="en-US" altLang="zh-CN" dirty="0" smtClean="0"/>
              <a:t>=(2*1+3*5+4*2)/8=25/8</a:t>
            </a:r>
            <a:endParaRPr lang="zh-CN" altLang="en-US" dirty="0" smtClean="0"/>
          </a:p>
        </p:txBody>
      </p:sp>
      <p:sp>
        <p:nvSpPr>
          <p:cNvPr id="358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585DEA4-5DD3-4C6C-BCF3-9FB7962C147A}" type="slidenum">
              <a:rPr lang="en-US" altLang="en-US">
                <a:solidFill>
                  <a:srgbClr val="4B4B4B"/>
                </a:solidFill>
              </a:rPr>
            </a:fld>
            <a:endParaRPr lang="en-US" altLang="en-US">
              <a:solidFill>
                <a:srgbClr val="4B4B4B"/>
              </a:solidFill>
            </a:endParaRPr>
          </a:p>
        </p:txBody>
      </p:sp>
      <p:grpSp>
        <p:nvGrpSpPr>
          <p:cNvPr id="35845" name="组合 6"/>
          <p:cNvGrpSpPr/>
          <p:nvPr/>
        </p:nvGrpSpPr>
        <p:grpSpPr bwMode="auto">
          <a:xfrm>
            <a:off x="1881188" y="1635125"/>
            <a:ext cx="358775" cy="360363"/>
            <a:chOff x="1343016" y="1455730"/>
            <a:chExt cx="358776" cy="360000"/>
          </a:xfrm>
        </p:grpSpPr>
        <p:sp>
          <p:nvSpPr>
            <p:cNvPr id="35913"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14"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35846" name="组合 7"/>
          <p:cNvGrpSpPr/>
          <p:nvPr/>
        </p:nvGrpSpPr>
        <p:grpSpPr bwMode="auto">
          <a:xfrm>
            <a:off x="1343025" y="2171700"/>
            <a:ext cx="358775" cy="360363"/>
            <a:chOff x="1343016" y="1455729"/>
            <a:chExt cx="358776" cy="360000"/>
          </a:xfrm>
        </p:grpSpPr>
        <p:sp>
          <p:nvSpPr>
            <p:cNvPr id="35911"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12"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35847" name="组合 10"/>
          <p:cNvGrpSpPr/>
          <p:nvPr/>
        </p:nvGrpSpPr>
        <p:grpSpPr bwMode="auto">
          <a:xfrm>
            <a:off x="2419350" y="2173288"/>
            <a:ext cx="358775" cy="360362"/>
            <a:chOff x="1343016" y="1455729"/>
            <a:chExt cx="358776" cy="360000"/>
          </a:xfrm>
        </p:grpSpPr>
        <p:sp>
          <p:nvSpPr>
            <p:cNvPr id="35909"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10"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35848" name="组合 13"/>
          <p:cNvGrpSpPr/>
          <p:nvPr/>
        </p:nvGrpSpPr>
        <p:grpSpPr bwMode="auto">
          <a:xfrm>
            <a:off x="804863" y="2709863"/>
            <a:ext cx="358775" cy="360362"/>
            <a:chOff x="1343016" y="1455730"/>
            <a:chExt cx="358776" cy="358778"/>
          </a:xfrm>
        </p:grpSpPr>
        <p:sp>
          <p:nvSpPr>
            <p:cNvPr id="35907"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8"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35849" name="组合 16"/>
          <p:cNvGrpSpPr/>
          <p:nvPr/>
        </p:nvGrpSpPr>
        <p:grpSpPr bwMode="auto">
          <a:xfrm>
            <a:off x="1343025" y="3249613"/>
            <a:ext cx="358775" cy="360362"/>
            <a:chOff x="1343016" y="1455729"/>
            <a:chExt cx="358776" cy="358779"/>
          </a:xfrm>
        </p:grpSpPr>
        <p:sp>
          <p:nvSpPr>
            <p:cNvPr id="35905"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6" name="TextBox 18"/>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7</a:t>
              </a:r>
              <a:endParaRPr lang="zh-CN" altLang="en-US" sz="1200" b="1"/>
            </a:p>
          </p:txBody>
        </p:sp>
      </p:grpSp>
      <p:grpSp>
        <p:nvGrpSpPr>
          <p:cNvPr id="35850" name="组合 19"/>
          <p:cNvGrpSpPr/>
          <p:nvPr/>
        </p:nvGrpSpPr>
        <p:grpSpPr bwMode="auto">
          <a:xfrm>
            <a:off x="2778125" y="2711450"/>
            <a:ext cx="720725" cy="360363"/>
            <a:chOff x="1163628" y="1455730"/>
            <a:chExt cx="720000" cy="360000"/>
          </a:xfrm>
        </p:grpSpPr>
        <p:sp>
          <p:nvSpPr>
            <p:cNvPr id="35903"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4"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35851" name="组合 31"/>
          <p:cNvGrpSpPr/>
          <p:nvPr/>
        </p:nvGrpSpPr>
        <p:grpSpPr bwMode="auto">
          <a:xfrm>
            <a:off x="1881188" y="2709863"/>
            <a:ext cx="358775" cy="360362"/>
            <a:chOff x="1343016" y="1455729"/>
            <a:chExt cx="358776" cy="358779"/>
          </a:xfrm>
        </p:grpSpPr>
        <p:sp>
          <p:nvSpPr>
            <p:cNvPr id="35901"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2"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35852" name="直接连接符 35"/>
          <p:cNvCxnSpPr>
            <a:cxnSpLocks noChangeShapeType="1"/>
            <a:stCxn id="35914" idx="2"/>
            <a:endCxn id="35912" idx="3"/>
          </p:cNvCxnSpPr>
          <p:nvPr/>
        </p:nvCxnSpPr>
        <p:spPr bwMode="auto">
          <a:xfrm rot="5400000">
            <a:off x="1702594"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3" name="直接连接符 40"/>
          <p:cNvCxnSpPr>
            <a:cxnSpLocks noChangeShapeType="1"/>
            <a:stCxn id="35912" idx="2"/>
            <a:endCxn id="35908" idx="3"/>
          </p:cNvCxnSpPr>
          <p:nvPr/>
        </p:nvCxnSpPr>
        <p:spPr bwMode="auto">
          <a:xfrm rot="5400000">
            <a:off x="1163638"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4" name="直接连接符 43"/>
          <p:cNvCxnSpPr>
            <a:cxnSpLocks noChangeShapeType="1"/>
            <a:stCxn id="35914" idx="2"/>
            <a:endCxn id="35910" idx="1"/>
          </p:cNvCxnSpPr>
          <p:nvPr/>
        </p:nvCxnSpPr>
        <p:spPr bwMode="auto">
          <a:xfrm rot="16200000" flipH="1">
            <a:off x="2061369"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5" name="直接连接符 46"/>
          <p:cNvCxnSpPr>
            <a:cxnSpLocks noChangeShapeType="1"/>
            <a:stCxn id="35910" idx="2"/>
          </p:cNvCxnSpPr>
          <p:nvPr/>
        </p:nvCxnSpPr>
        <p:spPr bwMode="auto">
          <a:xfrm rot="16200000" flipH="1">
            <a:off x="2599532" y="253285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6" name="直接连接符 49"/>
          <p:cNvCxnSpPr>
            <a:cxnSpLocks noChangeShapeType="1"/>
          </p:cNvCxnSpPr>
          <p:nvPr/>
        </p:nvCxnSpPr>
        <p:spPr bwMode="auto">
          <a:xfrm rot="16200000" flipH="1">
            <a:off x="984250" y="3070225"/>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7" name="直接连接符 64"/>
          <p:cNvCxnSpPr>
            <a:cxnSpLocks noChangeShapeType="1"/>
          </p:cNvCxnSpPr>
          <p:nvPr/>
        </p:nvCxnSpPr>
        <p:spPr bwMode="auto">
          <a:xfrm rot="5400000">
            <a:off x="2239963"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35858" name="组合 6"/>
          <p:cNvGrpSpPr/>
          <p:nvPr/>
        </p:nvGrpSpPr>
        <p:grpSpPr bwMode="auto">
          <a:xfrm>
            <a:off x="6003925" y="1635125"/>
            <a:ext cx="358775" cy="360363"/>
            <a:chOff x="1343016" y="1455730"/>
            <a:chExt cx="358776" cy="360000"/>
          </a:xfrm>
        </p:grpSpPr>
        <p:sp>
          <p:nvSpPr>
            <p:cNvPr id="35899"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0"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35859" name="组合 7"/>
          <p:cNvGrpSpPr/>
          <p:nvPr/>
        </p:nvGrpSpPr>
        <p:grpSpPr bwMode="auto">
          <a:xfrm>
            <a:off x="5465763" y="2171700"/>
            <a:ext cx="358775" cy="360363"/>
            <a:chOff x="1343016" y="1455729"/>
            <a:chExt cx="358776" cy="360000"/>
          </a:xfrm>
        </p:grpSpPr>
        <p:sp>
          <p:nvSpPr>
            <p:cNvPr id="3589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8"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35860" name="组合 10"/>
          <p:cNvGrpSpPr/>
          <p:nvPr/>
        </p:nvGrpSpPr>
        <p:grpSpPr bwMode="auto">
          <a:xfrm>
            <a:off x="6542088" y="2173288"/>
            <a:ext cx="358775" cy="360362"/>
            <a:chOff x="1343016" y="1455729"/>
            <a:chExt cx="358776" cy="360000"/>
          </a:xfrm>
        </p:grpSpPr>
        <p:sp>
          <p:nvSpPr>
            <p:cNvPr id="3589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6"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35861" name="组合 13"/>
          <p:cNvGrpSpPr/>
          <p:nvPr/>
        </p:nvGrpSpPr>
        <p:grpSpPr bwMode="auto">
          <a:xfrm>
            <a:off x="4927600" y="2709863"/>
            <a:ext cx="358775" cy="360362"/>
            <a:chOff x="1343016" y="1455730"/>
            <a:chExt cx="358776" cy="358778"/>
          </a:xfrm>
        </p:grpSpPr>
        <p:sp>
          <p:nvSpPr>
            <p:cNvPr id="3589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4"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35862" name="组合 16"/>
          <p:cNvGrpSpPr/>
          <p:nvPr/>
        </p:nvGrpSpPr>
        <p:grpSpPr bwMode="auto">
          <a:xfrm>
            <a:off x="5465763" y="3249613"/>
            <a:ext cx="358775" cy="360362"/>
            <a:chOff x="1343016" y="1455729"/>
            <a:chExt cx="358776" cy="358779"/>
          </a:xfrm>
        </p:grpSpPr>
        <p:sp>
          <p:nvSpPr>
            <p:cNvPr id="3589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2" name="TextBox 18"/>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7</a:t>
              </a:r>
              <a:endParaRPr lang="zh-CN" altLang="en-US" sz="1200" b="1"/>
            </a:p>
          </p:txBody>
        </p:sp>
      </p:grpSp>
      <p:grpSp>
        <p:nvGrpSpPr>
          <p:cNvPr id="35863" name="组合 19"/>
          <p:cNvGrpSpPr/>
          <p:nvPr/>
        </p:nvGrpSpPr>
        <p:grpSpPr bwMode="auto">
          <a:xfrm>
            <a:off x="6900863" y="2711450"/>
            <a:ext cx="720725" cy="360363"/>
            <a:chOff x="1163628" y="1455730"/>
            <a:chExt cx="720000" cy="360000"/>
          </a:xfrm>
        </p:grpSpPr>
        <p:sp>
          <p:nvSpPr>
            <p:cNvPr id="35889"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0"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35864" name="组合 31"/>
          <p:cNvGrpSpPr/>
          <p:nvPr/>
        </p:nvGrpSpPr>
        <p:grpSpPr bwMode="auto">
          <a:xfrm>
            <a:off x="6003925" y="2709863"/>
            <a:ext cx="358775" cy="360362"/>
            <a:chOff x="1343016" y="1455729"/>
            <a:chExt cx="358776" cy="358779"/>
          </a:xfrm>
        </p:grpSpPr>
        <p:sp>
          <p:nvSpPr>
            <p:cNvPr id="35887"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88"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35865" name="直接连接符 35"/>
          <p:cNvCxnSpPr>
            <a:cxnSpLocks noChangeShapeType="1"/>
          </p:cNvCxnSpPr>
          <p:nvPr/>
        </p:nvCxnSpPr>
        <p:spPr bwMode="auto">
          <a:xfrm rot="5400000">
            <a:off x="5825332"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6" name="直接连接符 40"/>
          <p:cNvCxnSpPr>
            <a:cxnSpLocks noChangeShapeType="1"/>
          </p:cNvCxnSpPr>
          <p:nvPr/>
        </p:nvCxnSpPr>
        <p:spPr bwMode="auto">
          <a:xfrm rot="5400000">
            <a:off x="5286375"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7" name="直接连接符 43"/>
          <p:cNvCxnSpPr>
            <a:cxnSpLocks noChangeShapeType="1"/>
          </p:cNvCxnSpPr>
          <p:nvPr/>
        </p:nvCxnSpPr>
        <p:spPr bwMode="auto">
          <a:xfrm rot="16200000" flipH="1">
            <a:off x="6184107"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8" name="直接连接符 46"/>
          <p:cNvCxnSpPr>
            <a:cxnSpLocks noChangeShapeType="1"/>
          </p:cNvCxnSpPr>
          <p:nvPr/>
        </p:nvCxnSpPr>
        <p:spPr bwMode="auto">
          <a:xfrm rot="16200000" flipH="1">
            <a:off x="6722269" y="253285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9" name="直接连接符 49"/>
          <p:cNvCxnSpPr>
            <a:cxnSpLocks noChangeShapeType="1"/>
          </p:cNvCxnSpPr>
          <p:nvPr/>
        </p:nvCxnSpPr>
        <p:spPr bwMode="auto">
          <a:xfrm rot="16200000" flipH="1">
            <a:off x="5106988" y="3070225"/>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70" name="直接连接符 64"/>
          <p:cNvCxnSpPr>
            <a:cxnSpLocks noChangeShapeType="1"/>
          </p:cNvCxnSpPr>
          <p:nvPr/>
        </p:nvCxnSpPr>
        <p:spPr bwMode="auto">
          <a:xfrm rot="5400000">
            <a:off x="6362700"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71" name="矩形 71"/>
          <p:cNvSpPr>
            <a:spLocks noChangeArrowheads="1"/>
          </p:cNvSpPr>
          <p:nvPr/>
        </p:nvSpPr>
        <p:spPr bwMode="auto">
          <a:xfrm>
            <a:off x="4751388" y="3429000"/>
            <a:ext cx="179387"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72" name="矩形 72"/>
          <p:cNvSpPr>
            <a:spLocks noChangeArrowheads="1"/>
          </p:cNvSpPr>
          <p:nvPr/>
        </p:nvSpPr>
        <p:spPr bwMode="auto">
          <a:xfrm>
            <a:off x="5648325" y="2890838"/>
            <a:ext cx="179388" cy="179387"/>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73" name="直接连接符 40"/>
          <p:cNvCxnSpPr>
            <a:cxnSpLocks noChangeShapeType="1"/>
            <a:stCxn id="35894" idx="2"/>
            <a:endCxn id="35871" idx="0"/>
          </p:cNvCxnSpPr>
          <p:nvPr/>
        </p:nvCxnSpPr>
        <p:spPr bwMode="auto">
          <a:xfrm rot="5400000">
            <a:off x="4795044" y="3117056"/>
            <a:ext cx="358775" cy="26511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74" name="直接连接符 40"/>
          <p:cNvCxnSpPr>
            <a:cxnSpLocks noChangeShapeType="1"/>
            <a:stCxn id="35898" idx="2"/>
            <a:endCxn id="35872" idx="0"/>
          </p:cNvCxnSpPr>
          <p:nvPr/>
        </p:nvCxnSpPr>
        <p:spPr bwMode="auto">
          <a:xfrm rot="16200000" flipH="1">
            <a:off x="5512594" y="2664619"/>
            <a:ext cx="358775" cy="936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75" name="矩形 79"/>
          <p:cNvSpPr>
            <a:spLocks noChangeArrowheads="1"/>
          </p:cNvSpPr>
          <p:nvPr/>
        </p:nvSpPr>
        <p:spPr bwMode="auto">
          <a:xfrm>
            <a:off x="6007100"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76" name="矩形 80"/>
          <p:cNvSpPr>
            <a:spLocks noChangeArrowheads="1"/>
          </p:cNvSpPr>
          <p:nvPr/>
        </p:nvSpPr>
        <p:spPr bwMode="auto">
          <a:xfrm>
            <a:off x="6365875"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77" name="直接连接符 40"/>
          <p:cNvCxnSpPr>
            <a:cxnSpLocks noChangeShapeType="1"/>
            <a:stCxn id="35888" idx="2"/>
            <a:endCxn id="35875" idx="0"/>
          </p:cNvCxnSpPr>
          <p:nvPr/>
        </p:nvCxnSpPr>
        <p:spPr bwMode="auto">
          <a:xfrm rot="5400000">
            <a:off x="5961063" y="3206750"/>
            <a:ext cx="358775" cy="857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78" name="直接连接符 40"/>
          <p:cNvCxnSpPr>
            <a:cxnSpLocks noChangeShapeType="1"/>
            <a:stCxn id="35888" idx="2"/>
            <a:endCxn id="35876" idx="0"/>
          </p:cNvCxnSpPr>
          <p:nvPr/>
        </p:nvCxnSpPr>
        <p:spPr bwMode="auto">
          <a:xfrm rot="16200000" flipH="1">
            <a:off x="6140450" y="3113088"/>
            <a:ext cx="358775" cy="2730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79" name="矩形 87"/>
          <p:cNvSpPr>
            <a:spLocks noChangeArrowheads="1"/>
          </p:cNvSpPr>
          <p:nvPr/>
        </p:nvSpPr>
        <p:spPr bwMode="auto">
          <a:xfrm>
            <a:off x="7083425"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80" name="矩形 88"/>
          <p:cNvSpPr>
            <a:spLocks noChangeArrowheads="1"/>
          </p:cNvSpPr>
          <p:nvPr/>
        </p:nvSpPr>
        <p:spPr bwMode="auto">
          <a:xfrm>
            <a:off x="7442200"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81" name="直接连接符 40"/>
          <p:cNvCxnSpPr>
            <a:cxnSpLocks noChangeShapeType="1"/>
            <a:endCxn id="35879" idx="0"/>
          </p:cNvCxnSpPr>
          <p:nvPr/>
        </p:nvCxnSpPr>
        <p:spPr bwMode="auto">
          <a:xfrm rot="5400000">
            <a:off x="7037388" y="3206750"/>
            <a:ext cx="358775" cy="857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82" name="直接连接符 40"/>
          <p:cNvCxnSpPr>
            <a:cxnSpLocks noChangeShapeType="1"/>
            <a:endCxn id="35880" idx="0"/>
          </p:cNvCxnSpPr>
          <p:nvPr/>
        </p:nvCxnSpPr>
        <p:spPr bwMode="auto">
          <a:xfrm rot="16200000" flipH="1">
            <a:off x="7216775" y="3113088"/>
            <a:ext cx="358775" cy="2730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83" name="矩形 91"/>
          <p:cNvSpPr>
            <a:spLocks noChangeArrowheads="1"/>
          </p:cNvSpPr>
          <p:nvPr/>
        </p:nvSpPr>
        <p:spPr bwMode="auto">
          <a:xfrm>
            <a:off x="5468938" y="3967163"/>
            <a:ext cx="179387" cy="179387"/>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84" name="矩形 92"/>
          <p:cNvSpPr>
            <a:spLocks noChangeArrowheads="1"/>
          </p:cNvSpPr>
          <p:nvPr/>
        </p:nvSpPr>
        <p:spPr bwMode="auto">
          <a:xfrm>
            <a:off x="5827713" y="3967163"/>
            <a:ext cx="179387" cy="179387"/>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85" name="直接连接符 40"/>
          <p:cNvCxnSpPr>
            <a:cxnSpLocks noChangeShapeType="1"/>
            <a:endCxn id="35883" idx="0"/>
          </p:cNvCxnSpPr>
          <p:nvPr/>
        </p:nvCxnSpPr>
        <p:spPr bwMode="auto">
          <a:xfrm rot="5400000">
            <a:off x="5422900" y="3744913"/>
            <a:ext cx="358775" cy="857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86" name="直接连接符 40"/>
          <p:cNvCxnSpPr>
            <a:cxnSpLocks noChangeShapeType="1"/>
            <a:endCxn id="35884" idx="0"/>
          </p:cNvCxnSpPr>
          <p:nvPr/>
        </p:nvCxnSpPr>
        <p:spPr bwMode="auto">
          <a:xfrm rot="16200000" flipH="1">
            <a:off x="5602287" y="3651251"/>
            <a:ext cx="358775" cy="2730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smtClean="0"/>
              <a:t>搜索函数</a:t>
            </a:r>
            <a:endParaRPr lang="zh-CN" altLang="en-US" smtClean="0"/>
          </a:p>
        </p:txBody>
      </p:sp>
      <p:sp>
        <p:nvSpPr>
          <p:cNvPr id="36867" name="Rectangle 3"/>
          <p:cNvSpPr>
            <a:spLocks noGrp="1" noChangeArrowheads="1"/>
          </p:cNvSpPr>
          <p:nvPr>
            <p:ph idx="1"/>
          </p:nvPr>
        </p:nvSpPr>
        <p:spPr/>
        <p:txBody>
          <a:bodyPr>
            <a:normAutofit lnSpcReduction="10000"/>
          </a:bodyPr>
          <a:lstStyle/>
          <a:p>
            <a:pPr>
              <a:buClrTx/>
              <a:buFontTx/>
              <a:buNone/>
            </a:pPr>
            <a:r>
              <a:rPr lang="en-US" altLang="zh-CN" sz="1800" smtClean="0">
                <a:solidFill>
                  <a:srgbClr val="0000FF"/>
                </a:solidFill>
                <a:latin typeface="Tahoma" panose="020B0604030504040204" pitchFamily="34" charset="0"/>
              </a:rPr>
              <a:t>template&lt;class E, class K&gt;</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00FF"/>
                </a:solidFill>
                <a:latin typeface="Tahoma" panose="020B0604030504040204" pitchFamily="34" charset="0"/>
              </a:rPr>
              <a:t>bool BSTree&lt;E,K&gt;::Search(const K&amp; k, E &amp;e) const</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00FF"/>
                </a:solidFill>
                <a:latin typeface="Tahoma" panose="020B0604030504040204" pitchFamily="34" charset="0"/>
              </a:rPr>
              <a:t>{</a:t>
            </a:r>
            <a:endParaRPr lang="en-US" altLang="zh-CN" sz="1800" smtClean="0">
              <a:solidFill>
                <a:srgbClr val="008000"/>
              </a:solidFill>
              <a:latin typeface="Tahoma" panose="020B0604030504040204" pitchFamily="34" charset="0"/>
            </a:endParaRPr>
          </a:p>
          <a:p>
            <a:pPr>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BinaryTreeNode&lt;E&gt; *p = root;</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while (p) </a:t>
            </a:r>
            <a:r>
              <a:rPr lang="en-US" altLang="zh-CN" sz="1800" smtClean="0">
                <a:solidFill>
                  <a:srgbClr val="008000"/>
                </a:solidFill>
                <a:latin typeface="Tahoma" panose="020B0604030504040204" pitchFamily="34" charset="0"/>
              </a:rPr>
              <a:t>// examine p-&gt;data</a:t>
            </a:r>
            <a:endParaRPr lang="en-US" altLang="zh-CN" sz="1800" smtClean="0">
              <a:solidFill>
                <a:srgbClr val="008000"/>
              </a:solidFill>
              <a:latin typeface="Tahoma" panose="020B0604030504040204" pitchFamily="34" charset="0"/>
            </a:endParaRPr>
          </a:p>
          <a:p>
            <a:pPr>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if (k &lt; p-&gt;data) p = p-&gt;LeftChild;</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00FF"/>
                </a:solidFill>
                <a:latin typeface="Tahoma" panose="020B0604030504040204" pitchFamily="34" charset="0"/>
              </a:rPr>
              <a:t>      else if (k &gt; p-&gt;data) p = p-&gt;RightChild;</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00FF"/>
                </a:solidFill>
                <a:latin typeface="Tahoma" panose="020B0604030504040204" pitchFamily="34" charset="0"/>
              </a:rPr>
              <a:t>           else {</a:t>
            </a:r>
            <a:r>
              <a:rPr lang="en-US" altLang="zh-CN" sz="1800" smtClean="0">
                <a:solidFill>
                  <a:srgbClr val="008000"/>
                </a:solidFill>
                <a:latin typeface="Tahoma" panose="020B0604030504040204" pitchFamily="34" charset="0"/>
              </a:rPr>
              <a:t>// found element</a:t>
            </a:r>
            <a:endParaRPr lang="en-US" altLang="zh-CN" sz="1800" smtClean="0">
              <a:solidFill>
                <a:srgbClr val="008000"/>
              </a:solidFill>
              <a:latin typeface="Tahoma" panose="020B0604030504040204" pitchFamily="34" charset="0"/>
            </a:endParaRPr>
          </a:p>
          <a:p>
            <a:pPr>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e = p-&gt;data;</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return true;}</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00FF"/>
                </a:solidFill>
                <a:latin typeface="Tahoma" panose="020B0604030504040204" pitchFamily="34" charset="0"/>
              </a:rPr>
              <a:t>   return false;</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00FF"/>
                </a:solidFill>
                <a:latin typeface="Tahoma" panose="020B0604030504040204" pitchFamily="34" charset="0"/>
              </a:rPr>
              <a:t>}</a:t>
            </a:r>
            <a:endParaRPr lang="en-US" altLang="zh-CN" sz="1800" smtClean="0"/>
          </a:p>
        </p:txBody>
      </p:sp>
      <p:sp>
        <p:nvSpPr>
          <p:cNvPr id="3687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7F73251-40A0-4AE1-98CE-071BBC6A8F1D}" type="slidenum">
              <a:rPr lang="en-US" altLang="en-US">
                <a:solidFill>
                  <a:srgbClr val="4B4B4B"/>
                </a:solidFill>
              </a:rPr>
            </a:fld>
            <a:endParaRPr lang="en-US" altLang="en-US">
              <a:solidFill>
                <a:srgbClr val="4B4B4B"/>
              </a:solidFill>
            </a:endParaRPr>
          </a:p>
        </p:txBody>
      </p:sp>
      <p:sp>
        <p:nvSpPr>
          <p:cNvPr id="36868" name="Text Box 5"/>
          <p:cNvSpPr txBox="1">
            <a:spLocks noChangeArrowheads="1"/>
          </p:cNvSpPr>
          <p:nvPr/>
        </p:nvSpPr>
        <p:spPr bwMode="ltGray">
          <a:xfrm>
            <a:off x="6248400" y="3505200"/>
            <a:ext cx="2743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非常简单，从根节点开始，“小左大右”即可，直至找到关键字或到达空节点</a:t>
            </a:r>
            <a:endParaRPr lang="zh-CN" altLang="en-US">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custDataLst>
              <p:tags r:id="rId1"/>
            </p:custDataLst>
          </p:nvPr>
        </p:nvSpPr>
        <p:spPr>
          <a:xfrm>
            <a:off x="914400" y="1264602"/>
            <a:ext cx="7240905" cy="883920"/>
          </a:xfrm>
          <a:prstGeom prst="rect">
            <a:avLst/>
          </a:prstGeom>
          <a:noFill/>
          <a:ln w="12700">
            <a:noFill/>
          </a:ln>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一个 BST 在查找 50 时,以下哪个关关键字比较序列是不可能的?( )。</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2"/>
            </p:custDataLst>
          </p:nvPr>
        </p:nvSpPr>
        <p:spPr>
          <a:xfrm>
            <a:off x="1828800" y="2863691"/>
            <a:ext cx="2903855" cy="487680"/>
          </a:xfrm>
          <a:prstGeom prst="rect">
            <a:avLst/>
          </a:prstGeom>
          <a:noFill/>
          <a:ln w="12700">
            <a:noFill/>
          </a:ln>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45,47,90,30,55,50</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椭圆 9"/>
          <p:cNvSpPr>
            <a:spLocks noChangeAspect="1"/>
          </p:cNvSpPr>
          <p:nvPr>
            <p:custDataLst>
              <p:tags r:id="rId3"/>
            </p:custDataLst>
          </p:nvPr>
        </p:nvSpPr>
        <p:spPr>
          <a:xfrm>
            <a:off x="1114425" y="284988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4"/>
            </p:custDataLst>
          </p:nvPr>
        </p:nvSpPr>
        <p:spPr>
          <a:xfrm>
            <a:off x="1828800" y="3720941"/>
            <a:ext cx="2903855" cy="487680"/>
          </a:xfrm>
          <a:prstGeom prst="rect">
            <a:avLst/>
          </a:prstGeom>
          <a:noFill/>
          <a:ln w="12700">
            <a:noFill/>
          </a:ln>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90,80,70,60,40,50</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2" name="椭圆 11"/>
          <p:cNvSpPr>
            <a:spLocks noChangeAspect="1"/>
          </p:cNvSpPr>
          <p:nvPr>
            <p:custDataLst>
              <p:tags r:id="rId5"/>
            </p:custDataLst>
          </p:nvPr>
        </p:nvSpPr>
        <p:spPr>
          <a:xfrm>
            <a:off x="1114425" y="37071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3" name="文本框 12"/>
          <p:cNvSpPr txBox="1"/>
          <p:nvPr>
            <p:custDataLst>
              <p:tags r:id="rId6"/>
            </p:custDataLst>
          </p:nvPr>
        </p:nvSpPr>
        <p:spPr>
          <a:xfrm>
            <a:off x="1828800" y="4578191"/>
            <a:ext cx="2853055" cy="487680"/>
          </a:xfrm>
          <a:prstGeom prst="rect">
            <a:avLst/>
          </a:prstGeom>
          <a:noFill/>
          <a:ln w="12700">
            <a:noFill/>
          </a:ln>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-1,90,70,45,60,50</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4" name="椭圆 13"/>
          <p:cNvSpPr>
            <a:spLocks noChangeAspect="1"/>
          </p:cNvSpPr>
          <p:nvPr>
            <p:custDataLst>
              <p:tags r:id="rId7"/>
            </p:custDataLst>
          </p:nvPr>
        </p:nvSpPr>
        <p:spPr>
          <a:xfrm>
            <a:off x="1114425" y="45643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文本框 14"/>
          <p:cNvSpPr txBox="1"/>
          <p:nvPr>
            <p:custDataLst>
              <p:tags r:id="rId8"/>
            </p:custDataLst>
          </p:nvPr>
        </p:nvSpPr>
        <p:spPr>
          <a:xfrm>
            <a:off x="1828800" y="5435441"/>
            <a:ext cx="1036955" cy="487680"/>
          </a:xfrm>
          <a:prstGeom prst="rect">
            <a:avLst/>
          </a:prstGeom>
          <a:noFill/>
          <a:ln w="12700">
            <a:noFill/>
          </a:ln>
        </p:spPr>
        <p:txBody>
          <a:bodyPr wrap="square" rtlCol="0" anchor="ctr">
            <a:sp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30,50</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6" name="椭圆 15"/>
          <p:cNvSpPr>
            <a:spLocks noChangeAspect="1"/>
          </p:cNvSpPr>
          <p:nvPr>
            <p:custDataLst>
              <p:tags r:id="rId9"/>
            </p:custDataLst>
          </p:nvPr>
        </p:nvSpPr>
        <p:spPr>
          <a:xfrm>
            <a:off x="1114425" y="54216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7" name="圆角矩形 16"/>
          <p:cNvSpPr/>
          <p:nvPr>
            <p:custDataLst>
              <p:tags r:id="rId10"/>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27" name="椭圆 26"/>
          <p:cNvSpPr/>
          <p:nvPr>
            <p:custDataLst>
              <p:tags r:id="rId11"/>
            </p:custDataLst>
          </p:nvPr>
        </p:nvSpPr>
        <p:spPr>
          <a:xfrm>
            <a:off x="1114425" y="3697605"/>
            <a:ext cx="511810" cy="532765"/>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ltLang="zh-CN" sz="1600">
                <a:solidFill>
                  <a:srgbClr val="FFFFFF"/>
                </a:solidFill>
                <a:latin typeface="微软雅黑" panose="020B0503020204020204" pitchFamily="34" charset="-122"/>
                <a:ea typeface="微软雅黑" panose="020B0503020204020204" pitchFamily="34" charset="-122"/>
                <a:sym typeface="+mn-ea"/>
              </a:rPr>
              <a:t>B</a:t>
            </a:r>
            <a:endParaRPr lang="en-US" altLang="zh-CN" sz="1600">
              <a:solidFill>
                <a:srgbClr val="FFFFFF"/>
              </a:solidFill>
              <a:latin typeface="微软雅黑" panose="020B0503020204020204" pitchFamily="34" charset="-122"/>
              <a:ea typeface="微软雅黑" panose="020B0503020204020204" pitchFamily="34" charset="-122"/>
              <a:sym typeface="+mn-ea"/>
            </a:endParaRPr>
          </a:p>
        </p:txBody>
      </p:sp>
      <p:sp>
        <p:nvSpPr>
          <p:cNvPr id="28" name="椭圆 27"/>
          <p:cNvSpPr/>
          <p:nvPr>
            <p:custDataLst>
              <p:tags r:id="rId12"/>
            </p:custDataLst>
          </p:nvPr>
        </p:nvSpPr>
        <p:spPr>
          <a:xfrm>
            <a:off x="1116965" y="2840990"/>
            <a:ext cx="511810" cy="532765"/>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ltLang="zh-CN" sz="1600">
                <a:solidFill>
                  <a:srgbClr val="FFFFFF"/>
                </a:solidFill>
                <a:latin typeface="微软雅黑" panose="020B0503020204020204" pitchFamily="34" charset="-122"/>
                <a:ea typeface="微软雅黑" panose="020B0503020204020204" pitchFamily="34" charset="-122"/>
                <a:sym typeface="+mn-ea"/>
              </a:rPr>
              <a:t>A</a:t>
            </a:r>
            <a:endParaRPr lang="en-US" altLang="zh-CN" sz="1600">
              <a:solidFill>
                <a:srgbClr val="FFFFFF"/>
              </a:solidFill>
              <a:latin typeface="微软雅黑" panose="020B0503020204020204" pitchFamily="34" charset="-122"/>
              <a:ea typeface="微软雅黑" panose="020B0503020204020204" pitchFamily="34" charset="-122"/>
              <a:sym typeface="+mn-ea"/>
            </a:endParaRPr>
          </a:p>
        </p:txBody>
      </p:sp>
      <p:grpSp>
        <p:nvGrpSpPr>
          <p:cNvPr id="7" name="组合 6"/>
          <p:cNvGrpSpPr/>
          <p:nvPr>
            <p:custDataLst>
              <p:tags r:id="rId13"/>
            </p:custDataLst>
          </p:nvPr>
        </p:nvGrpSpPr>
        <p:grpSpPr>
          <a:xfrm>
            <a:off x="0" y="0"/>
            <a:ext cx="9144000" cy="635000"/>
            <a:chOff x="0" y="0"/>
            <a:chExt cx="14400" cy="1000"/>
          </a:xfrm>
        </p:grpSpPr>
        <p:sp>
          <p:nvSpPr>
            <p:cNvPr id="3" name="TitleBackground"/>
            <p:cNvSpPr/>
            <p:nvPr>
              <p:custDataLst>
                <p:tags r:id="rId14"/>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ColorBlock"/>
            <p:cNvSpPr/>
            <p:nvPr>
              <p:custDataLst>
                <p:tags r:id="rId1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TypeText"/>
            <p:cNvSpPr txBox="1"/>
            <p:nvPr>
              <p:custDataLst>
                <p:tags r:id="rId16"/>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6" name="TipText"/>
            <p:cNvSpPr txBox="1"/>
            <p:nvPr>
              <p:custDataLst>
                <p:tags r:id="rId17"/>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2" name="图片 1" descr="tmp1999"/>
          <p:cNvPicPr>
            <a:picLocks noChangeAspect="1"/>
          </p:cNvPicPr>
          <p:nvPr>
            <p:custDataLst>
              <p:tags r:id="rId18"/>
            </p:custDataLst>
          </p:nvPr>
        </p:nvPicPr>
        <p:blipFill>
          <a:blip r:embed="rId19"/>
          <a:stretch>
            <a:fillRect/>
          </a:stretch>
        </p:blipFill>
        <p:spPr>
          <a:xfrm>
            <a:off x="7594600" y="63500"/>
            <a:ext cx="1422400" cy="508000"/>
          </a:xfrm>
          <a:prstGeom prst="rect">
            <a:avLst/>
          </a:prstGeom>
        </p:spPr>
      </p:pic>
    </p:spTree>
    <p:custDataLst>
      <p:tags r:id="rId20"/>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zh-CN" smtClean="0"/>
              <a:t>BST</a:t>
            </a:r>
            <a:r>
              <a:rPr lang="zh-CN" altLang="en-US" smtClean="0"/>
              <a:t>插入</a:t>
            </a:r>
            <a:endParaRPr lang="zh-CN" altLang="en-US" smtClean="0"/>
          </a:p>
        </p:txBody>
      </p:sp>
      <p:sp>
        <p:nvSpPr>
          <p:cNvPr id="37891" name="Rectangle 3"/>
          <p:cNvSpPr>
            <a:spLocks noGrp="1" noChangeArrowheads="1"/>
          </p:cNvSpPr>
          <p:nvPr>
            <p:ph idx="1"/>
          </p:nvPr>
        </p:nvSpPr>
        <p:spPr/>
        <p:txBody>
          <a:bodyPr/>
          <a:lstStyle/>
          <a:p>
            <a:r>
              <a:rPr lang="zh-CN" altLang="en-US" dirty="0" smtClean="0"/>
              <a:t>需先进行搜索操作</a:t>
            </a:r>
            <a:endParaRPr lang="zh-CN" altLang="en-US" dirty="0" smtClean="0"/>
          </a:p>
          <a:p>
            <a:pPr lvl="1"/>
            <a:r>
              <a:rPr lang="zh-CN" altLang="en-US" dirty="0" smtClean="0"/>
              <a:t>若成功，表明有重复关键字，插入失败</a:t>
            </a:r>
            <a:endParaRPr lang="zh-CN" altLang="en-US" dirty="0" smtClean="0"/>
          </a:p>
          <a:p>
            <a:pPr lvl="1"/>
            <a:r>
              <a:rPr lang="zh-CN" altLang="en-US" dirty="0" smtClean="0"/>
              <a:t>若失败，搜索结束的位置即为插入位置</a:t>
            </a:r>
            <a:endParaRPr lang="zh-CN" altLang="en-US" dirty="0" smtClean="0"/>
          </a:p>
        </p:txBody>
      </p:sp>
      <p:sp>
        <p:nvSpPr>
          <p:cNvPr id="378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50DE57-C67B-48FC-A756-DA01F5F3D4D1}" type="slidenum">
              <a:rPr lang="en-US" altLang="en-US">
                <a:solidFill>
                  <a:srgbClr val="4B4B4B"/>
                </a:solidFill>
              </a:rPr>
            </a:fld>
            <a:endParaRPr lang="en-US" altLang="en-US">
              <a:solidFill>
                <a:srgbClr val="4B4B4B"/>
              </a:solidFill>
            </a:endParaRPr>
          </a:p>
        </p:txBody>
      </p:sp>
      <p:pic>
        <p:nvPicPr>
          <p:cNvPr id="37892" name="Picture 5" descr="bsti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8288" y="1295400"/>
            <a:ext cx="86074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Text Box 6"/>
          <p:cNvSpPr txBox="1">
            <a:spLocks noChangeArrowheads="1"/>
          </p:cNvSpPr>
          <p:nvPr/>
        </p:nvSpPr>
        <p:spPr bwMode="ltGray">
          <a:xfrm>
            <a:off x="4038600" y="12954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插入</a:t>
            </a:r>
            <a:r>
              <a:rPr lang="en-US" altLang="zh-CN">
                <a:solidFill>
                  <a:srgbClr val="FF0000"/>
                </a:solidFill>
              </a:rPr>
              <a:t>35</a:t>
            </a:r>
            <a:endParaRPr lang="en-US" altLang="zh-CN">
              <a:solidFill>
                <a:srgbClr val="FF0000"/>
              </a:solidFill>
            </a:endParaRPr>
          </a:p>
        </p:txBody>
      </p:sp>
      <p:sp>
        <p:nvSpPr>
          <p:cNvPr id="37894" name="Line 7"/>
          <p:cNvSpPr>
            <a:spLocks noChangeShapeType="1"/>
          </p:cNvSpPr>
          <p:nvPr/>
        </p:nvSpPr>
        <p:spPr bwMode="ltGray">
          <a:xfrm>
            <a:off x="3505200" y="1981200"/>
            <a:ext cx="2133600" cy="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矩形 6"/>
          <p:cNvSpPr/>
          <p:nvPr/>
        </p:nvSpPr>
        <p:spPr>
          <a:xfrm>
            <a:off x="804852" y="5222880"/>
            <a:ext cx="8161209" cy="1015663"/>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defRPr/>
            </a:pP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请思考：</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35</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为什么没被插在</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80</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的左孩子位置？</a:t>
            </a:r>
            <a:endPar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a:p>
            <a:pPr>
              <a:defRPr/>
            </a:pP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请绘制：在上述</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BST</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中查找</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3</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和</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35</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的查找路径？</a:t>
            </a:r>
            <a:endPar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
        <p:nvSpPr>
          <p:cNvPr id="2" name="椭圆 1"/>
          <p:cNvSpPr/>
          <p:nvPr/>
        </p:nvSpPr>
        <p:spPr>
          <a:xfrm>
            <a:off x="3657600" y="3081343"/>
            <a:ext cx="680545" cy="75088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80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010401" y="3013025"/>
            <a:ext cx="716674" cy="75088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35</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smtClean="0"/>
              <a:t>关于</a:t>
            </a:r>
            <a:r>
              <a:rPr lang="en-US" altLang="zh-CN" smtClean="0"/>
              <a:t>BST</a:t>
            </a:r>
            <a:r>
              <a:rPr lang="zh-CN" altLang="en-US" smtClean="0"/>
              <a:t>插入的结论</a:t>
            </a:r>
            <a:endParaRPr lang="zh-CN" altLang="en-US" smtClean="0"/>
          </a:p>
        </p:txBody>
      </p:sp>
      <p:sp>
        <p:nvSpPr>
          <p:cNvPr id="38915" name="内容占位符 2"/>
          <p:cNvSpPr>
            <a:spLocks noGrp="1"/>
          </p:cNvSpPr>
          <p:nvPr>
            <p:ph idx="1"/>
          </p:nvPr>
        </p:nvSpPr>
        <p:spPr/>
        <p:txBody>
          <a:bodyPr/>
          <a:lstStyle/>
          <a:p>
            <a:r>
              <a:rPr lang="zh-CN" altLang="en-US" smtClean="0"/>
              <a:t>新插入的节点一定是一个</a:t>
            </a:r>
            <a:r>
              <a:rPr lang="zh-CN" altLang="en-US" smtClean="0">
                <a:solidFill>
                  <a:srgbClr val="FF0000"/>
                </a:solidFill>
              </a:rPr>
              <a:t>叶子节点</a:t>
            </a:r>
            <a:endParaRPr lang="en-US" altLang="zh-CN" smtClean="0">
              <a:solidFill>
                <a:srgbClr val="FF0000"/>
              </a:solidFill>
            </a:endParaRPr>
          </a:p>
          <a:p>
            <a:r>
              <a:rPr lang="zh-CN" altLang="en-US" smtClean="0"/>
              <a:t>并且是查找不成功时查找路径上访问的最后一个节点的左孩子或右孩子节点</a:t>
            </a:r>
            <a:endParaRPr lang="zh-CN" altLang="en-US" smtClean="0"/>
          </a:p>
        </p:txBody>
      </p:sp>
      <p:sp>
        <p:nvSpPr>
          <p:cNvPr id="389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2551E9-5389-4BA1-82D2-4514175354A9}"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smtClean="0"/>
              <a:t>插入操作</a:t>
            </a:r>
            <a:endParaRPr lang="zh-CN" altLang="en-US" smtClean="0"/>
          </a:p>
        </p:txBody>
      </p:sp>
      <p:sp>
        <p:nvSpPr>
          <p:cNvPr id="39939" name="Rectangle 3"/>
          <p:cNvSpPr>
            <a:spLocks noGrp="1" noChangeArrowheads="1"/>
          </p:cNvSpPr>
          <p:nvPr>
            <p:ph idx="1"/>
          </p:nvPr>
        </p:nvSpPr>
        <p:spPr>
          <a:xfrm>
            <a:off x="628650" y="1354170"/>
            <a:ext cx="7886700" cy="4642453"/>
          </a:xfrm>
        </p:spPr>
        <p:txBody>
          <a:bodyPr>
            <a:noAutofit/>
          </a:bodyPr>
          <a:lstStyle/>
          <a:p>
            <a:pPr>
              <a:buClrTx/>
              <a:buFontTx/>
              <a:buNone/>
            </a:pPr>
            <a:r>
              <a:rPr lang="en-US" altLang="zh-CN" sz="1800" dirty="0" smtClean="0">
                <a:solidFill>
                  <a:srgbClr val="0000FF"/>
                </a:solidFill>
                <a:latin typeface="Tahoma" panose="020B0604030504040204" pitchFamily="34" charset="0"/>
              </a:rPr>
              <a:t>template&lt;class E, class K&gt;</a:t>
            </a:r>
            <a:endParaRPr lang="en-US" altLang="zh-CN" sz="1800" dirty="0" smtClean="0">
              <a:solidFill>
                <a:srgbClr val="0000FF"/>
              </a:solidFill>
              <a:latin typeface="Tahoma" panose="020B0604030504040204" pitchFamily="34" charset="0"/>
            </a:endParaRPr>
          </a:p>
          <a:p>
            <a:pPr>
              <a:buClrTx/>
              <a:buFontTx/>
              <a:buNone/>
            </a:pPr>
            <a:r>
              <a:rPr lang="en-US" altLang="zh-CN" sz="1800" dirty="0" err="1" smtClean="0">
                <a:solidFill>
                  <a:srgbClr val="0000FF"/>
                </a:solidFill>
                <a:latin typeface="Tahoma" panose="020B0604030504040204" pitchFamily="34" charset="0"/>
              </a:rPr>
              <a:t>BSTree</a:t>
            </a:r>
            <a:r>
              <a:rPr lang="en-US" altLang="zh-CN" sz="1800" dirty="0" smtClean="0">
                <a:solidFill>
                  <a:srgbClr val="0000FF"/>
                </a:solidFill>
                <a:latin typeface="Tahoma" panose="020B0604030504040204" pitchFamily="34" charset="0"/>
              </a:rPr>
              <a:t>&lt;E,K&gt;&amp; </a:t>
            </a:r>
            <a:r>
              <a:rPr lang="en-US" altLang="zh-CN" sz="1800" dirty="0" err="1" smtClean="0">
                <a:solidFill>
                  <a:srgbClr val="0000FF"/>
                </a:solidFill>
                <a:latin typeface="Tahoma" panose="020B0604030504040204" pitchFamily="34" charset="0"/>
              </a:rPr>
              <a:t>BSTree</a:t>
            </a:r>
            <a:r>
              <a:rPr lang="en-US" altLang="zh-CN" sz="1800" dirty="0" smtClean="0">
                <a:solidFill>
                  <a:srgbClr val="0000FF"/>
                </a:solidFill>
                <a:latin typeface="Tahoma" panose="020B0604030504040204" pitchFamily="34" charset="0"/>
              </a:rPr>
              <a:t>&lt;E,K&gt;::Insert(</a:t>
            </a:r>
            <a:r>
              <a:rPr lang="en-US" altLang="zh-CN" sz="1800" dirty="0" err="1" smtClean="0">
                <a:solidFill>
                  <a:srgbClr val="0000FF"/>
                </a:solidFill>
                <a:latin typeface="Tahoma" panose="020B0604030504040204" pitchFamily="34" charset="0"/>
              </a:rPr>
              <a:t>const</a:t>
            </a:r>
            <a:r>
              <a:rPr lang="en-US" altLang="zh-CN" sz="1800" dirty="0" smtClean="0">
                <a:solidFill>
                  <a:srgbClr val="0000FF"/>
                </a:solidFill>
                <a:latin typeface="Tahoma" panose="020B0604030504040204" pitchFamily="34" charset="0"/>
              </a:rPr>
              <a:t> E&amp; e)</a:t>
            </a:r>
            <a:endParaRPr lang="en-US" altLang="zh-CN" sz="1800" dirty="0" smtClean="0">
              <a:solidFill>
                <a:srgbClr val="0000FF"/>
              </a:solidFill>
              <a:latin typeface="Tahoma" panose="020B0604030504040204" pitchFamily="34" charset="0"/>
            </a:endParaRPr>
          </a:p>
          <a:p>
            <a:pPr>
              <a:buClrTx/>
              <a:buFontTx/>
              <a:buNone/>
            </a:pPr>
            <a:r>
              <a:rPr lang="en-US" altLang="zh-CN" sz="1800" dirty="0" smtClean="0">
                <a:solidFill>
                  <a:srgbClr val="0000FF"/>
                </a:solidFill>
                <a:latin typeface="Tahoma" panose="020B0604030504040204" pitchFamily="34" charset="0"/>
              </a:rPr>
              <a:t>{</a:t>
            </a:r>
            <a:r>
              <a:rPr lang="en-US" altLang="zh-CN" sz="1800" dirty="0" smtClean="0">
                <a:solidFill>
                  <a:srgbClr val="008000"/>
                </a:solidFill>
                <a:latin typeface="Tahoma" panose="020B0604030504040204" pitchFamily="34" charset="0"/>
              </a:rPr>
              <a:t>// Insert e if not duplicate.</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8000"/>
                </a:solidFill>
                <a:latin typeface="Tahoma" panose="020B0604030504040204" pitchFamily="34" charset="0"/>
              </a:rPr>
              <a:t>   </a:t>
            </a:r>
            <a:r>
              <a:rPr lang="en-US" altLang="zh-CN" sz="1800" dirty="0" err="1" smtClean="0">
                <a:solidFill>
                  <a:srgbClr val="0000FF"/>
                </a:solidFill>
                <a:latin typeface="Tahoma" panose="020B0604030504040204" pitchFamily="34" charset="0"/>
              </a:rPr>
              <a:t>BinaryTreeNode</a:t>
            </a:r>
            <a:r>
              <a:rPr lang="en-US" altLang="zh-CN" sz="1800" dirty="0" smtClean="0">
                <a:solidFill>
                  <a:srgbClr val="0000FF"/>
                </a:solidFill>
                <a:latin typeface="Tahoma" panose="020B0604030504040204" pitchFamily="34" charset="0"/>
              </a:rPr>
              <a:t>&lt;E&gt; *p = root,</a:t>
            </a:r>
            <a:r>
              <a:rPr lang="en-US" altLang="zh-CN" sz="1800" dirty="0" smtClean="0">
                <a:solidFill>
                  <a:srgbClr val="008000"/>
                </a:solidFill>
                <a:latin typeface="Tahoma" panose="020B0604030504040204" pitchFamily="34" charset="0"/>
              </a:rPr>
              <a:t>  // search pointer</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8000"/>
                </a:solidFill>
                <a:latin typeface="Tahoma" panose="020B0604030504040204" pitchFamily="34" charset="0"/>
              </a:rPr>
              <a:t>                     </a:t>
            </a:r>
            <a:r>
              <a:rPr lang="en-US" altLang="zh-CN" sz="1800" dirty="0" smtClean="0">
                <a:solidFill>
                  <a:srgbClr val="0000FF"/>
                </a:solidFill>
                <a:latin typeface="Tahoma" panose="020B0604030504040204" pitchFamily="34" charset="0"/>
              </a:rPr>
              <a:t>*pp = 0;</a:t>
            </a:r>
            <a:r>
              <a:rPr lang="en-US" altLang="zh-CN" sz="1800" dirty="0" smtClean="0">
                <a:solidFill>
                  <a:srgbClr val="008000"/>
                </a:solidFill>
                <a:latin typeface="Tahoma" panose="020B0604030504040204" pitchFamily="34" charset="0"/>
              </a:rPr>
              <a:t>    // parent of p</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8000"/>
                </a:solidFill>
                <a:latin typeface="Tahoma" panose="020B0604030504040204" pitchFamily="34" charset="0"/>
              </a:rPr>
              <a:t>   // find place to insert</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8000"/>
                </a:solidFill>
                <a:latin typeface="Tahoma" panose="020B0604030504040204" pitchFamily="34" charset="0"/>
              </a:rPr>
              <a:t>   </a:t>
            </a:r>
            <a:r>
              <a:rPr lang="en-US" altLang="zh-CN" sz="1800" dirty="0" smtClean="0">
                <a:solidFill>
                  <a:srgbClr val="0000FF"/>
                </a:solidFill>
                <a:latin typeface="Tahoma" panose="020B0604030504040204" pitchFamily="34" charset="0"/>
              </a:rPr>
              <a:t>while (p) {</a:t>
            </a:r>
            <a:r>
              <a:rPr lang="en-US" altLang="zh-CN" sz="1800" dirty="0" smtClean="0">
                <a:solidFill>
                  <a:srgbClr val="008000"/>
                </a:solidFill>
                <a:latin typeface="Tahoma" panose="020B0604030504040204" pitchFamily="34" charset="0"/>
              </a:rPr>
              <a:t>// examine p-&gt;data</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00FF"/>
                </a:solidFill>
                <a:latin typeface="Tahoma" panose="020B0604030504040204" pitchFamily="34" charset="0"/>
              </a:rPr>
              <a:t>      pp = p;</a:t>
            </a:r>
            <a:endParaRPr lang="en-US" altLang="zh-CN" sz="1800" dirty="0" smtClean="0">
              <a:solidFill>
                <a:srgbClr val="0000FF"/>
              </a:solidFill>
              <a:latin typeface="Tahoma" panose="020B0604030504040204" pitchFamily="34" charset="0"/>
            </a:endParaRPr>
          </a:p>
          <a:p>
            <a:pPr>
              <a:buClrTx/>
              <a:buFontTx/>
              <a:buNone/>
            </a:pPr>
            <a:r>
              <a:rPr lang="en-US" altLang="zh-CN" sz="1800" dirty="0" smtClean="0">
                <a:solidFill>
                  <a:srgbClr val="008000"/>
                </a:solidFill>
                <a:latin typeface="Tahoma" panose="020B0604030504040204" pitchFamily="34" charset="0"/>
              </a:rPr>
              <a:t>      // move p to a child</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8000"/>
                </a:solidFill>
                <a:latin typeface="Tahoma" panose="020B0604030504040204" pitchFamily="34" charset="0"/>
              </a:rPr>
              <a:t>      </a:t>
            </a:r>
            <a:r>
              <a:rPr lang="en-US" altLang="zh-CN" sz="1800" dirty="0" smtClean="0">
                <a:solidFill>
                  <a:srgbClr val="0000FF"/>
                </a:solidFill>
                <a:latin typeface="Tahoma" panose="020B0604030504040204" pitchFamily="34" charset="0"/>
              </a:rPr>
              <a:t>if (e &lt; p-&gt;data) p = p-&gt;</a:t>
            </a:r>
            <a:r>
              <a:rPr lang="en-US" altLang="zh-CN" sz="1800" dirty="0" err="1" smtClean="0">
                <a:solidFill>
                  <a:srgbClr val="0000FF"/>
                </a:solidFill>
                <a:latin typeface="Tahoma" panose="020B0604030504040204" pitchFamily="34" charset="0"/>
              </a:rPr>
              <a:t>LeftChild</a:t>
            </a:r>
            <a:r>
              <a:rPr lang="en-US" altLang="zh-CN" sz="1800" dirty="0" smtClean="0">
                <a:solidFill>
                  <a:srgbClr val="0000FF"/>
                </a:solidFill>
                <a:latin typeface="Tahoma" panose="020B0604030504040204" pitchFamily="34" charset="0"/>
              </a:rPr>
              <a:t>;</a:t>
            </a:r>
            <a:endParaRPr lang="en-US" altLang="zh-CN" sz="1800" dirty="0" smtClean="0">
              <a:solidFill>
                <a:srgbClr val="0000FF"/>
              </a:solidFill>
              <a:latin typeface="Tahoma" panose="020B0604030504040204" pitchFamily="34" charset="0"/>
            </a:endParaRPr>
          </a:p>
          <a:p>
            <a:pPr>
              <a:buClrTx/>
              <a:buFontTx/>
              <a:buNone/>
            </a:pPr>
            <a:r>
              <a:rPr lang="en-US" altLang="zh-CN" sz="1800" dirty="0" smtClean="0">
                <a:solidFill>
                  <a:srgbClr val="0000FF"/>
                </a:solidFill>
                <a:latin typeface="Tahoma" panose="020B0604030504040204" pitchFamily="34" charset="0"/>
              </a:rPr>
              <a:t>      else if (e &gt; p-&gt;data) p = p-&gt;</a:t>
            </a:r>
            <a:r>
              <a:rPr lang="en-US" altLang="zh-CN" sz="1800" dirty="0" err="1" smtClean="0">
                <a:solidFill>
                  <a:srgbClr val="0000FF"/>
                </a:solidFill>
                <a:latin typeface="Tahoma" panose="020B0604030504040204" pitchFamily="34" charset="0"/>
              </a:rPr>
              <a:t>RightChild</a:t>
            </a:r>
            <a:r>
              <a:rPr lang="en-US" altLang="zh-CN" sz="1800" dirty="0" smtClean="0">
                <a:solidFill>
                  <a:srgbClr val="0000FF"/>
                </a:solidFill>
                <a:latin typeface="Tahoma" panose="020B0604030504040204" pitchFamily="34" charset="0"/>
              </a:rPr>
              <a:t>;</a:t>
            </a:r>
            <a:endParaRPr lang="en-US" altLang="zh-CN" sz="1800" dirty="0" smtClean="0">
              <a:solidFill>
                <a:srgbClr val="0000FF"/>
              </a:solidFill>
              <a:latin typeface="Tahoma" panose="020B0604030504040204" pitchFamily="34" charset="0"/>
            </a:endParaRPr>
          </a:p>
          <a:p>
            <a:pPr>
              <a:buClrTx/>
              <a:buFontTx/>
              <a:buNone/>
            </a:pPr>
            <a:r>
              <a:rPr lang="en-US" altLang="zh-CN" sz="1800" dirty="0" smtClean="0">
                <a:solidFill>
                  <a:srgbClr val="0000FF"/>
                </a:solidFill>
                <a:latin typeface="Tahoma" panose="020B0604030504040204" pitchFamily="34" charset="0"/>
              </a:rPr>
              <a:t>           else throw </a:t>
            </a:r>
            <a:r>
              <a:rPr lang="en-US" altLang="zh-CN" sz="1800" dirty="0" err="1" smtClean="0">
                <a:solidFill>
                  <a:srgbClr val="0000FF"/>
                </a:solidFill>
                <a:latin typeface="Tahoma" panose="020B0604030504040204" pitchFamily="34" charset="0"/>
              </a:rPr>
              <a:t>BadInput</a:t>
            </a:r>
            <a:r>
              <a:rPr lang="en-US" altLang="zh-CN" sz="1800" dirty="0" smtClean="0">
                <a:solidFill>
                  <a:srgbClr val="0000FF"/>
                </a:solidFill>
                <a:latin typeface="Tahoma" panose="020B0604030504040204" pitchFamily="34" charset="0"/>
              </a:rPr>
              <a:t>(); </a:t>
            </a:r>
            <a:r>
              <a:rPr lang="en-US" altLang="zh-CN" sz="1800" dirty="0" smtClean="0">
                <a:solidFill>
                  <a:srgbClr val="008000"/>
                </a:solidFill>
                <a:latin typeface="Tahoma" panose="020B0604030504040204" pitchFamily="34" charset="0"/>
              </a:rPr>
              <a:t>// duplicate</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00FF"/>
                </a:solidFill>
                <a:latin typeface="Tahoma" panose="020B0604030504040204" pitchFamily="34" charset="0"/>
              </a:rPr>
              <a:t>      }</a:t>
            </a:r>
            <a:endParaRPr lang="en-US" altLang="zh-CN" sz="1800" dirty="0" smtClean="0">
              <a:solidFill>
                <a:srgbClr val="0000FF"/>
              </a:solidFill>
              <a:latin typeface="Tahoma" panose="020B0604030504040204" pitchFamily="34" charset="0"/>
            </a:endParaRPr>
          </a:p>
        </p:txBody>
      </p:sp>
      <p:sp>
        <p:nvSpPr>
          <p:cNvPr id="399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A4FDA03-6569-4A97-9B96-5933398FBFA8}"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smtClean="0"/>
              <a:t>插入操作（续）</a:t>
            </a:r>
            <a:endParaRPr lang="zh-CN" altLang="en-US" smtClean="0"/>
          </a:p>
        </p:txBody>
      </p:sp>
      <p:sp>
        <p:nvSpPr>
          <p:cNvPr id="40963" name="Rectangle 3"/>
          <p:cNvSpPr>
            <a:spLocks noGrp="1" noChangeArrowheads="1"/>
          </p:cNvSpPr>
          <p:nvPr>
            <p:ph idx="1"/>
          </p:nvPr>
        </p:nvSpPr>
        <p:spPr/>
        <p:txBody>
          <a:bodyPr/>
          <a:lstStyle/>
          <a:p>
            <a:pPr>
              <a:buClrTx/>
              <a:buFontTx/>
              <a:buNone/>
            </a:pPr>
            <a:r>
              <a:rPr lang="en-US" altLang="zh-CN" sz="2000" dirty="0" smtClean="0">
                <a:solidFill>
                  <a:srgbClr val="008000"/>
                </a:solidFill>
                <a:latin typeface="Tahoma" panose="020B0604030504040204" pitchFamily="34" charset="0"/>
              </a:rPr>
              <a:t>   // get a node for e and attach to pp</a:t>
            </a:r>
            <a:endParaRPr lang="en-US" altLang="zh-CN" sz="2000" dirty="0" smtClean="0">
              <a:solidFill>
                <a:srgbClr val="008000"/>
              </a:solidFill>
              <a:latin typeface="Tahoma" panose="020B0604030504040204" pitchFamily="34" charset="0"/>
            </a:endParaRPr>
          </a:p>
          <a:p>
            <a:pPr>
              <a:buClrTx/>
              <a:buFontTx/>
              <a:buNone/>
            </a:pPr>
            <a:r>
              <a:rPr lang="en-US" altLang="zh-CN" sz="2000" dirty="0" smtClean="0">
                <a:solidFill>
                  <a:srgbClr val="008000"/>
                </a:solidFill>
                <a:latin typeface="Tahoma" panose="020B0604030504040204" pitchFamily="34" charset="0"/>
              </a:rPr>
              <a:t>   </a:t>
            </a:r>
            <a:r>
              <a:rPr lang="en-US" altLang="zh-CN" sz="2000" dirty="0" err="1" smtClean="0">
                <a:solidFill>
                  <a:srgbClr val="0000FF"/>
                </a:solidFill>
                <a:latin typeface="Tahoma" panose="020B0604030504040204" pitchFamily="34" charset="0"/>
              </a:rPr>
              <a:t>BinaryTreeNode</a:t>
            </a:r>
            <a:r>
              <a:rPr lang="en-US" altLang="zh-CN" sz="2000" dirty="0" smtClean="0">
                <a:solidFill>
                  <a:srgbClr val="0000FF"/>
                </a:solidFill>
                <a:latin typeface="Tahoma" panose="020B0604030504040204" pitchFamily="34" charset="0"/>
              </a:rPr>
              <a:t>&lt;E&gt; *r = new </a:t>
            </a:r>
            <a:r>
              <a:rPr lang="en-US" altLang="zh-CN" sz="2000" dirty="0" err="1" smtClean="0">
                <a:solidFill>
                  <a:srgbClr val="0000FF"/>
                </a:solidFill>
                <a:latin typeface="Tahoma" panose="020B0604030504040204" pitchFamily="34" charset="0"/>
              </a:rPr>
              <a:t>BinaryTreeNode</a:t>
            </a:r>
            <a:r>
              <a:rPr lang="en-US" altLang="zh-CN" sz="2000" dirty="0" smtClean="0">
                <a:solidFill>
                  <a:srgbClr val="0000FF"/>
                </a:solidFill>
                <a:latin typeface="Tahoma" panose="020B0604030504040204" pitchFamily="34" charset="0"/>
              </a:rPr>
              <a:t>&lt;E&gt; (e);</a:t>
            </a:r>
            <a:endParaRPr lang="en-US" altLang="zh-CN" sz="2000" dirty="0" smtClean="0">
              <a:solidFill>
                <a:srgbClr val="0000FF"/>
              </a:solidFill>
              <a:latin typeface="Tahoma" panose="020B0604030504040204" pitchFamily="34" charset="0"/>
            </a:endParaRPr>
          </a:p>
          <a:p>
            <a:pPr>
              <a:buClrTx/>
              <a:buFontTx/>
              <a:buNone/>
            </a:pPr>
            <a:r>
              <a:rPr lang="en-US" altLang="zh-CN" sz="2000" dirty="0" smtClean="0">
                <a:solidFill>
                  <a:srgbClr val="0000FF"/>
                </a:solidFill>
                <a:latin typeface="Tahoma" panose="020B0604030504040204" pitchFamily="34" charset="0"/>
              </a:rPr>
              <a:t>   if (root) {</a:t>
            </a:r>
            <a:r>
              <a:rPr lang="en-US" altLang="zh-CN" sz="2000" dirty="0" smtClean="0">
                <a:solidFill>
                  <a:srgbClr val="008000"/>
                </a:solidFill>
                <a:latin typeface="Tahoma" panose="020B0604030504040204" pitchFamily="34" charset="0"/>
              </a:rPr>
              <a:t>// tree not empty</a:t>
            </a:r>
            <a:endParaRPr lang="en-US" altLang="zh-CN" sz="2000" dirty="0" smtClean="0">
              <a:solidFill>
                <a:srgbClr val="008000"/>
              </a:solidFill>
              <a:latin typeface="Tahoma" panose="020B0604030504040204" pitchFamily="34" charset="0"/>
            </a:endParaRPr>
          </a:p>
          <a:p>
            <a:pPr>
              <a:buClrTx/>
              <a:buFontTx/>
              <a:buNone/>
            </a:pPr>
            <a:r>
              <a:rPr lang="en-US" altLang="zh-CN" sz="2000" dirty="0" smtClean="0">
                <a:solidFill>
                  <a:srgbClr val="008000"/>
                </a:solidFill>
                <a:latin typeface="Tahoma" panose="020B0604030504040204" pitchFamily="34" charset="0"/>
              </a:rPr>
              <a:t>      </a:t>
            </a:r>
            <a:r>
              <a:rPr lang="en-US" altLang="zh-CN" sz="2000" dirty="0" smtClean="0">
                <a:solidFill>
                  <a:srgbClr val="0000FF"/>
                </a:solidFill>
                <a:latin typeface="Tahoma" panose="020B0604030504040204" pitchFamily="34" charset="0"/>
              </a:rPr>
              <a:t>if (e &lt; pp-&gt;data) pp-&gt;</a:t>
            </a:r>
            <a:r>
              <a:rPr lang="en-US" altLang="zh-CN" sz="2000" dirty="0" err="1" smtClean="0">
                <a:solidFill>
                  <a:srgbClr val="0000FF"/>
                </a:solidFill>
                <a:latin typeface="Tahoma" panose="020B0604030504040204" pitchFamily="34" charset="0"/>
              </a:rPr>
              <a:t>LeftChild</a:t>
            </a:r>
            <a:r>
              <a:rPr lang="en-US" altLang="zh-CN" sz="2000" dirty="0" smtClean="0">
                <a:solidFill>
                  <a:srgbClr val="0000FF"/>
                </a:solidFill>
                <a:latin typeface="Tahoma" panose="020B0604030504040204" pitchFamily="34" charset="0"/>
              </a:rPr>
              <a:t> = r;</a:t>
            </a:r>
            <a:endParaRPr lang="en-US" altLang="zh-CN" sz="2000" dirty="0" smtClean="0">
              <a:solidFill>
                <a:srgbClr val="0000FF"/>
              </a:solidFill>
              <a:latin typeface="Tahoma" panose="020B0604030504040204" pitchFamily="34" charset="0"/>
            </a:endParaRPr>
          </a:p>
          <a:p>
            <a:pPr>
              <a:buClrTx/>
              <a:buFontTx/>
              <a:buNone/>
            </a:pPr>
            <a:r>
              <a:rPr lang="en-US" altLang="zh-CN" sz="2000" dirty="0" smtClean="0">
                <a:solidFill>
                  <a:srgbClr val="0000FF"/>
                </a:solidFill>
                <a:latin typeface="Tahoma" panose="020B0604030504040204" pitchFamily="34" charset="0"/>
              </a:rPr>
              <a:t>      else pp-&gt;</a:t>
            </a:r>
            <a:r>
              <a:rPr lang="en-US" altLang="zh-CN" sz="2000" dirty="0" err="1" smtClean="0">
                <a:solidFill>
                  <a:srgbClr val="0000FF"/>
                </a:solidFill>
                <a:latin typeface="Tahoma" panose="020B0604030504040204" pitchFamily="34" charset="0"/>
              </a:rPr>
              <a:t>RightChild</a:t>
            </a:r>
            <a:r>
              <a:rPr lang="en-US" altLang="zh-CN" sz="2000" dirty="0" smtClean="0">
                <a:solidFill>
                  <a:srgbClr val="0000FF"/>
                </a:solidFill>
                <a:latin typeface="Tahoma" panose="020B0604030504040204" pitchFamily="34" charset="0"/>
              </a:rPr>
              <a:t> = r;}</a:t>
            </a:r>
            <a:endParaRPr lang="en-US" altLang="zh-CN" sz="2000" dirty="0" smtClean="0">
              <a:solidFill>
                <a:srgbClr val="0000FF"/>
              </a:solidFill>
              <a:latin typeface="Tahoma" panose="020B0604030504040204" pitchFamily="34" charset="0"/>
            </a:endParaRPr>
          </a:p>
          <a:p>
            <a:pPr>
              <a:buClrTx/>
              <a:buFontTx/>
              <a:buNone/>
            </a:pPr>
            <a:r>
              <a:rPr lang="en-US" altLang="zh-CN" sz="2000" dirty="0" smtClean="0">
                <a:solidFill>
                  <a:srgbClr val="0000FF"/>
                </a:solidFill>
                <a:latin typeface="Tahoma" panose="020B0604030504040204" pitchFamily="34" charset="0"/>
              </a:rPr>
              <a:t>   else </a:t>
            </a:r>
            <a:r>
              <a:rPr lang="en-US" altLang="zh-CN" sz="2000" dirty="0" smtClean="0">
                <a:solidFill>
                  <a:srgbClr val="008000"/>
                </a:solidFill>
                <a:latin typeface="Tahoma" panose="020B0604030504040204" pitchFamily="34" charset="0"/>
              </a:rPr>
              <a:t>// insertion into empty tree</a:t>
            </a:r>
            <a:endParaRPr lang="en-US" altLang="zh-CN" sz="2000" dirty="0" smtClean="0">
              <a:solidFill>
                <a:srgbClr val="008000"/>
              </a:solidFill>
              <a:latin typeface="Tahoma" panose="020B0604030504040204" pitchFamily="34" charset="0"/>
            </a:endParaRPr>
          </a:p>
          <a:p>
            <a:pPr>
              <a:buClrTx/>
              <a:buFontTx/>
              <a:buNone/>
            </a:pPr>
            <a:r>
              <a:rPr lang="en-US" altLang="zh-CN" sz="2000" dirty="0" smtClean="0">
                <a:solidFill>
                  <a:srgbClr val="008000"/>
                </a:solidFill>
                <a:latin typeface="Tahoma" panose="020B0604030504040204" pitchFamily="34" charset="0"/>
              </a:rPr>
              <a:t>        </a:t>
            </a:r>
            <a:r>
              <a:rPr lang="en-US" altLang="zh-CN" sz="2000" dirty="0" smtClean="0">
                <a:solidFill>
                  <a:srgbClr val="0000FF"/>
                </a:solidFill>
                <a:latin typeface="Tahoma" panose="020B0604030504040204" pitchFamily="34" charset="0"/>
              </a:rPr>
              <a:t>root = r;</a:t>
            </a:r>
            <a:endParaRPr lang="en-US" altLang="zh-CN" sz="2000" dirty="0" smtClean="0">
              <a:solidFill>
                <a:srgbClr val="0000FF"/>
              </a:solidFill>
              <a:latin typeface="Tahoma" panose="020B0604030504040204" pitchFamily="34" charset="0"/>
            </a:endParaRPr>
          </a:p>
          <a:p>
            <a:pPr>
              <a:buClrTx/>
              <a:buFontTx/>
              <a:buNone/>
            </a:pPr>
            <a:r>
              <a:rPr lang="en-US" altLang="zh-CN" sz="2000" dirty="0" smtClean="0">
                <a:solidFill>
                  <a:srgbClr val="008000"/>
                </a:solidFill>
                <a:latin typeface="Tahoma" panose="020B0604030504040204" pitchFamily="34" charset="0"/>
              </a:rPr>
              <a:t>   </a:t>
            </a:r>
            <a:r>
              <a:rPr lang="en-US" altLang="zh-CN" sz="2000" dirty="0" smtClean="0">
                <a:solidFill>
                  <a:srgbClr val="0000FF"/>
                </a:solidFill>
                <a:latin typeface="Tahoma" panose="020B0604030504040204" pitchFamily="34" charset="0"/>
              </a:rPr>
              <a:t>return *this;</a:t>
            </a:r>
            <a:endParaRPr lang="en-US" altLang="zh-CN" sz="2000" dirty="0" smtClean="0">
              <a:solidFill>
                <a:srgbClr val="0000FF"/>
              </a:solidFill>
              <a:latin typeface="Tahoma" panose="020B0604030504040204" pitchFamily="34" charset="0"/>
            </a:endParaRPr>
          </a:p>
          <a:p>
            <a:pPr>
              <a:buClrTx/>
              <a:buFontTx/>
              <a:buNone/>
            </a:pPr>
            <a:r>
              <a:rPr lang="en-US" altLang="zh-CN" sz="2000" dirty="0" smtClean="0">
                <a:solidFill>
                  <a:srgbClr val="0000FF"/>
                </a:solidFill>
                <a:latin typeface="Tahoma" panose="020B0604030504040204" pitchFamily="34" charset="0"/>
              </a:rPr>
              <a:t>}</a:t>
            </a:r>
            <a:endParaRPr lang="en-US" altLang="zh-CN" dirty="0" smtClean="0"/>
          </a:p>
        </p:txBody>
      </p:sp>
      <p:sp>
        <p:nvSpPr>
          <p:cNvPr id="409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4959BC0-C353-4D18-BA8E-2792F0AF3FEC}"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smtClean="0"/>
              <a:t>由一系列插入生成</a:t>
            </a:r>
            <a:r>
              <a:rPr lang="en-US" altLang="zh-CN" smtClean="0"/>
              <a:t>BST</a:t>
            </a:r>
            <a:endParaRPr lang="zh-CN" altLang="en-US" smtClean="0"/>
          </a:p>
        </p:txBody>
      </p:sp>
      <p:sp>
        <p:nvSpPr>
          <p:cNvPr id="41987" name="内容占位符 2"/>
          <p:cNvSpPr>
            <a:spLocks noGrp="1"/>
          </p:cNvSpPr>
          <p:nvPr>
            <p:ph idx="1"/>
          </p:nvPr>
        </p:nvSpPr>
        <p:spPr/>
        <p:txBody>
          <a:bodyPr/>
          <a:lstStyle/>
          <a:p>
            <a:r>
              <a:rPr lang="zh-CN" altLang="en-US" dirty="0" smtClean="0"/>
              <a:t>从空树出发，由序列</a:t>
            </a:r>
            <a:r>
              <a:rPr lang="en-US" altLang="zh-CN" dirty="0" smtClean="0"/>
              <a:t>{45,24,53,45,12,24,90}</a:t>
            </a:r>
            <a:r>
              <a:rPr lang="zh-CN" altLang="en-US" dirty="0" smtClean="0"/>
              <a:t>构造</a:t>
            </a:r>
            <a:r>
              <a:rPr lang="en-US" altLang="zh-CN" dirty="0" smtClean="0"/>
              <a:t>BST</a:t>
            </a:r>
            <a:endParaRPr lang="en-US" altLang="zh-CN" dirty="0" smtClean="0"/>
          </a:p>
          <a:p>
            <a:endParaRPr lang="en-US" altLang="zh-CN" dirty="0" smtClean="0"/>
          </a:p>
          <a:p>
            <a:endParaRPr lang="en-US" altLang="zh-CN" dirty="0" smtClean="0"/>
          </a:p>
          <a:p>
            <a:endParaRPr lang="zh-CN" altLang="en-US" dirty="0" smtClean="0"/>
          </a:p>
          <a:p>
            <a:endParaRPr lang="zh-CN" altLang="en-US" dirty="0" smtClean="0"/>
          </a:p>
          <a:p>
            <a:endParaRPr lang="zh-CN" altLang="en-US" dirty="0" smtClean="0"/>
          </a:p>
          <a:p>
            <a:endParaRPr lang="zh-CN" altLang="en-US" dirty="0" smtClean="0"/>
          </a:p>
          <a:p>
            <a:r>
              <a:rPr lang="zh-CN" altLang="en-US" dirty="0" smtClean="0"/>
              <a:t>上述过程本质上是将无序序列转变为有序序列的过程</a:t>
            </a:r>
            <a:endParaRPr lang="zh-CN" altLang="en-US" dirty="0" smtClean="0"/>
          </a:p>
        </p:txBody>
      </p:sp>
      <p:sp>
        <p:nvSpPr>
          <p:cNvPr id="419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F070D14-BA7E-47E5-89A4-F693AD291D46}" type="slidenum">
              <a:rPr lang="en-US" altLang="en-US">
                <a:solidFill>
                  <a:srgbClr val="4B4B4B"/>
                </a:solidFill>
              </a:rPr>
            </a:fld>
            <a:endParaRPr lang="en-US" altLang="en-US">
              <a:solidFill>
                <a:srgbClr val="4B4B4B"/>
              </a:solidFill>
            </a:endParaRPr>
          </a:p>
        </p:txBody>
      </p:sp>
      <p:sp>
        <p:nvSpPr>
          <p:cNvPr id="8" name="椭圆 7"/>
          <p:cNvSpPr/>
          <p:nvPr>
            <p:custDataLst>
              <p:tags r:id="rId1"/>
            </p:custDataLst>
          </p:nvPr>
        </p:nvSpPr>
        <p:spPr>
          <a:xfrm>
            <a:off x="4130040" y="2244090"/>
            <a:ext cx="695325" cy="700405"/>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p>
            <a:pPr algn="ctr"/>
            <a:r>
              <a:rPr lang="en-US" altLang="zh-CN" sz="2400" b="1" dirty="0" smtClean="0">
                <a:solidFill>
                  <a:schemeClr val="tx1"/>
                </a:solidFill>
                <a:sym typeface="+mn-ea"/>
              </a:rPr>
              <a:t>45</a:t>
            </a:r>
            <a:endParaRPr lang="en-US" altLang="zh-CN" sz="2400" b="1" dirty="0" smtClean="0">
              <a:ln w="0"/>
              <a:solidFill>
                <a:schemeClr val="tx1"/>
              </a:solidFill>
              <a:effectLst>
                <a:outerShdw blurRad="38100" dist="19050" dir="2700000" algn="tl" rotWithShape="0">
                  <a:schemeClr val="dk1">
                    <a:alpha val="40000"/>
                  </a:schemeClr>
                </a:outerShdw>
              </a:effectLst>
              <a:sym typeface="+mn-ea"/>
            </a:endParaRPr>
          </a:p>
        </p:txBody>
      </p:sp>
      <p:sp>
        <p:nvSpPr>
          <p:cNvPr id="4" name="椭圆 3"/>
          <p:cNvSpPr/>
          <p:nvPr>
            <p:custDataLst>
              <p:tags r:id="rId2"/>
            </p:custDataLst>
          </p:nvPr>
        </p:nvSpPr>
        <p:spPr>
          <a:xfrm>
            <a:off x="3354070" y="3097530"/>
            <a:ext cx="695325" cy="700405"/>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p>
            <a:pPr algn="ctr"/>
            <a:r>
              <a:rPr lang="en-US" altLang="zh-CN" sz="2400" b="1" dirty="0" smtClean="0">
                <a:solidFill>
                  <a:schemeClr val="tx1"/>
                </a:solidFill>
                <a:sym typeface="+mn-ea"/>
              </a:rPr>
              <a:t>24</a:t>
            </a:r>
            <a:endParaRPr lang="en-US" altLang="zh-CN" sz="2400" b="1" dirty="0" smtClean="0">
              <a:ln w="0"/>
              <a:solidFill>
                <a:schemeClr val="tx1"/>
              </a:solidFill>
              <a:effectLst>
                <a:outerShdw blurRad="38100" dist="19050" dir="2700000" algn="tl" rotWithShape="0">
                  <a:schemeClr val="dk1">
                    <a:alpha val="40000"/>
                  </a:schemeClr>
                </a:outerShdw>
              </a:effectLst>
              <a:sym typeface="+mn-ea"/>
            </a:endParaRPr>
          </a:p>
        </p:txBody>
      </p:sp>
      <p:cxnSp>
        <p:nvCxnSpPr>
          <p:cNvPr id="11" name="直接箭头连接符 10"/>
          <p:cNvCxnSpPr>
            <a:stCxn id="8" idx="3"/>
            <a:endCxn id="4" idx="7"/>
          </p:cNvCxnSpPr>
          <p:nvPr>
            <p:custDataLst>
              <p:tags r:id="rId3"/>
            </p:custDataLst>
          </p:nvPr>
        </p:nvCxnSpPr>
        <p:spPr>
          <a:xfrm flipH="1">
            <a:off x="3947795" y="2841625"/>
            <a:ext cx="283845" cy="358775"/>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12" name="椭圆 11"/>
          <p:cNvSpPr/>
          <p:nvPr>
            <p:custDataLst>
              <p:tags r:id="rId4"/>
            </p:custDataLst>
          </p:nvPr>
        </p:nvSpPr>
        <p:spPr>
          <a:xfrm>
            <a:off x="4926965" y="3097530"/>
            <a:ext cx="695325" cy="700405"/>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p>
            <a:pPr algn="ctr"/>
            <a:r>
              <a:rPr lang="en-US" altLang="zh-CN" sz="2400" b="1" dirty="0" smtClean="0">
                <a:solidFill>
                  <a:schemeClr val="tx1"/>
                </a:solidFill>
                <a:sym typeface="+mn-ea"/>
              </a:rPr>
              <a:t>53</a:t>
            </a:r>
            <a:endParaRPr lang="en-US" altLang="zh-CN" sz="2400" b="1" dirty="0" smtClean="0">
              <a:ln w="0"/>
              <a:solidFill>
                <a:schemeClr val="tx1"/>
              </a:solidFill>
              <a:effectLst>
                <a:outerShdw blurRad="38100" dist="19050" dir="2700000" algn="tl" rotWithShape="0">
                  <a:schemeClr val="dk1">
                    <a:alpha val="40000"/>
                  </a:schemeClr>
                </a:outerShdw>
              </a:effectLst>
              <a:sym typeface="+mn-ea"/>
            </a:endParaRPr>
          </a:p>
        </p:txBody>
      </p:sp>
      <p:cxnSp>
        <p:nvCxnSpPr>
          <p:cNvPr id="13" name="直接箭头连接符 12"/>
          <p:cNvCxnSpPr>
            <a:stCxn id="8" idx="5"/>
            <a:endCxn id="12" idx="1"/>
          </p:cNvCxnSpPr>
          <p:nvPr>
            <p:custDataLst>
              <p:tags r:id="rId5"/>
            </p:custDataLst>
          </p:nvPr>
        </p:nvCxnSpPr>
        <p:spPr>
          <a:xfrm>
            <a:off x="4723765" y="2841625"/>
            <a:ext cx="304800" cy="358775"/>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14" name="椭圆 13"/>
          <p:cNvSpPr/>
          <p:nvPr>
            <p:custDataLst>
              <p:tags r:id="rId6"/>
            </p:custDataLst>
          </p:nvPr>
        </p:nvSpPr>
        <p:spPr>
          <a:xfrm>
            <a:off x="2469515" y="4026535"/>
            <a:ext cx="695325" cy="700405"/>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p>
            <a:pPr algn="ctr"/>
            <a:r>
              <a:rPr lang="en-US" altLang="zh-CN" sz="2400" b="1" dirty="0" smtClean="0">
                <a:solidFill>
                  <a:schemeClr val="tx1"/>
                </a:solidFill>
                <a:sym typeface="+mn-ea"/>
              </a:rPr>
              <a:t>12</a:t>
            </a:r>
            <a:endParaRPr lang="en-US" altLang="zh-CN" sz="2400" b="1" dirty="0" smtClean="0">
              <a:ln w="0"/>
              <a:solidFill>
                <a:schemeClr val="tx1"/>
              </a:solidFill>
              <a:effectLst>
                <a:outerShdw blurRad="38100" dist="19050" dir="2700000" algn="tl" rotWithShape="0">
                  <a:schemeClr val="dk1">
                    <a:alpha val="40000"/>
                  </a:schemeClr>
                </a:outerShdw>
              </a:effectLst>
              <a:sym typeface="+mn-ea"/>
            </a:endParaRPr>
          </a:p>
        </p:txBody>
      </p:sp>
      <p:cxnSp>
        <p:nvCxnSpPr>
          <p:cNvPr id="15" name="直接箭头连接符 14"/>
          <p:cNvCxnSpPr>
            <a:stCxn id="4" idx="3"/>
            <a:endCxn id="14" idx="7"/>
          </p:cNvCxnSpPr>
          <p:nvPr>
            <p:custDataLst>
              <p:tags r:id="rId7"/>
            </p:custDataLst>
          </p:nvPr>
        </p:nvCxnSpPr>
        <p:spPr>
          <a:xfrm flipH="1">
            <a:off x="3063240" y="3695065"/>
            <a:ext cx="392430" cy="43434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16" name="椭圆 15"/>
          <p:cNvSpPr/>
          <p:nvPr>
            <p:custDataLst>
              <p:tags r:id="rId8"/>
            </p:custDataLst>
          </p:nvPr>
        </p:nvSpPr>
        <p:spPr>
          <a:xfrm>
            <a:off x="5824855" y="4026535"/>
            <a:ext cx="695325" cy="700405"/>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p>
            <a:pPr algn="ctr"/>
            <a:r>
              <a:rPr lang="en-US" altLang="zh-CN" sz="2400" b="1" dirty="0" smtClean="0">
                <a:solidFill>
                  <a:schemeClr val="tx1"/>
                </a:solidFill>
                <a:sym typeface="+mn-ea"/>
              </a:rPr>
              <a:t>90</a:t>
            </a:r>
            <a:endParaRPr lang="en-US" altLang="zh-CN" sz="2400" b="1" dirty="0" smtClean="0">
              <a:ln w="0"/>
              <a:solidFill>
                <a:schemeClr val="tx1"/>
              </a:solidFill>
              <a:effectLst>
                <a:outerShdw blurRad="38100" dist="19050" dir="2700000" algn="tl" rotWithShape="0">
                  <a:schemeClr val="dk1">
                    <a:alpha val="40000"/>
                  </a:schemeClr>
                </a:outerShdw>
              </a:effectLst>
              <a:sym typeface="+mn-ea"/>
            </a:endParaRPr>
          </a:p>
        </p:txBody>
      </p:sp>
      <p:cxnSp>
        <p:nvCxnSpPr>
          <p:cNvPr id="17" name="直接箭头连接符 16"/>
          <p:cNvCxnSpPr>
            <a:stCxn id="12" idx="5"/>
            <a:endCxn id="16" idx="1"/>
          </p:cNvCxnSpPr>
          <p:nvPr>
            <p:custDataLst>
              <p:tags r:id="rId9"/>
            </p:custDataLst>
          </p:nvPr>
        </p:nvCxnSpPr>
        <p:spPr>
          <a:xfrm>
            <a:off x="5520690" y="3695065"/>
            <a:ext cx="405765" cy="43434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Tree>
    <p:custDataLst>
      <p:tags r:id="rId10"/>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up)">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5" presetClass="emph" presetSubtype="0" fill="hold" grpId="2" nodeType="clickEffect">
                                  <p:stCondLst>
                                    <p:cond delay="0"/>
                                  </p:stCondLst>
                                  <p:childTnLst>
                                    <p:anim calcmode="discrete" valueType="str">
                                      <p:cBhvr>
                                        <p:cTn id="28"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up)">
                                      <p:cBhvr>
                                        <p:cTn id="33" dur="500"/>
                                        <p:tgtEl>
                                          <p:spTgt spid="11"/>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up)">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35" presetClass="emph" presetSubtype="0" fill="hold" grpId="1" nodeType="clickEffect">
                                  <p:stCondLst>
                                    <p:cond delay="0"/>
                                  </p:stCondLst>
                                  <p:childTnLst>
                                    <p:anim calcmode="discrete" valueType="str">
                                      <p:cBhvr>
                                        <p:cTn id="45"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up)">
                                      <p:cBhvr>
                                        <p:cTn id="50"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up)">
                                      <p:cBhvr>
                                        <p:cTn id="55" dur="500"/>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4198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4" grpId="0" bldLvl="0" animBg="1"/>
      <p:bldP spid="12" grpId="0" bldLvl="0" animBg="1"/>
      <p:bldP spid="8" grpId="2" bldLvl="0" animBg="1"/>
      <p:bldP spid="14" grpId="0" bldLvl="0" animBg="1"/>
      <p:bldP spid="4" grpId="1" bldLvl="0" animBg="1"/>
      <p:bldP spid="16"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zh-CN" smtClean="0"/>
              <a:t>BST</a:t>
            </a:r>
            <a:r>
              <a:rPr lang="zh-CN" altLang="en-US" smtClean="0"/>
              <a:t>删除</a:t>
            </a:r>
            <a:endParaRPr lang="zh-CN" altLang="en-US" smtClean="0"/>
          </a:p>
        </p:txBody>
      </p:sp>
      <p:sp>
        <p:nvSpPr>
          <p:cNvPr id="43011" name="Rectangle 3"/>
          <p:cNvSpPr>
            <a:spLocks noGrp="1" noChangeArrowheads="1"/>
          </p:cNvSpPr>
          <p:nvPr>
            <p:ph idx="1"/>
          </p:nvPr>
        </p:nvSpPr>
        <p:spPr/>
        <p:txBody>
          <a:bodyPr/>
          <a:lstStyle/>
          <a:p>
            <a:pPr marL="609600" indent="-609600">
              <a:buFont typeface="Wingdings" panose="05000000000000000000" pitchFamily="2" charset="2"/>
              <a:buAutoNum type="arabicPeriod"/>
            </a:pPr>
            <a:r>
              <a:rPr lang="zh-CN" altLang="en-US" smtClean="0"/>
              <a:t>删除叶节点</a:t>
            </a:r>
            <a:endParaRPr lang="zh-CN" altLang="en-US" smtClean="0"/>
          </a:p>
          <a:p>
            <a:pPr marL="990600" lvl="1" indent="-533400"/>
            <a:r>
              <a:rPr lang="zh-CN" altLang="en-US" smtClean="0"/>
              <a:t>直接丢弃</a:t>
            </a:r>
            <a:r>
              <a:rPr lang="en-US" altLang="zh-CN" smtClean="0"/>
              <a:t>——</a:t>
            </a:r>
            <a:r>
              <a:rPr lang="zh-CN" altLang="en-US" smtClean="0"/>
              <a:t>父节点指向它的指针置为</a:t>
            </a:r>
            <a:r>
              <a:rPr lang="en-US" altLang="zh-CN" smtClean="0"/>
              <a:t>0</a:t>
            </a:r>
            <a:endParaRPr lang="en-US" altLang="zh-CN" smtClean="0"/>
          </a:p>
        </p:txBody>
      </p:sp>
      <p:sp>
        <p:nvSpPr>
          <p:cNvPr id="4301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9041CA9-0DCF-46DB-A434-2CC8CCA5076D}" type="slidenum">
              <a:rPr lang="en-US" altLang="en-US">
                <a:solidFill>
                  <a:srgbClr val="4B4B4B"/>
                </a:solidFill>
              </a:rPr>
            </a:fld>
            <a:endParaRPr lang="en-US" altLang="en-US">
              <a:solidFill>
                <a:srgbClr val="4B4B4B"/>
              </a:solidFill>
            </a:endParaRPr>
          </a:p>
        </p:txBody>
      </p:sp>
      <p:pic>
        <p:nvPicPr>
          <p:cNvPr id="43012" name="Picture 4" descr="bsti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0585" y="3035299"/>
            <a:ext cx="8058533" cy="237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Text Box 5"/>
          <p:cNvSpPr txBox="1">
            <a:spLocks noChangeArrowheads="1"/>
          </p:cNvSpPr>
          <p:nvPr/>
        </p:nvSpPr>
        <p:spPr bwMode="ltGray">
          <a:xfrm>
            <a:off x="4114800" y="25146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35</a:t>
            </a:r>
            <a:endParaRPr lang="en-US" altLang="zh-CN">
              <a:solidFill>
                <a:srgbClr val="FF0000"/>
              </a:solidFill>
            </a:endParaRPr>
          </a:p>
        </p:txBody>
      </p:sp>
      <p:sp>
        <p:nvSpPr>
          <p:cNvPr id="43014" name="Line 6"/>
          <p:cNvSpPr>
            <a:spLocks noChangeShapeType="1"/>
          </p:cNvSpPr>
          <p:nvPr/>
        </p:nvSpPr>
        <p:spPr bwMode="ltGray">
          <a:xfrm>
            <a:off x="3581400" y="3200400"/>
            <a:ext cx="2133600" cy="0"/>
          </a:xfrm>
          <a:prstGeom prst="line">
            <a:avLst/>
          </a:prstGeom>
          <a:noFill/>
          <a:ln w="25400">
            <a:solidFill>
              <a:srgbClr val="FF000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椭圆 7"/>
          <p:cNvSpPr/>
          <p:nvPr/>
        </p:nvSpPr>
        <p:spPr>
          <a:xfrm>
            <a:off x="3941379" y="4659398"/>
            <a:ext cx="680545" cy="75088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80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7094484" y="4625240"/>
            <a:ext cx="716674" cy="75088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35</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smtClean="0"/>
              <a:t>删除算法（续）</a:t>
            </a:r>
            <a:endParaRPr lang="zh-CN" altLang="en-US" smtClean="0"/>
          </a:p>
        </p:txBody>
      </p:sp>
      <p:sp>
        <p:nvSpPr>
          <p:cNvPr id="44035" name="Rectangle 3"/>
          <p:cNvSpPr>
            <a:spLocks noGrp="1" noChangeArrowheads="1"/>
          </p:cNvSpPr>
          <p:nvPr>
            <p:ph idx="1"/>
          </p:nvPr>
        </p:nvSpPr>
        <p:spPr/>
        <p:txBody>
          <a:bodyPr/>
          <a:lstStyle/>
          <a:p>
            <a:pPr marL="609600" indent="-609600"/>
            <a:r>
              <a:rPr lang="zh-CN" altLang="en-US" smtClean="0"/>
              <a:t>不是叶节点：如何保持二叉搜索树特性？</a:t>
            </a:r>
            <a:r>
              <a:rPr lang="en-US" altLang="zh-CN" smtClean="0"/>
              <a:t>——</a:t>
            </a:r>
            <a:r>
              <a:rPr lang="zh-CN" altLang="en-US" smtClean="0"/>
              <a:t>删除节点</a:t>
            </a:r>
            <a:r>
              <a:rPr lang="en-US" altLang="zh-CN" smtClean="0"/>
              <a:t>p</a:t>
            </a:r>
            <a:r>
              <a:rPr lang="zh-CN" altLang="en-US" smtClean="0"/>
              <a:t>，</a:t>
            </a:r>
            <a:r>
              <a:rPr lang="en-US" altLang="zh-CN" smtClean="0"/>
              <a:t>p</a:t>
            </a:r>
            <a:r>
              <a:rPr lang="zh-CN" altLang="en-US" smtClean="0"/>
              <a:t>的子树内部调整</a:t>
            </a:r>
            <a:endParaRPr lang="zh-CN" altLang="en-US" smtClean="0"/>
          </a:p>
          <a:p>
            <a:pPr marL="609600" indent="-609600">
              <a:buFont typeface="Wingdings" panose="05000000000000000000" pitchFamily="2" charset="2"/>
              <a:buAutoNum type="arabicPeriod" startAt="2"/>
            </a:pPr>
            <a:r>
              <a:rPr lang="en-US" altLang="zh-CN" smtClean="0"/>
              <a:t>p</a:t>
            </a:r>
            <a:r>
              <a:rPr lang="zh-CN" altLang="en-US" smtClean="0"/>
              <a:t>有且只有一个非空子树</a:t>
            </a:r>
            <a:r>
              <a:rPr lang="en-US" altLang="zh-CN" smtClean="0"/>
              <a:t>t</a:t>
            </a:r>
            <a:r>
              <a:rPr lang="zh-CN" altLang="en-US" smtClean="0"/>
              <a:t>，其根为</a:t>
            </a:r>
            <a:r>
              <a:rPr lang="en-US" altLang="zh-CN" smtClean="0"/>
              <a:t>q</a:t>
            </a:r>
            <a:endParaRPr lang="en-US" altLang="zh-CN" smtClean="0"/>
          </a:p>
          <a:p>
            <a:pPr marL="990600" lvl="1" indent="-533400"/>
            <a:r>
              <a:rPr lang="zh-CN" altLang="en-US" smtClean="0"/>
              <a:t>丢弃</a:t>
            </a:r>
            <a:r>
              <a:rPr lang="en-US" altLang="zh-CN" smtClean="0"/>
              <a:t>p</a:t>
            </a:r>
            <a:r>
              <a:rPr lang="zh-CN" altLang="en-US" smtClean="0"/>
              <a:t>，以</a:t>
            </a:r>
            <a:r>
              <a:rPr lang="en-US" altLang="zh-CN" smtClean="0"/>
              <a:t>q</a:t>
            </a:r>
            <a:r>
              <a:rPr lang="zh-CN" altLang="en-US" smtClean="0"/>
              <a:t>取代</a:t>
            </a:r>
            <a:r>
              <a:rPr lang="en-US" altLang="zh-CN" smtClean="0"/>
              <a:t>p</a:t>
            </a:r>
            <a:r>
              <a:rPr lang="zh-CN" altLang="en-US" smtClean="0"/>
              <a:t>的位置</a:t>
            </a:r>
            <a:endParaRPr lang="zh-CN" altLang="en-US" smtClean="0"/>
          </a:p>
          <a:p>
            <a:pPr marL="1371600" lvl="2" indent="-457200"/>
            <a:r>
              <a:rPr lang="en-US" altLang="zh-CN" smtClean="0"/>
              <a:t>p</a:t>
            </a:r>
            <a:r>
              <a:rPr lang="zh-CN" altLang="en-US" smtClean="0"/>
              <a:t>是整个二叉搜索树的根</a:t>
            </a:r>
            <a:r>
              <a:rPr lang="en-US" altLang="zh-CN" smtClean="0"/>
              <a:t>——q</a:t>
            </a:r>
            <a:r>
              <a:rPr lang="zh-CN" altLang="en-US" smtClean="0"/>
              <a:t>作为新的根</a:t>
            </a:r>
            <a:endParaRPr lang="zh-CN" altLang="en-US" smtClean="0"/>
          </a:p>
          <a:p>
            <a:pPr marL="1371600" lvl="2" indent="-457200"/>
            <a:r>
              <a:rPr lang="zh-CN" altLang="en-US" smtClean="0"/>
              <a:t>否则</a:t>
            </a:r>
            <a:r>
              <a:rPr lang="en-US" altLang="zh-CN" smtClean="0"/>
              <a:t>——p</a:t>
            </a:r>
            <a:r>
              <a:rPr lang="zh-CN" altLang="en-US" smtClean="0"/>
              <a:t>的父节点的“指向</a:t>
            </a:r>
            <a:r>
              <a:rPr lang="en-US" altLang="zh-CN" smtClean="0"/>
              <a:t>p</a:t>
            </a:r>
            <a:r>
              <a:rPr lang="zh-CN" altLang="en-US" smtClean="0"/>
              <a:t>的指针”变为指向</a:t>
            </a:r>
            <a:r>
              <a:rPr lang="en-US" altLang="zh-CN" smtClean="0"/>
              <a:t>q</a:t>
            </a:r>
            <a:endParaRPr lang="en-US" altLang="zh-CN" smtClean="0"/>
          </a:p>
        </p:txBody>
      </p:sp>
      <p:sp>
        <p:nvSpPr>
          <p:cNvPr id="440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1F9814-D654-43B7-BD5F-62906F5ADE8C}" type="slidenum">
              <a:rPr lang="en-US" altLang="en-US">
                <a:solidFill>
                  <a:srgbClr val="4B4B4B"/>
                </a:solidFill>
              </a:rPr>
            </a:fld>
            <a:endParaRPr lang="en-US" altLang="en-US">
              <a:solidFill>
                <a:srgbClr val="4B4B4B"/>
              </a:solidFill>
            </a:endParaRPr>
          </a:p>
        </p:txBody>
      </p:sp>
      <p:sp>
        <p:nvSpPr>
          <p:cNvPr id="8" name="椭圆 7"/>
          <p:cNvSpPr/>
          <p:nvPr/>
        </p:nvSpPr>
        <p:spPr>
          <a:xfrm>
            <a:off x="7529830" y="4239260"/>
            <a:ext cx="470535" cy="50419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p>
            <a:pPr algn="ctr"/>
            <a:r>
              <a:rPr lang="en-US" altLang="zh-CN" sz="2400" b="1" dirty="0" smtClean="0">
                <a:solidFill>
                  <a:schemeClr val="tx1"/>
                </a:solidFill>
                <a:sym typeface="+mn-ea"/>
              </a:rPr>
              <a:t>p</a:t>
            </a:r>
            <a:endParaRPr lang="en-US" altLang="zh-CN" sz="2400" b="1" dirty="0" smtClean="0">
              <a:solidFill>
                <a:schemeClr val="tx1"/>
              </a:solidFill>
              <a:sym typeface="+mn-ea"/>
            </a:endParaRPr>
          </a:p>
        </p:txBody>
      </p:sp>
      <p:sp>
        <p:nvSpPr>
          <p:cNvPr id="4" name="椭圆 3"/>
          <p:cNvSpPr/>
          <p:nvPr>
            <p:custDataLst>
              <p:tags r:id="rId1"/>
            </p:custDataLst>
          </p:nvPr>
        </p:nvSpPr>
        <p:spPr>
          <a:xfrm>
            <a:off x="6935470" y="4881880"/>
            <a:ext cx="483870" cy="539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p>
            <a:pPr algn="ctr"/>
            <a:r>
              <a:rPr lang="en-US" altLang="zh-CN" sz="2400" b="1" dirty="0" smtClean="0">
                <a:solidFill>
                  <a:schemeClr val="tx1"/>
                </a:solidFill>
                <a:sym typeface="+mn-ea"/>
              </a:rPr>
              <a:t>q</a:t>
            </a:r>
            <a:endParaRPr lang="en-US" altLang="zh-CN" sz="2400" b="1" dirty="0" smtClean="0">
              <a:solidFill>
                <a:schemeClr val="tx1"/>
              </a:solidFill>
              <a:sym typeface="+mn-ea"/>
            </a:endParaRPr>
          </a:p>
        </p:txBody>
      </p:sp>
      <p:cxnSp>
        <p:nvCxnSpPr>
          <p:cNvPr id="11" name="直接箭头连接符 10"/>
          <p:cNvCxnSpPr>
            <a:stCxn id="8" idx="3"/>
            <a:endCxn id="4" idx="7"/>
          </p:cNvCxnSpPr>
          <p:nvPr/>
        </p:nvCxnSpPr>
        <p:spPr>
          <a:xfrm flipH="1">
            <a:off x="7348220" y="4669790"/>
            <a:ext cx="250825" cy="29083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cxnSp>
        <p:nvCxnSpPr>
          <p:cNvPr id="2" name="直接箭头连接符 1"/>
          <p:cNvCxnSpPr/>
          <p:nvPr>
            <p:custDataLst>
              <p:tags r:id="rId2"/>
            </p:custDataLst>
          </p:nvPr>
        </p:nvCxnSpPr>
        <p:spPr>
          <a:xfrm flipH="1">
            <a:off x="7824470" y="3799840"/>
            <a:ext cx="22860" cy="43942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up)">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xit" presetSubtype="4" fill="hold" grpId="2" nodeType="clickEffect">
                                  <p:stCondLst>
                                    <p:cond delay="0"/>
                                  </p:stCondLst>
                                  <p:childTnLst>
                                    <p:animEffect transition="out" filter="wipe(down)">
                                      <p:cBhvr>
                                        <p:cTn id="24" dur="500"/>
                                        <p:tgtEl>
                                          <p:spTgt spid="8"/>
                                        </p:tgtEl>
                                      </p:cBhvr>
                                    </p:animEffect>
                                    <p:set>
                                      <p:cBhvr>
                                        <p:cTn id="25" dur="1" fill="hold">
                                          <p:stCondLst>
                                            <p:cond delay="499"/>
                                          </p:stCondLst>
                                        </p:cTn>
                                        <p:tgtEl>
                                          <p:spTgt spid="8"/>
                                        </p:tgtEl>
                                        <p:attrNameLst>
                                          <p:attrName>style.visibility</p:attrName>
                                        </p:attrNameLst>
                                      </p:cBhvr>
                                      <p:to>
                                        <p:strVal val="hidden"/>
                                      </p:to>
                                    </p:set>
                                  </p:childTnLst>
                                </p:cTn>
                              </p:par>
                              <p:par>
                                <p:cTn id="26" presetID="22" presetClass="exit" presetSubtype="4" fill="hold" nodeType="withEffect">
                                  <p:stCondLst>
                                    <p:cond delay="0"/>
                                  </p:stCondLst>
                                  <p:childTnLst>
                                    <p:animEffect transition="out" filter="wipe(down)">
                                      <p:cBhvr>
                                        <p:cTn id="27" dur="500"/>
                                        <p:tgtEl>
                                          <p:spTgt spid="11"/>
                                        </p:tgtEl>
                                      </p:cBhvr>
                                    </p:animEffect>
                                    <p:set>
                                      <p:cBhvr>
                                        <p:cTn id="28" dur="1" fill="hold">
                                          <p:stCondLst>
                                            <p:cond delay="499"/>
                                          </p:stCondLst>
                                        </p:cTn>
                                        <p:tgtEl>
                                          <p:spTgt spid="11"/>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nodeType="clickEffect">
                                  <p:stCondLst>
                                    <p:cond delay="0"/>
                                  </p:stCondLst>
                                  <p:childTnLst>
                                    <p:animMotion origin="layout" path="M 0.00131944 -9.25926e-05 L -0.0775 0.0975926 " pathEditMode="relative" ptsTypes="">
                                      <p:cBhvr>
                                        <p:cTn id="32"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4" grpId="0" bldLvl="0" animBg="1"/>
      <p:bldP spid="8" grpId="2"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zh-CN" altLang="en-US" smtClean="0"/>
              <a:t>删除算法（续）</a:t>
            </a:r>
            <a:endParaRPr lang="zh-CN" altLang="en-US" smtClean="0"/>
          </a:p>
        </p:txBody>
      </p:sp>
      <p:sp>
        <p:nvSpPr>
          <p:cNvPr id="450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1CB10A6-9C00-47EA-9158-448B254CD8FB}" type="slidenum">
              <a:rPr lang="en-US" altLang="en-US">
                <a:solidFill>
                  <a:srgbClr val="4B4B4B"/>
                </a:solidFill>
              </a:rPr>
            </a:fld>
            <a:endParaRPr lang="en-US" altLang="en-US">
              <a:solidFill>
                <a:srgbClr val="4B4B4B"/>
              </a:solidFill>
            </a:endParaRPr>
          </a:p>
        </p:txBody>
      </p:sp>
      <p:pic>
        <p:nvPicPr>
          <p:cNvPr id="45059" name="Picture 4" descr="bstdel2"/>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304800" y="1447800"/>
            <a:ext cx="86074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Text Box 5"/>
          <p:cNvSpPr txBox="1">
            <a:spLocks noChangeArrowheads="1"/>
          </p:cNvSpPr>
          <p:nvPr/>
        </p:nvSpPr>
        <p:spPr bwMode="ltGray">
          <a:xfrm>
            <a:off x="3581400" y="1470025"/>
            <a:ext cx="228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5</a:t>
            </a:r>
            <a:r>
              <a:rPr lang="en-US" altLang="zh-CN">
                <a:solidFill>
                  <a:srgbClr val="FF0000"/>
                </a:solidFill>
                <a:sym typeface="Wingdings" panose="05000000000000000000" pitchFamily="2" charset="2"/>
              </a:rPr>
              <a:t>“</a:t>
            </a:r>
            <a:r>
              <a:rPr lang="zh-CN" altLang="en-US">
                <a:solidFill>
                  <a:srgbClr val="FF0000"/>
                </a:solidFill>
                <a:sym typeface="Wingdings" panose="05000000000000000000" pitchFamily="2" charset="2"/>
              </a:rPr>
              <a:t>删除”</a:t>
            </a:r>
            <a:r>
              <a:rPr lang="en-US" altLang="zh-CN">
                <a:solidFill>
                  <a:srgbClr val="FF0000"/>
                </a:solidFill>
                <a:sym typeface="Wingdings" panose="05000000000000000000" pitchFamily="2" charset="2"/>
              </a:rPr>
              <a:t>2</a:t>
            </a:r>
            <a:endParaRPr lang="en-US" altLang="zh-CN">
              <a:solidFill>
                <a:srgbClr val="FF0000"/>
              </a:solidFill>
            </a:endParaRPr>
          </a:p>
        </p:txBody>
      </p:sp>
      <p:sp>
        <p:nvSpPr>
          <p:cNvPr id="45061" name="Line 6"/>
          <p:cNvSpPr>
            <a:spLocks noChangeShapeType="1"/>
          </p:cNvSpPr>
          <p:nvPr/>
        </p:nvSpPr>
        <p:spPr bwMode="ltGray">
          <a:xfrm>
            <a:off x="3657600" y="2155825"/>
            <a:ext cx="213360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2" name="Text Box 7"/>
          <p:cNvSpPr txBox="1">
            <a:spLocks noChangeArrowheads="1"/>
          </p:cNvSpPr>
          <p:nvPr/>
        </p:nvSpPr>
        <p:spPr bwMode="ltGray">
          <a:xfrm>
            <a:off x="838200" y="1851025"/>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p</a:t>
            </a:r>
            <a:endParaRPr lang="en-US" altLang="zh-CN">
              <a:solidFill>
                <a:srgbClr val="FF0000"/>
              </a:solidFill>
            </a:endParaRPr>
          </a:p>
        </p:txBody>
      </p:sp>
      <p:sp>
        <p:nvSpPr>
          <p:cNvPr id="45063" name="Text Box 8"/>
          <p:cNvSpPr txBox="1">
            <a:spLocks noChangeArrowheads="1"/>
          </p:cNvSpPr>
          <p:nvPr/>
        </p:nvSpPr>
        <p:spPr bwMode="ltGray">
          <a:xfrm>
            <a:off x="228600" y="2689225"/>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q</a:t>
            </a:r>
            <a:endParaRPr lang="en-US" altLang="zh-CN">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smtClean="0"/>
              <a:t>删除算法（续）</a:t>
            </a:r>
            <a:endParaRPr lang="zh-CN" altLang="en-US" smtClean="0"/>
          </a:p>
        </p:txBody>
      </p:sp>
      <p:sp>
        <p:nvSpPr>
          <p:cNvPr id="46083" name="Rectangle 3"/>
          <p:cNvSpPr>
            <a:spLocks noGrp="1" noChangeArrowheads="1"/>
          </p:cNvSpPr>
          <p:nvPr>
            <p:ph idx="1"/>
          </p:nvPr>
        </p:nvSpPr>
        <p:spPr/>
        <p:txBody>
          <a:bodyPr/>
          <a:lstStyle/>
          <a:p>
            <a:pPr marL="609600" indent="-609600">
              <a:buFont typeface="Wingdings" panose="05000000000000000000" pitchFamily="2" charset="2"/>
              <a:buAutoNum type="arabicPeriod" startAt="3"/>
            </a:pPr>
            <a:r>
              <a:rPr lang="en-US" altLang="zh-CN" smtClean="0"/>
              <a:t>p</a:t>
            </a:r>
            <a:r>
              <a:rPr lang="zh-CN" altLang="en-US" smtClean="0"/>
              <a:t>的两个子树都不空</a:t>
            </a:r>
            <a:r>
              <a:rPr lang="en-US" altLang="zh-CN" smtClean="0"/>
              <a:t>——</a:t>
            </a:r>
            <a:r>
              <a:rPr lang="zh-CN" altLang="en-US" smtClean="0"/>
              <a:t>转换为情况</a:t>
            </a:r>
            <a:r>
              <a:rPr lang="en-US" altLang="zh-CN" smtClean="0"/>
              <a:t>2</a:t>
            </a:r>
            <a:r>
              <a:rPr lang="zh-CN" altLang="en-US" smtClean="0"/>
              <a:t>（或</a:t>
            </a:r>
            <a:r>
              <a:rPr lang="en-US" altLang="zh-CN" smtClean="0"/>
              <a:t>1</a:t>
            </a:r>
            <a:r>
              <a:rPr lang="zh-CN" altLang="en-US" smtClean="0"/>
              <a:t>）</a:t>
            </a:r>
            <a:endParaRPr lang="zh-CN" altLang="en-US" smtClean="0"/>
          </a:p>
          <a:p>
            <a:pPr marL="990600" lvl="1" indent="-533400"/>
            <a:r>
              <a:rPr lang="en-US" altLang="zh-CN" smtClean="0"/>
              <a:t>p</a:t>
            </a:r>
            <a:r>
              <a:rPr lang="zh-CN" altLang="en-US" smtClean="0"/>
              <a:t>与某个节点</a:t>
            </a:r>
            <a:r>
              <a:rPr lang="en-US" altLang="zh-CN" smtClean="0"/>
              <a:t>q</a:t>
            </a:r>
            <a:r>
              <a:rPr lang="zh-CN" altLang="en-US" smtClean="0"/>
              <a:t>（满足情况</a:t>
            </a:r>
            <a:r>
              <a:rPr lang="en-US" altLang="zh-CN" smtClean="0"/>
              <a:t>2</a:t>
            </a:r>
            <a:r>
              <a:rPr lang="zh-CN" altLang="en-US" smtClean="0"/>
              <a:t>或</a:t>
            </a:r>
            <a:r>
              <a:rPr lang="en-US" altLang="zh-CN" smtClean="0"/>
              <a:t>1</a:t>
            </a:r>
            <a:r>
              <a:rPr lang="zh-CN" altLang="en-US" smtClean="0"/>
              <a:t>）交换</a:t>
            </a:r>
            <a:endParaRPr lang="zh-CN" altLang="en-US" smtClean="0">
              <a:sym typeface="Wingdings" panose="05000000000000000000" pitchFamily="2" charset="2"/>
            </a:endParaRPr>
          </a:p>
          <a:p>
            <a:pPr marL="990600" lvl="1" indent="-533400"/>
            <a:r>
              <a:rPr lang="zh-CN" altLang="en-US" smtClean="0">
                <a:sym typeface="Wingdings" panose="05000000000000000000" pitchFamily="2" charset="2"/>
              </a:rPr>
              <a:t>删除</a:t>
            </a:r>
            <a:r>
              <a:rPr lang="en-US" altLang="zh-CN" smtClean="0">
                <a:sym typeface="Wingdings" panose="05000000000000000000" pitchFamily="2" charset="2"/>
              </a:rPr>
              <a:t>p</a:t>
            </a:r>
            <a:r>
              <a:rPr lang="zh-CN" altLang="en-US" smtClean="0"/>
              <a:t>删除</a:t>
            </a:r>
            <a:r>
              <a:rPr lang="en-US" altLang="zh-CN" smtClean="0"/>
              <a:t>q</a:t>
            </a:r>
            <a:endParaRPr lang="en-US" altLang="zh-CN" smtClean="0"/>
          </a:p>
          <a:p>
            <a:pPr marL="990600" lvl="1" indent="-533400"/>
            <a:r>
              <a:rPr lang="en-US" altLang="zh-CN" smtClean="0"/>
              <a:t>q</a:t>
            </a:r>
            <a:r>
              <a:rPr lang="zh-CN" altLang="en-US" smtClean="0"/>
              <a:t>的选择准则？</a:t>
            </a:r>
            <a:r>
              <a:rPr lang="en-US" altLang="zh-CN" smtClean="0"/>
              <a:t>——</a:t>
            </a:r>
            <a:r>
              <a:rPr lang="zh-CN" altLang="en-US" smtClean="0"/>
              <a:t>替代</a:t>
            </a:r>
            <a:r>
              <a:rPr lang="en-US" altLang="zh-CN" smtClean="0"/>
              <a:t>p</a:t>
            </a:r>
            <a:r>
              <a:rPr lang="zh-CN" altLang="en-US" smtClean="0"/>
              <a:t>成为子树的根后，应当保持二叉搜索树特性</a:t>
            </a:r>
            <a:endParaRPr lang="zh-CN" altLang="en-US" smtClean="0"/>
          </a:p>
          <a:p>
            <a:pPr marL="990600" lvl="1" indent="-533400"/>
            <a:r>
              <a:rPr lang="zh-CN" altLang="en-US" smtClean="0"/>
              <a:t>左子树的最右节点或右子树的最左节点，排名恰与</a:t>
            </a:r>
            <a:r>
              <a:rPr lang="en-US" altLang="zh-CN" smtClean="0"/>
              <a:t>p</a:t>
            </a:r>
            <a:r>
              <a:rPr lang="zh-CN" altLang="en-US" smtClean="0">
                <a:highlight>
                  <a:srgbClr val="FFFF00"/>
                </a:highlight>
              </a:rPr>
              <a:t>相邻</a:t>
            </a:r>
            <a:r>
              <a:rPr lang="en-US" altLang="zh-CN" smtClean="0"/>
              <a:t>——</a:t>
            </a:r>
            <a:r>
              <a:rPr lang="zh-CN" altLang="en-US" smtClean="0"/>
              <a:t>之前或之后</a:t>
            </a:r>
            <a:endParaRPr lang="zh-CN" altLang="en-US" smtClean="0"/>
          </a:p>
        </p:txBody>
      </p:sp>
      <p:sp>
        <p:nvSpPr>
          <p:cNvPr id="460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D75898B-1272-4E8E-9476-ECDB6C3ACA03}"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smtClean="0"/>
              <a:t>删除算法（续）</a:t>
            </a:r>
            <a:endParaRPr lang="zh-CN" altLang="en-US" smtClean="0"/>
          </a:p>
        </p:txBody>
      </p:sp>
      <p:sp>
        <p:nvSpPr>
          <p:cNvPr id="471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CBBF830-5F8B-47A9-9240-7D52E7DB22EF}" type="slidenum">
              <a:rPr lang="en-US" altLang="en-US">
                <a:solidFill>
                  <a:srgbClr val="4B4B4B"/>
                </a:solidFill>
              </a:rPr>
            </a:fld>
            <a:endParaRPr lang="en-US" altLang="en-US">
              <a:solidFill>
                <a:srgbClr val="4B4B4B"/>
              </a:solidFill>
            </a:endParaRPr>
          </a:p>
        </p:txBody>
      </p:sp>
      <p:pic>
        <p:nvPicPr>
          <p:cNvPr id="47107" name="Picture 8" descr="bstdel3-1"/>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465138" y="1447800"/>
            <a:ext cx="8526462"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 Box 9"/>
          <p:cNvSpPr txBox="1">
            <a:spLocks noChangeArrowheads="1"/>
          </p:cNvSpPr>
          <p:nvPr/>
        </p:nvSpPr>
        <p:spPr bwMode="ltGray">
          <a:xfrm>
            <a:off x="3276600" y="1371600"/>
            <a:ext cx="302323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40</a:t>
            </a:r>
            <a:r>
              <a:rPr lang="en-US" altLang="zh-CN">
                <a:solidFill>
                  <a:srgbClr val="FF0000"/>
                </a:solidFill>
                <a:sym typeface="Wingdings" panose="05000000000000000000" pitchFamily="2" charset="2"/>
              </a:rPr>
              <a:t>“</a:t>
            </a:r>
            <a:r>
              <a:rPr lang="zh-CN" altLang="en-US">
                <a:solidFill>
                  <a:srgbClr val="FF0000"/>
                </a:solidFill>
                <a:sym typeface="Wingdings" panose="05000000000000000000" pitchFamily="2" charset="2"/>
              </a:rPr>
              <a:t>删除”原</a:t>
            </a:r>
            <a:r>
              <a:rPr lang="en-US" altLang="zh-CN">
                <a:solidFill>
                  <a:srgbClr val="FF0000"/>
                </a:solidFill>
                <a:sym typeface="Wingdings" panose="05000000000000000000" pitchFamily="2" charset="2"/>
              </a:rPr>
              <a:t>60</a:t>
            </a:r>
            <a:r>
              <a:rPr lang="zh-CN" altLang="en-US">
                <a:solidFill>
                  <a:srgbClr val="FF0000"/>
                </a:solidFill>
                <a:sym typeface="Wingdings" panose="05000000000000000000" pitchFamily="2" charset="2"/>
              </a:rPr>
              <a:t>节点</a:t>
            </a:r>
            <a:endParaRPr lang="zh-CN" altLang="en-US">
              <a:solidFill>
                <a:srgbClr val="FF0000"/>
              </a:solidFill>
              <a:sym typeface="Wingdings" panose="05000000000000000000" pitchFamily="2" charset="2"/>
            </a:endParaRPr>
          </a:p>
        </p:txBody>
      </p:sp>
      <p:sp>
        <p:nvSpPr>
          <p:cNvPr id="47109" name="Line 10"/>
          <p:cNvSpPr>
            <a:spLocks noChangeShapeType="1"/>
          </p:cNvSpPr>
          <p:nvPr/>
        </p:nvSpPr>
        <p:spPr bwMode="ltGray">
          <a:xfrm>
            <a:off x="3352800" y="2057400"/>
            <a:ext cx="213360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smtClean="0"/>
              <a:t>删除算法（续）</a:t>
            </a:r>
            <a:r>
              <a:rPr lang="en-US" altLang="zh-CN" smtClean="0"/>
              <a:t>-</a:t>
            </a:r>
            <a:r>
              <a:rPr lang="zh-CN" altLang="en-US" smtClean="0"/>
              <a:t>删除直接</a:t>
            </a:r>
            <a:r>
              <a:rPr lang="zh-CN" altLang="en-US" smtClean="0"/>
              <a:t>后继</a:t>
            </a:r>
            <a:endParaRPr lang="zh-CN" altLang="en-US" smtClean="0"/>
          </a:p>
        </p:txBody>
      </p:sp>
      <p:sp>
        <p:nvSpPr>
          <p:cNvPr id="471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CBBF830-5F8B-47A9-9240-7D52E7DB22EF}" type="slidenum">
              <a:rPr lang="en-US" altLang="en-US">
                <a:solidFill>
                  <a:srgbClr val="4B4B4B"/>
                </a:solidFill>
              </a:rPr>
            </a:fld>
            <a:endParaRPr lang="en-US" altLang="en-US">
              <a:solidFill>
                <a:srgbClr val="4B4B4B"/>
              </a:solidFill>
            </a:endParaRPr>
          </a:p>
        </p:txBody>
      </p:sp>
      <p:pic>
        <p:nvPicPr>
          <p:cNvPr id="47107" name="Picture 8" descr="bstdel3-1"/>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465138" y="1447800"/>
            <a:ext cx="8526462"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 Box 9"/>
          <p:cNvSpPr txBox="1">
            <a:spLocks noChangeArrowheads="1"/>
          </p:cNvSpPr>
          <p:nvPr/>
        </p:nvSpPr>
        <p:spPr bwMode="ltGray">
          <a:xfrm>
            <a:off x="3276600" y="1371600"/>
            <a:ext cx="3023235" cy="687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40</a:t>
            </a:r>
            <a:r>
              <a:rPr lang="en-US" altLang="zh-CN">
                <a:solidFill>
                  <a:srgbClr val="FF0000"/>
                </a:solidFill>
                <a:sym typeface="Wingdings" panose="05000000000000000000" pitchFamily="2" charset="2"/>
              </a:rPr>
              <a:t>“</a:t>
            </a:r>
            <a:r>
              <a:rPr lang="zh-CN" altLang="en-US">
                <a:solidFill>
                  <a:srgbClr val="FF0000"/>
                </a:solidFill>
                <a:sym typeface="Wingdings" panose="05000000000000000000" pitchFamily="2" charset="2"/>
              </a:rPr>
              <a:t>删除”原</a:t>
            </a:r>
            <a:r>
              <a:rPr lang="en-US" altLang="zh-CN">
                <a:solidFill>
                  <a:srgbClr val="FF0000"/>
                </a:solidFill>
                <a:sym typeface="Wingdings" panose="05000000000000000000" pitchFamily="2" charset="2"/>
              </a:rPr>
              <a:t>60</a:t>
            </a:r>
            <a:r>
              <a:rPr lang="zh-CN" altLang="en-US">
                <a:solidFill>
                  <a:srgbClr val="FF0000"/>
                </a:solidFill>
                <a:sym typeface="Wingdings" panose="05000000000000000000" pitchFamily="2" charset="2"/>
              </a:rPr>
              <a:t>节点</a:t>
            </a:r>
            <a:br>
              <a:rPr lang="zh-CN" altLang="en-US">
                <a:solidFill>
                  <a:srgbClr val="FF0000"/>
                </a:solidFill>
                <a:sym typeface="Wingdings" panose="05000000000000000000" pitchFamily="2" charset="2"/>
              </a:rPr>
            </a:br>
            <a:endParaRPr lang="zh-CN" altLang="en-US">
              <a:solidFill>
                <a:srgbClr val="FF0000"/>
              </a:solidFill>
              <a:sym typeface="Wingdings" panose="05000000000000000000" pitchFamily="2" charset="2"/>
            </a:endParaRPr>
          </a:p>
        </p:txBody>
      </p:sp>
      <p:sp>
        <p:nvSpPr>
          <p:cNvPr id="47109" name="Line 10"/>
          <p:cNvSpPr>
            <a:spLocks noChangeShapeType="1"/>
          </p:cNvSpPr>
          <p:nvPr/>
        </p:nvSpPr>
        <p:spPr bwMode="ltGray">
          <a:xfrm>
            <a:off x="3352800" y="2057400"/>
            <a:ext cx="213360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smtClean="0"/>
              <a:t>删除算法（续）</a:t>
            </a:r>
            <a:r>
              <a:rPr lang="en-US" altLang="zh-CN" smtClean="0"/>
              <a:t>-</a:t>
            </a:r>
            <a:r>
              <a:rPr lang="zh-CN" altLang="en-US" smtClean="0"/>
              <a:t>删除直接</a:t>
            </a:r>
            <a:r>
              <a:rPr lang="zh-CN" altLang="en-US" smtClean="0"/>
              <a:t>前驱</a:t>
            </a:r>
            <a:endParaRPr lang="zh-CN" altLang="en-US" smtClean="0"/>
          </a:p>
        </p:txBody>
      </p:sp>
      <p:sp>
        <p:nvSpPr>
          <p:cNvPr id="471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CBBF830-5F8B-47A9-9240-7D52E7DB22EF}" type="slidenum">
              <a:rPr lang="en-US" altLang="en-US">
                <a:solidFill>
                  <a:srgbClr val="4B4B4B"/>
                </a:solidFill>
              </a:rPr>
            </a:fld>
            <a:endParaRPr lang="en-US" altLang="en-US">
              <a:solidFill>
                <a:srgbClr val="4B4B4B"/>
              </a:solidFill>
            </a:endParaRPr>
          </a:p>
        </p:txBody>
      </p:sp>
      <p:pic>
        <p:nvPicPr>
          <p:cNvPr id="47107" name="Picture 8" descr="bstdel3-1"/>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r="56647"/>
          <a:stretch>
            <a:fillRect/>
          </a:stretch>
        </p:blipFill>
        <p:spPr bwMode="auto">
          <a:xfrm>
            <a:off x="525145" y="1957070"/>
            <a:ext cx="369633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 Box 9"/>
          <p:cNvSpPr txBox="1">
            <a:spLocks noChangeArrowheads="1"/>
          </p:cNvSpPr>
          <p:nvPr/>
        </p:nvSpPr>
        <p:spPr bwMode="ltGray">
          <a:xfrm>
            <a:off x="3276600" y="1371600"/>
            <a:ext cx="3023235" cy="687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40</a:t>
            </a:r>
            <a:r>
              <a:rPr lang="en-US" altLang="zh-CN">
                <a:solidFill>
                  <a:srgbClr val="FF0000"/>
                </a:solidFill>
                <a:sym typeface="Wingdings" panose="05000000000000000000" pitchFamily="2" charset="2"/>
              </a:rPr>
              <a:t>“</a:t>
            </a:r>
            <a:r>
              <a:rPr lang="zh-CN" altLang="en-US">
                <a:solidFill>
                  <a:srgbClr val="FF0000"/>
                </a:solidFill>
                <a:sym typeface="Wingdings" panose="05000000000000000000" pitchFamily="2" charset="2"/>
              </a:rPr>
              <a:t>删除”原</a:t>
            </a:r>
            <a:r>
              <a:rPr lang="en-US" altLang="zh-CN">
                <a:solidFill>
                  <a:srgbClr val="FF0000"/>
                </a:solidFill>
                <a:sym typeface="Wingdings" panose="05000000000000000000" pitchFamily="2" charset="2"/>
              </a:rPr>
              <a:t>35</a:t>
            </a:r>
            <a:r>
              <a:rPr lang="zh-CN" altLang="en-US">
                <a:solidFill>
                  <a:srgbClr val="FF0000"/>
                </a:solidFill>
                <a:sym typeface="Wingdings" panose="05000000000000000000" pitchFamily="2" charset="2"/>
              </a:rPr>
              <a:t>节点</a:t>
            </a:r>
            <a:br>
              <a:rPr lang="zh-CN" altLang="en-US">
                <a:solidFill>
                  <a:srgbClr val="FF0000"/>
                </a:solidFill>
                <a:sym typeface="Wingdings" panose="05000000000000000000" pitchFamily="2" charset="2"/>
              </a:rPr>
            </a:br>
            <a:endParaRPr lang="zh-CN" altLang="en-US">
              <a:solidFill>
                <a:srgbClr val="FF0000"/>
              </a:solidFill>
              <a:sym typeface="Wingdings" panose="05000000000000000000" pitchFamily="2" charset="2"/>
            </a:endParaRPr>
          </a:p>
        </p:txBody>
      </p:sp>
      <p:sp>
        <p:nvSpPr>
          <p:cNvPr id="47109" name="Line 10"/>
          <p:cNvSpPr>
            <a:spLocks noChangeShapeType="1"/>
          </p:cNvSpPr>
          <p:nvPr/>
        </p:nvSpPr>
        <p:spPr bwMode="ltGray">
          <a:xfrm>
            <a:off x="3352800" y="2057400"/>
            <a:ext cx="213360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48131" name="Picture 3" descr="bstdel3-2"/>
          <p:cNvPicPr>
            <a:picLocks noChangeAspect="1" noChangeArrowheads="1"/>
          </p:cNvPicPr>
          <p:nvPr>
            <p:custDataLst>
              <p:tags r:id="rId2"/>
            </p:custDataLst>
          </p:nvPr>
        </p:nvPicPr>
        <p:blipFill>
          <a:blip r:embed="rId3">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r="56481"/>
          <a:stretch>
            <a:fillRect/>
          </a:stretch>
        </p:blipFill>
        <p:spPr bwMode="auto">
          <a:xfrm>
            <a:off x="5164455" y="2186305"/>
            <a:ext cx="3724275"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4"/>
    </p:custData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smtClean="0"/>
              <a:t>关于删除算法的结论</a:t>
            </a:r>
            <a:endParaRPr lang="zh-CN" altLang="en-US" smtClean="0"/>
          </a:p>
        </p:txBody>
      </p:sp>
      <p:sp>
        <p:nvSpPr>
          <p:cNvPr id="49155" name="内容占位符 2"/>
          <p:cNvSpPr>
            <a:spLocks noGrp="1"/>
          </p:cNvSpPr>
          <p:nvPr>
            <p:ph idx="1"/>
          </p:nvPr>
        </p:nvSpPr>
        <p:spPr/>
        <p:txBody>
          <a:bodyPr/>
          <a:lstStyle/>
          <a:p>
            <a:r>
              <a:rPr lang="zh-CN" altLang="en-US" smtClean="0"/>
              <a:t>情况</a:t>
            </a:r>
            <a:r>
              <a:rPr lang="en-US" altLang="zh-CN" smtClean="0"/>
              <a:t>1</a:t>
            </a:r>
            <a:r>
              <a:rPr lang="zh-CN" altLang="en-US" smtClean="0"/>
              <a:t>、</a:t>
            </a:r>
            <a:r>
              <a:rPr lang="en-US" altLang="zh-CN" smtClean="0"/>
              <a:t>2</a:t>
            </a:r>
            <a:r>
              <a:rPr lang="zh-CN" altLang="en-US" smtClean="0"/>
              <a:t>无需讨论</a:t>
            </a:r>
            <a:endParaRPr lang="en-US" altLang="zh-CN" smtClean="0"/>
          </a:p>
          <a:p>
            <a:r>
              <a:rPr lang="zh-CN" altLang="en-US" smtClean="0"/>
              <a:t>情况</a:t>
            </a:r>
            <a:r>
              <a:rPr lang="en-US" altLang="zh-CN" smtClean="0"/>
              <a:t>3</a:t>
            </a:r>
            <a:r>
              <a:rPr lang="zh-CN" altLang="en-US" smtClean="0"/>
              <a:t>的算法思路其实是</a:t>
            </a:r>
            <a:endParaRPr lang="en-US" altLang="zh-CN" smtClean="0"/>
          </a:p>
          <a:p>
            <a:pPr lvl="1"/>
            <a:r>
              <a:rPr lang="zh-CN" altLang="en-US" smtClean="0"/>
              <a:t>假定被删节点是</a:t>
            </a:r>
            <a:r>
              <a:rPr lang="en-US" altLang="zh-CN" smtClean="0"/>
              <a:t>p</a:t>
            </a:r>
            <a:endParaRPr lang="en-US" altLang="zh-CN" smtClean="0"/>
          </a:p>
          <a:p>
            <a:pPr lvl="1"/>
            <a:r>
              <a:rPr lang="zh-CN" altLang="en-US" smtClean="0"/>
              <a:t>找到</a:t>
            </a:r>
            <a:r>
              <a:rPr lang="en-US" altLang="zh-CN" smtClean="0"/>
              <a:t>BST</a:t>
            </a:r>
            <a:r>
              <a:rPr lang="zh-CN" altLang="en-US" smtClean="0"/>
              <a:t>中</a:t>
            </a:r>
            <a:r>
              <a:rPr lang="en-US" altLang="zh-CN" smtClean="0"/>
              <a:t>p</a:t>
            </a:r>
            <a:r>
              <a:rPr lang="zh-CN" altLang="en-US" smtClean="0"/>
              <a:t>的直接前驱或直接后继替代它</a:t>
            </a:r>
            <a:endParaRPr lang="en-US" altLang="zh-CN" smtClean="0"/>
          </a:p>
          <a:p>
            <a:pPr lvl="1"/>
            <a:r>
              <a:rPr lang="zh-CN" altLang="en-US" smtClean="0"/>
              <a:t>一般惯例是选用直接前驱，即</a:t>
            </a:r>
            <a:r>
              <a:rPr lang="zh-CN" altLang="en-US" smtClean="0">
                <a:solidFill>
                  <a:srgbClr val="FF0000"/>
                </a:solidFill>
              </a:rPr>
              <a:t>被删节点左子树的最右节点</a:t>
            </a:r>
            <a:endParaRPr lang="zh-CN" altLang="en-US" smtClean="0">
              <a:solidFill>
                <a:srgbClr val="FF0000"/>
              </a:solidFill>
            </a:endParaRPr>
          </a:p>
        </p:txBody>
      </p:sp>
      <p:sp>
        <p:nvSpPr>
          <p:cNvPr id="491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52AF44D-D89D-4258-B0D9-54194CEE9B9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zh-CN" altLang="en-US" smtClean="0"/>
              <a:t>删除算法实现</a:t>
            </a:r>
            <a:endParaRPr lang="zh-CN" altLang="en-US" smtClean="0"/>
          </a:p>
        </p:txBody>
      </p:sp>
      <p:sp>
        <p:nvSpPr>
          <p:cNvPr id="50179" name="Rectangle 3"/>
          <p:cNvSpPr>
            <a:spLocks noGrp="1" noChangeArrowheads="1"/>
          </p:cNvSpPr>
          <p:nvPr>
            <p:ph idx="1"/>
          </p:nvPr>
        </p:nvSpPr>
        <p:spPr/>
        <p:txBody>
          <a:bodyPr/>
          <a:lstStyle/>
          <a:p>
            <a:pPr>
              <a:buClrTx/>
              <a:buFontTx/>
              <a:buNone/>
            </a:pPr>
            <a:r>
              <a:rPr lang="en-US" altLang="zh-CN" sz="2400" dirty="0" smtClean="0">
                <a:solidFill>
                  <a:srgbClr val="0000FF"/>
                </a:solidFill>
                <a:latin typeface="Tahoma" panose="020B0604030504040204" pitchFamily="34" charset="0"/>
              </a:rPr>
              <a:t>template&lt;class E, class K&gt;</a:t>
            </a:r>
            <a:endParaRPr lang="en-US" altLang="zh-CN" sz="2400" dirty="0" smtClean="0">
              <a:solidFill>
                <a:srgbClr val="0000FF"/>
              </a:solidFill>
              <a:latin typeface="Tahoma" panose="020B0604030504040204" pitchFamily="34" charset="0"/>
            </a:endParaRPr>
          </a:p>
          <a:p>
            <a:pPr>
              <a:buClrTx/>
              <a:buFontTx/>
              <a:buNone/>
            </a:pPr>
            <a:r>
              <a:rPr lang="en-US" altLang="zh-CN" sz="2400" dirty="0" err="1" smtClean="0">
                <a:solidFill>
                  <a:srgbClr val="0000FF"/>
                </a:solidFill>
                <a:latin typeface="Tahoma" panose="020B0604030504040204" pitchFamily="34" charset="0"/>
              </a:rPr>
              <a:t>BSTree</a:t>
            </a:r>
            <a:r>
              <a:rPr lang="en-US" altLang="zh-CN" sz="2400" dirty="0" smtClean="0">
                <a:solidFill>
                  <a:srgbClr val="0000FF"/>
                </a:solidFill>
                <a:latin typeface="Tahoma" panose="020B0604030504040204" pitchFamily="34" charset="0"/>
              </a:rPr>
              <a:t>&lt;E,K&gt;&amp; </a:t>
            </a:r>
            <a:r>
              <a:rPr lang="en-US" altLang="zh-CN" sz="2400" dirty="0" err="1" smtClean="0">
                <a:solidFill>
                  <a:srgbClr val="0000FF"/>
                </a:solidFill>
                <a:latin typeface="Tahoma" panose="020B0604030504040204" pitchFamily="34" charset="0"/>
              </a:rPr>
              <a:t>BSTree</a:t>
            </a:r>
            <a:r>
              <a:rPr lang="en-US" altLang="zh-CN" sz="2400" dirty="0" smtClean="0">
                <a:solidFill>
                  <a:srgbClr val="0000FF"/>
                </a:solidFill>
                <a:latin typeface="Tahoma" panose="020B0604030504040204" pitchFamily="34" charset="0"/>
              </a:rPr>
              <a:t>&lt;E,K&gt;</a:t>
            </a:r>
            <a:br>
              <a:rPr lang="en-US" altLang="zh-CN" sz="2400" dirty="0" smtClean="0">
                <a:solidFill>
                  <a:srgbClr val="0000FF"/>
                </a:solidFill>
                <a:latin typeface="Tahoma" panose="020B0604030504040204" pitchFamily="34" charset="0"/>
              </a:rPr>
            </a:br>
            <a:r>
              <a:rPr lang="en-US" altLang="zh-CN" sz="2400" dirty="0" smtClean="0">
                <a:solidFill>
                  <a:srgbClr val="0000FF"/>
                </a:solidFill>
                <a:latin typeface="Tahoma" panose="020B0604030504040204" pitchFamily="34" charset="0"/>
              </a:rPr>
              <a:t>::Delete(</a:t>
            </a:r>
            <a:r>
              <a:rPr lang="en-US" altLang="zh-CN" sz="2400" dirty="0" err="1" smtClean="0">
                <a:solidFill>
                  <a:srgbClr val="0000FF"/>
                </a:solidFill>
                <a:latin typeface="Tahoma" panose="020B0604030504040204" pitchFamily="34" charset="0"/>
              </a:rPr>
              <a:t>const</a:t>
            </a:r>
            <a:r>
              <a:rPr lang="en-US" altLang="zh-CN" sz="2400" dirty="0" smtClean="0">
                <a:solidFill>
                  <a:srgbClr val="0000FF"/>
                </a:solidFill>
                <a:latin typeface="Tahoma" panose="020B0604030504040204" pitchFamily="34" charset="0"/>
              </a:rPr>
              <a:t> K&amp; k, E&amp; e)</a:t>
            </a:r>
            <a:endParaRPr lang="en-US" altLang="zh-CN" sz="2400" dirty="0" smtClean="0">
              <a:solidFill>
                <a:srgbClr val="0000FF"/>
              </a:solidFill>
              <a:latin typeface="Tahoma" panose="020B0604030504040204" pitchFamily="34" charset="0"/>
            </a:endParaRPr>
          </a:p>
          <a:p>
            <a:pPr>
              <a:buClrTx/>
              <a:buFontTx/>
              <a:buNone/>
            </a:pPr>
            <a:r>
              <a:rPr lang="en-US" altLang="zh-CN" sz="2400" dirty="0" smtClean="0">
                <a:solidFill>
                  <a:srgbClr val="0000FF"/>
                </a:solidFill>
                <a:latin typeface="Tahoma" panose="020B0604030504040204" pitchFamily="34" charset="0"/>
              </a:rPr>
              <a:t>{</a:t>
            </a:r>
            <a:endParaRPr lang="en-US" altLang="zh-CN" sz="2400" dirty="0" smtClean="0">
              <a:solidFill>
                <a:srgbClr val="008000"/>
              </a:solidFill>
              <a:latin typeface="Tahoma" panose="020B0604030504040204" pitchFamily="34" charset="0"/>
            </a:endParaRPr>
          </a:p>
          <a:p>
            <a:pPr>
              <a:buClrTx/>
              <a:buFontTx/>
              <a:buNone/>
            </a:pPr>
            <a:r>
              <a:rPr lang="en-US" altLang="zh-CN" sz="2400" dirty="0" smtClean="0">
                <a:solidFill>
                  <a:srgbClr val="0000FF"/>
                </a:solidFill>
                <a:latin typeface="Tahoma" panose="020B0604030504040204" pitchFamily="34" charset="0"/>
              </a:rPr>
              <a:t>   </a:t>
            </a:r>
            <a:r>
              <a:rPr lang="en-US" altLang="zh-CN" sz="2400" dirty="0" err="1" smtClean="0">
                <a:solidFill>
                  <a:srgbClr val="0000FF"/>
                </a:solidFill>
                <a:latin typeface="Tahoma" panose="020B0604030504040204" pitchFamily="34" charset="0"/>
              </a:rPr>
              <a:t>BinaryTreeNode</a:t>
            </a:r>
            <a:r>
              <a:rPr lang="en-US" altLang="zh-CN" sz="2400" dirty="0" smtClean="0">
                <a:solidFill>
                  <a:srgbClr val="0000FF"/>
                </a:solidFill>
                <a:latin typeface="Tahoma" panose="020B0604030504040204" pitchFamily="34" charset="0"/>
              </a:rPr>
              <a:t>&lt;E&gt; *p = root,</a:t>
            </a:r>
            <a:r>
              <a:rPr lang="en-US" altLang="zh-CN" sz="2400" dirty="0" smtClean="0">
                <a:solidFill>
                  <a:srgbClr val="008000"/>
                </a:solidFill>
                <a:latin typeface="Tahoma" panose="020B0604030504040204" pitchFamily="34" charset="0"/>
              </a:rPr>
              <a:t> </a:t>
            </a:r>
            <a:r>
              <a:rPr lang="en-US" altLang="zh-CN" sz="2400" dirty="0" smtClean="0">
                <a:solidFill>
                  <a:srgbClr val="0000FF"/>
                </a:solidFill>
                <a:latin typeface="Tahoma" panose="020B0604030504040204" pitchFamily="34" charset="0"/>
              </a:rPr>
              <a:t> </a:t>
            </a:r>
            <a:endParaRPr lang="en-US" altLang="zh-CN" sz="2400" dirty="0" smtClean="0">
              <a:solidFill>
                <a:srgbClr val="0000FF"/>
              </a:solidFill>
              <a:latin typeface="Tahoma" panose="020B0604030504040204" pitchFamily="34" charset="0"/>
            </a:endParaRPr>
          </a:p>
          <a:p>
            <a:pPr>
              <a:buClrTx/>
              <a:buFontTx/>
              <a:buNone/>
            </a:pPr>
            <a:r>
              <a:rPr lang="en-US" altLang="zh-CN" sz="2400" dirty="0" smtClean="0">
                <a:solidFill>
                  <a:srgbClr val="0000FF"/>
                </a:solidFill>
                <a:latin typeface="Tahoma" panose="020B0604030504040204" pitchFamily="34" charset="0"/>
              </a:rPr>
              <a:t>                          *pp = 0;</a:t>
            </a:r>
            <a:r>
              <a:rPr lang="en-US" altLang="zh-CN" sz="2400" dirty="0" smtClean="0">
                <a:solidFill>
                  <a:srgbClr val="008000"/>
                </a:solidFill>
                <a:latin typeface="Tahoma" panose="020B0604030504040204" pitchFamily="34" charset="0"/>
              </a:rPr>
              <a:t> </a:t>
            </a:r>
            <a:endParaRPr lang="en-US" altLang="zh-CN" sz="2400" dirty="0" smtClean="0">
              <a:solidFill>
                <a:srgbClr val="008000"/>
              </a:solidFill>
              <a:latin typeface="Tahoma" panose="020B0604030504040204" pitchFamily="34" charset="0"/>
            </a:endParaRPr>
          </a:p>
        </p:txBody>
      </p:sp>
      <p:sp>
        <p:nvSpPr>
          <p:cNvPr id="502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A091298-9403-4A98-A67B-EBE46713C608}" type="slidenum">
              <a:rPr lang="en-US" altLang="en-US">
                <a:solidFill>
                  <a:srgbClr val="4B4B4B"/>
                </a:solidFill>
              </a:rPr>
            </a:fld>
            <a:endParaRPr lang="en-US" altLang="en-US">
              <a:solidFill>
                <a:srgbClr val="4B4B4B"/>
              </a:solidFill>
            </a:endParaRPr>
          </a:p>
        </p:txBody>
      </p:sp>
      <p:grpSp>
        <p:nvGrpSpPr>
          <p:cNvPr id="50180" name="组合 6"/>
          <p:cNvGrpSpPr/>
          <p:nvPr/>
        </p:nvGrpSpPr>
        <p:grpSpPr bwMode="auto">
          <a:xfrm>
            <a:off x="7258049" y="2175259"/>
            <a:ext cx="358775" cy="358775"/>
            <a:chOff x="1343016" y="1455730"/>
            <a:chExt cx="358776" cy="358778"/>
          </a:xfrm>
        </p:grpSpPr>
        <p:sp>
          <p:nvSpPr>
            <p:cNvPr id="50221" name="椭圆 4"/>
            <p:cNvSpPr>
              <a:spLocks noChangeArrowheads="1"/>
            </p:cNvSpPr>
            <p:nvPr/>
          </p:nvSpPr>
          <p:spPr bwMode="auto">
            <a:xfrm>
              <a:off x="1343016" y="1455732"/>
              <a:ext cx="358776" cy="358776"/>
            </a:xfrm>
            <a:prstGeom prst="ellipse">
              <a:avLst/>
            </a:prstGeom>
            <a:solidFill>
              <a:srgbClr val="FF00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22"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1" name="组合 7"/>
          <p:cNvGrpSpPr/>
          <p:nvPr/>
        </p:nvGrpSpPr>
        <p:grpSpPr bwMode="auto">
          <a:xfrm>
            <a:off x="6719887" y="2711834"/>
            <a:ext cx="358775" cy="358775"/>
            <a:chOff x="1343016" y="1455729"/>
            <a:chExt cx="358776" cy="358779"/>
          </a:xfrm>
        </p:grpSpPr>
        <p:sp>
          <p:nvSpPr>
            <p:cNvPr id="50219"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20"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2" name="组合 10"/>
          <p:cNvGrpSpPr/>
          <p:nvPr/>
        </p:nvGrpSpPr>
        <p:grpSpPr bwMode="auto">
          <a:xfrm>
            <a:off x="7796212" y="3789746"/>
            <a:ext cx="358775" cy="358775"/>
            <a:chOff x="1343016" y="1455729"/>
            <a:chExt cx="358776" cy="358779"/>
          </a:xfrm>
        </p:grpSpPr>
        <p:sp>
          <p:nvSpPr>
            <p:cNvPr id="50217"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8"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3" name="组合 13"/>
          <p:cNvGrpSpPr/>
          <p:nvPr/>
        </p:nvGrpSpPr>
        <p:grpSpPr bwMode="auto">
          <a:xfrm>
            <a:off x="6181724" y="3249996"/>
            <a:ext cx="358775" cy="360363"/>
            <a:chOff x="1343016" y="1455730"/>
            <a:chExt cx="358776" cy="358778"/>
          </a:xfrm>
        </p:grpSpPr>
        <p:sp>
          <p:nvSpPr>
            <p:cNvPr id="50215"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6"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4" name="组合 16"/>
          <p:cNvGrpSpPr/>
          <p:nvPr/>
        </p:nvGrpSpPr>
        <p:grpSpPr bwMode="auto">
          <a:xfrm>
            <a:off x="7258049" y="3251584"/>
            <a:ext cx="358775" cy="360362"/>
            <a:chOff x="1343016" y="1455730"/>
            <a:chExt cx="358776" cy="358778"/>
          </a:xfrm>
        </p:grpSpPr>
        <p:sp>
          <p:nvSpPr>
            <p:cNvPr id="50213"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4"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5" name="组合 19"/>
          <p:cNvGrpSpPr/>
          <p:nvPr/>
        </p:nvGrpSpPr>
        <p:grpSpPr bwMode="auto">
          <a:xfrm>
            <a:off x="8154987" y="4327909"/>
            <a:ext cx="720725" cy="358775"/>
            <a:chOff x="1163628" y="1455730"/>
            <a:chExt cx="720000" cy="358778"/>
          </a:xfrm>
        </p:grpSpPr>
        <p:sp>
          <p:nvSpPr>
            <p:cNvPr id="50211"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2"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6" name="组合 22"/>
          <p:cNvGrpSpPr/>
          <p:nvPr/>
        </p:nvGrpSpPr>
        <p:grpSpPr bwMode="auto">
          <a:xfrm>
            <a:off x="5822949" y="3967546"/>
            <a:ext cx="358775" cy="360363"/>
            <a:chOff x="1343016" y="1455730"/>
            <a:chExt cx="358776" cy="358778"/>
          </a:xfrm>
        </p:grpSpPr>
        <p:sp>
          <p:nvSpPr>
            <p:cNvPr id="50209"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0"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7" name="组合 25"/>
          <p:cNvGrpSpPr/>
          <p:nvPr/>
        </p:nvGrpSpPr>
        <p:grpSpPr bwMode="auto">
          <a:xfrm>
            <a:off x="7796212" y="4866071"/>
            <a:ext cx="358775" cy="360363"/>
            <a:chOff x="1343016" y="1455730"/>
            <a:chExt cx="358776" cy="358778"/>
          </a:xfrm>
        </p:grpSpPr>
        <p:sp>
          <p:nvSpPr>
            <p:cNvPr id="50207"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08"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0188" name="直接连接符 35"/>
          <p:cNvCxnSpPr>
            <a:cxnSpLocks noChangeShapeType="1"/>
          </p:cNvCxnSpPr>
          <p:nvPr/>
        </p:nvCxnSpPr>
        <p:spPr bwMode="auto">
          <a:xfrm rot="5400000">
            <a:off x="7099300" y="2513396"/>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89" name="直接连接符 40"/>
          <p:cNvCxnSpPr>
            <a:cxnSpLocks noChangeShapeType="1"/>
          </p:cNvCxnSpPr>
          <p:nvPr/>
        </p:nvCxnSpPr>
        <p:spPr bwMode="auto">
          <a:xfrm rot="5400000">
            <a:off x="6560343" y="3050765"/>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0" name="直接连接符 43"/>
          <p:cNvCxnSpPr>
            <a:cxnSpLocks noChangeShapeType="1"/>
          </p:cNvCxnSpPr>
          <p:nvPr/>
        </p:nvCxnSpPr>
        <p:spPr bwMode="auto">
          <a:xfrm rot="16200000" flipH="1">
            <a:off x="7436644" y="3611152"/>
            <a:ext cx="360362"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1" name="直接连接符 46"/>
          <p:cNvCxnSpPr>
            <a:cxnSpLocks noChangeShapeType="1"/>
          </p:cNvCxnSpPr>
          <p:nvPr/>
        </p:nvCxnSpPr>
        <p:spPr bwMode="auto">
          <a:xfrm rot="16200000" flipH="1">
            <a:off x="7976393" y="4149315"/>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2" name="直接连接符 49"/>
          <p:cNvCxnSpPr>
            <a:cxnSpLocks noChangeShapeType="1"/>
          </p:cNvCxnSpPr>
          <p:nvPr/>
        </p:nvCxnSpPr>
        <p:spPr bwMode="auto">
          <a:xfrm rot="16200000" flipH="1">
            <a:off x="6919118" y="3050765"/>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3" name="直接连接符 52"/>
          <p:cNvCxnSpPr>
            <a:cxnSpLocks noChangeShapeType="1"/>
          </p:cNvCxnSpPr>
          <p:nvPr/>
        </p:nvCxnSpPr>
        <p:spPr bwMode="auto">
          <a:xfrm rot="10800000" flipV="1">
            <a:off x="6002337" y="3611946"/>
            <a:ext cx="358775" cy="3556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4" name="直接连接符 57"/>
          <p:cNvCxnSpPr>
            <a:cxnSpLocks noChangeShapeType="1"/>
          </p:cNvCxnSpPr>
          <p:nvPr/>
        </p:nvCxnSpPr>
        <p:spPr bwMode="auto">
          <a:xfrm rot="5400000">
            <a:off x="8155780" y="4687478"/>
            <a:ext cx="358775"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0195" name="组合 16"/>
          <p:cNvGrpSpPr/>
          <p:nvPr/>
        </p:nvGrpSpPr>
        <p:grpSpPr bwMode="auto">
          <a:xfrm>
            <a:off x="6719887" y="3788159"/>
            <a:ext cx="358775" cy="360362"/>
            <a:chOff x="1343016" y="1455730"/>
            <a:chExt cx="358776" cy="358778"/>
          </a:xfrm>
        </p:grpSpPr>
        <p:sp>
          <p:nvSpPr>
            <p:cNvPr id="50205"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06"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0196" name="直接连接符 49"/>
          <p:cNvCxnSpPr>
            <a:cxnSpLocks noChangeShapeType="1"/>
          </p:cNvCxnSpPr>
          <p:nvPr/>
        </p:nvCxnSpPr>
        <p:spPr bwMode="auto">
          <a:xfrm rot="16200000" flipH="1">
            <a:off x="6360318" y="3609565"/>
            <a:ext cx="36036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0197" name="任意多边形 51"/>
          <p:cNvSpPr>
            <a:spLocks noChangeArrowheads="1"/>
          </p:cNvSpPr>
          <p:nvPr/>
        </p:nvSpPr>
        <p:spPr bwMode="auto">
          <a:xfrm>
            <a:off x="7437437" y="2546734"/>
            <a:ext cx="1116012" cy="517525"/>
          </a:xfrm>
          <a:custGeom>
            <a:avLst/>
            <a:gdLst>
              <a:gd name="T0" fmla="*/ 0 w 1116419"/>
              <a:gd name="T1" fmla="*/ 0 h 518208"/>
              <a:gd name="T2" fmla="*/ 201575 w 1116419"/>
              <a:gd name="T3" fmla="*/ 21097 h 518208"/>
              <a:gd name="T4" fmla="*/ 233406 w 1116419"/>
              <a:gd name="T5" fmla="*/ 42195 h 518208"/>
              <a:gd name="T6" fmla="*/ 265232 w 1116419"/>
              <a:gd name="T7" fmla="*/ 52743 h 518208"/>
              <a:gd name="T8" fmla="*/ 297062 w 1116419"/>
              <a:gd name="T9" fmla="*/ 84390 h 518208"/>
              <a:gd name="T10" fmla="*/ 339498 w 1116419"/>
              <a:gd name="T11" fmla="*/ 147683 h 518208"/>
              <a:gd name="T12" fmla="*/ 434981 w 1116419"/>
              <a:gd name="T13" fmla="*/ 137135 h 518208"/>
              <a:gd name="T14" fmla="*/ 477420 w 1116419"/>
              <a:gd name="T15" fmla="*/ 126585 h 518208"/>
              <a:gd name="T16" fmla="*/ 551686 w 1116419"/>
              <a:gd name="T17" fmla="*/ 137135 h 518208"/>
              <a:gd name="T18" fmla="*/ 594121 w 1116419"/>
              <a:gd name="T19" fmla="*/ 200427 h 518208"/>
              <a:gd name="T20" fmla="*/ 604730 w 1116419"/>
              <a:gd name="T21" fmla="*/ 232074 h 518208"/>
              <a:gd name="T22" fmla="*/ 668387 w 1116419"/>
              <a:gd name="T23" fmla="*/ 263720 h 518208"/>
              <a:gd name="T24" fmla="*/ 774479 w 1116419"/>
              <a:gd name="T25" fmla="*/ 274269 h 518208"/>
              <a:gd name="T26" fmla="*/ 848745 w 1116419"/>
              <a:gd name="T27" fmla="*/ 358658 h 518208"/>
              <a:gd name="T28" fmla="*/ 859353 w 1116419"/>
              <a:gd name="T29" fmla="*/ 390305 h 518208"/>
              <a:gd name="T30" fmla="*/ 891182 w 1116419"/>
              <a:gd name="T31" fmla="*/ 400854 h 518208"/>
              <a:gd name="T32" fmla="*/ 944228 w 1116419"/>
              <a:gd name="T33" fmla="*/ 411401 h 518208"/>
              <a:gd name="T34" fmla="*/ 976057 w 1116419"/>
              <a:gd name="T35" fmla="*/ 432498 h 518208"/>
              <a:gd name="T36" fmla="*/ 1007885 w 1116419"/>
              <a:gd name="T37" fmla="*/ 495792 h 518208"/>
              <a:gd name="T38" fmla="*/ 1113979 w 1116419"/>
              <a:gd name="T39" fmla="*/ 506340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50198" name="直接箭头连接符 53"/>
          <p:cNvCxnSpPr>
            <a:cxnSpLocks noChangeShapeType="1"/>
          </p:cNvCxnSpPr>
          <p:nvPr/>
        </p:nvCxnSpPr>
        <p:spPr bwMode="auto">
          <a:xfrm rot="10800000" flipV="1">
            <a:off x="6899274" y="1141796"/>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0199" name="TextBox 54"/>
          <p:cNvSpPr txBox="1">
            <a:spLocks noChangeArrowheads="1"/>
          </p:cNvSpPr>
          <p:nvPr/>
        </p:nvSpPr>
        <p:spPr bwMode="auto">
          <a:xfrm>
            <a:off x="7437437" y="962409"/>
            <a:ext cx="5381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0200" name="组合 7"/>
          <p:cNvGrpSpPr/>
          <p:nvPr/>
        </p:nvGrpSpPr>
        <p:grpSpPr bwMode="auto">
          <a:xfrm>
            <a:off x="6719887" y="1676784"/>
            <a:ext cx="358775" cy="358775"/>
            <a:chOff x="1343016" y="1455729"/>
            <a:chExt cx="358776" cy="358779"/>
          </a:xfrm>
        </p:grpSpPr>
        <p:sp>
          <p:nvSpPr>
            <p:cNvPr id="57"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0204"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0201" name="直接连接符 49"/>
          <p:cNvCxnSpPr>
            <a:cxnSpLocks noChangeShapeType="1"/>
          </p:cNvCxnSpPr>
          <p:nvPr/>
        </p:nvCxnSpPr>
        <p:spPr bwMode="auto">
          <a:xfrm rot="16200000" flipH="1">
            <a:off x="6919118" y="2015715"/>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zh-CN" altLang="en-US" smtClean="0"/>
              <a:t>删除算法实现（续）</a:t>
            </a:r>
            <a:endParaRPr lang="zh-CN" altLang="en-US" smtClean="0"/>
          </a:p>
        </p:txBody>
      </p:sp>
      <p:sp>
        <p:nvSpPr>
          <p:cNvPr id="51203" name="Rectangle 3"/>
          <p:cNvSpPr>
            <a:spLocks noGrp="1" noChangeArrowheads="1"/>
          </p:cNvSpPr>
          <p:nvPr>
            <p:ph idx="1"/>
          </p:nvPr>
        </p:nvSpPr>
        <p:spPr/>
        <p:txBody>
          <a:bodyPr>
            <a:normAutofit lnSpcReduction="10000"/>
          </a:bodyPr>
          <a:lstStyle/>
          <a:p>
            <a:pPr>
              <a:buClrTx/>
              <a:buFontTx/>
              <a:buNone/>
            </a:pPr>
            <a:r>
              <a:rPr lang="en-US" altLang="zh-CN" sz="2400" smtClean="0">
                <a:solidFill>
                  <a:srgbClr val="0000FF"/>
                </a:solidFill>
                <a:latin typeface="Tahoma" panose="020B0604030504040204" pitchFamily="34" charset="0"/>
              </a:rPr>
              <a:t>   </a:t>
            </a:r>
            <a:r>
              <a:rPr lang="en-US" altLang="zh-CN" sz="2400" smtClean="0">
                <a:solidFill>
                  <a:srgbClr val="008000"/>
                </a:solidFill>
                <a:latin typeface="Tahoma" panose="020B0604030504040204" pitchFamily="34" charset="0"/>
              </a:rPr>
              <a:t>//</a:t>
            </a:r>
            <a:r>
              <a:rPr lang="zh-CN" altLang="en-US" sz="2400" smtClean="0">
                <a:solidFill>
                  <a:srgbClr val="008000"/>
                </a:solidFill>
                <a:latin typeface="Tahoma" panose="020B0604030504040204" pitchFamily="34" charset="0"/>
              </a:rPr>
              <a:t>先搜索要删除的节点</a:t>
            </a:r>
            <a:r>
              <a:rPr lang="en-US" altLang="zh-CN" sz="2400" smtClean="0">
                <a:solidFill>
                  <a:srgbClr val="008000"/>
                </a:solidFill>
                <a:latin typeface="Tahoma" panose="020B0604030504040204" pitchFamily="34" charset="0"/>
              </a:rPr>
              <a:t>p</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while (p &amp;&amp; p-&gt;data != k)</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pp = p;</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(k &lt; p-&gt;data) </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p = p-&gt;LeftChild;</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else p = p-&gt;RightChild;</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if (!p) throw BadInput(); </a:t>
            </a:r>
            <a:r>
              <a:rPr lang="en-US" altLang="zh-CN" sz="2400" smtClean="0">
                <a:solidFill>
                  <a:srgbClr val="008000"/>
                </a:solidFill>
                <a:latin typeface="Tahoma" panose="020B0604030504040204" pitchFamily="34" charset="0"/>
              </a:rPr>
              <a:t>// no element with key k</a:t>
            </a:r>
            <a:endParaRPr lang="en-US" altLang="zh-CN" sz="2400" smtClean="0">
              <a:solidFill>
                <a:srgbClr val="008000"/>
              </a:solidFill>
              <a:latin typeface="Tahoma" panose="020B0604030504040204" pitchFamily="34" charset="0"/>
            </a:endParaRPr>
          </a:p>
        </p:txBody>
      </p:sp>
      <p:sp>
        <p:nvSpPr>
          <p:cNvPr id="512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B6BFD0F-E467-437A-988A-D8BD8F6CE2F8}" type="slidenum">
              <a:rPr lang="en-US" altLang="en-US">
                <a:solidFill>
                  <a:srgbClr val="4B4B4B"/>
                </a:solidFill>
              </a:rPr>
            </a:fld>
            <a:endParaRPr lang="en-US" altLang="en-US">
              <a:solidFill>
                <a:srgbClr val="4B4B4B"/>
              </a:solidFill>
            </a:endParaRPr>
          </a:p>
        </p:txBody>
      </p:sp>
      <p:grpSp>
        <p:nvGrpSpPr>
          <p:cNvPr id="51204" name="组合 6"/>
          <p:cNvGrpSpPr/>
          <p:nvPr/>
        </p:nvGrpSpPr>
        <p:grpSpPr bwMode="auto">
          <a:xfrm>
            <a:off x="7083425" y="1276350"/>
            <a:ext cx="358775" cy="358775"/>
            <a:chOff x="1343016" y="1455730"/>
            <a:chExt cx="358776" cy="358778"/>
          </a:xfrm>
        </p:grpSpPr>
        <p:sp>
          <p:nvSpPr>
            <p:cNvPr id="51247" name="椭圆 4"/>
            <p:cNvSpPr>
              <a:spLocks noChangeArrowheads="1"/>
            </p:cNvSpPr>
            <p:nvPr/>
          </p:nvSpPr>
          <p:spPr bwMode="auto">
            <a:xfrm>
              <a:off x="1343016" y="1455732"/>
              <a:ext cx="358776" cy="358776"/>
            </a:xfrm>
            <a:prstGeom prst="ellipse">
              <a:avLst/>
            </a:prstGeom>
            <a:solidFill>
              <a:srgbClr val="FF00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8"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5" name="组合 7"/>
          <p:cNvGrpSpPr/>
          <p:nvPr/>
        </p:nvGrpSpPr>
        <p:grpSpPr bwMode="auto">
          <a:xfrm>
            <a:off x="6545263" y="1812925"/>
            <a:ext cx="358775" cy="358775"/>
            <a:chOff x="1343016" y="1455729"/>
            <a:chExt cx="358776" cy="358779"/>
          </a:xfrm>
        </p:grpSpPr>
        <p:sp>
          <p:nvSpPr>
            <p:cNvPr id="51245"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6"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6" name="组合 10"/>
          <p:cNvGrpSpPr/>
          <p:nvPr/>
        </p:nvGrpSpPr>
        <p:grpSpPr bwMode="auto">
          <a:xfrm>
            <a:off x="7621588" y="2890838"/>
            <a:ext cx="358775" cy="358775"/>
            <a:chOff x="1343016" y="1455729"/>
            <a:chExt cx="358776" cy="358779"/>
          </a:xfrm>
        </p:grpSpPr>
        <p:sp>
          <p:nvSpPr>
            <p:cNvPr id="51243"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4"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7" name="组合 13"/>
          <p:cNvGrpSpPr/>
          <p:nvPr/>
        </p:nvGrpSpPr>
        <p:grpSpPr bwMode="auto">
          <a:xfrm>
            <a:off x="6007100" y="2351088"/>
            <a:ext cx="358775" cy="360362"/>
            <a:chOff x="1343016" y="1455730"/>
            <a:chExt cx="358776" cy="358778"/>
          </a:xfrm>
        </p:grpSpPr>
        <p:sp>
          <p:nvSpPr>
            <p:cNvPr id="51241"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2"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8" name="组合 16"/>
          <p:cNvGrpSpPr/>
          <p:nvPr/>
        </p:nvGrpSpPr>
        <p:grpSpPr bwMode="auto">
          <a:xfrm>
            <a:off x="7083425" y="2352675"/>
            <a:ext cx="358775" cy="360363"/>
            <a:chOff x="1343016" y="1455730"/>
            <a:chExt cx="358776" cy="358778"/>
          </a:xfrm>
        </p:grpSpPr>
        <p:sp>
          <p:nvSpPr>
            <p:cNvPr id="51239"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0"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9" name="组合 19"/>
          <p:cNvGrpSpPr/>
          <p:nvPr/>
        </p:nvGrpSpPr>
        <p:grpSpPr bwMode="auto">
          <a:xfrm>
            <a:off x="7980363" y="3429000"/>
            <a:ext cx="720725" cy="358775"/>
            <a:chOff x="1163628" y="1455730"/>
            <a:chExt cx="720000" cy="358778"/>
          </a:xfrm>
        </p:grpSpPr>
        <p:sp>
          <p:nvSpPr>
            <p:cNvPr id="51237"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38"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10" name="组合 22"/>
          <p:cNvGrpSpPr/>
          <p:nvPr/>
        </p:nvGrpSpPr>
        <p:grpSpPr bwMode="auto">
          <a:xfrm>
            <a:off x="5648325" y="3068638"/>
            <a:ext cx="358775" cy="360362"/>
            <a:chOff x="1343016" y="1455730"/>
            <a:chExt cx="358776" cy="358778"/>
          </a:xfrm>
        </p:grpSpPr>
        <p:sp>
          <p:nvSpPr>
            <p:cNvPr id="51235"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36"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11" name="组合 25"/>
          <p:cNvGrpSpPr/>
          <p:nvPr/>
        </p:nvGrpSpPr>
        <p:grpSpPr bwMode="auto">
          <a:xfrm>
            <a:off x="7621588" y="3967163"/>
            <a:ext cx="358775" cy="360362"/>
            <a:chOff x="1343016" y="1455730"/>
            <a:chExt cx="358776" cy="358778"/>
          </a:xfrm>
        </p:grpSpPr>
        <p:sp>
          <p:nvSpPr>
            <p:cNvPr id="51233"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34"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1212" name="直接连接符 35"/>
          <p:cNvCxnSpPr>
            <a:cxnSpLocks noChangeShapeType="1"/>
          </p:cNvCxnSpPr>
          <p:nvPr/>
        </p:nvCxnSpPr>
        <p:spPr bwMode="auto">
          <a:xfrm rot="5400000">
            <a:off x="6925469" y="1613694"/>
            <a:ext cx="31591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3" name="直接连接符 40"/>
          <p:cNvCxnSpPr>
            <a:cxnSpLocks noChangeShapeType="1"/>
          </p:cNvCxnSpPr>
          <p:nvPr/>
        </p:nvCxnSpPr>
        <p:spPr bwMode="auto">
          <a:xfrm rot="5400000">
            <a:off x="6386513" y="2151062"/>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4" name="直接连接符 43"/>
          <p:cNvCxnSpPr>
            <a:cxnSpLocks noChangeShapeType="1"/>
          </p:cNvCxnSpPr>
          <p:nvPr/>
        </p:nvCxnSpPr>
        <p:spPr bwMode="auto">
          <a:xfrm rot="16200000" flipH="1">
            <a:off x="7262813" y="2711450"/>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5" name="直接连接符 46"/>
          <p:cNvCxnSpPr>
            <a:cxnSpLocks noChangeShapeType="1"/>
          </p:cNvCxnSpPr>
          <p:nvPr/>
        </p:nvCxnSpPr>
        <p:spPr bwMode="auto">
          <a:xfrm rot="16200000" flipH="1">
            <a:off x="7801769" y="325040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6" name="直接连接符 49"/>
          <p:cNvCxnSpPr>
            <a:cxnSpLocks noChangeShapeType="1"/>
          </p:cNvCxnSpPr>
          <p:nvPr/>
        </p:nvCxnSpPr>
        <p:spPr bwMode="auto">
          <a:xfrm rot="16200000" flipH="1">
            <a:off x="6744494" y="2151856"/>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7" name="直接连接符 52"/>
          <p:cNvCxnSpPr>
            <a:cxnSpLocks noChangeShapeType="1"/>
          </p:cNvCxnSpPr>
          <p:nvPr/>
        </p:nvCxnSpPr>
        <p:spPr bwMode="auto">
          <a:xfrm rot="10800000" flipV="1">
            <a:off x="5827713" y="2711450"/>
            <a:ext cx="358775" cy="3571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8" name="直接连接符 57"/>
          <p:cNvCxnSpPr>
            <a:cxnSpLocks noChangeShapeType="1"/>
          </p:cNvCxnSpPr>
          <p:nvPr/>
        </p:nvCxnSpPr>
        <p:spPr bwMode="auto">
          <a:xfrm rot="5400000">
            <a:off x="7981950" y="3787776"/>
            <a:ext cx="357187"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1219" name="组合 16"/>
          <p:cNvGrpSpPr/>
          <p:nvPr/>
        </p:nvGrpSpPr>
        <p:grpSpPr bwMode="auto">
          <a:xfrm>
            <a:off x="6545263" y="2889250"/>
            <a:ext cx="358775" cy="360363"/>
            <a:chOff x="1343016" y="1455730"/>
            <a:chExt cx="358776" cy="358778"/>
          </a:xfrm>
        </p:grpSpPr>
        <p:sp>
          <p:nvSpPr>
            <p:cNvPr id="5123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32"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1220" name="直接连接符 49"/>
          <p:cNvCxnSpPr>
            <a:cxnSpLocks noChangeShapeType="1"/>
          </p:cNvCxnSpPr>
          <p:nvPr/>
        </p:nvCxnSpPr>
        <p:spPr bwMode="auto">
          <a:xfrm rot="16200000" flipH="1">
            <a:off x="6184901" y="2709862"/>
            <a:ext cx="36195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1221" name="任意多边形 38"/>
          <p:cNvSpPr>
            <a:spLocks noChangeArrowheads="1"/>
          </p:cNvSpPr>
          <p:nvPr/>
        </p:nvSpPr>
        <p:spPr bwMode="auto">
          <a:xfrm>
            <a:off x="7262813" y="1646238"/>
            <a:ext cx="1116012" cy="519112"/>
          </a:xfrm>
          <a:custGeom>
            <a:avLst/>
            <a:gdLst>
              <a:gd name="T0" fmla="*/ 0 w 1116419"/>
              <a:gd name="T1" fmla="*/ 0 h 518208"/>
              <a:gd name="T2" fmla="*/ 201575 w 1116419"/>
              <a:gd name="T3" fmla="*/ 21487 h 518208"/>
              <a:gd name="T4" fmla="*/ 233406 w 1116419"/>
              <a:gd name="T5" fmla="*/ 42978 h 518208"/>
              <a:gd name="T6" fmla="*/ 265232 w 1116419"/>
              <a:gd name="T7" fmla="*/ 53722 h 518208"/>
              <a:gd name="T8" fmla="*/ 297062 w 1116419"/>
              <a:gd name="T9" fmla="*/ 85955 h 518208"/>
              <a:gd name="T10" fmla="*/ 339498 w 1116419"/>
              <a:gd name="T11" fmla="*/ 150422 h 518208"/>
              <a:gd name="T12" fmla="*/ 434981 w 1116419"/>
              <a:gd name="T13" fmla="*/ 139677 h 518208"/>
              <a:gd name="T14" fmla="*/ 477420 w 1116419"/>
              <a:gd name="T15" fmla="*/ 128933 h 518208"/>
              <a:gd name="T16" fmla="*/ 551686 w 1116419"/>
              <a:gd name="T17" fmla="*/ 139677 h 518208"/>
              <a:gd name="T18" fmla="*/ 594121 w 1116419"/>
              <a:gd name="T19" fmla="*/ 204143 h 518208"/>
              <a:gd name="T20" fmla="*/ 604730 w 1116419"/>
              <a:gd name="T21" fmla="*/ 236376 h 518208"/>
              <a:gd name="T22" fmla="*/ 668387 w 1116419"/>
              <a:gd name="T23" fmla="*/ 268609 h 518208"/>
              <a:gd name="T24" fmla="*/ 774479 w 1116419"/>
              <a:gd name="T25" fmla="*/ 279354 h 518208"/>
              <a:gd name="T26" fmla="*/ 848745 w 1116419"/>
              <a:gd name="T27" fmla="*/ 365308 h 518208"/>
              <a:gd name="T28" fmla="*/ 859353 w 1116419"/>
              <a:gd name="T29" fmla="*/ 397541 h 518208"/>
              <a:gd name="T30" fmla="*/ 891182 w 1116419"/>
              <a:gd name="T31" fmla="*/ 408286 h 518208"/>
              <a:gd name="T32" fmla="*/ 944228 w 1116419"/>
              <a:gd name="T33" fmla="*/ 419029 h 518208"/>
              <a:gd name="T34" fmla="*/ 976057 w 1116419"/>
              <a:gd name="T35" fmla="*/ 440517 h 518208"/>
              <a:gd name="T36" fmla="*/ 1007885 w 1116419"/>
              <a:gd name="T37" fmla="*/ 504984 h 518208"/>
              <a:gd name="T38" fmla="*/ 1113979 w 1116419"/>
              <a:gd name="T39" fmla="*/ 515728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51222" name="直接箭头连接符 39"/>
          <p:cNvCxnSpPr>
            <a:cxnSpLocks noChangeShapeType="1"/>
          </p:cNvCxnSpPr>
          <p:nvPr/>
        </p:nvCxnSpPr>
        <p:spPr bwMode="auto">
          <a:xfrm rot="10800000" flipV="1">
            <a:off x="7442200" y="917575"/>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1223" name="TextBox 40"/>
          <p:cNvSpPr txBox="1">
            <a:spLocks noChangeArrowheads="1"/>
          </p:cNvSpPr>
          <p:nvPr/>
        </p:nvSpPr>
        <p:spPr bwMode="auto">
          <a:xfrm>
            <a:off x="7980363" y="738188"/>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1224" name="组合 7"/>
          <p:cNvGrpSpPr/>
          <p:nvPr/>
        </p:nvGrpSpPr>
        <p:grpSpPr bwMode="auto">
          <a:xfrm>
            <a:off x="6545263" y="738188"/>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1230"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1225" name="直接连接符 49"/>
          <p:cNvCxnSpPr>
            <a:cxnSpLocks noChangeShapeType="1"/>
          </p:cNvCxnSpPr>
          <p:nvPr/>
        </p:nvCxnSpPr>
        <p:spPr bwMode="auto">
          <a:xfrm rot="16200000" flipH="1">
            <a:off x="6744494" y="107711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26" name="直接箭头连接符 45"/>
          <p:cNvCxnSpPr>
            <a:cxnSpLocks noChangeShapeType="1"/>
          </p:cNvCxnSpPr>
          <p:nvPr/>
        </p:nvCxnSpPr>
        <p:spPr bwMode="auto">
          <a:xfrm rot="10800000" flipV="1">
            <a:off x="6904038" y="379413"/>
            <a:ext cx="538162" cy="4968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1227" name="TextBox 46"/>
          <p:cNvSpPr txBox="1">
            <a:spLocks noChangeArrowheads="1"/>
          </p:cNvSpPr>
          <p:nvPr/>
        </p:nvSpPr>
        <p:spPr bwMode="auto">
          <a:xfrm>
            <a:off x="7442200" y="2000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smtClean="0"/>
              <a:t>删除算法实现（续）</a:t>
            </a:r>
            <a:endParaRPr lang="zh-CN" altLang="en-US" smtClean="0"/>
          </a:p>
        </p:txBody>
      </p:sp>
      <p:sp>
        <p:nvSpPr>
          <p:cNvPr id="52227" name="Rectangle 3"/>
          <p:cNvSpPr>
            <a:spLocks noGrp="1" noChangeArrowheads="1"/>
          </p:cNvSpPr>
          <p:nvPr>
            <p:ph idx="1"/>
          </p:nvPr>
        </p:nvSpPr>
        <p:spPr/>
        <p:txBody>
          <a:bodyPr/>
          <a:lstStyle/>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e = p-&gt;data;</a:t>
            </a:r>
            <a:r>
              <a:rPr lang="en-US" altLang="zh-CN" sz="2400" smtClean="0">
                <a:solidFill>
                  <a:srgbClr val="008000"/>
                </a:solidFill>
                <a:latin typeface="Tahoma" panose="020B0604030504040204" pitchFamily="34" charset="0"/>
              </a:rPr>
              <a:t>  </a:t>
            </a:r>
            <a:endParaRPr lang="en-US" altLang="zh-CN" sz="2400" smtClean="0">
              <a:solidFill>
                <a:srgbClr val="008000"/>
              </a:solidFill>
              <a:latin typeface="Tahoma" panose="020B0604030504040204" pitchFamily="34" charset="0"/>
            </a:endParaRPr>
          </a:p>
          <a:p>
            <a:pPr>
              <a:buClrTx/>
              <a:buFontTx/>
              <a:buNone/>
            </a:pP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zh-CN" altLang="en-US" sz="2400" smtClean="0">
                <a:solidFill>
                  <a:srgbClr val="008000"/>
                </a:solidFill>
                <a:latin typeface="Tahoma" panose="020B0604030504040204" pitchFamily="34" charset="0"/>
              </a:rPr>
              <a:t>最坏情况，</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zh-CN" altLang="en-US" sz="2400" smtClean="0">
                <a:solidFill>
                  <a:srgbClr val="008000"/>
                </a:solidFill>
                <a:latin typeface="Tahoma" panose="020B0604030504040204" pitchFamily="34" charset="0"/>
              </a:rPr>
              <a:t>两个子树均不空，</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 </a:t>
            </a:r>
            <a:r>
              <a:rPr lang="zh-CN" altLang="en-US" sz="2400" smtClean="0">
                <a:solidFill>
                  <a:srgbClr val="008000"/>
                </a:solidFill>
                <a:latin typeface="Tahoma" panose="020B0604030504040204" pitchFamily="34" charset="0"/>
              </a:rPr>
              <a:t>转换为简单情况</a:t>
            </a:r>
            <a:endParaRPr lang="zh-CN" altLang="en-US" sz="2400" smtClean="0">
              <a:solidFill>
                <a:srgbClr val="008000"/>
              </a:solidFill>
              <a:latin typeface="Tahoma" panose="020B0604030504040204" pitchFamily="34" charset="0"/>
            </a:endParaRPr>
          </a:p>
          <a:p>
            <a:pPr>
              <a:buClrTx/>
              <a:buFontTx/>
              <a:buNone/>
            </a:pPr>
            <a:r>
              <a:rPr lang="zh-CN" altLang="en-US"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(p-&gt;LeftChild &amp;&amp; p-&gt;RightChild) {</a:t>
            </a:r>
            <a:r>
              <a:rPr lang="en-US" altLang="zh-CN" sz="2400" smtClean="0">
                <a:solidFill>
                  <a:srgbClr val="008000"/>
                </a:solidFill>
                <a:latin typeface="Tahoma" panose="020B0604030504040204" pitchFamily="34" charset="0"/>
              </a:rPr>
              <a:t>// two children</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 convert to zero or one child case</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 find largest element in left subtree of p</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endParaRPr lang="en-US" altLang="zh-CN" sz="2400" smtClean="0">
              <a:solidFill>
                <a:srgbClr val="008000"/>
              </a:solidFill>
              <a:latin typeface="Tahoma" panose="020B0604030504040204" pitchFamily="34" charset="0"/>
            </a:endParaRPr>
          </a:p>
        </p:txBody>
      </p:sp>
      <p:sp>
        <p:nvSpPr>
          <p:cNvPr id="522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D712504-6685-4F85-A7B0-AC2C68EBDC37}" type="slidenum">
              <a:rPr lang="en-US" altLang="en-US">
                <a:solidFill>
                  <a:srgbClr val="4B4B4B"/>
                </a:solidFill>
              </a:rPr>
            </a:fld>
            <a:endParaRPr lang="en-US" altLang="en-US">
              <a:solidFill>
                <a:srgbClr val="4B4B4B"/>
              </a:solidFill>
            </a:endParaRPr>
          </a:p>
        </p:txBody>
      </p:sp>
      <p:grpSp>
        <p:nvGrpSpPr>
          <p:cNvPr id="52228" name="组合 6"/>
          <p:cNvGrpSpPr/>
          <p:nvPr/>
        </p:nvGrpSpPr>
        <p:grpSpPr bwMode="auto">
          <a:xfrm>
            <a:off x="7356694" y="1076325"/>
            <a:ext cx="358775" cy="358775"/>
            <a:chOff x="1343016" y="1455730"/>
            <a:chExt cx="358776" cy="358778"/>
          </a:xfrm>
        </p:grpSpPr>
        <p:sp>
          <p:nvSpPr>
            <p:cNvPr id="52271" name="椭圆 4"/>
            <p:cNvSpPr>
              <a:spLocks noChangeArrowheads="1"/>
            </p:cNvSpPr>
            <p:nvPr/>
          </p:nvSpPr>
          <p:spPr bwMode="auto">
            <a:xfrm>
              <a:off x="1343016" y="1455732"/>
              <a:ext cx="358776" cy="358776"/>
            </a:xfrm>
            <a:prstGeom prst="ellipse">
              <a:avLst/>
            </a:prstGeom>
            <a:solidFill>
              <a:srgbClr val="FF00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72"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29" name="组合 7"/>
          <p:cNvGrpSpPr/>
          <p:nvPr/>
        </p:nvGrpSpPr>
        <p:grpSpPr bwMode="auto">
          <a:xfrm>
            <a:off x="6818532" y="1612900"/>
            <a:ext cx="358775" cy="358775"/>
            <a:chOff x="1343016" y="1455729"/>
            <a:chExt cx="358776" cy="358779"/>
          </a:xfrm>
        </p:grpSpPr>
        <p:sp>
          <p:nvSpPr>
            <p:cNvPr id="52269"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70"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0" name="组合 10"/>
          <p:cNvGrpSpPr/>
          <p:nvPr/>
        </p:nvGrpSpPr>
        <p:grpSpPr bwMode="auto">
          <a:xfrm>
            <a:off x="7894857" y="2690813"/>
            <a:ext cx="358775" cy="358775"/>
            <a:chOff x="1343016" y="1455729"/>
            <a:chExt cx="358776" cy="358779"/>
          </a:xfrm>
        </p:grpSpPr>
        <p:sp>
          <p:nvSpPr>
            <p:cNvPr id="52267"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8"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1" name="组合 13"/>
          <p:cNvGrpSpPr/>
          <p:nvPr/>
        </p:nvGrpSpPr>
        <p:grpSpPr bwMode="auto">
          <a:xfrm>
            <a:off x="6280369" y="2151063"/>
            <a:ext cx="358775" cy="360362"/>
            <a:chOff x="1343016" y="1455730"/>
            <a:chExt cx="358776" cy="358778"/>
          </a:xfrm>
        </p:grpSpPr>
        <p:sp>
          <p:nvSpPr>
            <p:cNvPr id="52265"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6"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2" name="组合 16"/>
          <p:cNvGrpSpPr/>
          <p:nvPr/>
        </p:nvGrpSpPr>
        <p:grpSpPr bwMode="auto">
          <a:xfrm>
            <a:off x="7356694" y="2152650"/>
            <a:ext cx="358775" cy="360363"/>
            <a:chOff x="1343016" y="1455730"/>
            <a:chExt cx="358776" cy="358778"/>
          </a:xfrm>
        </p:grpSpPr>
        <p:sp>
          <p:nvSpPr>
            <p:cNvPr id="52263"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4"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3" name="组合 19"/>
          <p:cNvGrpSpPr/>
          <p:nvPr/>
        </p:nvGrpSpPr>
        <p:grpSpPr bwMode="auto">
          <a:xfrm>
            <a:off x="8253632" y="3228975"/>
            <a:ext cx="720725" cy="358775"/>
            <a:chOff x="1163628" y="1455730"/>
            <a:chExt cx="720000" cy="358778"/>
          </a:xfrm>
        </p:grpSpPr>
        <p:sp>
          <p:nvSpPr>
            <p:cNvPr id="52261"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2"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4" name="组合 22"/>
          <p:cNvGrpSpPr/>
          <p:nvPr/>
        </p:nvGrpSpPr>
        <p:grpSpPr bwMode="auto">
          <a:xfrm>
            <a:off x="5921594" y="2868613"/>
            <a:ext cx="358775" cy="360362"/>
            <a:chOff x="1343016" y="1455730"/>
            <a:chExt cx="358776" cy="358778"/>
          </a:xfrm>
        </p:grpSpPr>
        <p:sp>
          <p:nvSpPr>
            <p:cNvPr id="52259"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0"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5" name="组合 25"/>
          <p:cNvGrpSpPr/>
          <p:nvPr/>
        </p:nvGrpSpPr>
        <p:grpSpPr bwMode="auto">
          <a:xfrm>
            <a:off x="7894857" y="3767138"/>
            <a:ext cx="358775" cy="360362"/>
            <a:chOff x="1343016" y="1455730"/>
            <a:chExt cx="358776" cy="358778"/>
          </a:xfrm>
        </p:grpSpPr>
        <p:sp>
          <p:nvSpPr>
            <p:cNvPr id="52257"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58"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2236" name="直接连接符 35"/>
          <p:cNvCxnSpPr>
            <a:cxnSpLocks noChangeShapeType="1"/>
          </p:cNvCxnSpPr>
          <p:nvPr/>
        </p:nvCxnSpPr>
        <p:spPr bwMode="auto">
          <a:xfrm rot="5400000">
            <a:off x="7198738" y="1413669"/>
            <a:ext cx="31591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37" name="直接连接符 40"/>
          <p:cNvCxnSpPr>
            <a:cxnSpLocks noChangeShapeType="1"/>
          </p:cNvCxnSpPr>
          <p:nvPr/>
        </p:nvCxnSpPr>
        <p:spPr bwMode="auto">
          <a:xfrm rot="5400000">
            <a:off x="6659782" y="1951037"/>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38" name="直接连接符 43"/>
          <p:cNvCxnSpPr>
            <a:cxnSpLocks noChangeShapeType="1"/>
          </p:cNvCxnSpPr>
          <p:nvPr/>
        </p:nvCxnSpPr>
        <p:spPr bwMode="auto">
          <a:xfrm rot="16200000" flipH="1">
            <a:off x="7536082" y="2511425"/>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39" name="直接连接符 46"/>
          <p:cNvCxnSpPr>
            <a:cxnSpLocks noChangeShapeType="1"/>
          </p:cNvCxnSpPr>
          <p:nvPr/>
        </p:nvCxnSpPr>
        <p:spPr bwMode="auto">
          <a:xfrm rot="16200000" flipH="1">
            <a:off x="8075038" y="30503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40" name="直接连接符 49"/>
          <p:cNvCxnSpPr>
            <a:cxnSpLocks noChangeShapeType="1"/>
          </p:cNvCxnSpPr>
          <p:nvPr/>
        </p:nvCxnSpPr>
        <p:spPr bwMode="auto">
          <a:xfrm rot="16200000" flipH="1">
            <a:off x="7017763" y="19518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41" name="直接连接符 52"/>
          <p:cNvCxnSpPr>
            <a:cxnSpLocks noChangeShapeType="1"/>
          </p:cNvCxnSpPr>
          <p:nvPr/>
        </p:nvCxnSpPr>
        <p:spPr bwMode="auto">
          <a:xfrm rot="10800000" flipV="1">
            <a:off x="6100982" y="2511425"/>
            <a:ext cx="358775" cy="3571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42" name="直接连接符 57"/>
          <p:cNvCxnSpPr>
            <a:cxnSpLocks noChangeShapeType="1"/>
          </p:cNvCxnSpPr>
          <p:nvPr/>
        </p:nvCxnSpPr>
        <p:spPr bwMode="auto">
          <a:xfrm rot="5400000">
            <a:off x="8255219" y="3587751"/>
            <a:ext cx="357187"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2243" name="组合 16"/>
          <p:cNvGrpSpPr/>
          <p:nvPr/>
        </p:nvGrpSpPr>
        <p:grpSpPr bwMode="auto">
          <a:xfrm>
            <a:off x="6818532" y="2689225"/>
            <a:ext cx="358775" cy="360363"/>
            <a:chOff x="1343016" y="1455730"/>
            <a:chExt cx="358776" cy="358778"/>
          </a:xfrm>
        </p:grpSpPr>
        <p:sp>
          <p:nvSpPr>
            <p:cNvPr id="52255"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56"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2244" name="直接连接符 49"/>
          <p:cNvCxnSpPr>
            <a:cxnSpLocks noChangeShapeType="1"/>
          </p:cNvCxnSpPr>
          <p:nvPr/>
        </p:nvCxnSpPr>
        <p:spPr bwMode="auto">
          <a:xfrm rot="16200000" flipH="1">
            <a:off x="6458170" y="2509837"/>
            <a:ext cx="36195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2245" name="任意多边形 38"/>
          <p:cNvSpPr>
            <a:spLocks noChangeArrowheads="1"/>
          </p:cNvSpPr>
          <p:nvPr/>
        </p:nvSpPr>
        <p:spPr bwMode="auto">
          <a:xfrm>
            <a:off x="7536082" y="1446213"/>
            <a:ext cx="1116012" cy="519112"/>
          </a:xfrm>
          <a:custGeom>
            <a:avLst/>
            <a:gdLst>
              <a:gd name="T0" fmla="*/ 0 w 1116419"/>
              <a:gd name="T1" fmla="*/ 0 h 518208"/>
              <a:gd name="T2" fmla="*/ 201575 w 1116419"/>
              <a:gd name="T3" fmla="*/ 21487 h 518208"/>
              <a:gd name="T4" fmla="*/ 233406 w 1116419"/>
              <a:gd name="T5" fmla="*/ 42978 h 518208"/>
              <a:gd name="T6" fmla="*/ 265232 w 1116419"/>
              <a:gd name="T7" fmla="*/ 53722 h 518208"/>
              <a:gd name="T8" fmla="*/ 297062 w 1116419"/>
              <a:gd name="T9" fmla="*/ 85955 h 518208"/>
              <a:gd name="T10" fmla="*/ 339498 w 1116419"/>
              <a:gd name="T11" fmla="*/ 150422 h 518208"/>
              <a:gd name="T12" fmla="*/ 434981 w 1116419"/>
              <a:gd name="T13" fmla="*/ 139677 h 518208"/>
              <a:gd name="T14" fmla="*/ 477420 w 1116419"/>
              <a:gd name="T15" fmla="*/ 128933 h 518208"/>
              <a:gd name="T16" fmla="*/ 551686 w 1116419"/>
              <a:gd name="T17" fmla="*/ 139677 h 518208"/>
              <a:gd name="T18" fmla="*/ 594121 w 1116419"/>
              <a:gd name="T19" fmla="*/ 204143 h 518208"/>
              <a:gd name="T20" fmla="*/ 604730 w 1116419"/>
              <a:gd name="T21" fmla="*/ 236376 h 518208"/>
              <a:gd name="T22" fmla="*/ 668387 w 1116419"/>
              <a:gd name="T23" fmla="*/ 268609 h 518208"/>
              <a:gd name="T24" fmla="*/ 774479 w 1116419"/>
              <a:gd name="T25" fmla="*/ 279354 h 518208"/>
              <a:gd name="T26" fmla="*/ 848745 w 1116419"/>
              <a:gd name="T27" fmla="*/ 365308 h 518208"/>
              <a:gd name="T28" fmla="*/ 859353 w 1116419"/>
              <a:gd name="T29" fmla="*/ 397541 h 518208"/>
              <a:gd name="T30" fmla="*/ 891182 w 1116419"/>
              <a:gd name="T31" fmla="*/ 408286 h 518208"/>
              <a:gd name="T32" fmla="*/ 944228 w 1116419"/>
              <a:gd name="T33" fmla="*/ 419029 h 518208"/>
              <a:gd name="T34" fmla="*/ 976057 w 1116419"/>
              <a:gd name="T35" fmla="*/ 440517 h 518208"/>
              <a:gd name="T36" fmla="*/ 1007885 w 1116419"/>
              <a:gd name="T37" fmla="*/ 504984 h 518208"/>
              <a:gd name="T38" fmla="*/ 1113979 w 1116419"/>
              <a:gd name="T39" fmla="*/ 515728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52246" name="直接箭头连接符 39"/>
          <p:cNvCxnSpPr>
            <a:cxnSpLocks noChangeShapeType="1"/>
          </p:cNvCxnSpPr>
          <p:nvPr/>
        </p:nvCxnSpPr>
        <p:spPr bwMode="auto">
          <a:xfrm rot="10800000" flipV="1">
            <a:off x="7715469" y="717550"/>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2247" name="TextBox 40"/>
          <p:cNvSpPr txBox="1">
            <a:spLocks noChangeArrowheads="1"/>
          </p:cNvSpPr>
          <p:nvPr/>
        </p:nvSpPr>
        <p:spPr bwMode="auto">
          <a:xfrm>
            <a:off x="8253632" y="53816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2248" name="组合 7"/>
          <p:cNvGrpSpPr/>
          <p:nvPr/>
        </p:nvGrpSpPr>
        <p:grpSpPr bwMode="auto">
          <a:xfrm>
            <a:off x="6818532" y="538163"/>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2254"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2249" name="直接连接符 49"/>
          <p:cNvCxnSpPr>
            <a:cxnSpLocks noChangeShapeType="1"/>
          </p:cNvCxnSpPr>
          <p:nvPr/>
        </p:nvCxnSpPr>
        <p:spPr bwMode="auto">
          <a:xfrm rot="16200000" flipH="1">
            <a:off x="7017763" y="877094"/>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50" name="直接箭头连接符 45"/>
          <p:cNvCxnSpPr>
            <a:cxnSpLocks noChangeShapeType="1"/>
          </p:cNvCxnSpPr>
          <p:nvPr/>
        </p:nvCxnSpPr>
        <p:spPr bwMode="auto">
          <a:xfrm rot="10800000" flipV="1">
            <a:off x="7177307" y="179388"/>
            <a:ext cx="538162" cy="4968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2251" name="TextBox 46"/>
          <p:cNvSpPr txBox="1">
            <a:spLocks noChangeArrowheads="1"/>
          </p:cNvSpPr>
          <p:nvPr/>
        </p:nvSpPr>
        <p:spPr bwMode="auto">
          <a:xfrm>
            <a:off x="7715469" y="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smtClean="0"/>
              <a:t>删除算法实现（续）</a:t>
            </a:r>
            <a:endParaRPr lang="zh-CN" altLang="en-US" smtClean="0"/>
          </a:p>
        </p:txBody>
      </p:sp>
      <p:sp>
        <p:nvSpPr>
          <p:cNvPr id="53251" name="Rectangle 3"/>
          <p:cNvSpPr>
            <a:spLocks noGrp="1" noChangeArrowheads="1"/>
          </p:cNvSpPr>
          <p:nvPr>
            <p:ph idx="1"/>
          </p:nvPr>
        </p:nvSpPr>
        <p:spPr/>
        <p:txBody>
          <a:bodyPr/>
          <a:lstStyle/>
          <a:p>
            <a:pPr>
              <a:buClrTx/>
              <a:buFontTx/>
              <a:buNone/>
            </a:pPr>
            <a:r>
              <a:rPr lang="en-US" altLang="zh-CN" sz="2400" smtClean="0">
                <a:solidFill>
                  <a:srgbClr val="008000"/>
                </a:solidFill>
                <a:latin typeface="Tahoma" panose="020B0604030504040204" pitchFamily="34" charset="0"/>
              </a:rPr>
              <a:t>      // </a:t>
            </a:r>
            <a:r>
              <a:rPr lang="zh-CN" altLang="en-US" sz="2400" smtClean="0">
                <a:solidFill>
                  <a:srgbClr val="008000"/>
                </a:solidFill>
                <a:latin typeface="Tahoma" panose="020B0604030504040204" pitchFamily="34" charset="0"/>
              </a:rPr>
              <a:t>搜索左子树最右（大）节点</a:t>
            </a:r>
            <a:endParaRPr lang="zh-CN" altLang="en-US" sz="2400" smtClean="0">
              <a:solidFill>
                <a:srgbClr val="008000"/>
              </a:solidFill>
              <a:latin typeface="Tahoma" panose="020B0604030504040204" pitchFamily="34" charset="0"/>
            </a:endParaRPr>
          </a:p>
          <a:p>
            <a:pPr>
              <a:buClrTx/>
              <a:buFontTx/>
              <a:buNone/>
            </a:pPr>
            <a:r>
              <a:rPr lang="zh-CN" altLang="en-US"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BinaryTreeNode&lt;E&gt; *s = p-&gt;LeftChild,</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*ps = p;</a:t>
            </a:r>
            <a:r>
              <a:rPr lang="en-US" altLang="zh-CN" sz="2400" smtClean="0">
                <a:solidFill>
                  <a:srgbClr val="008000"/>
                </a:solidFill>
                <a:latin typeface="Tahoma" panose="020B0604030504040204" pitchFamily="34" charset="0"/>
              </a:rPr>
              <a:t>  // parent of s</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while (s-&gt;RightChild) {</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ps = s;</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s = s-&gt;RightChild;}</a:t>
            </a:r>
            <a:endParaRPr lang="en-US" altLang="zh-CN" sz="2400" smtClean="0">
              <a:solidFill>
                <a:srgbClr val="0000FF"/>
              </a:solidFill>
              <a:latin typeface="Tahoma" panose="020B0604030504040204" pitchFamily="34" charset="0"/>
            </a:endParaRPr>
          </a:p>
          <a:p>
            <a:pPr>
              <a:buClrTx/>
              <a:buFontTx/>
              <a:buNone/>
            </a:pPr>
            <a:endParaRPr lang="en-US" altLang="zh-CN" sz="2400" smtClean="0">
              <a:solidFill>
                <a:srgbClr val="008000"/>
              </a:solidFill>
              <a:latin typeface="Tahoma" panose="020B0604030504040204" pitchFamily="34" charset="0"/>
            </a:endParaRPr>
          </a:p>
        </p:txBody>
      </p:sp>
      <p:sp>
        <p:nvSpPr>
          <p:cNvPr id="532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3C2A8D6-3676-4DD2-B99D-EB00C00B5BF6}" type="slidenum">
              <a:rPr lang="en-US" altLang="en-US">
                <a:solidFill>
                  <a:srgbClr val="4B4B4B"/>
                </a:solidFill>
              </a:rPr>
            </a:fld>
            <a:endParaRPr lang="en-US" altLang="en-US">
              <a:solidFill>
                <a:srgbClr val="4B4B4B"/>
              </a:solidFill>
            </a:endParaRPr>
          </a:p>
        </p:txBody>
      </p:sp>
      <p:grpSp>
        <p:nvGrpSpPr>
          <p:cNvPr id="53252" name="组合 6"/>
          <p:cNvGrpSpPr/>
          <p:nvPr/>
        </p:nvGrpSpPr>
        <p:grpSpPr bwMode="auto">
          <a:xfrm>
            <a:off x="7083425" y="3248025"/>
            <a:ext cx="358775" cy="358775"/>
            <a:chOff x="1343016" y="1455730"/>
            <a:chExt cx="358776" cy="358778"/>
          </a:xfrm>
        </p:grpSpPr>
        <p:sp>
          <p:nvSpPr>
            <p:cNvPr id="53299" name="椭圆 4"/>
            <p:cNvSpPr>
              <a:spLocks noChangeArrowheads="1"/>
            </p:cNvSpPr>
            <p:nvPr/>
          </p:nvSpPr>
          <p:spPr bwMode="auto">
            <a:xfrm>
              <a:off x="1343016" y="1455732"/>
              <a:ext cx="358776" cy="358776"/>
            </a:xfrm>
            <a:prstGeom prst="ellipse">
              <a:avLst/>
            </a:prstGeom>
            <a:solidFill>
              <a:srgbClr val="FF00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300"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3" name="组合 7"/>
          <p:cNvGrpSpPr/>
          <p:nvPr/>
        </p:nvGrpSpPr>
        <p:grpSpPr bwMode="auto">
          <a:xfrm>
            <a:off x="6545263" y="3784600"/>
            <a:ext cx="358775" cy="358775"/>
            <a:chOff x="1343016" y="1455729"/>
            <a:chExt cx="358776" cy="358779"/>
          </a:xfrm>
        </p:grpSpPr>
        <p:sp>
          <p:nvSpPr>
            <p:cNvPr id="5329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8"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4" name="组合 10"/>
          <p:cNvGrpSpPr/>
          <p:nvPr/>
        </p:nvGrpSpPr>
        <p:grpSpPr bwMode="auto">
          <a:xfrm>
            <a:off x="7621588" y="4862513"/>
            <a:ext cx="358775" cy="358775"/>
            <a:chOff x="1343016" y="1455729"/>
            <a:chExt cx="358776" cy="358779"/>
          </a:xfrm>
        </p:grpSpPr>
        <p:sp>
          <p:nvSpPr>
            <p:cNvPr id="5329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6"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5" name="组合 13"/>
          <p:cNvGrpSpPr/>
          <p:nvPr/>
        </p:nvGrpSpPr>
        <p:grpSpPr bwMode="auto">
          <a:xfrm>
            <a:off x="6007100" y="4322763"/>
            <a:ext cx="358775" cy="360362"/>
            <a:chOff x="1343016" y="1455730"/>
            <a:chExt cx="358776" cy="358778"/>
          </a:xfrm>
        </p:grpSpPr>
        <p:sp>
          <p:nvSpPr>
            <p:cNvPr id="5329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4"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6" name="组合 16"/>
          <p:cNvGrpSpPr/>
          <p:nvPr/>
        </p:nvGrpSpPr>
        <p:grpSpPr bwMode="auto">
          <a:xfrm>
            <a:off x="7083425" y="4324350"/>
            <a:ext cx="358775" cy="360363"/>
            <a:chOff x="1343016" y="1455730"/>
            <a:chExt cx="358776" cy="358778"/>
          </a:xfrm>
        </p:grpSpPr>
        <p:sp>
          <p:nvSpPr>
            <p:cNvPr id="5329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2"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7" name="组合 19"/>
          <p:cNvGrpSpPr/>
          <p:nvPr/>
        </p:nvGrpSpPr>
        <p:grpSpPr bwMode="auto">
          <a:xfrm>
            <a:off x="7980363" y="5400675"/>
            <a:ext cx="720725" cy="358775"/>
            <a:chOff x="1163628" y="1455730"/>
            <a:chExt cx="720000" cy="358778"/>
          </a:xfrm>
        </p:grpSpPr>
        <p:sp>
          <p:nvSpPr>
            <p:cNvPr id="53289" name="椭圆 20"/>
            <p:cNvSpPr>
              <a:spLocks noChangeArrowheads="1"/>
            </p:cNvSpPr>
            <p:nvPr/>
          </p:nvSpPr>
          <p:spPr bwMode="auto">
            <a:xfrm>
              <a:off x="1343016" y="1455732"/>
              <a:ext cx="358776" cy="358776"/>
            </a:xfrm>
            <a:prstGeom prst="ellipse">
              <a:avLst/>
            </a:prstGeom>
            <a:solidFill>
              <a:srgbClr val="0000CC"/>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0"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8" name="组合 22"/>
          <p:cNvGrpSpPr/>
          <p:nvPr/>
        </p:nvGrpSpPr>
        <p:grpSpPr bwMode="auto">
          <a:xfrm>
            <a:off x="5648325" y="5040313"/>
            <a:ext cx="358775" cy="360362"/>
            <a:chOff x="1343016" y="1455730"/>
            <a:chExt cx="358776" cy="358778"/>
          </a:xfrm>
        </p:grpSpPr>
        <p:sp>
          <p:nvSpPr>
            <p:cNvPr id="53287"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88"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9" name="组合 25"/>
          <p:cNvGrpSpPr/>
          <p:nvPr/>
        </p:nvGrpSpPr>
        <p:grpSpPr bwMode="auto">
          <a:xfrm>
            <a:off x="7621588" y="5938838"/>
            <a:ext cx="358775" cy="360362"/>
            <a:chOff x="1343016" y="1455730"/>
            <a:chExt cx="358776" cy="358778"/>
          </a:xfrm>
        </p:grpSpPr>
        <p:sp>
          <p:nvSpPr>
            <p:cNvPr id="53285"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86"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3260" name="直接连接符 35"/>
          <p:cNvCxnSpPr>
            <a:cxnSpLocks noChangeShapeType="1"/>
          </p:cNvCxnSpPr>
          <p:nvPr/>
        </p:nvCxnSpPr>
        <p:spPr bwMode="auto">
          <a:xfrm rot="5400000">
            <a:off x="6924676" y="3586162"/>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1" name="直接连接符 40"/>
          <p:cNvCxnSpPr>
            <a:cxnSpLocks noChangeShapeType="1"/>
          </p:cNvCxnSpPr>
          <p:nvPr/>
        </p:nvCxnSpPr>
        <p:spPr bwMode="auto">
          <a:xfrm rot="5400000">
            <a:off x="6385719" y="41235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2" name="直接连接符 43"/>
          <p:cNvCxnSpPr>
            <a:cxnSpLocks noChangeShapeType="1"/>
          </p:cNvCxnSpPr>
          <p:nvPr/>
        </p:nvCxnSpPr>
        <p:spPr bwMode="auto">
          <a:xfrm rot="16200000" flipH="1">
            <a:off x="7262019" y="4683919"/>
            <a:ext cx="36036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3" name="直接连接符 46"/>
          <p:cNvCxnSpPr>
            <a:cxnSpLocks noChangeShapeType="1"/>
          </p:cNvCxnSpPr>
          <p:nvPr/>
        </p:nvCxnSpPr>
        <p:spPr bwMode="auto">
          <a:xfrm rot="16200000" flipH="1">
            <a:off x="7801769" y="52220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4" name="直接连接符 49"/>
          <p:cNvCxnSpPr>
            <a:cxnSpLocks noChangeShapeType="1"/>
          </p:cNvCxnSpPr>
          <p:nvPr/>
        </p:nvCxnSpPr>
        <p:spPr bwMode="auto">
          <a:xfrm rot="16200000" flipH="1">
            <a:off x="6744494" y="41235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5" name="直接连接符 52"/>
          <p:cNvCxnSpPr>
            <a:cxnSpLocks noChangeShapeType="1"/>
          </p:cNvCxnSpPr>
          <p:nvPr/>
        </p:nvCxnSpPr>
        <p:spPr bwMode="auto">
          <a:xfrm rot="10800000" flipV="1">
            <a:off x="5827713" y="4684713"/>
            <a:ext cx="358775" cy="3556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6" name="直接连接符 57"/>
          <p:cNvCxnSpPr>
            <a:cxnSpLocks noChangeShapeType="1"/>
          </p:cNvCxnSpPr>
          <p:nvPr/>
        </p:nvCxnSpPr>
        <p:spPr bwMode="auto">
          <a:xfrm rot="5400000">
            <a:off x="7981156" y="5760245"/>
            <a:ext cx="358775"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3267" name="组合 16"/>
          <p:cNvGrpSpPr/>
          <p:nvPr/>
        </p:nvGrpSpPr>
        <p:grpSpPr bwMode="auto">
          <a:xfrm>
            <a:off x="6545263" y="4860925"/>
            <a:ext cx="358775" cy="360363"/>
            <a:chOff x="1343016" y="1455730"/>
            <a:chExt cx="358776" cy="358778"/>
          </a:xfrm>
        </p:grpSpPr>
        <p:sp>
          <p:nvSpPr>
            <p:cNvPr id="53283"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84"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3268" name="直接连接符 49"/>
          <p:cNvCxnSpPr>
            <a:cxnSpLocks noChangeShapeType="1"/>
          </p:cNvCxnSpPr>
          <p:nvPr/>
        </p:nvCxnSpPr>
        <p:spPr bwMode="auto">
          <a:xfrm rot="16200000" flipH="1">
            <a:off x="6185695" y="4682331"/>
            <a:ext cx="360362"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3269" name="任意多边形 38"/>
          <p:cNvSpPr>
            <a:spLocks noChangeArrowheads="1"/>
          </p:cNvSpPr>
          <p:nvPr/>
        </p:nvSpPr>
        <p:spPr bwMode="auto">
          <a:xfrm>
            <a:off x="7262813" y="3619500"/>
            <a:ext cx="1116012" cy="517525"/>
          </a:xfrm>
          <a:custGeom>
            <a:avLst/>
            <a:gdLst>
              <a:gd name="T0" fmla="*/ 0 w 1116419"/>
              <a:gd name="T1" fmla="*/ 0 h 518208"/>
              <a:gd name="T2" fmla="*/ 201575 w 1116419"/>
              <a:gd name="T3" fmla="*/ 21097 h 518208"/>
              <a:gd name="T4" fmla="*/ 233406 w 1116419"/>
              <a:gd name="T5" fmla="*/ 42195 h 518208"/>
              <a:gd name="T6" fmla="*/ 265232 w 1116419"/>
              <a:gd name="T7" fmla="*/ 52743 h 518208"/>
              <a:gd name="T8" fmla="*/ 297062 w 1116419"/>
              <a:gd name="T9" fmla="*/ 84390 h 518208"/>
              <a:gd name="T10" fmla="*/ 339498 w 1116419"/>
              <a:gd name="T11" fmla="*/ 147683 h 518208"/>
              <a:gd name="T12" fmla="*/ 434981 w 1116419"/>
              <a:gd name="T13" fmla="*/ 137135 h 518208"/>
              <a:gd name="T14" fmla="*/ 477420 w 1116419"/>
              <a:gd name="T15" fmla="*/ 126585 h 518208"/>
              <a:gd name="T16" fmla="*/ 551686 w 1116419"/>
              <a:gd name="T17" fmla="*/ 137135 h 518208"/>
              <a:gd name="T18" fmla="*/ 594121 w 1116419"/>
              <a:gd name="T19" fmla="*/ 200427 h 518208"/>
              <a:gd name="T20" fmla="*/ 604730 w 1116419"/>
              <a:gd name="T21" fmla="*/ 232074 h 518208"/>
              <a:gd name="T22" fmla="*/ 668387 w 1116419"/>
              <a:gd name="T23" fmla="*/ 263720 h 518208"/>
              <a:gd name="T24" fmla="*/ 774479 w 1116419"/>
              <a:gd name="T25" fmla="*/ 274269 h 518208"/>
              <a:gd name="T26" fmla="*/ 848745 w 1116419"/>
              <a:gd name="T27" fmla="*/ 358658 h 518208"/>
              <a:gd name="T28" fmla="*/ 859353 w 1116419"/>
              <a:gd name="T29" fmla="*/ 390305 h 518208"/>
              <a:gd name="T30" fmla="*/ 891182 w 1116419"/>
              <a:gd name="T31" fmla="*/ 400854 h 518208"/>
              <a:gd name="T32" fmla="*/ 944228 w 1116419"/>
              <a:gd name="T33" fmla="*/ 411401 h 518208"/>
              <a:gd name="T34" fmla="*/ 976057 w 1116419"/>
              <a:gd name="T35" fmla="*/ 432498 h 518208"/>
              <a:gd name="T36" fmla="*/ 1007885 w 1116419"/>
              <a:gd name="T37" fmla="*/ 495792 h 518208"/>
              <a:gd name="T38" fmla="*/ 1113979 w 1116419"/>
              <a:gd name="T39" fmla="*/ 506340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53270" name="直接箭头连接符 39"/>
          <p:cNvCxnSpPr>
            <a:cxnSpLocks noChangeShapeType="1"/>
          </p:cNvCxnSpPr>
          <p:nvPr/>
        </p:nvCxnSpPr>
        <p:spPr bwMode="auto">
          <a:xfrm rot="10800000" flipV="1">
            <a:off x="7442200" y="2889250"/>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3271" name="TextBox 40"/>
          <p:cNvSpPr txBox="1">
            <a:spLocks noChangeArrowheads="1"/>
          </p:cNvSpPr>
          <p:nvPr/>
        </p:nvSpPr>
        <p:spPr bwMode="auto">
          <a:xfrm>
            <a:off x="7980363" y="270986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3272" name="组合 7"/>
          <p:cNvGrpSpPr/>
          <p:nvPr/>
        </p:nvGrpSpPr>
        <p:grpSpPr bwMode="auto">
          <a:xfrm>
            <a:off x="6545263" y="2709863"/>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3282"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3273" name="直接连接符 49"/>
          <p:cNvCxnSpPr>
            <a:cxnSpLocks noChangeShapeType="1"/>
          </p:cNvCxnSpPr>
          <p:nvPr/>
        </p:nvCxnSpPr>
        <p:spPr bwMode="auto">
          <a:xfrm rot="16200000" flipH="1">
            <a:off x="6744494" y="3048794"/>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74" name="直接箭头连接符 45"/>
          <p:cNvCxnSpPr>
            <a:cxnSpLocks noChangeShapeType="1"/>
          </p:cNvCxnSpPr>
          <p:nvPr/>
        </p:nvCxnSpPr>
        <p:spPr bwMode="auto">
          <a:xfrm rot="10800000" flipV="1">
            <a:off x="6904038" y="2351088"/>
            <a:ext cx="538162" cy="4968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3275" name="TextBox 46"/>
          <p:cNvSpPr txBox="1">
            <a:spLocks noChangeArrowheads="1"/>
          </p:cNvSpPr>
          <p:nvPr/>
        </p:nvSpPr>
        <p:spPr bwMode="auto">
          <a:xfrm>
            <a:off x="7442200" y="2173288"/>
            <a:ext cx="5381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cxnSp>
        <p:nvCxnSpPr>
          <p:cNvPr id="48" name="直接箭头连接符 47"/>
          <p:cNvCxnSpPr>
            <a:cxnSpLocks noChangeShapeType="1"/>
            <a:endCxn id="53298" idx="1"/>
          </p:cNvCxnSpPr>
          <p:nvPr/>
        </p:nvCxnSpPr>
        <p:spPr bwMode="auto">
          <a:xfrm>
            <a:off x="6007100" y="3608388"/>
            <a:ext cx="538163" cy="315912"/>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9" name="TextBox 48"/>
          <p:cNvSpPr txBox="1">
            <a:spLocks noChangeArrowheads="1"/>
          </p:cNvSpPr>
          <p:nvPr/>
        </p:nvSpPr>
        <p:spPr bwMode="auto">
          <a:xfrm>
            <a:off x="5648325" y="3249613"/>
            <a:ext cx="5381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s</a:t>
            </a:r>
            <a:endParaRPr lang="zh-CN" altLang="en-US" b="1">
              <a:solidFill>
                <a:srgbClr val="FF0000"/>
              </a:solidFill>
            </a:endParaRPr>
          </a:p>
        </p:txBody>
      </p:sp>
      <p:cxnSp>
        <p:nvCxnSpPr>
          <p:cNvPr id="53" name="直接箭头连接符 52"/>
          <p:cNvCxnSpPr>
            <a:cxnSpLocks noChangeShapeType="1"/>
            <a:stCxn id="54" idx="1"/>
          </p:cNvCxnSpPr>
          <p:nvPr/>
        </p:nvCxnSpPr>
        <p:spPr bwMode="auto">
          <a:xfrm rot="10800000" flipV="1">
            <a:off x="7442200" y="3254375"/>
            <a:ext cx="717550" cy="17462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4" name="TextBox 53"/>
          <p:cNvSpPr txBox="1">
            <a:spLocks noChangeArrowheads="1"/>
          </p:cNvSpPr>
          <p:nvPr/>
        </p:nvSpPr>
        <p:spPr bwMode="auto">
          <a:xfrm>
            <a:off x="8159750" y="30702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ps</a:t>
            </a:r>
            <a:endParaRPr lang="zh-CN" altLang="en-US" b="1">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5E-6 1.48148E-6 L 0.04063 0.22268 " pathEditMode="relative" rAng="0" ptsTypes="AA">
                                      <p:cBhvr>
                                        <p:cTn id="6" dur="2000" fill="hold"/>
                                        <p:tgtEl>
                                          <p:spTgt spid="53"/>
                                        </p:tgtEl>
                                        <p:attrNameLst>
                                          <p:attrName>ppt_x</p:attrName>
                                          <p:attrName>ppt_y</p:attrName>
                                        </p:attrNameLst>
                                      </p:cBhvr>
                                      <p:rCtr x="2031" y="11134"/>
                                    </p:animMotion>
                                  </p:childTnLst>
                                </p:cTn>
                              </p:par>
                              <p:par>
                                <p:cTn id="7" presetID="0" presetClass="path" presetSubtype="0" accel="50000" decel="50000" fill="hold" grpId="0" nodeType="withEffect">
                                  <p:stCondLst>
                                    <p:cond delay="0"/>
                                  </p:stCondLst>
                                  <p:childTnLst>
                                    <p:animMotion origin="layout" path="M -1.38889E-6 2.96296E-6 L 0.03108 0.23541 " pathEditMode="relative" rAng="0" ptsTypes="AA">
                                      <p:cBhvr>
                                        <p:cTn id="8" dur="2000" fill="hold"/>
                                        <p:tgtEl>
                                          <p:spTgt spid="54"/>
                                        </p:tgtEl>
                                        <p:attrNameLst>
                                          <p:attrName>ppt_x</p:attrName>
                                          <p:attrName>ppt_y</p:attrName>
                                        </p:attrNameLst>
                                      </p:cBhvr>
                                      <p:rCtr x="1545" y="11759"/>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nodeType="clickEffect">
                                  <p:stCondLst>
                                    <p:cond delay="0"/>
                                  </p:stCondLst>
                                  <p:childTnLst>
                                    <p:animMotion origin="layout" path="M 0 0 L 0.17726 0.23635 " pathEditMode="relative" ptsTypes="AA">
                                      <p:cBhvr>
                                        <p:cTn id="12" dur="2000" fill="hold"/>
                                        <p:tgtEl>
                                          <p:spTgt spid="48"/>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 0 L 0.17726 0.23635 " pathEditMode="relative" ptsTypes="AA">
                                      <p:cBhvr>
                                        <p:cTn id="14" dur="2000" fill="hold"/>
                                        <p:tgtEl>
                                          <p:spTgt spid="4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zh-CN" altLang="en-US" smtClean="0"/>
              <a:t>删除算法实现（续）</a:t>
            </a:r>
            <a:endParaRPr lang="zh-CN" altLang="en-US" smtClean="0"/>
          </a:p>
        </p:txBody>
      </p:sp>
      <p:sp>
        <p:nvSpPr>
          <p:cNvPr id="54275" name="Rectangle 3"/>
          <p:cNvSpPr>
            <a:spLocks noGrp="1" noChangeArrowheads="1"/>
          </p:cNvSpPr>
          <p:nvPr>
            <p:ph idx="1"/>
          </p:nvPr>
        </p:nvSpPr>
        <p:spPr/>
        <p:txBody>
          <a:bodyPr/>
          <a:lstStyle/>
          <a:p>
            <a:pPr>
              <a:buClrTx/>
              <a:buFontTx/>
              <a:buNone/>
            </a:pPr>
            <a:r>
              <a:rPr lang="en-US" altLang="zh-CN" sz="2000" smtClean="0">
                <a:solidFill>
                  <a:srgbClr val="008000"/>
                </a:solidFill>
                <a:latin typeface="Tahoma" panose="020B0604030504040204" pitchFamily="34" charset="0"/>
              </a:rPr>
              <a:t>      // </a:t>
            </a:r>
            <a:r>
              <a:rPr lang="zh-CN" altLang="en-US" sz="2000" smtClean="0">
                <a:solidFill>
                  <a:srgbClr val="008000"/>
                </a:solidFill>
                <a:latin typeface="Tahoma" panose="020B0604030504040204" pitchFamily="34" charset="0"/>
              </a:rPr>
              <a:t>交换</a:t>
            </a:r>
            <a:r>
              <a:rPr lang="en-US" altLang="zh-CN" sz="2000" smtClean="0">
                <a:solidFill>
                  <a:srgbClr val="008000"/>
                </a:solidFill>
                <a:latin typeface="Tahoma" panose="020B0604030504040204" pitchFamily="34" charset="0"/>
              </a:rPr>
              <a:t>p</a:t>
            </a:r>
            <a:r>
              <a:rPr lang="zh-CN" altLang="en-US" sz="2000" smtClean="0">
                <a:solidFill>
                  <a:srgbClr val="008000"/>
                </a:solidFill>
                <a:latin typeface="Tahoma" panose="020B0604030504040204" pitchFamily="34" charset="0"/>
              </a:rPr>
              <a:t>和其左子树的最右节点</a:t>
            </a:r>
            <a:endParaRPr lang="zh-CN" altLang="en-US" sz="2000" smtClean="0">
              <a:solidFill>
                <a:srgbClr val="008000"/>
              </a:solidFill>
              <a:latin typeface="Tahoma" panose="020B0604030504040204" pitchFamily="34" charset="0"/>
            </a:endParaRPr>
          </a:p>
          <a:p>
            <a:pPr>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p-&gt;data = s-&gt;data;</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p = s;</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pp = ps;}</a:t>
            </a:r>
            <a:endParaRPr lang="en-US" altLang="zh-CN" sz="2000" smtClean="0">
              <a:solidFill>
                <a:srgbClr val="0000FF"/>
              </a:solidFill>
              <a:latin typeface="Tahoma" panose="020B0604030504040204" pitchFamily="34" charset="0"/>
            </a:endParaRPr>
          </a:p>
          <a:p>
            <a:pPr>
              <a:buClrTx/>
              <a:buFontTx/>
              <a:buNone/>
            </a:pP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8000"/>
                </a:solidFill>
                <a:latin typeface="Tahoma" panose="020B0604030504040204" pitchFamily="34" charset="0"/>
              </a:rPr>
              <a:t>   // p has at most one child</a:t>
            </a:r>
            <a:endParaRPr lang="en-US" altLang="zh-CN" sz="2000" smtClean="0">
              <a:solidFill>
                <a:srgbClr val="008000"/>
              </a:solidFill>
              <a:latin typeface="Tahoma" panose="020B0604030504040204" pitchFamily="34" charset="0"/>
            </a:endParaRPr>
          </a:p>
          <a:p>
            <a:pPr>
              <a:buClrTx/>
              <a:buFontTx/>
              <a:buNone/>
            </a:pPr>
            <a:r>
              <a:rPr lang="en-US" altLang="zh-CN" sz="2000" smtClean="0">
                <a:solidFill>
                  <a:srgbClr val="008000"/>
                </a:solidFill>
                <a:latin typeface="Tahoma" panose="020B0604030504040204" pitchFamily="34" charset="0"/>
              </a:rPr>
              <a:t>   // save child pointer in c</a:t>
            </a:r>
            <a:endParaRPr lang="en-US" altLang="zh-CN" sz="2000" smtClean="0">
              <a:solidFill>
                <a:srgbClr val="008000"/>
              </a:solidFill>
              <a:latin typeface="Tahoma" panose="020B0604030504040204" pitchFamily="34" charset="0"/>
            </a:endParaRPr>
          </a:p>
          <a:p>
            <a:pPr>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BinaryTreeNode&lt;E&gt; *c;</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(p-&gt;LeftChild) c = p-&gt;LeftChild;</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else c = p-&gt;RightChild;</a:t>
            </a:r>
            <a:endParaRPr lang="en-US" altLang="zh-CN" smtClean="0"/>
          </a:p>
        </p:txBody>
      </p:sp>
      <p:sp>
        <p:nvSpPr>
          <p:cNvPr id="5430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739420C-42C4-4960-9A15-6169296D4F82}" type="slidenum">
              <a:rPr lang="en-US" altLang="en-US">
                <a:solidFill>
                  <a:srgbClr val="4B4B4B"/>
                </a:solidFill>
              </a:rPr>
            </a:fld>
            <a:endParaRPr lang="en-US" altLang="en-US">
              <a:solidFill>
                <a:srgbClr val="4B4B4B"/>
              </a:solidFill>
            </a:endParaRPr>
          </a:p>
        </p:txBody>
      </p:sp>
      <p:grpSp>
        <p:nvGrpSpPr>
          <p:cNvPr id="54276" name="组合 6"/>
          <p:cNvGrpSpPr/>
          <p:nvPr/>
        </p:nvGrpSpPr>
        <p:grpSpPr bwMode="auto">
          <a:xfrm>
            <a:off x="6904038" y="2709863"/>
            <a:ext cx="358775" cy="358775"/>
            <a:chOff x="1343016" y="1455730"/>
            <a:chExt cx="358776" cy="358778"/>
          </a:xfrm>
        </p:grpSpPr>
        <p:sp>
          <p:nvSpPr>
            <p:cNvPr id="54325" name="椭圆 4"/>
            <p:cNvSpPr>
              <a:spLocks noChangeArrowheads="1"/>
            </p:cNvSpPr>
            <p:nvPr/>
          </p:nvSpPr>
          <p:spPr bwMode="auto">
            <a:xfrm>
              <a:off x="1343016" y="1455732"/>
              <a:ext cx="358776" cy="358776"/>
            </a:xfrm>
            <a:prstGeom prst="ellipse">
              <a:avLst/>
            </a:prstGeom>
            <a:solidFill>
              <a:srgbClr val="0000CC"/>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26"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77" name="组合 7"/>
          <p:cNvGrpSpPr/>
          <p:nvPr/>
        </p:nvGrpSpPr>
        <p:grpSpPr bwMode="auto">
          <a:xfrm>
            <a:off x="6365875" y="3246438"/>
            <a:ext cx="358775" cy="358775"/>
            <a:chOff x="1343016" y="1455729"/>
            <a:chExt cx="358776" cy="358779"/>
          </a:xfrm>
        </p:grpSpPr>
        <p:sp>
          <p:nvSpPr>
            <p:cNvPr id="54323"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24"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78" name="组合 10"/>
          <p:cNvGrpSpPr/>
          <p:nvPr/>
        </p:nvGrpSpPr>
        <p:grpSpPr bwMode="auto">
          <a:xfrm>
            <a:off x="7442200" y="4324350"/>
            <a:ext cx="358775" cy="358775"/>
            <a:chOff x="1343016" y="1455729"/>
            <a:chExt cx="358776" cy="358779"/>
          </a:xfrm>
        </p:grpSpPr>
        <p:sp>
          <p:nvSpPr>
            <p:cNvPr id="54321"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22"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79" name="组合 13"/>
          <p:cNvGrpSpPr/>
          <p:nvPr/>
        </p:nvGrpSpPr>
        <p:grpSpPr bwMode="auto">
          <a:xfrm>
            <a:off x="5827713" y="3784600"/>
            <a:ext cx="358775" cy="360363"/>
            <a:chOff x="1343016" y="1455730"/>
            <a:chExt cx="358776" cy="358778"/>
          </a:xfrm>
        </p:grpSpPr>
        <p:sp>
          <p:nvSpPr>
            <p:cNvPr id="54319"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20"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80" name="组合 16"/>
          <p:cNvGrpSpPr/>
          <p:nvPr/>
        </p:nvGrpSpPr>
        <p:grpSpPr bwMode="auto">
          <a:xfrm>
            <a:off x="6904038" y="3786188"/>
            <a:ext cx="358775" cy="360362"/>
            <a:chOff x="1343016" y="1455730"/>
            <a:chExt cx="358776" cy="358778"/>
          </a:xfrm>
        </p:grpSpPr>
        <p:sp>
          <p:nvSpPr>
            <p:cNvPr id="54317"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8"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81" name="组合 19"/>
          <p:cNvGrpSpPr/>
          <p:nvPr/>
        </p:nvGrpSpPr>
        <p:grpSpPr bwMode="auto">
          <a:xfrm>
            <a:off x="7800975" y="4862513"/>
            <a:ext cx="720725" cy="358775"/>
            <a:chOff x="1163628" y="1455730"/>
            <a:chExt cx="720000" cy="358778"/>
          </a:xfrm>
        </p:grpSpPr>
        <p:sp>
          <p:nvSpPr>
            <p:cNvPr id="54315"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6"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82" name="组合 22"/>
          <p:cNvGrpSpPr/>
          <p:nvPr/>
        </p:nvGrpSpPr>
        <p:grpSpPr bwMode="auto">
          <a:xfrm>
            <a:off x="5468938" y="4502150"/>
            <a:ext cx="358775" cy="360363"/>
            <a:chOff x="1343016" y="1455730"/>
            <a:chExt cx="358776" cy="358778"/>
          </a:xfrm>
        </p:grpSpPr>
        <p:sp>
          <p:nvSpPr>
            <p:cNvPr id="54313"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4"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83" name="组合 25"/>
          <p:cNvGrpSpPr/>
          <p:nvPr/>
        </p:nvGrpSpPr>
        <p:grpSpPr bwMode="auto">
          <a:xfrm>
            <a:off x="7442200" y="5400675"/>
            <a:ext cx="358775" cy="360363"/>
            <a:chOff x="1343016" y="1455730"/>
            <a:chExt cx="358776" cy="358778"/>
          </a:xfrm>
        </p:grpSpPr>
        <p:sp>
          <p:nvSpPr>
            <p:cNvPr id="54311"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2"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4284" name="直接连接符 35"/>
          <p:cNvCxnSpPr>
            <a:cxnSpLocks noChangeShapeType="1"/>
          </p:cNvCxnSpPr>
          <p:nvPr/>
        </p:nvCxnSpPr>
        <p:spPr bwMode="auto">
          <a:xfrm rot="5400000">
            <a:off x="6745288" y="3048000"/>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5" name="直接连接符 40"/>
          <p:cNvCxnSpPr>
            <a:cxnSpLocks noChangeShapeType="1"/>
          </p:cNvCxnSpPr>
          <p:nvPr/>
        </p:nvCxnSpPr>
        <p:spPr bwMode="auto">
          <a:xfrm rot="5400000">
            <a:off x="6206332" y="358536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6" name="直接连接符 43"/>
          <p:cNvCxnSpPr>
            <a:cxnSpLocks noChangeShapeType="1"/>
          </p:cNvCxnSpPr>
          <p:nvPr/>
        </p:nvCxnSpPr>
        <p:spPr bwMode="auto">
          <a:xfrm rot="16200000" flipH="1">
            <a:off x="7082632" y="4145756"/>
            <a:ext cx="360362"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7" name="直接连接符 46"/>
          <p:cNvCxnSpPr>
            <a:cxnSpLocks noChangeShapeType="1"/>
          </p:cNvCxnSpPr>
          <p:nvPr/>
        </p:nvCxnSpPr>
        <p:spPr bwMode="auto">
          <a:xfrm rot="16200000" flipH="1">
            <a:off x="7622382" y="4683919"/>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8" name="直接连接符 49"/>
          <p:cNvCxnSpPr>
            <a:cxnSpLocks noChangeShapeType="1"/>
          </p:cNvCxnSpPr>
          <p:nvPr/>
        </p:nvCxnSpPr>
        <p:spPr bwMode="auto">
          <a:xfrm rot="16200000" flipH="1">
            <a:off x="6565107" y="358536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9" name="直接连接符 52"/>
          <p:cNvCxnSpPr>
            <a:cxnSpLocks noChangeShapeType="1"/>
          </p:cNvCxnSpPr>
          <p:nvPr/>
        </p:nvCxnSpPr>
        <p:spPr bwMode="auto">
          <a:xfrm rot="10800000" flipV="1">
            <a:off x="5648325" y="4146550"/>
            <a:ext cx="358775" cy="3556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90" name="直接连接符 57"/>
          <p:cNvCxnSpPr>
            <a:cxnSpLocks noChangeShapeType="1"/>
          </p:cNvCxnSpPr>
          <p:nvPr/>
        </p:nvCxnSpPr>
        <p:spPr bwMode="auto">
          <a:xfrm rot="5400000">
            <a:off x="7801769" y="5222081"/>
            <a:ext cx="358775" cy="3603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4291" name="组合 16"/>
          <p:cNvGrpSpPr/>
          <p:nvPr/>
        </p:nvGrpSpPr>
        <p:grpSpPr bwMode="auto">
          <a:xfrm>
            <a:off x="6365875" y="4322763"/>
            <a:ext cx="358775" cy="360362"/>
            <a:chOff x="1343016" y="1455730"/>
            <a:chExt cx="358776" cy="358778"/>
          </a:xfrm>
        </p:grpSpPr>
        <p:sp>
          <p:nvSpPr>
            <p:cNvPr id="54309"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0"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4292" name="直接连接符 49"/>
          <p:cNvCxnSpPr>
            <a:cxnSpLocks noChangeShapeType="1"/>
          </p:cNvCxnSpPr>
          <p:nvPr/>
        </p:nvCxnSpPr>
        <p:spPr bwMode="auto">
          <a:xfrm rot="16200000" flipH="1">
            <a:off x="6006306" y="4144169"/>
            <a:ext cx="36036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4293" name="任意多边形 38"/>
          <p:cNvSpPr>
            <a:spLocks noChangeArrowheads="1"/>
          </p:cNvSpPr>
          <p:nvPr/>
        </p:nvSpPr>
        <p:spPr bwMode="auto">
          <a:xfrm>
            <a:off x="7083425" y="3081338"/>
            <a:ext cx="1116013" cy="517525"/>
          </a:xfrm>
          <a:custGeom>
            <a:avLst/>
            <a:gdLst>
              <a:gd name="T0" fmla="*/ 0 w 1116419"/>
              <a:gd name="T1" fmla="*/ 0 h 518208"/>
              <a:gd name="T2" fmla="*/ 201581 w 1116419"/>
              <a:gd name="T3" fmla="*/ 21097 h 518208"/>
              <a:gd name="T4" fmla="*/ 233406 w 1116419"/>
              <a:gd name="T5" fmla="*/ 42195 h 518208"/>
              <a:gd name="T6" fmla="*/ 265233 w 1116419"/>
              <a:gd name="T7" fmla="*/ 52743 h 518208"/>
              <a:gd name="T8" fmla="*/ 297064 w 1116419"/>
              <a:gd name="T9" fmla="*/ 84390 h 518208"/>
              <a:gd name="T10" fmla="*/ 339498 w 1116419"/>
              <a:gd name="T11" fmla="*/ 147683 h 518208"/>
              <a:gd name="T12" fmla="*/ 434985 w 1116419"/>
              <a:gd name="T13" fmla="*/ 137135 h 518208"/>
              <a:gd name="T14" fmla="*/ 477421 w 1116419"/>
              <a:gd name="T15" fmla="*/ 126585 h 518208"/>
              <a:gd name="T16" fmla="*/ 551687 w 1116419"/>
              <a:gd name="T17" fmla="*/ 137135 h 518208"/>
              <a:gd name="T18" fmla="*/ 594126 w 1116419"/>
              <a:gd name="T19" fmla="*/ 200427 h 518208"/>
              <a:gd name="T20" fmla="*/ 604736 w 1116419"/>
              <a:gd name="T21" fmla="*/ 232074 h 518208"/>
              <a:gd name="T22" fmla="*/ 668391 w 1116419"/>
              <a:gd name="T23" fmla="*/ 263720 h 518208"/>
              <a:gd name="T24" fmla="*/ 774485 w 1116419"/>
              <a:gd name="T25" fmla="*/ 274269 h 518208"/>
              <a:gd name="T26" fmla="*/ 848751 w 1116419"/>
              <a:gd name="T27" fmla="*/ 358658 h 518208"/>
              <a:gd name="T28" fmla="*/ 859359 w 1116419"/>
              <a:gd name="T29" fmla="*/ 390305 h 518208"/>
              <a:gd name="T30" fmla="*/ 891187 w 1116419"/>
              <a:gd name="T31" fmla="*/ 400854 h 518208"/>
              <a:gd name="T32" fmla="*/ 944234 w 1116419"/>
              <a:gd name="T33" fmla="*/ 411401 h 518208"/>
              <a:gd name="T34" fmla="*/ 976062 w 1116419"/>
              <a:gd name="T35" fmla="*/ 432498 h 518208"/>
              <a:gd name="T36" fmla="*/ 1007890 w 1116419"/>
              <a:gd name="T37" fmla="*/ 495792 h 518208"/>
              <a:gd name="T38" fmla="*/ 1113985 w 1116419"/>
              <a:gd name="T39" fmla="*/ 506340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40" name="直接箭头连接符 39"/>
          <p:cNvCxnSpPr>
            <a:cxnSpLocks noChangeShapeType="1"/>
          </p:cNvCxnSpPr>
          <p:nvPr/>
        </p:nvCxnSpPr>
        <p:spPr bwMode="auto">
          <a:xfrm rot="10800000" flipV="1">
            <a:off x="7262813" y="2351088"/>
            <a:ext cx="538162" cy="4968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1" name="TextBox 40"/>
          <p:cNvSpPr txBox="1">
            <a:spLocks noChangeArrowheads="1"/>
          </p:cNvSpPr>
          <p:nvPr/>
        </p:nvSpPr>
        <p:spPr bwMode="auto">
          <a:xfrm>
            <a:off x="7800975" y="217170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4296" name="组合 7"/>
          <p:cNvGrpSpPr/>
          <p:nvPr/>
        </p:nvGrpSpPr>
        <p:grpSpPr bwMode="auto">
          <a:xfrm>
            <a:off x="6365875" y="2171700"/>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4308"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4297" name="直接连接符 49"/>
          <p:cNvCxnSpPr>
            <a:cxnSpLocks noChangeShapeType="1"/>
          </p:cNvCxnSpPr>
          <p:nvPr/>
        </p:nvCxnSpPr>
        <p:spPr bwMode="auto">
          <a:xfrm rot="16200000" flipH="1">
            <a:off x="6565107" y="25106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46" name="直接箭头连接符 45"/>
          <p:cNvCxnSpPr>
            <a:cxnSpLocks noChangeShapeType="1"/>
          </p:cNvCxnSpPr>
          <p:nvPr/>
        </p:nvCxnSpPr>
        <p:spPr bwMode="auto">
          <a:xfrm rot="10800000" flipV="1">
            <a:off x="6724650" y="1812925"/>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7" name="TextBox 46"/>
          <p:cNvSpPr txBox="1">
            <a:spLocks noChangeArrowheads="1"/>
          </p:cNvSpPr>
          <p:nvPr/>
        </p:nvSpPr>
        <p:spPr bwMode="auto">
          <a:xfrm>
            <a:off x="7262813" y="1635125"/>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cxnSp>
        <p:nvCxnSpPr>
          <p:cNvPr id="54300" name="直接箭头连接符 47"/>
          <p:cNvCxnSpPr>
            <a:cxnSpLocks noChangeShapeType="1"/>
          </p:cNvCxnSpPr>
          <p:nvPr/>
        </p:nvCxnSpPr>
        <p:spPr bwMode="auto">
          <a:xfrm>
            <a:off x="7262813" y="4864100"/>
            <a:ext cx="717550" cy="1793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4301" name="TextBox 48"/>
          <p:cNvSpPr txBox="1">
            <a:spLocks noChangeArrowheads="1"/>
          </p:cNvSpPr>
          <p:nvPr/>
        </p:nvSpPr>
        <p:spPr bwMode="auto">
          <a:xfrm>
            <a:off x="7083425" y="467360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s</a:t>
            </a:r>
            <a:endParaRPr lang="zh-CN" altLang="en-US" b="1">
              <a:solidFill>
                <a:srgbClr val="FF0000"/>
              </a:solidFill>
            </a:endParaRPr>
          </a:p>
        </p:txBody>
      </p:sp>
      <p:cxnSp>
        <p:nvCxnSpPr>
          <p:cNvPr id="54302" name="直接箭头连接符 49"/>
          <p:cNvCxnSpPr>
            <a:cxnSpLocks noChangeShapeType="1"/>
            <a:stCxn id="54303" idx="1"/>
          </p:cNvCxnSpPr>
          <p:nvPr/>
        </p:nvCxnSpPr>
        <p:spPr bwMode="auto">
          <a:xfrm rot="10800000" flipV="1">
            <a:off x="7621588" y="4141788"/>
            <a:ext cx="717550" cy="17303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4303" name="TextBox 50"/>
          <p:cNvSpPr txBox="1">
            <a:spLocks noChangeArrowheads="1"/>
          </p:cNvSpPr>
          <p:nvPr/>
        </p:nvSpPr>
        <p:spPr bwMode="auto">
          <a:xfrm>
            <a:off x="8339138" y="3956050"/>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ps</a:t>
            </a:r>
            <a:endParaRPr lang="zh-CN" altLang="en-US" b="1">
              <a:solidFill>
                <a:srgbClr val="FF0000"/>
              </a:solidFill>
            </a:endParaRPr>
          </a:p>
        </p:txBody>
      </p:sp>
      <p:cxnSp>
        <p:nvCxnSpPr>
          <p:cNvPr id="54304" name="直接箭头连接符 53"/>
          <p:cNvCxnSpPr>
            <a:cxnSpLocks noChangeShapeType="1"/>
          </p:cNvCxnSpPr>
          <p:nvPr/>
        </p:nvCxnSpPr>
        <p:spPr bwMode="auto">
          <a:xfrm>
            <a:off x="6724650" y="5413375"/>
            <a:ext cx="717550" cy="1793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4305" name="TextBox 54"/>
          <p:cNvSpPr txBox="1">
            <a:spLocks noChangeArrowheads="1"/>
          </p:cNvSpPr>
          <p:nvPr/>
        </p:nvSpPr>
        <p:spPr bwMode="auto">
          <a:xfrm>
            <a:off x="6545263" y="5222875"/>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c</a:t>
            </a:r>
            <a:endParaRPr lang="zh-CN" altLang="en-US" b="1">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09844 0.31504 " pathEditMode="relative" ptsTypes="AA">
                                      <p:cBhvr>
                                        <p:cTn id="6" dur="2000" fill="hold"/>
                                        <p:tgtEl>
                                          <p:spTgt spid="41"/>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09844 0.31504 " pathEditMode="relative" ptsTypes="AA">
                                      <p:cBhvr>
                                        <p:cTn id="8" dur="2000" fill="hold"/>
                                        <p:tgtEl>
                                          <p:spTgt spid="40"/>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nodeType="clickEffect">
                                  <p:stCondLst>
                                    <p:cond delay="0"/>
                                  </p:stCondLst>
                                  <p:childTnLst>
                                    <p:animMotion origin="layout" path="M 0 0 L 0.07865 0.31482 " pathEditMode="relative" ptsTypes="AA">
                                      <p:cBhvr>
                                        <p:cTn id="12" dur="2000" fill="hold"/>
                                        <p:tgtEl>
                                          <p:spTgt spid="46"/>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 0 L 0.07865 0.31482 " pathEditMode="relative" ptsTypes="AA">
                                      <p:cBhvr>
                                        <p:cTn id="14" dur="2000" fill="hold"/>
                                        <p:tgtEl>
                                          <p:spTgt spid="4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smtClean="0"/>
              <a:t>删除算法实现（续）</a:t>
            </a:r>
            <a:endParaRPr lang="zh-CN" altLang="en-US" smtClean="0"/>
          </a:p>
        </p:txBody>
      </p:sp>
      <p:sp>
        <p:nvSpPr>
          <p:cNvPr id="55299" name="Rectangle 3"/>
          <p:cNvSpPr>
            <a:spLocks noGrp="1" noChangeArrowheads="1"/>
          </p:cNvSpPr>
          <p:nvPr>
            <p:ph idx="1"/>
          </p:nvPr>
        </p:nvSpPr>
        <p:spPr/>
        <p:txBody>
          <a:bodyPr/>
          <a:lstStyle/>
          <a:p>
            <a:pPr>
              <a:buClrTx/>
              <a:buFontTx/>
              <a:buNone/>
            </a:pPr>
            <a:r>
              <a:rPr lang="en-US" altLang="zh-CN" sz="2000" smtClean="0">
                <a:solidFill>
                  <a:srgbClr val="008000"/>
                </a:solidFill>
                <a:latin typeface="Tahoma" panose="020B0604030504040204" pitchFamily="34" charset="0"/>
              </a:rPr>
              <a:t>   // delete p</a:t>
            </a:r>
            <a:endParaRPr lang="en-US" altLang="zh-CN" sz="2000" smtClean="0">
              <a:solidFill>
                <a:srgbClr val="008000"/>
              </a:solidFill>
              <a:latin typeface="Tahoma" panose="020B0604030504040204" pitchFamily="34" charset="0"/>
            </a:endParaRPr>
          </a:p>
          <a:p>
            <a:pPr>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(p == root) root = c;</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else {</a:t>
            </a:r>
            <a:r>
              <a:rPr lang="en-US" altLang="zh-CN" sz="2000" smtClean="0">
                <a:solidFill>
                  <a:srgbClr val="008000"/>
                </a:solidFill>
                <a:latin typeface="Tahoma" panose="020B0604030504040204" pitchFamily="34" charset="0"/>
              </a:rPr>
              <a:t>// is p left or right child of pp?</a:t>
            </a:r>
            <a:endParaRPr lang="en-US" altLang="zh-CN" sz="2000" smtClean="0">
              <a:solidFill>
                <a:srgbClr val="008000"/>
              </a:solidFill>
              <a:latin typeface="Tahoma" panose="020B0604030504040204" pitchFamily="34" charset="0"/>
            </a:endParaRPr>
          </a:p>
          <a:p>
            <a:pPr>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(p == pp-&gt;LeftChild)</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pp-&gt;LeftChild = c;</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else pp-&gt;RightChild = c;}</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delete p;</a:t>
            </a:r>
            <a:endParaRPr lang="en-US" altLang="zh-CN" sz="2000" smtClean="0">
              <a:solidFill>
                <a:srgbClr val="0000FF"/>
              </a:solidFill>
              <a:latin typeface="Tahoma" panose="020B0604030504040204" pitchFamily="34" charset="0"/>
            </a:endParaRPr>
          </a:p>
          <a:p>
            <a:pPr>
              <a:buClrTx/>
              <a:buFontTx/>
              <a:buNone/>
            </a:pP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return *this;</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a:t>
            </a:r>
            <a:endParaRPr lang="en-US" altLang="zh-CN" smtClean="0"/>
          </a:p>
        </p:txBody>
      </p:sp>
      <p:sp>
        <p:nvSpPr>
          <p:cNvPr id="5533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448B73-8CAE-4F86-AC61-1E32F376AEA7}" type="slidenum">
              <a:rPr lang="en-US" altLang="en-US">
                <a:solidFill>
                  <a:srgbClr val="4B4B4B"/>
                </a:solidFill>
              </a:rPr>
            </a:fld>
            <a:endParaRPr lang="en-US" altLang="en-US">
              <a:solidFill>
                <a:srgbClr val="4B4B4B"/>
              </a:solidFill>
            </a:endParaRPr>
          </a:p>
        </p:txBody>
      </p:sp>
      <p:grpSp>
        <p:nvGrpSpPr>
          <p:cNvPr id="55300" name="组合 6"/>
          <p:cNvGrpSpPr/>
          <p:nvPr/>
        </p:nvGrpSpPr>
        <p:grpSpPr bwMode="auto">
          <a:xfrm>
            <a:off x="6724650" y="2709863"/>
            <a:ext cx="358775" cy="358775"/>
            <a:chOff x="1343016" y="1455730"/>
            <a:chExt cx="358776" cy="358778"/>
          </a:xfrm>
        </p:grpSpPr>
        <p:sp>
          <p:nvSpPr>
            <p:cNvPr id="55349" name="椭圆 4"/>
            <p:cNvSpPr>
              <a:spLocks noChangeArrowheads="1"/>
            </p:cNvSpPr>
            <p:nvPr/>
          </p:nvSpPr>
          <p:spPr bwMode="auto">
            <a:xfrm>
              <a:off x="1343016" y="1455732"/>
              <a:ext cx="358776" cy="358776"/>
            </a:xfrm>
            <a:prstGeom prst="ellipse">
              <a:avLst/>
            </a:prstGeom>
            <a:solidFill>
              <a:srgbClr val="0000CC"/>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50"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1" name="组合 7"/>
          <p:cNvGrpSpPr/>
          <p:nvPr/>
        </p:nvGrpSpPr>
        <p:grpSpPr bwMode="auto">
          <a:xfrm>
            <a:off x="6186488" y="3246438"/>
            <a:ext cx="358775" cy="358775"/>
            <a:chOff x="1343016" y="1455729"/>
            <a:chExt cx="358776" cy="358779"/>
          </a:xfrm>
        </p:grpSpPr>
        <p:sp>
          <p:nvSpPr>
            <p:cNvPr id="5534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8"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2" name="组合 10"/>
          <p:cNvGrpSpPr/>
          <p:nvPr/>
        </p:nvGrpSpPr>
        <p:grpSpPr bwMode="auto">
          <a:xfrm>
            <a:off x="7262813" y="4324350"/>
            <a:ext cx="358775" cy="358775"/>
            <a:chOff x="1343016" y="1455729"/>
            <a:chExt cx="358776" cy="358779"/>
          </a:xfrm>
        </p:grpSpPr>
        <p:sp>
          <p:nvSpPr>
            <p:cNvPr id="5534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6"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3" name="组合 13"/>
          <p:cNvGrpSpPr/>
          <p:nvPr/>
        </p:nvGrpSpPr>
        <p:grpSpPr bwMode="auto">
          <a:xfrm>
            <a:off x="5648325" y="3784600"/>
            <a:ext cx="358775" cy="360363"/>
            <a:chOff x="1343016" y="1455730"/>
            <a:chExt cx="358776" cy="358778"/>
          </a:xfrm>
        </p:grpSpPr>
        <p:sp>
          <p:nvSpPr>
            <p:cNvPr id="5534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4"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4" name="组合 16"/>
          <p:cNvGrpSpPr/>
          <p:nvPr/>
        </p:nvGrpSpPr>
        <p:grpSpPr bwMode="auto">
          <a:xfrm>
            <a:off x="6724650" y="3786188"/>
            <a:ext cx="358775" cy="360362"/>
            <a:chOff x="1343016" y="1455730"/>
            <a:chExt cx="358776" cy="358778"/>
          </a:xfrm>
        </p:grpSpPr>
        <p:sp>
          <p:nvSpPr>
            <p:cNvPr id="5534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2"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7" name="组合 19"/>
          <p:cNvGrpSpPr/>
          <p:nvPr/>
        </p:nvGrpSpPr>
        <p:grpSpPr bwMode="auto">
          <a:xfrm>
            <a:off x="7621588" y="4862513"/>
            <a:ext cx="720725" cy="358775"/>
            <a:chOff x="1163628" y="1455730"/>
            <a:chExt cx="720000" cy="358778"/>
          </a:xfrm>
        </p:grpSpPr>
        <p:sp>
          <p:nvSpPr>
            <p:cNvPr id="55339"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0"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6" name="组合 22"/>
          <p:cNvGrpSpPr/>
          <p:nvPr/>
        </p:nvGrpSpPr>
        <p:grpSpPr bwMode="auto">
          <a:xfrm>
            <a:off x="5289550" y="4502150"/>
            <a:ext cx="358775" cy="360363"/>
            <a:chOff x="1343016" y="1455730"/>
            <a:chExt cx="358776" cy="358778"/>
          </a:xfrm>
        </p:grpSpPr>
        <p:sp>
          <p:nvSpPr>
            <p:cNvPr id="55337"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38"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9" name="组合 25"/>
          <p:cNvGrpSpPr/>
          <p:nvPr/>
        </p:nvGrpSpPr>
        <p:grpSpPr bwMode="auto">
          <a:xfrm>
            <a:off x="7262813" y="5400675"/>
            <a:ext cx="358775" cy="360363"/>
            <a:chOff x="1343016" y="1455730"/>
            <a:chExt cx="358776" cy="358778"/>
          </a:xfrm>
        </p:grpSpPr>
        <p:sp>
          <p:nvSpPr>
            <p:cNvPr id="55335" name="椭圆 26"/>
            <p:cNvSpPr>
              <a:spLocks noChangeArrowheads="1"/>
            </p:cNvSpPr>
            <p:nvPr/>
          </p:nvSpPr>
          <p:spPr bwMode="auto">
            <a:xfrm>
              <a:off x="1343016" y="1455732"/>
              <a:ext cx="358776" cy="358776"/>
            </a:xfrm>
            <a:prstGeom prst="ellipse">
              <a:avLst/>
            </a:prstGeom>
            <a:solidFill>
              <a:srgbClr val="FFFF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36"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5308" name="直接连接符 35"/>
          <p:cNvCxnSpPr>
            <a:cxnSpLocks noChangeShapeType="1"/>
          </p:cNvCxnSpPr>
          <p:nvPr/>
        </p:nvCxnSpPr>
        <p:spPr bwMode="auto">
          <a:xfrm rot="5400000">
            <a:off x="6565901" y="3048000"/>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09" name="直接连接符 40"/>
          <p:cNvCxnSpPr>
            <a:cxnSpLocks noChangeShapeType="1"/>
          </p:cNvCxnSpPr>
          <p:nvPr/>
        </p:nvCxnSpPr>
        <p:spPr bwMode="auto">
          <a:xfrm rot="5400000">
            <a:off x="6026944" y="358536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10" name="直接连接符 43"/>
          <p:cNvCxnSpPr>
            <a:cxnSpLocks noChangeShapeType="1"/>
          </p:cNvCxnSpPr>
          <p:nvPr/>
        </p:nvCxnSpPr>
        <p:spPr bwMode="auto">
          <a:xfrm rot="16200000" flipH="1">
            <a:off x="6903245" y="4145756"/>
            <a:ext cx="360362"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11" name="直接连接符 46"/>
          <p:cNvCxnSpPr>
            <a:cxnSpLocks noChangeShapeType="1"/>
          </p:cNvCxnSpPr>
          <p:nvPr/>
        </p:nvCxnSpPr>
        <p:spPr bwMode="auto">
          <a:xfrm rot="16200000" flipH="1">
            <a:off x="7442994" y="4683919"/>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12" name="直接连接符 49"/>
          <p:cNvCxnSpPr>
            <a:cxnSpLocks noChangeShapeType="1"/>
          </p:cNvCxnSpPr>
          <p:nvPr/>
        </p:nvCxnSpPr>
        <p:spPr bwMode="auto">
          <a:xfrm rot="16200000" flipH="1">
            <a:off x="6385719" y="358536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13" name="直接连接符 52"/>
          <p:cNvCxnSpPr>
            <a:cxnSpLocks noChangeShapeType="1"/>
          </p:cNvCxnSpPr>
          <p:nvPr/>
        </p:nvCxnSpPr>
        <p:spPr bwMode="auto">
          <a:xfrm rot="10800000" flipV="1">
            <a:off x="5468938" y="4146550"/>
            <a:ext cx="358775" cy="3556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 name="直接连接符 57"/>
          <p:cNvCxnSpPr>
            <a:cxnSpLocks noChangeShapeType="1"/>
          </p:cNvCxnSpPr>
          <p:nvPr/>
        </p:nvCxnSpPr>
        <p:spPr bwMode="auto">
          <a:xfrm rot="5400000">
            <a:off x="7622381" y="5222082"/>
            <a:ext cx="358775"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5315" name="组合 16"/>
          <p:cNvGrpSpPr/>
          <p:nvPr/>
        </p:nvGrpSpPr>
        <p:grpSpPr bwMode="auto">
          <a:xfrm>
            <a:off x="6186488" y="4322763"/>
            <a:ext cx="358775" cy="360362"/>
            <a:chOff x="1343016" y="1455730"/>
            <a:chExt cx="358776" cy="358778"/>
          </a:xfrm>
        </p:grpSpPr>
        <p:sp>
          <p:nvSpPr>
            <p:cNvPr id="55333"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34"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5316" name="直接连接符 49"/>
          <p:cNvCxnSpPr>
            <a:cxnSpLocks noChangeShapeType="1"/>
          </p:cNvCxnSpPr>
          <p:nvPr/>
        </p:nvCxnSpPr>
        <p:spPr bwMode="auto">
          <a:xfrm rot="16200000" flipH="1">
            <a:off x="5826919" y="4144169"/>
            <a:ext cx="36036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5317" name="任意多边形 38"/>
          <p:cNvSpPr>
            <a:spLocks noChangeArrowheads="1"/>
          </p:cNvSpPr>
          <p:nvPr/>
        </p:nvSpPr>
        <p:spPr bwMode="auto">
          <a:xfrm>
            <a:off x="6904038" y="3081338"/>
            <a:ext cx="1116012" cy="517525"/>
          </a:xfrm>
          <a:custGeom>
            <a:avLst/>
            <a:gdLst>
              <a:gd name="T0" fmla="*/ 0 w 1116419"/>
              <a:gd name="T1" fmla="*/ 0 h 518208"/>
              <a:gd name="T2" fmla="*/ 201575 w 1116419"/>
              <a:gd name="T3" fmla="*/ 21097 h 518208"/>
              <a:gd name="T4" fmla="*/ 233406 w 1116419"/>
              <a:gd name="T5" fmla="*/ 42195 h 518208"/>
              <a:gd name="T6" fmla="*/ 265232 w 1116419"/>
              <a:gd name="T7" fmla="*/ 52743 h 518208"/>
              <a:gd name="T8" fmla="*/ 297062 w 1116419"/>
              <a:gd name="T9" fmla="*/ 84390 h 518208"/>
              <a:gd name="T10" fmla="*/ 339498 w 1116419"/>
              <a:gd name="T11" fmla="*/ 147683 h 518208"/>
              <a:gd name="T12" fmla="*/ 434981 w 1116419"/>
              <a:gd name="T13" fmla="*/ 137135 h 518208"/>
              <a:gd name="T14" fmla="*/ 477420 w 1116419"/>
              <a:gd name="T15" fmla="*/ 126585 h 518208"/>
              <a:gd name="T16" fmla="*/ 551686 w 1116419"/>
              <a:gd name="T17" fmla="*/ 137135 h 518208"/>
              <a:gd name="T18" fmla="*/ 594121 w 1116419"/>
              <a:gd name="T19" fmla="*/ 200427 h 518208"/>
              <a:gd name="T20" fmla="*/ 604730 w 1116419"/>
              <a:gd name="T21" fmla="*/ 232074 h 518208"/>
              <a:gd name="T22" fmla="*/ 668387 w 1116419"/>
              <a:gd name="T23" fmla="*/ 263720 h 518208"/>
              <a:gd name="T24" fmla="*/ 774479 w 1116419"/>
              <a:gd name="T25" fmla="*/ 274269 h 518208"/>
              <a:gd name="T26" fmla="*/ 848745 w 1116419"/>
              <a:gd name="T27" fmla="*/ 358658 h 518208"/>
              <a:gd name="T28" fmla="*/ 859353 w 1116419"/>
              <a:gd name="T29" fmla="*/ 390305 h 518208"/>
              <a:gd name="T30" fmla="*/ 891182 w 1116419"/>
              <a:gd name="T31" fmla="*/ 400854 h 518208"/>
              <a:gd name="T32" fmla="*/ 944228 w 1116419"/>
              <a:gd name="T33" fmla="*/ 411401 h 518208"/>
              <a:gd name="T34" fmla="*/ 976057 w 1116419"/>
              <a:gd name="T35" fmla="*/ 432498 h 518208"/>
              <a:gd name="T36" fmla="*/ 1007885 w 1116419"/>
              <a:gd name="T37" fmla="*/ 495792 h 518208"/>
              <a:gd name="T38" fmla="*/ 1113979 w 1116419"/>
              <a:gd name="T39" fmla="*/ 506340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40" name="直接箭头连接符 39"/>
          <p:cNvCxnSpPr>
            <a:cxnSpLocks noChangeShapeType="1"/>
          </p:cNvCxnSpPr>
          <p:nvPr/>
        </p:nvCxnSpPr>
        <p:spPr bwMode="auto">
          <a:xfrm rot="10800000" flipV="1">
            <a:off x="8159750" y="4684713"/>
            <a:ext cx="358775" cy="3587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1" name="TextBox 40"/>
          <p:cNvSpPr txBox="1">
            <a:spLocks noChangeArrowheads="1"/>
          </p:cNvSpPr>
          <p:nvPr/>
        </p:nvSpPr>
        <p:spPr bwMode="auto">
          <a:xfrm>
            <a:off x="8518525" y="45053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5320" name="组合 7"/>
          <p:cNvGrpSpPr/>
          <p:nvPr/>
        </p:nvGrpSpPr>
        <p:grpSpPr bwMode="auto">
          <a:xfrm>
            <a:off x="6186488" y="2171700"/>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5332"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5321" name="直接连接符 49"/>
          <p:cNvCxnSpPr>
            <a:cxnSpLocks noChangeShapeType="1"/>
          </p:cNvCxnSpPr>
          <p:nvPr/>
        </p:nvCxnSpPr>
        <p:spPr bwMode="auto">
          <a:xfrm rot="16200000" flipH="1">
            <a:off x="6385719" y="25106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22" name="直接箭头连接符 45"/>
          <p:cNvCxnSpPr>
            <a:cxnSpLocks noChangeShapeType="1"/>
          </p:cNvCxnSpPr>
          <p:nvPr/>
        </p:nvCxnSpPr>
        <p:spPr bwMode="auto">
          <a:xfrm rot="10800000" flipV="1">
            <a:off x="7442200" y="3787775"/>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5323" name="TextBox 46"/>
          <p:cNvSpPr txBox="1">
            <a:spLocks noChangeArrowheads="1"/>
          </p:cNvSpPr>
          <p:nvPr/>
        </p:nvSpPr>
        <p:spPr bwMode="auto">
          <a:xfrm>
            <a:off x="7980363" y="3609975"/>
            <a:ext cx="5381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cxnSp>
        <p:nvCxnSpPr>
          <p:cNvPr id="48" name="直接箭头连接符 47"/>
          <p:cNvCxnSpPr>
            <a:cxnSpLocks noChangeShapeType="1"/>
          </p:cNvCxnSpPr>
          <p:nvPr/>
        </p:nvCxnSpPr>
        <p:spPr bwMode="auto">
          <a:xfrm>
            <a:off x="7083425" y="4864100"/>
            <a:ext cx="717550" cy="1793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9" name="TextBox 48"/>
          <p:cNvSpPr txBox="1">
            <a:spLocks noChangeArrowheads="1"/>
          </p:cNvSpPr>
          <p:nvPr/>
        </p:nvSpPr>
        <p:spPr bwMode="auto">
          <a:xfrm>
            <a:off x="6902450" y="467360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s</a:t>
            </a:r>
            <a:endParaRPr lang="zh-CN" altLang="en-US" b="1">
              <a:solidFill>
                <a:srgbClr val="FF0000"/>
              </a:solidFill>
            </a:endParaRPr>
          </a:p>
        </p:txBody>
      </p:sp>
      <p:cxnSp>
        <p:nvCxnSpPr>
          <p:cNvPr id="55326" name="直接箭头连接符 49"/>
          <p:cNvCxnSpPr>
            <a:cxnSpLocks noChangeShapeType="1"/>
            <a:stCxn id="55327" idx="1"/>
          </p:cNvCxnSpPr>
          <p:nvPr/>
        </p:nvCxnSpPr>
        <p:spPr bwMode="auto">
          <a:xfrm rot="10800000" flipV="1">
            <a:off x="7442200" y="4141788"/>
            <a:ext cx="717550" cy="17303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5327" name="TextBox 50"/>
          <p:cNvSpPr txBox="1">
            <a:spLocks noChangeArrowheads="1"/>
          </p:cNvSpPr>
          <p:nvPr/>
        </p:nvSpPr>
        <p:spPr bwMode="auto">
          <a:xfrm>
            <a:off x="8159750" y="395605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ps</a:t>
            </a:r>
            <a:endParaRPr lang="zh-CN" altLang="en-US" b="1">
              <a:solidFill>
                <a:srgbClr val="FF0000"/>
              </a:solidFill>
            </a:endParaRPr>
          </a:p>
        </p:txBody>
      </p:sp>
      <p:cxnSp>
        <p:nvCxnSpPr>
          <p:cNvPr id="52" name="直接箭头连接符 51"/>
          <p:cNvCxnSpPr>
            <a:cxnSpLocks noChangeShapeType="1"/>
          </p:cNvCxnSpPr>
          <p:nvPr/>
        </p:nvCxnSpPr>
        <p:spPr bwMode="auto">
          <a:xfrm>
            <a:off x="6545263" y="5413375"/>
            <a:ext cx="717550" cy="1793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3" name="TextBox 52"/>
          <p:cNvSpPr txBox="1">
            <a:spLocks noChangeArrowheads="1"/>
          </p:cNvSpPr>
          <p:nvPr/>
        </p:nvSpPr>
        <p:spPr bwMode="auto">
          <a:xfrm>
            <a:off x="6365875" y="522287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c</a:t>
            </a:r>
            <a:endParaRPr lang="zh-CN" altLang="en-US" b="1">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40"/>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48"/>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3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nodeType="clickEffect">
                                  <p:stCondLst>
                                    <p:cond delay="0"/>
                                  </p:stCondLst>
                                  <p:childTnLst>
                                    <p:animMotion origin="layout" path="M 0 0 L 0.0592 -0.07871 " pathEditMode="relative" ptsTypes="AA">
                                      <p:cBhvr>
                                        <p:cTn id="20" dur="2000" fill="hold"/>
                                        <p:tgtEl>
                                          <p:spTgt spid="9"/>
                                        </p:tgtEl>
                                        <p:attrNameLst>
                                          <p:attrName>ppt_x</p:attrName>
                                          <p:attrName>ppt_y</p:attrName>
                                        </p:attrNameLst>
                                      </p:cBhvr>
                                    </p:animMotion>
                                  </p:childTnLst>
                                </p:cTn>
                              </p:par>
                              <p:par>
                                <p:cTn id="21" presetID="0" presetClass="path" presetSubtype="0" accel="50000" decel="50000" fill="hold" nodeType="withEffect">
                                  <p:stCondLst>
                                    <p:cond delay="0"/>
                                  </p:stCondLst>
                                  <p:childTnLst>
                                    <p:animMotion origin="layout" path="M 0 0 L 0.0592 -0.07871 " pathEditMode="relative" ptsTypes="AA">
                                      <p:cBhvr>
                                        <p:cTn id="22" dur="2000" fill="hold"/>
                                        <p:tgtEl>
                                          <p:spTgt spid="52"/>
                                        </p:tgtEl>
                                        <p:attrNameLst>
                                          <p:attrName>ppt_x</p:attrName>
                                          <p:attrName>ppt_y</p:attrName>
                                        </p:attrNameLst>
                                      </p:cBhvr>
                                    </p:animMotion>
                                  </p:childTnLst>
                                </p:cTn>
                              </p:par>
                              <p:par>
                                <p:cTn id="23" presetID="0" presetClass="path" presetSubtype="0" accel="50000" decel="50000" fill="hold" grpId="0" nodeType="withEffect">
                                  <p:stCondLst>
                                    <p:cond delay="0"/>
                                  </p:stCondLst>
                                  <p:childTnLst>
                                    <p:animMotion origin="layout" path="M 0 0 L 0.0592 -0.07871 " pathEditMode="relative" ptsTypes="AA">
                                      <p:cBhvr>
                                        <p:cTn id="24" dur="2000" fill="hold"/>
                                        <p:tgtEl>
                                          <p:spTgt spid="5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9" grpId="0"/>
      <p:bldP spid="5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mtClean="0"/>
              <a:t>补充：另一种删除的思路</a:t>
            </a:r>
            <a:endParaRPr lang="zh-CN" altLang="en-US" smtClean="0"/>
          </a:p>
        </p:txBody>
      </p:sp>
      <p:sp>
        <p:nvSpPr>
          <p:cNvPr id="5632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5B78DEF-072B-4C40-9F5C-21ADB6036845}" type="slidenum">
              <a:rPr lang="en-US" altLang="en-US">
                <a:solidFill>
                  <a:srgbClr val="4B4B4B"/>
                </a:solidFill>
              </a:rPr>
            </a:fld>
            <a:endParaRPr lang="en-US" altLang="en-US">
              <a:solidFill>
                <a:srgbClr val="4B4B4B"/>
              </a:solidFill>
            </a:endParaRPr>
          </a:p>
        </p:txBody>
      </p:sp>
      <p:grpSp>
        <p:nvGrpSpPr>
          <p:cNvPr id="56324" name="组合 6"/>
          <p:cNvGrpSpPr/>
          <p:nvPr/>
        </p:nvGrpSpPr>
        <p:grpSpPr bwMode="auto">
          <a:xfrm>
            <a:off x="1522413" y="1455738"/>
            <a:ext cx="358775" cy="360362"/>
            <a:chOff x="1343016" y="1635119"/>
            <a:chExt cx="358872" cy="360000"/>
          </a:xfrm>
        </p:grpSpPr>
        <p:sp>
          <p:nvSpPr>
            <p:cNvPr id="56412" name="TextBox 5"/>
            <p:cNvSpPr txBox="1">
              <a:spLocks noChangeArrowheads="1"/>
            </p:cNvSpPr>
            <p:nvPr/>
          </p:nvSpPr>
          <p:spPr bwMode="auto">
            <a:xfrm>
              <a:off x="1343016" y="1635119"/>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F</a:t>
              </a:r>
              <a:endParaRPr lang="zh-CN" altLang="en-US" sz="1200" b="1"/>
            </a:p>
          </p:txBody>
        </p:sp>
        <p:sp>
          <p:nvSpPr>
            <p:cNvPr id="56413" name="椭圆 5"/>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grpSp>
        <p:nvGrpSpPr>
          <p:cNvPr id="56325" name="组合 7"/>
          <p:cNvGrpSpPr/>
          <p:nvPr/>
        </p:nvGrpSpPr>
        <p:grpSpPr bwMode="auto">
          <a:xfrm>
            <a:off x="1163638" y="1992313"/>
            <a:ext cx="358775" cy="360362"/>
            <a:chOff x="1343016" y="1635117"/>
            <a:chExt cx="358872" cy="360000"/>
          </a:xfrm>
        </p:grpSpPr>
        <p:sp>
          <p:nvSpPr>
            <p:cNvPr id="10" name="椭圆 9"/>
            <p:cNvSpPr/>
            <p:nvPr/>
          </p:nvSpPr>
          <p:spPr bwMode="auto">
            <a:xfrm>
              <a:off x="1343016" y="1635117"/>
              <a:ext cx="358872" cy="358415"/>
            </a:xfrm>
            <a:prstGeom prst="ellipse">
              <a:avLst/>
            </a:prstGeom>
            <a:solidFill>
              <a:srgbClr val="FFFF00"/>
            </a:solid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n>
                  <a:solidFill>
                    <a:schemeClr val="tx1"/>
                  </a:solidFill>
                </a:ln>
                <a:latin typeface="Arial" panose="020B0604020202020204" pitchFamily="34" charset="0"/>
              </a:endParaRPr>
            </a:p>
          </p:txBody>
        </p:sp>
        <p:sp>
          <p:nvSpPr>
            <p:cNvPr id="9" name="TextBox 5"/>
            <p:cNvSpPr txBox="1">
              <a:spLocks noChangeArrowheads="1"/>
            </p:cNvSpPr>
            <p:nvPr/>
          </p:nvSpPr>
          <p:spPr bwMode="auto">
            <a:xfrm>
              <a:off x="1343016" y="1635117"/>
              <a:ext cx="358872" cy="360000"/>
            </a:xfrm>
            <a:prstGeom prst="rect">
              <a:avLst/>
            </a:prstGeom>
            <a:noFill/>
            <a:ln w="9525">
              <a:noFill/>
              <a:miter lim="800000"/>
            </a:ln>
          </p:spPr>
          <p:txBody>
            <a:bodyPr anchor="ctr" anchorCtr="1">
              <a:spAutoFit/>
            </a:bodyPr>
            <a:lstStyle/>
            <a:p>
              <a:pPr>
                <a:defRPr/>
              </a:pPr>
              <a:r>
                <a:rPr lang="en-US" altLang="zh-CN" sz="1200" b="1" dirty="0">
                  <a:ln>
                    <a:solidFill>
                      <a:schemeClr val="tx1"/>
                    </a:solidFill>
                  </a:ln>
                  <a:latin typeface="Arial" panose="020B0604020202020204" pitchFamily="34" charset="0"/>
                </a:rPr>
                <a:t>P</a:t>
              </a:r>
              <a:endParaRPr lang="zh-CN" altLang="en-US" sz="1200" b="1" dirty="0">
                <a:ln>
                  <a:solidFill>
                    <a:schemeClr val="tx1"/>
                  </a:solidFill>
                </a:ln>
                <a:latin typeface="Arial" panose="020B0604020202020204" pitchFamily="34" charset="0"/>
              </a:endParaRPr>
            </a:p>
          </p:txBody>
        </p:sp>
      </p:grpSp>
      <p:grpSp>
        <p:nvGrpSpPr>
          <p:cNvPr id="56326" name="组合 10"/>
          <p:cNvGrpSpPr/>
          <p:nvPr/>
        </p:nvGrpSpPr>
        <p:grpSpPr bwMode="auto">
          <a:xfrm>
            <a:off x="804863" y="2530475"/>
            <a:ext cx="358775" cy="360363"/>
            <a:chOff x="1343016" y="1635118"/>
            <a:chExt cx="358872" cy="360000"/>
          </a:xfrm>
        </p:grpSpPr>
        <p:sp>
          <p:nvSpPr>
            <p:cNvPr id="56408" name="TextBox 5"/>
            <p:cNvSpPr txBox="1">
              <a:spLocks noChangeArrowheads="1"/>
            </p:cNvSpPr>
            <p:nvPr/>
          </p:nvSpPr>
          <p:spPr bwMode="auto">
            <a:xfrm>
              <a:off x="1343016" y="1635118"/>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endParaRPr lang="zh-CN" altLang="en-US" sz="1200" b="1"/>
            </a:p>
          </p:txBody>
        </p:sp>
        <p:sp>
          <p:nvSpPr>
            <p:cNvPr id="56409" name="椭圆 12"/>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14" name="泪滴形 13"/>
          <p:cNvSpPr/>
          <p:nvPr/>
        </p:nvSpPr>
        <p:spPr bwMode="auto">
          <a:xfrm>
            <a:off x="446088" y="307022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28" name="TextBox 5"/>
          <p:cNvSpPr txBox="1">
            <a:spLocks noChangeArrowheads="1"/>
          </p:cNvSpPr>
          <p:nvPr/>
        </p:nvSpPr>
        <p:spPr bwMode="auto">
          <a:xfrm>
            <a:off x="446088" y="306863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r>
              <a:rPr lang="en-US" altLang="zh-CN" sz="1200" b="1" baseline="-25000"/>
              <a:t>L</a:t>
            </a:r>
            <a:endParaRPr lang="zh-CN" altLang="en-US" sz="1200" b="1" baseline="-25000"/>
          </a:p>
        </p:txBody>
      </p:sp>
      <p:grpSp>
        <p:nvGrpSpPr>
          <p:cNvPr id="56329" name="组合 15"/>
          <p:cNvGrpSpPr/>
          <p:nvPr/>
        </p:nvGrpSpPr>
        <p:grpSpPr bwMode="auto">
          <a:xfrm>
            <a:off x="1522413" y="3427413"/>
            <a:ext cx="358775" cy="360362"/>
            <a:chOff x="1343016" y="1635117"/>
            <a:chExt cx="358872" cy="360000"/>
          </a:xfrm>
        </p:grpSpPr>
        <p:sp>
          <p:nvSpPr>
            <p:cNvPr id="56406"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Q</a:t>
              </a:r>
              <a:endParaRPr lang="zh-CN" altLang="en-US" sz="1200" b="1"/>
            </a:p>
          </p:txBody>
        </p:sp>
        <p:sp>
          <p:nvSpPr>
            <p:cNvPr id="56407" name="椭圆 17"/>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19" name="泪滴形 18"/>
          <p:cNvSpPr/>
          <p:nvPr/>
        </p:nvSpPr>
        <p:spPr bwMode="auto">
          <a:xfrm>
            <a:off x="1163638"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31" name="TextBox 5"/>
          <p:cNvSpPr txBox="1">
            <a:spLocks noChangeArrowheads="1"/>
          </p:cNvSpPr>
          <p:nvPr/>
        </p:nvSpPr>
        <p:spPr bwMode="auto">
          <a:xfrm>
            <a:off x="1163638" y="396557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t>Q</a:t>
            </a:r>
            <a:r>
              <a:rPr lang="en-US" altLang="zh-CN" sz="1100" b="1" baseline="-25000"/>
              <a:t>L</a:t>
            </a:r>
            <a:endParaRPr lang="zh-CN" altLang="en-US" sz="1100" b="1" baseline="-25000"/>
          </a:p>
        </p:txBody>
      </p:sp>
      <p:grpSp>
        <p:nvGrpSpPr>
          <p:cNvPr id="56332" name="组合 20"/>
          <p:cNvGrpSpPr/>
          <p:nvPr/>
        </p:nvGrpSpPr>
        <p:grpSpPr bwMode="auto">
          <a:xfrm>
            <a:off x="1881188" y="3965575"/>
            <a:ext cx="358775" cy="360363"/>
            <a:chOff x="1343016" y="1635117"/>
            <a:chExt cx="358872" cy="360000"/>
          </a:xfrm>
        </p:grpSpPr>
        <p:sp>
          <p:nvSpPr>
            <p:cNvPr id="56404"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endParaRPr lang="zh-CN" altLang="en-US" sz="1200" b="1"/>
            </a:p>
          </p:txBody>
        </p:sp>
        <p:sp>
          <p:nvSpPr>
            <p:cNvPr id="56405" name="椭圆 22"/>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24" name="泪滴形 23"/>
          <p:cNvSpPr/>
          <p:nvPr/>
        </p:nvSpPr>
        <p:spPr bwMode="auto">
          <a:xfrm>
            <a:off x="1522413" y="450532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34" name="TextBox 5"/>
          <p:cNvSpPr txBox="1">
            <a:spLocks noChangeArrowheads="1"/>
          </p:cNvSpPr>
          <p:nvPr/>
        </p:nvSpPr>
        <p:spPr bwMode="auto">
          <a:xfrm>
            <a:off x="1522413" y="450373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r>
              <a:rPr lang="en-US" altLang="zh-CN" sz="1200" b="1" baseline="-25000"/>
              <a:t>L</a:t>
            </a:r>
            <a:endParaRPr lang="zh-CN" altLang="en-US" sz="1200" b="1" baseline="-25000"/>
          </a:p>
        </p:txBody>
      </p:sp>
      <p:sp>
        <p:nvSpPr>
          <p:cNvPr id="26" name="泪滴形 25"/>
          <p:cNvSpPr/>
          <p:nvPr/>
        </p:nvSpPr>
        <p:spPr bwMode="auto">
          <a:xfrm flipH="1">
            <a:off x="1701800" y="2533650"/>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36" name="TextBox 5"/>
          <p:cNvSpPr txBox="1">
            <a:spLocks noChangeArrowheads="1"/>
          </p:cNvSpPr>
          <p:nvPr/>
        </p:nvSpPr>
        <p:spPr bwMode="auto">
          <a:xfrm flipH="1">
            <a:off x="1701800" y="2532063"/>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P</a:t>
            </a:r>
            <a:r>
              <a:rPr lang="en-US" altLang="zh-CN" sz="1200" b="1" baseline="-25000"/>
              <a:t>R</a:t>
            </a:r>
            <a:endParaRPr lang="zh-CN" altLang="en-US" sz="1200" b="1" baseline="-25000"/>
          </a:p>
        </p:txBody>
      </p:sp>
      <p:cxnSp>
        <p:nvCxnSpPr>
          <p:cNvPr id="56337" name="直接连接符 28"/>
          <p:cNvCxnSpPr>
            <a:cxnSpLocks noChangeShapeType="1"/>
            <a:stCxn id="56413" idx="4"/>
            <a:endCxn id="10" idx="7"/>
          </p:cNvCxnSpPr>
          <p:nvPr/>
        </p:nvCxnSpPr>
        <p:spPr bwMode="auto">
          <a:xfrm rot="5400000">
            <a:off x="1470819" y="1813719"/>
            <a:ext cx="230187"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38" name="直接连接符 30"/>
          <p:cNvCxnSpPr>
            <a:cxnSpLocks noChangeShapeType="1"/>
            <a:stCxn id="10" idx="4"/>
            <a:endCxn id="56409" idx="7"/>
          </p:cNvCxnSpPr>
          <p:nvPr/>
        </p:nvCxnSpPr>
        <p:spPr bwMode="auto">
          <a:xfrm rot="5400000">
            <a:off x="1111250" y="23510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39" name="直接连接符 33"/>
          <p:cNvCxnSpPr>
            <a:cxnSpLocks noChangeShapeType="1"/>
            <a:stCxn id="56409" idx="4"/>
          </p:cNvCxnSpPr>
          <p:nvPr/>
        </p:nvCxnSpPr>
        <p:spPr bwMode="auto">
          <a:xfrm rot="5400000">
            <a:off x="804069" y="2890044"/>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0" name="直接连接符 36"/>
          <p:cNvCxnSpPr>
            <a:cxnSpLocks noChangeShapeType="1"/>
          </p:cNvCxnSpPr>
          <p:nvPr/>
        </p:nvCxnSpPr>
        <p:spPr bwMode="auto">
          <a:xfrm rot="5400000">
            <a:off x="1521619" y="3788569"/>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1" name="直接连接符 37"/>
          <p:cNvCxnSpPr>
            <a:cxnSpLocks noChangeShapeType="1"/>
          </p:cNvCxnSpPr>
          <p:nvPr/>
        </p:nvCxnSpPr>
        <p:spPr bwMode="auto">
          <a:xfrm rot="5400000">
            <a:off x="1880394" y="4326732"/>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2" name="直接连接符 38"/>
          <p:cNvCxnSpPr>
            <a:cxnSpLocks noChangeShapeType="1"/>
            <a:stCxn id="56407" idx="4"/>
            <a:endCxn id="56405" idx="1"/>
          </p:cNvCxnSpPr>
          <p:nvPr/>
        </p:nvCxnSpPr>
        <p:spPr bwMode="auto">
          <a:xfrm rot="16200000" flipH="1">
            <a:off x="1701800" y="37861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3" name="直接连接符 41"/>
          <p:cNvCxnSpPr>
            <a:cxnSpLocks noChangeShapeType="1"/>
            <a:stCxn id="10" idx="4"/>
          </p:cNvCxnSpPr>
          <p:nvPr/>
        </p:nvCxnSpPr>
        <p:spPr bwMode="auto">
          <a:xfrm rot="16200000" flipH="1">
            <a:off x="1431925" y="2262188"/>
            <a:ext cx="1809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4" name="直接连接符 44"/>
          <p:cNvCxnSpPr>
            <a:cxnSpLocks noChangeShapeType="1"/>
            <a:stCxn id="56409" idx="4"/>
            <a:endCxn id="56407" idx="1"/>
          </p:cNvCxnSpPr>
          <p:nvPr/>
        </p:nvCxnSpPr>
        <p:spPr bwMode="auto">
          <a:xfrm rot="16200000" flipH="1">
            <a:off x="984250" y="2889250"/>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cxnSp>
        <p:nvCxnSpPr>
          <p:cNvPr id="56345" name="直接连接符 47"/>
          <p:cNvCxnSpPr>
            <a:cxnSpLocks noChangeShapeType="1"/>
          </p:cNvCxnSpPr>
          <p:nvPr/>
        </p:nvCxnSpPr>
        <p:spPr bwMode="auto">
          <a:xfrm rot="16200000" flipH="1">
            <a:off x="1701800" y="1814513"/>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grpSp>
        <p:nvGrpSpPr>
          <p:cNvPr id="56346" name="组合 48"/>
          <p:cNvGrpSpPr/>
          <p:nvPr/>
        </p:nvGrpSpPr>
        <p:grpSpPr bwMode="auto">
          <a:xfrm>
            <a:off x="4340225" y="1455738"/>
            <a:ext cx="358775" cy="360362"/>
            <a:chOff x="1343016" y="1635119"/>
            <a:chExt cx="358872" cy="360000"/>
          </a:xfrm>
        </p:grpSpPr>
        <p:sp>
          <p:nvSpPr>
            <p:cNvPr id="56402" name="TextBox 5"/>
            <p:cNvSpPr txBox="1">
              <a:spLocks noChangeArrowheads="1"/>
            </p:cNvSpPr>
            <p:nvPr/>
          </p:nvSpPr>
          <p:spPr bwMode="auto">
            <a:xfrm>
              <a:off x="1343016" y="1635119"/>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F</a:t>
              </a:r>
              <a:endParaRPr lang="zh-CN" altLang="en-US" sz="1200" b="1"/>
            </a:p>
          </p:txBody>
        </p:sp>
        <p:sp>
          <p:nvSpPr>
            <p:cNvPr id="56403" name="椭圆 50"/>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grpSp>
        <p:nvGrpSpPr>
          <p:cNvPr id="56347" name="组合 54"/>
          <p:cNvGrpSpPr/>
          <p:nvPr/>
        </p:nvGrpSpPr>
        <p:grpSpPr bwMode="auto">
          <a:xfrm>
            <a:off x="3622675" y="2530475"/>
            <a:ext cx="358775" cy="360363"/>
            <a:chOff x="1343016" y="1635118"/>
            <a:chExt cx="358872" cy="360000"/>
          </a:xfrm>
        </p:grpSpPr>
        <p:sp>
          <p:nvSpPr>
            <p:cNvPr id="56400" name="TextBox 5"/>
            <p:cNvSpPr txBox="1">
              <a:spLocks noChangeArrowheads="1"/>
            </p:cNvSpPr>
            <p:nvPr/>
          </p:nvSpPr>
          <p:spPr bwMode="auto">
            <a:xfrm>
              <a:off x="1343016" y="1635118"/>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endParaRPr lang="zh-CN" altLang="en-US" sz="1200" b="1"/>
            </a:p>
          </p:txBody>
        </p:sp>
        <p:sp>
          <p:nvSpPr>
            <p:cNvPr id="56401" name="椭圆 56"/>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58" name="泪滴形 57"/>
          <p:cNvSpPr/>
          <p:nvPr/>
        </p:nvSpPr>
        <p:spPr bwMode="auto">
          <a:xfrm>
            <a:off x="3263900" y="307022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49" name="TextBox 5"/>
          <p:cNvSpPr txBox="1">
            <a:spLocks noChangeArrowheads="1"/>
          </p:cNvSpPr>
          <p:nvPr/>
        </p:nvSpPr>
        <p:spPr bwMode="auto">
          <a:xfrm>
            <a:off x="3263900" y="306863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r>
              <a:rPr lang="en-US" altLang="zh-CN" sz="1200" b="1" baseline="-25000"/>
              <a:t>L</a:t>
            </a:r>
            <a:endParaRPr lang="zh-CN" altLang="en-US" sz="1200" b="1" baseline="-25000"/>
          </a:p>
        </p:txBody>
      </p:sp>
      <p:grpSp>
        <p:nvGrpSpPr>
          <p:cNvPr id="56350" name="组合 59"/>
          <p:cNvGrpSpPr/>
          <p:nvPr/>
        </p:nvGrpSpPr>
        <p:grpSpPr bwMode="auto">
          <a:xfrm>
            <a:off x="4340225" y="3427413"/>
            <a:ext cx="358775" cy="360362"/>
            <a:chOff x="1343016" y="1635117"/>
            <a:chExt cx="358872" cy="360000"/>
          </a:xfrm>
        </p:grpSpPr>
        <p:sp>
          <p:nvSpPr>
            <p:cNvPr id="56398"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Q</a:t>
              </a:r>
              <a:endParaRPr lang="zh-CN" altLang="en-US" sz="1200" b="1"/>
            </a:p>
          </p:txBody>
        </p:sp>
        <p:sp>
          <p:nvSpPr>
            <p:cNvPr id="56399" name="椭圆 61"/>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63" name="泪滴形 62"/>
          <p:cNvSpPr/>
          <p:nvPr/>
        </p:nvSpPr>
        <p:spPr bwMode="auto">
          <a:xfrm>
            <a:off x="3981450"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52" name="TextBox 5"/>
          <p:cNvSpPr txBox="1">
            <a:spLocks noChangeArrowheads="1"/>
          </p:cNvSpPr>
          <p:nvPr/>
        </p:nvSpPr>
        <p:spPr bwMode="auto">
          <a:xfrm>
            <a:off x="3981450" y="396557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t>Q</a:t>
            </a:r>
            <a:r>
              <a:rPr lang="en-US" altLang="zh-CN" sz="1100" b="1" baseline="-25000"/>
              <a:t>L</a:t>
            </a:r>
            <a:endParaRPr lang="zh-CN" altLang="en-US" sz="1100" b="1" baseline="-25000"/>
          </a:p>
        </p:txBody>
      </p:sp>
      <p:grpSp>
        <p:nvGrpSpPr>
          <p:cNvPr id="56353" name="组合 64"/>
          <p:cNvGrpSpPr/>
          <p:nvPr/>
        </p:nvGrpSpPr>
        <p:grpSpPr bwMode="auto">
          <a:xfrm>
            <a:off x="4033838" y="1993900"/>
            <a:ext cx="358775" cy="360363"/>
            <a:chOff x="1343016" y="1635117"/>
            <a:chExt cx="358872" cy="360000"/>
          </a:xfrm>
        </p:grpSpPr>
        <p:sp>
          <p:nvSpPr>
            <p:cNvPr id="56396"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endParaRPr lang="zh-CN" altLang="en-US" sz="1200" b="1"/>
            </a:p>
          </p:txBody>
        </p:sp>
        <p:sp>
          <p:nvSpPr>
            <p:cNvPr id="56397" name="椭圆 66"/>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70" name="泪滴形 69"/>
          <p:cNvSpPr/>
          <p:nvPr/>
        </p:nvSpPr>
        <p:spPr bwMode="auto">
          <a:xfrm flipH="1">
            <a:off x="4519613" y="2533650"/>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55" name="TextBox 5"/>
          <p:cNvSpPr txBox="1">
            <a:spLocks noChangeArrowheads="1"/>
          </p:cNvSpPr>
          <p:nvPr/>
        </p:nvSpPr>
        <p:spPr bwMode="auto">
          <a:xfrm flipH="1">
            <a:off x="4519613" y="2532063"/>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P</a:t>
            </a:r>
            <a:r>
              <a:rPr lang="en-US" altLang="zh-CN" sz="1200" b="1" baseline="-25000"/>
              <a:t>R</a:t>
            </a:r>
            <a:endParaRPr lang="zh-CN" altLang="en-US" sz="1200" b="1" baseline="-25000"/>
          </a:p>
        </p:txBody>
      </p:sp>
      <p:cxnSp>
        <p:nvCxnSpPr>
          <p:cNvPr id="56356" name="直接连接符 71"/>
          <p:cNvCxnSpPr>
            <a:cxnSpLocks noChangeShapeType="1"/>
          </p:cNvCxnSpPr>
          <p:nvPr/>
        </p:nvCxnSpPr>
        <p:spPr bwMode="auto">
          <a:xfrm rot="5400000">
            <a:off x="4288632" y="1813719"/>
            <a:ext cx="230187"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57" name="直接连接符 72"/>
          <p:cNvCxnSpPr>
            <a:cxnSpLocks noChangeShapeType="1"/>
          </p:cNvCxnSpPr>
          <p:nvPr/>
        </p:nvCxnSpPr>
        <p:spPr bwMode="auto">
          <a:xfrm rot="5400000">
            <a:off x="3929063" y="23510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58" name="直接连接符 73"/>
          <p:cNvCxnSpPr>
            <a:cxnSpLocks noChangeShapeType="1"/>
          </p:cNvCxnSpPr>
          <p:nvPr/>
        </p:nvCxnSpPr>
        <p:spPr bwMode="auto">
          <a:xfrm rot="5400000">
            <a:off x="3621881" y="2890044"/>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59" name="直接连接符 74"/>
          <p:cNvCxnSpPr>
            <a:cxnSpLocks noChangeShapeType="1"/>
          </p:cNvCxnSpPr>
          <p:nvPr/>
        </p:nvCxnSpPr>
        <p:spPr bwMode="auto">
          <a:xfrm rot="5400000">
            <a:off x="4339431" y="3788569"/>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60" name="直接连接符 76"/>
          <p:cNvCxnSpPr>
            <a:cxnSpLocks noChangeShapeType="1"/>
          </p:cNvCxnSpPr>
          <p:nvPr/>
        </p:nvCxnSpPr>
        <p:spPr bwMode="auto">
          <a:xfrm rot="16200000" flipH="1">
            <a:off x="4519613" y="37861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61" name="直接连接符 77"/>
          <p:cNvCxnSpPr>
            <a:cxnSpLocks noChangeShapeType="1"/>
          </p:cNvCxnSpPr>
          <p:nvPr/>
        </p:nvCxnSpPr>
        <p:spPr bwMode="auto">
          <a:xfrm rot="16200000" flipH="1">
            <a:off x="4249738" y="2262188"/>
            <a:ext cx="1809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62" name="直接连接符 78"/>
          <p:cNvCxnSpPr>
            <a:cxnSpLocks noChangeShapeType="1"/>
          </p:cNvCxnSpPr>
          <p:nvPr/>
        </p:nvCxnSpPr>
        <p:spPr bwMode="auto">
          <a:xfrm rot="16200000" flipH="1">
            <a:off x="3802063" y="2889250"/>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cxnSp>
        <p:nvCxnSpPr>
          <p:cNvPr id="56363" name="直接连接符 79"/>
          <p:cNvCxnSpPr>
            <a:cxnSpLocks noChangeShapeType="1"/>
          </p:cNvCxnSpPr>
          <p:nvPr/>
        </p:nvCxnSpPr>
        <p:spPr bwMode="auto">
          <a:xfrm rot="16200000" flipH="1">
            <a:off x="4519613" y="1814513"/>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sp>
        <p:nvSpPr>
          <p:cNvPr id="113" name="泪滴形 112"/>
          <p:cNvSpPr/>
          <p:nvPr/>
        </p:nvSpPr>
        <p:spPr bwMode="auto">
          <a:xfrm flipH="1">
            <a:off x="4751388"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85" name="TextBox 5"/>
          <p:cNvSpPr txBox="1">
            <a:spLocks noChangeArrowheads="1"/>
          </p:cNvSpPr>
          <p:nvPr/>
        </p:nvSpPr>
        <p:spPr bwMode="auto">
          <a:xfrm flipH="1">
            <a:off x="4751388" y="396557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r>
              <a:rPr lang="en-US" altLang="zh-CN" sz="1200" b="1" baseline="-25000"/>
              <a:t>L</a:t>
            </a:r>
            <a:endParaRPr lang="zh-CN" altLang="en-US" sz="1200" b="1" baseline="-25000"/>
          </a:p>
        </p:txBody>
      </p:sp>
      <p:sp>
        <p:nvSpPr>
          <p:cNvPr id="56386" name="TextBox 114"/>
          <p:cNvSpPr txBox="1">
            <a:spLocks noChangeArrowheads="1"/>
          </p:cNvSpPr>
          <p:nvPr/>
        </p:nvSpPr>
        <p:spPr bwMode="auto">
          <a:xfrm>
            <a:off x="1163638" y="5402263"/>
            <a:ext cx="7354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初始</a:t>
            </a:r>
            <a:r>
              <a:rPr lang="en-US" altLang="zh-CN">
                <a:solidFill>
                  <a:srgbClr val="FF0000"/>
                </a:solidFill>
              </a:rPr>
              <a:t>BST                            </a:t>
            </a:r>
            <a:r>
              <a:rPr lang="zh-CN" altLang="en-US">
                <a:solidFill>
                  <a:srgbClr val="FF0000"/>
                </a:solidFill>
              </a:rPr>
              <a:t>思路一结果                                思路二结果</a:t>
            </a:r>
            <a:endParaRPr lang="zh-CN" altLang="en-US">
              <a:solidFill>
                <a:srgbClr val="FF0000"/>
              </a:solidFill>
            </a:endParaRPr>
          </a:p>
        </p:txBody>
      </p:sp>
      <p:sp>
        <p:nvSpPr>
          <p:cNvPr id="116" name="矩形 115"/>
          <p:cNvSpPr/>
          <p:nvPr/>
        </p:nvSpPr>
        <p:spPr>
          <a:xfrm>
            <a:off x="3495672" y="5940432"/>
            <a:ext cx="4354077" cy="646331"/>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两种思路哪种更好？</a:t>
            </a:r>
            <a:endPar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grpSp>
        <p:nvGrpSpPr>
          <p:cNvPr id="7" name="组合 7"/>
          <p:cNvGrpSpPr/>
          <p:nvPr/>
        </p:nvGrpSpPr>
        <p:grpSpPr bwMode="auto">
          <a:xfrm>
            <a:off x="6366193" y="1809433"/>
            <a:ext cx="358775" cy="360362"/>
            <a:chOff x="1343016" y="1635117"/>
            <a:chExt cx="358872" cy="360000"/>
          </a:xfrm>
        </p:grpSpPr>
        <p:sp>
          <p:nvSpPr>
            <p:cNvPr id="8" name="椭圆 7"/>
            <p:cNvSpPr/>
            <p:nvPr>
              <p:custDataLst>
                <p:tags r:id="rId1"/>
              </p:custDataLst>
            </p:nvPr>
          </p:nvSpPr>
          <p:spPr bwMode="auto">
            <a:xfrm>
              <a:off x="1343016" y="1635117"/>
              <a:ext cx="358872" cy="358415"/>
            </a:xfrm>
            <a:prstGeom prst="ellipse">
              <a:avLst/>
            </a:prstGeom>
            <a:solidFill>
              <a:srgbClr val="FFFF00"/>
            </a:solid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n>
                  <a:solidFill>
                    <a:schemeClr val="tx1"/>
                  </a:solidFill>
                </a:ln>
                <a:latin typeface="Arial" panose="020B0604020202020204" pitchFamily="34" charset="0"/>
              </a:endParaRPr>
            </a:p>
          </p:txBody>
        </p:sp>
        <p:sp>
          <p:nvSpPr>
            <p:cNvPr id="11" name="TextBox 5"/>
            <p:cNvSpPr txBox="1">
              <a:spLocks noChangeArrowheads="1"/>
            </p:cNvSpPr>
            <p:nvPr>
              <p:custDataLst>
                <p:tags r:id="rId2"/>
              </p:custDataLst>
            </p:nvPr>
          </p:nvSpPr>
          <p:spPr bwMode="auto">
            <a:xfrm>
              <a:off x="1343016" y="1635117"/>
              <a:ext cx="358872" cy="360000"/>
            </a:xfrm>
            <a:prstGeom prst="rect">
              <a:avLst/>
            </a:prstGeom>
            <a:noFill/>
            <a:ln w="9525">
              <a:noFill/>
              <a:miter lim="800000"/>
            </a:ln>
          </p:spPr>
          <p:txBody>
            <a:bodyPr anchor="ctr" anchorCtr="1">
              <a:spAutoFit/>
            </a:bodyPr>
            <a:lstStyle/>
            <a:p>
              <a:pPr>
                <a:defRPr/>
              </a:pPr>
              <a:r>
                <a:rPr lang="en-US" altLang="zh-CN" sz="1200" b="1" dirty="0">
                  <a:ln>
                    <a:solidFill>
                      <a:schemeClr val="tx1"/>
                    </a:solidFill>
                  </a:ln>
                  <a:latin typeface="Arial" panose="020B0604020202020204" pitchFamily="34" charset="0"/>
                </a:rPr>
                <a:t>P</a:t>
              </a:r>
              <a:endParaRPr lang="zh-CN" altLang="en-US" sz="1200" b="1" dirty="0">
                <a:ln>
                  <a:solidFill>
                    <a:schemeClr val="tx1"/>
                  </a:solidFill>
                </a:ln>
                <a:latin typeface="Arial" panose="020B0604020202020204" pitchFamily="34" charset="0"/>
              </a:endParaRPr>
            </a:p>
          </p:txBody>
        </p:sp>
      </p:grpSp>
      <p:grpSp>
        <p:nvGrpSpPr>
          <p:cNvPr id="12" name="组合 10"/>
          <p:cNvGrpSpPr/>
          <p:nvPr/>
        </p:nvGrpSpPr>
        <p:grpSpPr bwMode="auto">
          <a:xfrm>
            <a:off x="6007418" y="2347595"/>
            <a:ext cx="358775" cy="360363"/>
            <a:chOff x="1343016" y="1635118"/>
            <a:chExt cx="358872" cy="360000"/>
          </a:xfrm>
        </p:grpSpPr>
        <p:sp>
          <p:nvSpPr>
            <p:cNvPr id="13" name="TextBox 5"/>
            <p:cNvSpPr txBox="1">
              <a:spLocks noChangeArrowheads="1"/>
            </p:cNvSpPr>
            <p:nvPr>
              <p:custDataLst>
                <p:tags r:id="rId3"/>
              </p:custDataLst>
            </p:nvPr>
          </p:nvSpPr>
          <p:spPr bwMode="auto">
            <a:xfrm>
              <a:off x="1343016" y="1635118"/>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endParaRPr lang="zh-CN" altLang="en-US" sz="1200" b="1"/>
            </a:p>
          </p:txBody>
        </p:sp>
        <p:sp>
          <p:nvSpPr>
            <p:cNvPr id="15" name="椭圆 12"/>
            <p:cNvSpPr>
              <a:spLocks noChangeArrowheads="1"/>
            </p:cNvSpPr>
            <p:nvPr>
              <p:custDataLst>
                <p:tags r:id="rId4"/>
              </p:custDataLst>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16" name="泪滴形 15"/>
          <p:cNvSpPr/>
          <p:nvPr>
            <p:custDataLst>
              <p:tags r:id="rId5"/>
            </p:custDataLst>
          </p:nvPr>
        </p:nvSpPr>
        <p:spPr bwMode="auto">
          <a:xfrm>
            <a:off x="5648643" y="288734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17" name="TextBox 5"/>
          <p:cNvSpPr txBox="1">
            <a:spLocks noChangeArrowheads="1"/>
          </p:cNvSpPr>
          <p:nvPr>
            <p:custDataLst>
              <p:tags r:id="rId6"/>
            </p:custDataLst>
          </p:nvPr>
        </p:nvSpPr>
        <p:spPr bwMode="auto">
          <a:xfrm>
            <a:off x="5648643" y="288575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r>
              <a:rPr lang="en-US" altLang="zh-CN" sz="1200" b="1" baseline="-25000"/>
              <a:t>L</a:t>
            </a:r>
            <a:endParaRPr lang="zh-CN" altLang="en-US" sz="1200" b="1" baseline="-25000"/>
          </a:p>
        </p:txBody>
      </p:sp>
      <p:grpSp>
        <p:nvGrpSpPr>
          <p:cNvPr id="18" name="组合 15"/>
          <p:cNvGrpSpPr/>
          <p:nvPr/>
        </p:nvGrpSpPr>
        <p:grpSpPr bwMode="auto">
          <a:xfrm>
            <a:off x="6724968" y="3244533"/>
            <a:ext cx="358775" cy="360362"/>
            <a:chOff x="1343016" y="1635117"/>
            <a:chExt cx="358872" cy="360000"/>
          </a:xfrm>
        </p:grpSpPr>
        <p:sp>
          <p:nvSpPr>
            <p:cNvPr id="20" name="TextBox 5"/>
            <p:cNvSpPr txBox="1">
              <a:spLocks noChangeArrowheads="1"/>
            </p:cNvSpPr>
            <p:nvPr>
              <p:custDataLst>
                <p:tags r:id="rId7"/>
              </p:custDataLst>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Q</a:t>
              </a:r>
              <a:endParaRPr lang="zh-CN" altLang="en-US" sz="1200" b="1"/>
            </a:p>
          </p:txBody>
        </p:sp>
        <p:sp>
          <p:nvSpPr>
            <p:cNvPr id="21" name="椭圆 17"/>
            <p:cNvSpPr>
              <a:spLocks noChangeArrowheads="1"/>
            </p:cNvSpPr>
            <p:nvPr>
              <p:custDataLst>
                <p:tags r:id="rId8"/>
              </p:custDataLst>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22" name="泪滴形 21"/>
          <p:cNvSpPr/>
          <p:nvPr>
            <p:custDataLst>
              <p:tags r:id="rId9"/>
            </p:custDataLst>
          </p:nvPr>
        </p:nvSpPr>
        <p:spPr bwMode="auto">
          <a:xfrm>
            <a:off x="6366193" y="378428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23" name="TextBox 5"/>
          <p:cNvSpPr txBox="1">
            <a:spLocks noChangeArrowheads="1"/>
          </p:cNvSpPr>
          <p:nvPr>
            <p:custDataLst>
              <p:tags r:id="rId10"/>
            </p:custDataLst>
          </p:nvPr>
        </p:nvSpPr>
        <p:spPr bwMode="auto">
          <a:xfrm>
            <a:off x="6366193" y="378269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t>Q</a:t>
            </a:r>
            <a:r>
              <a:rPr lang="en-US" altLang="zh-CN" sz="1100" b="1" baseline="-25000"/>
              <a:t>L</a:t>
            </a:r>
            <a:endParaRPr lang="zh-CN" altLang="en-US" sz="1100" b="1" baseline="-25000"/>
          </a:p>
        </p:txBody>
      </p:sp>
      <p:grpSp>
        <p:nvGrpSpPr>
          <p:cNvPr id="25" name="组合 20"/>
          <p:cNvGrpSpPr/>
          <p:nvPr/>
        </p:nvGrpSpPr>
        <p:grpSpPr bwMode="auto">
          <a:xfrm>
            <a:off x="7083743" y="3782695"/>
            <a:ext cx="358775" cy="360363"/>
            <a:chOff x="1343016" y="1635117"/>
            <a:chExt cx="358872" cy="360000"/>
          </a:xfrm>
        </p:grpSpPr>
        <p:sp>
          <p:nvSpPr>
            <p:cNvPr id="27" name="TextBox 5"/>
            <p:cNvSpPr txBox="1">
              <a:spLocks noChangeArrowheads="1"/>
            </p:cNvSpPr>
            <p:nvPr>
              <p:custDataLst>
                <p:tags r:id="rId11"/>
              </p:custDataLst>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endParaRPr lang="zh-CN" altLang="en-US" sz="1200" b="1"/>
            </a:p>
          </p:txBody>
        </p:sp>
        <p:sp>
          <p:nvSpPr>
            <p:cNvPr id="28" name="椭圆 22"/>
            <p:cNvSpPr>
              <a:spLocks noChangeArrowheads="1"/>
            </p:cNvSpPr>
            <p:nvPr>
              <p:custDataLst>
                <p:tags r:id="rId12"/>
              </p:custDataLst>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29" name="泪滴形 28"/>
          <p:cNvSpPr/>
          <p:nvPr>
            <p:custDataLst>
              <p:tags r:id="rId13"/>
            </p:custDataLst>
          </p:nvPr>
        </p:nvSpPr>
        <p:spPr bwMode="auto">
          <a:xfrm>
            <a:off x="6724968" y="432244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30" name="TextBox 5"/>
          <p:cNvSpPr txBox="1">
            <a:spLocks noChangeArrowheads="1"/>
          </p:cNvSpPr>
          <p:nvPr>
            <p:custDataLst>
              <p:tags r:id="rId14"/>
            </p:custDataLst>
          </p:nvPr>
        </p:nvSpPr>
        <p:spPr bwMode="auto">
          <a:xfrm>
            <a:off x="6724968" y="432085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r>
              <a:rPr lang="en-US" altLang="zh-CN" sz="1200" b="1" baseline="-25000"/>
              <a:t>L</a:t>
            </a:r>
            <a:endParaRPr lang="zh-CN" altLang="en-US" sz="1200" b="1" baseline="-25000"/>
          </a:p>
        </p:txBody>
      </p:sp>
      <p:grpSp>
        <p:nvGrpSpPr>
          <p:cNvPr id="44" name="组合 43"/>
          <p:cNvGrpSpPr/>
          <p:nvPr/>
        </p:nvGrpSpPr>
        <p:grpSpPr>
          <a:xfrm>
            <a:off x="6546215" y="2168525"/>
            <a:ext cx="716280" cy="720725"/>
            <a:chOff x="10309" y="3415"/>
            <a:chExt cx="1128" cy="1135"/>
          </a:xfrm>
        </p:grpSpPr>
        <p:grpSp>
          <p:nvGrpSpPr>
            <p:cNvPr id="43" name="组合 42"/>
            <p:cNvGrpSpPr/>
            <p:nvPr/>
          </p:nvGrpSpPr>
          <p:grpSpPr>
            <a:xfrm>
              <a:off x="10309" y="3415"/>
              <a:ext cx="1128" cy="1135"/>
              <a:chOff x="10309" y="3415"/>
              <a:chExt cx="1128" cy="1135"/>
            </a:xfrm>
          </p:grpSpPr>
          <p:sp>
            <p:nvSpPr>
              <p:cNvPr id="32" name="TextBox 5"/>
              <p:cNvSpPr txBox="1">
                <a:spLocks noChangeArrowheads="1"/>
              </p:cNvSpPr>
              <p:nvPr>
                <p:custDataLst>
                  <p:tags r:id="rId15"/>
                </p:custDataLst>
              </p:nvPr>
            </p:nvSpPr>
            <p:spPr bwMode="auto">
              <a:xfrm flipH="1">
                <a:off x="10873" y="3700"/>
                <a:ext cx="565" cy="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P</a:t>
                </a:r>
                <a:r>
                  <a:rPr lang="en-US" altLang="zh-CN" sz="1200" b="1" baseline="-25000"/>
                  <a:t>R</a:t>
                </a:r>
                <a:endParaRPr lang="zh-CN" altLang="en-US" sz="1200" b="1" baseline="-25000"/>
              </a:p>
            </p:txBody>
          </p:sp>
          <p:cxnSp>
            <p:nvCxnSpPr>
              <p:cNvPr id="39" name="直接连接符 41"/>
              <p:cNvCxnSpPr>
                <a:cxnSpLocks noChangeShapeType="1"/>
              </p:cNvCxnSpPr>
              <p:nvPr>
                <p:custDataLst>
                  <p:tags r:id="rId16"/>
                </p:custDataLst>
              </p:nvPr>
            </p:nvCxnSpPr>
            <p:spPr bwMode="auto">
              <a:xfrm rot="16200000" flipH="1">
                <a:off x="10449" y="3275"/>
                <a:ext cx="285" cy="56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sp>
          <p:nvSpPr>
            <p:cNvPr id="31" name="泪滴形 30"/>
            <p:cNvSpPr/>
            <p:nvPr>
              <p:custDataLst>
                <p:tags r:id="rId17"/>
              </p:custDataLst>
            </p:nvPr>
          </p:nvSpPr>
          <p:spPr bwMode="auto">
            <a:xfrm flipH="1">
              <a:off x="10873" y="3702"/>
              <a:ext cx="565" cy="848"/>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grpSp>
      <p:cxnSp>
        <p:nvCxnSpPr>
          <p:cNvPr id="33" name="直接连接符 28"/>
          <p:cNvCxnSpPr>
            <a:cxnSpLocks noChangeShapeType="1"/>
          </p:cNvCxnSpPr>
          <p:nvPr/>
        </p:nvCxnSpPr>
        <p:spPr bwMode="auto">
          <a:xfrm flipH="1">
            <a:off x="6672580" y="1632268"/>
            <a:ext cx="232410" cy="22987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 name="直接连接符 30"/>
          <p:cNvCxnSpPr>
            <a:cxnSpLocks noChangeShapeType="1"/>
          </p:cNvCxnSpPr>
          <p:nvPr>
            <p:custDataLst>
              <p:tags r:id="rId18"/>
            </p:custDataLst>
          </p:nvPr>
        </p:nvCxnSpPr>
        <p:spPr bwMode="auto">
          <a:xfrm flipH="1">
            <a:off x="6313805" y="2168208"/>
            <a:ext cx="232410"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 name="直接连接符 33"/>
          <p:cNvCxnSpPr>
            <a:cxnSpLocks noChangeShapeType="1"/>
          </p:cNvCxnSpPr>
          <p:nvPr>
            <p:custDataLst>
              <p:tags r:id="rId19"/>
            </p:custDataLst>
          </p:nvPr>
        </p:nvCxnSpPr>
        <p:spPr bwMode="auto">
          <a:xfrm rot="5400000">
            <a:off x="6007259" y="2707799"/>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6" name="直接连接符 36"/>
          <p:cNvCxnSpPr>
            <a:cxnSpLocks noChangeShapeType="1"/>
          </p:cNvCxnSpPr>
          <p:nvPr>
            <p:custDataLst>
              <p:tags r:id="rId20"/>
            </p:custDataLst>
          </p:nvPr>
        </p:nvCxnSpPr>
        <p:spPr bwMode="auto">
          <a:xfrm rot="5400000">
            <a:off x="6724174" y="3605689"/>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7" name="直接连接符 37"/>
          <p:cNvCxnSpPr>
            <a:cxnSpLocks noChangeShapeType="1"/>
          </p:cNvCxnSpPr>
          <p:nvPr>
            <p:custDataLst>
              <p:tags r:id="rId21"/>
            </p:custDataLst>
          </p:nvPr>
        </p:nvCxnSpPr>
        <p:spPr bwMode="auto">
          <a:xfrm rot="5400000">
            <a:off x="7082949" y="4143852"/>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8" name="直接连接符 38"/>
          <p:cNvCxnSpPr>
            <a:cxnSpLocks noChangeShapeType="1"/>
          </p:cNvCxnSpPr>
          <p:nvPr>
            <p:custDataLst>
              <p:tags r:id="rId22"/>
            </p:custDataLst>
          </p:nvPr>
        </p:nvCxnSpPr>
        <p:spPr bwMode="auto">
          <a:xfrm>
            <a:off x="6904990" y="3603943"/>
            <a:ext cx="231775" cy="23114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40" name="直接连接符 44"/>
          <p:cNvCxnSpPr>
            <a:cxnSpLocks noChangeShapeType="1"/>
          </p:cNvCxnSpPr>
          <p:nvPr>
            <p:custDataLst>
              <p:tags r:id="rId23"/>
            </p:custDataLst>
          </p:nvPr>
        </p:nvCxnSpPr>
        <p:spPr bwMode="auto">
          <a:xfrm>
            <a:off x="6187440" y="2707005"/>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grpSp>
        <p:nvGrpSpPr>
          <p:cNvPr id="45" name="组合 44"/>
          <p:cNvGrpSpPr/>
          <p:nvPr/>
        </p:nvGrpSpPr>
        <p:grpSpPr>
          <a:xfrm>
            <a:off x="6725285" y="1273175"/>
            <a:ext cx="769620" cy="949325"/>
            <a:chOff x="10591" y="2005"/>
            <a:chExt cx="1212" cy="1495"/>
          </a:xfrm>
        </p:grpSpPr>
        <p:grpSp>
          <p:nvGrpSpPr>
            <p:cNvPr id="4" name="组合 6"/>
            <p:cNvGrpSpPr/>
            <p:nvPr/>
          </p:nvGrpSpPr>
          <p:grpSpPr bwMode="auto">
            <a:xfrm>
              <a:off x="10591" y="2005"/>
              <a:ext cx="565" cy="567"/>
              <a:chOff x="1343016" y="1635119"/>
              <a:chExt cx="358872" cy="360000"/>
            </a:xfrm>
          </p:grpSpPr>
          <p:sp>
            <p:nvSpPr>
              <p:cNvPr id="5" name="TextBox 5"/>
              <p:cNvSpPr txBox="1">
                <a:spLocks noChangeArrowheads="1"/>
              </p:cNvSpPr>
              <p:nvPr>
                <p:custDataLst>
                  <p:tags r:id="rId24"/>
                </p:custDataLst>
              </p:nvPr>
            </p:nvSpPr>
            <p:spPr bwMode="auto">
              <a:xfrm>
                <a:off x="1343016" y="1635119"/>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F</a:t>
                </a:r>
                <a:endParaRPr lang="zh-CN" altLang="en-US" sz="1200" b="1"/>
              </a:p>
            </p:txBody>
          </p:sp>
          <p:sp>
            <p:nvSpPr>
              <p:cNvPr id="6" name="椭圆 5"/>
              <p:cNvSpPr>
                <a:spLocks noChangeArrowheads="1"/>
              </p:cNvSpPr>
              <p:nvPr>
                <p:custDataLst>
                  <p:tags r:id="rId25"/>
                </p:custDataLst>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cxnSp>
          <p:nvCxnSpPr>
            <p:cNvPr id="41" name="直接连接符 47"/>
            <p:cNvCxnSpPr>
              <a:cxnSpLocks noChangeShapeType="1"/>
            </p:cNvCxnSpPr>
            <p:nvPr>
              <p:custDataLst>
                <p:tags r:id="rId26"/>
              </p:custDataLst>
            </p:nvPr>
          </p:nvCxnSpPr>
          <p:spPr bwMode="auto">
            <a:xfrm rot="16200000" flipH="1">
              <a:off x="10873" y="2570"/>
              <a:ext cx="930" cy="93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grpSp>
    </p:spTree>
    <p:custDataLst>
      <p:tags r:id="rId27"/>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nodeType="clickEffect">
                                  <p:stCondLst>
                                    <p:cond delay="0"/>
                                  </p:stCondLst>
                                  <p:childTnLst>
                                    <p:anim calcmode="discrete" valueType="str">
                                      <p:cBhvr>
                                        <p:cTn id="6" dur="1000" fill="hold"/>
                                        <p:tgtEl>
                                          <p:spTgt spid="56353"/>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35" presetClass="emph" presetSubtype="0" fill="hold" grpId="0" nodeType="clickEffect">
                                  <p:stCondLst>
                                    <p:cond delay="0"/>
                                  </p:stCondLst>
                                  <p:childTnLst>
                                    <p:anim calcmode="discrete" valueType="str">
                                      <p:cBhvr>
                                        <p:cTn id="10" dur="1000" fill="hold"/>
                                        <p:tgtEl>
                                          <p:spTgt spid="56385"/>
                                        </p:tgtEl>
                                        <p:attrNameLst>
                                          <p:attrName>style.visibility</p:attrName>
                                        </p:attrNameLst>
                                      </p:cBhvr>
                                      <p:tavLst>
                                        <p:tav tm="0">
                                          <p:val>
                                            <p:strVal val="hidden"/>
                                          </p:val>
                                        </p:tav>
                                        <p:tav tm="50000">
                                          <p:val>
                                            <p:strVal val="visible"/>
                                          </p:val>
                                        </p:tav>
                                      </p:tavLst>
                                    </p:anim>
                                  </p:childTnLst>
                                </p:cTn>
                              </p:par>
                              <p:par>
                                <p:cTn id="11" presetID="35" presetClass="emph" presetSubtype="0" fill="hold" nodeType="withEffect">
                                  <p:stCondLst>
                                    <p:cond delay="0"/>
                                  </p:stCondLst>
                                  <p:childTnLst>
                                    <p:anim calcmode="discrete" valueType="str">
                                      <p:cBhvr>
                                        <p:cTn id="12" dur="1000" fill="hold"/>
                                        <p:tgtEl>
                                          <p:spTgt spid="56360"/>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nodeType="clickEffect">
                                  <p:stCondLst>
                                    <p:cond delay="0"/>
                                  </p:stCondLst>
                                  <p:childTnLst>
                                    <p:animMotion origin="layout" path="M 0 0 L 0.0891667 0.280185 " pathEditMode="relative" ptsTypes="">
                                      <p:cBhvr>
                                        <p:cTn id="16" dur="2000" fill="hold"/>
                                        <p:tgtEl>
                                          <p:spTgt spid="44"/>
                                        </p:tgtEl>
                                        <p:attrNameLst>
                                          <p:attrName>ppt_x</p:attrName>
                                          <p:attrName>ppt_y</p:attrName>
                                        </p:attrNameLst>
                                      </p:cBhvr>
                                    </p:animMotion>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33"/>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nodeType="clickEffect">
                                  <p:stCondLst>
                                    <p:cond delay="0"/>
                                  </p:stCondLst>
                                  <p:childTnLst>
                                    <p:animMotion origin="layout" path="M 0 0 L -0.0379167 0.0816667 " pathEditMode="relative" rAng="0" ptsTypes="">
                                      <p:cBhvr>
                                        <p:cTn id="26" dur="2000" fill="hold"/>
                                        <p:tgtEl>
                                          <p:spTgt spid="45"/>
                                        </p:tgtEl>
                                        <p:attrNameLst>
                                          <p:attrName>ppt_x</p:attrName>
                                          <p:attrName>ppt_y</p:attrName>
                                        </p:attrNameLst>
                                      </p:cBhvr>
                                      <p:rCtr x="-15" y="3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85" grpId="0"/>
      <p:bldP spid="56385"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mtClean="0"/>
              <a:t>补充：另一种删除的思路（</a:t>
            </a:r>
            <a:r>
              <a:rPr lang="zh-CN" altLang="en-US" smtClean="0"/>
              <a:t>续）</a:t>
            </a:r>
            <a:endParaRPr lang="zh-CN" altLang="en-US" smtClean="0"/>
          </a:p>
        </p:txBody>
      </p:sp>
      <p:sp>
        <p:nvSpPr>
          <p:cNvPr id="5632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5B78DEF-072B-4C40-9F5C-21ADB6036845}" type="slidenum">
              <a:rPr lang="en-US" altLang="en-US">
                <a:solidFill>
                  <a:srgbClr val="4B4B4B"/>
                </a:solidFill>
              </a:rPr>
            </a:fld>
            <a:endParaRPr lang="en-US" altLang="en-US">
              <a:solidFill>
                <a:srgbClr val="4B4B4B"/>
              </a:solidFill>
            </a:endParaRPr>
          </a:p>
        </p:txBody>
      </p:sp>
      <p:grpSp>
        <p:nvGrpSpPr>
          <p:cNvPr id="56324" name="组合 6"/>
          <p:cNvGrpSpPr/>
          <p:nvPr/>
        </p:nvGrpSpPr>
        <p:grpSpPr bwMode="auto">
          <a:xfrm>
            <a:off x="1522413" y="1455738"/>
            <a:ext cx="358775" cy="360362"/>
            <a:chOff x="1343016" y="1635119"/>
            <a:chExt cx="358872" cy="360000"/>
          </a:xfrm>
        </p:grpSpPr>
        <p:sp>
          <p:nvSpPr>
            <p:cNvPr id="56412" name="TextBox 5"/>
            <p:cNvSpPr txBox="1">
              <a:spLocks noChangeArrowheads="1"/>
            </p:cNvSpPr>
            <p:nvPr/>
          </p:nvSpPr>
          <p:spPr bwMode="auto">
            <a:xfrm>
              <a:off x="1343016" y="1635119"/>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F</a:t>
              </a:r>
              <a:endParaRPr lang="zh-CN" altLang="en-US" sz="1200" b="1"/>
            </a:p>
          </p:txBody>
        </p:sp>
        <p:sp>
          <p:nvSpPr>
            <p:cNvPr id="56413" name="椭圆 5"/>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grpSp>
        <p:nvGrpSpPr>
          <p:cNvPr id="56325" name="组合 7"/>
          <p:cNvGrpSpPr/>
          <p:nvPr/>
        </p:nvGrpSpPr>
        <p:grpSpPr bwMode="auto">
          <a:xfrm>
            <a:off x="1163638" y="1992313"/>
            <a:ext cx="358775" cy="360362"/>
            <a:chOff x="1343016" y="1635117"/>
            <a:chExt cx="358872" cy="360000"/>
          </a:xfrm>
        </p:grpSpPr>
        <p:sp>
          <p:nvSpPr>
            <p:cNvPr id="10" name="椭圆 9"/>
            <p:cNvSpPr/>
            <p:nvPr/>
          </p:nvSpPr>
          <p:spPr bwMode="auto">
            <a:xfrm>
              <a:off x="1343016" y="1635117"/>
              <a:ext cx="358872" cy="358415"/>
            </a:xfrm>
            <a:prstGeom prst="ellipse">
              <a:avLst/>
            </a:prstGeom>
            <a:solidFill>
              <a:srgbClr val="FFFF00"/>
            </a:solid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n>
                  <a:solidFill>
                    <a:schemeClr val="tx1"/>
                  </a:solidFill>
                </a:ln>
                <a:latin typeface="Arial" panose="020B0604020202020204" pitchFamily="34" charset="0"/>
              </a:endParaRPr>
            </a:p>
          </p:txBody>
        </p:sp>
        <p:sp>
          <p:nvSpPr>
            <p:cNvPr id="9" name="TextBox 5"/>
            <p:cNvSpPr txBox="1">
              <a:spLocks noChangeArrowheads="1"/>
            </p:cNvSpPr>
            <p:nvPr/>
          </p:nvSpPr>
          <p:spPr bwMode="auto">
            <a:xfrm>
              <a:off x="1343016" y="1635117"/>
              <a:ext cx="358872" cy="360000"/>
            </a:xfrm>
            <a:prstGeom prst="rect">
              <a:avLst/>
            </a:prstGeom>
            <a:noFill/>
            <a:ln w="9525">
              <a:noFill/>
              <a:miter lim="800000"/>
            </a:ln>
          </p:spPr>
          <p:txBody>
            <a:bodyPr anchor="ctr" anchorCtr="1">
              <a:spAutoFit/>
            </a:bodyPr>
            <a:lstStyle/>
            <a:p>
              <a:pPr>
                <a:defRPr/>
              </a:pPr>
              <a:r>
                <a:rPr lang="en-US" altLang="zh-CN" sz="1200" b="1" dirty="0">
                  <a:ln>
                    <a:solidFill>
                      <a:schemeClr val="tx1"/>
                    </a:solidFill>
                  </a:ln>
                  <a:latin typeface="Arial" panose="020B0604020202020204" pitchFamily="34" charset="0"/>
                </a:rPr>
                <a:t>P</a:t>
              </a:r>
              <a:endParaRPr lang="zh-CN" altLang="en-US" sz="1200" b="1" dirty="0">
                <a:ln>
                  <a:solidFill>
                    <a:schemeClr val="tx1"/>
                  </a:solidFill>
                </a:ln>
                <a:latin typeface="Arial" panose="020B0604020202020204" pitchFamily="34" charset="0"/>
              </a:endParaRPr>
            </a:p>
          </p:txBody>
        </p:sp>
      </p:grpSp>
      <p:grpSp>
        <p:nvGrpSpPr>
          <p:cNvPr id="56326" name="组合 10"/>
          <p:cNvGrpSpPr/>
          <p:nvPr/>
        </p:nvGrpSpPr>
        <p:grpSpPr bwMode="auto">
          <a:xfrm>
            <a:off x="804863" y="2530475"/>
            <a:ext cx="358775" cy="360363"/>
            <a:chOff x="1343016" y="1635118"/>
            <a:chExt cx="358872" cy="360000"/>
          </a:xfrm>
        </p:grpSpPr>
        <p:sp>
          <p:nvSpPr>
            <p:cNvPr id="56408" name="TextBox 5"/>
            <p:cNvSpPr txBox="1">
              <a:spLocks noChangeArrowheads="1"/>
            </p:cNvSpPr>
            <p:nvPr/>
          </p:nvSpPr>
          <p:spPr bwMode="auto">
            <a:xfrm>
              <a:off x="1343016" y="1635118"/>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endParaRPr lang="zh-CN" altLang="en-US" sz="1200" b="1"/>
            </a:p>
          </p:txBody>
        </p:sp>
        <p:sp>
          <p:nvSpPr>
            <p:cNvPr id="56409" name="椭圆 12"/>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14" name="泪滴形 13"/>
          <p:cNvSpPr/>
          <p:nvPr/>
        </p:nvSpPr>
        <p:spPr bwMode="auto">
          <a:xfrm>
            <a:off x="446088" y="307022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28" name="TextBox 5"/>
          <p:cNvSpPr txBox="1">
            <a:spLocks noChangeArrowheads="1"/>
          </p:cNvSpPr>
          <p:nvPr/>
        </p:nvSpPr>
        <p:spPr bwMode="auto">
          <a:xfrm>
            <a:off x="446088" y="306863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r>
              <a:rPr lang="en-US" altLang="zh-CN" sz="1200" b="1" baseline="-25000"/>
              <a:t>L</a:t>
            </a:r>
            <a:endParaRPr lang="zh-CN" altLang="en-US" sz="1200" b="1" baseline="-25000"/>
          </a:p>
        </p:txBody>
      </p:sp>
      <p:grpSp>
        <p:nvGrpSpPr>
          <p:cNvPr id="56329" name="组合 15"/>
          <p:cNvGrpSpPr/>
          <p:nvPr/>
        </p:nvGrpSpPr>
        <p:grpSpPr bwMode="auto">
          <a:xfrm>
            <a:off x="1522413" y="3427413"/>
            <a:ext cx="358775" cy="360362"/>
            <a:chOff x="1343016" y="1635117"/>
            <a:chExt cx="358872" cy="360000"/>
          </a:xfrm>
        </p:grpSpPr>
        <p:sp>
          <p:nvSpPr>
            <p:cNvPr id="56406"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Q</a:t>
              </a:r>
              <a:endParaRPr lang="zh-CN" altLang="en-US" sz="1200" b="1"/>
            </a:p>
          </p:txBody>
        </p:sp>
        <p:sp>
          <p:nvSpPr>
            <p:cNvPr id="56407" name="椭圆 17"/>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19" name="泪滴形 18"/>
          <p:cNvSpPr/>
          <p:nvPr/>
        </p:nvSpPr>
        <p:spPr bwMode="auto">
          <a:xfrm>
            <a:off x="1163638"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31" name="TextBox 5"/>
          <p:cNvSpPr txBox="1">
            <a:spLocks noChangeArrowheads="1"/>
          </p:cNvSpPr>
          <p:nvPr/>
        </p:nvSpPr>
        <p:spPr bwMode="auto">
          <a:xfrm>
            <a:off x="1163638" y="396557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t>Q</a:t>
            </a:r>
            <a:r>
              <a:rPr lang="en-US" altLang="zh-CN" sz="1100" b="1" baseline="-25000"/>
              <a:t>L</a:t>
            </a:r>
            <a:endParaRPr lang="zh-CN" altLang="en-US" sz="1100" b="1" baseline="-25000"/>
          </a:p>
        </p:txBody>
      </p:sp>
      <p:grpSp>
        <p:nvGrpSpPr>
          <p:cNvPr id="56332" name="组合 20"/>
          <p:cNvGrpSpPr/>
          <p:nvPr/>
        </p:nvGrpSpPr>
        <p:grpSpPr bwMode="auto">
          <a:xfrm>
            <a:off x="1881188" y="3965575"/>
            <a:ext cx="358775" cy="360363"/>
            <a:chOff x="1343016" y="1635117"/>
            <a:chExt cx="358872" cy="360000"/>
          </a:xfrm>
        </p:grpSpPr>
        <p:sp>
          <p:nvSpPr>
            <p:cNvPr id="56404"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endParaRPr lang="zh-CN" altLang="en-US" sz="1200" b="1"/>
            </a:p>
          </p:txBody>
        </p:sp>
        <p:sp>
          <p:nvSpPr>
            <p:cNvPr id="56405" name="椭圆 22"/>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24" name="泪滴形 23"/>
          <p:cNvSpPr/>
          <p:nvPr/>
        </p:nvSpPr>
        <p:spPr bwMode="auto">
          <a:xfrm>
            <a:off x="1522413" y="450532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34" name="TextBox 5"/>
          <p:cNvSpPr txBox="1">
            <a:spLocks noChangeArrowheads="1"/>
          </p:cNvSpPr>
          <p:nvPr/>
        </p:nvSpPr>
        <p:spPr bwMode="auto">
          <a:xfrm>
            <a:off x="1522413" y="450373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r>
              <a:rPr lang="en-US" altLang="zh-CN" sz="1200" b="1" baseline="-25000"/>
              <a:t>L</a:t>
            </a:r>
            <a:endParaRPr lang="zh-CN" altLang="en-US" sz="1200" b="1" baseline="-25000"/>
          </a:p>
        </p:txBody>
      </p:sp>
      <p:sp>
        <p:nvSpPr>
          <p:cNvPr id="26" name="泪滴形 25"/>
          <p:cNvSpPr/>
          <p:nvPr/>
        </p:nvSpPr>
        <p:spPr bwMode="auto">
          <a:xfrm flipH="1">
            <a:off x="1701800" y="2533650"/>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36" name="TextBox 5"/>
          <p:cNvSpPr txBox="1">
            <a:spLocks noChangeArrowheads="1"/>
          </p:cNvSpPr>
          <p:nvPr/>
        </p:nvSpPr>
        <p:spPr bwMode="auto">
          <a:xfrm flipH="1">
            <a:off x="1701800" y="2532063"/>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P</a:t>
            </a:r>
            <a:r>
              <a:rPr lang="en-US" altLang="zh-CN" sz="1200" b="1" baseline="-25000"/>
              <a:t>R</a:t>
            </a:r>
            <a:endParaRPr lang="zh-CN" altLang="en-US" sz="1200" b="1" baseline="-25000"/>
          </a:p>
        </p:txBody>
      </p:sp>
      <p:cxnSp>
        <p:nvCxnSpPr>
          <p:cNvPr id="56337" name="直接连接符 28"/>
          <p:cNvCxnSpPr>
            <a:cxnSpLocks noChangeShapeType="1"/>
            <a:stCxn id="56413" idx="4"/>
            <a:endCxn id="10" idx="7"/>
          </p:cNvCxnSpPr>
          <p:nvPr/>
        </p:nvCxnSpPr>
        <p:spPr bwMode="auto">
          <a:xfrm rot="5400000">
            <a:off x="1470819" y="1813719"/>
            <a:ext cx="230187"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38" name="直接连接符 30"/>
          <p:cNvCxnSpPr>
            <a:cxnSpLocks noChangeShapeType="1"/>
            <a:stCxn id="10" idx="4"/>
            <a:endCxn id="56409" idx="7"/>
          </p:cNvCxnSpPr>
          <p:nvPr/>
        </p:nvCxnSpPr>
        <p:spPr bwMode="auto">
          <a:xfrm rot="5400000">
            <a:off x="1111250" y="23510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39" name="直接连接符 33"/>
          <p:cNvCxnSpPr>
            <a:cxnSpLocks noChangeShapeType="1"/>
            <a:stCxn id="56409" idx="4"/>
          </p:cNvCxnSpPr>
          <p:nvPr/>
        </p:nvCxnSpPr>
        <p:spPr bwMode="auto">
          <a:xfrm rot="5400000">
            <a:off x="804069" y="2890044"/>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0" name="直接连接符 36"/>
          <p:cNvCxnSpPr>
            <a:cxnSpLocks noChangeShapeType="1"/>
          </p:cNvCxnSpPr>
          <p:nvPr/>
        </p:nvCxnSpPr>
        <p:spPr bwMode="auto">
          <a:xfrm rot="5400000">
            <a:off x="1521619" y="3788569"/>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1" name="直接连接符 37"/>
          <p:cNvCxnSpPr>
            <a:cxnSpLocks noChangeShapeType="1"/>
          </p:cNvCxnSpPr>
          <p:nvPr/>
        </p:nvCxnSpPr>
        <p:spPr bwMode="auto">
          <a:xfrm rot="5400000">
            <a:off x="1880394" y="4326732"/>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2" name="直接连接符 38"/>
          <p:cNvCxnSpPr>
            <a:cxnSpLocks noChangeShapeType="1"/>
            <a:stCxn id="56407" idx="4"/>
            <a:endCxn id="56405" idx="1"/>
          </p:cNvCxnSpPr>
          <p:nvPr/>
        </p:nvCxnSpPr>
        <p:spPr bwMode="auto">
          <a:xfrm rot="16200000" flipH="1">
            <a:off x="1701800" y="37861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3" name="直接连接符 41"/>
          <p:cNvCxnSpPr>
            <a:cxnSpLocks noChangeShapeType="1"/>
            <a:stCxn id="10" idx="4"/>
          </p:cNvCxnSpPr>
          <p:nvPr/>
        </p:nvCxnSpPr>
        <p:spPr bwMode="auto">
          <a:xfrm rot="16200000" flipH="1">
            <a:off x="1431925" y="2262188"/>
            <a:ext cx="1809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4" name="直接连接符 44"/>
          <p:cNvCxnSpPr>
            <a:cxnSpLocks noChangeShapeType="1"/>
            <a:stCxn id="56409" idx="4"/>
            <a:endCxn id="56407" idx="1"/>
          </p:cNvCxnSpPr>
          <p:nvPr/>
        </p:nvCxnSpPr>
        <p:spPr bwMode="auto">
          <a:xfrm rot="16200000" flipH="1">
            <a:off x="984250" y="2889250"/>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cxnSp>
        <p:nvCxnSpPr>
          <p:cNvPr id="56345" name="直接连接符 47"/>
          <p:cNvCxnSpPr>
            <a:cxnSpLocks noChangeShapeType="1"/>
          </p:cNvCxnSpPr>
          <p:nvPr/>
        </p:nvCxnSpPr>
        <p:spPr bwMode="auto">
          <a:xfrm rot="16200000" flipH="1">
            <a:off x="1701800" y="1814513"/>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grpSp>
        <p:nvGrpSpPr>
          <p:cNvPr id="56346" name="组合 48"/>
          <p:cNvGrpSpPr/>
          <p:nvPr/>
        </p:nvGrpSpPr>
        <p:grpSpPr bwMode="auto">
          <a:xfrm>
            <a:off x="4340225" y="1455738"/>
            <a:ext cx="358775" cy="360362"/>
            <a:chOff x="1343016" y="1635119"/>
            <a:chExt cx="358872" cy="360000"/>
          </a:xfrm>
        </p:grpSpPr>
        <p:sp>
          <p:nvSpPr>
            <p:cNvPr id="56402" name="TextBox 5"/>
            <p:cNvSpPr txBox="1">
              <a:spLocks noChangeArrowheads="1"/>
            </p:cNvSpPr>
            <p:nvPr/>
          </p:nvSpPr>
          <p:spPr bwMode="auto">
            <a:xfrm>
              <a:off x="1343016" y="1635119"/>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F</a:t>
              </a:r>
              <a:endParaRPr lang="zh-CN" altLang="en-US" sz="1200" b="1"/>
            </a:p>
          </p:txBody>
        </p:sp>
        <p:sp>
          <p:nvSpPr>
            <p:cNvPr id="56403" name="椭圆 50"/>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grpSp>
        <p:nvGrpSpPr>
          <p:cNvPr id="56347" name="组合 54"/>
          <p:cNvGrpSpPr/>
          <p:nvPr/>
        </p:nvGrpSpPr>
        <p:grpSpPr bwMode="auto">
          <a:xfrm>
            <a:off x="3622675" y="2530475"/>
            <a:ext cx="358775" cy="360363"/>
            <a:chOff x="1343016" y="1635118"/>
            <a:chExt cx="358872" cy="360000"/>
          </a:xfrm>
        </p:grpSpPr>
        <p:sp>
          <p:nvSpPr>
            <p:cNvPr id="56400" name="TextBox 5"/>
            <p:cNvSpPr txBox="1">
              <a:spLocks noChangeArrowheads="1"/>
            </p:cNvSpPr>
            <p:nvPr/>
          </p:nvSpPr>
          <p:spPr bwMode="auto">
            <a:xfrm>
              <a:off x="1343016" y="1635118"/>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endParaRPr lang="zh-CN" altLang="en-US" sz="1200" b="1"/>
            </a:p>
          </p:txBody>
        </p:sp>
        <p:sp>
          <p:nvSpPr>
            <p:cNvPr id="56401" name="椭圆 56"/>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58" name="泪滴形 57"/>
          <p:cNvSpPr/>
          <p:nvPr/>
        </p:nvSpPr>
        <p:spPr bwMode="auto">
          <a:xfrm>
            <a:off x="3263900" y="307022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49" name="TextBox 5"/>
          <p:cNvSpPr txBox="1">
            <a:spLocks noChangeArrowheads="1"/>
          </p:cNvSpPr>
          <p:nvPr/>
        </p:nvSpPr>
        <p:spPr bwMode="auto">
          <a:xfrm>
            <a:off x="3263900" y="306863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r>
              <a:rPr lang="en-US" altLang="zh-CN" sz="1200" b="1" baseline="-25000"/>
              <a:t>L</a:t>
            </a:r>
            <a:endParaRPr lang="zh-CN" altLang="en-US" sz="1200" b="1" baseline="-25000"/>
          </a:p>
        </p:txBody>
      </p:sp>
      <p:grpSp>
        <p:nvGrpSpPr>
          <p:cNvPr id="56350" name="组合 59"/>
          <p:cNvGrpSpPr/>
          <p:nvPr/>
        </p:nvGrpSpPr>
        <p:grpSpPr bwMode="auto">
          <a:xfrm>
            <a:off x="4340225" y="3427413"/>
            <a:ext cx="358775" cy="360362"/>
            <a:chOff x="1343016" y="1635117"/>
            <a:chExt cx="358872" cy="360000"/>
          </a:xfrm>
        </p:grpSpPr>
        <p:sp>
          <p:nvSpPr>
            <p:cNvPr id="56398"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Q</a:t>
              </a:r>
              <a:endParaRPr lang="zh-CN" altLang="en-US" sz="1200" b="1"/>
            </a:p>
          </p:txBody>
        </p:sp>
        <p:sp>
          <p:nvSpPr>
            <p:cNvPr id="56399" name="椭圆 61"/>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63" name="泪滴形 62"/>
          <p:cNvSpPr/>
          <p:nvPr/>
        </p:nvSpPr>
        <p:spPr bwMode="auto">
          <a:xfrm>
            <a:off x="3981450"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52" name="TextBox 5"/>
          <p:cNvSpPr txBox="1">
            <a:spLocks noChangeArrowheads="1"/>
          </p:cNvSpPr>
          <p:nvPr/>
        </p:nvSpPr>
        <p:spPr bwMode="auto">
          <a:xfrm>
            <a:off x="3981450" y="396557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t>Q</a:t>
            </a:r>
            <a:r>
              <a:rPr lang="en-US" altLang="zh-CN" sz="1100" b="1" baseline="-25000"/>
              <a:t>L</a:t>
            </a:r>
            <a:endParaRPr lang="zh-CN" altLang="en-US" sz="1100" b="1" baseline="-25000"/>
          </a:p>
        </p:txBody>
      </p:sp>
      <p:grpSp>
        <p:nvGrpSpPr>
          <p:cNvPr id="56353" name="组合 64"/>
          <p:cNvGrpSpPr/>
          <p:nvPr/>
        </p:nvGrpSpPr>
        <p:grpSpPr bwMode="auto">
          <a:xfrm>
            <a:off x="4033838" y="1993900"/>
            <a:ext cx="358775" cy="360363"/>
            <a:chOff x="1343016" y="1635117"/>
            <a:chExt cx="358872" cy="360000"/>
          </a:xfrm>
        </p:grpSpPr>
        <p:sp>
          <p:nvSpPr>
            <p:cNvPr id="56396"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endParaRPr lang="zh-CN" altLang="en-US" sz="1200" b="1"/>
            </a:p>
          </p:txBody>
        </p:sp>
        <p:sp>
          <p:nvSpPr>
            <p:cNvPr id="56397" name="椭圆 66"/>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70" name="泪滴形 69"/>
          <p:cNvSpPr/>
          <p:nvPr/>
        </p:nvSpPr>
        <p:spPr bwMode="auto">
          <a:xfrm flipH="1">
            <a:off x="4519613" y="2533650"/>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55" name="TextBox 5"/>
          <p:cNvSpPr txBox="1">
            <a:spLocks noChangeArrowheads="1"/>
          </p:cNvSpPr>
          <p:nvPr/>
        </p:nvSpPr>
        <p:spPr bwMode="auto">
          <a:xfrm flipH="1">
            <a:off x="4519613" y="2532063"/>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P</a:t>
            </a:r>
            <a:r>
              <a:rPr lang="en-US" altLang="zh-CN" sz="1200" b="1" baseline="-25000"/>
              <a:t>R</a:t>
            </a:r>
            <a:endParaRPr lang="zh-CN" altLang="en-US" sz="1200" b="1" baseline="-25000"/>
          </a:p>
        </p:txBody>
      </p:sp>
      <p:cxnSp>
        <p:nvCxnSpPr>
          <p:cNvPr id="56356" name="直接连接符 71"/>
          <p:cNvCxnSpPr>
            <a:cxnSpLocks noChangeShapeType="1"/>
          </p:cNvCxnSpPr>
          <p:nvPr/>
        </p:nvCxnSpPr>
        <p:spPr bwMode="auto">
          <a:xfrm rot="5400000">
            <a:off x="4288632" y="1813719"/>
            <a:ext cx="230187"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57" name="直接连接符 72"/>
          <p:cNvCxnSpPr>
            <a:cxnSpLocks noChangeShapeType="1"/>
          </p:cNvCxnSpPr>
          <p:nvPr/>
        </p:nvCxnSpPr>
        <p:spPr bwMode="auto">
          <a:xfrm rot="5400000">
            <a:off x="3929063" y="23510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58" name="直接连接符 73"/>
          <p:cNvCxnSpPr>
            <a:cxnSpLocks noChangeShapeType="1"/>
          </p:cNvCxnSpPr>
          <p:nvPr/>
        </p:nvCxnSpPr>
        <p:spPr bwMode="auto">
          <a:xfrm rot="5400000">
            <a:off x="3621881" y="2890044"/>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59" name="直接连接符 74"/>
          <p:cNvCxnSpPr>
            <a:cxnSpLocks noChangeShapeType="1"/>
          </p:cNvCxnSpPr>
          <p:nvPr/>
        </p:nvCxnSpPr>
        <p:spPr bwMode="auto">
          <a:xfrm rot="5400000">
            <a:off x="4339431" y="3788569"/>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60" name="直接连接符 76"/>
          <p:cNvCxnSpPr>
            <a:cxnSpLocks noChangeShapeType="1"/>
          </p:cNvCxnSpPr>
          <p:nvPr/>
        </p:nvCxnSpPr>
        <p:spPr bwMode="auto">
          <a:xfrm rot="16200000" flipH="1">
            <a:off x="4519613" y="37861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61" name="直接连接符 77"/>
          <p:cNvCxnSpPr>
            <a:cxnSpLocks noChangeShapeType="1"/>
          </p:cNvCxnSpPr>
          <p:nvPr/>
        </p:nvCxnSpPr>
        <p:spPr bwMode="auto">
          <a:xfrm rot="16200000" flipH="1">
            <a:off x="4249738" y="2262188"/>
            <a:ext cx="1809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62" name="直接连接符 78"/>
          <p:cNvCxnSpPr>
            <a:cxnSpLocks noChangeShapeType="1"/>
          </p:cNvCxnSpPr>
          <p:nvPr/>
        </p:nvCxnSpPr>
        <p:spPr bwMode="auto">
          <a:xfrm rot="16200000" flipH="1">
            <a:off x="3802063" y="2889250"/>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cxnSp>
        <p:nvCxnSpPr>
          <p:cNvPr id="56363" name="直接连接符 79"/>
          <p:cNvCxnSpPr>
            <a:cxnSpLocks noChangeShapeType="1"/>
          </p:cNvCxnSpPr>
          <p:nvPr/>
        </p:nvCxnSpPr>
        <p:spPr bwMode="auto">
          <a:xfrm rot="16200000" flipH="1">
            <a:off x="4519613" y="1814513"/>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grpSp>
        <p:nvGrpSpPr>
          <p:cNvPr id="3" name="组合 2"/>
          <p:cNvGrpSpPr/>
          <p:nvPr/>
        </p:nvGrpSpPr>
        <p:grpSpPr>
          <a:xfrm>
            <a:off x="6414770" y="1365250"/>
            <a:ext cx="2331720" cy="3052445"/>
            <a:chOff x="10025" y="2293"/>
            <a:chExt cx="3672" cy="4807"/>
          </a:xfrm>
        </p:grpSpPr>
        <p:grpSp>
          <p:nvGrpSpPr>
            <p:cNvPr id="56364" name="组合 80"/>
            <p:cNvGrpSpPr/>
            <p:nvPr/>
          </p:nvGrpSpPr>
          <p:grpSpPr bwMode="auto">
            <a:xfrm>
              <a:off x="11018" y="2293"/>
              <a:ext cx="565" cy="567"/>
              <a:chOff x="1343016" y="1635119"/>
              <a:chExt cx="358872" cy="360000"/>
            </a:xfrm>
          </p:grpSpPr>
          <p:sp>
            <p:nvSpPr>
              <p:cNvPr id="56394" name="TextBox 5"/>
              <p:cNvSpPr txBox="1">
                <a:spLocks noChangeArrowheads="1"/>
              </p:cNvSpPr>
              <p:nvPr/>
            </p:nvSpPr>
            <p:spPr bwMode="auto">
              <a:xfrm>
                <a:off x="1343016" y="1635119"/>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F</a:t>
                </a:r>
                <a:endParaRPr lang="zh-CN" altLang="en-US" sz="1200" b="1"/>
              </a:p>
            </p:txBody>
          </p:sp>
          <p:sp>
            <p:nvSpPr>
              <p:cNvPr id="56395" name="椭圆 82"/>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grpSp>
          <p:nvGrpSpPr>
            <p:cNvPr id="56365" name="组合 86"/>
            <p:cNvGrpSpPr/>
            <p:nvPr/>
          </p:nvGrpSpPr>
          <p:grpSpPr bwMode="auto">
            <a:xfrm>
              <a:off x="10590" y="3140"/>
              <a:ext cx="565" cy="568"/>
              <a:chOff x="1343016" y="1635118"/>
              <a:chExt cx="358872" cy="360000"/>
            </a:xfrm>
          </p:grpSpPr>
          <p:sp>
            <p:nvSpPr>
              <p:cNvPr id="56392" name="TextBox 5"/>
              <p:cNvSpPr txBox="1">
                <a:spLocks noChangeArrowheads="1"/>
              </p:cNvSpPr>
              <p:nvPr/>
            </p:nvSpPr>
            <p:spPr bwMode="auto">
              <a:xfrm>
                <a:off x="1343016" y="1635118"/>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endParaRPr lang="zh-CN" altLang="en-US" sz="1200" b="1"/>
              </a:p>
            </p:txBody>
          </p:sp>
          <p:sp>
            <p:nvSpPr>
              <p:cNvPr id="56393" name="椭圆 88"/>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90" name="泪滴形 89"/>
            <p:cNvSpPr/>
            <p:nvPr/>
          </p:nvSpPr>
          <p:spPr bwMode="auto">
            <a:xfrm>
              <a:off x="10025" y="3990"/>
              <a:ext cx="565" cy="848"/>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67" name="TextBox 5"/>
            <p:cNvSpPr txBox="1">
              <a:spLocks noChangeArrowheads="1"/>
            </p:cNvSpPr>
            <p:nvPr/>
          </p:nvSpPr>
          <p:spPr bwMode="auto">
            <a:xfrm>
              <a:off x="10025" y="3988"/>
              <a:ext cx="565" cy="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r>
                <a:rPr lang="en-US" altLang="zh-CN" sz="1200" b="1" baseline="-25000"/>
                <a:t>L</a:t>
              </a:r>
              <a:endParaRPr lang="zh-CN" altLang="en-US" sz="1200" b="1" baseline="-25000"/>
            </a:p>
          </p:txBody>
        </p:sp>
        <p:grpSp>
          <p:nvGrpSpPr>
            <p:cNvPr id="56368" name="组合 91"/>
            <p:cNvGrpSpPr/>
            <p:nvPr/>
          </p:nvGrpSpPr>
          <p:grpSpPr bwMode="auto">
            <a:xfrm>
              <a:off x="11720" y="4553"/>
              <a:ext cx="565" cy="565"/>
              <a:chOff x="1343016" y="1635117"/>
              <a:chExt cx="358872" cy="360000"/>
            </a:xfrm>
          </p:grpSpPr>
          <p:sp>
            <p:nvSpPr>
              <p:cNvPr id="56390"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Q</a:t>
                </a:r>
                <a:endParaRPr lang="zh-CN" altLang="en-US" sz="1200" b="1"/>
              </a:p>
            </p:txBody>
          </p:sp>
          <p:sp>
            <p:nvSpPr>
              <p:cNvPr id="56391" name="椭圆 93"/>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95" name="泪滴形 94"/>
            <p:cNvSpPr/>
            <p:nvPr/>
          </p:nvSpPr>
          <p:spPr bwMode="auto">
            <a:xfrm>
              <a:off x="11155" y="5400"/>
              <a:ext cx="565" cy="848"/>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70" name="TextBox 5"/>
            <p:cNvSpPr txBox="1">
              <a:spLocks noChangeArrowheads="1"/>
            </p:cNvSpPr>
            <p:nvPr/>
          </p:nvSpPr>
          <p:spPr bwMode="auto">
            <a:xfrm>
              <a:off x="11155" y="5400"/>
              <a:ext cx="565" cy="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t>Q</a:t>
              </a:r>
              <a:r>
                <a:rPr lang="en-US" altLang="zh-CN" sz="1100" b="1" baseline="-25000"/>
                <a:t>L</a:t>
              </a:r>
              <a:endParaRPr lang="zh-CN" altLang="en-US" sz="1100" b="1" baseline="-25000"/>
            </a:p>
          </p:txBody>
        </p:sp>
        <p:grpSp>
          <p:nvGrpSpPr>
            <p:cNvPr id="56371" name="组合 96"/>
            <p:cNvGrpSpPr/>
            <p:nvPr/>
          </p:nvGrpSpPr>
          <p:grpSpPr bwMode="auto">
            <a:xfrm>
              <a:off x="12285" y="5400"/>
              <a:ext cx="565" cy="565"/>
              <a:chOff x="1343016" y="1635117"/>
              <a:chExt cx="358872" cy="360000"/>
            </a:xfrm>
          </p:grpSpPr>
          <p:sp>
            <p:nvSpPr>
              <p:cNvPr id="56388"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endParaRPr lang="zh-CN" altLang="en-US" sz="1200" b="1"/>
              </a:p>
            </p:txBody>
          </p:sp>
          <p:sp>
            <p:nvSpPr>
              <p:cNvPr id="56389" name="椭圆 98"/>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100" name="泪滴形 99"/>
            <p:cNvSpPr/>
            <p:nvPr/>
          </p:nvSpPr>
          <p:spPr bwMode="auto">
            <a:xfrm>
              <a:off x="11720" y="6248"/>
              <a:ext cx="565" cy="847"/>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73" name="TextBox 5"/>
            <p:cNvSpPr txBox="1">
              <a:spLocks noChangeArrowheads="1"/>
            </p:cNvSpPr>
            <p:nvPr/>
          </p:nvSpPr>
          <p:spPr bwMode="auto">
            <a:xfrm>
              <a:off x="11720" y="6248"/>
              <a:ext cx="565" cy="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r>
                <a:rPr lang="en-US" altLang="zh-CN" sz="1200" b="1" baseline="-25000"/>
                <a:t>L</a:t>
              </a:r>
              <a:endParaRPr lang="zh-CN" altLang="en-US" sz="1200" b="1" baseline="-25000"/>
            </a:p>
          </p:txBody>
        </p:sp>
        <p:sp>
          <p:nvSpPr>
            <p:cNvPr id="102" name="泪滴形 101"/>
            <p:cNvSpPr/>
            <p:nvPr/>
          </p:nvSpPr>
          <p:spPr bwMode="auto">
            <a:xfrm flipH="1">
              <a:off x="13133" y="6253"/>
              <a:ext cx="565" cy="847"/>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75" name="TextBox 5"/>
            <p:cNvSpPr txBox="1">
              <a:spLocks noChangeArrowheads="1"/>
            </p:cNvSpPr>
            <p:nvPr/>
          </p:nvSpPr>
          <p:spPr bwMode="auto">
            <a:xfrm flipH="1">
              <a:off x="13133" y="6250"/>
              <a:ext cx="565" cy="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P</a:t>
              </a:r>
              <a:r>
                <a:rPr lang="en-US" altLang="zh-CN" sz="1200" b="1" baseline="-25000"/>
                <a:t>R</a:t>
              </a:r>
              <a:endParaRPr lang="zh-CN" altLang="en-US" sz="1200" b="1" baseline="-25000"/>
            </a:p>
          </p:txBody>
        </p:sp>
        <p:cxnSp>
          <p:nvCxnSpPr>
            <p:cNvPr id="56376" name="直接连接符 103"/>
            <p:cNvCxnSpPr>
              <a:cxnSpLocks noChangeShapeType="1"/>
            </p:cNvCxnSpPr>
            <p:nvPr/>
          </p:nvCxnSpPr>
          <p:spPr bwMode="auto">
            <a:xfrm rot="5400000">
              <a:off x="10936" y="2856"/>
              <a:ext cx="362" cy="36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77" name="直接连接符 105"/>
            <p:cNvCxnSpPr>
              <a:cxnSpLocks noChangeShapeType="1"/>
            </p:cNvCxnSpPr>
            <p:nvPr/>
          </p:nvCxnSpPr>
          <p:spPr bwMode="auto">
            <a:xfrm rot="5400000">
              <a:off x="10589" y="3706"/>
              <a:ext cx="285" cy="28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78" name="直接连接符 106"/>
            <p:cNvCxnSpPr>
              <a:cxnSpLocks noChangeShapeType="1"/>
            </p:cNvCxnSpPr>
            <p:nvPr/>
          </p:nvCxnSpPr>
          <p:spPr bwMode="auto">
            <a:xfrm rot="5400000">
              <a:off x="11719" y="5121"/>
              <a:ext cx="285" cy="28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79" name="直接连接符 107"/>
            <p:cNvCxnSpPr>
              <a:cxnSpLocks noChangeShapeType="1"/>
            </p:cNvCxnSpPr>
            <p:nvPr/>
          </p:nvCxnSpPr>
          <p:spPr bwMode="auto">
            <a:xfrm rot="5400000">
              <a:off x="12284" y="5969"/>
              <a:ext cx="285" cy="28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80" name="直接连接符 108"/>
            <p:cNvCxnSpPr>
              <a:cxnSpLocks noChangeShapeType="1"/>
            </p:cNvCxnSpPr>
            <p:nvPr/>
          </p:nvCxnSpPr>
          <p:spPr bwMode="auto">
            <a:xfrm rot="16200000" flipH="1">
              <a:off x="12003" y="5118"/>
              <a:ext cx="365" cy="36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81" name="直接连接符 109"/>
            <p:cNvCxnSpPr>
              <a:cxnSpLocks noChangeShapeType="1"/>
            </p:cNvCxnSpPr>
            <p:nvPr/>
          </p:nvCxnSpPr>
          <p:spPr bwMode="auto">
            <a:xfrm rot="16200000" flipH="1">
              <a:off x="12708" y="5825"/>
              <a:ext cx="285" cy="56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82" name="直接连接符 110"/>
            <p:cNvCxnSpPr>
              <a:cxnSpLocks noChangeShapeType="1"/>
            </p:cNvCxnSpPr>
            <p:nvPr/>
          </p:nvCxnSpPr>
          <p:spPr bwMode="auto">
            <a:xfrm rot="16200000" flipH="1">
              <a:off x="10873" y="3705"/>
              <a:ext cx="930" cy="93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cxnSp>
          <p:nvCxnSpPr>
            <p:cNvPr id="56383" name="直接连接符 111"/>
            <p:cNvCxnSpPr>
              <a:cxnSpLocks noChangeShapeType="1"/>
            </p:cNvCxnSpPr>
            <p:nvPr/>
          </p:nvCxnSpPr>
          <p:spPr bwMode="auto">
            <a:xfrm rot="16200000" flipH="1">
              <a:off x="11300" y="2858"/>
              <a:ext cx="930" cy="93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grpSp>
      <p:sp>
        <p:nvSpPr>
          <p:cNvPr id="113" name="泪滴形 112"/>
          <p:cNvSpPr/>
          <p:nvPr/>
        </p:nvSpPr>
        <p:spPr bwMode="auto">
          <a:xfrm flipH="1">
            <a:off x="4751388"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85" name="TextBox 5"/>
          <p:cNvSpPr txBox="1">
            <a:spLocks noChangeArrowheads="1"/>
          </p:cNvSpPr>
          <p:nvPr/>
        </p:nvSpPr>
        <p:spPr bwMode="auto">
          <a:xfrm flipH="1">
            <a:off x="4751388" y="396557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r>
              <a:rPr lang="en-US" altLang="zh-CN" sz="1200" b="1" baseline="-25000"/>
              <a:t>L</a:t>
            </a:r>
            <a:endParaRPr lang="zh-CN" altLang="en-US" sz="1200" b="1" baseline="-25000"/>
          </a:p>
        </p:txBody>
      </p:sp>
      <p:sp>
        <p:nvSpPr>
          <p:cNvPr id="56386" name="TextBox 114"/>
          <p:cNvSpPr txBox="1">
            <a:spLocks noChangeArrowheads="1"/>
          </p:cNvSpPr>
          <p:nvPr/>
        </p:nvSpPr>
        <p:spPr bwMode="auto">
          <a:xfrm>
            <a:off x="1163638" y="5402263"/>
            <a:ext cx="7354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初始</a:t>
            </a:r>
            <a:r>
              <a:rPr lang="en-US" altLang="zh-CN">
                <a:solidFill>
                  <a:srgbClr val="FF0000"/>
                </a:solidFill>
              </a:rPr>
              <a:t>BST                            </a:t>
            </a:r>
            <a:r>
              <a:rPr lang="zh-CN" altLang="en-US">
                <a:solidFill>
                  <a:srgbClr val="FF0000"/>
                </a:solidFill>
              </a:rPr>
              <a:t>思路一结果                                思路二结果</a:t>
            </a:r>
            <a:endParaRPr lang="zh-CN" altLang="en-US">
              <a:solidFill>
                <a:srgbClr val="FF0000"/>
              </a:solidFill>
            </a:endParaRPr>
          </a:p>
        </p:txBody>
      </p:sp>
      <p:sp>
        <p:nvSpPr>
          <p:cNvPr id="116" name="矩形 115"/>
          <p:cNvSpPr/>
          <p:nvPr/>
        </p:nvSpPr>
        <p:spPr>
          <a:xfrm>
            <a:off x="3495672" y="5940432"/>
            <a:ext cx="4354077" cy="646331"/>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两种思路哪种更好？</a:t>
            </a:r>
            <a:endPar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bldLst>
      <p:bldP spid="56385"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smtClean="0"/>
              <a:t>复杂性分析</a:t>
            </a:r>
            <a:endParaRPr lang="zh-CN" altLang="en-US" smtClean="0"/>
          </a:p>
        </p:txBody>
      </p:sp>
      <p:sp>
        <p:nvSpPr>
          <p:cNvPr id="57347" name="Rectangle 3"/>
          <p:cNvSpPr>
            <a:spLocks noGrp="1" noChangeArrowheads="1"/>
          </p:cNvSpPr>
          <p:nvPr>
            <p:ph idx="1"/>
          </p:nvPr>
        </p:nvSpPr>
        <p:spPr/>
        <p:txBody>
          <a:bodyPr/>
          <a:lstStyle/>
          <a:p>
            <a:r>
              <a:rPr lang="zh-CN" altLang="en-US" smtClean="0"/>
              <a:t>搜索、插入、删除的复杂性为</a:t>
            </a:r>
            <a:r>
              <a:rPr lang="en-US" altLang="zh-CN" smtClean="0"/>
              <a:t>O(h)</a:t>
            </a:r>
            <a:endParaRPr lang="en-US" altLang="zh-CN" smtClean="0"/>
          </a:p>
          <a:p>
            <a:r>
              <a:rPr lang="zh-CN" altLang="en-US" smtClean="0"/>
              <a:t>二叉搜索树的高度</a:t>
            </a:r>
            <a:r>
              <a:rPr lang="en-US" altLang="zh-CN" smtClean="0"/>
              <a:t>h</a:t>
            </a:r>
            <a:r>
              <a:rPr lang="zh-CN" altLang="en-US" smtClean="0"/>
              <a:t>，</a:t>
            </a:r>
            <a:r>
              <a:rPr lang="zh-CN" altLang="en-US" smtClean="0">
                <a:solidFill>
                  <a:schemeClr val="accent2"/>
                </a:solidFill>
              </a:rPr>
              <a:t>最坏情况为</a:t>
            </a:r>
            <a:r>
              <a:rPr lang="en-US" altLang="zh-CN" smtClean="0">
                <a:solidFill>
                  <a:schemeClr val="accent2"/>
                </a:solidFill>
              </a:rPr>
              <a:t>n</a:t>
            </a:r>
            <a:endParaRPr lang="zh-CN" altLang="en-US" smtClean="0">
              <a:solidFill>
                <a:schemeClr val="accent2"/>
              </a:solidFill>
            </a:endParaRPr>
          </a:p>
          <a:p>
            <a:r>
              <a:rPr lang="zh-CN" altLang="en-US" smtClean="0"/>
              <a:t>可证明，若搜索、插入、删除是随机的，</a:t>
            </a:r>
            <a:r>
              <a:rPr lang="zh-CN" altLang="en-US" smtClean="0">
                <a:solidFill>
                  <a:schemeClr val="accent2"/>
                </a:solidFill>
              </a:rPr>
              <a:t>平均情况为</a:t>
            </a:r>
            <a:r>
              <a:rPr lang="en-US" altLang="zh-CN" smtClean="0">
                <a:solidFill>
                  <a:schemeClr val="accent2"/>
                </a:solidFill>
              </a:rPr>
              <a:t>O(logn)</a:t>
            </a:r>
            <a:endParaRPr lang="en-US" altLang="zh-CN" smtClean="0">
              <a:solidFill>
                <a:schemeClr val="accent2"/>
              </a:solidFill>
            </a:endParaRPr>
          </a:p>
          <a:p>
            <a:r>
              <a:rPr lang="zh-CN" altLang="en-US" smtClean="0"/>
              <a:t>而升序输出为</a:t>
            </a:r>
            <a:r>
              <a:rPr lang="en-US" altLang="zh-CN" smtClean="0"/>
              <a:t>O(n)</a:t>
            </a:r>
            <a:endParaRPr lang="en-US" altLang="zh-CN" smtClean="0"/>
          </a:p>
        </p:txBody>
      </p:sp>
      <p:sp>
        <p:nvSpPr>
          <p:cNvPr id="573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99E8AAE-579F-46A4-BC79-235B3A0869E4}"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smtClean="0"/>
              <a:t>动机</a:t>
            </a:r>
            <a:endParaRPr lang="zh-CN" altLang="en-US" smtClean="0"/>
          </a:p>
        </p:txBody>
      </p:sp>
      <p:sp>
        <p:nvSpPr>
          <p:cNvPr id="59395" name="内容占位符 2"/>
          <p:cNvSpPr>
            <a:spLocks noGrp="1"/>
          </p:cNvSpPr>
          <p:nvPr>
            <p:ph idx="1"/>
          </p:nvPr>
        </p:nvSpPr>
        <p:spPr>
          <a:xfrm>
            <a:off x="628650" y="3908789"/>
            <a:ext cx="7886700" cy="2268174"/>
          </a:xfrm>
        </p:spPr>
        <p:txBody>
          <a:bodyPr/>
          <a:lstStyle/>
          <a:p>
            <a:pPr>
              <a:buFontTx/>
              <a:buNone/>
            </a:pPr>
            <a:r>
              <a:rPr lang="en-US" altLang="zh-CN" dirty="0" smtClean="0">
                <a:solidFill>
                  <a:srgbClr val="FF0000"/>
                </a:solidFill>
              </a:rPr>
              <a:t>ASL=14/6                                                  ASL=21/6</a:t>
            </a:r>
            <a:endParaRPr lang="en-US" altLang="zh-CN" dirty="0" smtClean="0">
              <a:solidFill>
                <a:srgbClr val="FF0000"/>
              </a:solidFill>
            </a:endParaRPr>
          </a:p>
          <a:p>
            <a:pPr>
              <a:buFontTx/>
              <a:buNone/>
            </a:pPr>
            <a:endParaRPr lang="en-US" altLang="zh-CN" dirty="0" smtClean="0"/>
          </a:p>
          <a:p>
            <a:pPr algn="ctr">
              <a:buFontTx/>
              <a:buNone/>
            </a:pPr>
            <a:r>
              <a:rPr lang="zh-CN" altLang="en-US" dirty="0" smtClean="0"/>
              <a:t>直观感受：</a:t>
            </a:r>
            <a:r>
              <a:rPr lang="en-US" altLang="zh-CN" dirty="0" smtClean="0"/>
              <a:t>BST</a:t>
            </a:r>
            <a:r>
              <a:rPr lang="zh-CN" altLang="en-US" dirty="0" smtClean="0"/>
              <a:t>越扁平越好！</a:t>
            </a:r>
            <a:endParaRPr lang="zh-CN" altLang="en-US" dirty="0" smtClean="0"/>
          </a:p>
        </p:txBody>
      </p:sp>
      <p:sp>
        <p:nvSpPr>
          <p:cNvPr id="593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62ACF8B-6F61-4765-A1DC-2526BEB5DC9D}" type="slidenum">
              <a:rPr lang="en-US" altLang="en-US">
                <a:solidFill>
                  <a:srgbClr val="4B4B4B"/>
                </a:solidFill>
              </a:rPr>
            </a:fld>
            <a:endParaRPr lang="en-US" altLang="en-US">
              <a:solidFill>
                <a:srgbClr val="4B4B4B"/>
              </a:solidFill>
            </a:endParaRPr>
          </a:p>
        </p:txBody>
      </p:sp>
      <p:grpSp>
        <p:nvGrpSpPr>
          <p:cNvPr id="59397" name="组合 6"/>
          <p:cNvGrpSpPr/>
          <p:nvPr/>
        </p:nvGrpSpPr>
        <p:grpSpPr bwMode="auto">
          <a:xfrm>
            <a:off x="1881188" y="1635125"/>
            <a:ext cx="358775" cy="360363"/>
            <a:chOff x="1343016" y="1455730"/>
            <a:chExt cx="358776" cy="360000"/>
          </a:xfrm>
        </p:grpSpPr>
        <p:sp>
          <p:nvSpPr>
            <p:cNvPr id="59441"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42"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59398" name="组合 7"/>
          <p:cNvGrpSpPr/>
          <p:nvPr/>
        </p:nvGrpSpPr>
        <p:grpSpPr bwMode="auto">
          <a:xfrm>
            <a:off x="1343025" y="2171700"/>
            <a:ext cx="358775" cy="360363"/>
            <a:chOff x="1343016" y="1455729"/>
            <a:chExt cx="358776" cy="360000"/>
          </a:xfrm>
        </p:grpSpPr>
        <p:sp>
          <p:nvSpPr>
            <p:cNvPr id="59439"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40"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59399" name="组合 10"/>
          <p:cNvGrpSpPr/>
          <p:nvPr/>
        </p:nvGrpSpPr>
        <p:grpSpPr bwMode="auto">
          <a:xfrm>
            <a:off x="2419350" y="2173288"/>
            <a:ext cx="358775" cy="360362"/>
            <a:chOff x="1343016" y="1455729"/>
            <a:chExt cx="358776" cy="360000"/>
          </a:xfrm>
        </p:grpSpPr>
        <p:sp>
          <p:nvSpPr>
            <p:cNvPr id="59437"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8"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59400" name="组合 13"/>
          <p:cNvGrpSpPr/>
          <p:nvPr/>
        </p:nvGrpSpPr>
        <p:grpSpPr bwMode="auto">
          <a:xfrm>
            <a:off x="804863" y="2709863"/>
            <a:ext cx="358775" cy="360362"/>
            <a:chOff x="1343016" y="1455730"/>
            <a:chExt cx="358776" cy="358778"/>
          </a:xfrm>
        </p:grpSpPr>
        <p:sp>
          <p:nvSpPr>
            <p:cNvPr id="59435"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6"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59401" name="组合 19"/>
          <p:cNvGrpSpPr/>
          <p:nvPr/>
        </p:nvGrpSpPr>
        <p:grpSpPr bwMode="auto">
          <a:xfrm>
            <a:off x="2778125" y="2711450"/>
            <a:ext cx="720725" cy="360363"/>
            <a:chOff x="1163628" y="1455730"/>
            <a:chExt cx="720000" cy="360000"/>
          </a:xfrm>
        </p:grpSpPr>
        <p:sp>
          <p:nvSpPr>
            <p:cNvPr id="59433"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4"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59402" name="组合 31"/>
          <p:cNvGrpSpPr/>
          <p:nvPr/>
        </p:nvGrpSpPr>
        <p:grpSpPr bwMode="auto">
          <a:xfrm>
            <a:off x="1881188" y="2709863"/>
            <a:ext cx="358775" cy="360362"/>
            <a:chOff x="1343016" y="1455729"/>
            <a:chExt cx="358776" cy="358779"/>
          </a:xfrm>
        </p:grpSpPr>
        <p:sp>
          <p:nvSpPr>
            <p:cNvPr id="59431"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2"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59403" name="直接连接符 35"/>
          <p:cNvCxnSpPr>
            <a:cxnSpLocks noChangeShapeType="1"/>
            <a:stCxn id="59442" idx="2"/>
            <a:endCxn id="59440" idx="3"/>
          </p:cNvCxnSpPr>
          <p:nvPr/>
        </p:nvCxnSpPr>
        <p:spPr bwMode="auto">
          <a:xfrm rot="5400000">
            <a:off x="1702594"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04" name="直接连接符 40"/>
          <p:cNvCxnSpPr>
            <a:cxnSpLocks noChangeShapeType="1"/>
            <a:stCxn id="59440" idx="2"/>
            <a:endCxn id="59436" idx="3"/>
          </p:cNvCxnSpPr>
          <p:nvPr/>
        </p:nvCxnSpPr>
        <p:spPr bwMode="auto">
          <a:xfrm rot="5400000">
            <a:off x="1163638"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05" name="直接连接符 43"/>
          <p:cNvCxnSpPr>
            <a:cxnSpLocks noChangeShapeType="1"/>
            <a:stCxn id="59442" idx="2"/>
            <a:endCxn id="59438" idx="1"/>
          </p:cNvCxnSpPr>
          <p:nvPr/>
        </p:nvCxnSpPr>
        <p:spPr bwMode="auto">
          <a:xfrm rot="16200000" flipH="1">
            <a:off x="2061369"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06" name="直接连接符 46"/>
          <p:cNvCxnSpPr>
            <a:cxnSpLocks noChangeShapeType="1"/>
            <a:stCxn id="59438" idx="2"/>
          </p:cNvCxnSpPr>
          <p:nvPr/>
        </p:nvCxnSpPr>
        <p:spPr bwMode="auto">
          <a:xfrm rot="16200000" flipH="1">
            <a:off x="2599532" y="253285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07" name="直接连接符 64"/>
          <p:cNvCxnSpPr>
            <a:cxnSpLocks noChangeShapeType="1"/>
          </p:cNvCxnSpPr>
          <p:nvPr/>
        </p:nvCxnSpPr>
        <p:spPr bwMode="auto">
          <a:xfrm rot="5400000">
            <a:off x="2239963"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9408" name="组合 6"/>
          <p:cNvGrpSpPr/>
          <p:nvPr/>
        </p:nvGrpSpPr>
        <p:grpSpPr bwMode="auto">
          <a:xfrm>
            <a:off x="4748213" y="379413"/>
            <a:ext cx="358775" cy="360362"/>
            <a:chOff x="1343016" y="1455729"/>
            <a:chExt cx="358776" cy="360001"/>
          </a:xfrm>
        </p:grpSpPr>
        <p:sp>
          <p:nvSpPr>
            <p:cNvPr id="59429"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0" name="TextBox 5"/>
            <p:cNvSpPr txBox="1">
              <a:spLocks noChangeArrowheads="1"/>
            </p:cNvSpPr>
            <p:nvPr/>
          </p:nvSpPr>
          <p:spPr bwMode="auto">
            <a:xfrm>
              <a:off x="1343016" y="1455729"/>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59409" name="组合 34"/>
          <p:cNvGrpSpPr/>
          <p:nvPr/>
        </p:nvGrpSpPr>
        <p:grpSpPr bwMode="auto">
          <a:xfrm>
            <a:off x="5286375" y="917575"/>
            <a:ext cx="358775" cy="360363"/>
            <a:chOff x="1343016" y="1455728"/>
            <a:chExt cx="358776" cy="360001"/>
          </a:xfrm>
        </p:grpSpPr>
        <p:sp>
          <p:nvSpPr>
            <p:cNvPr id="59427" name="椭圆 35"/>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8" name="TextBox 36"/>
            <p:cNvSpPr txBox="1">
              <a:spLocks noChangeArrowheads="1"/>
            </p:cNvSpPr>
            <p:nvPr/>
          </p:nvSpPr>
          <p:spPr bwMode="auto">
            <a:xfrm>
              <a:off x="1343016" y="1455728"/>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59410" name="组合 37"/>
          <p:cNvGrpSpPr/>
          <p:nvPr/>
        </p:nvGrpSpPr>
        <p:grpSpPr bwMode="auto">
          <a:xfrm>
            <a:off x="5645150" y="1455738"/>
            <a:ext cx="720725" cy="360362"/>
            <a:chOff x="1163628" y="1455729"/>
            <a:chExt cx="720000" cy="360001"/>
          </a:xfrm>
        </p:grpSpPr>
        <p:sp>
          <p:nvSpPr>
            <p:cNvPr id="59425" name="椭圆 3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6" name="TextBox 39"/>
            <p:cNvSpPr txBox="1">
              <a:spLocks noChangeArrowheads="1"/>
            </p:cNvSpPr>
            <p:nvPr/>
          </p:nvSpPr>
          <p:spPr bwMode="auto">
            <a:xfrm>
              <a:off x="1163628" y="1455729"/>
              <a:ext cx="720000"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cxnSp>
        <p:nvCxnSpPr>
          <p:cNvPr id="59411" name="直接连接符 43"/>
          <p:cNvCxnSpPr>
            <a:cxnSpLocks noChangeShapeType="1"/>
          </p:cNvCxnSpPr>
          <p:nvPr/>
        </p:nvCxnSpPr>
        <p:spPr bwMode="auto">
          <a:xfrm rot="16200000" flipH="1">
            <a:off x="4928394" y="7389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12" name="直接连接符 46"/>
          <p:cNvCxnSpPr>
            <a:cxnSpLocks noChangeShapeType="1"/>
          </p:cNvCxnSpPr>
          <p:nvPr/>
        </p:nvCxnSpPr>
        <p:spPr bwMode="auto">
          <a:xfrm rot="16200000" flipH="1">
            <a:off x="5466557" y="127714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9413" name="组合 46"/>
          <p:cNvGrpSpPr/>
          <p:nvPr/>
        </p:nvGrpSpPr>
        <p:grpSpPr bwMode="auto">
          <a:xfrm>
            <a:off x="6362700" y="1992313"/>
            <a:ext cx="358775" cy="360362"/>
            <a:chOff x="1343016" y="1455728"/>
            <a:chExt cx="358776" cy="360001"/>
          </a:xfrm>
        </p:grpSpPr>
        <p:sp>
          <p:nvSpPr>
            <p:cNvPr id="59423" name="椭圆 4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4" name="TextBox 48"/>
            <p:cNvSpPr txBox="1">
              <a:spLocks noChangeArrowheads="1"/>
            </p:cNvSpPr>
            <p:nvPr/>
          </p:nvSpPr>
          <p:spPr bwMode="auto">
            <a:xfrm>
              <a:off x="1343016" y="1455728"/>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grpSp>
        <p:nvGrpSpPr>
          <p:cNvPr id="59414" name="组合 49"/>
          <p:cNvGrpSpPr/>
          <p:nvPr/>
        </p:nvGrpSpPr>
        <p:grpSpPr bwMode="auto">
          <a:xfrm>
            <a:off x="6721475" y="2530475"/>
            <a:ext cx="720725" cy="360363"/>
            <a:chOff x="1163628" y="1455729"/>
            <a:chExt cx="720000" cy="360001"/>
          </a:xfrm>
        </p:grpSpPr>
        <p:sp>
          <p:nvSpPr>
            <p:cNvPr id="59421" name="椭圆 5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2" name="TextBox 51"/>
            <p:cNvSpPr txBox="1">
              <a:spLocks noChangeArrowheads="1"/>
            </p:cNvSpPr>
            <p:nvPr/>
          </p:nvSpPr>
          <p:spPr bwMode="auto">
            <a:xfrm>
              <a:off x="1163628" y="1455729"/>
              <a:ext cx="720000"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cxnSp>
        <p:nvCxnSpPr>
          <p:cNvPr id="59415" name="直接连接符 52"/>
          <p:cNvCxnSpPr>
            <a:cxnSpLocks noChangeShapeType="1"/>
          </p:cNvCxnSpPr>
          <p:nvPr/>
        </p:nvCxnSpPr>
        <p:spPr bwMode="auto">
          <a:xfrm rot="16200000" flipH="1">
            <a:off x="6003925" y="181451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16" name="直接连接符 46"/>
          <p:cNvCxnSpPr>
            <a:cxnSpLocks noChangeShapeType="1"/>
          </p:cNvCxnSpPr>
          <p:nvPr/>
        </p:nvCxnSpPr>
        <p:spPr bwMode="auto">
          <a:xfrm rot="16200000" flipH="1">
            <a:off x="6542882" y="23518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9417" name="组合 54"/>
          <p:cNvGrpSpPr/>
          <p:nvPr/>
        </p:nvGrpSpPr>
        <p:grpSpPr bwMode="auto">
          <a:xfrm>
            <a:off x="7259638" y="3068638"/>
            <a:ext cx="720725" cy="360362"/>
            <a:chOff x="1163628" y="1455730"/>
            <a:chExt cx="720000" cy="360000"/>
          </a:xfrm>
        </p:grpSpPr>
        <p:sp>
          <p:nvSpPr>
            <p:cNvPr id="59419" name="椭圆 55"/>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0" name="TextBox 56"/>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cxnSp>
        <p:nvCxnSpPr>
          <p:cNvPr id="59418" name="直接连接符 46"/>
          <p:cNvCxnSpPr>
            <a:cxnSpLocks noChangeShapeType="1"/>
          </p:cNvCxnSpPr>
          <p:nvPr/>
        </p:nvCxnSpPr>
        <p:spPr bwMode="auto">
          <a:xfrm rot="16200000" flipH="1">
            <a:off x="7081044" y="289004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AVL</a:t>
            </a:r>
            <a:r>
              <a:rPr lang="zh-CN" altLang="en-US"/>
              <a:t>树</a:t>
            </a:r>
            <a:endParaRPr lang="zh-CN" altLang="en-US"/>
          </a:p>
        </p:txBody>
      </p:sp>
      <p:sp>
        <p:nvSpPr>
          <p:cNvPr id="3" name="文本占位符 2"/>
          <p:cNvSpPr>
            <a:spLocks noGrp="1"/>
          </p:cNvSpPr>
          <p:nvPr>
            <p:ph type="body" idx="1"/>
          </p:nvPr>
        </p:nvSpPr>
        <p:spPr/>
        <p:txBody>
          <a:bodyPr/>
          <a:p>
            <a:endParaRPr lang="zh-CN" altLang="en-US"/>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zh-CN" smtClean="0"/>
              <a:t>AVL</a:t>
            </a:r>
            <a:r>
              <a:rPr lang="zh-CN" altLang="en-US" smtClean="0"/>
              <a:t>树</a:t>
            </a:r>
            <a:endParaRPr lang="zh-CN" altLang="en-US" smtClean="0"/>
          </a:p>
        </p:txBody>
      </p:sp>
      <p:sp>
        <p:nvSpPr>
          <p:cNvPr id="60419" name="Rectangle 3"/>
          <p:cNvSpPr>
            <a:spLocks noGrp="1" noChangeArrowheads="1"/>
          </p:cNvSpPr>
          <p:nvPr>
            <p:ph idx="1"/>
          </p:nvPr>
        </p:nvSpPr>
        <p:spPr/>
        <p:txBody>
          <a:bodyPr/>
          <a:lstStyle/>
          <a:p>
            <a:pPr marL="609600" indent="-609600"/>
            <a:r>
              <a:rPr lang="zh-CN" altLang="en-US" smtClean="0"/>
              <a:t>如何提高二叉搜索树的最坏情况？</a:t>
            </a:r>
            <a:endParaRPr lang="zh-CN" altLang="en-US" smtClean="0"/>
          </a:p>
          <a:p>
            <a:pPr marL="609600" indent="-609600"/>
            <a:r>
              <a:rPr lang="zh-CN" altLang="en-US" smtClean="0"/>
              <a:t>树高最坏情况保持在</a:t>
            </a:r>
            <a:r>
              <a:rPr lang="en-US" altLang="zh-CN" smtClean="0"/>
              <a:t>O(logn)</a:t>
            </a:r>
            <a:endParaRPr lang="en-US" altLang="zh-CN" smtClean="0"/>
          </a:p>
          <a:p>
            <a:pPr marL="609600" indent="-609600"/>
            <a:r>
              <a:rPr lang="en-US" altLang="zh-CN" smtClean="0"/>
              <a:t>AVL</a:t>
            </a:r>
            <a:r>
              <a:rPr lang="zh-CN" altLang="en-US" smtClean="0"/>
              <a:t>树</a:t>
            </a:r>
            <a:r>
              <a:rPr lang="en-US" altLang="zh-CN" smtClean="0"/>
              <a:t>——</a:t>
            </a:r>
            <a:r>
              <a:rPr lang="zh-CN" altLang="en-US" smtClean="0"/>
              <a:t>一种平衡树</a:t>
            </a:r>
            <a:endParaRPr lang="zh-CN" altLang="en-US" smtClean="0"/>
          </a:p>
          <a:p>
            <a:pPr marL="609600" indent="-609600"/>
            <a:r>
              <a:rPr lang="en-US" altLang="zh-CN" smtClean="0"/>
              <a:t>1962</a:t>
            </a:r>
            <a:r>
              <a:rPr lang="zh-CN" altLang="en-US" smtClean="0"/>
              <a:t>年，</a:t>
            </a:r>
            <a:r>
              <a:rPr lang="en-US" altLang="zh-CN" smtClean="0">
                <a:solidFill>
                  <a:schemeClr val="hlink"/>
                </a:solidFill>
              </a:rPr>
              <a:t>A</a:t>
            </a:r>
            <a:r>
              <a:rPr lang="en-US" altLang="zh-CN" smtClean="0"/>
              <a:t>delson-</a:t>
            </a:r>
            <a:r>
              <a:rPr lang="en-US" altLang="zh-CN" smtClean="0">
                <a:solidFill>
                  <a:schemeClr val="hlink"/>
                </a:solidFill>
              </a:rPr>
              <a:t>V</a:t>
            </a:r>
            <a:r>
              <a:rPr lang="en-US" altLang="zh-CN" smtClean="0"/>
              <a:t>elskii</a:t>
            </a:r>
            <a:r>
              <a:rPr lang="zh-CN" altLang="en-US" smtClean="0"/>
              <a:t>和</a:t>
            </a:r>
            <a:r>
              <a:rPr lang="en-US" altLang="zh-CN" smtClean="0">
                <a:solidFill>
                  <a:schemeClr val="hlink"/>
                </a:solidFill>
              </a:rPr>
              <a:t>L</a:t>
            </a:r>
            <a:r>
              <a:rPr lang="en-US" altLang="zh-CN" smtClean="0"/>
              <a:t>andis</a:t>
            </a:r>
            <a:endParaRPr lang="en-US" altLang="zh-CN" smtClean="0"/>
          </a:p>
        </p:txBody>
      </p:sp>
      <p:sp>
        <p:nvSpPr>
          <p:cNvPr id="604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7E4C06E-ADA8-4D77-A100-2AF3046F176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smtClean="0"/>
              <a:t>定义</a:t>
            </a:r>
            <a:endParaRPr lang="zh-CN" altLang="en-US" smtClean="0"/>
          </a:p>
        </p:txBody>
      </p:sp>
      <p:sp>
        <p:nvSpPr>
          <p:cNvPr id="61443" name="Rectangle 3"/>
          <p:cNvSpPr>
            <a:spLocks noGrp="1" noChangeArrowheads="1"/>
          </p:cNvSpPr>
          <p:nvPr>
            <p:ph idx="1"/>
          </p:nvPr>
        </p:nvSpPr>
        <p:spPr/>
        <p:txBody>
          <a:bodyPr/>
          <a:lstStyle/>
          <a:p>
            <a:pPr marL="609600" indent="-609600"/>
            <a:r>
              <a:rPr lang="zh-CN" altLang="en-US" smtClean="0"/>
              <a:t>空二叉树是</a:t>
            </a:r>
            <a:r>
              <a:rPr lang="en-US" altLang="zh-CN" smtClean="0">
                <a:solidFill>
                  <a:schemeClr val="accent2"/>
                </a:solidFill>
              </a:rPr>
              <a:t>AVL</a:t>
            </a:r>
            <a:r>
              <a:rPr lang="zh-CN" altLang="en-US" smtClean="0">
                <a:solidFill>
                  <a:schemeClr val="accent2"/>
                </a:solidFill>
              </a:rPr>
              <a:t>树</a:t>
            </a:r>
            <a:r>
              <a:rPr lang="zh-CN" altLang="en-US" smtClean="0"/>
              <a:t>；</a:t>
            </a:r>
            <a:br>
              <a:rPr lang="zh-CN" altLang="en-US" smtClean="0"/>
            </a:br>
            <a:r>
              <a:rPr lang="zh-CN" altLang="en-US" smtClean="0"/>
              <a:t>如果</a:t>
            </a:r>
            <a:r>
              <a:rPr lang="en-US" altLang="zh-CN" smtClean="0"/>
              <a:t>T</a:t>
            </a:r>
            <a:r>
              <a:rPr lang="zh-CN" altLang="en-US" smtClean="0"/>
              <a:t>是一棵非空的二叉树，</a:t>
            </a:r>
            <a:br>
              <a:rPr lang="zh-CN" altLang="en-US" smtClean="0"/>
            </a:br>
            <a:r>
              <a:rPr lang="en-US" altLang="zh-CN" i="1" smtClean="0"/>
              <a:t>T</a:t>
            </a:r>
            <a:r>
              <a:rPr lang="en-US" altLang="zh-CN" i="1" baseline="-25000" smtClean="0"/>
              <a:t>L</a:t>
            </a:r>
            <a:r>
              <a:rPr lang="zh-CN" altLang="en-US" smtClean="0"/>
              <a:t>和</a:t>
            </a:r>
            <a:r>
              <a:rPr lang="en-US" altLang="zh-CN" i="1" smtClean="0"/>
              <a:t>T</a:t>
            </a:r>
            <a:r>
              <a:rPr lang="en-US" altLang="zh-CN" i="1" baseline="-25000" smtClean="0"/>
              <a:t>R</a:t>
            </a:r>
            <a:r>
              <a:rPr lang="zh-CN" altLang="en-US" smtClean="0"/>
              <a:t>分别是其左子树和右子树，</a:t>
            </a:r>
            <a:br>
              <a:rPr lang="zh-CN" altLang="en-US" smtClean="0"/>
            </a:br>
            <a:r>
              <a:rPr lang="zh-CN" altLang="en-US" smtClean="0"/>
              <a:t>那么满足以下条件，</a:t>
            </a:r>
            <a:r>
              <a:rPr lang="en-US" altLang="zh-CN" i="1" smtClean="0"/>
              <a:t>T</a:t>
            </a:r>
            <a:r>
              <a:rPr lang="zh-CN" altLang="en-US" smtClean="0"/>
              <a:t>是一棵</a:t>
            </a:r>
            <a:r>
              <a:rPr lang="en-US" altLang="zh-CN" smtClean="0"/>
              <a:t>AVL</a:t>
            </a:r>
            <a:r>
              <a:rPr lang="zh-CN" altLang="en-US" smtClean="0"/>
              <a:t>树：</a:t>
            </a:r>
            <a:endParaRPr lang="zh-CN" altLang="en-US" smtClean="0"/>
          </a:p>
          <a:p>
            <a:pPr marL="990600" lvl="1" indent="-533400">
              <a:buFont typeface="Wingdings" panose="05000000000000000000" pitchFamily="2" charset="2"/>
              <a:buAutoNum type="arabicParenR"/>
            </a:pPr>
            <a:r>
              <a:rPr lang="en-US" altLang="zh-CN" i="1" smtClean="0"/>
              <a:t>T</a:t>
            </a:r>
            <a:r>
              <a:rPr lang="en-US" altLang="zh-CN" i="1" baseline="-25000" smtClean="0"/>
              <a:t>L</a:t>
            </a:r>
            <a:r>
              <a:rPr lang="zh-CN" altLang="en-US" smtClean="0"/>
              <a:t>和</a:t>
            </a:r>
            <a:r>
              <a:rPr lang="en-US" altLang="zh-CN" i="1" smtClean="0"/>
              <a:t>T</a:t>
            </a:r>
            <a:r>
              <a:rPr lang="en-US" altLang="zh-CN" i="1" baseline="-25000" smtClean="0"/>
              <a:t>R</a:t>
            </a:r>
            <a:r>
              <a:rPr lang="zh-CN" altLang="en-US" smtClean="0"/>
              <a:t>是</a:t>
            </a:r>
            <a:r>
              <a:rPr lang="en-US" altLang="zh-CN" smtClean="0"/>
              <a:t>AVL</a:t>
            </a:r>
            <a:r>
              <a:rPr lang="zh-CN" altLang="en-US" smtClean="0"/>
              <a:t>树</a:t>
            </a:r>
            <a:endParaRPr lang="zh-CN" altLang="en-US" smtClean="0"/>
          </a:p>
          <a:p>
            <a:pPr marL="990600" lvl="1" indent="-533400">
              <a:buFont typeface="Wingdings" panose="05000000000000000000" pitchFamily="2" charset="2"/>
              <a:buAutoNum type="arabicParenR"/>
            </a:pPr>
            <a:r>
              <a:rPr lang="en-US" altLang="zh-CN" smtClean="0">
                <a:solidFill>
                  <a:srgbClr val="FF0000"/>
                </a:solidFill>
              </a:rPr>
              <a:t>|</a:t>
            </a:r>
            <a:r>
              <a:rPr lang="en-US" altLang="zh-CN" i="1" smtClean="0">
                <a:solidFill>
                  <a:srgbClr val="FF0000"/>
                </a:solidFill>
              </a:rPr>
              <a:t>h</a:t>
            </a:r>
            <a:r>
              <a:rPr lang="en-US" altLang="zh-CN" i="1" baseline="-25000" smtClean="0">
                <a:solidFill>
                  <a:srgbClr val="FF0000"/>
                </a:solidFill>
              </a:rPr>
              <a:t>L</a:t>
            </a:r>
            <a:r>
              <a:rPr lang="en-US" altLang="zh-CN" i="1" smtClean="0">
                <a:solidFill>
                  <a:srgbClr val="FF0000"/>
                </a:solidFill>
              </a:rPr>
              <a:t>-h</a:t>
            </a:r>
            <a:r>
              <a:rPr lang="en-US" altLang="zh-CN" i="1" baseline="-25000" smtClean="0">
                <a:solidFill>
                  <a:srgbClr val="FF0000"/>
                </a:solidFill>
              </a:rPr>
              <a:t>R</a:t>
            </a:r>
            <a:r>
              <a:rPr lang="en-US" altLang="zh-CN" smtClean="0">
                <a:solidFill>
                  <a:srgbClr val="FF0000"/>
                </a:solidFill>
              </a:rPr>
              <a:t>|≤1</a:t>
            </a:r>
            <a:r>
              <a:rPr lang="zh-CN" altLang="en-US" smtClean="0">
                <a:solidFill>
                  <a:srgbClr val="FF0000"/>
                </a:solidFill>
              </a:rPr>
              <a:t>，</a:t>
            </a:r>
            <a:r>
              <a:rPr lang="en-US" altLang="zh-CN" i="1" smtClean="0">
                <a:solidFill>
                  <a:srgbClr val="FF0000"/>
                </a:solidFill>
              </a:rPr>
              <a:t>h</a:t>
            </a:r>
            <a:r>
              <a:rPr lang="en-US" altLang="zh-CN" i="1" baseline="-25000" smtClean="0">
                <a:solidFill>
                  <a:srgbClr val="FF0000"/>
                </a:solidFill>
              </a:rPr>
              <a:t>L</a:t>
            </a:r>
            <a:r>
              <a:rPr lang="zh-CN" altLang="en-US" smtClean="0">
                <a:solidFill>
                  <a:srgbClr val="FF0000"/>
                </a:solidFill>
              </a:rPr>
              <a:t>和</a:t>
            </a:r>
            <a:r>
              <a:rPr lang="en-US" altLang="zh-CN" i="1" smtClean="0">
                <a:solidFill>
                  <a:srgbClr val="FF0000"/>
                </a:solidFill>
              </a:rPr>
              <a:t>h</a:t>
            </a:r>
            <a:r>
              <a:rPr lang="en-US" altLang="zh-CN" i="1" baseline="-25000" smtClean="0">
                <a:solidFill>
                  <a:srgbClr val="FF0000"/>
                </a:solidFill>
              </a:rPr>
              <a:t>R</a:t>
            </a:r>
            <a:r>
              <a:rPr lang="zh-CN" altLang="en-US" smtClean="0">
                <a:solidFill>
                  <a:srgbClr val="FF0000"/>
                </a:solidFill>
              </a:rPr>
              <a:t>分别是左子树和右子树的高度</a:t>
            </a:r>
            <a:endParaRPr lang="zh-CN" altLang="en-US" smtClean="0">
              <a:solidFill>
                <a:srgbClr val="FF0000"/>
              </a:solidFill>
            </a:endParaRPr>
          </a:p>
          <a:p>
            <a:pPr marL="609600" indent="-609600"/>
            <a:r>
              <a:rPr lang="en-US" altLang="zh-CN" smtClean="0"/>
              <a:t>AVL</a:t>
            </a:r>
            <a:r>
              <a:rPr lang="zh-CN" altLang="en-US" smtClean="0"/>
              <a:t>搜索树</a:t>
            </a:r>
            <a:endParaRPr lang="zh-CN" altLang="en-US" smtClean="0"/>
          </a:p>
        </p:txBody>
      </p:sp>
      <p:sp>
        <p:nvSpPr>
          <p:cNvPr id="614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36F6BFD-18A8-4E34-A234-4DEC6A46D641}"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zh-CN" smtClean="0"/>
              <a:t>AVL</a:t>
            </a:r>
            <a:r>
              <a:rPr lang="zh-CN" altLang="en-US" smtClean="0"/>
              <a:t>树例</a:t>
            </a:r>
            <a:endParaRPr lang="zh-CN" altLang="en-US" smtClean="0"/>
          </a:p>
        </p:txBody>
      </p:sp>
      <p:sp>
        <p:nvSpPr>
          <p:cNvPr id="6247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90511B-9A89-402B-A86F-2EEA3EF97E2D}" type="slidenum">
              <a:rPr lang="en-US" altLang="en-US">
                <a:solidFill>
                  <a:srgbClr val="4B4B4B"/>
                </a:solidFill>
              </a:rPr>
            </a:fld>
            <a:endParaRPr lang="en-US" altLang="en-US">
              <a:solidFill>
                <a:srgbClr val="4B4B4B"/>
              </a:solidFill>
            </a:endParaRPr>
          </a:p>
        </p:txBody>
      </p:sp>
      <p:pic>
        <p:nvPicPr>
          <p:cNvPr id="62467" name="Picture 4" descr="bst"/>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0" y="3239135"/>
            <a:ext cx="8342313"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Text Box 6"/>
          <p:cNvSpPr txBox="1">
            <a:spLocks noChangeArrowheads="1"/>
          </p:cNvSpPr>
          <p:nvPr/>
        </p:nvSpPr>
        <p:spPr bwMode="ltGray">
          <a:xfrm>
            <a:off x="5429885" y="5724525"/>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不是</a:t>
            </a:r>
            <a:endParaRPr lang="zh-CN" altLang="en-US">
              <a:solidFill>
                <a:schemeClr val="hlink"/>
              </a:solidFill>
            </a:endParaRPr>
          </a:p>
        </p:txBody>
      </p:sp>
      <p:sp>
        <p:nvSpPr>
          <p:cNvPr id="62470" name="Line 7"/>
          <p:cNvSpPr>
            <a:spLocks noChangeShapeType="1"/>
          </p:cNvSpPr>
          <p:nvPr/>
        </p:nvSpPr>
        <p:spPr bwMode="ltGray">
          <a:xfrm flipV="1">
            <a:off x="5963285" y="5191125"/>
            <a:ext cx="685800" cy="7620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zh-CN" smtClean="0"/>
              <a:t>AVL</a:t>
            </a:r>
            <a:r>
              <a:rPr lang="zh-CN" altLang="en-US" smtClean="0"/>
              <a:t>树的特性</a:t>
            </a:r>
            <a:endParaRPr lang="zh-CN" altLang="en-US" smtClean="0"/>
          </a:p>
        </p:txBody>
      </p:sp>
      <p:sp>
        <p:nvSpPr>
          <p:cNvPr id="63491" name="Rectangle 3"/>
          <p:cNvSpPr>
            <a:spLocks noGrp="1" noChangeArrowheads="1"/>
          </p:cNvSpPr>
          <p:nvPr>
            <p:ph idx="1"/>
          </p:nvPr>
        </p:nvSpPr>
        <p:spPr/>
        <p:txBody>
          <a:bodyPr>
            <a:normAutofit fontScale="92500" lnSpcReduction="10000"/>
          </a:bodyPr>
          <a:lstStyle/>
          <a:p>
            <a:pPr marL="533400" indent="-533400">
              <a:buFont typeface="Wingdings" panose="05000000000000000000" pitchFamily="2" charset="2"/>
              <a:buAutoNum type="arabicPeriod"/>
            </a:pPr>
            <a:r>
              <a:rPr lang="en-US" altLang="zh-CN" dirty="0" smtClean="0"/>
              <a:t>n</a:t>
            </a:r>
            <a:r>
              <a:rPr lang="zh-CN" altLang="en-US" dirty="0" smtClean="0"/>
              <a:t>个元素（节点）的</a:t>
            </a:r>
            <a:r>
              <a:rPr lang="en-US" altLang="zh-CN" dirty="0" smtClean="0"/>
              <a:t>AVL</a:t>
            </a:r>
            <a:r>
              <a:rPr lang="zh-CN" altLang="en-US" dirty="0" smtClean="0"/>
              <a:t>树的高度是</a:t>
            </a:r>
            <a:r>
              <a:rPr lang="en-US" altLang="zh-CN" dirty="0" smtClean="0"/>
              <a:t>O(</a:t>
            </a:r>
            <a:r>
              <a:rPr lang="en-US" altLang="zh-CN" dirty="0" err="1" smtClean="0"/>
              <a:t>logn</a:t>
            </a:r>
            <a:r>
              <a:rPr lang="en-US" altLang="zh-CN" dirty="0" smtClean="0"/>
              <a:t>)</a:t>
            </a:r>
            <a:endParaRPr lang="en-US" altLang="zh-CN" dirty="0" smtClean="0"/>
          </a:p>
          <a:p>
            <a:pPr marL="533400" indent="-533400">
              <a:buFont typeface="Wingdings" panose="05000000000000000000" pitchFamily="2" charset="2"/>
              <a:buAutoNum type="arabicPeriod"/>
            </a:pPr>
            <a:r>
              <a:rPr lang="zh-CN" altLang="en-US" dirty="0" smtClean="0"/>
              <a:t>对于每一个</a:t>
            </a:r>
            <a:r>
              <a:rPr lang="en-US" altLang="zh-CN" i="1" dirty="0" smtClean="0"/>
              <a:t>n</a:t>
            </a:r>
            <a:r>
              <a:rPr lang="zh-CN" altLang="en-US" dirty="0" smtClean="0"/>
              <a:t>（</a:t>
            </a:r>
            <a:r>
              <a:rPr lang="en-US" altLang="zh-CN" i="1" dirty="0" smtClean="0"/>
              <a:t>n</a:t>
            </a:r>
            <a:r>
              <a:rPr lang="en-US" altLang="zh-CN" dirty="0" smtClean="0"/>
              <a:t>≥0</a:t>
            </a:r>
            <a:r>
              <a:rPr lang="zh-CN" altLang="en-US" dirty="0" smtClean="0"/>
              <a:t>）值，都存在一棵</a:t>
            </a:r>
            <a:r>
              <a:rPr lang="en-US" altLang="zh-CN" dirty="0" smtClean="0"/>
              <a:t>AVL</a:t>
            </a:r>
            <a:r>
              <a:rPr lang="zh-CN" altLang="en-US" dirty="0" smtClean="0"/>
              <a:t>树（保证任何时刻，插入操作都是可完成的）</a:t>
            </a:r>
            <a:endParaRPr lang="zh-CN" altLang="en-US" dirty="0" smtClean="0"/>
          </a:p>
          <a:p>
            <a:pPr marL="533400" indent="-533400">
              <a:buFont typeface="Wingdings" panose="05000000000000000000" pitchFamily="2" charset="2"/>
              <a:buAutoNum type="arabicPeriod"/>
            </a:pPr>
            <a:r>
              <a:rPr lang="zh-CN" altLang="en-US" dirty="0" smtClean="0"/>
              <a:t>一棵</a:t>
            </a:r>
            <a:r>
              <a:rPr lang="en-US" altLang="zh-CN" i="1" dirty="0" smtClean="0"/>
              <a:t>n</a:t>
            </a:r>
            <a:r>
              <a:rPr lang="zh-CN" altLang="en-US" dirty="0" smtClean="0"/>
              <a:t>元素的</a:t>
            </a:r>
            <a:r>
              <a:rPr lang="en-US" altLang="zh-CN" dirty="0" smtClean="0"/>
              <a:t>AVL</a:t>
            </a:r>
            <a:r>
              <a:rPr lang="zh-CN" altLang="en-US" dirty="0" smtClean="0"/>
              <a:t>搜索树能在</a:t>
            </a:r>
            <a:r>
              <a:rPr lang="en-US" altLang="zh-CN" dirty="0" smtClean="0"/>
              <a:t>O(</a:t>
            </a:r>
            <a:r>
              <a:rPr lang="zh-CN" altLang="en-US" dirty="0" smtClean="0"/>
              <a:t>高度</a:t>
            </a:r>
            <a:r>
              <a:rPr lang="en-US" altLang="zh-CN" dirty="0" smtClean="0"/>
              <a:t>)=O(</a:t>
            </a:r>
            <a:r>
              <a:rPr lang="en-US" altLang="zh-CN" dirty="0" err="1" smtClean="0"/>
              <a:t>log</a:t>
            </a:r>
            <a:r>
              <a:rPr lang="en-US" altLang="zh-CN" i="1" dirty="0" err="1" smtClean="0"/>
              <a:t>n</a:t>
            </a:r>
            <a:r>
              <a:rPr lang="en-US" altLang="zh-CN" dirty="0" smtClean="0"/>
              <a:t>)</a:t>
            </a:r>
            <a:r>
              <a:rPr lang="zh-CN" altLang="en-US" dirty="0" smtClean="0"/>
              <a:t>的时间内完成搜索。</a:t>
            </a:r>
            <a:endParaRPr lang="en-US" altLang="zh-CN" dirty="0" smtClean="0"/>
          </a:p>
          <a:p>
            <a:pPr marL="609600" indent="-609600">
              <a:buFont typeface="Wingdings" panose="05000000000000000000" pitchFamily="2" charset="2"/>
              <a:buAutoNum type="arabicPeriod" startAt="4"/>
            </a:pPr>
            <a:r>
              <a:rPr lang="zh-CN" altLang="en-US" dirty="0"/>
              <a:t>将一个新元素插入到一棵</a:t>
            </a:r>
            <a:r>
              <a:rPr lang="en-US" altLang="zh-CN" i="1" dirty="0"/>
              <a:t>n</a:t>
            </a:r>
            <a:r>
              <a:rPr lang="zh-CN" altLang="en-US" dirty="0"/>
              <a:t>元素的</a:t>
            </a:r>
            <a:r>
              <a:rPr lang="en-US" altLang="zh-CN" dirty="0"/>
              <a:t>AVL</a:t>
            </a:r>
            <a:r>
              <a:rPr lang="zh-CN" altLang="en-US" dirty="0"/>
              <a:t>搜索树中，可得到一棵</a:t>
            </a:r>
            <a:r>
              <a:rPr lang="en-US" altLang="zh-CN" i="1" dirty="0"/>
              <a:t>n</a:t>
            </a:r>
            <a:r>
              <a:rPr lang="en-US" altLang="zh-CN" dirty="0"/>
              <a:t>+1</a:t>
            </a:r>
            <a:r>
              <a:rPr lang="zh-CN" altLang="en-US" dirty="0"/>
              <a:t>元素的</a:t>
            </a:r>
            <a:r>
              <a:rPr lang="en-US" altLang="zh-CN" dirty="0"/>
              <a:t>AVL</a:t>
            </a:r>
            <a:r>
              <a:rPr lang="zh-CN" altLang="en-US" dirty="0"/>
              <a:t>树，这种插入过程可以在</a:t>
            </a:r>
            <a:r>
              <a:rPr lang="en-US" altLang="zh-CN" dirty="0"/>
              <a:t>O(</a:t>
            </a:r>
            <a:r>
              <a:rPr lang="en-US" altLang="zh-CN" dirty="0" err="1"/>
              <a:t>log</a:t>
            </a:r>
            <a:r>
              <a:rPr lang="en-US" altLang="zh-CN" i="1" dirty="0" err="1"/>
              <a:t>n</a:t>
            </a:r>
            <a:r>
              <a:rPr lang="en-US" altLang="zh-CN" dirty="0"/>
              <a:t>)</a:t>
            </a:r>
            <a:r>
              <a:rPr lang="zh-CN" altLang="en-US" dirty="0"/>
              <a:t>时间内完成</a:t>
            </a:r>
            <a:endParaRPr lang="zh-CN" altLang="en-US" dirty="0"/>
          </a:p>
          <a:p>
            <a:pPr marL="609600" indent="-609600">
              <a:buFont typeface="Wingdings" panose="05000000000000000000" pitchFamily="2" charset="2"/>
              <a:buAutoNum type="arabicPeriod" startAt="4"/>
            </a:pPr>
            <a:r>
              <a:rPr lang="zh-CN" altLang="en-US" dirty="0"/>
              <a:t>从一棵</a:t>
            </a:r>
            <a:r>
              <a:rPr lang="en-US" altLang="zh-CN" i="1" dirty="0"/>
              <a:t>n</a:t>
            </a:r>
            <a:r>
              <a:rPr lang="zh-CN" altLang="en-US" dirty="0"/>
              <a:t>元素的</a:t>
            </a:r>
            <a:r>
              <a:rPr lang="en-US" altLang="zh-CN" dirty="0"/>
              <a:t>AVL</a:t>
            </a:r>
            <a:r>
              <a:rPr lang="zh-CN" altLang="en-US" dirty="0"/>
              <a:t>搜索树中删除一个元素，可得到一棵</a:t>
            </a:r>
            <a:r>
              <a:rPr lang="en-US" altLang="zh-CN" i="1" dirty="0"/>
              <a:t>n</a:t>
            </a:r>
            <a:r>
              <a:rPr lang="en-US" altLang="zh-CN" dirty="0"/>
              <a:t>-1</a:t>
            </a:r>
            <a:r>
              <a:rPr lang="zh-CN" altLang="en-US" dirty="0"/>
              <a:t>元素的</a:t>
            </a:r>
            <a:r>
              <a:rPr lang="en-US" altLang="zh-CN" dirty="0"/>
              <a:t>AVL</a:t>
            </a:r>
            <a:r>
              <a:rPr lang="zh-CN" altLang="en-US" dirty="0"/>
              <a:t>树，这种删除过程可以在</a:t>
            </a:r>
            <a:r>
              <a:rPr lang="en-US" altLang="zh-CN" dirty="0"/>
              <a:t>O(</a:t>
            </a:r>
            <a:r>
              <a:rPr lang="en-US" altLang="zh-CN" dirty="0" err="1"/>
              <a:t>log</a:t>
            </a:r>
            <a:r>
              <a:rPr lang="en-US" altLang="zh-CN" i="1" dirty="0" err="1"/>
              <a:t>n</a:t>
            </a:r>
            <a:r>
              <a:rPr lang="en-US" altLang="zh-CN" dirty="0"/>
              <a:t>)</a:t>
            </a:r>
            <a:r>
              <a:rPr lang="zh-CN" altLang="en-US" dirty="0"/>
              <a:t>时间内</a:t>
            </a:r>
            <a:r>
              <a:rPr lang="zh-CN" altLang="en-US" dirty="0" smtClean="0"/>
              <a:t>完成</a:t>
            </a:r>
            <a:endParaRPr lang="zh-CN" altLang="en-US" dirty="0"/>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E676F4-CD0E-4C55-A240-5FF8AAF47BF3}"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ltLang="zh-CN" smtClean="0"/>
              <a:t>AVL</a:t>
            </a:r>
            <a:r>
              <a:rPr lang="zh-CN" altLang="en-US" smtClean="0"/>
              <a:t>树的高度</a:t>
            </a:r>
            <a:endParaRPr lang="zh-CN" altLang="en-US" smtClean="0"/>
          </a:p>
        </p:txBody>
      </p:sp>
      <p:sp>
        <p:nvSpPr>
          <p:cNvPr id="65539" name="Rectangle 3"/>
          <p:cNvSpPr>
            <a:spLocks noGrp="1" noChangeArrowheads="1"/>
          </p:cNvSpPr>
          <p:nvPr>
            <p:ph idx="1"/>
          </p:nvPr>
        </p:nvSpPr>
        <p:spPr/>
        <p:txBody>
          <a:bodyPr/>
          <a:lstStyle/>
          <a:p>
            <a:r>
              <a:rPr lang="zh-CN" altLang="en-US" smtClean="0"/>
              <a:t>高度</a:t>
            </a:r>
            <a:r>
              <a:rPr lang="en-US" altLang="zh-CN" smtClean="0"/>
              <a:t>——</a:t>
            </a:r>
            <a:r>
              <a:rPr lang="zh-CN" altLang="en-US" smtClean="0"/>
              <a:t>复杂性</a:t>
            </a:r>
            <a:endParaRPr lang="zh-CN" altLang="en-US" smtClean="0"/>
          </a:p>
          <a:p>
            <a:r>
              <a:rPr lang="zh-CN" altLang="en-US" smtClean="0"/>
              <a:t>显然，平均情况不会低于随机二叉搜索树，</a:t>
            </a:r>
            <a:r>
              <a:rPr lang="en-US" altLang="zh-CN" smtClean="0"/>
              <a:t>O(logn)</a:t>
            </a:r>
            <a:endParaRPr lang="en-US" altLang="zh-CN" smtClean="0"/>
          </a:p>
          <a:p>
            <a:r>
              <a:rPr lang="zh-CN" altLang="en-US" smtClean="0"/>
              <a:t>最坏情况呢，如果也是</a:t>
            </a:r>
            <a:r>
              <a:rPr lang="en-US" altLang="zh-CN" smtClean="0"/>
              <a:t>O(n)</a:t>
            </a:r>
            <a:r>
              <a:rPr lang="zh-CN" altLang="en-US" smtClean="0"/>
              <a:t>，就失去改进的意义了</a:t>
            </a:r>
            <a:endParaRPr lang="zh-CN" altLang="en-US" smtClean="0"/>
          </a:p>
          <a:p>
            <a:r>
              <a:rPr lang="en-US" altLang="zh-CN" smtClean="0"/>
              <a:t>n</a:t>
            </a:r>
            <a:r>
              <a:rPr lang="zh-CN" altLang="en-US" smtClean="0"/>
              <a:t>个节点的</a:t>
            </a:r>
            <a:r>
              <a:rPr lang="en-US" altLang="zh-CN" smtClean="0"/>
              <a:t>AVL</a:t>
            </a:r>
            <a:r>
              <a:rPr lang="zh-CN" altLang="en-US" smtClean="0"/>
              <a:t>树的高度最高是多少？</a:t>
            </a:r>
            <a:endParaRPr lang="zh-CN" altLang="en-US" smtClean="0"/>
          </a:p>
        </p:txBody>
      </p:sp>
      <p:sp>
        <p:nvSpPr>
          <p:cNvPr id="655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A1CA24C-5E90-4590-9743-B54FE62AF60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zh-CN" altLang="en-US" smtClean="0"/>
              <a:t>问题变换</a:t>
            </a:r>
            <a:endParaRPr lang="zh-CN" altLang="en-US" smtClean="0"/>
          </a:p>
        </p:txBody>
      </p:sp>
      <p:sp>
        <p:nvSpPr>
          <p:cNvPr id="66563" name="Rectangle 3"/>
          <p:cNvSpPr>
            <a:spLocks noGrp="1" noChangeArrowheads="1"/>
          </p:cNvSpPr>
          <p:nvPr>
            <p:ph idx="1"/>
          </p:nvPr>
        </p:nvSpPr>
        <p:spPr/>
        <p:txBody>
          <a:bodyPr/>
          <a:lstStyle/>
          <a:p>
            <a:r>
              <a:rPr lang="zh-CN" altLang="en-US" smtClean="0">
                <a:sym typeface="Wingdings" panose="05000000000000000000" pitchFamily="2" charset="2"/>
              </a:rPr>
              <a:t>高度为</a:t>
            </a:r>
            <a:r>
              <a:rPr lang="en-US" altLang="zh-CN" smtClean="0">
                <a:sym typeface="Wingdings" panose="05000000000000000000" pitchFamily="2" charset="2"/>
              </a:rPr>
              <a:t>h</a:t>
            </a:r>
            <a:r>
              <a:rPr lang="zh-CN" altLang="en-US" smtClean="0">
                <a:sym typeface="Wingdings" panose="05000000000000000000" pitchFamily="2" charset="2"/>
              </a:rPr>
              <a:t>的</a:t>
            </a:r>
            <a:r>
              <a:rPr lang="en-US" altLang="zh-CN" smtClean="0">
                <a:sym typeface="Wingdings" panose="05000000000000000000" pitchFamily="2" charset="2"/>
              </a:rPr>
              <a:t>AVL</a:t>
            </a:r>
            <a:r>
              <a:rPr lang="zh-CN" altLang="en-US" smtClean="0">
                <a:sym typeface="Wingdings" panose="05000000000000000000" pitchFamily="2" charset="2"/>
              </a:rPr>
              <a:t>树的最少节点数</a:t>
            </a:r>
            <a:endParaRPr lang="zh-CN" altLang="en-US" smtClean="0">
              <a:sym typeface="Wingdings" panose="05000000000000000000" pitchFamily="2" charset="2"/>
            </a:endParaRPr>
          </a:p>
          <a:p>
            <a:pPr lvl="1"/>
            <a:r>
              <a:rPr lang="en-US" altLang="zh-CN" smtClean="0"/>
              <a:t>F</a:t>
            </a:r>
            <a:r>
              <a:rPr lang="en-US" altLang="zh-CN" baseline="-25000" smtClean="0"/>
              <a:t>h</a:t>
            </a:r>
            <a:r>
              <a:rPr lang="zh-CN" altLang="en-US" smtClean="0"/>
              <a:t>表示高度为</a:t>
            </a:r>
            <a:r>
              <a:rPr lang="en-US" altLang="zh-CN" smtClean="0"/>
              <a:t>h</a:t>
            </a:r>
            <a:r>
              <a:rPr lang="zh-CN" altLang="en-US" smtClean="0"/>
              <a:t>的节点数最少的</a:t>
            </a:r>
            <a:r>
              <a:rPr lang="en-US" altLang="zh-CN" smtClean="0"/>
              <a:t>AVL</a:t>
            </a:r>
            <a:r>
              <a:rPr lang="zh-CN" altLang="en-US" smtClean="0"/>
              <a:t>树</a:t>
            </a:r>
            <a:endParaRPr lang="zh-CN" altLang="en-US" smtClean="0"/>
          </a:p>
          <a:p>
            <a:pPr lvl="1"/>
            <a:r>
              <a:rPr lang="zh-CN" altLang="en-US" smtClean="0"/>
              <a:t>左、右子树也是</a:t>
            </a:r>
            <a:r>
              <a:rPr lang="en-US" altLang="zh-CN" smtClean="0"/>
              <a:t>AVL</a:t>
            </a:r>
            <a:r>
              <a:rPr lang="zh-CN" altLang="en-US" smtClean="0"/>
              <a:t>树，高度一个为</a:t>
            </a:r>
            <a:r>
              <a:rPr lang="en-US" altLang="zh-CN" smtClean="0"/>
              <a:t>h-1</a:t>
            </a:r>
            <a:r>
              <a:rPr lang="zh-CN" altLang="en-US" smtClean="0"/>
              <a:t>，另一个为</a:t>
            </a:r>
            <a:r>
              <a:rPr lang="en-US" altLang="zh-CN" smtClean="0"/>
              <a:t>h-1</a:t>
            </a:r>
            <a:r>
              <a:rPr lang="zh-CN" altLang="en-US" smtClean="0"/>
              <a:t>或</a:t>
            </a:r>
            <a:r>
              <a:rPr lang="en-US" altLang="zh-CN" smtClean="0"/>
              <a:t>h-2</a:t>
            </a:r>
            <a:endParaRPr lang="en-US" altLang="zh-CN" smtClean="0"/>
          </a:p>
          <a:p>
            <a:pPr lvl="1"/>
            <a:r>
              <a:rPr lang="en-US" altLang="zh-CN" smtClean="0"/>
              <a:t>F</a:t>
            </a:r>
            <a:r>
              <a:rPr lang="en-US" altLang="zh-CN" baseline="-25000" smtClean="0"/>
              <a:t>h</a:t>
            </a:r>
            <a:r>
              <a:rPr lang="zh-CN" altLang="en-US" smtClean="0"/>
              <a:t>节点数最少</a:t>
            </a:r>
            <a:r>
              <a:rPr lang="zh-CN" altLang="en-US" smtClean="0">
                <a:sym typeface="Wingdings" panose="05000000000000000000" pitchFamily="2" charset="2"/>
              </a:rPr>
              <a:t>子树中分别为</a:t>
            </a:r>
            <a:r>
              <a:rPr lang="en-US" altLang="zh-CN" smtClean="0">
                <a:sym typeface="Wingdings" panose="05000000000000000000" pitchFamily="2" charset="2"/>
              </a:rPr>
              <a:t>F</a:t>
            </a:r>
            <a:r>
              <a:rPr lang="en-US" altLang="zh-CN" baseline="-25000" smtClean="0">
                <a:sym typeface="Wingdings" panose="05000000000000000000" pitchFamily="2" charset="2"/>
              </a:rPr>
              <a:t>h-1</a:t>
            </a:r>
            <a:r>
              <a:rPr lang="zh-CN" altLang="en-US" smtClean="0">
                <a:sym typeface="Wingdings" panose="05000000000000000000" pitchFamily="2" charset="2"/>
              </a:rPr>
              <a:t>和</a:t>
            </a:r>
            <a:r>
              <a:rPr lang="en-US" altLang="zh-CN" smtClean="0">
                <a:sym typeface="Wingdings" panose="05000000000000000000" pitchFamily="2" charset="2"/>
              </a:rPr>
              <a:t>F</a:t>
            </a:r>
            <a:r>
              <a:rPr lang="en-US" altLang="zh-CN" baseline="-25000" smtClean="0">
                <a:sym typeface="Wingdings" panose="05000000000000000000" pitchFamily="2" charset="2"/>
              </a:rPr>
              <a:t>h-2</a:t>
            </a:r>
            <a:endParaRPr lang="en-US" altLang="zh-CN" baseline="-25000" smtClean="0">
              <a:sym typeface="Wingdings" panose="05000000000000000000" pitchFamily="2" charset="2"/>
            </a:endParaRPr>
          </a:p>
          <a:p>
            <a:pPr lvl="1"/>
            <a:r>
              <a:rPr lang="en-US" altLang="zh-CN" smtClean="0">
                <a:sym typeface="Wingdings" panose="05000000000000000000" pitchFamily="2" charset="2"/>
              </a:rPr>
              <a:t>|F</a:t>
            </a:r>
            <a:r>
              <a:rPr lang="en-US" altLang="zh-CN" baseline="-25000" smtClean="0">
                <a:sym typeface="Wingdings" panose="05000000000000000000" pitchFamily="2" charset="2"/>
              </a:rPr>
              <a:t>h</a:t>
            </a:r>
            <a:r>
              <a:rPr lang="en-US" altLang="zh-CN" smtClean="0">
                <a:sym typeface="Wingdings" panose="05000000000000000000" pitchFamily="2" charset="2"/>
              </a:rPr>
              <a:t>|=|F</a:t>
            </a:r>
            <a:r>
              <a:rPr lang="en-US" altLang="zh-CN" baseline="-25000" smtClean="0">
                <a:sym typeface="Wingdings" panose="05000000000000000000" pitchFamily="2" charset="2"/>
              </a:rPr>
              <a:t>h-1</a:t>
            </a:r>
            <a:r>
              <a:rPr lang="en-US" altLang="zh-CN" smtClean="0">
                <a:sym typeface="Wingdings" panose="05000000000000000000" pitchFamily="2" charset="2"/>
              </a:rPr>
              <a:t>|+|F</a:t>
            </a:r>
            <a:r>
              <a:rPr lang="en-US" altLang="zh-CN" baseline="-25000" smtClean="0">
                <a:sym typeface="Wingdings" panose="05000000000000000000" pitchFamily="2" charset="2"/>
              </a:rPr>
              <a:t>h-2</a:t>
            </a:r>
            <a:r>
              <a:rPr lang="en-US" altLang="zh-CN" smtClean="0">
                <a:sym typeface="Wingdings" panose="05000000000000000000" pitchFamily="2" charset="2"/>
              </a:rPr>
              <a:t>|+1</a:t>
            </a:r>
            <a:endParaRPr lang="en-US" altLang="zh-CN" smtClean="0">
              <a:sym typeface="Wingdings" panose="05000000000000000000" pitchFamily="2" charset="2"/>
            </a:endParaRPr>
          </a:p>
        </p:txBody>
      </p:sp>
      <p:sp>
        <p:nvSpPr>
          <p:cNvPr id="665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F63EFA-AEE9-4C12-9714-CBE45053DBE2}"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zh-CN" smtClean="0"/>
              <a:t>AVL</a:t>
            </a:r>
            <a:r>
              <a:rPr lang="zh-CN" altLang="en-US" smtClean="0"/>
              <a:t>树的高度（续）</a:t>
            </a:r>
            <a:endParaRPr lang="zh-CN" altLang="en-US" smtClean="0"/>
          </a:p>
        </p:txBody>
      </p:sp>
      <p:sp>
        <p:nvSpPr>
          <p:cNvPr id="1028" name="Rectangle 3"/>
          <p:cNvSpPr>
            <a:spLocks noGrp="1" noChangeArrowheads="1"/>
          </p:cNvSpPr>
          <p:nvPr>
            <p:ph idx="1"/>
          </p:nvPr>
        </p:nvSpPr>
        <p:spPr/>
        <p:txBody>
          <a:bodyPr/>
          <a:lstStyle/>
          <a:p>
            <a:r>
              <a:rPr lang="en-US" altLang="zh-CN" dirty="0" smtClean="0">
                <a:sym typeface="Wingdings" panose="05000000000000000000" pitchFamily="2" charset="2"/>
              </a:rPr>
              <a:t>|</a:t>
            </a:r>
            <a:r>
              <a:rPr lang="en-US" altLang="zh-CN" dirty="0" err="1" smtClean="0">
                <a:sym typeface="Wingdings" panose="05000000000000000000" pitchFamily="2" charset="2"/>
              </a:rPr>
              <a:t>F</a:t>
            </a:r>
            <a:r>
              <a:rPr lang="en-US" altLang="zh-CN" baseline="-25000" dirty="0" err="1" smtClean="0">
                <a:sym typeface="Wingdings" panose="05000000000000000000" pitchFamily="2" charset="2"/>
              </a:rPr>
              <a:t>h</a:t>
            </a:r>
            <a:r>
              <a:rPr lang="en-US" altLang="zh-CN" dirty="0" smtClean="0">
                <a:sym typeface="Wingdings" panose="05000000000000000000" pitchFamily="2" charset="2"/>
              </a:rPr>
              <a:t>|+1=|F</a:t>
            </a:r>
            <a:r>
              <a:rPr lang="en-US" altLang="zh-CN" baseline="-25000" dirty="0" smtClean="0">
                <a:sym typeface="Wingdings" panose="05000000000000000000" pitchFamily="2" charset="2"/>
              </a:rPr>
              <a:t>h-1</a:t>
            </a:r>
            <a:r>
              <a:rPr lang="en-US" altLang="zh-CN" dirty="0" smtClean="0">
                <a:sym typeface="Wingdings" panose="05000000000000000000" pitchFamily="2" charset="2"/>
              </a:rPr>
              <a:t>|+1+|F</a:t>
            </a:r>
            <a:r>
              <a:rPr lang="en-US" altLang="zh-CN" baseline="-25000" dirty="0" smtClean="0">
                <a:sym typeface="Wingdings" panose="05000000000000000000" pitchFamily="2" charset="2"/>
              </a:rPr>
              <a:t>h-2</a:t>
            </a:r>
            <a:r>
              <a:rPr lang="en-US" altLang="zh-CN" dirty="0" smtClean="0">
                <a:sym typeface="Wingdings" panose="05000000000000000000" pitchFamily="2" charset="2"/>
              </a:rPr>
              <a:t>|+1</a:t>
            </a:r>
            <a:r>
              <a:rPr lang="zh-CN" altLang="en-US" dirty="0" smtClean="0">
                <a:sym typeface="Wingdings" panose="05000000000000000000" pitchFamily="2" charset="2"/>
              </a:rPr>
              <a:t>：菲波那契数列！</a:t>
            </a:r>
            <a:endParaRPr lang="zh-CN" altLang="en-US" dirty="0" smtClean="0">
              <a:sym typeface="Wingdings" panose="05000000000000000000" pitchFamily="2" charset="2"/>
            </a:endParaRPr>
          </a:p>
          <a:p>
            <a:endParaRPr lang="zh-CN" altLang="en-US" dirty="0" smtClean="0">
              <a:sym typeface="Wingdings" panose="05000000000000000000" pitchFamily="2" charset="2"/>
            </a:endParaRPr>
          </a:p>
          <a:p>
            <a:endParaRPr lang="zh-CN" altLang="en-US" dirty="0" smtClean="0">
              <a:sym typeface="Wingdings" panose="05000000000000000000" pitchFamily="2" charset="2"/>
            </a:endParaRPr>
          </a:p>
          <a:p>
            <a:endParaRPr lang="zh-CN" altLang="en-US" dirty="0" smtClean="0">
              <a:sym typeface="Wingdings" panose="05000000000000000000" pitchFamily="2" charset="2"/>
            </a:endParaRPr>
          </a:p>
          <a:p>
            <a:r>
              <a:rPr lang="en-US" altLang="zh-CN" dirty="0" smtClean="0">
                <a:sym typeface="Wingdings" panose="05000000000000000000" pitchFamily="2" charset="2"/>
              </a:rPr>
              <a:t>h</a:t>
            </a:r>
            <a:r>
              <a:rPr lang="en-US" altLang="zh-CN" dirty="0" smtClean="0">
                <a:latin typeface="宋体" panose="02010600030101010101" pitchFamily="2" charset="-122"/>
                <a:sym typeface="Wingdings" panose="05000000000000000000" pitchFamily="2" charset="2"/>
              </a:rPr>
              <a:t>≈</a:t>
            </a:r>
            <a:r>
              <a:rPr lang="en-US" altLang="zh-CN" dirty="0" smtClean="0">
                <a:sym typeface="Wingdings" panose="05000000000000000000" pitchFamily="2" charset="2"/>
              </a:rPr>
              <a:t>1.44log</a:t>
            </a:r>
            <a:r>
              <a:rPr lang="en-US" altLang="zh-CN" baseline="-25000" dirty="0" smtClean="0">
                <a:sym typeface="Wingdings" panose="05000000000000000000" pitchFamily="2" charset="2"/>
              </a:rPr>
              <a:t>2</a:t>
            </a:r>
            <a:r>
              <a:rPr lang="en-US" altLang="zh-CN" dirty="0" smtClean="0">
                <a:sym typeface="Wingdings" panose="05000000000000000000" pitchFamily="2" charset="2"/>
              </a:rPr>
              <a:t>|F</a:t>
            </a:r>
            <a:r>
              <a:rPr lang="en-US" altLang="zh-CN" baseline="-25000" dirty="0" smtClean="0">
                <a:sym typeface="Wingdings" panose="05000000000000000000" pitchFamily="2" charset="2"/>
              </a:rPr>
              <a:t>h</a:t>
            </a:r>
            <a:r>
              <a:rPr lang="en-US" altLang="zh-CN" dirty="0" smtClean="0">
                <a:sym typeface="Wingdings" panose="05000000000000000000" pitchFamily="2" charset="2"/>
              </a:rPr>
              <a:t>|=l.44log</a:t>
            </a:r>
            <a:r>
              <a:rPr lang="en-US" altLang="zh-CN" baseline="-25000" dirty="0" smtClean="0">
                <a:sym typeface="Wingdings" panose="05000000000000000000" pitchFamily="2" charset="2"/>
              </a:rPr>
              <a:t>2</a:t>
            </a:r>
            <a:r>
              <a:rPr lang="en-US" altLang="zh-CN" dirty="0" smtClean="0">
                <a:sym typeface="Wingdings" panose="05000000000000000000" pitchFamily="2" charset="2"/>
              </a:rPr>
              <a:t>n=O(</a:t>
            </a:r>
            <a:r>
              <a:rPr lang="en-US" altLang="zh-CN" dirty="0" err="1" smtClean="0">
                <a:sym typeface="Wingdings" panose="05000000000000000000" pitchFamily="2" charset="2"/>
              </a:rPr>
              <a:t>logn</a:t>
            </a:r>
            <a:r>
              <a:rPr lang="en-US" altLang="zh-CN" dirty="0" smtClean="0">
                <a:sym typeface="Wingdings" panose="05000000000000000000" pitchFamily="2" charset="2"/>
              </a:rPr>
              <a:t>)</a:t>
            </a:r>
            <a:endParaRPr lang="en-US" altLang="zh-CN" dirty="0" smtClean="0">
              <a:sym typeface="Wingdings" panose="05000000000000000000" pitchFamily="2" charset="2"/>
            </a:endParaRPr>
          </a:p>
        </p:txBody>
      </p:sp>
      <p:sp>
        <p:nvSpPr>
          <p:cNvPr id="10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26CDC26-B283-42D6-AD96-EBB35AA03AF8}" type="slidenum">
              <a:rPr lang="en-US" altLang="en-US">
                <a:solidFill>
                  <a:srgbClr val="4B4B4B"/>
                </a:solidFill>
              </a:rPr>
            </a:fld>
            <a:endParaRPr lang="en-US" altLang="en-US">
              <a:solidFill>
                <a:srgbClr val="4B4B4B"/>
              </a:solidFill>
            </a:endParaRPr>
          </a:p>
        </p:txBody>
      </p:sp>
      <p:graphicFrame>
        <p:nvGraphicFramePr>
          <p:cNvPr id="1026" name="Object 2"/>
          <p:cNvGraphicFramePr>
            <a:graphicFrameLocks noChangeAspect="1"/>
          </p:cNvGraphicFramePr>
          <p:nvPr/>
        </p:nvGraphicFramePr>
        <p:xfrm>
          <a:off x="1581807" y="2296510"/>
          <a:ext cx="4025900" cy="1431925"/>
        </p:xfrm>
        <a:graphic>
          <a:graphicData uri="http://schemas.openxmlformats.org/presentationml/2006/ole">
            <mc:AlternateContent xmlns:mc="http://schemas.openxmlformats.org/markup-compatibility/2006">
              <mc:Choice xmlns:v="urn:schemas-microsoft-com:vml" Requires="v">
                <p:oleObj spid="_x0000_s16411" name="Equation" r:id="rId1" imgW="1497965" imgH="533400" progId="Equation.3">
                  <p:embed/>
                </p:oleObj>
              </mc:Choice>
              <mc:Fallback>
                <p:oleObj name="Equation" r:id="rId1" imgW="1497965" imgH="533400" progId="Equation.3">
                  <p:embed/>
                  <p:pic>
                    <p:nvPicPr>
                      <p:cNvPr id="0" name="图片 164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1807" y="2296510"/>
                        <a:ext cx="4025900" cy="143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smtClean="0"/>
              <a:t>关于</a:t>
            </a:r>
            <a:r>
              <a:rPr lang="en-US" altLang="zh-CN" smtClean="0"/>
              <a:t>AVL</a:t>
            </a:r>
            <a:r>
              <a:rPr lang="zh-CN" altLang="en-US" smtClean="0"/>
              <a:t>树的一组值</a:t>
            </a:r>
            <a:endParaRPr lang="zh-CN" altLang="en-US" smtClean="0"/>
          </a:p>
        </p:txBody>
      </p:sp>
      <p:sp>
        <p:nvSpPr>
          <p:cNvPr id="67587" name="内容占位符 2"/>
          <p:cNvSpPr>
            <a:spLocks noGrp="1"/>
          </p:cNvSpPr>
          <p:nvPr>
            <p:ph idx="1"/>
          </p:nvPr>
        </p:nvSpPr>
        <p:spPr/>
        <p:txBody>
          <a:bodyPr/>
          <a:lstStyle/>
          <a:p>
            <a:r>
              <a:rPr lang="zh-CN" altLang="en-US" smtClean="0"/>
              <a:t>高度为</a:t>
            </a:r>
            <a:r>
              <a:rPr lang="en-US" altLang="zh-CN" smtClean="0"/>
              <a:t>h</a:t>
            </a:r>
            <a:r>
              <a:rPr lang="zh-CN" altLang="en-US" smtClean="0"/>
              <a:t>的</a:t>
            </a:r>
            <a:r>
              <a:rPr lang="en-US" altLang="zh-CN" smtClean="0"/>
              <a:t>AVL</a:t>
            </a:r>
            <a:r>
              <a:rPr lang="zh-CN" altLang="en-US" smtClean="0"/>
              <a:t>树最少有几个节点？</a:t>
            </a:r>
            <a:endParaRPr lang="en-US" altLang="zh-CN" smtClean="0"/>
          </a:p>
          <a:p>
            <a:endParaRPr lang="en-US" altLang="zh-CN" smtClean="0"/>
          </a:p>
        </p:txBody>
      </p:sp>
      <p:sp>
        <p:nvSpPr>
          <p:cNvPr id="675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358FAB4-E240-4455-BD34-D34F1DD15485}" type="slidenum">
              <a:rPr lang="en-US" altLang="en-US">
                <a:solidFill>
                  <a:srgbClr val="4B4B4B"/>
                </a:solidFill>
              </a:rPr>
            </a:fld>
            <a:endParaRPr lang="en-US" altLang="en-US">
              <a:solidFill>
                <a:srgbClr val="4B4B4B"/>
              </a:solidFill>
            </a:endParaRPr>
          </a:p>
        </p:txBody>
      </p:sp>
      <p:graphicFrame>
        <p:nvGraphicFramePr>
          <p:cNvPr id="5" name="表格 4"/>
          <p:cNvGraphicFramePr>
            <a:graphicFrameLocks noGrp="1"/>
          </p:cNvGraphicFramePr>
          <p:nvPr/>
        </p:nvGraphicFramePr>
        <p:xfrm>
          <a:off x="446088" y="2890838"/>
          <a:ext cx="8280396" cy="1112838"/>
        </p:xfrm>
        <a:graphic>
          <a:graphicData uri="http://schemas.openxmlformats.org/drawingml/2006/table">
            <a:tbl>
              <a:tblPr bandRow="1">
                <a:tableStyleId>{5C22544A-7EE6-4342-B048-85BDC9FD1C3A}</a:tableStyleId>
              </a:tblPr>
              <a:tblGrid>
                <a:gridCol w="1080052"/>
                <a:gridCol w="900043"/>
                <a:gridCol w="900043"/>
                <a:gridCol w="900043"/>
                <a:gridCol w="900043"/>
                <a:gridCol w="900043"/>
                <a:gridCol w="900043"/>
                <a:gridCol w="900043"/>
                <a:gridCol w="900043"/>
              </a:tblGrid>
              <a:tr h="370946">
                <a:tc>
                  <a:txBody>
                    <a:bodyPr/>
                    <a:lstStyle/>
                    <a:p>
                      <a:pPr algn="ctr"/>
                      <a:r>
                        <a:rPr lang="en-US" altLang="zh-CN" sz="1800" i="1" dirty="0" smtClean="0"/>
                        <a:t>h</a:t>
                      </a:r>
                      <a:endParaRPr lang="zh-CN" altLang="en-US" sz="1800" i="1" dirty="0"/>
                    </a:p>
                  </a:txBody>
                  <a:tcPr marL="91444" marR="91444" marT="45733" marB="45733" anchor="ctr"/>
                </a:tc>
                <a:tc>
                  <a:txBody>
                    <a:bodyPr/>
                    <a:lstStyle/>
                    <a:p>
                      <a:pPr algn="ctr"/>
                      <a:r>
                        <a:rPr lang="en-US" altLang="zh-CN" sz="1800" dirty="0" smtClean="0"/>
                        <a:t>1</a:t>
                      </a:r>
                      <a:endParaRPr lang="zh-CN" altLang="en-US" sz="1800" dirty="0"/>
                    </a:p>
                  </a:txBody>
                  <a:tcPr marL="91444" marR="91444" marT="45733" marB="45733" anchor="ctr"/>
                </a:tc>
                <a:tc>
                  <a:txBody>
                    <a:bodyPr/>
                    <a:lstStyle/>
                    <a:p>
                      <a:pPr algn="ctr"/>
                      <a:r>
                        <a:rPr lang="en-US" altLang="zh-CN" sz="1800" dirty="0" smtClean="0"/>
                        <a:t>2</a:t>
                      </a:r>
                      <a:endParaRPr lang="zh-CN" altLang="en-US" sz="1800" dirty="0"/>
                    </a:p>
                  </a:txBody>
                  <a:tcPr marL="91444" marR="91444" marT="45733" marB="45733" anchor="ctr"/>
                </a:tc>
                <a:tc>
                  <a:txBody>
                    <a:bodyPr/>
                    <a:lstStyle/>
                    <a:p>
                      <a:pPr algn="ctr"/>
                      <a:r>
                        <a:rPr lang="en-US" altLang="zh-CN" sz="1800" dirty="0" smtClean="0"/>
                        <a:t>3</a:t>
                      </a:r>
                      <a:endParaRPr lang="zh-CN" altLang="en-US" sz="1800" dirty="0"/>
                    </a:p>
                  </a:txBody>
                  <a:tcPr marL="91444" marR="91444" marT="45733" marB="45733" anchor="ctr"/>
                </a:tc>
                <a:tc>
                  <a:txBody>
                    <a:bodyPr/>
                    <a:lstStyle/>
                    <a:p>
                      <a:pPr algn="ctr"/>
                      <a:r>
                        <a:rPr lang="en-US" altLang="zh-CN" sz="1800" dirty="0" smtClean="0"/>
                        <a:t>4</a:t>
                      </a:r>
                      <a:endParaRPr lang="zh-CN" altLang="en-US" sz="1800" dirty="0"/>
                    </a:p>
                  </a:txBody>
                  <a:tcPr marL="91444" marR="91444" marT="45733" marB="45733" anchor="ctr"/>
                </a:tc>
                <a:tc>
                  <a:txBody>
                    <a:bodyPr/>
                    <a:lstStyle/>
                    <a:p>
                      <a:pPr algn="ctr"/>
                      <a:r>
                        <a:rPr lang="en-US" altLang="zh-CN" sz="1800" dirty="0" smtClean="0"/>
                        <a:t>5</a:t>
                      </a:r>
                      <a:endParaRPr lang="zh-CN" altLang="en-US" sz="1800" dirty="0"/>
                    </a:p>
                  </a:txBody>
                  <a:tcPr marL="91444" marR="91444" marT="45733" marB="45733" anchor="ctr"/>
                </a:tc>
                <a:tc>
                  <a:txBody>
                    <a:bodyPr/>
                    <a:lstStyle/>
                    <a:p>
                      <a:pPr algn="ctr"/>
                      <a:r>
                        <a:rPr lang="en-US" altLang="zh-CN" sz="1800" dirty="0" smtClean="0"/>
                        <a:t>6</a:t>
                      </a:r>
                      <a:endParaRPr lang="zh-CN" altLang="en-US" sz="1800" dirty="0"/>
                    </a:p>
                  </a:txBody>
                  <a:tcPr marL="91444" marR="91444" marT="45733" marB="45733" anchor="ctr"/>
                </a:tc>
                <a:tc>
                  <a:txBody>
                    <a:bodyPr/>
                    <a:lstStyle/>
                    <a:p>
                      <a:pPr algn="ctr"/>
                      <a:r>
                        <a:rPr lang="en-US" altLang="zh-CN" sz="1800" dirty="0" smtClean="0"/>
                        <a:t>7</a:t>
                      </a:r>
                      <a:endParaRPr lang="zh-CN" altLang="en-US" sz="1800" dirty="0"/>
                    </a:p>
                  </a:txBody>
                  <a:tcPr marL="91444" marR="91444" marT="45733" marB="45733" anchor="ctr"/>
                </a:tc>
                <a:tc>
                  <a:txBody>
                    <a:bodyPr/>
                    <a:lstStyle/>
                    <a:p>
                      <a:pPr algn="ctr"/>
                      <a:r>
                        <a:rPr lang="en-US" altLang="zh-CN" sz="1800" dirty="0" smtClean="0"/>
                        <a:t>……</a:t>
                      </a:r>
                      <a:endParaRPr lang="zh-CN" altLang="en-US" sz="1800" dirty="0"/>
                    </a:p>
                  </a:txBody>
                  <a:tcPr marL="91444" marR="91444" marT="45733" marB="45733" anchor="ctr"/>
                </a:tc>
              </a:tr>
              <a:tr h="370946">
                <a:tc rowSpan="2">
                  <a:txBody>
                    <a:bodyPr/>
                    <a:lstStyle/>
                    <a:p>
                      <a:pPr algn="ctr"/>
                      <a:r>
                        <a:rPr lang="en-US" altLang="zh-CN" sz="1800" i="1" dirty="0" err="1" smtClean="0"/>
                        <a:t>MinNum</a:t>
                      </a:r>
                      <a:endParaRPr lang="zh-CN" altLang="en-US" sz="1800" i="1" dirty="0"/>
                    </a:p>
                  </a:txBody>
                  <a:tcPr marL="91444" marR="91444" marT="45733" marB="45733" anchor="ctr"/>
                </a:tc>
                <a:tc>
                  <a:txBody>
                    <a:bodyPr/>
                    <a:lstStyle/>
                    <a:p>
                      <a:pPr algn="ctr"/>
                      <a:r>
                        <a:rPr lang="en-US" altLang="zh-CN" sz="1400" b="1" dirty="0" smtClean="0"/>
                        <a:t>1</a:t>
                      </a:r>
                      <a:endParaRPr lang="zh-CN" altLang="en-US" sz="1400" b="1" dirty="0"/>
                    </a:p>
                  </a:txBody>
                  <a:tcPr marL="91444" marR="91444" marT="45733" marB="45733" anchor="ctr"/>
                </a:tc>
                <a:tc>
                  <a:txBody>
                    <a:bodyPr/>
                    <a:lstStyle/>
                    <a:p>
                      <a:pPr algn="ctr"/>
                      <a:r>
                        <a:rPr lang="en-US" altLang="zh-CN" sz="1400" b="1" dirty="0" smtClean="0"/>
                        <a:t>1+1</a:t>
                      </a:r>
                      <a:endParaRPr lang="zh-CN" altLang="en-US" sz="1400" b="1" dirty="0"/>
                    </a:p>
                  </a:txBody>
                  <a:tcPr marL="91444" marR="91444" marT="45733" marB="45733" anchor="ctr"/>
                </a:tc>
                <a:tc>
                  <a:txBody>
                    <a:bodyPr/>
                    <a:lstStyle/>
                    <a:p>
                      <a:pPr algn="ctr"/>
                      <a:r>
                        <a:rPr lang="en-US" altLang="zh-CN" sz="1400" b="1" dirty="0" smtClean="0"/>
                        <a:t>1+2+1</a:t>
                      </a:r>
                      <a:endParaRPr lang="zh-CN" altLang="en-US" sz="1400" b="1" dirty="0"/>
                    </a:p>
                  </a:txBody>
                  <a:tcPr marL="91444" marR="91444" marT="45733" marB="45733" anchor="ctr"/>
                </a:tc>
                <a:tc>
                  <a:txBody>
                    <a:bodyPr/>
                    <a:lstStyle/>
                    <a:p>
                      <a:pPr algn="ctr"/>
                      <a:r>
                        <a:rPr lang="en-US" altLang="zh-CN" sz="1400" b="1" dirty="0" smtClean="0"/>
                        <a:t>2+4+1</a:t>
                      </a:r>
                      <a:endParaRPr lang="zh-CN" altLang="en-US" sz="1400" b="1" dirty="0"/>
                    </a:p>
                  </a:txBody>
                  <a:tcPr marL="91444" marR="91444" marT="45733" marB="45733" anchor="ctr"/>
                </a:tc>
                <a:tc>
                  <a:txBody>
                    <a:bodyPr/>
                    <a:lstStyle/>
                    <a:p>
                      <a:pPr algn="ctr"/>
                      <a:r>
                        <a:rPr lang="en-US" altLang="zh-CN" sz="1400" b="1" dirty="0" smtClean="0"/>
                        <a:t>4+7+1</a:t>
                      </a:r>
                      <a:endParaRPr lang="zh-CN" altLang="en-US" sz="1400" b="1" dirty="0"/>
                    </a:p>
                  </a:txBody>
                  <a:tcPr marL="91444" marR="91444" marT="45733" marB="45733" anchor="ctr"/>
                </a:tc>
                <a:tc>
                  <a:txBody>
                    <a:bodyPr/>
                    <a:lstStyle/>
                    <a:p>
                      <a:pPr algn="ctr"/>
                      <a:r>
                        <a:rPr lang="en-US" altLang="zh-CN" sz="1400" b="1" dirty="0" smtClean="0"/>
                        <a:t>7+12+1</a:t>
                      </a:r>
                      <a:endParaRPr lang="zh-CN" altLang="en-US" sz="1400" b="1" dirty="0"/>
                    </a:p>
                  </a:txBody>
                  <a:tcPr marL="91444" marR="91444" marT="45733" marB="45733" anchor="ctr"/>
                </a:tc>
                <a:tc>
                  <a:txBody>
                    <a:bodyPr/>
                    <a:lstStyle/>
                    <a:p>
                      <a:pPr algn="ctr"/>
                      <a:r>
                        <a:rPr lang="en-US" altLang="zh-CN" sz="1400" b="1" dirty="0" smtClean="0"/>
                        <a:t>12+20+1</a:t>
                      </a:r>
                      <a:endParaRPr lang="zh-CN" altLang="en-US" sz="1400" b="1" dirty="0"/>
                    </a:p>
                  </a:txBody>
                  <a:tcPr marL="91444" marR="91444" marT="45733" marB="45733" anchor="ctr"/>
                </a:tc>
                <a:tc>
                  <a:txBody>
                    <a:bodyPr/>
                    <a:lstStyle/>
                    <a:p>
                      <a:pPr algn="ctr"/>
                      <a:r>
                        <a:rPr lang="en-US" altLang="zh-CN" sz="1800" b="0" dirty="0" smtClean="0"/>
                        <a:t>……</a:t>
                      </a:r>
                      <a:endParaRPr lang="zh-CN" altLang="en-US" sz="1800" b="0" dirty="0"/>
                    </a:p>
                  </a:txBody>
                  <a:tcPr marL="91444" marR="91444" marT="45733" marB="45733" anchor="ctr"/>
                </a:tc>
              </a:tr>
              <a:tr h="370946">
                <a:tc vMerge="1">
                  <a:tcPr anchor="ctr"/>
                </a:tc>
                <a:tc>
                  <a:txBody>
                    <a:bodyPr/>
                    <a:lstStyle/>
                    <a:p>
                      <a:pPr algn="ctr"/>
                      <a:r>
                        <a:rPr lang="en-US" altLang="zh-CN" sz="1800" dirty="0" smtClean="0">
                          <a:solidFill>
                            <a:srgbClr val="FF0000"/>
                          </a:solidFill>
                        </a:rPr>
                        <a:t>1</a:t>
                      </a:r>
                      <a:endParaRPr lang="zh-CN" altLang="en-US" sz="1800" dirty="0">
                        <a:solidFill>
                          <a:srgbClr val="FF0000"/>
                        </a:solidFill>
                      </a:endParaRPr>
                    </a:p>
                  </a:txBody>
                  <a:tcPr marL="91444" marR="91444" marT="45733" marB="45733" anchor="ctr"/>
                </a:tc>
                <a:tc>
                  <a:txBody>
                    <a:bodyPr/>
                    <a:lstStyle/>
                    <a:p>
                      <a:pPr algn="ctr"/>
                      <a:r>
                        <a:rPr lang="en-US" altLang="zh-CN" sz="1800" dirty="0" smtClean="0">
                          <a:solidFill>
                            <a:srgbClr val="FF0000"/>
                          </a:solidFill>
                        </a:rPr>
                        <a:t>2</a:t>
                      </a:r>
                      <a:endParaRPr lang="zh-CN" altLang="en-US" sz="1800" dirty="0">
                        <a:solidFill>
                          <a:srgbClr val="FF0000"/>
                        </a:solidFill>
                      </a:endParaRPr>
                    </a:p>
                  </a:txBody>
                  <a:tcPr marL="91444" marR="91444" marT="45733" marB="45733" anchor="ctr"/>
                </a:tc>
                <a:tc>
                  <a:txBody>
                    <a:bodyPr/>
                    <a:lstStyle/>
                    <a:p>
                      <a:pPr algn="ctr"/>
                      <a:r>
                        <a:rPr lang="en-US" altLang="zh-CN" sz="1800" dirty="0" smtClean="0">
                          <a:solidFill>
                            <a:srgbClr val="FF0000"/>
                          </a:solidFill>
                        </a:rPr>
                        <a:t>4</a:t>
                      </a:r>
                      <a:endParaRPr lang="zh-CN" altLang="en-US" sz="1800" dirty="0">
                        <a:solidFill>
                          <a:srgbClr val="FF0000"/>
                        </a:solidFill>
                      </a:endParaRPr>
                    </a:p>
                  </a:txBody>
                  <a:tcPr marL="91444" marR="91444" marT="45733" marB="45733" anchor="ctr"/>
                </a:tc>
                <a:tc>
                  <a:txBody>
                    <a:bodyPr/>
                    <a:lstStyle/>
                    <a:p>
                      <a:pPr algn="ctr"/>
                      <a:r>
                        <a:rPr lang="en-US" altLang="zh-CN" sz="1800" dirty="0" smtClean="0">
                          <a:solidFill>
                            <a:srgbClr val="FF0000"/>
                          </a:solidFill>
                        </a:rPr>
                        <a:t>7</a:t>
                      </a:r>
                      <a:endParaRPr lang="zh-CN" altLang="en-US" sz="1800" dirty="0">
                        <a:solidFill>
                          <a:srgbClr val="FF0000"/>
                        </a:solidFill>
                      </a:endParaRPr>
                    </a:p>
                  </a:txBody>
                  <a:tcPr marL="91444" marR="91444" marT="45733" marB="45733" anchor="ctr"/>
                </a:tc>
                <a:tc>
                  <a:txBody>
                    <a:bodyPr/>
                    <a:lstStyle/>
                    <a:p>
                      <a:pPr algn="ctr"/>
                      <a:r>
                        <a:rPr lang="en-US" altLang="zh-CN" sz="1800" dirty="0" smtClean="0">
                          <a:solidFill>
                            <a:srgbClr val="FF0000"/>
                          </a:solidFill>
                        </a:rPr>
                        <a:t>12</a:t>
                      </a:r>
                      <a:endParaRPr lang="zh-CN" altLang="en-US" sz="1800" dirty="0">
                        <a:solidFill>
                          <a:srgbClr val="FF0000"/>
                        </a:solidFill>
                      </a:endParaRPr>
                    </a:p>
                  </a:txBody>
                  <a:tcPr marL="91444" marR="91444" marT="45733" marB="45733" anchor="ctr"/>
                </a:tc>
                <a:tc>
                  <a:txBody>
                    <a:bodyPr/>
                    <a:lstStyle/>
                    <a:p>
                      <a:pPr algn="ctr"/>
                      <a:r>
                        <a:rPr lang="en-US" altLang="zh-CN" sz="1800" dirty="0" smtClean="0">
                          <a:solidFill>
                            <a:srgbClr val="FF0000"/>
                          </a:solidFill>
                        </a:rPr>
                        <a:t>20</a:t>
                      </a:r>
                      <a:endParaRPr lang="zh-CN" altLang="en-US" sz="1800" dirty="0">
                        <a:solidFill>
                          <a:srgbClr val="FF0000"/>
                        </a:solidFill>
                      </a:endParaRPr>
                    </a:p>
                  </a:txBody>
                  <a:tcPr marL="91444" marR="91444" marT="45733" marB="45733" anchor="ctr"/>
                </a:tc>
                <a:tc>
                  <a:txBody>
                    <a:bodyPr/>
                    <a:lstStyle/>
                    <a:p>
                      <a:pPr algn="ctr"/>
                      <a:r>
                        <a:rPr lang="en-US" altLang="zh-CN" sz="1800" dirty="0" smtClean="0">
                          <a:solidFill>
                            <a:srgbClr val="FF0000"/>
                          </a:solidFill>
                        </a:rPr>
                        <a:t>33</a:t>
                      </a:r>
                      <a:endParaRPr lang="zh-CN" altLang="en-US" sz="1800" dirty="0">
                        <a:solidFill>
                          <a:srgbClr val="FF0000"/>
                        </a:solidFill>
                      </a:endParaRPr>
                    </a:p>
                  </a:txBody>
                  <a:tcPr marL="91444" marR="91444" marT="45733" marB="45733" anchor="ctr"/>
                </a:tc>
                <a:tc>
                  <a:txBody>
                    <a:bodyPr/>
                    <a:lstStyle/>
                    <a:p>
                      <a:pPr algn="ctr"/>
                      <a:r>
                        <a:rPr lang="en-US" altLang="zh-CN" sz="1800" dirty="0" smtClean="0"/>
                        <a:t>……</a:t>
                      </a:r>
                      <a:endParaRPr lang="zh-CN" altLang="en-US" sz="1800" dirty="0"/>
                    </a:p>
                  </a:txBody>
                  <a:tcPr marL="91444" marR="91444" marT="45733" marB="45733" anchor="ctr"/>
                </a:tc>
              </a:tr>
            </a:tbl>
          </a:graphicData>
        </a:graphic>
      </p:graphicFrame>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914400" y="635000"/>
            <a:ext cx="7315200" cy="2143125"/>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对具有</a:t>
            </a:r>
            <a:r>
              <a:rPr lang="en-US" altLang="zh-CN" sz="2600">
                <a:solidFill>
                  <a:srgbClr val="000000"/>
                </a:solidFill>
                <a:latin typeface="微软雅黑" panose="020B0503020204020204" pitchFamily="34" charset="-122"/>
                <a:ea typeface="微软雅黑" panose="020B0503020204020204" pitchFamily="34" charset="-122"/>
              </a:rPr>
              <a:t>9</a:t>
            </a:r>
            <a:r>
              <a:rPr lang="zh-CN" altLang="en-US" sz="2600">
                <a:solidFill>
                  <a:srgbClr val="000000"/>
                </a:solidFill>
                <a:latin typeface="微软雅黑" panose="020B0503020204020204" pitchFamily="34" charset="-122"/>
                <a:ea typeface="微软雅黑" panose="020B0503020204020204" pitchFamily="34" charset="-122"/>
              </a:rPr>
              <a:t>个节点的</a:t>
            </a:r>
            <a:r>
              <a:rPr lang="en-US" altLang="zh-CN" sz="2600">
                <a:solidFill>
                  <a:srgbClr val="000000"/>
                </a:solidFill>
                <a:latin typeface="微软雅黑" panose="020B0503020204020204" pitchFamily="34" charset="-122"/>
                <a:ea typeface="微软雅黑" panose="020B0503020204020204" pitchFamily="34" charset="-122"/>
              </a:rPr>
              <a:t>AVL</a:t>
            </a:r>
            <a:r>
              <a:rPr lang="zh-CN" altLang="en-US" sz="2600">
                <a:solidFill>
                  <a:srgbClr val="000000"/>
                </a:solidFill>
                <a:latin typeface="微软雅黑" panose="020B0503020204020204" pitchFamily="34" charset="-122"/>
                <a:ea typeface="微软雅黑" panose="020B0503020204020204" pitchFamily="34" charset="-122"/>
              </a:rPr>
              <a:t>的树高</a:t>
            </a:r>
            <a:r>
              <a:rPr lang="zh-CN" altLang="en-US" sz="2600">
                <a:solidFill>
                  <a:srgbClr val="000000"/>
                </a:solidFill>
                <a:latin typeface="微软雅黑" panose="020B0503020204020204" pitchFamily="34" charset="-122"/>
                <a:ea typeface="微软雅黑" panose="020B0503020204020204" pitchFamily="34" charset="-122"/>
                <a:sym typeface="+mn-ea"/>
              </a:rPr>
              <a:t>描述</a:t>
            </a:r>
            <a:r>
              <a:rPr lang="zh-CN" altLang="en-US" sz="2600">
                <a:solidFill>
                  <a:srgbClr val="000000"/>
                </a:solidFill>
                <a:latin typeface="微软雅黑" panose="020B0503020204020204" pitchFamily="34" charset="-122"/>
                <a:ea typeface="微软雅黑" panose="020B0503020204020204" pitchFamily="34" charset="-122"/>
              </a:rPr>
              <a:t>最准确的</a:t>
            </a:r>
            <a:r>
              <a:rPr lang="zh-CN" altLang="en-US" sz="2600">
                <a:solidFill>
                  <a:srgbClr val="000000"/>
                </a:solidFill>
                <a:latin typeface="微软雅黑" panose="020B0503020204020204" pitchFamily="34" charset="-122"/>
                <a:ea typeface="微软雅黑" panose="020B0503020204020204" pitchFamily="34" charset="-122"/>
              </a:rPr>
              <a:t>是？（叶节点高度为</a:t>
            </a:r>
            <a:r>
              <a:rPr lang="en-US" altLang="zh-CN" sz="2600">
                <a:solidFill>
                  <a:srgbClr val="000000"/>
                </a:solidFill>
                <a:latin typeface="微软雅黑" panose="020B0503020204020204" pitchFamily="34" charset="-122"/>
                <a:ea typeface="微软雅黑" panose="020B0503020204020204" pitchFamily="34" charset="-122"/>
              </a:rPr>
              <a:t>1</a:t>
            </a:r>
            <a:r>
              <a:rPr lang="zh-CN" altLang="en-US" sz="2600">
                <a:solidFill>
                  <a:srgbClr val="000000"/>
                </a:solidFill>
                <a:latin typeface="微软雅黑" panose="020B0503020204020204" pitchFamily="34" charset="-122"/>
                <a:ea typeface="微软雅黑" panose="020B0503020204020204" pitchFamily="34" charset="-122"/>
              </a:rPr>
              <a:t>）</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2"/>
            </p:custDataLst>
          </p:nvPr>
        </p:nvSpPr>
        <p:spPr>
          <a:xfrm>
            <a:off x="1828800" y="27857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只可以为</a:t>
            </a:r>
            <a:r>
              <a:rPr lang="en-US" altLang="zh-CN" sz="2600">
                <a:solidFill>
                  <a:srgbClr val="000000"/>
                </a:solidFill>
                <a:latin typeface="微软雅黑" panose="020B0503020204020204" pitchFamily="34" charset="-122"/>
                <a:ea typeface="微软雅黑" panose="020B0503020204020204" pitchFamily="34" charset="-122"/>
              </a:rPr>
              <a:t>4</a:t>
            </a:r>
            <a:endParaRPr lang="en-US" altLang="zh-CN" sz="2600">
              <a:solidFill>
                <a:srgbClr val="000000"/>
              </a:solidFill>
              <a:latin typeface="微软雅黑" panose="020B0503020204020204" pitchFamily="34" charset="-122"/>
              <a:ea typeface="微软雅黑" panose="020B0503020204020204" pitchFamily="34" charset="-122"/>
            </a:endParaRPr>
          </a:p>
        </p:txBody>
      </p:sp>
      <p:sp>
        <p:nvSpPr>
          <p:cNvPr id="7" name="文本框 6"/>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可能是</a:t>
            </a:r>
            <a:r>
              <a:rPr lang="en-US" altLang="zh-CN" sz="2600">
                <a:solidFill>
                  <a:srgbClr val="000000"/>
                </a:solidFill>
                <a:latin typeface="微软雅黑" panose="020B0503020204020204" pitchFamily="34" charset="-122"/>
                <a:ea typeface="微软雅黑" panose="020B0503020204020204" pitchFamily="34" charset="-122"/>
              </a:rPr>
              <a:t>4</a:t>
            </a:r>
            <a:r>
              <a:rPr lang="zh-CN" altLang="en-US" sz="2600">
                <a:solidFill>
                  <a:srgbClr val="000000"/>
                </a:solidFill>
                <a:latin typeface="微软雅黑" panose="020B0503020204020204" pitchFamily="34" charset="-122"/>
                <a:ea typeface="微软雅黑" panose="020B0503020204020204" pitchFamily="34" charset="-122"/>
              </a:rPr>
              <a:t>或者</a:t>
            </a:r>
            <a:r>
              <a:rPr lang="zh-CN" altLang="en-US" sz="2600">
                <a:solidFill>
                  <a:srgbClr val="000000"/>
                </a:solidFill>
                <a:latin typeface="微软雅黑" panose="020B0503020204020204" pitchFamily="34" charset="-122"/>
                <a:ea typeface="微软雅黑" panose="020B0503020204020204" pitchFamily="34" charset="-122"/>
              </a:rPr>
              <a:t>其他</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只可以为</a:t>
            </a:r>
            <a:r>
              <a:rPr lang="en-US" altLang="zh-CN" sz="2600">
                <a:solidFill>
                  <a:srgbClr val="000000"/>
                </a:solidFill>
                <a:latin typeface="微软雅黑" panose="020B0503020204020204" pitchFamily="34" charset="-122"/>
                <a:ea typeface="微软雅黑" panose="020B0503020204020204" pitchFamily="34" charset="-122"/>
              </a:rPr>
              <a:t>5</a:t>
            </a:r>
            <a:endParaRPr lang="en-US" altLang="zh-CN"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可能是</a:t>
            </a:r>
            <a:r>
              <a:rPr lang="en-US" altLang="zh-CN" sz="2600">
                <a:solidFill>
                  <a:srgbClr val="000000"/>
                </a:solidFill>
                <a:latin typeface="微软雅黑" panose="020B0503020204020204" pitchFamily="34" charset="-122"/>
                <a:ea typeface="微软雅黑" panose="020B0503020204020204" pitchFamily="34" charset="-122"/>
              </a:rPr>
              <a:t>5</a:t>
            </a:r>
            <a:r>
              <a:rPr lang="zh-CN" altLang="en-US" sz="2600">
                <a:solidFill>
                  <a:srgbClr val="000000"/>
                </a:solidFill>
                <a:latin typeface="微软雅黑" panose="020B0503020204020204" pitchFamily="34" charset="-122"/>
                <a:ea typeface="微软雅黑" panose="020B0503020204020204" pitchFamily="34" charset="-122"/>
              </a:rPr>
              <a:t>或其他</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椭圆 9"/>
          <p:cNvSpPr>
            <a:spLocks noChangeAspect="1"/>
          </p:cNvSpPr>
          <p:nvPr>
            <p:custDataLst>
              <p:tags r:id="rId6"/>
            </p:custDataLst>
          </p:nvPr>
        </p:nvSpPr>
        <p:spPr>
          <a:xfrm>
            <a:off x="1114425" y="284988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1" name="椭圆 10"/>
          <p:cNvSpPr>
            <a:spLocks noChangeAspect="1"/>
          </p:cNvSpPr>
          <p:nvPr>
            <p:custDataLst>
              <p:tags r:id="rId7"/>
            </p:custDataLst>
          </p:nvPr>
        </p:nvSpPr>
        <p:spPr>
          <a:xfrm>
            <a:off x="1114425" y="37071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2" name="椭圆 11"/>
          <p:cNvSpPr>
            <a:spLocks noChangeAspect="1"/>
          </p:cNvSpPr>
          <p:nvPr>
            <p:custDataLst>
              <p:tags r:id="rId8"/>
            </p:custDataLst>
          </p:nvPr>
        </p:nvSpPr>
        <p:spPr>
          <a:xfrm>
            <a:off x="1114425" y="4564380"/>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9"/>
            </p:custDataLst>
          </p:nvPr>
        </p:nvSpPr>
        <p:spPr>
          <a:xfrm>
            <a:off x="1114425" y="54216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4" name="圆角矩形 13"/>
          <p:cNvSpPr/>
          <p:nvPr>
            <p:custDataLst>
              <p:tags r:id="rId10"/>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19" name="组合 18"/>
          <p:cNvGrpSpPr/>
          <p:nvPr>
            <p:custDataLst>
              <p:tags r:id="rId11"/>
            </p:custDataLst>
          </p:nvPr>
        </p:nvGrpSpPr>
        <p:grpSpPr>
          <a:xfrm>
            <a:off x="0" y="0"/>
            <a:ext cx="9144000" cy="635000"/>
            <a:chOff x="0" y="0"/>
            <a:chExt cx="14400" cy="1000"/>
          </a:xfrm>
        </p:grpSpPr>
        <p:sp>
          <p:nvSpPr>
            <p:cNvPr id="15" name="TitleBackground"/>
            <p:cNvSpPr/>
            <p:nvPr>
              <p:custDataLst>
                <p:tags r:id="rId12"/>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ColorBlock"/>
            <p:cNvSpPr/>
            <p:nvPr>
              <p:custDataLst>
                <p:tags r:id="rId13"/>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TypeText"/>
            <p:cNvSpPr txBox="1"/>
            <p:nvPr>
              <p:custDataLst>
                <p:tags r:id="rId14"/>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8" name="TipText"/>
            <p:cNvSpPr txBox="1"/>
            <p:nvPr>
              <p:custDataLst>
                <p:tags r:id="rId15"/>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4" name="图片 3" descr="tmp3070"/>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
        <p:nvSpPr>
          <p:cNvPr id="3" name="椭圆 2"/>
          <p:cNvSpPr/>
          <p:nvPr>
            <p:custDataLst>
              <p:tags r:id="rId18"/>
            </p:custDataLst>
          </p:nvPr>
        </p:nvSpPr>
        <p:spPr>
          <a:xfrm>
            <a:off x="1116965" y="2841625"/>
            <a:ext cx="511810" cy="532765"/>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ltLang="zh-CN" sz="1600">
                <a:solidFill>
                  <a:srgbClr val="FFFFFF"/>
                </a:solidFill>
                <a:latin typeface="微软雅黑" panose="020B0503020204020204" pitchFamily="34" charset="-122"/>
                <a:ea typeface="微软雅黑" panose="020B0503020204020204" pitchFamily="34" charset="-122"/>
                <a:sym typeface="+mn-ea"/>
              </a:rPr>
              <a:t>A</a:t>
            </a:r>
            <a:endParaRPr lang="en-US" altLang="zh-CN" sz="1600">
              <a:solidFill>
                <a:srgbClr val="FFFFFF"/>
              </a:solidFill>
              <a:latin typeface="微软雅黑" panose="020B0503020204020204" pitchFamily="34" charset="-122"/>
              <a:ea typeface="微软雅黑" panose="020B0503020204020204" pitchFamily="34" charset="-122"/>
              <a:sym typeface="+mn-ea"/>
            </a:endParaRPr>
          </a:p>
        </p:txBody>
      </p:sp>
    </p:spTree>
    <p:custDataLst>
      <p:tags r:id="rId19"/>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zh-CN" smtClean="0"/>
              <a:t>AVL</a:t>
            </a:r>
            <a:r>
              <a:rPr lang="zh-CN" altLang="en-US" smtClean="0"/>
              <a:t>树的描述</a:t>
            </a:r>
            <a:endParaRPr lang="zh-CN" altLang="en-US" smtClean="0"/>
          </a:p>
        </p:txBody>
      </p:sp>
      <p:sp>
        <p:nvSpPr>
          <p:cNvPr id="68611" name="Rectangle 3"/>
          <p:cNvSpPr>
            <a:spLocks noGrp="1" noChangeArrowheads="1"/>
          </p:cNvSpPr>
          <p:nvPr>
            <p:ph idx="1"/>
          </p:nvPr>
        </p:nvSpPr>
        <p:spPr/>
        <p:txBody>
          <a:bodyPr/>
          <a:lstStyle/>
          <a:p>
            <a:r>
              <a:rPr lang="zh-CN" altLang="en-US" smtClean="0"/>
              <a:t>与</a:t>
            </a:r>
            <a:r>
              <a:rPr lang="en-US" altLang="zh-CN" smtClean="0"/>
              <a:t>BSTree</a:t>
            </a:r>
            <a:r>
              <a:rPr lang="zh-CN" altLang="en-US" smtClean="0"/>
              <a:t>类相似，增加平衡因子域</a:t>
            </a:r>
            <a:r>
              <a:rPr lang="en-US" altLang="zh-CN" smtClean="0"/>
              <a:t>bf</a:t>
            </a:r>
            <a:endParaRPr lang="en-US" altLang="zh-CN" smtClean="0"/>
          </a:p>
          <a:p>
            <a:pPr lvl="1"/>
            <a:r>
              <a:rPr lang="zh-CN" altLang="en-US" smtClean="0"/>
              <a:t>左子树的高度</a:t>
            </a:r>
            <a:r>
              <a:rPr lang="en-US" altLang="zh-CN" smtClean="0"/>
              <a:t>-</a:t>
            </a:r>
            <a:r>
              <a:rPr lang="zh-CN" altLang="en-US" smtClean="0"/>
              <a:t>右子树的高度</a:t>
            </a:r>
            <a:endParaRPr lang="zh-CN" altLang="en-US" smtClean="0"/>
          </a:p>
        </p:txBody>
      </p:sp>
      <p:sp>
        <p:nvSpPr>
          <p:cNvPr id="6861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6A85391-3288-4054-AA2C-A5C27825BF1F}" type="slidenum">
              <a:rPr lang="en-US" altLang="en-US">
                <a:solidFill>
                  <a:srgbClr val="4B4B4B"/>
                </a:solidFill>
              </a:rPr>
            </a:fld>
            <a:endParaRPr lang="en-US" altLang="en-US">
              <a:solidFill>
                <a:srgbClr val="4B4B4B"/>
              </a:solidFill>
            </a:endParaRPr>
          </a:p>
        </p:txBody>
      </p:sp>
      <p:pic>
        <p:nvPicPr>
          <p:cNvPr id="68612" name="Picture 4" descr="avl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145578" y="3048001"/>
            <a:ext cx="8574723" cy="2270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smtClean="0"/>
              <a:t>请写出下述各节点的平衡因子</a:t>
            </a:r>
            <a:endParaRPr lang="zh-CN" altLang="en-US" smtClean="0"/>
          </a:p>
        </p:txBody>
      </p:sp>
      <p:sp>
        <p:nvSpPr>
          <p:cNvPr id="6963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1191E5A-8993-41A9-A4FB-FA866A0C8E1B}" type="slidenum">
              <a:rPr lang="en-US" altLang="en-US">
                <a:solidFill>
                  <a:srgbClr val="4B4B4B"/>
                </a:solidFill>
              </a:rPr>
            </a:fld>
            <a:endParaRPr lang="en-US" altLang="en-US">
              <a:solidFill>
                <a:srgbClr val="4B4B4B"/>
              </a:solidFill>
            </a:endParaRPr>
          </a:p>
        </p:txBody>
      </p:sp>
      <p:pic>
        <p:nvPicPr>
          <p:cNvPr id="69635" name="Picture 4" descr="bst"/>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415924" y="1580357"/>
            <a:ext cx="8342313"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6" name="Picture 5" descr="bstins"/>
          <p:cNvPicPr>
            <a:picLocks noChangeAspect="1" noChangeArrowheads="1"/>
          </p:cNvPicPr>
          <p:nvPr/>
        </p:nvPicPr>
        <p:blipFill>
          <a:blip r:embed="rId2">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1142998" y="3894535"/>
            <a:ext cx="6888163"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椭圆 6"/>
          <p:cNvSpPr/>
          <p:nvPr/>
        </p:nvSpPr>
        <p:spPr>
          <a:xfrm>
            <a:off x="3879988" y="5308618"/>
            <a:ext cx="534580" cy="56159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80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6539105" y="5295033"/>
            <a:ext cx="562960" cy="56159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35</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3"/>
    </p:custData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en-US" altLang="zh-CN" smtClean="0"/>
              <a:t>AVL</a:t>
            </a:r>
            <a:r>
              <a:rPr lang="zh-CN" altLang="en-US" smtClean="0"/>
              <a:t>搜索</a:t>
            </a:r>
            <a:endParaRPr lang="zh-CN" altLang="en-US" smtClean="0"/>
          </a:p>
        </p:txBody>
      </p:sp>
      <p:sp>
        <p:nvSpPr>
          <p:cNvPr id="70659" name="内容占位符 2"/>
          <p:cNvSpPr>
            <a:spLocks noGrp="1"/>
          </p:cNvSpPr>
          <p:nvPr>
            <p:ph idx="1"/>
          </p:nvPr>
        </p:nvSpPr>
        <p:spPr/>
        <p:txBody>
          <a:bodyPr/>
          <a:lstStyle/>
          <a:p>
            <a:r>
              <a:rPr lang="zh-CN" altLang="en-US" smtClean="0"/>
              <a:t>与一般的二叉搜索树一致</a:t>
            </a:r>
            <a:endParaRPr lang="en-US" altLang="zh-CN" smtClean="0"/>
          </a:p>
          <a:p>
            <a:pPr lvl="1"/>
            <a:r>
              <a:rPr lang="zh-CN" altLang="en-US" smtClean="0"/>
              <a:t>从根节点开始将</a:t>
            </a:r>
            <a:r>
              <a:rPr lang="en-US" altLang="zh-CN" smtClean="0"/>
              <a:t>key</a:t>
            </a:r>
            <a:r>
              <a:rPr lang="zh-CN" altLang="en-US" smtClean="0"/>
              <a:t>与节点值比较</a:t>
            </a:r>
            <a:endParaRPr lang="en-US" altLang="zh-CN" smtClean="0"/>
          </a:p>
          <a:p>
            <a:pPr lvl="1"/>
            <a:r>
              <a:rPr lang="zh-CN" altLang="en-US" smtClean="0"/>
              <a:t>如果</a:t>
            </a:r>
            <a:r>
              <a:rPr lang="en-US" altLang="zh-CN" smtClean="0"/>
              <a:t>key</a:t>
            </a:r>
            <a:r>
              <a:rPr lang="zh-CN" altLang="en-US" smtClean="0"/>
              <a:t>小于节点值，进入左子树；</a:t>
            </a:r>
            <a:endParaRPr lang="en-US" altLang="zh-CN" smtClean="0"/>
          </a:p>
          <a:p>
            <a:pPr lvl="1"/>
            <a:r>
              <a:rPr lang="zh-CN" altLang="en-US" smtClean="0"/>
              <a:t>如果</a:t>
            </a:r>
            <a:r>
              <a:rPr lang="en-US" altLang="zh-CN" smtClean="0"/>
              <a:t>key</a:t>
            </a:r>
            <a:r>
              <a:rPr lang="zh-CN" altLang="en-US" smtClean="0"/>
              <a:t>大于节点值，进入右子树；</a:t>
            </a:r>
            <a:endParaRPr lang="en-US" altLang="zh-CN" smtClean="0"/>
          </a:p>
          <a:p>
            <a:pPr lvl="1"/>
            <a:r>
              <a:rPr lang="zh-CN" altLang="en-US" smtClean="0"/>
              <a:t>直到找到或子树为空停止。</a:t>
            </a:r>
            <a:endParaRPr lang="en-US" altLang="zh-CN" smtClean="0"/>
          </a:p>
          <a:p>
            <a:endParaRPr lang="zh-CN" altLang="en-US" smtClean="0"/>
          </a:p>
        </p:txBody>
      </p:sp>
      <p:sp>
        <p:nvSpPr>
          <p:cNvPr id="706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B7D779-55BD-4103-AA35-011CE1CFD23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zh-CN" smtClean="0"/>
              <a:t>AVL</a:t>
            </a:r>
            <a:r>
              <a:rPr lang="zh-CN" altLang="en-US" smtClean="0"/>
              <a:t>插入</a:t>
            </a:r>
            <a:endParaRPr lang="zh-CN" altLang="en-US" smtClean="0"/>
          </a:p>
        </p:txBody>
      </p:sp>
      <p:sp>
        <p:nvSpPr>
          <p:cNvPr id="71683" name="Rectangle 3"/>
          <p:cNvSpPr>
            <a:spLocks noGrp="1" noChangeArrowheads="1"/>
          </p:cNvSpPr>
          <p:nvPr>
            <p:ph idx="1"/>
          </p:nvPr>
        </p:nvSpPr>
        <p:spPr/>
        <p:txBody>
          <a:bodyPr/>
          <a:lstStyle/>
          <a:p>
            <a:r>
              <a:rPr lang="zh-CN" altLang="en-US" smtClean="0"/>
              <a:t>首先利用二叉搜索树的插入算法</a:t>
            </a:r>
            <a:endParaRPr lang="zh-CN" altLang="en-US" smtClean="0"/>
          </a:p>
          <a:p>
            <a:r>
              <a:rPr lang="zh-CN" altLang="en-US" smtClean="0"/>
              <a:t>可能出现不平衡的情况</a:t>
            </a:r>
            <a:r>
              <a:rPr lang="zh-CN" altLang="en-US" smtClean="0">
                <a:sym typeface="Wingdings" panose="05000000000000000000" pitchFamily="2" charset="2"/>
              </a:rPr>
              <a:t></a:t>
            </a:r>
            <a:r>
              <a:rPr lang="zh-CN" altLang="en-US" smtClean="0"/>
              <a:t>调整结构</a:t>
            </a:r>
            <a:endParaRPr lang="zh-CN" altLang="en-US" smtClean="0"/>
          </a:p>
        </p:txBody>
      </p:sp>
      <p:sp>
        <p:nvSpPr>
          <p:cNvPr id="7168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1D28CB6-38F3-4FB1-9034-693CA2A44FA2}" type="slidenum">
              <a:rPr lang="en-US" altLang="en-US">
                <a:solidFill>
                  <a:srgbClr val="4B4B4B"/>
                </a:solidFill>
              </a:rPr>
            </a:fld>
            <a:endParaRPr lang="en-US" altLang="en-US">
              <a:solidFill>
                <a:srgbClr val="4B4B4B"/>
              </a:solidFill>
            </a:endParaRPr>
          </a:p>
        </p:txBody>
      </p:sp>
      <p:pic>
        <p:nvPicPr>
          <p:cNvPr id="71684" name="Picture 4" descr="avlins1"/>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152400" y="3039268"/>
            <a:ext cx="8839200" cy="316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Text Box 5"/>
          <p:cNvSpPr txBox="1">
            <a:spLocks noChangeArrowheads="1"/>
          </p:cNvSpPr>
          <p:nvPr/>
        </p:nvSpPr>
        <p:spPr bwMode="ltGray">
          <a:xfrm>
            <a:off x="3162300" y="3431383"/>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a:solidFill>
                  <a:srgbClr val="FF0000"/>
                </a:solidFill>
              </a:rPr>
              <a:t>插入</a:t>
            </a:r>
            <a:r>
              <a:rPr lang="en-US" altLang="zh-CN" dirty="0">
                <a:solidFill>
                  <a:srgbClr val="FF0000"/>
                </a:solidFill>
              </a:rPr>
              <a:t>32</a:t>
            </a:r>
            <a:r>
              <a:rPr lang="zh-CN" altLang="en-US" dirty="0">
                <a:solidFill>
                  <a:srgbClr val="FF0000"/>
                </a:solidFill>
              </a:rPr>
              <a:t>后的调整</a:t>
            </a:r>
            <a:endParaRPr lang="zh-CN" altLang="en-US" dirty="0">
              <a:solidFill>
                <a:srgbClr val="FF0000"/>
              </a:solidFill>
            </a:endParaRPr>
          </a:p>
        </p:txBody>
      </p:sp>
      <p:sp>
        <p:nvSpPr>
          <p:cNvPr id="71686" name="Line 6"/>
          <p:cNvSpPr>
            <a:spLocks noChangeShapeType="1"/>
          </p:cNvSpPr>
          <p:nvPr/>
        </p:nvSpPr>
        <p:spPr bwMode="ltGray">
          <a:xfrm>
            <a:off x="3352800" y="3276600"/>
            <a:ext cx="213360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zh-CN" altLang="en-US" smtClean="0"/>
              <a:t>插入导致的不平衡树的特性</a:t>
            </a:r>
            <a:endParaRPr lang="zh-CN" altLang="en-US" smtClean="0"/>
          </a:p>
        </p:txBody>
      </p:sp>
      <p:sp>
        <p:nvSpPr>
          <p:cNvPr id="72707" name="Rectangle 3"/>
          <p:cNvSpPr>
            <a:spLocks noGrp="1" noChangeArrowheads="1"/>
          </p:cNvSpPr>
          <p:nvPr>
            <p:ph idx="1"/>
          </p:nvPr>
        </p:nvSpPr>
        <p:spPr/>
        <p:txBody>
          <a:bodyPr/>
          <a:lstStyle/>
          <a:p>
            <a:pPr marL="533400" indent="-533400">
              <a:buFont typeface="Wingdings" panose="05000000000000000000" pitchFamily="2" charset="2"/>
              <a:buAutoNum type="arabicParenR"/>
            </a:pPr>
            <a:r>
              <a:rPr lang="zh-CN" altLang="en-US" dirty="0" smtClean="0"/>
              <a:t>不平衡树中的平衡因子的值限于</a:t>
            </a:r>
            <a:r>
              <a:rPr lang="en-US" altLang="zh-CN" dirty="0" smtClean="0"/>
              <a:t>-2</a:t>
            </a:r>
            <a:r>
              <a:rPr lang="zh-CN" altLang="en-US" dirty="0" smtClean="0"/>
              <a:t>，</a:t>
            </a:r>
            <a:r>
              <a:rPr lang="en-US" altLang="zh-CN" dirty="0" smtClean="0"/>
              <a:t>-1</a:t>
            </a:r>
            <a:r>
              <a:rPr lang="zh-CN" altLang="en-US" dirty="0" smtClean="0"/>
              <a:t>，</a:t>
            </a:r>
            <a:r>
              <a:rPr lang="en-US" altLang="zh-CN" dirty="0" smtClean="0"/>
              <a:t>0</a:t>
            </a:r>
            <a:r>
              <a:rPr lang="zh-CN" altLang="en-US" dirty="0" smtClean="0"/>
              <a:t>，</a:t>
            </a:r>
            <a:r>
              <a:rPr lang="en-US" altLang="zh-CN" dirty="0" smtClean="0"/>
              <a:t>1</a:t>
            </a:r>
            <a:r>
              <a:rPr lang="zh-CN" altLang="en-US" dirty="0" smtClean="0"/>
              <a:t>和</a:t>
            </a:r>
            <a:r>
              <a:rPr lang="en-US" altLang="zh-CN" dirty="0" smtClean="0"/>
              <a:t>2</a:t>
            </a:r>
            <a:endParaRPr lang="en-US" altLang="zh-CN" dirty="0" smtClean="0"/>
          </a:p>
          <a:p>
            <a:pPr marL="533400" indent="-533400">
              <a:buFont typeface="Wingdings" panose="05000000000000000000" pitchFamily="2" charset="2"/>
              <a:buAutoNum type="arabicParenR"/>
            </a:pPr>
            <a:r>
              <a:rPr lang="zh-CN" altLang="en-US" dirty="0" smtClean="0"/>
              <a:t>平衡因子值为</a:t>
            </a:r>
            <a:r>
              <a:rPr lang="en-US" altLang="zh-CN" dirty="0" smtClean="0"/>
              <a:t>2</a:t>
            </a:r>
            <a:r>
              <a:rPr lang="zh-CN" altLang="en-US" dirty="0" smtClean="0"/>
              <a:t>的节点，在插入前其平衡因子为</a:t>
            </a:r>
            <a:r>
              <a:rPr lang="en-US" altLang="zh-CN" dirty="0" smtClean="0"/>
              <a:t>1</a:t>
            </a:r>
            <a:r>
              <a:rPr lang="zh-CN" altLang="en-US" dirty="0" smtClean="0"/>
              <a:t>；类似的，平衡因子值为</a:t>
            </a:r>
            <a:r>
              <a:rPr lang="en-US" altLang="zh-CN" dirty="0" smtClean="0"/>
              <a:t>-2</a:t>
            </a:r>
            <a:r>
              <a:rPr lang="zh-CN" altLang="en-US" dirty="0" smtClean="0"/>
              <a:t>的，插入前为</a:t>
            </a:r>
            <a:r>
              <a:rPr lang="en-US" altLang="zh-CN" dirty="0" smtClean="0"/>
              <a:t>-1</a:t>
            </a:r>
            <a:endParaRPr lang="en-US" altLang="zh-CN" dirty="0" smtClean="0"/>
          </a:p>
          <a:p>
            <a:pPr marL="609600" indent="-609600">
              <a:buFont typeface="Wingdings" panose="05000000000000000000" pitchFamily="2" charset="2"/>
              <a:buAutoNum type="arabicParenR" startAt="3"/>
            </a:pPr>
            <a:r>
              <a:rPr lang="zh-CN" altLang="en-US" dirty="0"/>
              <a:t>只有从根到新插入节点路径上的节点，其平衡因子才会在插入操作后发生改变</a:t>
            </a:r>
            <a:endParaRPr lang="zh-CN" altLang="en-US" dirty="0"/>
          </a:p>
          <a:p>
            <a:pPr marL="609600" indent="-609600">
              <a:buFont typeface="Wingdings" panose="05000000000000000000" pitchFamily="2" charset="2"/>
              <a:buAutoNum type="arabicParenR" startAt="3"/>
            </a:pPr>
            <a:r>
              <a:rPr lang="zh-CN" altLang="en-US" dirty="0">
                <a:solidFill>
                  <a:schemeClr val="accent1"/>
                </a:solidFill>
                <a:effectLst>
                  <a:outerShdw blurRad="38100" dist="25400" dir="5400000" algn="ctr" rotWithShape="0">
                    <a:srgbClr val="6E747A">
                      <a:alpha val="43000"/>
                    </a:srgbClr>
                  </a:outerShdw>
                </a:effectLst>
              </a:rPr>
              <a:t>假设</a:t>
            </a:r>
            <a:r>
              <a:rPr lang="en-US" altLang="zh-CN" i="1" dirty="0">
                <a:solidFill>
                  <a:srgbClr val="FF0000"/>
                </a:solidFill>
                <a:effectLst>
                  <a:outerShdw blurRad="38100" dist="25400" dir="5400000" algn="ctr" rotWithShape="0">
                    <a:srgbClr val="6E747A">
                      <a:alpha val="43000"/>
                    </a:srgbClr>
                  </a:outerShdw>
                </a:effectLst>
              </a:rPr>
              <a:t>A</a:t>
            </a:r>
            <a:r>
              <a:rPr lang="zh-CN" altLang="en-US" dirty="0">
                <a:solidFill>
                  <a:schemeClr val="accent1"/>
                </a:solidFill>
                <a:effectLst>
                  <a:outerShdw blurRad="38100" dist="25400" dir="5400000" algn="ctr" rotWithShape="0">
                    <a:srgbClr val="6E747A">
                      <a:alpha val="43000"/>
                    </a:srgbClr>
                  </a:outerShdw>
                </a:effectLst>
              </a:rPr>
              <a:t>是离新插入节点</a:t>
            </a:r>
            <a:r>
              <a:rPr lang="zh-CN" altLang="en-US" dirty="0">
                <a:solidFill>
                  <a:srgbClr val="FF0000"/>
                </a:solidFill>
                <a:effectLst>
                  <a:outerShdw blurRad="38100" dist="25400" dir="5400000" algn="ctr" rotWithShape="0">
                    <a:srgbClr val="6E747A">
                      <a:alpha val="43000"/>
                    </a:srgbClr>
                  </a:outerShdw>
                </a:effectLst>
              </a:rPr>
              <a:t>最近的</a:t>
            </a:r>
            <a:r>
              <a:rPr lang="zh-CN" altLang="en-US" dirty="0">
                <a:solidFill>
                  <a:schemeClr val="accent1"/>
                </a:solidFill>
                <a:effectLst>
                  <a:outerShdw blurRad="38100" dist="25400" dir="5400000" algn="ctr" rotWithShape="0">
                    <a:srgbClr val="6E747A">
                      <a:alpha val="43000"/>
                    </a:srgbClr>
                  </a:outerShdw>
                </a:effectLst>
              </a:rPr>
              <a:t>，平衡因子为</a:t>
            </a:r>
            <a:r>
              <a:rPr lang="en-US" altLang="zh-CN" dirty="0">
                <a:solidFill>
                  <a:schemeClr val="accent1"/>
                </a:solidFill>
                <a:effectLst>
                  <a:outerShdw blurRad="38100" dist="25400" dir="5400000" algn="ctr" rotWithShape="0">
                    <a:srgbClr val="6E747A">
                      <a:alpha val="43000"/>
                    </a:srgbClr>
                  </a:outerShdw>
                </a:effectLst>
              </a:rPr>
              <a:t>-2</a:t>
            </a:r>
            <a:r>
              <a:rPr lang="zh-CN" altLang="en-US" dirty="0">
                <a:solidFill>
                  <a:schemeClr val="accent1"/>
                </a:solidFill>
                <a:effectLst>
                  <a:outerShdw blurRad="38100" dist="25400" dir="5400000" algn="ctr" rotWithShape="0">
                    <a:srgbClr val="6E747A">
                      <a:alpha val="43000"/>
                    </a:srgbClr>
                  </a:outerShdw>
                </a:effectLst>
              </a:rPr>
              <a:t>或</a:t>
            </a:r>
            <a:r>
              <a:rPr lang="en-US" altLang="zh-CN" dirty="0">
                <a:solidFill>
                  <a:schemeClr val="accent1"/>
                </a:solidFill>
                <a:effectLst>
                  <a:outerShdw blurRad="38100" dist="25400" dir="5400000" algn="ctr" rotWithShape="0">
                    <a:srgbClr val="6E747A">
                      <a:alpha val="43000"/>
                    </a:srgbClr>
                  </a:outerShdw>
                </a:effectLst>
              </a:rPr>
              <a:t>2</a:t>
            </a:r>
            <a:r>
              <a:rPr lang="zh-CN" altLang="en-US" dirty="0">
                <a:solidFill>
                  <a:schemeClr val="accent1"/>
                </a:solidFill>
                <a:effectLst>
                  <a:outerShdw blurRad="38100" dist="25400" dir="5400000" algn="ctr" rotWithShape="0">
                    <a:srgbClr val="6E747A">
                      <a:alpha val="43000"/>
                    </a:srgbClr>
                  </a:outerShdw>
                </a:effectLst>
              </a:rPr>
              <a:t>的新节点的祖先</a:t>
            </a:r>
            <a:r>
              <a:rPr lang="zh-CN" altLang="en-US" dirty="0">
                <a:solidFill>
                  <a:schemeClr val="accent1"/>
                </a:solidFill>
                <a:effectLst>
                  <a:outerShdw blurRad="38100" dist="25400" dir="5400000" algn="ctr" rotWithShape="0">
                    <a:srgbClr val="6E747A">
                      <a:alpha val="43000"/>
                    </a:srgbClr>
                  </a:outerShdw>
                </a:effectLst>
                <a:sym typeface="+mn-ea"/>
              </a:rPr>
              <a:t>节点</a:t>
            </a:r>
            <a:r>
              <a:rPr lang="zh-CN" altLang="en-US" dirty="0">
                <a:solidFill>
                  <a:schemeClr val="accent1"/>
                </a:solidFill>
                <a:effectLst>
                  <a:outerShdw blurRad="38100" dist="25400" dir="5400000" algn="ctr" rotWithShape="0">
                    <a:srgbClr val="6E747A">
                      <a:alpha val="43000"/>
                    </a:srgbClr>
                  </a:outerShdw>
                </a:effectLst>
              </a:rPr>
              <a:t>，则在插入前，从</a:t>
            </a:r>
            <a:r>
              <a:rPr lang="en-US" altLang="zh-CN" i="1" dirty="0">
                <a:solidFill>
                  <a:schemeClr val="accent1"/>
                </a:solidFill>
                <a:effectLst>
                  <a:outerShdw blurRad="38100" dist="25400" dir="5400000" algn="ctr" rotWithShape="0">
                    <a:srgbClr val="6E747A">
                      <a:alpha val="43000"/>
                    </a:srgbClr>
                  </a:outerShdw>
                </a:effectLst>
              </a:rPr>
              <a:t>A</a:t>
            </a:r>
            <a:r>
              <a:rPr lang="zh-CN" altLang="en-US" dirty="0">
                <a:solidFill>
                  <a:schemeClr val="accent1"/>
                </a:solidFill>
                <a:effectLst>
                  <a:outerShdw blurRad="38100" dist="25400" dir="5400000" algn="ctr" rotWithShape="0">
                    <a:srgbClr val="6E747A">
                      <a:alpha val="43000"/>
                    </a:srgbClr>
                  </a:outerShdw>
                </a:effectLst>
              </a:rPr>
              <a:t>到新插入节点的路径上，所有节点的平衡因子都是</a:t>
            </a:r>
            <a:r>
              <a:rPr lang="en-US" altLang="zh-CN" dirty="0">
                <a:solidFill>
                  <a:srgbClr val="FF0000"/>
                </a:solidFill>
                <a:effectLst>
                  <a:outerShdw blurRad="38100" dist="25400" dir="5400000" algn="ctr" rotWithShape="0">
                    <a:srgbClr val="6E747A">
                      <a:alpha val="43000"/>
                    </a:srgbClr>
                  </a:outerShdw>
                </a:effectLst>
              </a:rPr>
              <a:t>0</a:t>
            </a:r>
            <a:endParaRPr lang="en-US" altLang="zh-CN" dirty="0">
              <a:solidFill>
                <a:schemeClr val="accent1"/>
              </a:solidFill>
              <a:effectLst>
                <a:outerShdw blurRad="38100" dist="25400" dir="5400000" algn="ctr" rotWithShape="0">
                  <a:srgbClr val="6E747A">
                    <a:alpha val="43000"/>
                  </a:srgbClr>
                </a:outerShdw>
              </a:effectLst>
            </a:endParaRPr>
          </a:p>
          <a:p>
            <a:pPr marL="0" indent="0">
              <a:buNone/>
            </a:pPr>
            <a:endParaRPr lang="en-US" altLang="zh-CN" dirty="0" smtClean="0">
              <a:solidFill>
                <a:schemeClr val="accent1"/>
              </a:solidFill>
              <a:effectLst>
                <a:outerShdw blurRad="38100" dist="25400" dir="5400000" algn="ctr" rotWithShape="0">
                  <a:srgbClr val="6E747A">
                    <a:alpha val="43000"/>
                  </a:srgbClr>
                </a:outerShdw>
              </a:effectLst>
            </a:endParaRPr>
          </a:p>
        </p:txBody>
      </p:sp>
      <p:sp>
        <p:nvSpPr>
          <p:cNvPr id="7270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7148B7-FBBA-44D5-9372-C6E8CE08057C}"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smtClean="0"/>
              <a:t>寻找“</a:t>
            </a:r>
            <a:r>
              <a:rPr lang="en-US" altLang="zh-CN" smtClean="0"/>
              <a:t>A”</a:t>
            </a:r>
            <a:r>
              <a:rPr lang="zh-CN" altLang="en-US" smtClean="0"/>
              <a:t>－寻找“</a:t>
            </a:r>
            <a:r>
              <a:rPr lang="en-US" altLang="zh-CN" smtClean="0"/>
              <a:t>X”</a:t>
            </a:r>
            <a:endParaRPr lang="en-US" altLang="zh-CN" smtClean="0"/>
          </a:p>
        </p:txBody>
      </p:sp>
      <p:sp>
        <p:nvSpPr>
          <p:cNvPr id="74755" name="Rectangle 3"/>
          <p:cNvSpPr>
            <a:spLocks noGrp="1" noChangeArrowheads="1"/>
          </p:cNvSpPr>
          <p:nvPr>
            <p:ph idx="1"/>
          </p:nvPr>
        </p:nvSpPr>
        <p:spPr/>
        <p:txBody>
          <a:bodyPr/>
          <a:lstStyle/>
          <a:p>
            <a:r>
              <a:rPr lang="zh-CN" altLang="en-US" dirty="0" smtClean="0"/>
              <a:t>插入操作前，</a:t>
            </a:r>
            <a:r>
              <a:rPr lang="en-US" altLang="zh-CN" dirty="0" smtClean="0"/>
              <a:t>bf(A)</a:t>
            </a:r>
            <a:r>
              <a:rPr lang="zh-CN" altLang="en-US" dirty="0" smtClean="0"/>
              <a:t>必然为</a:t>
            </a:r>
            <a:r>
              <a:rPr lang="en-US" altLang="zh-CN" dirty="0" smtClean="0"/>
              <a:t>1</a:t>
            </a:r>
            <a:r>
              <a:rPr lang="zh-CN" altLang="en-US" dirty="0" smtClean="0"/>
              <a:t>或</a:t>
            </a:r>
            <a:r>
              <a:rPr lang="en-US" altLang="zh-CN" dirty="0" smtClean="0"/>
              <a:t>-1</a:t>
            </a:r>
            <a:endParaRPr lang="en-US" altLang="zh-CN" dirty="0" smtClean="0"/>
          </a:p>
          <a:p>
            <a:r>
              <a:rPr lang="en-US" altLang="zh-CN" dirty="0" smtClean="0"/>
              <a:t>X——</a:t>
            </a:r>
            <a:r>
              <a:rPr lang="zh-CN" altLang="en-US" dirty="0" smtClean="0"/>
              <a:t>这样的节点中的“最后”一个</a:t>
            </a:r>
            <a:endParaRPr lang="zh-CN" altLang="en-US" dirty="0" smtClean="0"/>
          </a:p>
          <a:p>
            <a:r>
              <a:rPr lang="en-US" altLang="zh-CN" dirty="0" smtClean="0"/>
              <a:t>32</a:t>
            </a:r>
            <a:r>
              <a:rPr lang="zh-CN" altLang="en-US" dirty="0" smtClean="0"/>
              <a:t>插入图，</a:t>
            </a:r>
            <a:r>
              <a:rPr lang="en-US" altLang="zh-CN" dirty="0" smtClean="0"/>
              <a:t>X——40</a:t>
            </a:r>
            <a:endParaRPr lang="en-US" altLang="zh-CN" dirty="0" smtClean="0"/>
          </a:p>
        </p:txBody>
      </p:sp>
      <p:sp>
        <p:nvSpPr>
          <p:cNvPr id="7475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FA6BC7C-A9B5-4538-A7EC-B1EE64853D78}" type="slidenum">
              <a:rPr lang="en-US" altLang="en-US">
                <a:solidFill>
                  <a:srgbClr val="4B4B4B"/>
                </a:solidFill>
              </a:rPr>
            </a:fld>
            <a:endParaRPr lang="en-US" altLang="en-US">
              <a:solidFill>
                <a:srgbClr val="4B4B4B"/>
              </a:solidFill>
            </a:endParaRPr>
          </a:p>
        </p:txBody>
      </p:sp>
      <p:pic>
        <p:nvPicPr>
          <p:cNvPr id="74756" name="Picture 5" descr="avl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l="58343"/>
          <a:stretch>
            <a:fillRect/>
          </a:stretch>
        </p:blipFill>
        <p:spPr bwMode="auto">
          <a:xfrm>
            <a:off x="1344295" y="3429000"/>
            <a:ext cx="3227705"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smtClean="0"/>
              <a:t>寻找“</a:t>
            </a:r>
            <a:r>
              <a:rPr lang="en-US" altLang="zh-CN" smtClean="0"/>
              <a:t>A” </a:t>
            </a:r>
            <a:r>
              <a:rPr lang="zh-CN" altLang="en-US" smtClean="0"/>
              <a:t>－寻找“</a:t>
            </a:r>
            <a:r>
              <a:rPr lang="en-US" altLang="zh-CN" smtClean="0"/>
              <a:t>X”</a:t>
            </a:r>
            <a:endParaRPr lang="en-US" altLang="zh-CN" smtClean="0"/>
          </a:p>
        </p:txBody>
      </p:sp>
      <p:sp>
        <p:nvSpPr>
          <p:cNvPr id="75779" name="Rectangle 3"/>
          <p:cNvSpPr>
            <a:spLocks noGrp="1" noChangeArrowheads="1"/>
          </p:cNvSpPr>
          <p:nvPr>
            <p:ph idx="1"/>
          </p:nvPr>
        </p:nvSpPr>
        <p:spPr/>
        <p:txBody>
          <a:bodyPr/>
          <a:lstStyle/>
          <a:p>
            <a:r>
              <a:rPr lang="zh-CN" altLang="en-US" dirty="0" smtClean="0">
                <a:sym typeface="+mn-ea"/>
              </a:rPr>
              <a:t>插入</a:t>
            </a:r>
            <a:r>
              <a:rPr lang="en-US" altLang="zh-CN" dirty="0" smtClean="0"/>
              <a:t>22</a:t>
            </a:r>
            <a:r>
              <a:rPr lang="zh-CN" altLang="en-US" dirty="0" smtClean="0"/>
              <a:t>、</a:t>
            </a:r>
            <a:r>
              <a:rPr lang="en-US" altLang="zh-CN" dirty="0" smtClean="0"/>
              <a:t>28</a:t>
            </a:r>
            <a:r>
              <a:rPr lang="zh-CN" altLang="en-US" dirty="0" smtClean="0"/>
              <a:t>、</a:t>
            </a:r>
            <a:r>
              <a:rPr lang="en-US" altLang="zh-CN" dirty="0" smtClean="0"/>
              <a:t>50</a:t>
            </a:r>
            <a:r>
              <a:rPr lang="zh-CN" altLang="en-US" dirty="0" smtClean="0"/>
              <a:t>，</a:t>
            </a:r>
            <a:r>
              <a:rPr lang="en-US" altLang="zh-CN" dirty="0" smtClean="0"/>
              <a:t>X——25</a:t>
            </a:r>
            <a:endParaRPr lang="en-US" altLang="zh-CN" dirty="0" smtClean="0"/>
          </a:p>
          <a:p>
            <a:r>
              <a:rPr lang="zh-CN" altLang="en-US" dirty="0" smtClean="0">
                <a:sym typeface="+mn-ea"/>
              </a:rPr>
              <a:t>插入</a:t>
            </a:r>
            <a:r>
              <a:rPr lang="en-US" altLang="zh-CN" dirty="0" smtClean="0"/>
              <a:t>10</a:t>
            </a:r>
            <a:r>
              <a:rPr lang="zh-CN" altLang="en-US" dirty="0" smtClean="0"/>
              <a:t>、</a:t>
            </a:r>
            <a:r>
              <a:rPr lang="en-US" altLang="zh-CN" dirty="0" smtClean="0"/>
              <a:t>14</a:t>
            </a:r>
            <a:r>
              <a:rPr lang="zh-CN" altLang="en-US" dirty="0" smtClean="0"/>
              <a:t>、</a:t>
            </a:r>
            <a:r>
              <a:rPr lang="en-US" altLang="zh-CN" dirty="0" smtClean="0"/>
              <a:t>16</a:t>
            </a:r>
            <a:r>
              <a:rPr lang="zh-CN" altLang="en-US" dirty="0" smtClean="0"/>
              <a:t>、</a:t>
            </a:r>
            <a:r>
              <a:rPr lang="en-US" altLang="zh-CN" dirty="0" smtClean="0"/>
              <a:t>19</a:t>
            </a:r>
            <a:r>
              <a:rPr lang="zh-CN" altLang="en-US" dirty="0" smtClean="0"/>
              <a:t>，</a:t>
            </a:r>
            <a:r>
              <a:rPr lang="en-US" altLang="zh-CN" dirty="0" smtClean="0"/>
              <a:t>X——</a:t>
            </a:r>
            <a:r>
              <a:rPr lang="zh-CN" altLang="en-US" dirty="0" smtClean="0"/>
              <a:t>不存在</a:t>
            </a:r>
            <a:endParaRPr lang="zh-CN" altLang="en-US" dirty="0" smtClean="0"/>
          </a:p>
          <a:p>
            <a:r>
              <a:rPr lang="en-US" altLang="zh-CN" dirty="0" smtClean="0"/>
              <a:t>X</a:t>
            </a:r>
            <a:r>
              <a:rPr lang="zh-CN" altLang="en-US" dirty="0" smtClean="0"/>
              <a:t>不存在</a:t>
            </a:r>
            <a:r>
              <a:rPr lang="en-US" altLang="zh-CN" dirty="0" smtClean="0"/>
              <a:t>——bf</a:t>
            </a:r>
            <a:r>
              <a:rPr lang="zh-CN" altLang="en-US" dirty="0" smtClean="0"/>
              <a:t>值全为</a:t>
            </a:r>
            <a:r>
              <a:rPr lang="en-US" altLang="zh-CN" dirty="0" smtClean="0"/>
              <a:t>0</a:t>
            </a:r>
            <a:r>
              <a:rPr lang="zh-CN" altLang="en-US" dirty="0" smtClean="0"/>
              <a:t>，插入不会导致不平衡</a:t>
            </a:r>
            <a:endParaRPr lang="zh-CN" altLang="en-US" dirty="0" smtClean="0"/>
          </a:p>
        </p:txBody>
      </p:sp>
      <p:sp>
        <p:nvSpPr>
          <p:cNvPr id="7578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D296E2A-A6DC-45B6-8D1C-6AAD677F3B6A}" type="slidenum">
              <a:rPr lang="en-US" altLang="en-US">
                <a:solidFill>
                  <a:srgbClr val="4B4B4B"/>
                </a:solidFill>
              </a:rPr>
            </a:fld>
            <a:endParaRPr lang="en-US" altLang="en-US">
              <a:solidFill>
                <a:srgbClr val="4B4B4B"/>
              </a:solidFill>
            </a:endParaRPr>
          </a:p>
        </p:txBody>
      </p:sp>
      <p:pic>
        <p:nvPicPr>
          <p:cNvPr id="75780" name="Picture 4" descr="avltree"/>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r="47173"/>
          <a:stretch>
            <a:fillRect/>
          </a:stretch>
        </p:blipFill>
        <p:spPr bwMode="auto">
          <a:xfrm>
            <a:off x="922655" y="3345815"/>
            <a:ext cx="4093210"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523865" y="3429000"/>
            <a:ext cx="3129915" cy="645160"/>
          </a:xfrm>
          <a:prstGeom prst="rect">
            <a:avLst/>
          </a:prstGeom>
          <a:noFill/>
        </p:spPr>
        <p:txBody>
          <a:bodyPr wrap="square" rtlCol="0" anchor="t">
            <a:spAutoFit/>
          </a:bodyPr>
          <a:p>
            <a:r>
              <a:rPr lang="zh-CN" altLang="en-US" dirty="0" smtClean="0">
                <a:sym typeface="+mn-ea"/>
              </a:rPr>
              <a:t>不平衡出现的</a:t>
            </a:r>
            <a:r>
              <a:rPr lang="zh-CN" altLang="en-US" dirty="0" smtClean="0">
                <a:sym typeface="+mn-ea"/>
              </a:rPr>
              <a:t>条件</a:t>
            </a:r>
            <a:endParaRPr lang="zh-CN" altLang="en-US" dirty="0" smtClean="0">
              <a:sym typeface="+mn-ea"/>
            </a:endParaRPr>
          </a:p>
          <a:p>
            <a:r>
              <a:rPr lang="en-US" altLang="zh-CN" dirty="0" smtClean="0">
                <a:sym typeface="+mn-ea"/>
              </a:rPr>
              <a:t>1.</a:t>
            </a:r>
            <a:r>
              <a:rPr lang="zh-CN" altLang="en-US" dirty="0" smtClean="0">
                <a:sym typeface="+mn-ea"/>
              </a:rPr>
              <a:t>插入</a:t>
            </a:r>
            <a:r>
              <a:rPr lang="en-US" altLang="zh-CN" dirty="0" smtClean="0">
                <a:sym typeface="+mn-ea"/>
              </a:rPr>
              <a:t>-1</a:t>
            </a:r>
            <a:r>
              <a:rPr lang="zh-CN" altLang="en-US" dirty="0" smtClean="0">
                <a:sym typeface="+mn-ea"/>
              </a:rPr>
              <a:t>的</a:t>
            </a:r>
            <a:r>
              <a:rPr lang="zh-CN" altLang="en-US" dirty="0" smtClean="0">
                <a:solidFill>
                  <a:srgbClr val="FF0000"/>
                </a:solidFill>
                <a:sym typeface="+mn-ea"/>
              </a:rPr>
              <a:t>右子</a:t>
            </a:r>
            <a:r>
              <a:rPr lang="zh-CN" altLang="en-US" dirty="0" smtClean="0">
                <a:sym typeface="+mn-ea"/>
              </a:rPr>
              <a:t>树</a:t>
            </a:r>
            <a:r>
              <a:rPr lang="en-US" altLang="zh-CN" dirty="0" smtClean="0">
                <a:sym typeface="+mn-ea"/>
              </a:rPr>
              <a:t>/1</a:t>
            </a:r>
            <a:r>
              <a:rPr lang="zh-CN" altLang="en-US" dirty="0" smtClean="0">
                <a:sym typeface="+mn-ea"/>
              </a:rPr>
              <a:t>的左</a:t>
            </a:r>
            <a:r>
              <a:rPr lang="zh-CN" altLang="en-US" dirty="0" smtClean="0">
                <a:sym typeface="+mn-ea"/>
              </a:rPr>
              <a:t>子树</a:t>
            </a:r>
            <a:endParaRPr lang="zh-CN" altLang="en-US" dirty="0" smtClean="0">
              <a:sym typeface="+mn-ea"/>
            </a:endParaRPr>
          </a:p>
        </p:txBody>
      </p:sp>
    </p:spTree>
    <p:custDataLst>
      <p:tags r:id="rId2"/>
    </p:custData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不平衡出现的</a:t>
            </a:r>
            <a:r>
              <a:rPr lang="zh-CN" altLang="en-US"/>
              <a:t>条件</a:t>
            </a:r>
            <a:endParaRPr lang="zh-CN" altLang="en-US"/>
          </a:p>
        </p:txBody>
      </p:sp>
      <p:sp>
        <p:nvSpPr>
          <p:cNvPr id="3" name="内容占位符 2"/>
          <p:cNvSpPr>
            <a:spLocks noGrp="1"/>
          </p:cNvSpPr>
          <p:nvPr>
            <p:ph idx="1"/>
          </p:nvPr>
        </p:nvSpPr>
        <p:spPr>
          <a:xfrm>
            <a:off x="628650" y="1490345"/>
            <a:ext cx="3942715" cy="4696460"/>
          </a:xfrm>
        </p:spPr>
        <p:txBody>
          <a:bodyPr/>
          <a:p>
            <a:r>
              <a:rPr lang="zh-CN" altLang="en-US" dirty="0" smtClean="0">
                <a:sym typeface="+mn-ea"/>
              </a:rPr>
              <a:t>情况</a:t>
            </a:r>
            <a:r>
              <a:rPr lang="en-US" altLang="zh-CN" dirty="0" smtClean="0">
                <a:sym typeface="+mn-ea"/>
              </a:rPr>
              <a:t>1</a:t>
            </a:r>
            <a:r>
              <a:rPr lang="zh-CN" altLang="en-US" dirty="0" smtClean="0">
                <a:sym typeface="+mn-ea"/>
              </a:rPr>
              <a:t>，</a:t>
            </a:r>
            <a:r>
              <a:rPr lang="en-US" altLang="zh-CN" dirty="0" smtClean="0">
                <a:sym typeface="+mn-ea"/>
              </a:rPr>
              <a:t>bf(X)-&gt;(-2)</a:t>
            </a:r>
            <a:endParaRPr lang="en-US" altLang="zh-CN" dirty="0" smtClean="0">
              <a:sym typeface="+mn-ea"/>
            </a:endParaRPr>
          </a:p>
          <a:p>
            <a:pPr lvl="1"/>
            <a:r>
              <a:rPr lang="zh-CN" altLang="en-US" dirty="0" smtClean="0">
                <a:sym typeface="+mn-ea"/>
              </a:rPr>
              <a:t>新节点在</a:t>
            </a:r>
            <a:r>
              <a:rPr lang="en-US" altLang="zh-CN" dirty="0" smtClean="0">
                <a:sym typeface="+mn-ea"/>
              </a:rPr>
              <a:t>-1</a:t>
            </a:r>
            <a:r>
              <a:rPr lang="zh-CN" altLang="en-US" dirty="0" smtClean="0">
                <a:sym typeface="+mn-ea"/>
              </a:rPr>
              <a:t>的</a:t>
            </a:r>
            <a:r>
              <a:rPr lang="zh-CN" altLang="en-US" dirty="0" smtClean="0">
                <a:solidFill>
                  <a:srgbClr val="FF0000"/>
                </a:solidFill>
                <a:sym typeface="+mn-ea"/>
              </a:rPr>
              <a:t>右子</a:t>
            </a:r>
            <a:r>
              <a:rPr lang="zh-CN" altLang="en-US" dirty="0" smtClean="0">
                <a:sym typeface="+mn-ea"/>
              </a:rPr>
              <a:t>树</a:t>
            </a:r>
            <a:r>
              <a:rPr lang="en-US" altLang="zh-CN" dirty="0" smtClean="0">
                <a:sym typeface="+mn-ea"/>
              </a:rPr>
              <a:t>(T’)</a:t>
            </a:r>
            <a:endParaRPr lang="zh-CN" altLang="en-US" dirty="0" smtClean="0">
              <a:sym typeface="+mn-ea"/>
            </a:endParaRPr>
          </a:p>
          <a:p>
            <a:pPr lvl="1"/>
            <a:r>
              <a:rPr lang="en-US" altLang="zh-CN" dirty="0" smtClean="0">
                <a:sym typeface="+mn-ea"/>
              </a:rPr>
              <a:t>(T’)</a:t>
            </a:r>
            <a:r>
              <a:rPr lang="zh-CN" altLang="en-US" dirty="0" smtClean="0">
                <a:sym typeface="+mn-ea"/>
              </a:rPr>
              <a:t>树高</a:t>
            </a:r>
            <a:r>
              <a:rPr lang="en-US" altLang="zh-CN" dirty="0" smtClean="0">
                <a:sym typeface="+mn-ea"/>
              </a:rPr>
              <a:t>+1</a:t>
            </a:r>
            <a:endParaRPr lang="en-US" altLang="zh-CN" dirty="0" smtClean="0">
              <a:sym typeface="+mn-ea"/>
            </a:endParaRPr>
          </a:p>
          <a:p>
            <a:pPr marL="171450" lvl="2" algn="l">
              <a:spcBef>
                <a:spcPts val="750"/>
              </a:spcBef>
              <a:buClrTx/>
              <a:buSzTx/>
            </a:pPr>
            <a:r>
              <a:rPr lang="en-US" altLang="zh-CN" sz="2400" dirty="0" smtClean="0">
                <a:sym typeface="+mn-ea"/>
              </a:rPr>
              <a:t>情况2</a:t>
            </a:r>
            <a:r>
              <a:rPr lang="zh-CN" altLang="en-US" sz="2400" dirty="0" smtClean="0">
                <a:sym typeface="+mn-ea"/>
              </a:rPr>
              <a:t>，</a:t>
            </a:r>
            <a:r>
              <a:rPr lang="en-US" altLang="zh-CN" sz="2400" dirty="0" smtClean="0">
                <a:sym typeface="+mn-ea"/>
              </a:rPr>
              <a:t>bf(X)-&gt;(2)</a:t>
            </a:r>
            <a:endParaRPr lang="en-US" altLang="zh-CN" sz="2400" dirty="0" smtClean="0">
              <a:sym typeface="+mn-ea"/>
            </a:endParaRPr>
          </a:p>
          <a:p>
            <a:pPr lvl="1"/>
            <a:r>
              <a:rPr lang="zh-CN" altLang="en-US" dirty="0" smtClean="0">
                <a:sym typeface="+mn-ea"/>
              </a:rPr>
              <a:t>新节点在</a:t>
            </a:r>
            <a:r>
              <a:rPr lang="en-US" altLang="zh-CN" dirty="0" smtClean="0">
                <a:sym typeface="+mn-ea"/>
              </a:rPr>
              <a:t>1</a:t>
            </a:r>
            <a:r>
              <a:rPr lang="zh-CN" altLang="en-US" dirty="0" smtClean="0">
                <a:sym typeface="+mn-ea"/>
              </a:rPr>
              <a:t>的</a:t>
            </a:r>
            <a:r>
              <a:rPr lang="zh-CN" altLang="en-US" dirty="0" smtClean="0">
                <a:solidFill>
                  <a:srgbClr val="FF0000"/>
                </a:solidFill>
                <a:sym typeface="+mn-ea"/>
              </a:rPr>
              <a:t>左子</a:t>
            </a:r>
            <a:r>
              <a:rPr lang="zh-CN" altLang="en-US" dirty="0" smtClean="0">
                <a:sym typeface="+mn-ea"/>
              </a:rPr>
              <a:t>树</a:t>
            </a:r>
            <a:r>
              <a:rPr lang="en-US" altLang="zh-CN" dirty="0" smtClean="0">
                <a:sym typeface="+mn-ea"/>
              </a:rPr>
              <a:t>(T’)</a:t>
            </a:r>
            <a:endParaRPr lang="zh-CN" altLang="en-US" dirty="0" smtClean="0">
              <a:sym typeface="+mn-ea"/>
            </a:endParaRPr>
          </a:p>
          <a:p>
            <a:pPr lvl="1"/>
            <a:r>
              <a:rPr lang="en-US" altLang="zh-CN" dirty="0" smtClean="0">
                <a:sym typeface="+mn-ea"/>
              </a:rPr>
              <a:t>(T’)</a:t>
            </a:r>
            <a:r>
              <a:rPr lang="zh-CN" altLang="en-US" dirty="0" smtClean="0">
                <a:sym typeface="+mn-ea"/>
              </a:rPr>
              <a:t>树高</a:t>
            </a:r>
            <a:r>
              <a:rPr lang="en-US" altLang="zh-CN" dirty="0" smtClean="0">
                <a:sym typeface="+mn-ea"/>
              </a:rPr>
              <a:t>+1</a:t>
            </a:r>
            <a:endParaRPr lang="en-US" altLang="zh-CN" dirty="0" smtClean="0">
              <a:sym typeface="+mn-ea"/>
            </a:endParaRPr>
          </a:p>
          <a:p>
            <a:pPr marL="685800" lvl="2" indent="0">
              <a:buNone/>
            </a:pPr>
            <a:endParaRPr lang="zh-CN" altLang="en-US" dirty="0" smtClean="0">
              <a:sym typeface="+mn-ea"/>
            </a:endParaRPr>
          </a:p>
          <a:p>
            <a:pPr marL="0" indent="0">
              <a:buNone/>
            </a:pPr>
            <a:endParaRPr lang="zh-CN" altLang="en-US"/>
          </a:p>
        </p:txBody>
      </p:sp>
      <p:sp>
        <p:nvSpPr>
          <p:cNvPr id="10" name="内容占位符 2"/>
          <p:cNvSpPr>
            <a:spLocks noGrp="1"/>
          </p:cNvSpPr>
          <p:nvPr>
            <p:custDataLst>
              <p:tags r:id="rId1"/>
            </p:custDataLst>
          </p:nvPr>
        </p:nvSpPr>
        <p:spPr>
          <a:xfrm>
            <a:off x="4811395" y="1617345"/>
            <a:ext cx="4060190" cy="4696460"/>
          </a:xfrm>
          <a:prstGeom prst="rect">
            <a:avLst/>
          </a:prstGeom>
        </p:spPr>
        <p:txBody>
          <a:bodyPr vert="horz" lIns="91440" tIns="45720" rIns="91440" bIns="45720" rtlCol="0">
            <a:normAutofit/>
          </a:bodyPr>
          <a:lst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dirty="0" smtClean="0">
                <a:sym typeface="+mn-ea"/>
              </a:rPr>
              <a:t>什么情况下</a:t>
            </a:r>
            <a:r>
              <a:rPr lang="en-US" altLang="zh-CN" dirty="0" smtClean="0">
                <a:sym typeface="+mn-ea"/>
              </a:rPr>
              <a:t>(T’)</a:t>
            </a:r>
            <a:r>
              <a:rPr lang="zh-CN" altLang="en-US" dirty="0" smtClean="0">
                <a:sym typeface="+mn-ea"/>
              </a:rPr>
              <a:t>树高</a:t>
            </a:r>
            <a:r>
              <a:rPr lang="en-US" altLang="zh-CN" dirty="0" smtClean="0">
                <a:sym typeface="+mn-ea"/>
              </a:rPr>
              <a:t>+1</a:t>
            </a:r>
            <a:endParaRPr lang="en-US" altLang="zh-CN" dirty="0" smtClean="0">
              <a:sym typeface="+mn-ea"/>
            </a:endParaRPr>
          </a:p>
          <a:p>
            <a:pPr lvl="1"/>
            <a:r>
              <a:rPr lang="en-US" altLang="zh-CN" dirty="0" smtClean="0">
                <a:sym typeface="+mn-ea"/>
              </a:rPr>
              <a:t>(T’)</a:t>
            </a:r>
            <a:r>
              <a:rPr lang="zh-CN" altLang="en-US" dirty="0" smtClean="0">
                <a:sym typeface="+mn-ea"/>
              </a:rPr>
              <a:t>最高的子树上高度</a:t>
            </a:r>
            <a:r>
              <a:rPr lang="en-US" altLang="zh-CN" dirty="0" smtClean="0">
                <a:sym typeface="+mn-ea"/>
              </a:rPr>
              <a:t>+1</a:t>
            </a:r>
            <a:endParaRPr lang="en-US" altLang="zh-CN" dirty="0" smtClean="0">
              <a:sym typeface="+mn-ea"/>
            </a:endParaRPr>
          </a:p>
          <a:p>
            <a:pPr marL="342900" lvl="1" indent="0">
              <a:buNone/>
            </a:pPr>
            <a:r>
              <a:rPr lang="zh-CN" altLang="en-US" dirty="0" smtClean="0">
                <a:sym typeface="+mn-ea"/>
              </a:rPr>
              <a:t>设</a:t>
            </a:r>
            <a:r>
              <a:rPr lang="en-US" altLang="zh-CN" dirty="0" smtClean="0">
                <a:sym typeface="+mn-ea"/>
              </a:rPr>
              <a:t>T’</a:t>
            </a:r>
            <a:r>
              <a:rPr lang="zh-CN" altLang="en-US" dirty="0" smtClean="0">
                <a:sym typeface="+mn-ea"/>
              </a:rPr>
              <a:t>的根节点</a:t>
            </a:r>
            <a:r>
              <a:rPr lang="en-US" altLang="zh-CN" dirty="0" smtClean="0">
                <a:sym typeface="+mn-ea"/>
              </a:rPr>
              <a:t>(X’)</a:t>
            </a:r>
            <a:r>
              <a:rPr lang="zh-CN" altLang="en-US" dirty="0" smtClean="0">
                <a:sym typeface="+mn-ea"/>
              </a:rPr>
              <a:t>的平衡因子为</a:t>
            </a:r>
            <a:r>
              <a:rPr lang="en-US" altLang="zh-CN" dirty="0" smtClean="0">
                <a:sym typeface="+mn-ea"/>
              </a:rPr>
              <a:t>1</a:t>
            </a:r>
            <a:r>
              <a:rPr lang="zh-CN" altLang="en-US" dirty="0" smtClean="0">
                <a:sym typeface="+mn-ea"/>
              </a:rPr>
              <a:t>或者</a:t>
            </a:r>
            <a:r>
              <a:rPr lang="en-US" altLang="zh-CN" dirty="0" smtClean="0">
                <a:sym typeface="+mn-ea"/>
              </a:rPr>
              <a:t>-1</a:t>
            </a:r>
            <a:r>
              <a:rPr lang="zh-CN" altLang="en-US" dirty="0" smtClean="0">
                <a:sym typeface="+mn-ea"/>
              </a:rPr>
              <a:t>，且</a:t>
            </a:r>
            <a:r>
              <a:rPr lang="en-US" altLang="zh-CN" dirty="0" smtClean="0">
                <a:sym typeface="+mn-ea"/>
              </a:rPr>
              <a:t>(T’)</a:t>
            </a:r>
            <a:r>
              <a:rPr lang="zh-CN" altLang="en-US" dirty="0" smtClean="0">
                <a:sym typeface="+mn-ea"/>
              </a:rPr>
              <a:t>树高</a:t>
            </a:r>
            <a:r>
              <a:rPr lang="en-US" altLang="zh-CN" dirty="0" smtClean="0">
                <a:sym typeface="+mn-ea"/>
              </a:rPr>
              <a:t>+1</a:t>
            </a:r>
            <a:r>
              <a:rPr lang="zh-CN" altLang="en-US" dirty="0" smtClean="0">
                <a:sym typeface="+mn-ea"/>
              </a:rPr>
              <a:t>，则</a:t>
            </a:r>
            <a:r>
              <a:rPr lang="en-US" altLang="zh-CN" dirty="0" smtClean="0">
                <a:sym typeface="+mn-ea"/>
              </a:rPr>
              <a:t>X’</a:t>
            </a:r>
            <a:r>
              <a:rPr lang="zh-CN" altLang="en-US" dirty="0" smtClean="0">
                <a:sym typeface="+mn-ea"/>
              </a:rPr>
              <a:t>的平衡因子变为</a:t>
            </a:r>
            <a:r>
              <a:rPr lang="en-US" altLang="zh-CN" dirty="0" smtClean="0">
                <a:sym typeface="+mn-ea"/>
              </a:rPr>
              <a:t>2</a:t>
            </a:r>
            <a:r>
              <a:rPr lang="zh-CN" altLang="en-US" dirty="0" smtClean="0">
                <a:sym typeface="+mn-ea"/>
              </a:rPr>
              <a:t>或者</a:t>
            </a:r>
            <a:r>
              <a:rPr lang="en-US" altLang="zh-CN" dirty="0" smtClean="0">
                <a:sym typeface="+mn-ea"/>
              </a:rPr>
              <a:t>-2</a:t>
            </a:r>
            <a:r>
              <a:rPr lang="zh-CN" altLang="en-US" dirty="0" smtClean="0">
                <a:sym typeface="+mn-ea"/>
              </a:rPr>
              <a:t>，</a:t>
            </a:r>
            <a:r>
              <a:rPr lang="en-US" altLang="zh-CN" dirty="0" smtClean="0">
                <a:sym typeface="+mn-ea"/>
              </a:rPr>
              <a:t>X’</a:t>
            </a:r>
            <a:r>
              <a:rPr lang="zh-CN" altLang="en-US" dirty="0" smtClean="0">
                <a:sym typeface="+mn-ea"/>
              </a:rPr>
              <a:t>距离新结点相较于</a:t>
            </a:r>
            <a:r>
              <a:rPr lang="en-US" altLang="zh-CN" dirty="0" smtClean="0">
                <a:sym typeface="+mn-ea"/>
              </a:rPr>
              <a:t>X</a:t>
            </a:r>
            <a:r>
              <a:rPr lang="zh-CN" altLang="en-US" dirty="0" smtClean="0">
                <a:sym typeface="+mn-ea"/>
              </a:rPr>
              <a:t>更接近新节点，与题设矛盾。</a:t>
            </a:r>
            <a:endParaRPr lang="zh-CN" altLang="en-US" dirty="0" smtClean="0">
              <a:sym typeface="+mn-ea"/>
            </a:endParaRPr>
          </a:p>
          <a:p>
            <a:pPr marL="685800" lvl="2" indent="0">
              <a:buNone/>
            </a:pPr>
            <a:endParaRPr lang="zh-CN" altLang="en-US" dirty="0" smtClean="0">
              <a:sym typeface="+mn-ea"/>
            </a:endParaRPr>
          </a:p>
          <a:p>
            <a:pPr marL="0" indent="0">
              <a:buNone/>
            </a:pPr>
            <a:endParaRPr lang="zh-CN" altLang="en-US"/>
          </a:p>
        </p:txBody>
      </p:sp>
    </p:spTree>
    <p:custDataLst>
      <p:tags r:id="rId2"/>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zh-CN" smtClean="0"/>
              <a:t>X</a:t>
            </a:r>
            <a:r>
              <a:rPr lang="zh-CN" altLang="en-US" smtClean="0"/>
              <a:t>未变为</a:t>
            </a:r>
            <a:r>
              <a:rPr lang="en-US" altLang="zh-CN" smtClean="0"/>
              <a:t>A——</a:t>
            </a:r>
            <a:r>
              <a:rPr lang="zh-CN" altLang="en-US" smtClean="0"/>
              <a:t>插入后平衡</a:t>
            </a:r>
            <a:endParaRPr lang="zh-CN" altLang="en-US" smtClean="0"/>
          </a:p>
        </p:txBody>
      </p:sp>
      <p:sp>
        <p:nvSpPr>
          <p:cNvPr id="76803" name="Rectangle 3"/>
          <p:cNvSpPr>
            <a:spLocks noGrp="1" noChangeArrowheads="1"/>
          </p:cNvSpPr>
          <p:nvPr>
            <p:ph idx="1"/>
          </p:nvPr>
        </p:nvSpPr>
        <p:spPr/>
        <p:txBody>
          <a:bodyPr/>
          <a:lstStyle/>
          <a:p>
            <a:pPr>
              <a:lnSpc>
                <a:spcPct val="150000"/>
              </a:lnSpc>
            </a:pPr>
            <a:r>
              <a:rPr lang="en-US" altLang="zh-CN" dirty="0" smtClean="0"/>
              <a:t>X</a:t>
            </a:r>
            <a:r>
              <a:rPr lang="zh-CN" altLang="en-US" dirty="0" smtClean="0"/>
              <a:t>的后代节点</a:t>
            </a:r>
            <a:r>
              <a:rPr lang="en-US" altLang="zh-CN" dirty="0" smtClean="0"/>
              <a:t>bf</a:t>
            </a:r>
            <a:r>
              <a:rPr lang="zh-CN" altLang="en-US" dirty="0" smtClean="0"/>
              <a:t>值全为</a:t>
            </a:r>
            <a:r>
              <a:rPr lang="en-US" altLang="zh-CN" dirty="0" smtClean="0"/>
              <a:t>0</a:t>
            </a:r>
            <a:br>
              <a:rPr lang="en-US" altLang="zh-CN" dirty="0" smtClean="0"/>
            </a:br>
            <a:r>
              <a:rPr lang="en-US" altLang="zh-CN" dirty="0" smtClean="0">
                <a:sym typeface="Wingdings" panose="05000000000000000000" pitchFamily="2" charset="2"/>
              </a:rPr>
              <a:t></a:t>
            </a:r>
            <a:r>
              <a:rPr lang="zh-CN" altLang="en-US" dirty="0" smtClean="0">
                <a:sym typeface="Wingdings" panose="05000000000000000000" pitchFamily="2" charset="2"/>
              </a:rPr>
              <a:t>插入后子树高度必然发生改变</a:t>
            </a:r>
            <a:br>
              <a:rPr lang="zh-CN" altLang="en-US" dirty="0" smtClean="0">
                <a:sym typeface="Wingdings" panose="05000000000000000000" pitchFamily="2" charset="2"/>
              </a:rPr>
            </a:br>
            <a:r>
              <a:rPr lang="zh-CN" altLang="en-US" dirty="0" smtClean="0">
                <a:sym typeface="Wingdings" panose="05000000000000000000" pitchFamily="2" charset="2"/>
              </a:rPr>
              <a:t></a:t>
            </a:r>
            <a:r>
              <a:rPr lang="en-US" altLang="zh-CN" dirty="0" smtClean="0">
                <a:sym typeface="Wingdings" panose="05000000000000000000" pitchFamily="2" charset="2"/>
              </a:rPr>
              <a:t>X</a:t>
            </a:r>
            <a:r>
              <a:rPr lang="zh-CN" altLang="en-US" dirty="0" smtClean="0">
                <a:sym typeface="Wingdings" panose="05000000000000000000" pitchFamily="2" charset="2"/>
              </a:rPr>
              <a:t>的</a:t>
            </a:r>
            <a:r>
              <a:rPr lang="en-US" altLang="zh-CN" dirty="0" smtClean="0">
                <a:sym typeface="Wingdings" panose="05000000000000000000" pitchFamily="2" charset="2"/>
              </a:rPr>
              <a:t>bf</a:t>
            </a:r>
            <a:r>
              <a:rPr lang="zh-CN" altLang="en-US" dirty="0" smtClean="0">
                <a:sym typeface="Wingdings" panose="05000000000000000000" pitchFamily="2" charset="2"/>
              </a:rPr>
              <a:t>值必然发生改变，变化为</a:t>
            </a:r>
            <a:r>
              <a:rPr lang="en-US" altLang="zh-CN" dirty="0" smtClean="0">
                <a:sym typeface="Wingdings" panose="05000000000000000000" pitchFamily="2" charset="2"/>
              </a:rPr>
              <a:t>±1</a:t>
            </a:r>
            <a:endParaRPr lang="en-US" altLang="zh-CN" dirty="0" smtClean="0"/>
          </a:p>
        </p:txBody>
      </p:sp>
      <p:sp>
        <p:nvSpPr>
          <p:cNvPr id="7680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EFB7A82-3C9E-4A3A-A308-40BE2A8EEFAB}" type="slidenum">
              <a:rPr lang="en-US" altLang="en-US">
                <a:solidFill>
                  <a:srgbClr val="4B4B4B"/>
                </a:solidFill>
              </a:rPr>
            </a:fld>
            <a:endParaRPr lang="en-US" altLang="en-US">
              <a:solidFill>
                <a:srgbClr val="4B4B4B"/>
              </a:solidFill>
            </a:endParaRPr>
          </a:p>
        </p:txBody>
      </p:sp>
      <p:pic>
        <p:nvPicPr>
          <p:cNvPr id="76804" name="Picture 7" descr="avlins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8083" y="3944938"/>
            <a:ext cx="6229350"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2501106" y="4402235"/>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6426420" y="4379736"/>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zh-CN" smtClean="0"/>
              <a:t>X</a:t>
            </a:r>
            <a:r>
              <a:rPr lang="zh-CN" altLang="en-US" smtClean="0"/>
              <a:t>未变为</a:t>
            </a:r>
            <a:r>
              <a:rPr lang="en-US" altLang="zh-CN" smtClean="0"/>
              <a:t>A——</a:t>
            </a:r>
            <a:r>
              <a:rPr lang="zh-CN" altLang="en-US" smtClean="0"/>
              <a:t>插入后平衡</a:t>
            </a:r>
            <a:endParaRPr lang="zh-CN" altLang="en-US" smtClean="0"/>
          </a:p>
        </p:txBody>
      </p:sp>
      <p:sp>
        <p:nvSpPr>
          <p:cNvPr id="77827" name="Rectangle 3"/>
          <p:cNvSpPr>
            <a:spLocks noGrp="1" noChangeArrowheads="1"/>
          </p:cNvSpPr>
          <p:nvPr>
            <p:ph idx="1"/>
          </p:nvPr>
        </p:nvSpPr>
        <p:spPr>
          <a:xfrm>
            <a:off x="1133147" y="3927694"/>
            <a:ext cx="7886700" cy="4351338"/>
          </a:xfrm>
        </p:spPr>
        <p:txBody>
          <a:bodyPr/>
          <a:lstStyle/>
          <a:p>
            <a:pPr>
              <a:lnSpc>
                <a:spcPct val="150000"/>
              </a:lnSpc>
            </a:pPr>
            <a:r>
              <a:rPr lang="en-US" altLang="zh-CN" dirty="0" smtClean="0">
                <a:sym typeface="Wingdings" panose="05000000000000000000" pitchFamily="2" charset="2"/>
              </a:rPr>
              <a:t></a:t>
            </a:r>
            <a:r>
              <a:rPr lang="zh-CN" altLang="en-US" dirty="0" smtClean="0">
                <a:sym typeface="Wingdings" panose="05000000000000000000" pitchFamily="2" charset="2"/>
              </a:rPr>
              <a:t>仍旧平衡的</a:t>
            </a:r>
            <a:r>
              <a:rPr lang="zh-CN" altLang="en-US" dirty="0" smtClean="0"/>
              <a:t>唯一可能</a:t>
            </a:r>
            <a:r>
              <a:rPr lang="en-US" altLang="zh-CN" dirty="0" smtClean="0"/>
              <a:t>——</a:t>
            </a:r>
            <a:r>
              <a:rPr lang="zh-CN" altLang="en-US" dirty="0" smtClean="0"/>
              <a:t>插入后</a:t>
            </a:r>
            <a:r>
              <a:rPr lang="en-US" altLang="zh-CN" dirty="0" smtClean="0"/>
              <a:t>bf(X)=0</a:t>
            </a:r>
            <a:endParaRPr lang="en-US" altLang="zh-CN" dirty="0" smtClean="0"/>
          </a:p>
          <a:p>
            <a:pPr>
              <a:lnSpc>
                <a:spcPct val="150000"/>
              </a:lnSpc>
            </a:pPr>
            <a:r>
              <a:rPr lang="en-US" altLang="zh-CN" dirty="0" smtClean="0">
                <a:sym typeface="Wingdings" panose="05000000000000000000" pitchFamily="2" charset="2"/>
              </a:rPr>
              <a:t></a:t>
            </a:r>
            <a:r>
              <a:rPr lang="zh-CN" altLang="en-US" dirty="0" smtClean="0">
                <a:sym typeface="Wingdings" panose="05000000000000000000" pitchFamily="2" charset="2"/>
              </a:rPr>
              <a:t>插入前后以</a:t>
            </a:r>
            <a:r>
              <a:rPr lang="en-US" altLang="zh-CN" dirty="0" smtClean="0">
                <a:sym typeface="Wingdings" panose="05000000000000000000" pitchFamily="2" charset="2"/>
              </a:rPr>
              <a:t>X</a:t>
            </a:r>
            <a:r>
              <a:rPr lang="zh-CN" altLang="en-US" dirty="0" smtClean="0">
                <a:sym typeface="Wingdings" panose="05000000000000000000" pitchFamily="2" charset="2"/>
              </a:rPr>
              <a:t>为根的子树的高度未改变</a:t>
            </a:r>
            <a:endParaRPr lang="zh-CN" altLang="en-US" dirty="0" smtClean="0">
              <a:sym typeface="Wingdings" panose="05000000000000000000" pitchFamily="2" charset="2"/>
            </a:endParaRPr>
          </a:p>
          <a:p>
            <a:pPr>
              <a:lnSpc>
                <a:spcPct val="150000"/>
              </a:lnSpc>
            </a:pPr>
            <a:r>
              <a:rPr lang="zh-CN" altLang="en-US" dirty="0" smtClean="0">
                <a:sym typeface="Wingdings" panose="05000000000000000000" pitchFamily="2" charset="2"/>
              </a:rPr>
              <a:t>新元素必然插入原来较矮的那棵子树</a:t>
            </a:r>
            <a:endParaRPr lang="zh-CN" altLang="en-US" dirty="0" smtClean="0">
              <a:sym typeface="Wingdings" panose="05000000000000000000" pitchFamily="2" charset="2"/>
            </a:endParaRPr>
          </a:p>
        </p:txBody>
      </p:sp>
      <p:sp>
        <p:nvSpPr>
          <p:cNvPr id="778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07ACEC-8522-4B85-8F68-A7FC592DB8D3}" type="slidenum">
              <a:rPr lang="en-US" altLang="en-US">
                <a:solidFill>
                  <a:srgbClr val="4B4B4B"/>
                </a:solidFill>
              </a:rPr>
            </a:fld>
            <a:endParaRPr lang="en-US" altLang="en-US">
              <a:solidFill>
                <a:srgbClr val="4B4B4B"/>
              </a:solidFill>
            </a:endParaRPr>
          </a:p>
        </p:txBody>
      </p:sp>
      <p:pic>
        <p:nvPicPr>
          <p:cNvPr id="77828" name="Picture 4" descr="avlins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1295400"/>
            <a:ext cx="6229350"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2396003" y="1764139"/>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6325257" y="1711709"/>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5" descr="avlins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40462" y="3418490"/>
            <a:ext cx="22748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1" name="Rectangle 2"/>
          <p:cNvSpPr>
            <a:spLocks noGrp="1" noChangeArrowheads="1"/>
          </p:cNvSpPr>
          <p:nvPr>
            <p:ph type="title"/>
          </p:nvPr>
        </p:nvSpPr>
        <p:spPr/>
        <p:txBody>
          <a:bodyPr/>
          <a:lstStyle/>
          <a:p>
            <a:r>
              <a:rPr lang="en-US" altLang="zh-CN" smtClean="0"/>
              <a:t>X</a:t>
            </a:r>
            <a:r>
              <a:rPr lang="zh-CN" altLang="en-US" smtClean="0"/>
              <a:t>变为</a:t>
            </a:r>
            <a:r>
              <a:rPr lang="en-US" altLang="zh-CN" smtClean="0"/>
              <a:t>A</a:t>
            </a:r>
            <a:r>
              <a:rPr lang="en-US" altLang="zh-CN" smtClean="0">
                <a:sym typeface="Wingdings" panose="05000000000000000000" pitchFamily="2" charset="2"/>
              </a:rPr>
              <a:t></a:t>
            </a:r>
            <a:r>
              <a:rPr lang="zh-CN" altLang="en-US" smtClean="0">
                <a:sym typeface="Wingdings" panose="05000000000000000000" pitchFamily="2" charset="2"/>
              </a:rPr>
              <a:t>找到了</a:t>
            </a:r>
            <a:r>
              <a:rPr lang="en-US" altLang="zh-CN" smtClean="0">
                <a:sym typeface="Wingdings" panose="05000000000000000000" pitchFamily="2" charset="2"/>
              </a:rPr>
              <a:t>A</a:t>
            </a:r>
            <a:endParaRPr lang="en-US" altLang="zh-CN" smtClean="0"/>
          </a:p>
        </p:txBody>
      </p:sp>
      <p:sp>
        <p:nvSpPr>
          <p:cNvPr id="78852" name="Rectangle 3"/>
          <p:cNvSpPr>
            <a:spLocks noGrp="1" noChangeArrowheads="1"/>
          </p:cNvSpPr>
          <p:nvPr>
            <p:ph idx="1"/>
          </p:nvPr>
        </p:nvSpPr>
        <p:spPr/>
        <p:txBody>
          <a:bodyPr/>
          <a:lstStyle/>
          <a:p>
            <a:pPr>
              <a:lnSpc>
                <a:spcPct val="120000"/>
              </a:lnSpc>
            </a:pPr>
            <a:r>
              <a:rPr lang="en-US" altLang="zh-CN" dirty="0" smtClean="0"/>
              <a:t>bf</a:t>
            </a:r>
            <a:r>
              <a:rPr lang="zh-CN" altLang="en-US" dirty="0" smtClean="0"/>
              <a:t>值由</a:t>
            </a:r>
            <a:r>
              <a:rPr lang="en-US" altLang="zh-CN" dirty="0" smtClean="0"/>
              <a:t>-1</a:t>
            </a:r>
            <a:r>
              <a:rPr lang="zh-CN" altLang="en-US" dirty="0" smtClean="0"/>
              <a:t>变为</a:t>
            </a:r>
            <a:r>
              <a:rPr lang="en-US" altLang="zh-CN" dirty="0" smtClean="0"/>
              <a:t>-2</a:t>
            </a:r>
            <a:r>
              <a:rPr lang="zh-CN" altLang="en-US" dirty="0" smtClean="0"/>
              <a:t>（或</a:t>
            </a:r>
            <a:r>
              <a:rPr lang="en-US" altLang="zh-CN" dirty="0" smtClean="0"/>
              <a:t>1</a:t>
            </a:r>
            <a:r>
              <a:rPr lang="zh-CN" altLang="en-US" dirty="0" smtClean="0"/>
              <a:t>变为</a:t>
            </a:r>
            <a:r>
              <a:rPr lang="en-US" altLang="zh-CN" dirty="0" smtClean="0"/>
              <a:t>2</a:t>
            </a:r>
            <a:r>
              <a:rPr lang="zh-CN" altLang="en-US" dirty="0" smtClean="0"/>
              <a:t>）</a:t>
            </a:r>
            <a:endParaRPr lang="zh-CN" altLang="en-US" dirty="0" smtClean="0"/>
          </a:p>
          <a:p>
            <a:pPr>
              <a:lnSpc>
                <a:spcPct val="120000"/>
              </a:lnSpc>
            </a:pPr>
            <a:r>
              <a:rPr lang="zh-CN" altLang="en-US" dirty="0" smtClean="0">
                <a:sym typeface="Wingdings" panose="05000000000000000000" pitchFamily="2" charset="2"/>
              </a:rPr>
              <a:t>新节点插入了较高的那棵子树</a:t>
            </a:r>
            <a:endParaRPr lang="zh-CN" altLang="en-US" dirty="0" smtClean="0">
              <a:sym typeface="Wingdings" panose="05000000000000000000" pitchFamily="2" charset="2"/>
            </a:endParaRPr>
          </a:p>
          <a:p>
            <a:pPr lvl="1">
              <a:lnSpc>
                <a:spcPct val="120000"/>
              </a:lnSpc>
            </a:pPr>
            <a:r>
              <a:rPr lang="en-US" altLang="zh-CN" dirty="0" smtClean="0"/>
              <a:t>L</a:t>
            </a:r>
            <a:r>
              <a:rPr lang="zh-CN" altLang="en-US" dirty="0" smtClean="0"/>
              <a:t>型不平衡：左子树较高，新节点插入左子树</a:t>
            </a:r>
            <a:endParaRPr lang="zh-CN" altLang="en-US" dirty="0" smtClean="0"/>
          </a:p>
          <a:p>
            <a:pPr lvl="2">
              <a:lnSpc>
                <a:spcPct val="120000"/>
              </a:lnSpc>
            </a:pPr>
            <a:r>
              <a:rPr lang="en-US" altLang="zh-CN" dirty="0" smtClean="0"/>
              <a:t>LL</a:t>
            </a:r>
            <a:r>
              <a:rPr lang="zh-CN" altLang="en-US" dirty="0" smtClean="0"/>
              <a:t>：新节点插入左子树的左子树</a:t>
            </a:r>
            <a:endParaRPr lang="zh-CN" altLang="en-US" dirty="0" smtClean="0"/>
          </a:p>
          <a:p>
            <a:pPr lvl="2">
              <a:lnSpc>
                <a:spcPct val="120000"/>
              </a:lnSpc>
            </a:pPr>
            <a:r>
              <a:rPr lang="en-US" altLang="zh-CN" dirty="0" smtClean="0"/>
              <a:t>LR</a:t>
            </a:r>
            <a:r>
              <a:rPr lang="zh-CN" altLang="en-US" dirty="0" smtClean="0"/>
              <a:t>：插入左子树的右子树</a:t>
            </a:r>
            <a:endParaRPr lang="zh-CN" altLang="en-US" dirty="0" smtClean="0"/>
          </a:p>
          <a:p>
            <a:pPr lvl="1">
              <a:lnSpc>
                <a:spcPct val="120000"/>
              </a:lnSpc>
            </a:pPr>
            <a:r>
              <a:rPr lang="en-US" altLang="zh-CN" dirty="0" smtClean="0"/>
              <a:t>R</a:t>
            </a:r>
            <a:r>
              <a:rPr lang="zh-CN" altLang="en-US" dirty="0" smtClean="0"/>
              <a:t>型不平衡：</a:t>
            </a:r>
            <a:r>
              <a:rPr lang="en-US" altLang="zh-CN" dirty="0" smtClean="0"/>
              <a:t>RL</a:t>
            </a:r>
            <a:r>
              <a:rPr lang="zh-CN" altLang="en-US" dirty="0" smtClean="0"/>
              <a:t>、</a:t>
            </a:r>
            <a:r>
              <a:rPr lang="en-US" altLang="zh-CN" dirty="0" smtClean="0"/>
              <a:t>RR</a:t>
            </a:r>
            <a:endParaRPr lang="en-US" altLang="zh-CN" dirty="0" smtClean="0"/>
          </a:p>
        </p:txBody>
      </p:sp>
      <p:sp>
        <p:nvSpPr>
          <p:cNvPr id="7885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683693C-81DB-4E16-8EBC-5F0BCBDA2E3F}" type="slidenum">
              <a:rPr lang="en-US" altLang="en-US">
                <a:solidFill>
                  <a:srgbClr val="4B4B4B"/>
                </a:solidFill>
              </a:rPr>
            </a:fld>
            <a:endParaRPr lang="en-US" altLang="en-US">
              <a:solidFill>
                <a:srgbClr val="4B4B4B"/>
              </a:solidFill>
            </a:endParaRPr>
          </a:p>
        </p:txBody>
      </p:sp>
      <p:sp>
        <p:nvSpPr>
          <p:cNvPr id="2" name="椭圆 1"/>
          <p:cNvSpPr/>
          <p:nvPr/>
        </p:nvSpPr>
        <p:spPr>
          <a:xfrm>
            <a:off x="7062597" y="3804225"/>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n w="0"/>
                <a:solidFill>
                  <a:schemeClr val="tx1"/>
                </a:solidFill>
                <a:effectLst>
                  <a:outerShdw blurRad="38100" dist="19050" dir="2700000" algn="tl" rotWithShape="0">
                    <a:schemeClr val="dk1">
                      <a:alpha val="40000"/>
                    </a:schemeClr>
                  </a:outerShdw>
                </a:effectLst>
                <a:sym typeface="+mn-ea"/>
              </a:rPr>
              <a:t>2</a:t>
            </a:r>
            <a:endParaRPr lang="zh-CN" altLang="en-US"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zh-CN" smtClean="0"/>
              <a:t>LL</a:t>
            </a:r>
            <a:r>
              <a:rPr lang="zh-CN" altLang="en-US" smtClean="0"/>
              <a:t>型不平衡及其调整方法</a:t>
            </a:r>
            <a:endParaRPr lang="zh-CN" altLang="en-US" smtClean="0"/>
          </a:p>
        </p:txBody>
      </p:sp>
      <p:sp>
        <p:nvSpPr>
          <p:cNvPr id="79875" name="Rectangle 3"/>
          <p:cNvSpPr>
            <a:spLocks noGrp="1" noChangeArrowheads="1"/>
          </p:cNvSpPr>
          <p:nvPr>
            <p:ph idx="1"/>
          </p:nvPr>
        </p:nvSpPr>
        <p:spPr/>
        <p:txBody>
          <a:bodyPr/>
          <a:lstStyle/>
          <a:p>
            <a:r>
              <a:rPr lang="zh-CN" altLang="en-US" smtClean="0"/>
              <a:t>旋转后保持搜索树特性</a:t>
            </a:r>
            <a:endParaRPr lang="zh-CN" altLang="en-US" smtClean="0"/>
          </a:p>
          <a:p>
            <a:pPr lvl="1"/>
            <a:r>
              <a:rPr lang="en-US" altLang="zh-CN" smtClean="0"/>
              <a:t>B'</a:t>
            </a:r>
            <a:r>
              <a:rPr lang="en-US" altLang="zh-CN" baseline="-25000" smtClean="0"/>
              <a:t>L</a:t>
            </a:r>
            <a:r>
              <a:rPr lang="en-US" altLang="zh-CN" smtClean="0"/>
              <a:t>&lt;B&lt;B</a:t>
            </a:r>
            <a:r>
              <a:rPr lang="en-US" altLang="zh-CN" baseline="-25000" smtClean="0"/>
              <a:t>R</a:t>
            </a:r>
            <a:r>
              <a:rPr lang="en-US" altLang="zh-CN" smtClean="0"/>
              <a:t>&lt;A&lt;A</a:t>
            </a:r>
            <a:r>
              <a:rPr lang="en-US" altLang="zh-CN" baseline="-25000" smtClean="0"/>
              <a:t>R</a:t>
            </a:r>
            <a:endParaRPr lang="en-US" altLang="zh-CN" smtClean="0"/>
          </a:p>
          <a:p>
            <a:r>
              <a:rPr lang="zh-CN" altLang="en-US" smtClean="0"/>
              <a:t>单旋转：</a:t>
            </a:r>
            <a:r>
              <a:rPr lang="en-US" altLang="zh-CN" smtClean="0"/>
              <a:t>RR——</a:t>
            </a:r>
            <a:r>
              <a:rPr lang="zh-CN" altLang="en-US" smtClean="0"/>
              <a:t>对称的</a:t>
            </a:r>
            <a:endParaRPr lang="zh-CN" altLang="en-US" smtClean="0"/>
          </a:p>
        </p:txBody>
      </p:sp>
      <p:sp>
        <p:nvSpPr>
          <p:cNvPr id="7987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1D728AE-9894-4B0A-89A4-BB8C3F42CB12}" type="slidenum">
              <a:rPr lang="en-US" altLang="en-US">
                <a:solidFill>
                  <a:srgbClr val="4B4B4B"/>
                </a:solidFill>
              </a:rPr>
            </a:fld>
            <a:endParaRPr lang="en-US" altLang="en-US">
              <a:solidFill>
                <a:srgbClr val="4B4B4B"/>
              </a:solidFill>
            </a:endParaRPr>
          </a:p>
        </p:txBody>
      </p:sp>
      <p:grpSp>
        <p:nvGrpSpPr>
          <p:cNvPr id="2" name="组合 1"/>
          <p:cNvGrpSpPr/>
          <p:nvPr/>
        </p:nvGrpSpPr>
        <p:grpSpPr>
          <a:xfrm>
            <a:off x="412750" y="3251201"/>
            <a:ext cx="8731250" cy="2925762"/>
            <a:chOff x="228600" y="1265238"/>
            <a:chExt cx="8731250" cy="2925762"/>
          </a:xfrm>
        </p:grpSpPr>
        <p:pic>
          <p:nvPicPr>
            <p:cNvPr id="79876" name="Picture 5" descr="l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1265238"/>
              <a:ext cx="8731250" cy="29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334459" y="157124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628650" y="245627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650473" y="168279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944664" y="256782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409439" y="168279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11" name="椭圆 10"/>
            <p:cNvSpPr/>
            <p:nvPr/>
          </p:nvSpPr>
          <p:spPr>
            <a:xfrm>
              <a:off x="7989832" y="256782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grpSp>
      <p:sp>
        <p:nvSpPr>
          <p:cNvPr id="3" name="椭圆 2"/>
          <p:cNvSpPr/>
          <p:nvPr/>
        </p:nvSpPr>
        <p:spPr>
          <a:xfrm>
            <a:off x="3292475" y="5360670"/>
            <a:ext cx="1133475" cy="1052830"/>
          </a:xfrm>
          <a:prstGeom prst="ellipse">
            <a:avLst/>
          </a:prstGeom>
          <a:noFill/>
          <a:ln>
            <a:solidFill>
              <a:srgbClr val="FF0000"/>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2"/>
    </p:custData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zh-CN" altLang="en-US" smtClean="0"/>
              <a:t>单旋转例</a:t>
            </a:r>
            <a:endParaRPr lang="zh-CN" altLang="en-US" smtClean="0"/>
          </a:p>
        </p:txBody>
      </p:sp>
      <p:sp>
        <p:nvSpPr>
          <p:cNvPr id="809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8E99536-9508-44EE-B753-F89EC3E6B70B}" type="slidenum">
              <a:rPr lang="en-US" altLang="en-US">
                <a:solidFill>
                  <a:srgbClr val="4B4B4B"/>
                </a:solidFill>
              </a:rPr>
            </a:fld>
            <a:endParaRPr lang="en-US" altLang="en-US">
              <a:solidFill>
                <a:srgbClr val="4B4B4B"/>
              </a:solidFill>
            </a:endParaRPr>
          </a:p>
        </p:txBody>
      </p:sp>
      <p:pic>
        <p:nvPicPr>
          <p:cNvPr id="80900" name="Picture 4" descr="avlinse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5800" y="1676400"/>
            <a:ext cx="8061325"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9621" name="Rectangle 5"/>
          <p:cNvSpPr>
            <a:spLocks noChangeArrowheads="1"/>
          </p:cNvSpPr>
          <p:nvPr/>
        </p:nvSpPr>
        <p:spPr bwMode="ltGray">
          <a:xfrm>
            <a:off x="4427538" y="1341438"/>
            <a:ext cx="4465637" cy="3671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519621"/>
                                        </p:tgtEl>
                                        <p:attrNameLst>
                                          <p:attrName>ppt_x</p:attrName>
                                        </p:attrNameLst>
                                      </p:cBhvr>
                                      <p:tavLst>
                                        <p:tav tm="0">
                                          <p:val>
                                            <p:strVal val="ppt_x"/>
                                          </p:val>
                                        </p:tav>
                                        <p:tav tm="100000">
                                          <p:val>
                                            <p:strVal val="ppt_x"/>
                                          </p:val>
                                        </p:tav>
                                      </p:tavLst>
                                    </p:anim>
                                    <p:anim calcmode="lin" valueType="num">
                                      <p:cBhvr additive="base">
                                        <p:cTn id="7" dur="500"/>
                                        <p:tgtEl>
                                          <p:spTgt spid="1519621"/>
                                        </p:tgtEl>
                                        <p:attrNameLst>
                                          <p:attrName>ppt_y</p:attrName>
                                        </p:attrNameLst>
                                      </p:cBhvr>
                                      <p:tavLst>
                                        <p:tav tm="0">
                                          <p:val>
                                            <p:strVal val="ppt_y"/>
                                          </p:val>
                                        </p:tav>
                                        <p:tav tm="100000">
                                          <p:val>
                                            <p:strVal val="1+ppt_h/2"/>
                                          </p:val>
                                        </p:tav>
                                      </p:tavLst>
                                    </p:anim>
                                    <p:set>
                                      <p:cBhvr>
                                        <p:cTn id="8" dur="1" fill="hold">
                                          <p:stCondLst>
                                            <p:cond delay="499"/>
                                          </p:stCondLst>
                                        </p:cTn>
                                        <p:tgtEl>
                                          <p:spTgt spid="15196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9621"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smtClean="0"/>
              <a:t>LR</a:t>
            </a:r>
            <a:r>
              <a:rPr lang="zh-CN" altLang="en-US" smtClean="0"/>
              <a:t>型不平衡及其调整方法</a:t>
            </a:r>
            <a:endParaRPr lang="zh-CN" altLang="en-US" smtClean="0"/>
          </a:p>
        </p:txBody>
      </p:sp>
      <p:sp>
        <p:nvSpPr>
          <p:cNvPr id="81923" name="Rectangle 3"/>
          <p:cNvSpPr>
            <a:spLocks noGrp="1" noChangeArrowheads="1"/>
          </p:cNvSpPr>
          <p:nvPr>
            <p:ph idx="1"/>
          </p:nvPr>
        </p:nvSpPr>
        <p:spPr>
          <a:xfrm>
            <a:off x="692670" y="4521969"/>
            <a:ext cx="7886700" cy="1675172"/>
          </a:xfrm>
        </p:spPr>
        <p:txBody>
          <a:bodyPr>
            <a:normAutofit lnSpcReduction="20000"/>
          </a:bodyPr>
          <a:lstStyle/>
          <a:p>
            <a:r>
              <a:rPr lang="en-US" altLang="zh-CN" sz="2400" smtClean="0"/>
              <a:t>b=0</a:t>
            </a:r>
            <a:r>
              <a:rPr lang="zh-CN" altLang="en-US" sz="2400" smtClean="0"/>
              <a:t>（</a:t>
            </a:r>
            <a:r>
              <a:rPr lang="en-US" altLang="zh-CN" sz="2400" smtClean="0"/>
              <a:t>C</a:t>
            </a:r>
            <a:r>
              <a:rPr lang="en-US" altLang="zh-CN" sz="2400" baseline="-25000" smtClean="0"/>
              <a:t>L</a:t>
            </a:r>
            <a:r>
              <a:rPr lang="zh-CN" altLang="en-US" sz="2400" smtClean="0"/>
              <a:t>高度</a:t>
            </a:r>
            <a:r>
              <a:rPr lang="en-US" altLang="zh-CN" sz="2400" smtClean="0"/>
              <a:t>h</a:t>
            </a:r>
            <a:r>
              <a:rPr lang="zh-CN" altLang="en-US" sz="2400" smtClean="0"/>
              <a:t>，</a:t>
            </a:r>
            <a:r>
              <a:rPr lang="en-US" altLang="zh-CN" sz="2400" smtClean="0"/>
              <a:t>C</a:t>
            </a:r>
            <a:r>
              <a:rPr lang="en-US" altLang="zh-CN" sz="2400" baseline="-25000" smtClean="0"/>
              <a:t>R</a:t>
            </a:r>
            <a:r>
              <a:rPr lang="zh-CN" altLang="en-US" sz="2400" smtClean="0"/>
              <a:t>高度</a:t>
            </a:r>
            <a:r>
              <a:rPr lang="en-US" altLang="zh-CN" sz="2400" smtClean="0"/>
              <a:t>h</a:t>
            </a:r>
            <a:r>
              <a:rPr lang="zh-CN" altLang="en-US" sz="2400" smtClean="0"/>
              <a:t>）</a:t>
            </a:r>
            <a:r>
              <a:rPr lang="zh-CN" altLang="en-US" sz="2400" smtClean="0">
                <a:sym typeface="Wingdings" panose="05000000000000000000" pitchFamily="2" charset="2"/>
              </a:rPr>
              <a:t></a:t>
            </a:r>
            <a:r>
              <a:rPr lang="en-US" altLang="zh-CN" sz="2400" smtClean="0">
                <a:sym typeface="Wingdings" panose="05000000000000000000" pitchFamily="2" charset="2"/>
              </a:rPr>
              <a:t>bf(B)=bf(A)=0</a:t>
            </a:r>
            <a:br>
              <a:rPr lang="en-US" altLang="zh-CN" sz="2400" smtClean="0">
                <a:sym typeface="Wingdings" panose="05000000000000000000" pitchFamily="2" charset="2"/>
              </a:rPr>
            </a:br>
            <a:r>
              <a:rPr lang="en-US" altLang="zh-CN" sz="2400" smtClean="0">
                <a:sym typeface="Wingdings" panose="05000000000000000000" pitchFamily="2" charset="2"/>
              </a:rPr>
              <a:t>b=1</a:t>
            </a:r>
            <a:r>
              <a:rPr lang="zh-CN" altLang="en-US" sz="2400" smtClean="0"/>
              <a:t>（</a:t>
            </a:r>
            <a:r>
              <a:rPr lang="en-US" altLang="zh-CN" sz="2400" smtClean="0"/>
              <a:t>C</a:t>
            </a:r>
            <a:r>
              <a:rPr lang="en-US" altLang="zh-CN" sz="2400" baseline="-25000" smtClean="0"/>
              <a:t>L</a:t>
            </a:r>
            <a:r>
              <a:rPr lang="zh-CN" altLang="en-US" sz="2400" smtClean="0"/>
              <a:t>高度</a:t>
            </a:r>
            <a:r>
              <a:rPr lang="en-US" altLang="zh-CN" sz="2400" smtClean="0"/>
              <a:t>h</a:t>
            </a:r>
            <a:r>
              <a:rPr lang="zh-CN" altLang="en-US" sz="2400" smtClean="0"/>
              <a:t>，</a:t>
            </a:r>
            <a:r>
              <a:rPr lang="en-US" altLang="zh-CN" sz="2400" smtClean="0"/>
              <a:t>C</a:t>
            </a:r>
            <a:r>
              <a:rPr lang="en-US" altLang="zh-CN" sz="2400" baseline="-25000" smtClean="0"/>
              <a:t>R</a:t>
            </a:r>
            <a:r>
              <a:rPr lang="zh-CN" altLang="en-US" sz="2400" smtClean="0"/>
              <a:t>高度</a:t>
            </a:r>
            <a:r>
              <a:rPr lang="en-US" altLang="zh-CN" sz="2400" smtClean="0"/>
              <a:t>h-1</a:t>
            </a:r>
            <a:r>
              <a:rPr lang="zh-CN" altLang="en-US" sz="2400" smtClean="0"/>
              <a:t>）</a:t>
            </a:r>
            <a:r>
              <a:rPr lang="zh-CN" altLang="en-US" sz="2400" smtClean="0">
                <a:sym typeface="Wingdings" panose="05000000000000000000" pitchFamily="2" charset="2"/>
              </a:rPr>
              <a:t></a:t>
            </a:r>
            <a:r>
              <a:rPr lang="en-US" altLang="zh-CN" sz="2400" smtClean="0">
                <a:sym typeface="Wingdings" panose="05000000000000000000" pitchFamily="2" charset="2"/>
              </a:rPr>
              <a:t>bf(B)=0, bf(A)=-1</a:t>
            </a:r>
            <a:br>
              <a:rPr lang="en-US" altLang="zh-CN" sz="2400" smtClean="0">
                <a:sym typeface="Wingdings" panose="05000000000000000000" pitchFamily="2" charset="2"/>
              </a:rPr>
            </a:br>
            <a:r>
              <a:rPr lang="en-US" altLang="zh-CN" sz="2400" smtClean="0">
                <a:sym typeface="Wingdings" panose="05000000000000000000" pitchFamily="2" charset="2"/>
              </a:rPr>
              <a:t>b=-1</a:t>
            </a:r>
            <a:r>
              <a:rPr lang="zh-CN" altLang="en-US" sz="2400" smtClean="0"/>
              <a:t>（</a:t>
            </a:r>
            <a:r>
              <a:rPr lang="en-US" altLang="zh-CN" sz="2400" smtClean="0"/>
              <a:t>C</a:t>
            </a:r>
            <a:r>
              <a:rPr lang="en-US" altLang="zh-CN" sz="2400" baseline="-25000" smtClean="0"/>
              <a:t>L</a:t>
            </a:r>
            <a:r>
              <a:rPr lang="zh-CN" altLang="en-US" sz="2400" smtClean="0"/>
              <a:t>高度</a:t>
            </a:r>
            <a:r>
              <a:rPr lang="en-US" altLang="zh-CN" sz="2400" smtClean="0"/>
              <a:t>h-1</a:t>
            </a:r>
            <a:r>
              <a:rPr lang="zh-CN" altLang="en-US" sz="2400" smtClean="0"/>
              <a:t>，</a:t>
            </a:r>
            <a:r>
              <a:rPr lang="en-US" altLang="zh-CN" sz="2400" smtClean="0"/>
              <a:t>C</a:t>
            </a:r>
            <a:r>
              <a:rPr lang="en-US" altLang="zh-CN" sz="2400" baseline="-25000" smtClean="0"/>
              <a:t>R</a:t>
            </a:r>
            <a:r>
              <a:rPr lang="zh-CN" altLang="en-US" sz="2400" smtClean="0"/>
              <a:t>高度</a:t>
            </a:r>
            <a:r>
              <a:rPr lang="en-US" altLang="zh-CN" sz="2400" smtClean="0"/>
              <a:t>h</a:t>
            </a:r>
            <a:r>
              <a:rPr lang="zh-CN" altLang="en-US" sz="2400" smtClean="0"/>
              <a:t>）</a:t>
            </a:r>
            <a:r>
              <a:rPr lang="zh-CN" altLang="en-US" sz="2400" smtClean="0">
                <a:sym typeface="Wingdings" panose="05000000000000000000" pitchFamily="2" charset="2"/>
              </a:rPr>
              <a:t></a:t>
            </a:r>
            <a:r>
              <a:rPr lang="en-US" altLang="zh-CN" sz="2400" smtClean="0">
                <a:sym typeface="Wingdings" panose="05000000000000000000" pitchFamily="2" charset="2"/>
              </a:rPr>
              <a:t>bf(B)=1, bf(A)=0</a:t>
            </a:r>
            <a:endParaRPr lang="en-US" altLang="zh-CN" sz="2400" smtClean="0">
              <a:sym typeface="Wingdings" panose="05000000000000000000" pitchFamily="2" charset="2"/>
            </a:endParaRPr>
          </a:p>
          <a:p>
            <a:r>
              <a:rPr lang="en-US" altLang="zh-CN" smtClean="0">
                <a:sym typeface="Wingdings" panose="05000000000000000000" pitchFamily="2" charset="2"/>
              </a:rPr>
              <a:t>RL——</a:t>
            </a:r>
            <a:r>
              <a:rPr lang="zh-CN" altLang="en-US" smtClean="0">
                <a:sym typeface="Wingdings" panose="05000000000000000000" pitchFamily="2" charset="2"/>
              </a:rPr>
              <a:t>对称</a:t>
            </a:r>
            <a:endParaRPr lang="zh-CN" altLang="en-US" smtClean="0">
              <a:sym typeface="Wingdings" panose="05000000000000000000" pitchFamily="2" charset="2"/>
            </a:endParaRPr>
          </a:p>
        </p:txBody>
      </p:sp>
      <p:sp>
        <p:nvSpPr>
          <p:cNvPr id="8192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D753E2A-D17A-49A6-BCC7-01BEB306594D}" type="slidenum">
              <a:rPr lang="en-US" altLang="en-US">
                <a:solidFill>
                  <a:srgbClr val="4B4B4B"/>
                </a:solidFill>
              </a:rPr>
            </a:fld>
            <a:endParaRPr lang="en-US" altLang="en-US">
              <a:solidFill>
                <a:srgbClr val="4B4B4B"/>
              </a:solidFill>
            </a:endParaRPr>
          </a:p>
        </p:txBody>
      </p:sp>
      <p:grpSp>
        <p:nvGrpSpPr>
          <p:cNvPr id="2" name="组合 1"/>
          <p:cNvGrpSpPr/>
          <p:nvPr/>
        </p:nvGrpSpPr>
        <p:grpSpPr>
          <a:xfrm>
            <a:off x="585788" y="1295400"/>
            <a:ext cx="7720012" cy="2819400"/>
            <a:chOff x="585788" y="1295400"/>
            <a:chExt cx="7720012" cy="2819400"/>
          </a:xfrm>
        </p:grpSpPr>
        <p:pic>
          <p:nvPicPr>
            <p:cNvPr id="81924" name="Picture 5" descr="lr"/>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85788" y="1295400"/>
              <a:ext cx="7720012"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502624" y="1593072"/>
              <a:ext cx="389238" cy="390482"/>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966241" y="2322459"/>
              <a:ext cx="369833" cy="40087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246782" y="1528807"/>
              <a:ext cx="389238" cy="390482"/>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711034" y="2258829"/>
              <a:ext cx="369833" cy="40087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2" name="椭圆 11"/>
            <p:cNvSpPr/>
            <p:nvPr/>
          </p:nvSpPr>
          <p:spPr>
            <a:xfrm>
              <a:off x="4196448" y="3020194"/>
              <a:ext cx="369833" cy="40087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rPr>
                <a:t>b</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3" name="椭圆 12"/>
            <p:cNvSpPr/>
            <p:nvPr/>
          </p:nvSpPr>
          <p:spPr>
            <a:xfrm>
              <a:off x="6990940" y="1495448"/>
              <a:ext cx="389238" cy="390482"/>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grpSp>
      <p:sp>
        <p:nvSpPr>
          <p:cNvPr id="3" name="椭圆 2"/>
          <p:cNvSpPr/>
          <p:nvPr>
            <p:custDataLst>
              <p:tags r:id="rId2"/>
            </p:custDataLst>
          </p:nvPr>
        </p:nvSpPr>
        <p:spPr>
          <a:xfrm>
            <a:off x="3710940" y="2902585"/>
            <a:ext cx="1478280" cy="1459865"/>
          </a:xfrm>
          <a:prstGeom prst="ellipse">
            <a:avLst/>
          </a:prstGeom>
          <a:noFill/>
          <a:ln>
            <a:solidFill>
              <a:srgbClr val="FF0000"/>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3"/>
    </p:custData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8" name="Picture 5" descr="avlinse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8000" y="1792605"/>
            <a:ext cx="8258503"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0646" name="Rectangle 6"/>
          <p:cNvSpPr>
            <a:spLocks noChangeArrowheads="1"/>
          </p:cNvSpPr>
          <p:nvPr/>
        </p:nvSpPr>
        <p:spPr bwMode="ltGray">
          <a:xfrm>
            <a:off x="4453890" y="1766570"/>
            <a:ext cx="4312920" cy="32994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946" name="Rectangle 2"/>
          <p:cNvSpPr>
            <a:spLocks noGrp="1" noChangeArrowheads="1"/>
          </p:cNvSpPr>
          <p:nvPr>
            <p:ph type="title"/>
          </p:nvPr>
        </p:nvSpPr>
        <p:spPr/>
        <p:txBody>
          <a:bodyPr/>
          <a:lstStyle/>
          <a:p>
            <a:r>
              <a:rPr lang="zh-CN" altLang="en-US" smtClean="0"/>
              <a:t>双旋转例</a:t>
            </a:r>
            <a:endParaRPr lang="zh-CN" altLang="en-US" smtClean="0"/>
          </a:p>
        </p:txBody>
      </p:sp>
      <p:sp>
        <p:nvSpPr>
          <p:cNvPr id="8295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BCE7DB5-C60F-4552-A9B0-9DD1779F5C41}"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520646"/>
                                        </p:tgtEl>
                                        <p:attrNameLst>
                                          <p:attrName>ppt_x</p:attrName>
                                        </p:attrNameLst>
                                      </p:cBhvr>
                                      <p:tavLst>
                                        <p:tav tm="0">
                                          <p:val>
                                            <p:strVal val="ppt_x"/>
                                          </p:val>
                                        </p:tav>
                                        <p:tav tm="100000">
                                          <p:val>
                                            <p:strVal val="ppt_x"/>
                                          </p:val>
                                        </p:tav>
                                      </p:tavLst>
                                    </p:anim>
                                    <p:anim calcmode="lin" valueType="num">
                                      <p:cBhvr additive="base">
                                        <p:cTn id="7" dur="500"/>
                                        <p:tgtEl>
                                          <p:spTgt spid="1520646"/>
                                        </p:tgtEl>
                                        <p:attrNameLst>
                                          <p:attrName>ppt_y</p:attrName>
                                        </p:attrNameLst>
                                      </p:cBhvr>
                                      <p:tavLst>
                                        <p:tav tm="0">
                                          <p:val>
                                            <p:strVal val="ppt_y"/>
                                          </p:val>
                                        </p:tav>
                                        <p:tav tm="100000">
                                          <p:val>
                                            <p:strVal val="1+ppt_h/2"/>
                                          </p:val>
                                        </p:tav>
                                      </p:tavLst>
                                    </p:anim>
                                    <p:set>
                                      <p:cBhvr>
                                        <p:cTn id="8" dur="1" fill="hold">
                                          <p:stCondLst>
                                            <p:cond delay="499"/>
                                          </p:stCondLst>
                                        </p:cTn>
                                        <p:tgtEl>
                                          <p:spTgt spid="15206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0646"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2" name="Picture 5" descr="avlinse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741488"/>
            <a:ext cx="8393113" cy="313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1670" name="Rectangle 6"/>
          <p:cNvSpPr>
            <a:spLocks noChangeArrowheads="1"/>
          </p:cNvSpPr>
          <p:nvPr/>
        </p:nvSpPr>
        <p:spPr bwMode="ltGray">
          <a:xfrm>
            <a:off x="4670425" y="1742440"/>
            <a:ext cx="4104005" cy="31343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970" name="Rectangle 2"/>
          <p:cNvSpPr>
            <a:spLocks noGrp="1" noChangeArrowheads="1"/>
          </p:cNvSpPr>
          <p:nvPr>
            <p:ph type="title"/>
          </p:nvPr>
        </p:nvSpPr>
        <p:spPr/>
        <p:txBody>
          <a:bodyPr/>
          <a:lstStyle/>
          <a:p>
            <a:r>
              <a:rPr lang="zh-CN" altLang="en-US" smtClean="0"/>
              <a:t>双旋转例</a:t>
            </a:r>
            <a:endParaRPr lang="zh-CN" altLang="en-US" smtClean="0"/>
          </a:p>
        </p:txBody>
      </p:sp>
      <p:sp>
        <p:nvSpPr>
          <p:cNvPr id="8397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C55D0B5-B244-4CE4-9863-313247EBDEE9}"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521670"/>
                                        </p:tgtEl>
                                        <p:attrNameLst>
                                          <p:attrName>ppt_x</p:attrName>
                                        </p:attrNameLst>
                                      </p:cBhvr>
                                      <p:tavLst>
                                        <p:tav tm="0">
                                          <p:val>
                                            <p:strVal val="ppt_x"/>
                                          </p:val>
                                        </p:tav>
                                        <p:tav tm="100000">
                                          <p:val>
                                            <p:strVal val="ppt_x"/>
                                          </p:val>
                                        </p:tav>
                                      </p:tavLst>
                                    </p:anim>
                                    <p:anim calcmode="lin" valueType="num">
                                      <p:cBhvr additive="base">
                                        <p:cTn id="7" dur="500"/>
                                        <p:tgtEl>
                                          <p:spTgt spid="1521670"/>
                                        </p:tgtEl>
                                        <p:attrNameLst>
                                          <p:attrName>ppt_y</p:attrName>
                                        </p:attrNameLst>
                                      </p:cBhvr>
                                      <p:tavLst>
                                        <p:tav tm="0">
                                          <p:val>
                                            <p:strVal val="ppt_y"/>
                                          </p:val>
                                        </p:tav>
                                        <p:tav tm="100000">
                                          <p:val>
                                            <p:strVal val="1+ppt_h/2"/>
                                          </p:val>
                                        </p:tav>
                                      </p:tavLst>
                                    </p:anim>
                                    <p:set>
                                      <p:cBhvr>
                                        <p:cTn id="8" dur="1" fill="hold">
                                          <p:stCondLst>
                                            <p:cond delay="499"/>
                                          </p:stCondLst>
                                        </p:cTn>
                                        <p:tgtEl>
                                          <p:spTgt spid="15216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1670"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zh-CN" smtClean="0"/>
              <a:t>AVL</a:t>
            </a:r>
            <a:r>
              <a:rPr lang="zh-CN" altLang="en-US" smtClean="0"/>
              <a:t>树插入算法</a:t>
            </a:r>
            <a:endParaRPr lang="zh-CN" altLang="en-US" smtClean="0"/>
          </a:p>
        </p:txBody>
      </p:sp>
      <p:sp>
        <p:nvSpPr>
          <p:cNvPr id="84995" name="Rectangle 3"/>
          <p:cNvSpPr>
            <a:spLocks noGrp="1" noChangeArrowheads="1"/>
          </p:cNvSpPr>
          <p:nvPr>
            <p:ph idx="1"/>
          </p:nvPr>
        </p:nvSpPr>
        <p:spPr/>
        <p:txBody>
          <a:bodyPr/>
          <a:lstStyle/>
          <a:p>
            <a:pPr marL="533400" indent="-533400">
              <a:buFont typeface="Wingdings" panose="05000000000000000000" pitchFamily="2" charset="2"/>
              <a:buAutoNum type="arabicParenR"/>
            </a:pPr>
            <a:r>
              <a:rPr lang="zh-CN" altLang="en-US" smtClean="0"/>
              <a:t>从根节点开始搜索，确定插入位置</a:t>
            </a:r>
            <a:endParaRPr lang="zh-CN" altLang="en-US" smtClean="0"/>
          </a:p>
          <a:p>
            <a:pPr marL="914400" lvl="1" indent="-457200"/>
            <a:r>
              <a:rPr lang="zh-CN" altLang="en-US" smtClean="0"/>
              <a:t>同时寻找最后的平衡因子为</a:t>
            </a:r>
            <a:r>
              <a:rPr lang="en-US" altLang="zh-CN" smtClean="0"/>
              <a:t>-1</a:t>
            </a:r>
            <a:r>
              <a:rPr lang="zh-CN" altLang="en-US" smtClean="0"/>
              <a:t>或</a:t>
            </a:r>
            <a:r>
              <a:rPr lang="en-US" altLang="zh-CN" smtClean="0"/>
              <a:t>1</a:t>
            </a:r>
            <a:r>
              <a:rPr lang="zh-CN" altLang="en-US" smtClean="0"/>
              <a:t>的节点，记为</a:t>
            </a:r>
            <a:r>
              <a:rPr lang="en-US" altLang="zh-CN" i="1" smtClean="0"/>
              <a:t>A </a:t>
            </a:r>
            <a:endParaRPr lang="en-US" altLang="zh-CN" smtClean="0"/>
          </a:p>
          <a:p>
            <a:pPr marL="914400" lvl="1" indent="-457200"/>
            <a:r>
              <a:rPr lang="zh-CN" altLang="en-US" smtClean="0"/>
              <a:t>若找到相同关键字的元素，插入失败</a:t>
            </a:r>
            <a:endParaRPr lang="zh-CN" altLang="en-US" smtClean="0"/>
          </a:p>
          <a:p>
            <a:pPr marL="533400" indent="-533400">
              <a:buFont typeface="Wingdings" panose="05000000000000000000" pitchFamily="2" charset="2"/>
              <a:buAutoNum type="arabicParenR"/>
            </a:pPr>
            <a:r>
              <a:rPr lang="zh-CN" altLang="en-US" smtClean="0"/>
              <a:t>若没有这样的节点</a:t>
            </a:r>
            <a:r>
              <a:rPr lang="en-US" altLang="zh-CN" i="1" smtClean="0"/>
              <a:t>A</a:t>
            </a:r>
            <a:r>
              <a:rPr lang="en-US" altLang="zh-CN" smtClean="0"/>
              <a:t>——</a:t>
            </a:r>
            <a:r>
              <a:rPr lang="zh-CN" altLang="en-US" smtClean="0"/>
              <a:t>插入后平衡</a:t>
            </a:r>
            <a:endParaRPr lang="zh-CN" altLang="en-US" smtClean="0"/>
          </a:p>
          <a:p>
            <a:pPr marL="914400" lvl="1" indent="-457200"/>
            <a:r>
              <a:rPr lang="zh-CN" altLang="en-US" smtClean="0"/>
              <a:t>从根节点重新遍历一次，修改平衡因子，然后终止</a:t>
            </a:r>
            <a:endParaRPr lang="zh-CN" altLang="en-US" smtClean="0"/>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55E782-20DB-4384-BA16-57D498817C4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zh-CN" smtClean="0"/>
              <a:t>AVL</a:t>
            </a:r>
            <a:r>
              <a:rPr lang="zh-CN" altLang="en-US" smtClean="0"/>
              <a:t>树插入算法</a:t>
            </a:r>
            <a:endParaRPr lang="zh-CN" altLang="en-US" smtClean="0"/>
          </a:p>
        </p:txBody>
      </p:sp>
      <p:sp>
        <p:nvSpPr>
          <p:cNvPr id="86019" name="Rectangle 3"/>
          <p:cNvSpPr>
            <a:spLocks noGrp="1" noChangeArrowheads="1"/>
          </p:cNvSpPr>
          <p:nvPr>
            <p:ph idx="1"/>
          </p:nvPr>
        </p:nvSpPr>
        <p:spPr/>
        <p:txBody>
          <a:bodyPr/>
          <a:lstStyle/>
          <a:p>
            <a:pPr marL="609600" indent="-609600">
              <a:buFont typeface="Wingdings" panose="05000000000000000000" pitchFamily="2" charset="2"/>
              <a:buAutoNum type="arabicParenR" startAt="3"/>
            </a:pPr>
            <a:r>
              <a:rPr lang="zh-CN" altLang="en-US" smtClean="0"/>
              <a:t>若</a:t>
            </a:r>
            <a:r>
              <a:rPr lang="en-US" altLang="zh-CN" i="1" smtClean="0"/>
              <a:t>bf</a:t>
            </a:r>
            <a:r>
              <a:rPr lang="en-US" altLang="zh-CN" smtClean="0"/>
              <a:t>(A)=1</a:t>
            </a:r>
            <a:r>
              <a:rPr lang="zh-CN" altLang="en-US" smtClean="0"/>
              <a:t>且新节点插入</a:t>
            </a:r>
            <a:r>
              <a:rPr lang="en-US" altLang="zh-CN" smtClean="0"/>
              <a:t>A</a:t>
            </a:r>
            <a:r>
              <a:rPr lang="zh-CN" altLang="en-US" smtClean="0"/>
              <a:t>的右子树，</a:t>
            </a:r>
            <a:br>
              <a:rPr lang="zh-CN" altLang="en-US" smtClean="0"/>
            </a:br>
            <a:r>
              <a:rPr lang="zh-CN" altLang="en-US" smtClean="0"/>
              <a:t>或</a:t>
            </a:r>
            <a:r>
              <a:rPr lang="en-US" altLang="zh-CN" i="1" smtClean="0"/>
              <a:t>bf</a:t>
            </a:r>
            <a:r>
              <a:rPr lang="en-US" altLang="zh-CN" smtClean="0"/>
              <a:t>(A)=-1</a:t>
            </a:r>
            <a:r>
              <a:rPr lang="zh-CN" altLang="en-US" smtClean="0"/>
              <a:t>且新节点插入</a:t>
            </a:r>
            <a:r>
              <a:rPr lang="en-US" altLang="zh-CN" smtClean="0"/>
              <a:t>A</a:t>
            </a:r>
            <a:r>
              <a:rPr lang="zh-CN" altLang="en-US" smtClean="0"/>
              <a:t>的左子树</a:t>
            </a:r>
            <a:br>
              <a:rPr lang="zh-CN" altLang="en-US" smtClean="0"/>
            </a:br>
            <a:r>
              <a:rPr lang="zh-CN" altLang="en-US" smtClean="0">
                <a:sym typeface="Wingdings" panose="05000000000000000000" pitchFamily="2" charset="2"/>
              </a:rPr>
              <a:t></a:t>
            </a:r>
            <a:r>
              <a:rPr lang="en-US" altLang="zh-CN" smtClean="0"/>
              <a:t>A</a:t>
            </a:r>
            <a:r>
              <a:rPr lang="en-US" altLang="zh-CN" i="1" smtClean="0"/>
              <a:t> </a:t>
            </a:r>
            <a:r>
              <a:rPr lang="zh-CN" altLang="en-US" smtClean="0"/>
              <a:t>的新平衡因子是</a:t>
            </a:r>
            <a:r>
              <a:rPr lang="en-US" altLang="zh-CN" smtClean="0"/>
              <a:t>0</a:t>
            </a:r>
            <a:endParaRPr lang="en-US" altLang="zh-CN" smtClean="0"/>
          </a:p>
          <a:p>
            <a:pPr marL="990600" lvl="1" indent="-533400"/>
            <a:r>
              <a:rPr lang="zh-CN" altLang="en-US" smtClean="0"/>
              <a:t>修改从</a:t>
            </a:r>
            <a:r>
              <a:rPr lang="en-US" altLang="zh-CN" smtClean="0"/>
              <a:t>A </a:t>
            </a:r>
            <a:r>
              <a:rPr lang="zh-CN" altLang="en-US" smtClean="0"/>
              <a:t>到新节点路径中节点的平衡因子，然后终止</a:t>
            </a:r>
            <a:endParaRPr lang="zh-CN" altLang="en-US" smtClean="0"/>
          </a:p>
          <a:p>
            <a:pPr marL="609600" indent="-609600">
              <a:buFont typeface="Wingdings" panose="05000000000000000000" pitchFamily="2" charset="2"/>
              <a:buAutoNum type="arabicParenR" startAt="3"/>
            </a:pPr>
            <a:r>
              <a:rPr lang="zh-CN" altLang="en-US" smtClean="0"/>
              <a:t>不平衡情况</a:t>
            </a:r>
            <a:endParaRPr lang="zh-CN" altLang="en-US" smtClean="0"/>
          </a:p>
          <a:p>
            <a:pPr marL="990600" lvl="1" indent="-533400"/>
            <a:r>
              <a:rPr lang="zh-CN" altLang="en-US" smtClean="0"/>
              <a:t>确定不平衡类型，并执行相应的旋转</a:t>
            </a:r>
            <a:endParaRPr lang="zh-CN" altLang="en-US" smtClean="0"/>
          </a:p>
          <a:p>
            <a:pPr marL="990600" lvl="1" indent="-533400"/>
            <a:r>
              <a:rPr lang="zh-CN" altLang="en-US" smtClean="0"/>
              <a:t>在从新子树根节点至新插入节点路径中，根据旋转需要修改相应的平衡因子</a:t>
            </a:r>
            <a:endParaRPr lang="zh-CN" altLang="en-US" smtClean="0"/>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E5BB26-86A6-47FF-AC62-7B617F00984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r>
              <a:rPr lang="en-US" altLang="zh-CN" smtClean="0"/>
              <a:t>AVL</a:t>
            </a:r>
            <a:r>
              <a:rPr lang="zh-CN" altLang="en-US" smtClean="0"/>
              <a:t>插入小结</a:t>
            </a:r>
            <a:endParaRPr lang="zh-CN" altLang="en-US" smtClean="0"/>
          </a:p>
        </p:txBody>
      </p:sp>
      <p:sp>
        <p:nvSpPr>
          <p:cNvPr id="87043" name="内容占位符 2"/>
          <p:cNvSpPr>
            <a:spLocks noGrp="1"/>
          </p:cNvSpPr>
          <p:nvPr>
            <p:ph idx="1"/>
          </p:nvPr>
        </p:nvSpPr>
        <p:spPr/>
        <p:txBody>
          <a:bodyPr/>
          <a:lstStyle/>
          <a:p>
            <a:r>
              <a:rPr lang="zh-CN" altLang="en-US" smtClean="0"/>
              <a:t>不平衡共分四种情况</a:t>
            </a:r>
            <a:endParaRPr lang="en-US" altLang="zh-CN" smtClean="0"/>
          </a:p>
          <a:p>
            <a:pPr lvl="1"/>
            <a:r>
              <a:rPr lang="en-US" altLang="zh-CN" smtClean="0"/>
              <a:t>LL</a:t>
            </a:r>
            <a:r>
              <a:rPr lang="zh-CN" altLang="en-US" smtClean="0"/>
              <a:t>与</a:t>
            </a:r>
            <a:r>
              <a:rPr lang="en-US" altLang="zh-CN" smtClean="0"/>
              <a:t>RR</a:t>
            </a:r>
            <a:r>
              <a:rPr lang="zh-CN" altLang="en-US" smtClean="0"/>
              <a:t>对称：一次旋转</a:t>
            </a:r>
            <a:endParaRPr lang="en-US" altLang="zh-CN" smtClean="0"/>
          </a:p>
          <a:p>
            <a:pPr lvl="1"/>
            <a:r>
              <a:rPr lang="en-US" altLang="zh-CN" smtClean="0"/>
              <a:t>LR</a:t>
            </a:r>
            <a:r>
              <a:rPr lang="zh-CN" altLang="en-US" smtClean="0"/>
              <a:t>与</a:t>
            </a:r>
            <a:r>
              <a:rPr lang="en-US" altLang="zh-CN" smtClean="0"/>
              <a:t>RL</a:t>
            </a:r>
            <a:r>
              <a:rPr lang="zh-CN" altLang="en-US" smtClean="0"/>
              <a:t>对称：两次旋转</a:t>
            </a:r>
            <a:endParaRPr lang="en-US" altLang="zh-CN" smtClean="0"/>
          </a:p>
          <a:p>
            <a:pPr lvl="1"/>
            <a:endParaRPr lang="en-US" altLang="zh-CN" smtClean="0"/>
          </a:p>
          <a:p>
            <a:r>
              <a:rPr lang="zh-CN" altLang="en-US" smtClean="0"/>
              <a:t>关键是找到距离插入点最近的</a:t>
            </a:r>
            <a:r>
              <a:rPr lang="zh-CN" altLang="en-US" smtClean="0">
                <a:solidFill>
                  <a:srgbClr val="FF0000"/>
                </a:solidFill>
              </a:rPr>
              <a:t>不平衡节点</a:t>
            </a:r>
            <a:r>
              <a:rPr lang="zh-CN" altLang="en-US" smtClean="0"/>
              <a:t>！</a:t>
            </a:r>
            <a:endParaRPr lang="zh-CN" altLang="en-US" smtClean="0"/>
          </a:p>
        </p:txBody>
      </p:sp>
      <p:sp>
        <p:nvSpPr>
          <p:cNvPr id="870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D3AB71-D43C-4973-B237-907F34975784}"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zh-CN" altLang="en-US" smtClean="0"/>
              <a:t>一次旋转示例（</a:t>
            </a:r>
            <a:r>
              <a:rPr lang="en-US" altLang="zh-CN" smtClean="0"/>
              <a:t>RR</a:t>
            </a:r>
            <a:r>
              <a:rPr lang="zh-CN" altLang="en-US" smtClean="0"/>
              <a:t>）</a:t>
            </a:r>
            <a:r>
              <a:rPr lang="en-US" altLang="zh-CN" smtClean="0"/>
              <a:t>-</a:t>
            </a:r>
            <a:r>
              <a:rPr lang="zh-CN" altLang="en-US" smtClean="0"/>
              <a:t>树高</a:t>
            </a:r>
            <a:r>
              <a:rPr lang="zh-CN" altLang="en-US" smtClean="0"/>
              <a:t>变化</a:t>
            </a:r>
            <a:endParaRPr lang="zh-CN" altLang="en-US" smtClean="0"/>
          </a:p>
        </p:txBody>
      </p:sp>
      <p:pic>
        <p:nvPicPr>
          <p:cNvPr id="88068" name="Picture 2"/>
          <p:cNvPicPr>
            <a:picLocks noGrp="1" noChangeAspect="1" noChangeArrowheads="1"/>
          </p:cNvPicPr>
          <p:nvPr>
            <p:ph idx="1"/>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tretch>
            <a:fillRect/>
          </a:stretch>
        </p:blipFill>
        <p:spPr>
          <a:xfrm>
            <a:off x="700405" y="1384935"/>
            <a:ext cx="3161030" cy="4095750"/>
          </a:xfrm>
          <a:noFill/>
        </p:spPr>
      </p:pic>
      <p:sp>
        <p:nvSpPr>
          <p:cNvPr id="8806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2D0F54C-92E6-4A9A-BE75-4A25A4D13DC7}" type="slidenum">
              <a:rPr lang="en-US" altLang="en-US">
                <a:solidFill>
                  <a:srgbClr val="4B4B4B"/>
                </a:solidFill>
              </a:rPr>
            </a:fld>
            <a:endParaRPr lang="en-US" altLang="en-US">
              <a:solidFill>
                <a:srgbClr val="4B4B4B"/>
              </a:solidFill>
            </a:endParaRPr>
          </a:p>
        </p:txBody>
      </p:sp>
      <p:pic>
        <p:nvPicPr>
          <p:cNvPr id="88069" name="Picture 3"/>
          <p:cNvPicPr>
            <a:picLocks noChangeAspect="1" noChangeArrowheads="1"/>
          </p:cNvPicPr>
          <p:nvPr/>
        </p:nvPicPr>
        <p:blipFill>
          <a:blip r:embed="rId2">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4616133" y="1280160"/>
            <a:ext cx="3417887"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814195" y="5648960"/>
            <a:ext cx="4572000" cy="917575"/>
          </a:xfrm>
          <a:prstGeom prst="rect">
            <a:avLst/>
          </a:prstGeom>
          <a:noFill/>
        </p:spPr>
        <p:txBody>
          <a:bodyPr wrap="square" rtlCol="0" anchor="t">
            <a:noAutofit/>
          </a:bodyPr>
          <a:p>
            <a:r>
              <a:rPr lang="zh-CN" altLang="en-US" smtClean="0">
                <a:sym typeface="+mn-ea"/>
              </a:rPr>
              <a:t>插入前</a:t>
            </a:r>
            <a:r>
              <a:rPr lang="zh-CN" altLang="en-US" smtClean="0">
                <a:sym typeface="+mn-ea"/>
              </a:rPr>
              <a:t>子树高度</a:t>
            </a:r>
            <a:r>
              <a:rPr lang="en-US" altLang="zh-CN" smtClean="0">
                <a:solidFill>
                  <a:srgbClr val="FF0000"/>
                </a:solidFill>
                <a:sym typeface="+mn-ea"/>
              </a:rPr>
              <a:t>total height=h+2</a:t>
            </a:r>
            <a:endParaRPr lang="zh-CN" altLang="en-US" smtClean="0">
              <a:solidFill>
                <a:srgbClr val="FF0000"/>
              </a:solidFill>
              <a:sym typeface="+mn-ea"/>
            </a:endParaRPr>
          </a:p>
          <a:p>
            <a:r>
              <a:rPr lang="zh-CN" altLang="en-US" smtClean="0">
                <a:solidFill>
                  <a:schemeClr val="tx1"/>
                </a:solidFill>
                <a:sym typeface="+mn-ea"/>
              </a:rPr>
              <a:t>插入后子树高度</a:t>
            </a:r>
            <a:r>
              <a:rPr lang="en-US" altLang="zh-CN" smtClean="0">
                <a:solidFill>
                  <a:srgbClr val="FF0000"/>
                </a:solidFill>
                <a:sym typeface="+mn-ea"/>
              </a:rPr>
              <a:t>total height=h+3</a:t>
            </a:r>
            <a:endParaRPr lang="zh-CN" altLang="en-US" smtClean="0">
              <a:solidFill>
                <a:srgbClr val="FF0000"/>
              </a:solidFill>
              <a:sym typeface="+mn-ea"/>
            </a:endParaRPr>
          </a:p>
          <a:p>
            <a:r>
              <a:rPr lang="zh-CN" altLang="en-US" smtClean="0">
                <a:solidFill>
                  <a:schemeClr val="tx1"/>
                </a:solidFill>
                <a:sym typeface="+mn-ea"/>
              </a:rPr>
              <a:t>旋转后</a:t>
            </a:r>
            <a:r>
              <a:rPr lang="zh-CN" altLang="en-US" smtClean="0">
                <a:sym typeface="+mn-ea"/>
              </a:rPr>
              <a:t>子树高度</a:t>
            </a:r>
            <a:r>
              <a:rPr lang="en-US" altLang="zh-CN" smtClean="0">
                <a:solidFill>
                  <a:srgbClr val="FF0000"/>
                </a:solidFill>
                <a:sym typeface="+mn-ea"/>
              </a:rPr>
              <a:t>total height=h+2</a:t>
            </a:r>
            <a:endParaRPr lang="zh-CN" altLang="en-US" smtClean="0">
              <a:solidFill>
                <a:schemeClr val="tx1"/>
              </a:solidFill>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a:lstStyle/>
          <a:p>
            <a:r>
              <a:rPr lang="zh-CN" altLang="en-US" smtClean="0"/>
              <a:t>两次旋转示例（</a:t>
            </a:r>
            <a:r>
              <a:rPr lang="en-US" altLang="zh-CN" smtClean="0"/>
              <a:t>RL</a:t>
            </a:r>
            <a:r>
              <a:rPr lang="zh-CN" altLang="en-US" smtClean="0"/>
              <a:t>）</a:t>
            </a:r>
            <a:r>
              <a:rPr lang="en-US" altLang="zh-CN" smtClean="0"/>
              <a:t>-</a:t>
            </a:r>
            <a:r>
              <a:rPr lang="zh-CN" altLang="en-US" smtClean="0"/>
              <a:t>树高</a:t>
            </a:r>
            <a:r>
              <a:rPr lang="zh-CN" altLang="en-US" smtClean="0"/>
              <a:t>变化</a:t>
            </a:r>
            <a:endParaRPr lang="zh-CN" altLang="en-US" smtClean="0"/>
          </a:p>
        </p:txBody>
      </p:sp>
      <p:pic>
        <p:nvPicPr>
          <p:cNvPr id="89092" name="Picture 2"/>
          <p:cNvPicPr>
            <a:picLocks noGrp="1" noChangeAspect="1" noChangeArrowheads="1"/>
          </p:cNvPicPr>
          <p:nvPr>
            <p:ph idx="1"/>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tretch>
            <a:fillRect/>
          </a:stretch>
        </p:blipFill>
        <p:spPr>
          <a:xfrm>
            <a:off x="142240" y="1759585"/>
            <a:ext cx="4168140" cy="3637915"/>
          </a:xfrm>
          <a:noFill/>
        </p:spPr>
      </p:pic>
      <p:sp>
        <p:nvSpPr>
          <p:cNvPr id="8909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6401ECD-8D97-496D-BA74-16766B755016}" type="slidenum">
              <a:rPr lang="en-US" altLang="en-US">
                <a:solidFill>
                  <a:srgbClr val="4B4B4B"/>
                </a:solidFill>
              </a:rPr>
            </a:fld>
            <a:endParaRPr lang="en-US" altLang="en-US">
              <a:solidFill>
                <a:srgbClr val="4B4B4B"/>
              </a:solidFill>
            </a:endParaRPr>
          </a:p>
        </p:txBody>
      </p:sp>
      <p:pic>
        <p:nvPicPr>
          <p:cNvPr id="89093" name="Picture 3"/>
          <p:cNvPicPr>
            <a:picLocks noChangeAspect="1" noChangeArrowheads="1"/>
          </p:cNvPicPr>
          <p:nvPr/>
        </p:nvPicPr>
        <p:blipFill>
          <a:blip r:embed="rId2">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4554220" y="1814195"/>
            <a:ext cx="4203700"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custDataLst>
              <p:tags r:id="rId3"/>
            </p:custDataLst>
          </p:nvPr>
        </p:nvSpPr>
        <p:spPr>
          <a:xfrm>
            <a:off x="1814195" y="5648960"/>
            <a:ext cx="4572000" cy="917575"/>
          </a:xfrm>
          <a:prstGeom prst="rect">
            <a:avLst/>
          </a:prstGeom>
          <a:noFill/>
        </p:spPr>
        <p:txBody>
          <a:bodyPr wrap="square" rtlCol="0" anchor="t">
            <a:noAutofit/>
          </a:bodyPr>
          <a:p>
            <a:r>
              <a:rPr lang="zh-CN" altLang="en-US" smtClean="0">
                <a:sym typeface="+mn-ea"/>
              </a:rPr>
              <a:t>插入前</a:t>
            </a:r>
            <a:r>
              <a:rPr lang="zh-CN" altLang="en-US" smtClean="0">
                <a:sym typeface="+mn-ea"/>
              </a:rPr>
              <a:t>子树高度</a:t>
            </a:r>
            <a:r>
              <a:rPr lang="en-US" altLang="zh-CN" smtClean="0">
                <a:solidFill>
                  <a:srgbClr val="FF0000"/>
                </a:solidFill>
                <a:sym typeface="+mn-ea"/>
              </a:rPr>
              <a:t>total height=h+2</a:t>
            </a:r>
            <a:endParaRPr lang="zh-CN" altLang="en-US" smtClean="0">
              <a:solidFill>
                <a:srgbClr val="FF0000"/>
              </a:solidFill>
              <a:sym typeface="+mn-ea"/>
            </a:endParaRPr>
          </a:p>
          <a:p>
            <a:r>
              <a:rPr lang="zh-CN" altLang="en-US" smtClean="0">
                <a:solidFill>
                  <a:schemeClr val="tx1"/>
                </a:solidFill>
                <a:sym typeface="+mn-ea"/>
              </a:rPr>
              <a:t>插入后子树高度</a:t>
            </a:r>
            <a:r>
              <a:rPr lang="en-US" altLang="zh-CN" smtClean="0">
                <a:solidFill>
                  <a:srgbClr val="FF0000"/>
                </a:solidFill>
                <a:sym typeface="+mn-ea"/>
              </a:rPr>
              <a:t>total height=h+3</a:t>
            </a:r>
            <a:endParaRPr lang="zh-CN" altLang="en-US" smtClean="0">
              <a:solidFill>
                <a:srgbClr val="FF0000"/>
              </a:solidFill>
              <a:sym typeface="+mn-ea"/>
            </a:endParaRPr>
          </a:p>
          <a:p>
            <a:r>
              <a:rPr lang="zh-CN" altLang="en-US" smtClean="0">
                <a:solidFill>
                  <a:schemeClr val="tx1"/>
                </a:solidFill>
                <a:sym typeface="+mn-ea"/>
              </a:rPr>
              <a:t>旋转后</a:t>
            </a:r>
            <a:r>
              <a:rPr lang="zh-CN" altLang="en-US" smtClean="0">
                <a:sym typeface="+mn-ea"/>
              </a:rPr>
              <a:t>子树高度</a:t>
            </a:r>
            <a:r>
              <a:rPr lang="en-US" altLang="zh-CN" smtClean="0">
                <a:solidFill>
                  <a:srgbClr val="FF0000"/>
                </a:solidFill>
                <a:sym typeface="+mn-ea"/>
              </a:rPr>
              <a:t>total height=h+2</a:t>
            </a:r>
            <a:endParaRPr lang="zh-CN" altLang="en-US" smtClean="0">
              <a:solidFill>
                <a:schemeClr val="tx1"/>
              </a:solidFill>
              <a:sym typeface="+mn-ea"/>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r>
              <a:rPr lang="zh-CN" altLang="en-US" smtClean="0"/>
              <a:t>小练习</a:t>
            </a:r>
            <a:endParaRPr lang="zh-CN" altLang="en-US" smtClean="0"/>
          </a:p>
        </p:txBody>
      </p:sp>
      <p:sp>
        <p:nvSpPr>
          <p:cNvPr id="90115" name="内容占位符 2"/>
          <p:cNvSpPr>
            <a:spLocks noGrp="1"/>
          </p:cNvSpPr>
          <p:nvPr>
            <p:ph idx="1"/>
          </p:nvPr>
        </p:nvSpPr>
        <p:spPr/>
        <p:txBody>
          <a:bodyPr/>
          <a:lstStyle/>
          <a:p>
            <a:r>
              <a:rPr lang="zh-CN" altLang="en-US" smtClean="0"/>
              <a:t>请将元素</a:t>
            </a:r>
            <a:r>
              <a:rPr lang="en-US" altLang="zh-CN" smtClean="0"/>
              <a:t>52</a:t>
            </a:r>
            <a:r>
              <a:rPr lang="zh-CN" altLang="en-US" smtClean="0"/>
              <a:t>插入到如下</a:t>
            </a:r>
            <a:r>
              <a:rPr lang="en-US" altLang="zh-CN" smtClean="0"/>
              <a:t>AVL</a:t>
            </a:r>
            <a:r>
              <a:rPr lang="zh-CN" altLang="en-US" smtClean="0"/>
              <a:t>树中，生成新的</a:t>
            </a:r>
            <a:r>
              <a:rPr lang="en-US" altLang="zh-CN" smtClean="0"/>
              <a:t>AVL</a:t>
            </a:r>
            <a:r>
              <a:rPr lang="zh-CN" altLang="en-US" smtClean="0"/>
              <a:t>树</a:t>
            </a:r>
            <a:endParaRPr lang="zh-CN" altLang="en-US" smtClean="0"/>
          </a:p>
        </p:txBody>
      </p:sp>
      <p:sp>
        <p:nvSpPr>
          <p:cNvPr id="901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5131EC-4042-41CC-9F5F-DFB3CA94922F}" type="slidenum">
              <a:rPr lang="en-US" altLang="en-US">
                <a:solidFill>
                  <a:srgbClr val="4B4B4B"/>
                </a:solidFill>
              </a:rPr>
            </a:fld>
            <a:endParaRPr lang="en-US" altLang="en-US">
              <a:solidFill>
                <a:srgbClr val="4B4B4B"/>
              </a:solidFill>
            </a:endParaRPr>
          </a:p>
        </p:txBody>
      </p:sp>
      <p:grpSp>
        <p:nvGrpSpPr>
          <p:cNvPr id="90117" name="组合 6"/>
          <p:cNvGrpSpPr/>
          <p:nvPr/>
        </p:nvGrpSpPr>
        <p:grpSpPr bwMode="auto">
          <a:xfrm>
            <a:off x="3851275" y="2889250"/>
            <a:ext cx="358775" cy="360363"/>
            <a:chOff x="1343016" y="1455730"/>
            <a:chExt cx="358776" cy="360000"/>
          </a:xfrm>
        </p:grpSpPr>
        <p:sp>
          <p:nvSpPr>
            <p:cNvPr id="90134"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35"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90118" name="组合 8"/>
          <p:cNvGrpSpPr/>
          <p:nvPr/>
        </p:nvGrpSpPr>
        <p:grpSpPr bwMode="auto">
          <a:xfrm>
            <a:off x="3313113" y="3425825"/>
            <a:ext cx="358775" cy="360363"/>
            <a:chOff x="1343016" y="1455729"/>
            <a:chExt cx="358776" cy="360000"/>
          </a:xfrm>
        </p:grpSpPr>
        <p:sp>
          <p:nvSpPr>
            <p:cNvPr id="90132" name="椭圆 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33" name="TextBox 10"/>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90119" name="组合 11"/>
          <p:cNvGrpSpPr/>
          <p:nvPr/>
        </p:nvGrpSpPr>
        <p:grpSpPr bwMode="auto">
          <a:xfrm>
            <a:off x="4389438" y="3427413"/>
            <a:ext cx="358775" cy="360362"/>
            <a:chOff x="1343016" y="1455729"/>
            <a:chExt cx="358776" cy="360000"/>
          </a:xfrm>
        </p:grpSpPr>
        <p:sp>
          <p:nvSpPr>
            <p:cNvPr id="90130" name="椭圆 1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31" name="TextBox 13"/>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90120" name="组合 17"/>
          <p:cNvGrpSpPr/>
          <p:nvPr/>
        </p:nvGrpSpPr>
        <p:grpSpPr bwMode="auto">
          <a:xfrm>
            <a:off x="4748213" y="3965575"/>
            <a:ext cx="720725" cy="360363"/>
            <a:chOff x="1163628" y="1455730"/>
            <a:chExt cx="720000" cy="360000"/>
          </a:xfrm>
        </p:grpSpPr>
        <p:sp>
          <p:nvSpPr>
            <p:cNvPr id="90128" name="椭圆 1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29" name="TextBox 19"/>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90121" name="组合 31"/>
          <p:cNvGrpSpPr/>
          <p:nvPr/>
        </p:nvGrpSpPr>
        <p:grpSpPr bwMode="auto">
          <a:xfrm>
            <a:off x="3851275" y="3963988"/>
            <a:ext cx="358775" cy="360362"/>
            <a:chOff x="1343016" y="1455729"/>
            <a:chExt cx="358776" cy="358779"/>
          </a:xfrm>
        </p:grpSpPr>
        <p:sp>
          <p:nvSpPr>
            <p:cNvPr id="90126"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27"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90122" name="直接连接符 35"/>
          <p:cNvCxnSpPr>
            <a:cxnSpLocks noChangeShapeType="1"/>
          </p:cNvCxnSpPr>
          <p:nvPr/>
        </p:nvCxnSpPr>
        <p:spPr bwMode="auto">
          <a:xfrm rot="5400000">
            <a:off x="3672682" y="3248819"/>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90123" name="直接连接符 43"/>
          <p:cNvCxnSpPr>
            <a:cxnSpLocks noChangeShapeType="1"/>
          </p:cNvCxnSpPr>
          <p:nvPr/>
        </p:nvCxnSpPr>
        <p:spPr bwMode="auto">
          <a:xfrm rot="16200000" flipH="1">
            <a:off x="4030663" y="324961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90124" name="直接连接符 46"/>
          <p:cNvCxnSpPr>
            <a:cxnSpLocks noChangeShapeType="1"/>
          </p:cNvCxnSpPr>
          <p:nvPr/>
        </p:nvCxnSpPr>
        <p:spPr bwMode="auto">
          <a:xfrm rot="16200000" flipH="1">
            <a:off x="4569619" y="37869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90125" name="直接连接符 64"/>
          <p:cNvCxnSpPr>
            <a:cxnSpLocks noChangeShapeType="1"/>
          </p:cNvCxnSpPr>
          <p:nvPr/>
        </p:nvCxnSpPr>
        <p:spPr bwMode="auto">
          <a:xfrm rot="5400000">
            <a:off x="4210050" y="3786188"/>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914400" y="635000"/>
            <a:ext cx="7315200" cy="161417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以下</a:t>
            </a:r>
            <a:r>
              <a:rPr lang="en-US" altLang="zh-CN" sz="2600">
                <a:solidFill>
                  <a:srgbClr val="000000"/>
                </a:solidFill>
                <a:latin typeface="微软雅黑" panose="020B0503020204020204" pitchFamily="34" charset="-122"/>
                <a:ea typeface="微软雅黑" panose="020B0503020204020204" pitchFamily="34" charset="-122"/>
              </a:rPr>
              <a:t>AVL</a:t>
            </a:r>
            <a:r>
              <a:rPr lang="zh-CN" altLang="en-US" sz="2600">
                <a:solidFill>
                  <a:srgbClr val="000000"/>
                </a:solidFill>
                <a:latin typeface="微软雅黑" panose="020B0503020204020204" pitchFamily="34" charset="-122"/>
                <a:ea typeface="微软雅黑" panose="020B0503020204020204" pitchFamily="34" charset="-122"/>
              </a:rPr>
              <a:t>树插入</a:t>
            </a:r>
            <a:r>
              <a:rPr lang="en-US" altLang="zh-CN" sz="2600">
                <a:solidFill>
                  <a:srgbClr val="000000"/>
                </a:solidFill>
                <a:latin typeface="微软雅黑" panose="020B0503020204020204" pitchFamily="34" charset="-122"/>
                <a:ea typeface="微软雅黑" panose="020B0503020204020204" pitchFamily="34" charset="-122"/>
              </a:rPr>
              <a:t>20</a:t>
            </a:r>
            <a:r>
              <a:rPr lang="zh-CN" altLang="en-US" sz="2600">
                <a:solidFill>
                  <a:srgbClr val="000000"/>
                </a:solidFill>
                <a:latin typeface="微软雅黑" panose="020B0503020204020204" pitchFamily="34" charset="-122"/>
                <a:ea typeface="微软雅黑" panose="020B0503020204020204" pitchFamily="34" charset="-122"/>
              </a:rPr>
              <a:t>后，描述正确的</a:t>
            </a:r>
            <a:r>
              <a:rPr lang="zh-CN" altLang="en-US" sz="2600">
                <a:solidFill>
                  <a:srgbClr val="000000"/>
                </a:solidFill>
                <a:latin typeface="微软雅黑" panose="020B0503020204020204" pitchFamily="34" charset="-122"/>
                <a:ea typeface="微软雅黑" panose="020B0503020204020204" pitchFamily="34" charset="-122"/>
              </a:rPr>
              <a:t>有？</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6" name="文本框 5"/>
          <p:cNvSpPr txBox="1"/>
          <p:nvPr>
            <p:custDataLst>
              <p:tags r:id="rId2"/>
            </p:custDataLst>
          </p:nvPr>
        </p:nvSpPr>
        <p:spPr>
          <a:xfrm>
            <a:off x="1828800" y="2785745"/>
            <a:ext cx="4344035"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距离新节点最近的不平衡节点为</a:t>
            </a:r>
            <a:r>
              <a:rPr lang="en-US" altLang="zh-CN" sz="2600">
                <a:solidFill>
                  <a:srgbClr val="000000"/>
                </a:solidFill>
                <a:latin typeface="微软雅黑" panose="020B0503020204020204" pitchFamily="34" charset="-122"/>
                <a:ea typeface="微软雅黑" panose="020B0503020204020204" pitchFamily="34" charset="-122"/>
              </a:rPr>
              <a:t>45</a:t>
            </a:r>
            <a:endParaRPr lang="en-US" altLang="zh-CN" sz="2600">
              <a:solidFill>
                <a:srgbClr val="000000"/>
              </a:solidFill>
              <a:latin typeface="微软雅黑" panose="020B0503020204020204" pitchFamily="34" charset="-122"/>
              <a:ea typeface="微软雅黑" panose="020B0503020204020204" pitchFamily="34" charset="-122"/>
            </a:endParaRPr>
          </a:p>
        </p:txBody>
      </p:sp>
      <p:sp>
        <p:nvSpPr>
          <p:cNvPr id="7" name="文本框 6"/>
          <p:cNvSpPr txBox="1"/>
          <p:nvPr>
            <p:custDataLst>
              <p:tags r:id="rId3"/>
            </p:custDataLst>
          </p:nvPr>
        </p:nvSpPr>
        <p:spPr>
          <a:xfrm>
            <a:off x="1828800" y="36429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需要进行</a:t>
            </a:r>
            <a:r>
              <a:rPr lang="en-US" altLang="zh-CN" sz="2600">
                <a:solidFill>
                  <a:srgbClr val="000000"/>
                </a:solidFill>
                <a:latin typeface="微软雅黑" panose="020B0503020204020204" pitchFamily="34" charset="-122"/>
                <a:ea typeface="微软雅黑" panose="020B0503020204020204" pitchFamily="34" charset="-122"/>
              </a:rPr>
              <a:t>LR</a:t>
            </a:r>
            <a:r>
              <a:rPr lang="zh-CN" altLang="en-US" sz="2600">
                <a:solidFill>
                  <a:srgbClr val="000000"/>
                </a:solidFill>
                <a:latin typeface="微软雅黑" panose="020B0503020204020204" pitchFamily="34" charset="-122"/>
                <a:ea typeface="微软雅黑" panose="020B0503020204020204" pitchFamily="34" charset="-122"/>
              </a:rPr>
              <a:t>旋转</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4"/>
            </p:custDataLst>
          </p:nvPr>
        </p:nvSpPr>
        <p:spPr>
          <a:xfrm>
            <a:off x="1828800" y="450024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旋转后</a:t>
            </a:r>
            <a:r>
              <a:rPr lang="en-US" altLang="zh-CN" sz="2600">
                <a:solidFill>
                  <a:srgbClr val="000000"/>
                </a:solidFill>
                <a:latin typeface="微软雅黑" panose="020B0503020204020204" pitchFamily="34" charset="-122"/>
                <a:ea typeface="微软雅黑" panose="020B0503020204020204" pitchFamily="34" charset="-122"/>
              </a:rPr>
              <a:t>45</a:t>
            </a:r>
            <a:r>
              <a:rPr lang="zh-CN" altLang="en-US" sz="2600">
                <a:solidFill>
                  <a:srgbClr val="000000"/>
                </a:solidFill>
                <a:latin typeface="微软雅黑" panose="020B0503020204020204" pitchFamily="34" charset="-122"/>
                <a:ea typeface="微软雅黑" panose="020B0503020204020204" pitchFamily="34" charset="-122"/>
              </a:rPr>
              <a:t>将会成为</a:t>
            </a:r>
            <a:r>
              <a:rPr lang="en-US" altLang="zh-CN" sz="2600">
                <a:solidFill>
                  <a:srgbClr val="000000"/>
                </a:solidFill>
                <a:latin typeface="微软雅黑" panose="020B0503020204020204" pitchFamily="34" charset="-122"/>
                <a:ea typeface="微软雅黑" panose="020B0503020204020204" pitchFamily="34" charset="-122"/>
              </a:rPr>
              <a:t>33</a:t>
            </a:r>
            <a:r>
              <a:rPr lang="zh-CN" altLang="en-US" sz="2600">
                <a:solidFill>
                  <a:srgbClr val="000000"/>
                </a:solidFill>
                <a:latin typeface="微软雅黑" panose="020B0503020204020204" pitchFamily="34" charset="-122"/>
                <a:ea typeface="微软雅黑" panose="020B0503020204020204" pitchFamily="34" charset="-122"/>
              </a:rPr>
              <a:t>的</a:t>
            </a:r>
            <a:r>
              <a:rPr lang="zh-CN" altLang="en-US" sz="2600">
                <a:solidFill>
                  <a:srgbClr val="000000"/>
                </a:solidFill>
                <a:latin typeface="微软雅黑" panose="020B0503020204020204" pitchFamily="34" charset="-122"/>
                <a:ea typeface="微软雅黑" panose="020B0503020204020204" pitchFamily="34" charset="-122"/>
              </a:rPr>
              <a:t>右孩子</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5"/>
            </p:custDataLst>
          </p:nvPr>
        </p:nvSpPr>
        <p:spPr>
          <a:xfrm>
            <a:off x="1828800" y="5357495"/>
            <a:ext cx="6400800" cy="642620"/>
          </a:xfrm>
          <a:prstGeom prst="rect">
            <a:avLst/>
          </a:prstGeom>
          <a:noFill/>
        </p:spPr>
        <p:txBody>
          <a:bodyPr wrap="squar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成功的平均检索长度为</a:t>
            </a:r>
            <a:r>
              <a:rPr lang="en-US" altLang="zh-CN" sz="2600">
                <a:solidFill>
                  <a:srgbClr val="000000"/>
                </a:solidFill>
                <a:latin typeface="微软雅黑" panose="020B0503020204020204" pitchFamily="34" charset="-122"/>
                <a:ea typeface="微软雅黑" panose="020B0503020204020204" pitchFamily="34" charset="-122"/>
              </a:rPr>
              <a:t>7/3</a:t>
            </a:r>
            <a:r>
              <a:rPr lang="zh-CN" altLang="en-US" sz="2600">
                <a:solidFill>
                  <a:srgbClr val="000000"/>
                </a:solidFill>
                <a:latin typeface="微软雅黑" panose="020B0503020204020204" pitchFamily="34" charset="-122"/>
                <a:ea typeface="微软雅黑" panose="020B0503020204020204" pitchFamily="34" charset="-122"/>
              </a:rPr>
              <a:t>，失败的平均检索长度为</a:t>
            </a:r>
            <a:r>
              <a:rPr lang="en-US" altLang="zh-CN" sz="2600">
                <a:solidFill>
                  <a:srgbClr val="000000"/>
                </a:solidFill>
                <a:latin typeface="微软雅黑" panose="020B0503020204020204" pitchFamily="34" charset="-122"/>
                <a:ea typeface="微软雅黑" panose="020B0503020204020204" pitchFamily="34" charset="-122"/>
              </a:rPr>
              <a:t>18</a:t>
            </a:r>
            <a:r>
              <a:rPr lang="en-US" altLang="zh-CN" sz="2600">
                <a:solidFill>
                  <a:srgbClr val="000000"/>
                </a:solidFill>
                <a:latin typeface="微软雅黑" panose="020B0503020204020204" pitchFamily="34" charset="-122"/>
                <a:ea typeface="微软雅黑" panose="020B0503020204020204" pitchFamily="34" charset="-122"/>
              </a:rPr>
              <a:t>/7</a:t>
            </a:r>
            <a:endParaRPr lang="en-US" altLang="zh-CN" sz="2600">
              <a:solidFill>
                <a:srgbClr val="000000"/>
              </a:solidFill>
              <a:latin typeface="微软雅黑" panose="020B0503020204020204" pitchFamily="34" charset="-122"/>
              <a:ea typeface="微软雅黑" panose="020B0503020204020204" pitchFamily="34" charset="-122"/>
            </a:endParaRPr>
          </a:p>
        </p:txBody>
      </p:sp>
      <p:sp>
        <p:nvSpPr>
          <p:cNvPr id="10" name="矩形 9"/>
          <p:cNvSpPr>
            <a:spLocks noChangeAspect="1"/>
          </p:cNvSpPr>
          <p:nvPr>
            <p:custDataLst>
              <p:tags r:id="rId6"/>
            </p:custDataLst>
          </p:nvPr>
        </p:nvSpPr>
        <p:spPr>
          <a:xfrm>
            <a:off x="1114425" y="28498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1" name="矩形 10"/>
          <p:cNvSpPr>
            <a:spLocks noChangeAspect="1"/>
          </p:cNvSpPr>
          <p:nvPr>
            <p:custDataLst>
              <p:tags r:id="rId7"/>
            </p:custDataLst>
          </p:nvPr>
        </p:nvSpPr>
        <p:spPr>
          <a:xfrm>
            <a:off x="1114425" y="370713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2" name="矩形 11"/>
          <p:cNvSpPr>
            <a:spLocks noChangeAspect="1"/>
          </p:cNvSpPr>
          <p:nvPr>
            <p:custDataLst>
              <p:tags r:id="rId8"/>
            </p:custDataLst>
          </p:nvPr>
        </p:nvSpPr>
        <p:spPr>
          <a:xfrm>
            <a:off x="1114425" y="4564380"/>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3" name="矩形 12"/>
          <p:cNvSpPr>
            <a:spLocks noChangeAspect="1"/>
          </p:cNvSpPr>
          <p:nvPr>
            <p:custDataLst>
              <p:tags r:id="rId9"/>
            </p:custDataLst>
          </p:nvPr>
        </p:nvSpPr>
        <p:spPr>
          <a:xfrm>
            <a:off x="1114425" y="5421630"/>
            <a:ext cx="514350" cy="514350"/>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indent="0"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4" name="圆角矩形 13"/>
          <p:cNvSpPr/>
          <p:nvPr>
            <p:custDataLst>
              <p:tags r:id="rId10"/>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90117" name="组合 6"/>
          <p:cNvGrpSpPr/>
          <p:nvPr/>
        </p:nvGrpSpPr>
        <p:grpSpPr bwMode="auto">
          <a:xfrm>
            <a:off x="7179945" y="1689100"/>
            <a:ext cx="358775" cy="360363"/>
            <a:chOff x="1343016" y="1455730"/>
            <a:chExt cx="358776" cy="360000"/>
          </a:xfrm>
        </p:grpSpPr>
        <p:sp>
          <p:nvSpPr>
            <p:cNvPr id="90134" name="椭圆 4"/>
            <p:cNvSpPr>
              <a:spLocks noChangeArrowheads="1"/>
            </p:cNvSpPr>
            <p:nvPr>
              <p:custDataLst>
                <p:tags r:id="rId11"/>
              </p:custDataLst>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35" name="TextBox 5"/>
            <p:cNvSpPr txBox="1">
              <a:spLocks noChangeArrowheads="1"/>
            </p:cNvSpPr>
            <p:nvPr>
              <p:custDataLst>
                <p:tags r:id="rId12"/>
              </p:custDataLst>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90118" name="组合 8"/>
          <p:cNvGrpSpPr/>
          <p:nvPr/>
        </p:nvGrpSpPr>
        <p:grpSpPr bwMode="auto">
          <a:xfrm>
            <a:off x="6641783" y="2225675"/>
            <a:ext cx="358775" cy="360363"/>
            <a:chOff x="1343016" y="1455729"/>
            <a:chExt cx="358776" cy="360000"/>
          </a:xfrm>
        </p:grpSpPr>
        <p:sp>
          <p:nvSpPr>
            <p:cNvPr id="90132" name="椭圆 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33" name="TextBox 10"/>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90119" name="组合 11"/>
          <p:cNvGrpSpPr/>
          <p:nvPr/>
        </p:nvGrpSpPr>
        <p:grpSpPr bwMode="auto">
          <a:xfrm>
            <a:off x="7718108" y="2227263"/>
            <a:ext cx="358775" cy="360362"/>
            <a:chOff x="1343016" y="1455729"/>
            <a:chExt cx="358776" cy="360000"/>
          </a:xfrm>
        </p:grpSpPr>
        <p:sp>
          <p:nvSpPr>
            <p:cNvPr id="90130" name="椭圆 1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31" name="TextBox 13"/>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90120" name="组合 17"/>
          <p:cNvGrpSpPr/>
          <p:nvPr/>
        </p:nvGrpSpPr>
        <p:grpSpPr bwMode="auto">
          <a:xfrm>
            <a:off x="7000558" y="2765427"/>
            <a:ext cx="720725" cy="359138"/>
            <a:chOff x="1163628" y="1455732"/>
            <a:chExt cx="720000" cy="358776"/>
          </a:xfrm>
        </p:grpSpPr>
        <p:sp>
          <p:nvSpPr>
            <p:cNvPr id="90128" name="椭圆 1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29" name="TextBox 19"/>
            <p:cNvSpPr txBox="1">
              <a:spLocks noChangeArrowheads="1"/>
            </p:cNvSpPr>
            <p:nvPr/>
          </p:nvSpPr>
          <p:spPr bwMode="auto">
            <a:xfrm>
              <a:off x="1163628" y="1498074"/>
              <a:ext cx="720000" cy="27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33</a:t>
              </a:r>
              <a:endParaRPr lang="zh-CN" altLang="en-US" sz="1200" b="1"/>
            </a:p>
          </p:txBody>
        </p:sp>
      </p:grpSp>
      <p:grpSp>
        <p:nvGrpSpPr>
          <p:cNvPr id="90121" name="组合 31"/>
          <p:cNvGrpSpPr/>
          <p:nvPr/>
        </p:nvGrpSpPr>
        <p:grpSpPr bwMode="auto">
          <a:xfrm>
            <a:off x="6103620" y="2763841"/>
            <a:ext cx="358775" cy="360359"/>
            <a:chOff x="1343016" y="1455732"/>
            <a:chExt cx="358776" cy="358776"/>
          </a:xfrm>
        </p:grpSpPr>
        <p:sp>
          <p:nvSpPr>
            <p:cNvPr id="90126" name="椭圆 32"/>
            <p:cNvSpPr>
              <a:spLocks noChangeArrowheads="1"/>
            </p:cNvSpPr>
            <p:nvPr>
              <p:custDataLst>
                <p:tags r:id="rId13"/>
              </p:custDataLst>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27" name="TextBox 33"/>
            <p:cNvSpPr txBox="1">
              <a:spLocks noChangeArrowheads="1"/>
            </p:cNvSpPr>
            <p:nvPr>
              <p:custDataLst>
                <p:tags r:id="rId14"/>
              </p:custDataLst>
            </p:nvPr>
          </p:nvSpPr>
          <p:spPr bwMode="auto">
            <a:xfrm>
              <a:off x="1343016" y="1497929"/>
              <a:ext cx="358776" cy="274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a:t>
              </a:r>
              <a:endParaRPr lang="zh-CN" altLang="en-US" sz="1200" b="1"/>
            </a:p>
          </p:txBody>
        </p:sp>
      </p:grpSp>
      <p:cxnSp>
        <p:nvCxnSpPr>
          <p:cNvPr id="90122" name="直接连接符 35"/>
          <p:cNvCxnSpPr>
            <a:cxnSpLocks noChangeShapeType="1"/>
          </p:cNvCxnSpPr>
          <p:nvPr>
            <p:custDataLst>
              <p:tags r:id="rId15"/>
            </p:custDataLst>
          </p:nvPr>
        </p:nvCxnSpPr>
        <p:spPr bwMode="auto">
          <a:xfrm rot="5400000">
            <a:off x="7001352" y="2048669"/>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90123" name="直接连接符 43"/>
          <p:cNvCxnSpPr>
            <a:cxnSpLocks noChangeShapeType="1"/>
          </p:cNvCxnSpPr>
          <p:nvPr>
            <p:custDataLst>
              <p:tags r:id="rId16"/>
            </p:custDataLst>
          </p:nvPr>
        </p:nvCxnSpPr>
        <p:spPr bwMode="auto">
          <a:xfrm rot="16200000" flipH="1">
            <a:off x="7359333" y="20494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90124" name="直接连接符 46"/>
          <p:cNvCxnSpPr>
            <a:cxnSpLocks noChangeShapeType="1"/>
          </p:cNvCxnSpPr>
          <p:nvPr>
            <p:custDataLst>
              <p:tags r:id="rId17"/>
            </p:custDataLst>
          </p:nvPr>
        </p:nvCxnSpPr>
        <p:spPr bwMode="auto">
          <a:xfrm rot="16200000" flipH="1">
            <a:off x="6821964" y="258683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90125" name="直接连接符 64"/>
          <p:cNvCxnSpPr>
            <a:cxnSpLocks noChangeShapeType="1"/>
          </p:cNvCxnSpPr>
          <p:nvPr>
            <p:custDataLst>
              <p:tags r:id="rId18"/>
            </p:custDataLst>
          </p:nvPr>
        </p:nvCxnSpPr>
        <p:spPr bwMode="auto">
          <a:xfrm rot="5400000">
            <a:off x="6462395" y="2586038"/>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2" name="矩形 1"/>
          <p:cNvSpPr/>
          <p:nvPr/>
        </p:nvSpPr>
        <p:spPr>
          <a:xfrm>
            <a:off x="1114425" y="2858135"/>
            <a:ext cx="513715" cy="506095"/>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ltLang="zh-CN" sz="1600">
                <a:solidFill>
                  <a:srgbClr val="FFFFFF"/>
                </a:solidFill>
                <a:latin typeface="微软雅黑" panose="020B0503020204020204" pitchFamily="34" charset="-122"/>
                <a:ea typeface="微软雅黑" panose="020B0503020204020204" pitchFamily="34" charset="-122"/>
                <a:sym typeface="+mn-ea"/>
              </a:rPr>
              <a:t>A</a:t>
            </a:r>
            <a:endParaRPr lang="en-US" altLang="zh-CN" sz="1600">
              <a:solidFill>
                <a:srgbClr val="FFFFFF"/>
              </a:solidFill>
              <a:latin typeface="微软雅黑" panose="020B0503020204020204" pitchFamily="34" charset="-122"/>
              <a:ea typeface="微软雅黑" panose="020B0503020204020204" pitchFamily="34" charset="-122"/>
              <a:sym typeface="+mn-ea"/>
            </a:endParaRPr>
          </a:p>
        </p:txBody>
      </p:sp>
      <p:grpSp>
        <p:nvGrpSpPr>
          <p:cNvPr id="23" name="组合 22"/>
          <p:cNvGrpSpPr/>
          <p:nvPr>
            <p:custDataLst>
              <p:tags r:id="rId19"/>
            </p:custDataLst>
          </p:nvPr>
        </p:nvGrpSpPr>
        <p:grpSpPr>
          <a:xfrm>
            <a:off x="0" y="0"/>
            <a:ext cx="9144000" cy="635000"/>
            <a:chOff x="0" y="0"/>
            <a:chExt cx="14400" cy="1000"/>
          </a:xfrm>
        </p:grpSpPr>
        <p:sp>
          <p:nvSpPr>
            <p:cNvPr id="15" name="TitleBackground"/>
            <p:cNvSpPr/>
            <p:nvPr>
              <p:custDataLst>
                <p:tags r:id="rId20"/>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ColorBlock"/>
            <p:cNvSpPr/>
            <p:nvPr>
              <p:custDataLst>
                <p:tags r:id="rId21"/>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TypeText"/>
            <p:cNvSpPr txBox="1"/>
            <p:nvPr>
              <p:custDataLst>
                <p:tags r:id="rId22"/>
              </p:custDataLst>
            </p:nvPr>
          </p:nvSpPr>
          <p:spPr>
            <a:xfrm>
              <a:off x="400" y="0"/>
              <a:ext cx="3000" cy="1000"/>
            </a:xfrm>
            <a:prstGeom prst="rect">
              <a:avLst/>
            </a:prstGeom>
            <a:noFill/>
          </p:spPr>
          <p:txBody>
            <a:bodyPr wrap="none" rtlCol="0" anchor="ctr" anchorCtr="0">
              <a:noAutofit/>
            </a:bodyPr>
            <a:p>
              <a:pPr lvl="0" algn="l">
                <a:buNone/>
              </a:pPr>
              <a:r>
                <a:rPr lang="zh-CN" altLang="en-US" sz="2600">
                  <a:solidFill>
                    <a:srgbClr val="000000"/>
                  </a:solidFill>
                  <a:latin typeface="微软雅黑" panose="020B0503020204020204" pitchFamily="34" charset="-122"/>
                  <a:ea typeface="微软雅黑" panose="020B0503020204020204" pitchFamily="34" charset="-122"/>
                </a:rPr>
                <a:t>多选题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22" name="TipText"/>
            <p:cNvSpPr txBox="1"/>
            <p:nvPr>
              <p:custDataLst>
                <p:tags r:id="rId23"/>
              </p:custDataLst>
            </p:nvPr>
          </p:nvSpPr>
          <p:spPr>
            <a:xfrm>
              <a:off x="2248" y="172"/>
              <a:ext cx="3600" cy="8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4" name="图片 3" descr="tmp3070"/>
          <p:cNvPicPr>
            <a:picLocks noChangeAspect="1"/>
          </p:cNvPicPr>
          <p:nvPr>
            <p:custDataLst>
              <p:tags r:id="rId24"/>
            </p:custDataLst>
          </p:nvPr>
        </p:nvPicPr>
        <p:blipFill>
          <a:blip r:embed="rId25"/>
          <a:stretch>
            <a:fillRect/>
          </a:stretch>
        </p:blipFill>
        <p:spPr>
          <a:xfrm>
            <a:off x="7594600" y="63500"/>
            <a:ext cx="1422400" cy="508000"/>
          </a:xfrm>
          <a:prstGeom prst="rect">
            <a:avLst/>
          </a:prstGeom>
        </p:spPr>
      </p:pic>
      <p:sp>
        <p:nvSpPr>
          <p:cNvPr id="3" name="矩形 2"/>
          <p:cNvSpPr/>
          <p:nvPr>
            <p:custDataLst>
              <p:tags r:id="rId26"/>
            </p:custDataLst>
          </p:nvPr>
        </p:nvSpPr>
        <p:spPr>
          <a:xfrm>
            <a:off x="1114425" y="3713480"/>
            <a:ext cx="513715" cy="506095"/>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ltLang="zh-CN" sz="1600">
                <a:solidFill>
                  <a:srgbClr val="FFFFFF"/>
                </a:solidFill>
                <a:latin typeface="微软雅黑" panose="020B0503020204020204" pitchFamily="34" charset="-122"/>
                <a:ea typeface="微软雅黑" panose="020B0503020204020204" pitchFamily="34" charset="-122"/>
                <a:sym typeface="+mn-ea"/>
              </a:rPr>
              <a:t>B</a:t>
            </a:r>
            <a:endParaRPr lang="en-US" altLang="zh-CN" sz="1600">
              <a:solidFill>
                <a:srgbClr val="FFFFFF"/>
              </a:solidFill>
              <a:latin typeface="微软雅黑" panose="020B0503020204020204" pitchFamily="34" charset="-122"/>
              <a:ea typeface="微软雅黑" panose="020B0503020204020204" pitchFamily="34" charset="-122"/>
              <a:sym typeface="+mn-ea"/>
            </a:endParaRPr>
          </a:p>
        </p:txBody>
      </p:sp>
      <p:sp>
        <p:nvSpPr>
          <p:cNvPr id="18" name="矩形 17"/>
          <p:cNvSpPr/>
          <p:nvPr>
            <p:custDataLst>
              <p:tags r:id="rId27"/>
            </p:custDataLst>
          </p:nvPr>
        </p:nvSpPr>
        <p:spPr>
          <a:xfrm>
            <a:off x="1114425" y="4568825"/>
            <a:ext cx="513715" cy="506095"/>
          </a:xfrm>
          <a:prstGeom prst="rect">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1" forceAA="0" compatLnSpc="1">
            <a:noAutofit/>
          </a:bodyPr>
          <a:p>
            <a:pPr lvl="0" algn="ctr">
              <a:buClrTx/>
              <a:buSzTx/>
              <a:buFontTx/>
            </a:pPr>
            <a:r>
              <a:rPr lang="en-US" altLang="zh-CN" sz="1600">
                <a:solidFill>
                  <a:srgbClr val="FFFFFF"/>
                </a:solidFill>
                <a:latin typeface="微软雅黑" panose="020B0503020204020204" pitchFamily="34" charset="-122"/>
                <a:ea typeface="微软雅黑" panose="020B0503020204020204" pitchFamily="34" charset="-122"/>
                <a:sym typeface="+mn-ea"/>
              </a:rPr>
              <a:t>C</a:t>
            </a:r>
            <a:endParaRPr lang="en-US" altLang="zh-CN" sz="1600">
              <a:solidFill>
                <a:srgbClr val="FFFFFF"/>
              </a:solidFill>
              <a:latin typeface="微软雅黑" panose="020B0503020204020204" pitchFamily="34" charset="-122"/>
              <a:ea typeface="微软雅黑" panose="020B0503020204020204" pitchFamily="34" charset="-122"/>
              <a:sym typeface="+mn-ea"/>
            </a:endParaRPr>
          </a:p>
        </p:txBody>
      </p:sp>
    </p:spTree>
    <p:custDataLst>
      <p:tags r:id="rId28"/>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a:lstStyle/>
          <a:p>
            <a:r>
              <a:rPr lang="zh-CN" altLang="en-US" smtClean="0"/>
              <a:t>练习</a:t>
            </a:r>
            <a:endParaRPr lang="zh-CN" altLang="en-US" smtClean="0"/>
          </a:p>
        </p:txBody>
      </p:sp>
      <p:sp>
        <p:nvSpPr>
          <p:cNvPr id="91139" name="内容占位符 2"/>
          <p:cNvSpPr>
            <a:spLocks noGrp="1"/>
          </p:cNvSpPr>
          <p:nvPr>
            <p:ph idx="1"/>
          </p:nvPr>
        </p:nvSpPr>
        <p:spPr/>
        <p:txBody>
          <a:bodyPr/>
          <a:lstStyle/>
          <a:p>
            <a:r>
              <a:rPr lang="zh-CN" altLang="en-US" dirty="0" smtClean="0"/>
              <a:t>设有一个关键字序列</a:t>
            </a:r>
            <a:r>
              <a:rPr lang="en-US" altLang="zh-CN" dirty="0" smtClean="0"/>
              <a:t>{55,31,11,37,46,73,63,2,7}</a:t>
            </a:r>
            <a:endParaRPr lang="en-US" altLang="zh-CN" dirty="0" smtClean="0"/>
          </a:p>
          <a:p>
            <a:pPr lvl="1"/>
            <a:r>
              <a:rPr lang="zh-CN" altLang="en-US" dirty="0" smtClean="0"/>
              <a:t>从空树开始构造平衡二叉树，画出每加入一个新节点时二叉树的形态。若发生不平衡，指明需做的旋转类型及旋转结果</a:t>
            </a:r>
            <a:endParaRPr lang="en-US" altLang="zh-CN" dirty="0" smtClean="0"/>
          </a:p>
          <a:p>
            <a:pPr lvl="1"/>
            <a:r>
              <a:rPr lang="zh-CN" altLang="en-US" dirty="0" smtClean="0"/>
              <a:t>计算最终平衡二叉树在等概率下的查找成功平均查找长度和查找不成功平均查找长度</a:t>
            </a:r>
            <a:endParaRPr lang="zh-CN" altLang="en-US" dirty="0" smtClean="0"/>
          </a:p>
        </p:txBody>
      </p:sp>
      <p:sp>
        <p:nvSpPr>
          <p:cNvPr id="911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C27AB29-F13B-4E43-A54F-1E453B36A2F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4" descr="avlde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68888" y="2543504"/>
            <a:ext cx="38227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Rectangle 3"/>
          <p:cNvSpPr>
            <a:spLocks noChangeArrowheads="1"/>
          </p:cNvSpPr>
          <p:nvPr/>
        </p:nvSpPr>
        <p:spPr bwMode="auto">
          <a:xfrm>
            <a:off x="1182688"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3300"/>
              </a:buClr>
              <a:buSzPct val="75000"/>
              <a:buFont typeface="Wingdings" panose="05000000000000000000" pitchFamily="2" charset="2"/>
              <a:buChar char="m"/>
            </a:pPr>
            <a:endParaRPr lang="zh-CN" altLang="en-US" sz="2800" dirty="0">
              <a:latin typeface="Times New Roman" panose="02020603050405020304" pitchFamily="18" charset="0"/>
              <a:sym typeface="Wingdings" panose="05000000000000000000" pitchFamily="2" charset="2"/>
            </a:endParaRPr>
          </a:p>
        </p:txBody>
      </p:sp>
      <p:sp>
        <p:nvSpPr>
          <p:cNvPr id="2" name="标题 1"/>
          <p:cNvSpPr>
            <a:spLocks noGrp="1"/>
          </p:cNvSpPr>
          <p:nvPr>
            <p:ph type="title"/>
          </p:nvPr>
        </p:nvSpPr>
        <p:spPr/>
        <p:txBody>
          <a:bodyPr/>
          <a:lstStyle/>
          <a:p>
            <a:r>
              <a:rPr lang="en-US" altLang="zh-CN" b="1" dirty="0">
                <a:latin typeface="黑体" panose="02010609060101010101" charset="-122"/>
                <a:ea typeface="黑体" panose="02010609060101010101" charset="-122"/>
              </a:rPr>
              <a:t>AVL</a:t>
            </a:r>
            <a:r>
              <a:rPr lang="zh-CN" altLang="en-US" b="1" dirty="0" smtClean="0">
                <a:latin typeface="黑体" panose="02010609060101010101" charset="-122"/>
                <a:ea typeface="黑体" panose="02010609060101010101" charset="-122"/>
              </a:rPr>
              <a:t>删除</a:t>
            </a:r>
            <a:endParaRPr lang="zh-CN" altLang="en-US" dirty="0"/>
          </a:p>
        </p:txBody>
      </p:sp>
      <p:sp>
        <p:nvSpPr>
          <p:cNvPr id="3" name="内容占位符 2"/>
          <p:cNvSpPr>
            <a:spLocks noGrp="1"/>
          </p:cNvSpPr>
          <p:nvPr>
            <p:ph idx="1"/>
          </p:nvPr>
        </p:nvSpPr>
        <p:spPr/>
        <p:txBody>
          <a:bodyPr vert="horz" lIns="91440" tIns="45720" rIns="91440" bIns="45720" rtlCol="0">
            <a:normAutofit/>
          </a:bodyPr>
          <a:lstStyle/>
          <a:p>
            <a:r>
              <a:rPr lang="zh-CN" altLang="en-US" dirty="0"/>
              <a:t>首先执行二叉搜索树的删除，如不平衡</a:t>
            </a:r>
            <a:r>
              <a:rPr lang="zh-CN" altLang="en-US" dirty="0">
                <a:sym typeface="Wingdings" panose="05000000000000000000" pitchFamily="2" charset="2"/>
              </a:rPr>
              <a:t>则调整</a:t>
            </a:r>
            <a:endParaRPr lang="zh-CN" altLang="en-US" dirty="0">
              <a:sym typeface="Wingdings" panose="05000000000000000000" pitchFamily="2" charset="2"/>
            </a:endParaRPr>
          </a:p>
          <a:p>
            <a:r>
              <a:rPr lang="zh-CN" altLang="en-US" dirty="0">
                <a:sym typeface="Wingdings" panose="05000000000000000000" pitchFamily="2" charset="2"/>
              </a:rPr>
              <a:t>从删除节点的父节点</a:t>
            </a:r>
            <a:br>
              <a:rPr lang="zh-CN" altLang="en-US" dirty="0">
                <a:sym typeface="Wingdings" panose="05000000000000000000" pitchFamily="2" charset="2"/>
              </a:rPr>
            </a:br>
            <a:r>
              <a:rPr lang="zh-CN" altLang="en-US" dirty="0">
                <a:sym typeface="Wingdings" panose="05000000000000000000" pitchFamily="2" charset="2"/>
              </a:rPr>
              <a:t>开始到根节点，对路径</a:t>
            </a:r>
            <a:br>
              <a:rPr lang="zh-CN" altLang="en-US" dirty="0">
                <a:sym typeface="Wingdings" panose="05000000000000000000" pitchFamily="2" charset="2"/>
              </a:rPr>
            </a:br>
            <a:r>
              <a:rPr lang="zh-CN" altLang="en-US" dirty="0">
                <a:sym typeface="Wingdings" panose="05000000000000000000" pitchFamily="2" charset="2"/>
              </a:rPr>
              <a:t>上的每个节点</a:t>
            </a:r>
            <a:r>
              <a:rPr lang="en-US" altLang="zh-CN" dirty="0">
                <a:sym typeface="Wingdings" panose="05000000000000000000" pitchFamily="2" charset="2"/>
              </a:rPr>
              <a:t>q</a:t>
            </a:r>
            <a:r>
              <a:rPr lang="zh-CN" altLang="en-US" dirty="0">
                <a:sym typeface="Wingdings" panose="05000000000000000000" pitchFamily="2" charset="2"/>
              </a:rPr>
              <a:t>，</a:t>
            </a:r>
            <a:br>
              <a:rPr lang="zh-CN" altLang="en-US" dirty="0">
                <a:sym typeface="Wingdings" panose="05000000000000000000" pitchFamily="2" charset="2"/>
              </a:rPr>
            </a:br>
            <a:r>
              <a:rPr lang="zh-CN" altLang="en-US" dirty="0">
                <a:sym typeface="Wingdings" panose="05000000000000000000" pitchFamily="2" charset="2"/>
              </a:rPr>
              <a:t>根据新的平衡因子，</a:t>
            </a:r>
            <a:br>
              <a:rPr lang="zh-CN" altLang="en-US" dirty="0">
                <a:sym typeface="Wingdings" panose="05000000000000000000" pitchFamily="2" charset="2"/>
              </a:rPr>
            </a:br>
            <a:r>
              <a:rPr lang="zh-CN" altLang="en-US" dirty="0">
                <a:sym typeface="Wingdings" panose="05000000000000000000" pitchFamily="2" charset="2"/>
              </a:rPr>
              <a:t>判断子树高度变化，</a:t>
            </a:r>
            <a:br>
              <a:rPr lang="zh-CN" altLang="en-US" dirty="0">
                <a:sym typeface="Wingdings" panose="05000000000000000000" pitchFamily="2" charset="2"/>
              </a:rPr>
            </a:br>
            <a:r>
              <a:rPr lang="zh-CN" altLang="en-US" dirty="0">
                <a:sym typeface="Wingdings" panose="05000000000000000000" pitchFamily="2" charset="2"/>
              </a:rPr>
              <a:t>调整方法，</a:t>
            </a:r>
            <a:br>
              <a:rPr lang="zh-CN" altLang="en-US" dirty="0">
                <a:sym typeface="Wingdings" panose="05000000000000000000" pitchFamily="2" charset="2"/>
              </a:rPr>
            </a:br>
            <a:r>
              <a:rPr lang="zh-CN" altLang="en-US" dirty="0">
                <a:sym typeface="Wingdings" panose="05000000000000000000" pitchFamily="2" charset="2"/>
              </a:rPr>
              <a:t>以及是否继续调整过程</a:t>
            </a:r>
            <a:endParaRPr lang="zh-CN" altLang="en-US" dirty="0">
              <a:sym typeface="Wingdings" panose="05000000000000000000" pitchFamily="2" charset="2"/>
            </a:endParaRPr>
          </a:p>
        </p:txBody>
      </p:sp>
      <p:sp>
        <p:nvSpPr>
          <p:cNvPr id="9216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D4D4131-B21E-4E22-B655-82A5ED4DAB41}"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normAutofit/>
          </a:bodyPr>
          <a:lstStyle/>
          <a:p>
            <a:r>
              <a:rPr lang="zh-CN" altLang="en-US" smtClean="0"/>
              <a:t>根据删除后</a:t>
            </a:r>
            <a:r>
              <a:rPr lang="en-US" altLang="zh-CN" smtClean="0"/>
              <a:t>q</a:t>
            </a:r>
            <a:r>
              <a:rPr lang="zh-CN" altLang="en-US" smtClean="0"/>
              <a:t>的平衡因子进行调整</a:t>
            </a:r>
            <a:endParaRPr lang="zh-CN" altLang="en-US" smtClean="0"/>
          </a:p>
        </p:txBody>
      </p:sp>
      <p:sp>
        <p:nvSpPr>
          <p:cNvPr id="93187" name="Rectangle 3"/>
          <p:cNvSpPr>
            <a:spLocks noGrp="1" noChangeArrowheads="1"/>
          </p:cNvSpPr>
          <p:nvPr>
            <p:ph idx="1"/>
          </p:nvPr>
        </p:nvSpPr>
        <p:spPr/>
        <p:txBody>
          <a:bodyPr/>
          <a:lstStyle/>
          <a:p>
            <a:pPr marL="609600" indent="-609600">
              <a:buFont typeface="Wingdings" panose="05000000000000000000" pitchFamily="2" charset="2"/>
              <a:buAutoNum type="arabicParenR"/>
            </a:pPr>
            <a:r>
              <a:rPr lang="en-US" altLang="zh-CN" smtClean="0"/>
              <a:t>0</a:t>
            </a:r>
            <a:r>
              <a:rPr lang="zh-CN" altLang="en-US" smtClean="0">
                <a:sym typeface="Wingdings" panose="05000000000000000000" pitchFamily="2" charset="2"/>
              </a:rPr>
              <a:t>：子树平衡，无需调整，但其高度减少了</a:t>
            </a:r>
            <a:r>
              <a:rPr lang="en-US" altLang="zh-CN" smtClean="0">
                <a:sym typeface="Wingdings" panose="05000000000000000000" pitchFamily="2" charset="2"/>
              </a:rPr>
              <a:t>1</a:t>
            </a:r>
            <a:r>
              <a:rPr lang="zh-CN" altLang="en-US" smtClean="0">
                <a:sym typeface="Wingdings" panose="05000000000000000000" pitchFamily="2" charset="2"/>
              </a:rPr>
              <a:t>，需继续向上，改变祖先节点平衡因子，继续修正过程</a:t>
            </a:r>
            <a:endParaRPr lang="zh-CN" altLang="en-US" smtClean="0">
              <a:sym typeface="Wingdings" panose="05000000000000000000" pitchFamily="2" charset="2"/>
            </a:endParaRPr>
          </a:p>
          <a:p>
            <a:pPr marL="609600" indent="-609600">
              <a:buFont typeface="Wingdings" panose="05000000000000000000" pitchFamily="2" charset="2"/>
              <a:buAutoNum type="arabicParenR"/>
            </a:pPr>
            <a:r>
              <a:rPr lang="en-US" altLang="zh-CN" smtClean="0">
                <a:sym typeface="Wingdings" panose="05000000000000000000" pitchFamily="2" charset="2"/>
              </a:rPr>
              <a:t>1</a:t>
            </a:r>
            <a:r>
              <a:rPr lang="zh-CN" altLang="en-US" smtClean="0">
                <a:sym typeface="Wingdings" panose="05000000000000000000" pitchFamily="2" charset="2"/>
              </a:rPr>
              <a:t>或</a:t>
            </a:r>
            <a:r>
              <a:rPr lang="en-US" altLang="zh-CN" smtClean="0">
                <a:sym typeface="Wingdings" panose="05000000000000000000" pitchFamily="2" charset="2"/>
              </a:rPr>
              <a:t>-1</a:t>
            </a:r>
            <a:r>
              <a:rPr lang="zh-CN" altLang="en-US" smtClean="0">
                <a:sym typeface="Wingdings" panose="05000000000000000000" pitchFamily="2" charset="2"/>
              </a:rPr>
              <a:t>：子树平衡，且高度未变，修正过程终止</a:t>
            </a:r>
            <a:endParaRPr lang="zh-CN" altLang="en-US" smtClean="0">
              <a:sym typeface="Wingdings" panose="05000000000000000000" pitchFamily="2" charset="2"/>
            </a:endParaRPr>
          </a:p>
          <a:p>
            <a:pPr marL="609600" indent="-609600">
              <a:buFont typeface="Wingdings" panose="05000000000000000000" pitchFamily="2" charset="2"/>
              <a:buAutoNum type="arabicParenR"/>
            </a:pPr>
            <a:r>
              <a:rPr lang="en-US" altLang="zh-CN" smtClean="0">
                <a:sym typeface="Wingdings" panose="05000000000000000000" pitchFamily="2" charset="2"/>
              </a:rPr>
              <a:t>2</a:t>
            </a:r>
            <a:r>
              <a:rPr lang="zh-CN" altLang="en-US" smtClean="0">
                <a:sym typeface="Wingdings" panose="05000000000000000000" pitchFamily="2" charset="2"/>
              </a:rPr>
              <a:t>或</a:t>
            </a:r>
            <a:r>
              <a:rPr lang="en-US" altLang="zh-CN" smtClean="0">
                <a:sym typeface="Wingdings" panose="05000000000000000000" pitchFamily="2" charset="2"/>
              </a:rPr>
              <a:t>-2</a:t>
            </a:r>
            <a:r>
              <a:rPr lang="zh-CN" altLang="en-US" smtClean="0">
                <a:sym typeface="Wingdings" panose="05000000000000000000" pitchFamily="2" charset="2"/>
              </a:rPr>
              <a:t>：子树不平衡，需调整，根据调整结果判断是否继续向上修正过程</a:t>
            </a:r>
            <a:endParaRPr lang="zh-CN" altLang="en-US" smtClean="0"/>
          </a:p>
        </p:txBody>
      </p:sp>
      <p:sp>
        <p:nvSpPr>
          <p:cNvPr id="931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0DCC3CA-89A0-4572-B573-0505AF4D8ED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zh-CN" altLang="en-US" smtClean="0"/>
              <a:t>不平衡子树的调整方法</a:t>
            </a:r>
            <a:endParaRPr lang="zh-CN" altLang="en-US" smtClean="0"/>
          </a:p>
        </p:txBody>
      </p:sp>
      <p:sp>
        <p:nvSpPr>
          <p:cNvPr id="94211" name="Rectangle 3"/>
          <p:cNvSpPr>
            <a:spLocks noGrp="1" noChangeArrowheads="1"/>
          </p:cNvSpPr>
          <p:nvPr>
            <p:ph idx="1"/>
          </p:nvPr>
        </p:nvSpPr>
        <p:spPr/>
        <p:txBody>
          <a:bodyPr/>
          <a:lstStyle/>
          <a:p>
            <a:r>
              <a:rPr lang="zh-CN" altLang="en-US" smtClean="0"/>
              <a:t>不失一般性，假定删除发生在</a:t>
            </a:r>
            <a:r>
              <a:rPr lang="en-US" altLang="zh-CN" smtClean="0"/>
              <a:t>q</a:t>
            </a:r>
            <a:r>
              <a:rPr lang="zh-CN" altLang="en-US" smtClean="0"/>
              <a:t>的右子树，</a:t>
            </a:r>
            <a:r>
              <a:rPr lang="en-US" altLang="zh-CN" smtClean="0"/>
              <a:t>R</a:t>
            </a:r>
            <a:r>
              <a:rPr lang="zh-CN" altLang="en-US" smtClean="0"/>
              <a:t>型不平衡</a:t>
            </a:r>
            <a:endParaRPr lang="zh-CN" altLang="en-US" smtClean="0"/>
          </a:p>
          <a:p>
            <a:pPr lvl="1"/>
            <a:r>
              <a:rPr lang="zh-CN" altLang="en-US" smtClean="0"/>
              <a:t>删除前</a:t>
            </a:r>
            <a:r>
              <a:rPr lang="en-US" altLang="zh-CN" smtClean="0"/>
              <a:t>bf(A)=1</a:t>
            </a:r>
            <a:r>
              <a:rPr lang="zh-CN" altLang="en-US" smtClean="0"/>
              <a:t>，删除后</a:t>
            </a:r>
            <a:r>
              <a:rPr lang="en-US" altLang="zh-CN" smtClean="0"/>
              <a:t>bf(A)=2</a:t>
            </a:r>
            <a:endParaRPr lang="en-US" altLang="zh-CN" smtClean="0"/>
          </a:p>
          <a:p>
            <a:pPr lvl="1"/>
            <a:r>
              <a:rPr lang="zh-CN" altLang="en-US" smtClean="0"/>
              <a:t>令</a:t>
            </a:r>
            <a:r>
              <a:rPr lang="en-US" altLang="zh-CN" smtClean="0"/>
              <a:t>q</a:t>
            </a:r>
            <a:r>
              <a:rPr lang="zh-CN" altLang="en-US" smtClean="0"/>
              <a:t>的左子树为</a:t>
            </a:r>
            <a:r>
              <a:rPr lang="en-US" altLang="zh-CN" smtClean="0"/>
              <a:t>p</a:t>
            </a:r>
            <a:endParaRPr lang="en-US" altLang="zh-CN" smtClean="0"/>
          </a:p>
          <a:p>
            <a:pPr lvl="2"/>
            <a:r>
              <a:rPr lang="en-US" altLang="zh-CN" smtClean="0"/>
              <a:t>bf(p)=0</a:t>
            </a:r>
            <a:r>
              <a:rPr lang="zh-CN" altLang="en-US" smtClean="0"/>
              <a:t>，</a:t>
            </a:r>
            <a:r>
              <a:rPr lang="en-US" altLang="zh-CN" smtClean="0"/>
              <a:t>R0</a:t>
            </a:r>
            <a:r>
              <a:rPr lang="zh-CN" altLang="en-US" smtClean="0"/>
              <a:t>型不平衡</a:t>
            </a:r>
            <a:endParaRPr lang="zh-CN" altLang="en-US" smtClean="0"/>
          </a:p>
          <a:p>
            <a:pPr lvl="2"/>
            <a:r>
              <a:rPr lang="en-US" altLang="zh-CN" smtClean="0"/>
              <a:t>bf(p)=1</a:t>
            </a:r>
            <a:r>
              <a:rPr lang="zh-CN" altLang="en-US" smtClean="0"/>
              <a:t>，</a:t>
            </a:r>
            <a:r>
              <a:rPr lang="en-US" altLang="zh-CN" smtClean="0"/>
              <a:t>R1</a:t>
            </a:r>
            <a:r>
              <a:rPr lang="zh-CN" altLang="en-US" smtClean="0"/>
              <a:t>型不平衡</a:t>
            </a:r>
            <a:endParaRPr lang="zh-CN" altLang="en-US" smtClean="0"/>
          </a:p>
          <a:p>
            <a:pPr lvl="2"/>
            <a:r>
              <a:rPr lang="en-US" altLang="zh-CN" smtClean="0"/>
              <a:t>bf(p)=-1</a:t>
            </a:r>
            <a:r>
              <a:rPr lang="zh-CN" altLang="en-US" smtClean="0"/>
              <a:t>，</a:t>
            </a:r>
            <a:r>
              <a:rPr lang="en-US" altLang="zh-CN" smtClean="0"/>
              <a:t>R-1</a:t>
            </a:r>
            <a:r>
              <a:rPr lang="zh-CN" altLang="en-US" smtClean="0"/>
              <a:t>型不平衡</a:t>
            </a:r>
            <a:endParaRPr lang="zh-CN" altLang="en-US" smtClean="0"/>
          </a:p>
          <a:p>
            <a:r>
              <a:rPr lang="zh-CN" altLang="en-US" smtClean="0"/>
              <a:t>删除发生在左子树的情况类似</a:t>
            </a:r>
            <a:endParaRPr lang="zh-CN" altLang="en-US" smtClean="0"/>
          </a:p>
        </p:txBody>
      </p:sp>
      <p:sp>
        <p:nvSpPr>
          <p:cNvPr id="942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7E37E8-B960-40E2-AA79-051912560187}"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altLang="zh-CN" dirty="0" smtClean="0"/>
              <a:t>R0</a:t>
            </a:r>
            <a:r>
              <a:rPr lang="zh-CN" altLang="en-US" dirty="0" smtClean="0"/>
              <a:t>型不平衡的调整</a:t>
            </a:r>
            <a:endParaRPr lang="zh-CN" altLang="en-US" dirty="0" smtClean="0"/>
          </a:p>
        </p:txBody>
      </p:sp>
      <p:sp>
        <p:nvSpPr>
          <p:cNvPr id="95235" name="Rectangle 3"/>
          <p:cNvSpPr>
            <a:spLocks noGrp="1" noChangeArrowheads="1"/>
          </p:cNvSpPr>
          <p:nvPr>
            <p:ph idx="1"/>
          </p:nvPr>
        </p:nvSpPr>
        <p:spPr/>
        <p:txBody>
          <a:bodyPr/>
          <a:lstStyle/>
          <a:p>
            <a:r>
              <a:rPr lang="zh-CN" altLang="en-US" dirty="0" smtClean="0"/>
              <a:t>高度未变，祖先平衡因子不需调整</a:t>
            </a:r>
            <a:endParaRPr lang="zh-CN" altLang="en-US" dirty="0" smtClean="0"/>
          </a:p>
          <a:p>
            <a:r>
              <a:rPr lang="zh-CN" altLang="en-US" dirty="0" smtClean="0"/>
              <a:t>与</a:t>
            </a:r>
            <a:r>
              <a:rPr lang="en-US" altLang="zh-CN" dirty="0" smtClean="0"/>
              <a:t>LL</a:t>
            </a:r>
            <a:r>
              <a:rPr lang="zh-CN" altLang="en-US" dirty="0" smtClean="0"/>
              <a:t>旋转类似</a:t>
            </a:r>
            <a:endParaRPr lang="zh-CN" altLang="en-US" dirty="0" smtClean="0"/>
          </a:p>
        </p:txBody>
      </p:sp>
      <p:sp>
        <p:nvSpPr>
          <p:cNvPr id="9523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08DE209-E411-4D57-BDBA-140AFBD34DE7}" type="slidenum">
              <a:rPr lang="en-US" altLang="en-US">
                <a:solidFill>
                  <a:srgbClr val="4B4B4B"/>
                </a:solidFill>
              </a:rPr>
            </a:fld>
            <a:endParaRPr lang="en-US" altLang="en-US">
              <a:solidFill>
                <a:srgbClr val="4B4B4B"/>
              </a:solidFill>
            </a:endParaRPr>
          </a:p>
        </p:txBody>
      </p:sp>
      <p:pic>
        <p:nvPicPr>
          <p:cNvPr id="95236" name="Picture 4" descr="r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8214" y="2932114"/>
            <a:ext cx="8748713" cy="280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312404" y="3297259"/>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681428" y="422612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549070" y="3255219"/>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918094" y="418408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262437" y="3244709"/>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1" name="椭圆 10"/>
          <p:cNvSpPr/>
          <p:nvPr/>
        </p:nvSpPr>
        <p:spPr>
          <a:xfrm>
            <a:off x="7934744" y="4103432"/>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altLang="zh-CN" smtClean="0"/>
              <a:t>R1</a:t>
            </a:r>
            <a:r>
              <a:rPr lang="zh-CN" altLang="en-US" smtClean="0"/>
              <a:t>型不平衡的调整</a:t>
            </a:r>
            <a:endParaRPr lang="zh-CN" altLang="en-US" smtClean="0"/>
          </a:p>
        </p:txBody>
      </p:sp>
      <p:sp>
        <p:nvSpPr>
          <p:cNvPr id="96259" name="Rectangle 3"/>
          <p:cNvSpPr>
            <a:spLocks noGrp="1" noChangeArrowheads="1"/>
          </p:cNvSpPr>
          <p:nvPr>
            <p:ph idx="1"/>
          </p:nvPr>
        </p:nvSpPr>
        <p:spPr/>
        <p:txBody>
          <a:bodyPr/>
          <a:lstStyle/>
          <a:p>
            <a:r>
              <a:rPr lang="zh-CN" altLang="en-US" smtClean="0"/>
              <a:t>高度减少</a:t>
            </a:r>
            <a:r>
              <a:rPr lang="en-US" altLang="zh-CN" smtClean="0"/>
              <a:t>1</a:t>
            </a:r>
            <a:r>
              <a:rPr lang="zh-CN" altLang="en-US" smtClean="0"/>
              <a:t>，继续修正过程</a:t>
            </a:r>
            <a:endParaRPr lang="zh-CN" altLang="en-US" smtClean="0"/>
          </a:p>
          <a:p>
            <a:r>
              <a:rPr lang="zh-CN" altLang="en-US" smtClean="0"/>
              <a:t>与</a:t>
            </a:r>
            <a:r>
              <a:rPr lang="en-US" altLang="zh-CN" smtClean="0"/>
              <a:t>LL</a:t>
            </a:r>
            <a:r>
              <a:rPr lang="zh-CN" altLang="en-US" smtClean="0"/>
              <a:t>旋转类似</a:t>
            </a:r>
            <a:endParaRPr lang="zh-CN" altLang="en-US" smtClean="0"/>
          </a:p>
        </p:txBody>
      </p:sp>
      <p:sp>
        <p:nvSpPr>
          <p:cNvPr id="9626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625605-B686-414A-8CAC-3707D15FEF50}" type="slidenum">
              <a:rPr lang="en-US" altLang="en-US">
                <a:solidFill>
                  <a:srgbClr val="4B4B4B"/>
                </a:solidFill>
              </a:rPr>
            </a:fld>
            <a:endParaRPr lang="en-US" altLang="en-US">
              <a:solidFill>
                <a:srgbClr val="4B4B4B"/>
              </a:solidFill>
            </a:endParaRPr>
          </a:p>
        </p:txBody>
      </p:sp>
      <p:pic>
        <p:nvPicPr>
          <p:cNvPr id="96260" name="Picture 5" descr="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2728278"/>
            <a:ext cx="8716963" cy="281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356437" y="3025319"/>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725461" y="395418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593103" y="3130422"/>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963483" y="395418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306470" y="3119912"/>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1" name="椭圆 10"/>
          <p:cNvSpPr/>
          <p:nvPr/>
        </p:nvSpPr>
        <p:spPr>
          <a:xfrm>
            <a:off x="7978777" y="3978635"/>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zh-CN" smtClean="0"/>
              <a:t>R-1</a:t>
            </a:r>
            <a:r>
              <a:rPr lang="zh-CN" altLang="en-US" smtClean="0"/>
              <a:t>型不平衡的调整</a:t>
            </a:r>
            <a:endParaRPr lang="zh-CN" altLang="en-US" smtClean="0"/>
          </a:p>
        </p:txBody>
      </p:sp>
      <p:sp>
        <p:nvSpPr>
          <p:cNvPr id="97283" name="Rectangle 3"/>
          <p:cNvSpPr>
            <a:spLocks noGrp="1" noChangeArrowheads="1"/>
          </p:cNvSpPr>
          <p:nvPr>
            <p:ph idx="1"/>
          </p:nvPr>
        </p:nvSpPr>
        <p:spPr/>
        <p:txBody>
          <a:bodyPr/>
          <a:lstStyle/>
          <a:p>
            <a:r>
              <a:rPr lang="en-US" altLang="zh-CN" sz="2400" smtClean="0"/>
              <a:t>b=0</a:t>
            </a:r>
            <a:r>
              <a:rPr lang="zh-CN" altLang="en-US" sz="2400" smtClean="0"/>
              <a:t>（</a:t>
            </a:r>
            <a:r>
              <a:rPr lang="en-US" altLang="zh-CN" sz="2400" smtClean="0"/>
              <a:t>C</a:t>
            </a:r>
            <a:r>
              <a:rPr lang="en-US" altLang="zh-CN" sz="2400" baseline="-25000" smtClean="0"/>
              <a:t>L</a:t>
            </a:r>
            <a:r>
              <a:rPr lang="zh-CN" altLang="en-US" sz="2400" smtClean="0"/>
              <a:t>高度</a:t>
            </a:r>
            <a:r>
              <a:rPr lang="en-US" altLang="zh-CN" sz="2400" smtClean="0"/>
              <a:t>h-1</a:t>
            </a:r>
            <a:r>
              <a:rPr lang="zh-CN" altLang="en-US" sz="2400" smtClean="0"/>
              <a:t>，</a:t>
            </a:r>
            <a:r>
              <a:rPr lang="en-US" altLang="zh-CN" sz="2400" smtClean="0"/>
              <a:t>C</a:t>
            </a:r>
            <a:r>
              <a:rPr lang="en-US" altLang="zh-CN" sz="2400" baseline="-25000" smtClean="0"/>
              <a:t>R</a:t>
            </a:r>
            <a:r>
              <a:rPr lang="zh-CN" altLang="en-US" sz="2400" smtClean="0"/>
              <a:t>高度</a:t>
            </a:r>
            <a:r>
              <a:rPr lang="en-US" altLang="zh-CN" sz="2400" smtClean="0"/>
              <a:t>h-1</a:t>
            </a:r>
            <a:r>
              <a:rPr lang="zh-CN" altLang="en-US" sz="2400" smtClean="0"/>
              <a:t>）</a:t>
            </a:r>
            <a:r>
              <a:rPr lang="zh-CN" altLang="en-US" sz="2400" smtClean="0">
                <a:sym typeface="Wingdings" panose="05000000000000000000" pitchFamily="2" charset="2"/>
              </a:rPr>
              <a:t></a:t>
            </a:r>
            <a:r>
              <a:rPr lang="en-US" altLang="zh-CN" sz="2400" smtClean="0">
                <a:sym typeface="Wingdings" panose="05000000000000000000" pitchFamily="2" charset="2"/>
              </a:rPr>
              <a:t>bf(B)=bf(A)=0</a:t>
            </a:r>
            <a:br>
              <a:rPr lang="en-US" altLang="zh-CN" sz="2400" smtClean="0">
                <a:sym typeface="Wingdings" panose="05000000000000000000" pitchFamily="2" charset="2"/>
              </a:rPr>
            </a:br>
            <a:r>
              <a:rPr lang="en-US" altLang="zh-CN" sz="2400" smtClean="0">
                <a:sym typeface="Wingdings" panose="05000000000000000000" pitchFamily="2" charset="2"/>
              </a:rPr>
              <a:t>b=1</a:t>
            </a:r>
            <a:r>
              <a:rPr lang="zh-CN" altLang="en-US" sz="2400" smtClean="0"/>
              <a:t>（</a:t>
            </a:r>
            <a:r>
              <a:rPr lang="en-US" altLang="zh-CN" sz="2400" smtClean="0"/>
              <a:t>C</a:t>
            </a:r>
            <a:r>
              <a:rPr lang="en-US" altLang="zh-CN" sz="2400" baseline="-25000" smtClean="0"/>
              <a:t>L</a:t>
            </a:r>
            <a:r>
              <a:rPr lang="zh-CN" altLang="en-US" sz="2400" smtClean="0"/>
              <a:t>高度</a:t>
            </a:r>
            <a:r>
              <a:rPr lang="en-US" altLang="zh-CN" sz="2400" smtClean="0"/>
              <a:t>h-1</a:t>
            </a:r>
            <a:r>
              <a:rPr lang="zh-CN" altLang="en-US" sz="2400" smtClean="0"/>
              <a:t>，</a:t>
            </a:r>
            <a:r>
              <a:rPr lang="en-US" altLang="zh-CN" sz="2400" smtClean="0"/>
              <a:t>C</a:t>
            </a:r>
            <a:r>
              <a:rPr lang="en-US" altLang="zh-CN" sz="2400" baseline="-25000" smtClean="0"/>
              <a:t>R</a:t>
            </a:r>
            <a:r>
              <a:rPr lang="zh-CN" altLang="en-US" sz="2400" smtClean="0"/>
              <a:t>高度</a:t>
            </a:r>
            <a:r>
              <a:rPr lang="en-US" altLang="zh-CN" sz="2400" smtClean="0"/>
              <a:t>h-2</a:t>
            </a:r>
            <a:r>
              <a:rPr lang="zh-CN" altLang="en-US" sz="2400" smtClean="0"/>
              <a:t>）</a:t>
            </a:r>
            <a:r>
              <a:rPr lang="zh-CN" altLang="en-US" sz="2400" smtClean="0">
                <a:sym typeface="Wingdings" panose="05000000000000000000" pitchFamily="2" charset="2"/>
              </a:rPr>
              <a:t></a:t>
            </a:r>
            <a:r>
              <a:rPr lang="en-US" altLang="zh-CN" sz="2400" smtClean="0">
                <a:sym typeface="Wingdings" panose="05000000000000000000" pitchFamily="2" charset="2"/>
              </a:rPr>
              <a:t>bf(B)=0, bf(A)=-1</a:t>
            </a:r>
            <a:br>
              <a:rPr lang="en-US" altLang="zh-CN" sz="2400" smtClean="0">
                <a:sym typeface="Wingdings" panose="05000000000000000000" pitchFamily="2" charset="2"/>
              </a:rPr>
            </a:br>
            <a:r>
              <a:rPr lang="en-US" altLang="zh-CN" sz="2400" smtClean="0">
                <a:sym typeface="Wingdings" panose="05000000000000000000" pitchFamily="2" charset="2"/>
              </a:rPr>
              <a:t>b=-1</a:t>
            </a:r>
            <a:r>
              <a:rPr lang="zh-CN" altLang="en-US" sz="2400" smtClean="0"/>
              <a:t>（</a:t>
            </a:r>
            <a:r>
              <a:rPr lang="en-US" altLang="zh-CN" sz="2400" smtClean="0"/>
              <a:t>C</a:t>
            </a:r>
            <a:r>
              <a:rPr lang="en-US" altLang="zh-CN" sz="2400" baseline="-25000" smtClean="0"/>
              <a:t>L</a:t>
            </a:r>
            <a:r>
              <a:rPr lang="zh-CN" altLang="en-US" sz="2400" smtClean="0"/>
              <a:t>高度</a:t>
            </a:r>
            <a:r>
              <a:rPr lang="en-US" altLang="zh-CN" sz="2400" smtClean="0"/>
              <a:t>h-2</a:t>
            </a:r>
            <a:r>
              <a:rPr lang="zh-CN" altLang="en-US" sz="2400" smtClean="0"/>
              <a:t>，</a:t>
            </a:r>
            <a:r>
              <a:rPr lang="en-US" altLang="zh-CN" sz="2400" smtClean="0"/>
              <a:t>C</a:t>
            </a:r>
            <a:r>
              <a:rPr lang="en-US" altLang="zh-CN" sz="2400" baseline="-25000" smtClean="0"/>
              <a:t>R</a:t>
            </a:r>
            <a:r>
              <a:rPr lang="zh-CN" altLang="en-US" sz="2400" smtClean="0"/>
              <a:t>高度</a:t>
            </a:r>
            <a:r>
              <a:rPr lang="en-US" altLang="zh-CN" sz="2400" smtClean="0"/>
              <a:t>h-1</a:t>
            </a:r>
            <a:r>
              <a:rPr lang="zh-CN" altLang="en-US" sz="2400" smtClean="0"/>
              <a:t>）</a:t>
            </a:r>
            <a:r>
              <a:rPr lang="zh-CN" altLang="en-US" sz="2400" smtClean="0">
                <a:sym typeface="Wingdings" panose="05000000000000000000" pitchFamily="2" charset="2"/>
              </a:rPr>
              <a:t></a:t>
            </a:r>
            <a:r>
              <a:rPr lang="en-US" altLang="zh-CN" sz="2400" smtClean="0">
                <a:sym typeface="Wingdings" panose="05000000000000000000" pitchFamily="2" charset="2"/>
              </a:rPr>
              <a:t>bf(B)=1, bf(A)=0</a:t>
            </a:r>
            <a:endParaRPr lang="en-US" altLang="zh-CN" sz="2400" smtClean="0">
              <a:sym typeface="Wingdings" panose="05000000000000000000" pitchFamily="2" charset="2"/>
            </a:endParaRPr>
          </a:p>
          <a:p>
            <a:r>
              <a:rPr lang="zh-CN" altLang="en-US" sz="2400" smtClean="0">
                <a:sym typeface="Wingdings" panose="05000000000000000000" pitchFamily="2" charset="2"/>
              </a:rPr>
              <a:t>高度减少</a:t>
            </a:r>
            <a:r>
              <a:rPr lang="en-US" altLang="zh-CN" sz="2400" smtClean="0">
                <a:sym typeface="Wingdings" panose="05000000000000000000" pitchFamily="2" charset="2"/>
              </a:rPr>
              <a:t>1</a:t>
            </a:r>
            <a:r>
              <a:rPr lang="zh-CN" altLang="en-US" sz="2400" smtClean="0">
                <a:sym typeface="Wingdings" panose="05000000000000000000" pitchFamily="2" charset="2"/>
              </a:rPr>
              <a:t>，需继续修正过程</a:t>
            </a:r>
            <a:endParaRPr lang="zh-CN" altLang="en-US" sz="2400" smtClean="0">
              <a:sym typeface="Wingdings" panose="05000000000000000000" pitchFamily="2" charset="2"/>
            </a:endParaRPr>
          </a:p>
          <a:p>
            <a:r>
              <a:rPr lang="zh-CN" altLang="en-US" sz="2400" smtClean="0">
                <a:sym typeface="Wingdings" panose="05000000000000000000" pitchFamily="2" charset="2"/>
              </a:rPr>
              <a:t>与</a:t>
            </a:r>
            <a:r>
              <a:rPr lang="en-US" altLang="zh-CN" sz="2400" smtClean="0">
                <a:sym typeface="Wingdings" panose="05000000000000000000" pitchFamily="2" charset="2"/>
              </a:rPr>
              <a:t>LR</a:t>
            </a:r>
            <a:r>
              <a:rPr lang="zh-CN" altLang="en-US" sz="2400" smtClean="0">
                <a:sym typeface="Wingdings" panose="05000000000000000000" pitchFamily="2" charset="2"/>
              </a:rPr>
              <a:t>旋转类似</a:t>
            </a:r>
            <a:endParaRPr lang="zh-CN" altLang="en-US" sz="2400" smtClean="0">
              <a:sym typeface="Wingdings" panose="05000000000000000000" pitchFamily="2" charset="2"/>
            </a:endParaRPr>
          </a:p>
        </p:txBody>
      </p:sp>
      <p:sp>
        <p:nvSpPr>
          <p:cNvPr id="9728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728FEFA-189C-4829-9601-A9A7C07ACEE4}" type="slidenum">
              <a:rPr lang="en-US" altLang="en-US">
                <a:solidFill>
                  <a:srgbClr val="4B4B4B"/>
                </a:solidFill>
              </a:rPr>
            </a:fld>
            <a:endParaRPr lang="en-US" altLang="en-US">
              <a:solidFill>
                <a:srgbClr val="4B4B4B"/>
              </a:solidFill>
            </a:endParaRPr>
          </a:p>
        </p:txBody>
      </p:sp>
      <p:pic>
        <p:nvPicPr>
          <p:cNvPr id="97284" name="Picture 5" descr="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5475" y="3934778"/>
            <a:ext cx="7769225" cy="281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613563" y="4158794"/>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1104437" y="496464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350894" y="4204652"/>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805705" y="4892777"/>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044438" y="4113553"/>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1" name="椭圆 10"/>
          <p:cNvSpPr/>
          <p:nvPr/>
        </p:nvSpPr>
        <p:spPr>
          <a:xfrm>
            <a:off x="7642446" y="4873298"/>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2" name="椭圆 11"/>
          <p:cNvSpPr/>
          <p:nvPr/>
        </p:nvSpPr>
        <p:spPr>
          <a:xfrm>
            <a:off x="1524603" y="5625793"/>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b</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3" name="椭圆 12"/>
          <p:cNvSpPr/>
          <p:nvPr/>
        </p:nvSpPr>
        <p:spPr>
          <a:xfrm>
            <a:off x="4300004" y="5625793"/>
            <a:ext cx="420166" cy="476598"/>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b</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4" name="椭圆 13"/>
          <p:cNvSpPr/>
          <p:nvPr/>
        </p:nvSpPr>
        <p:spPr>
          <a:xfrm>
            <a:off x="6389592" y="4892777"/>
            <a:ext cx="420166" cy="455577"/>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p:txBody>
          <a:bodyPr/>
          <a:lstStyle/>
          <a:p>
            <a:r>
              <a:rPr lang="zh-CN" altLang="en-US" smtClean="0"/>
              <a:t>例题：初始状态</a:t>
            </a:r>
            <a:endParaRPr lang="zh-CN" altLang="en-US" smtClean="0"/>
          </a:p>
        </p:txBody>
      </p:sp>
      <p:pic>
        <p:nvPicPr>
          <p:cNvPr id="98308" name="Picture 2"/>
          <p:cNvPicPr>
            <a:picLocks noGrp="1" noChangeAspect="1" noChangeArrowheads="1"/>
          </p:cNvPicPr>
          <p:nvPr>
            <p:ph idx="1"/>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tretch>
            <a:fillRect/>
          </a:stretch>
        </p:blipFill>
        <p:spPr>
          <a:xfrm>
            <a:off x="471805" y="1513205"/>
            <a:ext cx="8044180" cy="4925695"/>
          </a:xfrm>
          <a:noFill/>
        </p:spPr>
      </p:pic>
      <p:sp>
        <p:nvSpPr>
          <p:cNvPr id="9830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D91B3F-518D-41F2-A8C9-A8F2F7CA58D8}"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p:txBody>
          <a:bodyPr/>
          <a:lstStyle/>
          <a:p>
            <a:r>
              <a:rPr lang="zh-CN" altLang="en-US" smtClean="0"/>
              <a:t>删除</a:t>
            </a:r>
            <a:r>
              <a:rPr lang="en-US" altLang="zh-CN" smtClean="0"/>
              <a:t>p</a:t>
            </a:r>
            <a:endParaRPr lang="zh-CN" altLang="en-US" smtClean="0"/>
          </a:p>
        </p:txBody>
      </p:sp>
      <p:pic>
        <p:nvPicPr>
          <p:cNvPr id="99332" name="Picture 2"/>
          <p:cNvPicPr>
            <a:picLocks noGrp="1" noChangeAspect="1" noChangeArrowheads="1"/>
          </p:cNvPicPr>
          <p:nvPr>
            <p:ph idx="1"/>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tretch>
            <a:fillRect/>
          </a:stretch>
        </p:blipFill>
        <p:spPr>
          <a:xfrm>
            <a:off x="2175641" y="1569842"/>
            <a:ext cx="5108028" cy="3979593"/>
          </a:xfrm>
          <a:noFill/>
        </p:spPr>
      </p:pic>
      <p:sp>
        <p:nvSpPr>
          <p:cNvPr id="9933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253040E-836C-4AA4-BF5E-B4B42B2348C7}"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p:cNvSpPr>
          <p:nvPr>
            <p:ph type="title"/>
          </p:nvPr>
        </p:nvSpPr>
        <p:spPr/>
        <p:txBody>
          <a:bodyPr/>
          <a:lstStyle/>
          <a:p>
            <a:r>
              <a:rPr lang="zh-CN" altLang="en-US" smtClean="0"/>
              <a:t>判断平衡性</a:t>
            </a:r>
            <a:endParaRPr lang="zh-CN" altLang="en-US" smtClean="0"/>
          </a:p>
        </p:txBody>
      </p:sp>
      <p:pic>
        <p:nvPicPr>
          <p:cNvPr id="100356" name="Picture 2"/>
          <p:cNvPicPr>
            <a:picLocks noGrp="1" noChangeAspect="1" noChangeArrowheads="1"/>
          </p:cNvPicPr>
          <p:nvPr>
            <p:ph idx="1"/>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tretch>
            <a:fillRect/>
          </a:stretch>
        </p:blipFill>
        <p:spPr>
          <a:xfrm>
            <a:off x="1486227" y="1748046"/>
            <a:ext cx="5779068" cy="4214647"/>
          </a:xfrm>
          <a:noFill/>
        </p:spPr>
      </p:pic>
      <p:sp>
        <p:nvSpPr>
          <p:cNvPr id="10035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3C4040C-4FC3-49A2-ACD6-E319148D47A2}"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p:txBody>
          <a:bodyPr/>
          <a:lstStyle/>
          <a:p>
            <a:r>
              <a:rPr lang="zh-CN" altLang="en-US" smtClean="0"/>
              <a:t>上一级仍然不平衡</a:t>
            </a:r>
            <a:endParaRPr lang="zh-CN" altLang="en-US" smtClean="0"/>
          </a:p>
        </p:txBody>
      </p:sp>
      <p:pic>
        <p:nvPicPr>
          <p:cNvPr id="101380" name="Picture 2"/>
          <p:cNvPicPr>
            <a:picLocks noGrp="1" noChangeAspect="1" noChangeArrowheads="1"/>
          </p:cNvPicPr>
          <p:nvPr>
            <p:ph idx="1"/>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tretch>
            <a:fillRect/>
          </a:stretch>
        </p:blipFill>
        <p:spPr>
          <a:xfrm>
            <a:off x="484289" y="1576551"/>
            <a:ext cx="7244909" cy="3815255"/>
          </a:xfrm>
          <a:noFill/>
        </p:spPr>
      </p:pic>
      <p:sp>
        <p:nvSpPr>
          <p:cNvPr id="10137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A29E1A9-C685-4EC8-9AD0-DF1D3306179F}"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p:txBody>
          <a:bodyPr/>
          <a:lstStyle/>
          <a:p>
            <a:r>
              <a:rPr lang="zh-CN" altLang="en-US" smtClean="0"/>
              <a:t>最终结果</a:t>
            </a:r>
            <a:endParaRPr lang="zh-CN" altLang="en-US" smtClean="0"/>
          </a:p>
        </p:txBody>
      </p:sp>
      <p:pic>
        <p:nvPicPr>
          <p:cNvPr id="102404" name="Picture 2"/>
          <p:cNvPicPr>
            <a:picLocks noGrp="1" noChangeAspect="1" noChangeArrowheads="1"/>
          </p:cNvPicPr>
          <p:nvPr>
            <p:ph idx="1"/>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tretch>
            <a:fillRect/>
          </a:stretch>
        </p:blipFill>
        <p:spPr>
          <a:xfrm>
            <a:off x="628932" y="1971359"/>
            <a:ext cx="7666425" cy="3459380"/>
          </a:xfrm>
          <a:noFill/>
        </p:spPr>
      </p:pic>
      <p:sp>
        <p:nvSpPr>
          <p:cNvPr id="10240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1B55CF5-AEE0-40B7-923A-F361A201F609}"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p:txBody>
          <a:bodyPr/>
          <a:lstStyle/>
          <a:p>
            <a:r>
              <a:rPr lang="en-US" altLang="zh-CN" smtClean="0"/>
              <a:t>AVL</a:t>
            </a:r>
            <a:r>
              <a:rPr lang="zh-CN" altLang="en-US" smtClean="0"/>
              <a:t>删除小结</a:t>
            </a:r>
            <a:endParaRPr lang="zh-CN" altLang="en-US" smtClean="0"/>
          </a:p>
        </p:txBody>
      </p:sp>
      <p:sp>
        <p:nvSpPr>
          <p:cNvPr id="103427" name="内容占位符 2"/>
          <p:cNvSpPr>
            <a:spLocks noGrp="1"/>
          </p:cNvSpPr>
          <p:nvPr>
            <p:ph idx="1"/>
          </p:nvPr>
        </p:nvSpPr>
        <p:spPr/>
        <p:txBody>
          <a:bodyPr/>
          <a:lstStyle/>
          <a:p>
            <a:r>
              <a:rPr lang="zh-CN" altLang="en-US" smtClean="0"/>
              <a:t>不平衡共分三种情况</a:t>
            </a:r>
            <a:endParaRPr lang="en-US" altLang="zh-CN" smtClean="0"/>
          </a:p>
          <a:p>
            <a:pPr lvl="1"/>
            <a:r>
              <a:rPr lang="zh-CN" altLang="en-US" smtClean="0"/>
              <a:t>一次旋转即停止</a:t>
            </a:r>
            <a:endParaRPr lang="en-US" altLang="zh-CN" smtClean="0"/>
          </a:p>
          <a:p>
            <a:pPr lvl="1"/>
            <a:r>
              <a:rPr lang="zh-CN" altLang="en-US" smtClean="0"/>
              <a:t>一次旋转不平衡</a:t>
            </a:r>
            <a:endParaRPr lang="en-US" altLang="zh-CN" smtClean="0"/>
          </a:p>
          <a:p>
            <a:pPr lvl="1"/>
            <a:r>
              <a:rPr lang="zh-CN" altLang="en-US" smtClean="0"/>
              <a:t>两次旋转不平衡</a:t>
            </a:r>
            <a:endParaRPr lang="en-US" altLang="zh-CN" smtClean="0"/>
          </a:p>
          <a:p>
            <a:pPr lvl="1"/>
            <a:endParaRPr lang="en-US" altLang="zh-CN" smtClean="0"/>
          </a:p>
          <a:p>
            <a:r>
              <a:rPr lang="zh-CN" altLang="en-US" smtClean="0"/>
              <a:t>关键是考察不平衡节点的</a:t>
            </a:r>
            <a:r>
              <a:rPr lang="zh-CN" altLang="en-US" smtClean="0">
                <a:solidFill>
                  <a:srgbClr val="FF0000"/>
                </a:solidFill>
              </a:rPr>
              <a:t>另一棵子树</a:t>
            </a:r>
            <a:r>
              <a:rPr lang="zh-CN" altLang="en-US" smtClean="0"/>
              <a:t>！</a:t>
            </a:r>
            <a:endParaRPr lang="zh-CN" altLang="en-US" smtClean="0"/>
          </a:p>
        </p:txBody>
      </p:sp>
      <p:sp>
        <p:nvSpPr>
          <p:cNvPr id="1034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F6C3D5D-BA97-4C51-8EB5-456F9279FFA2}"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p:txBody>
          <a:bodyPr/>
          <a:lstStyle/>
          <a:p>
            <a:r>
              <a:rPr lang="zh-CN" altLang="en-US" smtClean="0"/>
              <a:t>一次旋转即停止</a:t>
            </a:r>
            <a:endParaRPr lang="zh-CN" altLang="en-US" smtClean="0"/>
          </a:p>
        </p:txBody>
      </p:sp>
      <p:pic>
        <p:nvPicPr>
          <p:cNvPr id="104452" name="Picture 2"/>
          <p:cNvPicPr>
            <a:picLocks noGrp="1" noChangeAspect="1" noChangeArrowheads="1"/>
          </p:cNvPicPr>
          <p:nvPr>
            <p:ph idx="1"/>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tretch>
            <a:fillRect/>
          </a:stretch>
        </p:blipFill>
        <p:spPr>
          <a:xfrm>
            <a:off x="34925" y="2006600"/>
            <a:ext cx="9074150" cy="3234690"/>
          </a:xfrm>
          <a:noFill/>
        </p:spPr>
      </p:pic>
      <p:sp>
        <p:nvSpPr>
          <p:cNvPr id="10445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D93F4C0-98A1-42CC-832A-97CCC85F1664}"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p:cNvSpPr>
            <a:spLocks noGrp="1"/>
          </p:cNvSpPr>
          <p:nvPr>
            <p:ph type="title"/>
          </p:nvPr>
        </p:nvSpPr>
        <p:spPr/>
        <p:txBody>
          <a:bodyPr/>
          <a:lstStyle/>
          <a:p>
            <a:r>
              <a:rPr lang="zh-CN" altLang="en-US" smtClean="0"/>
              <a:t>一次旋转不平衡</a:t>
            </a:r>
            <a:endParaRPr lang="zh-CN" altLang="en-US" smtClean="0"/>
          </a:p>
        </p:txBody>
      </p:sp>
      <p:pic>
        <p:nvPicPr>
          <p:cNvPr id="105476" name="Picture 2"/>
          <p:cNvPicPr>
            <a:picLocks noGrp="1" noChangeAspect="1" noChangeArrowheads="1"/>
          </p:cNvPicPr>
          <p:nvPr>
            <p:ph idx="1"/>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tretch>
            <a:fillRect/>
          </a:stretch>
        </p:blipFill>
        <p:spPr>
          <a:xfrm>
            <a:off x="246380" y="1697990"/>
            <a:ext cx="8686165" cy="3221355"/>
          </a:xfrm>
          <a:noFill/>
        </p:spPr>
      </p:pic>
      <p:sp>
        <p:nvSpPr>
          <p:cNvPr id="10547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398D906-9CF0-47C2-AA20-ECC944CCD595}"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p:txBody>
          <a:bodyPr/>
          <a:lstStyle/>
          <a:p>
            <a:r>
              <a:rPr lang="zh-CN" altLang="en-US" smtClean="0"/>
              <a:t>两次旋转不平衡</a:t>
            </a:r>
            <a:endParaRPr lang="zh-CN" altLang="en-US" smtClean="0"/>
          </a:p>
        </p:txBody>
      </p:sp>
      <p:pic>
        <p:nvPicPr>
          <p:cNvPr id="106500" name="Picture 2"/>
          <p:cNvPicPr>
            <a:picLocks noGrp="1" noChangeAspect="1" noChangeArrowheads="1"/>
          </p:cNvPicPr>
          <p:nvPr>
            <p:ph idx="1"/>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tretch>
            <a:fillRect/>
          </a:stretch>
        </p:blipFill>
        <p:spPr>
          <a:xfrm>
            <a:off x="237658" y="2112579"/>
            <a:ext cx="8906342" cy="2899350"/>
          </a:xfrm>
          <a:noFill/>
        </p:spPr>
      </p:pic>
      <p:sp>
        <p:nvSpPr>
          <p:cNvPr id="10649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DDB36F2-3B36-42B8-BCB3-81A0EB87B3F1}"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p:cNvSpPr>
          <p:nvPr>
            <p:ph type="title"/>
          </p:nvPr>
        </p:nvSpPr>
        <p:spPr/>
        <p:txBody>
          <a:bodyPr/>
          <a:lstStyle/>
          <a:p>
            <a:r>
              <a:rPr lang="zh-CN" altLang="en-US" smtClean="0"/>
              <a:t>练习</a:t>
            </a:r>
            <a:endParaRPr lang="zh-CN" altLang="en-US" smtClean="0"/>
          </a:p>
        </p:txBody>
      </p:sp>
      <p:sp>
        <p:nvSpPr>
          <p:cNvPr id="107523" name="内容占位符 2"/>
          <p:cNvSpPr>
            <a:spLocks noGrp="1"/>
          </p:cNvSpPr>
          <p:nvPr>
            <p:ph idx="1"/>
          </p:nvPr>
        </p:nvSpPr>
        <p:spPr/>
        <p:txBody>
          <a:bodyPr/>
          <a:lstStyle/>
          <a:p>
            <a:r>
              <a:rPr lang="zh-CN" altLang="en-US" smtClean="0"/>
              <a:t>在如图</a:t>
            </a:r>
            <a:r>
              <a:rPr lang="en-US" altLang="zh-CN" smtClean="0"/>
              <a:t>AVL</a:t>
            </a:r>
            <a:r>
              <a:rPr lang="zh-CN" altLang="en-US" smtClean="0"/>
              <a:t>树中依次删除</a:t>
            </a:r>
            <a:r>
              <a:rPr lang="en-US" altLang="zh-CN" smtClean="0"/>
              <a:t>22,3,10,9</a:t>
            </a:r>
            <a:r>
              <a:rPr lang="zh-CN" altLang="en-US" smtClean="0"/>
              <a:t>，画出每步处理后树的形态</a:t>
            </a:r>
            <a:endParaRPr lang="zh-CN" altLang="en-US" smtClean="0"/>
          </a:p>
          <a:p>
            <a:r>
              <a:rPr lang="en-US" altLang="zh-CN" smtClean="0"/>
              <a:t>BST</a:t>
            </a:r>
            <a:r>
              <a:rPr lang="zh-CN" altLang="en-US" smtClean="0"/>
              <a:t>的删除方式为删除最大前驱</a:t>
            </a:r>
            <a:endParaRPr lang="zh-CN" altLang="en-US" smtClean="0"/>
          </a:p>
        </p:txBody>
      </p:sp>
      <p:sp>
        <p:nvSpPr>
          <p:cNvPr id="1075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4E9D35-22FA-4579-A9DF-647CBA7C3B23}" type="slidenum">
              <a:rPr lang="en-US" altLang="en-US">
                <a:solidFill>
                  <a:srgbClr val="4B4B4B"/>
                </a:solidFill>
              </a:rPr>
            </a:fld>
            <a:endParaRPr lang="en-US" altLang="en-US">
              <a:solidFill>
                <a:srgbClr val="4B4B4B"/>
              </a:solidFill>
            </a:endParaRPr>
          </a:p>
        </p:txBody>
      </p:sp>
      <p:grpSp>
        <p:nvGrpSpPr>
          <p:cNvPr id="107525" name="组合 6"/>
          <p:cNvGrpSpPr/>
          <p:nvPr/>
        </p:nvGrpSpPr>
        <p:grpSpPr bwMode="auto">
          <a:xfrm>
            <a:off x="5289550" y="2433909"/>
            <a:ext cx="358775" cy="360363"/>
            <a:chOff x="1343016" y="1455729"/>
            <a:chExt cx="358776" cy="360001"/>
          </a:xfrm>
        </p:grpSpPr>
        <p:sp>
          <p:nvSpPr>
            <p:cNvPr id="107570"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71" name="TextBox 5"/>
            <p:cNvSpPr txBox="1">
              <a:spLocks noChangeArrowheads="1"/>
            </p:cNvSpPr>
            <p:nvPr/>
          </p:nvSpPr>
          <p:spPr bwMode="auto">
            <a:xfrm>
              <a:off x="1343016" y="1455729"/>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17</a:t>
              </a:r>
              <a:endParaRPr lang="zh-CN" altLang="en-US" sz="1200" b="1"/>
            </a:p>
          </p:txBody>
        </p:sp>
      </p:grpSp>
      <p:grpSp>
        <p:nvGrpSpPr>
          <p:cNvPr id="107526" name="组合 7"/>
          <p:cNvGrpSpPr/>
          <p:nvPr/>
        </p:nvGrpSpPr>
        <p:grpSpPr bwMode="auto">
          <a:xfrm>
            <a:off x="4392613" y="2970484"/>
            <a:ext cx="358775" cy="360363"/>
            <a:chOff x="1343016" y="1455728"/>
            <a:chExt cx="358776" cy="360001"/>
          </a:xfrm>
        </p:grpSpPr>
        <p:sp>
          <p:nvSpPr>
            <p:cNvPr id="107568"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9" name="TextBox 9"/>
            <p:cNvSpPr txBox="1">
              <a:spLocks noChangeArrowheads="1"/>
            </p:cNvSpPr>
            <p:nvPr/>
          </p:nvSpPr>
          <p:spPr bwMode="auto">
            <a:xfrm>
              <a:off x="1343016" y="1455728"/>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13</a:t>
              </a:r>
              <a:endParaRPr lang="zh-CN" altLang="en-US" sz="1200" b="1"/>
            </a:p>
          </p:txBody>
        </p:sp>
      </p:grpSp>
      <p:grpSp>
        <p:nvGrpSpPr>
          <p:cNvPr id="107527" name="组合 10"/>
          <p:cNvGrpSpPr/>
          <p:nvPr/>
        </p:nvGrpSpPr>
        <p:grpSpPr bwMode="auto">
          <a:xfrm>
            <a:off x="6186488" y="2972072"/>
            <a:ext cx="358775" cy="360362"/>
            <a:chOff x="1343016" y="1455728"/>
            <a:chExt cx="358776" cy="360001"/>
          </a:xfrm>
        </p:grpSpPr>
        <p:sp>
          <p:nvSpPr>
            <p:cNvPr id="107566"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7" name="TextBox 12"/>
            <p:cNvSpPr txBox="1">
              <a:spLocks noChangeArrowheads="1"/>
            </p:cNvSpPr>
            <p:nvPr/>
          </p:nvSpPr>
          <p:spPr bwMode="auto">
            <a:xfrm>
              <a:off x="1343016" y="1455728"/>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22</a:t>
              </a:r>
              <a:endParaRPr lang="zh-CN" altLang="en-US" sz="1200" b="1"/>
            </a:p>
          </p:txBody>
        </p:sp>
      </p:grpSp>
      <p:grpSp>
        <p:nvGrpSpPr>
          <p:cNvPr id="107528" name="组合 13"/>
          <p:cNvGrpSpPr/>
          <p:nvPr/>
        </p:nvGrpSpPr>
        <p:grpSpPr bwMode="auto">
          <a:xfrm>
            <a:off x="3854450" y="3508647"/>
            <a:ext cx="358775" cy="360362"/>
            <a:chOff x="1343016" y="1455729"/>
            <a:chExt cx="358776" cy="358779"/>
          </a:xfrm>
        </p:grpSpPr>
        <p:sp>
          <p:nvSpPr>
            <p:cNvPr id="107564"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5" name="TextBox 15"/>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9</a:t>
              </a:r>
              <a:endParaRPr lang="zh-CN" altLang="en-US" sz="1200" b="1"/>
            </a:p>
          </p:txBody>
        </p:sp>
      </p:grpSp>
      <p:grpSp>
        <p:nvGrpSpPr>
          <p:cNvPr id="107529" name="组合 16"/>
          <p:cNvGrpSpPr/>
          <p:nvPr/>
        </p:nvGrpSpPr>
        <p:grpSpPr bwMode="auto">
          <a:xfrm>
            <a:off x="4930775" y="3510234"/>
            <a:ext cx="358775" cy="360363"/>
            <a:chOff x="1343016" y="1455729"/>
            <a:chExt cx="358776" cy="358779"/>
          </a:xfrm>
        </p:grpSpPr>
        <p:sp>
          <p:nvSpPr>
            <p:cNvPr id="107562"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3" name="TextBox 18"/>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16</a:t>
              </a:r>
              <a:endParaRPr lang="zh-CN" altLang="en-US" sz="1200" b="1"/>
            </a:p>
          </p:txBody>
        </p:sp>
      </p:grpSp>
      <p:grpSp>
        <p:nvGrpSpPr>
          <p:cNvPr id="107530" name="组合 19"/>
          <p:cNvGrpSpPr/>
          <p:nvPr/>
        </p:nvGrpSpPr>
        <p:grpSpPr bwMode="auto">
          <a:xfrm>
            <a:off x="6365875" y="3510234"/>
            <a:ext cx="720725" cy="360363"/>
            <a:chOff x="1163628" y="1455729"/>
            <a:chExt cx="720000" cy="360001"/>
          </a:xfrm>
        </p:grpSpPr>
        <p:sp>
          <p:nvSpPr>
            <p:cNvPr id="107560"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1" name="TextBox 21"/>
            <p:cNvSpPr txBox="1">
              <a:spLocks noChangeArrowheads="1"/>
            </p:cNvSpPr>
            <p:nvPr/>
          </p:nvSpPr>
          <p:spPr bwMode="auto">
            <a:xfrm>
              <a:off x="1163628" y="1455729"/>
              <a:ext cx="720000"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27</a:t>
              </a:r>
              <a:endParaRPr lang="zh-CN" altLang="en-US" sz="1200" b="1"/>
            </a:p>
          </p:txBody>
        </p:sp>
      </p:grpSp>
      <p:grpSp>
        <p:nvGrpSpPr>
          <p:cNvPr id="107531" name="组合 22"/>
          <p:cNvGrpSpPr/>
          <p:nvPr/>
        </p:nvGrpSpPr>
        <p:grpSpPr bwMode="auto">
          <a:xfrm>
            <a:off x="4751388" y="4048397"/>
            <a:ext cx="358775" cy="360362"/>
            <a:chOff x="1343016" y="1455729"/>
            <a:chExt cx="358776" cy="358779"/>
          </a:xfrm>
        </p:grpSpPr>
        <p:sp>
          <p:nvSpPr>
            <p:cNvPr id="107558"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9" name="TextBox 24"/>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15</a:t>
              </a:r>
              <a:endParaRPr lang="zh-CN" altLang="en-US" sz="1200" b="1"/>
            </a:p>
          </p:txBody>
        </p:sp>
      </p:grpSp>
      <p:grpSp>
        <p:nvGrpSpPr>
          <p:cNvPr id="107532" name="组合 25"/>
          <p:cNvGrpSpPr/>
          <p:nvPr/>
        </p:nvGrpSpPr>
        <p:grpSpPr bwMode="auto">
          <a:xfrm>
            <a:off x="5827713" y="3508647"/>
            <a:ext cx="358775" cy="360362"/>
            <a:chOff x="1343016" y="1455729"/>
            <a:chExt cx="358776" cy="358779"/>
          </a:xfrm>
        </p:grpSpPr>
        <p:sp>
          <p:nvSpPr>
            <p:cNvPr id="107556"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7" name="TextBox 27"/>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20</a:t>
              </a:r>
              <a:endParaRPr lang="zh-CN" altLang="en-US" sz="1200" b="1"/>
            </a:p>
          </p:txBody>
        </p:sp>
      </p:grpSp>
      <p:grpSp>
        <p:nvGrpSpPr>
          <p:cNvPr id="107533" name="组合 28"/>
          <p:cNvGrpSpPr/>
          <p:nvPr/>
        </p:nvGrpSpPr>
        <p:grpSpPr bwMode="auto">
          <a:xfrm>
            <a:off x="4213225" y="4048397"/>
            <a:ext cx="358775" cy="360362"/>
            <a:chOff x="1343016" y="1455729"/>
            <a:chExt cx="358776" cy="358779"/>
          </a:xfrm>
        </p:grpSpPr>
        <p:sp>
          <p:nvSpPr>
            <p:cNvPr id="107554" name="椭圆 2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5" name="TextBox 30"/>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107534" name="组合 31"/>
          <p:cNvGrpSpPr/>
          <p:nvPr/>
        </p:nvGrpSpPr>
        <p:grpSpPr bwMode="auto">
          <a:xfrm>
            <a:off x="3495675" y="4048397"/>
            <a:ext cx="358775" cy="360362"/>
            <a:chOff x="1343016" y="1455729"/>
            <a:chExt cx="358776" cy="358779"/>
          </a:xfrm>
        </p:grpSpPr>
        <p:sp>
          <p:nvSpPr>
            <p:cNvPr id="107552"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3"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cxnSp>
        <p:nvCxnSpPr>
          <p:cNvPr id="107535" name="直接连接符 35"/>
          <p:cNvCxnSpPr>
            <a:cxnSpLocks noChangeShapeType="1"/>
            <a:endCxn id="107569" idx="3"/>
          </p:cNvCxnSpPr>
          <p:nvPr/>
        </p:nvCxnSpPr>
        <p:spPr bwMode="auto">
          <a:xfrm rot="10800000" flipV="1">
            <a:off x="4751388" y="2794272"/>
            <a:ext cx="717550" cy="3571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36" name="直接连接符 40"/>
          <p:cNvCxnSpPr>
            <a:cxnSpLocks noChangeShapeType="1"/>
            <a:stCxn id="107569" idx="2"/>
            <a:endCxn id="107565" idx="0"/>
          </p:cNvCxnSpPr>
          <p:nvPr/>
        </p:nvCxnSpPr>
        <p:spPr bwMode="auto">
          <a:xfrm rot="5400000">
            <a:off x="4214019" y="3150666"/>
            <a:ext cx="177800" cy="5381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37" name="直接连接符 43"/>
          <p:cNvCxnSpPr>
            <a:cxnSpLocks noChangeShapeType="1"/>
          </p:cNvCxnSpPr>
          <p:nvPr/>
        </p:nvCxnSpPr>
        <p:spPr bwMode="auto">
          <a:xfrm rot="16200000" flipH="1">
            <a:off x="5649119" y="2614091"/>
            <a:ext cx="357187"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38" name="直接连接符 46"/>
          <p:cNvCxnSpPr>
            <a:cxnSpLocks noChangeShapeType="1"/>
            <a:endCxn id="107561" idx="0"/>
          </p:cNvCxnSpPr>
          <p:nvPr/>
        </p:nvCxnSpPr>
        <p:spPr bwMode="auto">
          <a:xfrm>
            <a:off x="6365875" y="3330847"/>
            <a:ext cx="360363"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39" name="直接连接符 49"/>
          <p:cNvCxnSpPr>
            <a:cxnSpLocks noChangeShapeType="1"/>
            <a:stCxn id="107569" idx="2"/>
            <a:endCxn id="107563" idx="0"/>
          </p:cNvCxnSpPr>
          <p:nvPr/>
        </p:nvCxnSpPr>
        <p:spPr bwMode="auto">
          <a:xfrm rot="16200000" flipH="1">
            <a:off x="4751388" y="3151459"/>
            <a:ext cx="179387" cy="5381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40" name="直接连接符 52"/>
          <p:cNvCxnSpPr>
            <a:cxnSpLocks noChangeShapeType="1"/>
            <a:stCxn id="107563" idx="2"/>
            <a:endCxn id="107559" idx="0"/>
          </p:cNvCxnSpPr>
          <p:nvPr/>
        </p:nvCxnSpPr>
        <p:spPr bwMode="auto">
          <a:xfrm rot="5400000">
            <a:off x="4931569" y="3869803"/>
            <a:ext cx="177800"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41" name="直接连接符 57"/>
          <p:cNvCxnSpPr>
            <a:cxnSpLocks noChangeShapeType="1"/>
            <a:endCxn id="107557" idx="0"/>
          </p:cNvCxnSpPr>
          <p:nvPr/>
        </p:nvCxnSpPr>
        <p:spPr bwMode="auto">
          <a:xfrm rot="10800000" flipV="1">
            <a:off x="6007100" y="3332434"/>
            <a:ext cx="358775" cy="17621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42" name="直接连接符 60"/>
          <p:cNvCxnSpPr>
            <a:cxnSpLocks noChangeShapeType="1"/>
            <a:stCxn id="107565" idx="2"/>
            <a:endCxn id="107555" idx="0"/>
          </p:cNvCxnSpPr>
          <p:nvPr/>
        </p:nvCxnSpPr>
        <p:spPr bwMode="auto">
          <a:xfrm rot="16200000" flipH="1">
            <a:off x="4123532" y="3779315"/>
            <a:ext cx="1793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43" name="直接连接符 64"/>
          <p:cNvCxnSpPr>
            <a:cxnSpLocks noChangeShapeType="1"/>
            <a:stCxn id="107565" idx="2"/>
            <a:endCxn id="107553" idx="0"/>
          </p:cNvCxnSpPr>
          <p:nvPr/>
        </p:nvCxnSpPr>
        <p:spPr bwMode="auto">
          <a:xfrm rot="5400000">
            <a:off x="3764757" y="3779315"/>
            <a:ext cx="1793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107544" name="组合 22"/>
          <p:cNvGrpSpPr/>
          <p:nvPr/>
        </p:nvGrpSpPr>
        <p:grpSpPr bwMode="auto">
          <a:xfrm>
            <a:off x="3854450" y="4584972"/>
            <a:ext cx="358775" cy="360362"/>
            <a:chOff x="1343016" y="1455729"/>
            <a:chExt cx="358776" cy="358779"/>
          </a:xfrm>
        </p:grpSpPr>
        <p:sp>
          <p:nvSpPr>
            <p:cNvPr id="107550"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1" name="TextBox 24"/>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a:t>
              </a:r>
              <a:endParaRPr lang="zh-CN" altLang="en-US" sz="1200" b="1"/>
            </a:p>
          </p:txBody>
        </p:sp>
      </p:grpSp>
      <p:cxnSp>
        <p:nvCxnSpPr>
          <p:cNvPr id="107545" name="直接连接符 52"/>
          <p:cNvCxnSpPr>
            <a:cxnSpLocks noChangeShapeType="1"/>
            <a:stCxn id="107555" idx="2"/>
            <a:endCxn id="107551" idx="0"/>
          </p:cNvCxnSpPr>
          <p:nvPr/>
        </p:nvCxnSpPr>
        <p:spPr bwMode="auto">
          <a:xfrm rot="5400000">
            <a:off x="4125119" y="4317478"/>
            <a:ext cx="17621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107546" name="组合 22"/>
          <p:cNvGrpSpPr/>
          <p:nvPr/>
        </p:nvGrpSpPr>
        <p:grpSpPr bwMode="auto">
          <a:xfrm>
            <a:off x="5468938" y="4048397"/>
            <a:ext cx="358775" cy="358775"/>
            <a:chOff x="1343016" y="1455729"/>
            <a:chExt cx="358776" cy="358779"/>
          </a:xfrm>
        </p:grpSpPr>
        <p:sp>
          <p:nvSpPr>
            <p:cNvPr id="107548"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49" name="TextBox 24"/>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18</a:t>
              </a:r>
              <a:endParaRPr lang="zh-CN" altLang="en-US" sz="1200" b="1"/>
            </a:p>
          </p:txBody>
        </p:sp>
      </p:grpSp>
      <p:cxnSp>
        <p:nvCxnSpPr>
          <p:cNvPr id="107547" name="直接连接符 52"/>
          <p:cNvCxnSpPr>
            <a:cxnSpLocks noChangeShapeType="1"/>
            <a:endCxn id="107549" idx="0"/>
          </p:cNvCxnSpPr>
          <p:nvPr/>
        </p:nvCxnSpPr>
        <p:spPr bwMode="auto">
          <a:xfrm rot="10800000" flipV="1">
            <a:off x="5648325" y="3869009"/>
            <a:ext cx="3587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a:t>问题</a:t>
            </a:r>
            <a:r>
              <a:rPr lang="zh-CN" altLang="en-US"/>
              <a:t>延申</a:t>
            </a:r>
            <a:endParaRPr lang="zh-CN" altLang="en-US"/>
          </a:p>
        </p:txBody>
      </p:sp>
      <p:sp>
        <p:nvSpPr>
          <p:cNvPr id="5" name="文本占位符 4"/>
          <p:cNvSpPr>
            <a:spLocks noGrp="1"/>
          </p:cNvSpPr>
          <p:nvPr>
            <p:ph type="body" idx="1"/>
          </p:nvPr>
        </p:nvSpPr>
        <p:spPr/>
        <p:txBody>
          <a:bodyPr/>
          <a:p>
            <a:r>
              <a:rPr lang="zh-CN" altLang="en-US">
                <a:sym typeface="+mn-ea"/>
              </a:rPr>
              <a:t>带索引</a:t>
            </a:r>
            <a:r>
              <a:rPr lang="zh-CN" altLang="en-US">
                <a:sym typeface="+mn-ea"/>
              </a:rPr>
              <a:t>的搜索树</a:t>
            </a:r>
            <a:endParaRPr lang="zh-CN" altLang="en-US"/>
          </a:p>
        </p:txBody>
      </p:sp>
    </p:spTree>
    <p:custDataLst>
      <p:tags r:id="rId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zh-CN" altLang="en-US" smtClean="0"/>
              <a:t>问题</a:t>
            </a:r>
            <a:endParaRPr lang="zh-CN" altLang="en-US" smtClean="0"/>
          </a:p>
        </p:txBody>
      </p:sp>
      <p:sp>
        <p:nvSpPr>
          <p:cNvPr id="30723" name="Rectangle 3"/>
          <p:cNvSpPr>
            <a:spLocks noGrp="1" noChangeArrowheads="1"/>
          </p:cNvSpPr>
          <p:nvPr>
            <p:ph idx="1"/>
          </p:nvPr>
        </p:nvSpPr>
        <p:spPr/>
        <p:txBody>
          <a:bodyPr/>
          <a:lstStyle/>
          <a:p>
            <a:r>
              <a:rPr lang="zh-CN" altLang="en-US" smtClean="0">
                <a:sym typeface="+mn-ea"/>
              </a:rPr>
              <a:t>求序列</a:t>
            </a:r>
            <a:r>
              <a:rPr lang="zh-CN" altLang="en-US" smtClean="0">
                <a:sym typeface="+mn-ea"/>
              </a:rPr>
              <a:t>中按值排序</a:t>
            </a:r>
            <a:r>
              <a:rPr lang="zh-CN" altLang="en-US" smtClean="0">
                <a:sym typeface="+mn-ea"/>
              </a:rPr>
              <a:t>的第</a:t>
            </a:r>
            <a:r>
              <a:rPr lang="en-US" altLang="zh-CN" smtClean="0">
                <a:sym typeface="+mn-ea"/>
              </a:rPr>
              <a:t>k</a:t>
            </a:r>
            <a:r>
              <a:rPr lang="zh-CN" altLang="en-US" smtClean="0">
                <a:sym typeface="+mn-ea"/>
              </a:rPr>
              <a:t>元？</a:t>
            </a:r>
            <a:endParaRPr lang="zh-CN" altLang="en-US" smtClean="0">
              <a:sym typeface="+mn-ea"/>
            </a:endParaRPr>
          </a:p>
          <a:p>
            <a:pPr lvl="1"/>
            <a:r>
              <a:rPr lang="zh-CN" altLang="en-US" smtClean="0"/>
              <a:t>原址排序，返回第</a:t>
            </a:r>
            <a:r>
              <a:rPr lang="en-US" altLang="zh-CN" smtClean="0"/>
              <a:t>k</a:t>
            </a:r>
            <a:r>
              <a:rPr lang="zh-CN" altLang="en-US" smtClean="0"/>
              <a:t>员</a:t>
            </a:r>
            <a:r>
              <a:rPr lang="zh-CN" altLang="en-US" smtClean="0">
                <a:sym typeface="+mn-ea"/>
              </a:rPr>
              <a:t>元</a:t>
            </a:r>
            <a:r>
              <a:rPr lang="en-US" altLang="zh-CN" smtClean="0">
                <a:sym typeface="+mn-ea"/>
              </a:rPr>
              <a:t>(nlogn)+O(1)</a:t>
            </a:r>
            <a:endParaRPr lang="en-US" altLang="zh-CN" smtClean="0">
              <a:sym typeface="+mn-ea"/>
            </a:endParaRPr>
          </a:p>
          <a:p>
            <a:pPr lvl="2"/>
            <a:r>
              <a:rPr lang="zh-CN" altLang="en-US" smtClean="0"/>
              <a:t>维护</a:t>
            </a:r>
            <a:r>
              <a:rPr lang="en-US" altLang="zh-CN" smtClean="0"/>
              <a:t>O(n)</a:t>
            </a:r>
            <a:endParaRPr lang="zh-CN" altLang="en-US" smtClean="0"/>
          </a:p>
          <a:p>
            <a:pPr lvl="1"/>
            <a:r>
              <a:rPr lang="zh-CN" altLang="en-US" smtClean="0"/>
              <a:t>构建二叉搜索树，中序遍历：时间复杂度</a:t>
            </a:r>
            <a:r>
              <a:rPr lang="en-US" altLang="zh-CN" smtClean="0"/>
              <a:t>O(nlogn)+O(k)</a:t>
            </a:r>
            <a:endParaRPr lang="en-US" altLang="zh-CN" smtClean="0"/>
          </a:p>
          <a:p>
            <a:pPr lvl="2"/>
            <a:r>
              <a:rPr lang="en-US" altLang="zh-CN" smtClean="0"/>
              <a:t>维护O(</a:t>
            </a:r>
            <a:r>
              <a:rPr lang="en-US" altLang="zh-CN" smtClean="0"/>
              <a:t>log(n))</a:t>
            </a:r>
            <a:endParaRPr lang="en-US" altLang="zh-CN" smtClean="0"/>
          </a:p>
          <a:p>
            <a:pPr lvl="1"/>
            <a:r>
              <a:rPr lang="zh-CN" altLang="en-US" smtClean="0"/>
              <a:t>堆排序：时间复杂度O(n)+O(k)</a:t>
            </a:r>
            <a:endParaRPr lang="zh-CN" altLang="en-US" smtClean="0"/>
          </a:p>
          <a:p>
            <a:pPr lvl="2"/>
            <a:r>
              <a:rPr lang="zh-CN" altLang="en-US" smtClean="0"/>
              <a:t>如何多</a:t>
            </a:r>
            <a:r>
              <a:rPr lang="zh-CN" altLang="en-US" smtClean="0"/>
              <a:t>次求取不同</a:t>
            </a:r>
            <a:r>
              <a:rPr lang="en-US" altLang="zh-CN" smtClean="0"/>
              <a:t>k</a:t>
            </a:r>
            <a:r>
              <a:rPr lang="zh-CN" altLang="en-US" smtClean="0"/>
              <a:t>值？</a:t>
            </a:r>
            <a:endParaRPr lang="zh-CN" altLang="en-US" smtClean="0"/>
          </a:p>
        </p:txBody>
      </p:sp>
      <p:sp>
        <p:nvSpPr>
          <p:cNvPr id="307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8DFC2EF-B568-45E7-AD49-873B18AF143C}" type="slidenum">
              <a:rPr lang="en-US" altLang="en-US">
                <a:solidFill>
                  <a:srgbClr val="4B4B4B"/>
                </a:solidFill>
              </a:rPr>
            </a:fld>
            <a:endParaRPr lang="en-US" altLang="en-US">
              <a:solidFill>
                <a:srgbClr val="4B4B4B"/>
              </a:solidFill>
            </a:endParaRPr>
          </a:p>
        </p:txBody>
      </p:sp>
      <p:sp>
        <p:nvSpPr>
          <p:cNvPr id="2" name="Rectangle 6"/>
          <p:cNvSpPr>
            <a:spLocks noChangeArrowheads="1"/>
          </p:cNvSpPr>
          <p:nvPr>
            <p:custDataLst>
              <p:tags r:id="rId1"/>
            </p:custDataLst>
          </p:nvPr>
        </p:nvSpPr>
        <p:spPr bwMode="ltGray">
          <a:xfrm>
            <a:off x="1489710" y="4991100"/>
            <a:ext cx="480377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rgbClr val="FF0000"/>
                </a:solidFill>
                <a:latin typeface="Times New Roman" panose="02020603050405020304" pitchFamily="18" charset="0"/>
              </a:rPr>
              <a:t>带索引的二叉</a:t>
            </a:r>
            <a:r>
              <a:rPr lang="zh-CN" altLang="en-US" sz="3200">
                <a:solidFill>
                  <a:srgbClr val="FF0000"/>
                </a:solidFill>
                <a:latin typeface="Times New Roman" panose="02020603050405020304" pitchFamily="18" charset="0"/>
              </a:rPr>
              <a:t>搜索树！</a:t>
            </a:r>
            <a:endParaRPr lang="zh-CN" altLang="en-US" sz="3200">
              <a:solidFill>
                <a:srgbClr val="FF0000"/>
              </a:solidFill>
              <a:latin typeface="Times New Roman" panose="02020603050405020304" pitchFamily="18"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zh-CN" altLang="en-US" smtClean="0"/>
              <a:t>索引二叉搜索树</a:t>
            </a:r>
            <a:endParaRPr lang="zh-CN" altLang="en-US" smtClean="0"/>
          </a:p>
        </p:txBody>
      </p:sp>
      <p:sp>
        <p:nvSpPr>
          <p:cNvPr id="30723" name="Rectangle 3"/>
          <p:cNvSpPr>
            <a:spLocks noGrp="1" noChangeArrowheads="1"/>
          </p:cNvSpPr>
          <p:nvPr>
            <p:ph idx="1"/>
          </p:nvPr>
        </p:nvSpPr>
        <p:spPr/>
        <p:txBody>
          <a:bodyPr/>
          <a:lstStyle/>
          <a:p>
            <a:r>
              <a:rPr lang="zh-CN" altLang="en-US" smtClean="0"/>
              <a:t>每个节点记录一个索引值：</a:t>
            </a:r>
            <a:br>
              <a:rPr lang="zh-CN" altLang="en-US" smtClean="0"/>
            </a:br>
            <a:r>
              <a:rPr lang="zh-CN" altLang="en-US" smtClean="0"/>
              <a:t>左子树大小</a:t>
            </a:r>
            <a:r>
              <a:rPr lang="en-US" altLang="zh-CN" smtClean="0"/>
              <a:t>+1——</a:t>
            </a:r>
            <a:endParaRPr lang="en-US" altLang="zh-CN" smtClean="0"/>
          </a:p>
          <a:p>
            <a:endParaRPr lang="zh-CN" altLang="en-US" smtClean="0"/>
          </a:p>
        </p:txBody>
      </p:sp>
      <p:sp>
        <p:nvSpPr>
          <p:cNvPr id="307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8DFC2EF-B568-45E7-AD49-873B18AF143C}" type="slidenum">
              <a:rPr lang="en-US" altLang="en-US">
                <a:solidFill>
                  <a:srgbClr val="4B4B4B"/>
                </a:solidFill>
              </a:rPr>
            </a:fld>
            <a:endParaRPr lang="en-US" altLang="en-US">
              <a:solidFill>
                <a:srgbClr val="4B4B4B"/>
              </a:solidFill>
            </a:endParaRPr>
          </a:p>
        </p:txBody>
      </p:sp>
      <p:pic>
        <p:nvPicPr>
          <p:cNvPr id="30724" name="Picture 5" descr="ibst"/>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33400" y="3018790"/>
            <a:ext cx="8356600"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9926" name="Rectangle 6"/>
          <p:cNvSpPr>
            <a:spLocks noChangeArrowheads="1"/>
          </p:cNvSpPr>
          <p:nvPr/>
        </p:nvSpPr>
        <p:spPr bwMode="ltGray">
          <a:xfrm>
            <a:off x="4953000" y="1828800"/>
            <a:ext cx="4803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rgbClr val="FF0000"/>
                </a:solidFill>
                <a:latin typeface="Times New Roman" panose="02020603050405020304" pitchFamily="18" charset="0"/>
              </a:rPr>
              <a:t>节点在子树中的排名！</a:t>
            </a:r>
            <a:endParaRPr lang="zh-CN" altLang="en-US" sz="3200">
              <a:solidFill>
                <a:srgbClr val="FF0000"/>
              </a:solidFill>
              <a:latin typeface="Times New Roman" panose="02020603050405020304" pitchFamily="18"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89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9926"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zh-CN" altLang="en-US" smtClean="0"/>
              <a:t>索引二叉搜索树</a:t>
            </a:r>
            <a:endParaRPr lang="zh-CN" altLang="en-US" smtClean="0"/>
          </a:p>
        </p:txBody>
      </p:sp>
      <p:sp>
        <p:nvSpPr>
          <p:cNvPr id="32771" name="Rectangle 3"/>
          <p:cNvSpPr>
            <a:spLocks noGrp="1" noChangeArrowheads="1"/>
          </p:cNvSpPr>
          <p:nvPr>
            <p:ph idx="1"/>
          </p:nvPr>
        </p:nvSpPr>
        <p:spPr/>
        <p:txBody>
          <a:bodyPr/>
          <a:lstStyle/>
          <a:p>
            <a:pPr>
              <a:spcBef>
                <a:spcPct val="10000"/>
              </a:spcBef>
              <a:buFont typeface="Wingdings" panose="05000000000000000000" pitchFamily="2" charset="2"/>
              <a:buNone/>
            </a:pPr>
            <a:r>
              <a:rPr lang="zh-CN" altLang="en-US" sz="2000" smtClean="0"/>
              <a:t>抽象数据类型</a:t>
            </a:r>
            <a:r>
              <a:rPr lang="en-US" altLang="zh-CN" sz="2000" i="1" smtClean="0"/>
              <a:t>IndexedBSTree</a:t>
            </a:r>
            <a:r>
              <a:rPr lang="en-US" altLang="zh-CN" sz="2000" smtClean="0"/>
              <a:t>{</a:t>
            </a:r>
            <a:endParaRPr lang="en-US" altLang="zh-CN" sz="2000" smtClean="0"/>
          </a:p>
          <a:p>
            <a:pPr>
              <a:spcBef>
                <a:spcPct val="10000"/>
              </a:spcBef>
              <a:buFont typeface="Wingdings" panose="05000000000000000000" pitchFamily="2" charset="2"/>
              <a:buNone/>
            </a:pPr>
            <a:r>
              <a:rPr lang="zh-CN" altLang="en-US" sz="2000" smtClean="0"/>
              <a:t>实例</a:t>
            </a:r>
            <a:endParaRPr lang="zh-CN" altLang="en-US" sz="2000" smtClean="0"/>
          </a:p>
          <a:p>
            <a:pPr>
              <a:spcBef>
                <a:spcPct val="10000"/>
              </a:spcBef>
              <a:buFont typeface="Wingdings" panose="05000000000000000000" pitchFamily="2" charset="2"/>
              <a:buNone/>
            </a:pPr>
            <a:r>
              <a:rPr lang="zh-CN" altLang="en-US" sz="2000" smtClean="0"/>
              <a:t>	除每个节点有一个</a:t>
            </a:r>
            <a:r>
              <a:rPr lang="en-US" altLang="zh-CN" sz="2000" smtClean="0"/>
              <a:t>LeftSize</a:t>
            </a:r>
            <a:r>
              <a:rPr lang="zh-CN" altLang="en-US" sz="2000" smtClean="0"/>
              <a:t>域以外，其他与</a:t>
            </a:r>
            <a:r>
              <a:rPr lang="en-US" altLang="zh-CN" sz="2000" smtClean="0"/>
              <a:t>BSTree</a:t>
            </a:r>
            <a:r>
              <a:rPr lang="zh-CN" altLang="en-US" sz="2000" smtClean="0"/>
              <a:t>相同</a:t>
            </a:r>
            <a:endParaRPr lang="zh-CN" altLang="en-US" sz="2000" smtClean="0"/>
          </a:p>
          <a:p>
            <a:pPr>
              <a:spcBef>
                <a:spcPct val="10000"/>
              </a:spcBef>
              <a:buFont typeface="Wingdings" panose="05000000000000000000" pitchFamily="2" charset="2"/>
              <a:buNone/>
            </a:pPr>
            <a:r>
              <a:rPr lang="zh-CN" altLang="en-US" sz="2000" smtClean="0"/>
              <a:t>操作</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t>Create()</a:t>
            </a:r>
            <a:r>
              <a:rPr lang="zh-CN" altLang="en-US" sz="2000" smtClean="0"/>
              <a:t>：产生一个空的带索引的二叉搜索树</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t>Search(k, e)</a:t>
            </a:r>
            <a:r>
              <a:rPr lang="zh-CN" altLang="en-US" sz="2000" smtClean="0"/>
              <a:t>：将关键值为</a:t>
            </a:r>
            <a:r>
              <a:rPr lang="en-US" altLang="zh-CN" sz="2000" i="1" smtClean="0"/>
              <a:t>k</a:t>
            </a:r>
            <a:r>
              <a:rPr lang="zh-CN" altLang="en-US" sz="2000" smtClean="0"/>
              <a:t>的元素返回到</a:t>
            </a:r>
            <a:r>
              <a:rPr lang="en-US" altLang="zh-CN" sz="2000" i="1" smtClean="0"/>
              <a:t>e</a:t>
            </a:r>
            <a:r>
              <a:rPr lang="zh-CN" altLang="en-US" sz="2000" smtClean="0"/>
              <a:t>中；如果操作	失败返回</a:t>
            </a:r>
            <a:r>
              <a:rPr lang="en-US" altLang="zh-CN" sz="2000" i="1" smtClean="0"/>
              <a:t>false</a:t>
            </a:r>
            <a:r>
              <a:rPr lang="zh-CN" altLang="en-US" sz="2000" smtClean="0"/>
              <a:t>，否则返回</a:t>
            </a:r>
            <a:r>
              <a:rPr lang="en-US" altLang="zh-CN" sz="2000" smtClean="0"/>
              <a:t>true</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solidFill>
                  <a:srgbClr val="FF0000"/>
                </a:solidFill>
              </a:rPr>
              <a:t>IndexSearch</a:t>
            </a:r>
            <a:r>
              <a:rPr lang="en-US" altLang="zh-CN" sz="2000" i="1" smtClean="0"/>
              <a:t>(k, e)</a:t>
            </a:r>
            <a:r>
              <a:rPr lang="zh-CN" altLang="en-US" sz="2000" smtClean="0"/>
              <a:t>：将第</a:t>
            </a:r>
            <a:r>
              <a:rPr lang="en-US" altLang="zh-CN" sz="2000" i="1" smtClean="0"/>
              <a:t>k</a:t>
            </a:r>
            <a:r>
              <a:rPr lang="zh-CN" altLang="en-US" sz="2000" smtClean="0"/>
              <a:t>个元素返回到</a:t>
            </a:r>
            <a:r>
              <a:rPr lang="en-US" altLang="zh-CN" sz="2000" i="1" smtClean="0"/>
              <a:t>e</a:t>
            </a:r>
            <a:r>
              <a:rPr lang="zh-CN" altLang="en-US" sz="2000" smtClean="0"/>
              <a:t>中</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t>Insert(e)</a:t>
            </a:r>
            <a:r>
              <a:rPr lang="zh-CN" altLang="en-US" sz="2000" smtClean="0"/>
              <a:t>：将元素</a:t>
            </a:r>
            <a:r>
              <a:rPr lang="en-US" altLang="zh-CN" sz="2000" i="1" smtClean="0"/>
              <a:t>e</a:t>
            </a:r>
            <a:r>
              <a:rPr lang="zh-CN" altLang="en-US" sz="2000" smtClean="0"/>
              <a:t>插入到搜索树</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t>Delete(k, e)</a:t>
            </a:r>
            <a:r>
              <a:rPr lang="zh-CN" altLang="en-US" sz="2000" smtClean="0"/>
              <a:t>：删除关键值为</a:t>
            </a:r>
            <a:r>
              <a:rPr lang="en-US" altLang="zh-CN" sz="2000" i="1" smtClean="0"/>
              <a:t>k</a:t>
            </a:r>
            <a:r>
              <a:rPr lang="zh-CN" altLang="en-US" sz="2000" smtClean="0"/>
              <a:t>的元素并且将其返回到</a:t>
            </a:r>
            <a:r>
              <a:rPr lang="en-US" altLang="zh-CN" sz="2000" i="1" smtClean="0"/>
              <a:t>e</a:t>
            </a:r>
            <a:r>
              <a:rPr lang="zh-CN" altLang="en-US" sz="2000" smtClean="0"/>
              <a:t>中</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solidFill>
                  <a:srgbClr val="FF0000"/>
                </a:solidFill>
              </a:rPr>
              <a:t>IndexDelete</a:t>
            </a:r>
            <a:r>
              <a:rPr lang="en-US" altLang="zh-CN" sz="2000" i="1" smtClean="0"/>
              <a:t>(k, e)</a:t>
            </a:r>
            <a:r>
              <a:rPr lang="zh-CN" altLang="en-US" sz="2000" smtClean="0"/>
              <a:t>：删除第</a:t>
            </a:r>
            <a:r>
              <a:rPr lang="en-US" altLang="zh-CN" sz="2000" i="1" smtClean="0"/>
              <a:t>k</a:t>
            </a:r>
            <a:r>
              <a:rPr lang="zh-CN" altLang="en-US" sz="2000" smtClean="0"/>
              <a:t>个元素并将其返回到</a:t>
            </a:r>
            <a:r>
              <a:rPr lang="en-US" altLang="zh-CN" sz="2000" i="1" smtClean="0"/>
              <a:t>e</a:t>
            </a:r>
            <a:r>
              <a:rPr lang="zh-CN" altLang="en-US" sz="2000" smtClean="0"/>
              <a:t>中</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t>Ascend()</a:t>
            </a:r>
            <a:r>
              <a:rPr lang="zh-CN" altLang="en-US" sz="2000" smtClean="0"/>
              <a:t>：按照关键值的升序排列输出所有元素</a:t>
            </a:r>
            <a:endParaRPr lang="zh-CN" altLang="en-US" sz="2000" smtClean="0"/>
          </a:p>
          <a:p>
            <a:pPr>
              <a:spcBef>
                <a:spcPct val="10000"/>
              </a:spcBef>
              <a:buFont typeface="Wingdings" panose="05000000000000000000" pitchFamily="2" charset="2"/>
              <a:buNone/>
            </a:pPr>
            <a:r>
              <a:rPr lang="en-US" altLang="zh-CN" sz="2000" smtClean="0"/>
              <a:t>}</a:t>
            </a:r>
            <a:endParaRPr lang="en-US" altLang="zh-CN" sz="2000" smtClean="0"/>
          </a:p>
        </p:txBody>
      </p:sp>
      <p:sp>
        <p:nvSpPr>
          <p:cNvPr id="327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83E95F3-0A69-42E1-B75D-D470B3E72433}"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zh-CN" altLang="en-US" smtClean="0"/>
              <a:t>问题</a:t>
            </a:r>
            <a:endParaRPr lang="zh-CN" altLang="en-US" smtClean="0"/>
          </a:p>
        </p:txBody>
      </p:sp>
      <p:sp>
        <p:nvSpPr>
          <p:cNvPr id="30723" name="Rectangle 3"/>
          <p:cNvSpPr>
            <a:spLocks noGrp="1" noChangeArrowheads="1"/>
          </p:cNvSpPr>
          <p:nvPr>
            <p:ph idx="1"/>
          </p:nvPr>
        </p:nvSpPr>
        <p:spPr/>
        <p:txBody>
          <a:bodyPr/>
          <a:lstStyle/>
          <a:p>
            <a:r>
              <a:rPr lang="zh-CN" altLang="en-US" smtClean="0"/>
              <a:t>快速求取节点中序遍历的前驱和</a:t>
            </a:r>
            <a:r>
              <a:rPr lang="zh-CN" altLang="en-US" smtClean="0"/>
              <a:t>后继？</a:t>
            </a:r>
            <a:endParaRPr lang="zh-CN" altLang="en-US" smtClean="0"/>
          </a:p>
        </p:txBody>
      </p:sp>
      <p:sp>
        <p:nvSpPr>
          <p:cNvPr id="307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8DFC2EF-B568-45E7-AD49-873B18AF143C}"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线索化</a:t>
            </a:r>
            <a:r>
              <a:rPr lang="zh-CN" altLang="en-US"/>
              <a:t>二叉树</a:t>
            </a:r>
            <a:endParaRPr lang="zh-CN" altLang="en-US"/>
          </a:p>
        </p:txBody>
      </p:sp>
      <p:sp>
        <p:nvSpPr>
          <p:cNvPr id="3" name="内容占位符 2"/>
          <p:cNvSpPr>
            <a:spLocks noGrp="1"/>
          </p:cNvSpPr>
          <p:nvPr>
            <p:ph idx="1"/>
          </p:nvPr>
        </p:nvSpPr>
        <p:spPr/>
        <p:txBody>
          <a:bodyPr/>
          <a:p>
            <a:r>
              <a:rPr lang="zh-CN" altLang="en-US"/>
              <a:t>在n个结点的二叉链表中，有n+1个空指针域。</a:t>
            </a:r>
            <a:endParaRPr lang="zh-CN" altLang="en-US"/>
          </a:p>
          <a:p>
            <a:r>
              <a:rPr lang="zh-CN" altLang="en-US">
                <a:sym typeface="+mn-ea"/>
              </a:rPr>
              <a:t>可以用它来存放当前结点的直接前驱和后继等线索，以加快查找速度。</a:t>
            </a:r>
            <a:endParaRPr lang="zh-CN" altLang="en-US" dirty="0">
              <a:latin typeface="Times New Roman" panose="02020603050405020304" pitchFamily="18" charset="0"/>
              <a:ea typeface="楷体_GB2312"/>
            </a:endParaRPr>
          </a:p>
          <a:p>
            <a:endParaRPr lang="zh-CN" altLang="en-US"/>
          </a:p>
        </p:txBody>
      </p:sp>
    </p:spTree>
    <p:custDataLst>
      <p:tags r:id="rId1"/>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中序线索二叉树</a:t>
            </a:r>
            <a:endParaRPr lang="zh-CN" altLang="en-US"/>
          </a:p>
        </p:txBody>
      </p:sp>
      <p:grpSp>
        <p:nvGrpSpPr>
          <p:cNvPr id="7" name="组合 6"/>
          <p:cNvGrpSpPr/>
          <p:nvPr/>
        </p:nvGrpSpPr>
        <p:grpSpPr>
          <a:xfrm>
            <a:off x="45085" y="1519555"/>
            <a:ext cx="8778875" cy="4869815"/>
            <a:chOff x="623" y="2010"/>
            <a:chExt cx="13825" cy="7669"/>
          </a:xfrm>
        </p:grpSpPr>
        <p:sp>
          <p:nvSpPr>
            <p:cNvPr id="8" name="Rectangle 3"/>
            <p:cNvSpPr>
              <a:spLocks noChangeArrowheads="1"/>
            </p:cNvSpPr>
            <p:nvPr>
              <p:custDataLst>
                <p:tags r:id="rId1"/>
              </p:custDataLst>
            </p:nvPr>
          </p:nvSpPr>
          <p:spPr bwMode="auto">
            <a:xfrm>
              <a:off x="958" y="2010"/>
              <a:ext cx="11280" cy="960"/>
            </a:xfrm>
            <a:prstGeom prst="rect">
              <a:avLst/>
            </a:prstGeom>
            <a:noFill/>
            <a:ln w="9525">
              <a:noFill/>
              <a:miter lim="800000"/>
            </a:ln>
            <a:effectLst/>
          </p:spPr>
          <p:txBody>
            <a:bodyPr lIns="92075" tIns="46038" rIns="92075" bIns="46038" anchor="ctr"/>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对应的中序线索二叉树存储结构如图所示：</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grpSp>
          <p:nvGrpSpPr>
            <p:cNvPr id="9" name="Group 4"/>
            <p:cNvGrpSpPr/>
            <p:nvPr/>
          </p:nvGrpSpPr>
          <p:grpSpPr>
            <a:xfrm>
              <a:off x="623" y="3905"/>
              <a:ext cx="5827" cy="5775"/>
              <a:chOff x="115" y="1134"/>
              <a:chExt cx="2331" cy="2310"/>
            </a:xfrm>
          </p:grpSpPr>
          <p:sp>
            <p:nvSpPr>
              <p:cNvPr id="10" name="Line 5"/>
              <p:cNvSpPr/>
              <p:nvPr>
                <p:custDataLst>
                  <p:tags r:id="rId2"/>
                </p:custDataLst>
              </p:nvPr>
            </p:nvSpPr>
            <p:spPr>
              <a:xfrm>
                <a:off x="551" y="3200"/>
                <a:ext cx="8" cy="218"/>
              </a:xfrm>
              <a:prstGeom prst="line">
                <a:avLst/>
              </a:prstGeom>
              <a:ln w="25400" cap="flat" cmpd="sng">
                <a:solidFill>
                  <a:srgbClr val="CC3300"/>
                </a:solidFill>
                <a:prstDash val="sysDot"/>
                <a:headEnd type="none" w="sm" len="sm"/>
                <a:tailEnd type="none" w="sm" len="sm"/>
              </a:ln>
            </p:spPr>
          </p:sp>
          <p:sp>
            <p:nvSpPr>
              <p:cNvPr id="11" name="Line 6"/>
              <p:cNvSpPr/>
              <p:nvPr>
                <p:custDataLst>
                  <p:tags r:id="rId3"/>
                </p:custDataLst>
              </p:nvPr>
            </p:nvSpPr>
            <p:spPr>
              <a:xfrm>
                <a:off x="115" y="3435"/>
                <a:ext cx="447" cy="0"/>
              </a:xfrm>
              <a:prstGeom prst="line">
                <a:avLst/>
              </a:prstGeom>
              <a:ln w="25400" cap="flat" cmpd="sng">
                <a:solidFill>
                  <a:srgbClr val="CC3300"/>
                </a:solidFill>
                <a:prstDash val="sysDot"/>
                <a:headEnd type="none" w="sm" len="sm"/>
                <a:tailEnd type="none" w="sm" len="sm"/>
              </a:ln>
            </p:spPr>
          </p:sp>
          <p:sp>
            <p:nvSpPr>
              <p:cNvPr id="12" name="Line 7"/>
              <p:cNvSpPr/>
              <p:nvPr>
                <p:custDataLst>
                  <p:tags r:id="rId4"/>
                </p:custDataLst>
              </p:nvPr>
            </p:nvSpPr>
            <p:spPr>
              <a:xfrm flipH="1">
                <a:off x="115" y="1788"/>
                <a:ext cx="16" cy="1656"/>
              </a:xfrm>
              <a:prstGeom prst="line">
                <a:avLst/>
              </a:prstGeom>
              <a:ln w="25400" cap="flat" cmpd="sng">
                <a:solidFill>
                  <a:srgbClr val="CC3300"/>
                </a:solidFill>
                <a:prstDash val="sysDot"/>
                <a:headEnd type="none" w="sm" len="sm"/>
                <a:tailEnd type="none" w="sm" len="sm"/>
              </a:ln>
            </p:spPr>
          </p:sp>
          <p:sp>
            <p:nvSpPr>
              <p:cNvPr id="13" name="Line 8"/>
              <p:cNvSpPr/>
              <p:nvPr>
                <p:custDataLst>
                  <p:tags r:id="rId5"/>
                </p:custDataLst>
              </p:nvPr>
            </p:nvSpPr>
            <p:spPr>
              <a:xfrm flipV="1">
                <a:off x="133" y="1134"/>
                <a:ext cx="2313" cy="646"/>
              </a:xfrm>
              <a:prstGeom prst="line">
                <a:avLst/>
              </a:prstGeom>
              <a:ln w="25400" cap="flat" cmpd="sng">
                <a:solidFill>
                  <a:srgbClr val="CC3300"/>
                </a:solidFill>
                <a:prstDash val="sysDot"/>
                <a:headEnd type="none" w="sm" len="sm"/>
                <a:tailEnd type="stealth" w="med" len="lg"/>
              </a:ln>
            </p:spPr>
          </p:sp>
        </p:grpSp>
        <p:grpSp>
          <p:nvGrpSpPr>
            <p:cNvPr id="16" name="Group 9"/>
            <p:cNvGrpSpPr/>
            <p:nvPr/>
          </p:nvGrpSpPr>
          <p:grpSpPr>
            <a:xfrm>
              <a:off x="9695" y="3440"/>
              <a:ext cx="4143" cy="3755"/>
              <a:chOff x="3744" y="1152"/>
              <a:chExt cx="1657" cy="1502"/>
            </a:xfrm>
          </p:grpSpPr>
          <p:sp>
            <p:nvSpPr>
              <p:cNvPr id="17" name="Line 10"/>
              <p:cNvSpPr/>
              <p:nvPr>
                <p:custDataLst>
                  <p:tags r:id="rId6"/>
                </p:custDataLst>
              </p:nvPr>
            </p:nvSpPr>
            <p:spPr>
              <a:xfrm flipV="1">
                <a:off x="3744" y="1152"/>
                <a:ext cx="1632" cy="0"/>
              </a:xfrm>
              <a:prstGeom prst="line">
                <a:avLst/>
              </a:prstGeom>
              <a:ln w="25400" cap="flat" cmpd="sng">
                <a:solidFill>
                  <a:srgbClr val="CC3300"/>
                </a:solidFill>
                <a:prstDash val="sysDot"/>
                <a:headEnd type="stealth" w="med" len="lg"/>
                <a:tailEnd type="none" w="sm" len="sm"/>
              </a:ln>
            </p:spPr>
          </p:sp>
          <p:sp>
            <p:nvSpPr>
              <p:cNvPr id="18" name="Line 11"/>
              <p:cNvSpPr/>
              <p:nvPr>
                <p:custDataLst>
                  <p:tags r:id="rId7"/>
                </p:custDataLst>
              </p:nvPr>
            </p:nvSpPr>
            <p:spPr>
              <a:xfrm flipV="1">
                <a:off x="5401" y="1164"/>
                <a:ext cx="0" cy="1490"/>
              </a:xfrm>
              <a:prstGeom prst="line">
                <a:avLst/>
              </a:prstGeom>
              <a:ln w="25400" cap="flat" cmpd="sng">
                <a:solidFill>
                  <a:srgbClr val="CC3300"/>
                </a:solidFill>
                <a:prstDash val="sysDot"/>
                <a:headEnd type="none" w="sm" len="sm"/>
                <a:tailEnd type="none" w="sm" len="sm"/>
              </a:ln>
            </p:spPr>
          </p:sp>
        </p:grpSp>
        <p:grpSp>
          <p:nvGrpSpPr>
            <p:cNvPr id="19" name="Group 12"/>
            <p:cNvGrpSpPr/>
            <p:nvPr/>
          </p:nvGrpSpPr>
          <p:grpSpPr>
            <a:xfrm>
              <a:off x="958" y="4560"/>
              <a:ext cx="13490" cy="4803"/>
              <a:chOff x="249" y="1600"/>
              <a:chExt cx="5396" cy="1921"/>
            </a:xfrm>
          </p:grpSpPr>
          <p:grpSp>
            <p:nvGrpSpPr>
              <p:cNvPr id="20" name="Group 13"/>
              <p:cNvGrpSpPr/>
              <p:nvPr/>
            </p:nvGrpSpPr>
            <p:grpSpPr>
              <a:xfrm>
                <a:off x="2493" y="1602"/>
                <a:ext cx="1274" cy="274"/>
                <a:chOff x="2530" y="1805"/>
                <a:chExt cx="1274" cy="274"/>
              </a:xfrm>
            </p:grpSpPr>
            <p:sp>
              <p:nvSpPr>
                <p:cNvPr id="21" name="Rectangle 14"/>
                <p:cNvSpPr/>
                <p:nvPr>
                  <p:custDataLst>
                    <p:tags r:id="rId8"/>
                  </p:custDataLst>
                </p:nvPr>
              </p:nvSpPr>
              <p:spPr>
                <a:xfrm>
                  <a:off x="2530" y="1809"/>
                  <a:ext cx="1274" cy="270"/>
                </a:xfrm>
                <a:prstGeom prst="rect">
                  <a:avLst/>
                </a:prstGeom>
                <a:noFill/>
                <a:ln w="127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22" name="Line 15"/>
                <p:cNvSpPr/>
                <p:nvPr>
                  <p:custDataLst>
                    <p:tags r:id="rId9"/>
                  </p:custDataLst>
                </p:nvPr>
              </p:nvSpPr>
              <p:spPr>
                <a:xfrm>
                  <a:off x="2766" y="1813"/>
                  <a:ext cx="0" cy="262"/>
                </a:xfrm>
                <a:prstGeom prst="line">
                  <a:avLst/>
                </a:prstGeom>
                <a:ln w="12700" cap="flat" cmpd="sng">
                  <a:solidFill>
                    <a:schemeClr val="tx1"/>
                  </a:solidFill>
                  <a:prstDash val="solid"/>
                  <a:headEnd type="none" w="sm" len="sm"/>
                  <a:tailEnd type="none" w="sm" len="sm"/>
                </a:ln>
              </p:spPr>
            </p:sp>
            <p:sp>
              <p:nvSpPr>
                <p:cNvPr id="23" name="Line 16"/>
                <p:cNvSpPr/>
                <p:nvPr>
                  <p:custDataLst>
                    <p:tags r:id="rId10"/>
                  </p:custDataLst>
                </p:nvPr>
              </p:nvSpPr>
              <p:spPr>
                <a:xfrm>
                  <a:off x="3576" y="1813"/>
                  <a:ext cx="0" cy="262"/>
                </a:xfrm>
                <a:prstGeom prst="line">
                  <a:avLst/>
                </a:prstGeom>
                <a:ln w="12700" cap="flat" cmpd="sng">
                  <a:solidFill>
                    <a:schemeClr val="tx1"/>
                  </a:solidFill>
                  <a:prstDash val="solid"/>
                  <a:headEnd type="none" w="sm" len="sm"/>
                  <a:tailEnd type="none" w="sm" len="sm"/>
                </a:ln>
              </p:spPr>
            </p:sp>
            <p:sp>
              <p:nvSpPr>
                <p:cNvPr id="24" name="Line 17"/>
                <p:cNvSpPr/>
                <p:nvPr>
                  <p:custDataLst>
                    <p:tags r:id="rId11"/>
                  </p:custDataLst>
                </p:nvPr>
              </p:nvSpPr>
              <p:spPr>
                <a:xfrm>
                  <a:off x="2991" y="1805"/>
                  <a:ext cx="0" cy="270"/>
                </a:xfrm>
                <a:prstGeom prst="line">
                  <a:avLst/>
                </a:prstGeom>
                <a:ln w="12700" cap="flat" cmpd="sng">
                  <a:solidFill>
                    <a:schemeClr val="tx1"/>
                  </a:solidFill>
                  <a:prstDash val="solid"/>
                  <a:headEnd type="none" w="sm" len="sm"/>
                  <a:tailEnd type="none" w="sm" len="sm"/>
                </a:ln>
              </p:spPr>
            </p:sp>
            <p:sp>
              <p:nvSpPr>
                <p:cNvPr id="25" name="Line 18"/>
                <p:cNvSpPr/>
                <p:nvPr>
                  <p:custDataLst>
                    <p:tags r:id="rId12"/>
                  </p:custDataLst>
                </p:nvPr>
              </p:nvSpPr>
              <p:spPr>
                <a:xfrm>
                  <a:off x="3358" y="1805"/>
                  <a:ext cx="0" cy="263"/>
                </a:xfrm>
                <a:prstGeom prst="line">
                  <a:avLst/>
                </a:prstGeom>
                <a:ln w="12700" cap="flat" cmpd="sng">
                  <a:solidFill>
                    <a:schemeClr val="tx1"/>
                  </a:solidFill>
                  <a:prstDash val="solid"/>
                  <a:headEnd type="none" w="sm" len="sm"/>
                  <a:tailEnd type="none" w="sm" len="sm"/>
                </a:ln>
              </p:spPr>
            </p:sp>
          </p:grpSp>
          <p:sp>
            <p:nvSpPr>
              <p:cNvPr id="26" name="Rectangle 19"/>
              <p:cNvSpPr/>
              <p:nvPr>
                <p:custDataLst>
                  <p:tags r:id="rId13"/>
                </p:custDataLst>
              </p:nvPr>
            </p:nvSpPr>
            <p:spPr>
              <a:xfrm>
                <a:off x="2514" y="1622"/>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0</a:t>
                </a:r>
                <a:endParaRPr lang="en-US" altLang="zh-TW" sz="2400" dirty="0">
                  <a:latin typeface="Times New Roman" panose="02020603050405020304" pitchFamily="18" charset="0"/>
                  <a:ea typeface="PMingLiU" pitchFamily="18" charset="-120"/>
                </a:endParaRPr>
              </a:p>
            </p:txBody>
          </p:sp>
          <p:sp>
            <p:nvSpPr>
              <p:cNvPr id="27" name="Rectangle 20"/>
              <p:cNvSpPr/>
              <p:nvPr>
                <p:custDataLst>
                  <p:tags r:id="rId14"/>
                </p:custDataLst>
              </p:nvPr>
            </p:nvSpPr>
            <p:spPr>
              <a:xfrm>
                <a:off x="3562" y="1628"/>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0</a:t>
                </a:r>
                <a:endParaRPr lang="en-US" altLang="zh-TW" sz="2400" dirty="0">
                  <a:latin typeface="Times New Roman" panose="02020603050405020304" pitchFamily="18" charset="0"/>
                  <a:ea typeface="PMingLiU" pitchFamily="18" charset="-120"/>
                </a:endParaRPr>
              </a:p>
            </p:txBody>
          </p:sp>
          <p:sp>
            <p:nvSpPr>
              <p:cNvPr id="28" name="Rectangle 21"/>
              <p:cNvSpPr/>
              <p:nvPr>
                <p:custDataLst>
                  <p:tags r:id="rId15"/>
                </p:custDataLst>
              </p:nvPr>
            </p:nvSpPr>
            <p:spPr>
              <a:xfrm>
                <a:off x="3009" y="1600"/>
                <a:ext cx="255" cy="288"/>
              </a:xfrm>
              <a:prstGeom prst="rect">
                <a:avLst/>
              </a:prstGeom>
              <a:noFill/>
              <a:ln w="9525">
                <a:noFill/>
              </a:ln>
            </p:spPr>
            <p:txBody>
              <a:bodyPr wrap="none" lIns="92075" tIns="46038" rIns="92075" bIns="46038">
                <a:spAutoFit/>
              </a:bodyPr>
              <a:p>
                <a:pPr>
                  <a:spcBef>
                    <a:spcPct val="0"/>
                  </a:spcBef>
                </a:pPr>
                <a:r>
                  <a:rPr lang="en-US" altLang="zh-TW" sz="2400" dirty="0">
                    <a:solidFill>
                      <a:schemeClr val="accent1"/>
                    </a:solidFill>
                    <a:latin typeface="Times New Roman" panose="02020603050405020304" pitchFamily="18" charset="0"/>
                    <a:ea typeface="PMingLiU" pitchFamily="18" charset="-120"/>
                  </a:rPr>
                  <a:t>A</a:t>
                </a:r>
                <a:endParaRPr lang="en-US" altLang="zh-TW" sz="2400" dirty="0">
                  <a:solidFill>
                    <a:schemeClr val="accent1"/>
                  </a:solidFill>
                  <a:latin typeface="Times New Roman" panose="02020603050405020304" pitchFamily="18" charset="0"/>
                  <a:ea typeface="PMingLiU" pitchFamily="18" charset="-120"/>
                </a:endParaRPr>
              </a:p>
            </p:txBody>
          </p:sp>
          <p:grpSp>
            <p:nvGrpSpPr>
              <p:cNvPr id="29" name="Group 22"/>
              <p:cNvGrpSpPr/>
              <p:nvPr/>
            </p:nvGrpSpPr>
            <p:grpSpPr>
              <a:xfrm>
                <a:off x="3917" y="2098"/>
                <a:ext cx="1274" cy="274"/>
                <a:chOff x="3954" y="2301"/>
                <a:chExt cx="1274" cy="274"/>
              </a:xfrm>
            </p:grpSpPr>
            <p:sp>
              <p:nvSpPr>
                <p:cNvPr id="30" name="Rectangle 23"/>
                <p:cNvSpPr/>
                <p:nvPr>
                  <p:custDataLst>
                    <p:tags r:id="rId16"/>
                  </p:custDataLst>
                </p:nvPr>
              </p:nvSpPr>
              <p:spPr>
                <a:xfrm>
                  <a:off x="3954" y="2305"/>
                  <a:ext cx="1274" cy="270"/>
                </a:xfrm>
                <a:prstGeom prst="rect">
                  <a:avLst/>
                </a:prstGeom>
                <a:noFill/>
                <a:ln w="127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31" name="Line 24"/>
                <p:cNvSpPr/>
                <p:nvPr>
                  <p:custDataLst>
                    <p:tags r:id="rId17"/>
                  </p:custDataLst>
                </p:nvPr>
              </p:nvSpPr>
              <p:spPr>
                <a:xfrm>
                  <a:off x="4190" y="2309"/>
                  <a:ext cx="0" cy="262"/>
                </a:xfrm>
                <a:prstGeom prst="line">
                  <a:avLst/>
                </a:prstGeom>
                <a:ln w="12700" cap="flat" cmpd="sng">
                  <a:solidFill>
                    <a:schemeClr val="tx1"/>
                  </a:solidFill>
                  <a:prstDash val="solid"/>
                  <a:headEnd type="none" w="sm" len="sm"/>
                  <a:tailEnd type="none" w="sm" len="sm"/>
                </a:ln>
              </p:spPr>
            </p:sp>
            <p:sp>
              <p:nvSpPr>
                <p:cNvPr id="32" name="Line 25"/>
                <p:cNvSpPr/>
                <p:nvPr>
                  <p:custDataLst>
                    <p:tags r:id="rId18"/>
                  </p:custDataLst>
                </p:nvPr>
              </p:nvSpPr>
              <p:spPr>
                <a:xfrm>
                  <a:off x="5000" y="2309"/>
                  <a:ext cx="0" cy="262"/>
                </a:xfrm>
                <a:prstGeom prst="line">
                  <a:avLst/>
                </a:prstGeom>
                <a:ln w="12700" cap="flat" cmpd="sng">
                  <a:solidFill>
                    <a:schemeClr val="tx1"/>
                  </a:solidFill>
                  <a:prstDash val="solid"/>
                  <a:headEnd type="none" w="sm" len="sm"/>
                  <a:tailEnd type="none" w="sm" len="sm"/>
                </a:ln>
              </p:spPr>
            </p:sp>
            <p:sp>
              <p:nvSpPr>
                <p:cNvPr id="33" name="Line 26"/>
                <p:cNvSpPr/>
                <p:nvPr>
                  <p:custDataLst>
                    <p:tags r:id="rId19"/>
                  </p:custDataLst>
                </p:nvPr>
              </p:nvSpPr>
              <p:spPr>
                <a:xfrm>
                  <a:off x="4415" y="2301"/>
                  <a:ext cx="0" cy="270"/>
                </a:xfrm>
                <a:prstGeom prst="line">
                  <a:avLst/>
                </a:prstGeom>
                <a:ln w="12700" cap="flat" cmpd="sng">
                  <a:solidFill>
                    <a:schemeClr val="tx1"/>
                  </a:solidFill>
                  <a:prstDash val="solid"/>
                  <a:headEnd type="none" w="sm" len="sm"/>
                  <a:tailEnd type="none" w="sm" len="sm"/>
                </a:ln>
              </p:spPr>
            </p:sp>
            <p:sp>
              <p:nvSpPr>
                <p:cNvPr id="34" name="Line 27"/>
                <p:cNvSpPr/>
                <p:nvPr>
                  <p:custDataLst>
                    <p:tags r:id="rId20"/>
                  </p:custDataLst>
                </p:nvPr>
              </p:nvSpPr>
              <p:spPr>
                <a:xfrm>
                  <a:off x="4782" y="2301"/>
                  <a:ext cx="0" cy="263"/>
                </a:xfrm>
                <a:prstGeom prst="line">
                  <a:avLst/>
                </a:prstGeom>
                <a:ln w="12700" cap="flat" cmpd="sng">
                  <a:solidFill>
                    <a:schemeClr val="tx1"/>
                  </a:solidFill>
                  <a:prstDash val="solid"/>
                  <a:headEnd type="none" w="sm" len="sm"/>
                  <a:tailEnd type="none" w="sm" len="sm"/>
                </a:ln>
              </p:spPr>
            </p:sp>
          </p:grpSp>
          <p:sp>
            <p:nvSpPr>
              <p:cNvPr id="35" name="Rectangle 28"/>
              <p:cNvSpPr/>
              <p:nvPr>
                <p:custDataLst>
                  <p:tags r:id="rId21"/>
                </p:custDataLst>
              </p:nvPr>
            </p:nvSpPr>
            <p:spPr>
              <a:xfrm>
                <a:off x="3938" y="2118"/>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0</a:t>
                </a:r>
                <a:endParaRPr lang="en-US" altLang="zh-TW" sz="2400" dirty="0">
                  <a:latin typeface="Times New Roman" panose="02020603050405020304" pitchFamily="18" charset="0"/>
                  <a:ea typeface="PMingLiU" pitchFamily="18" charset="-120"/>
                </a:endParaRPr>
              </a:p>
            </p:txBody>
          </p:sp>
          <p:sp>
            <p:nvSpPr>
              <p:cNvPr id="36" name="Rectangle 29"/>
              <p:cNvSpPr/>
              <p:nvPr>
                <p:custDataLst>
                  <p:tags r:id="rId22"/>
                </p:custDataLst>
              </p:nvPr>
            </p:nvSpPr>
            <p:spPr>
              <a:xfrm>
                <a:off x="4986" y="2124"/>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0</a:t>
                </a:r>
                <a:endParaRPr lang="en-US" altLang="zh-TW" sz="2400" dirty="0">
                  <a:latin typeface="Times New Roman" panose="02020603050405020304" pitchFamily="18" charset="0"/>
                  <a:ea typeface="PMingLiU" pitchFamily="18" charset="-120"/>
                </a:endParaRPr>
              </a:p>
            </p:txBody>
          </p:sp>
          <p:sp>
            <p:nvSpPr>
              <p:cNvPr id="37" name="Rectangle 30"/>
              <p:cNvSpPr/>
              <p:nvPr>
                <p:custDataLst>
                  <p:tags r:id="rId23"/>
                </p:custDataLst>
              </p:nvPr>
            </p:nvSpPr>
            <p:spPr>
              <a:xfrm>
                <a:off x="4433" y="2096"/>
                <a:ext cx="255" cy="288"/>
              </a:xfrm>
              <a:prstGeom prst="rect">
                <a:avLst/>
              </a:prstGeom>
              <a:noFill/>
              <a:ln w="9525">
                <a:noFill/>
              </a:ln>
            </p:spPr>
            <p:txBody>
              <a:bodyPr wrap="none" lIns="92075" tIns="46038" rIns="92075" bIns="46038">
                <a:spAutoFit/>
              </a:bodyPr>
              <a:p>
                <a:pPr>
                  <a:spcBef>
                    <a:spcPct val="0"/>
                  </a:spcBef>
                </a:pPr>
                <a:r>
                  <a:rPr lang="en-US" altLang="zh-TW" sz="2400" dirty="0">
                    <a:solidFill>
                      <a:schemeClr val="accent1"/>
                    </a:solidFill>
                    <a:latin typeface="Times New Roman" panose="02020603050405020304" pitchFamily="18" charset="0"/>
                    <a:ea typeface="PMingLiU" pitchFamily="18" charset="-120"/>
                  </a:rPr>
                  <a:t>C</a:t>
                </a:r>
                <a:endParaRPr lang="en-US" altLang="zh-TW" sz="2400" dirty="0">
                  <a:solidFill>
                    <a:schemeClr val="accent1"/>
                  </a:solidFill>
                  <a:latin typeface="Times New Roman" panose="02020603050405020304" pitchFamily="18" charset="0"/>
                  <a:ea typeface="PMingLiU" pitchFamily="18" charset="-120"/>
                </a:endParaRPr>
              </a:p>
            </p:txBody>
          </p:sp>
          <p:grpSp>
            <p:nvGrpSpPr>
              <p:cNvPr id="38" name="Group 31"/>
              <p:cNvGrpSpPr/>
              <p:nvPr/>
            </p:nvGrpSpPr>
            <p:grpSpPr>
              <a:xfrm>
                <a:off x="1015" y="2105"/>
                <a:ext cx="1274" cy="274"/>
                <a:chOff x="1052" y="2308"/>
                <a:chExt cx="1274" cy="274"/>
              </a:xfrm>
            </p:grpSpPr>
            <p:sp>
              <p:nvSpPr>
                <p:cNvPr id="39" name="Rectangle 32"/>
                <p:cNvSpPr/>
                <p:nvPr>
                  <p:custDataLst>
                    <p:tags r:id="rId24"/>
                  </p:custDataLst>
                </p:nvPr>
              </p:nvSpPr>
              <p:spPr>
                <a:xfrm>
                  <a:off x="1052" y="2312"/>
                  <a:ext cx="1274" cy="270"/>
                </a:xfrm>
                <a:prstGeom prst="rect">
                  <a:avLst/>
                </a:prstGeom>
                <a:noFill/>
                <a:ln w="127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0" name="Line 33"/>
                <p:cNvSpPr/>
                <p:nvPr>
                  <p:custDataLst>
                    <p:tags r:id="rId25"/>
                  </p:custDataLst>
                </p:nvPr>
              </p:nvSpPr>
              <p:spPr>
                <a:xfrm>
                  <a:off x="1288" y="2316"/>
                  <a:ext cx="0" cy="262"/>
                </a:xfrm>
                <a:prstGeom prst="line">
                  <a:avLst/>
                </a:prstGeom>
                <a:ln w="12700" cap="flat" cmpd="sng">
                  <a:solidFill>
                    <a:schemeClr val="tx1"/>
                  </a:solidFill>
                  <a:prstDash val="solid"/>
                  <a:headEnd type="none" w="sm" len="sm"/>
                  <a:tailEnd type="none" w="sm" len="sm"/>
                </a:ln>
              </p:spPr>
            </p:sp>
            <p:sp>
              <p:nvSpPr>
                <p:cNvPr id="41" name="Line 34"/>
                <p:cNvSpPr/>
                <p:nvPr>
                  <p:custDataLst>
                    <p:tags r:id="rId26"/>
                  </p:custDataLst>
                </p:nvPr>
              </p:nvSpPr>
              <p:spPr>
                <a:xfrm>
                  <a:off x="2098" y="2316"/>
                  <a:ext cx="0" cy="262"/>
                </a:xfrm>
                <a:prstGeom prst="line">
                  <a:avLst/>
                </a:prstGeom>
                <a:ln w="12700" cap="flat" cmpd="sng">
                  <a:solidFill>
                    <a:schemeClr val="tx1"/>
                  </a:solidFill>
                  <a:prstDash val="solid"/>
                  <a:headEnd type="none" w="sm" len="sm"/>
                  <a:tailEnd type="none" w="sm" len="sm"/>
                </a:ln>
              </p:spPr>
            </p:sp>
            <p:sp>
              <p:nvSpPr>
                <p:cNvPr id="42" name="Line 35"/>
                <p:cNvSpPr/>
                <p:nvPr>
                  <p:custDataLst>
                    <p:tags r:id="rId27"/>
                  </p:custDataLst>
                </p:nvPr>
              </p:nvSpPr>
              <p:spPr>
                <a:xfrm>
                  <a:off x="1513" y="2308"/>
                  <a:ext cx="0" cy="270"/>
                </a:xfrm>
                <a:prstGeom prst="line">
                  <a:avLst/>
                </a:prstGeom>
                <a:ln w="12700" cap="flat" cmpd="sng">
                  <a:solidFill>
                    <a:schemeClr val="tx1"/>
                  </a:solidFill>
                  <a:prstDash val="solid"/>
                  <a:headEnd type="none" w="sm" len="sm"/>
                  <a:tailEnd type="none" w="sm" len="sm"/>
                </a:ln>
              </p:spPr>
            </p:sp>
            <p:sp>
              <p:nvSpPr>
                <p:cNvPr id="43" name="Line 36"/>
                <p:cNvSpPr/>
                <p:nvPr>
                  <p:custDataLst>
                    <p:tags r:id="rId28"/>
                  </p:custDataLst>
                </p:nvPr>
              </p:nvSpPr>
              <p:spPr>
                <a:xfrm>
                  <a:off x="1880" y="2308"/>
                  <a:ext cx="0" cy="263"/>
                </a:xfrm>
                <a:prstGeom prst="line">
                  <a:avLst/>
                </a:prstGeom>
                <a:ln w="12700" cap="flat" cmpd="sng">
                  <a:solidFill>
                    <a:schemeClr val="tx1"/>
                  </a:solidFill>
                  <a:prstDash val="solid"/>
                  <a:headEnd type="none" w="sm" len="sm"/>
                  <a:tailEnd type="none" w="sm" len="sm"/>
                </a:ln>
              </p:spPr>
            </p:sp>
          </p:grpSp>
          <p:sp>
            <p:nvSpPr>
              <p:cNvPr id="44" name="Rectangle 37"/>
              <p:cNvSpPr/>
              <p:nvPr>
                <p:custDataLst>
                  <p:tags r:id="rId29"/>
                </p:custDataLst>
              </p:nvPr>
            </p:nvSpPr>
            <p:spPr>
              <a:xfrm>
                <a:off x="1036" y="2125"/>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0</a:t>
                </a:r>
                <a:endParaRPr lang="en-US" altLang="zh-TW" sz="2400" dirty="0">
                  <a:latin typeface="Times New Roman" panose="02020603050405020304" pitchFamily="18" charset="0"/>
                  <a:ea typeface="PMingLiU" pitchFamily="18" charset="-120"/>
                </a:endParaRPr>
              </a:p>
            </p:txBody>
          </p:sp>
          <p:sp>
            <p:nvSpPr>
              <p:cNvPr id="45" name="Rectangle 38"/>
              <p:cNvSpPr/>
              <p:nvPr>
                <p:custDataLst>
                  <p:tags r:id="rId30"/>
                </p:custDataLst>
              </p:nvPr>
            </p:nvSpPr>
            <p:spPr>
              <a:xfrm>
                <a:off x="2084" y="2131"/>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0</a:t>
                </a:r>
                <a:endParaRPr lang="en-US" altLang="zh-TW" sz="2400" dirty="0">
                  <a:latin typeface="Times New Roman" panose="02020603050405020304" pitchFamily="18" charset="0"/>
                  <a:ea typeface="PMingLiU" pitchFamily="18" charset="-120"/>
                </a:endParaRPr>
              </a:p>
            </p:txBody>
          </p:sp>
          <p:sp>
            <p:nvSpPr>
              <p:cNvPr id="46" name="Rectangle 39"/>
              <p:cNvSpPr/>
              <p:nvPr>
                <p:custDataLst>
                  <p:tags r:id="rId31"/>
                </p:custDataLst>
              </p:nvPr>
            </p:nvSpPr>
            <p:spPr>
              <a:xfrm>
                <a:off x="1531" y="2103"/>
                <a:ext cx="244" cy="288"/>
              </a:xfrm>
              <a:prstGeom prst="rect">
                <a:avLst/>
              </a:prstGeom>
              <a:noFill/>
              <a:ln w="9525">
                <a:noFill/>
              </a:ln>
            </p:spPr>
            <p:txBody>
              <a:bodyPr wrap="none" lIns="92075" tIns="46038" rIns="92075" bIns="46038">
                <a:spAutoFit/>
              </a:bodyPr>
              <a:p>
                <a:pPr>
                  <a:spcBef>
                    <a:spcPct val="0"/>
                  </a:spcBef>
                </a:pPr>
                <a:r>
                  <a:rPr lang="en-US" altLang="zh-TW" sz="2400" dirty="0">
                    <a:solidFill>
                      <a:schemeClr val="accent1"/>
                    </a:solidFill>
                    <a:latin typeface="Times New Roman" panose="02020603050405020304" pitchFamily="18" charset="0"/>
                    <a:ea typeface="PMingLiU" pitchFamily="18" charset="-120"/>
                  </a:rPr>
                  <a:t>B</a:t>
                </a:r>
                <a:endParaRPr lang="en-US" altLang="zh-TW" sz="2400" dirty="0">
                  <a:solidFill>
                    <a:schemeClr val="accent1"/>
                  </a:solidFill>
                  <a:latin typeface="Times New Roman" panose="02020603050405020304" pitchFamily="18" charset="0"/>
                  <a:ea typeface="PMingLiU" pitchFamily="18" charset="-120"/>
                </a:endParaRPr>
              </a:p>
            </p:txBody>
          </p:sp>
          <p:grpSp>
            <p:nvGrpSpPr>
              <p:cNvPr id="47" name="Group 40"/>
              <p:cNvGrpSpPr/>
              <p:nvPr/>
            </p:nvGrpSpPr>
            <p:grpSpPr>
              <a:xfrm>
                <a:off x="1721" y="2630"/>
                <a:ext cx="1274" cy="274"/>
                <a:chOff x="1758" y="2833"/>
                <a:chExt cx="1274" cy="274"/>
              </a:xfrm>
            </p:grpSpPr>
            <p:sp>
              <p:nvSpPr>
                <p:cNvPr id="48" name="Rectangle 41"/>
                <p:cNvSpPr/>
                <p:nvPr>
                  <p:custDataLst>
                    <p:tags r:id="rId32"/>
                  </p:custDataLst>
                </p:nvPr>
              </p:nvSpPr>
              <p:spPr>
                <a:xfrm>
                  <a:off x="1758" y="2837"/>
                  <a:ext cx="1274" cy="270"/>
                </a:xfrm>
                <a:prstGeom prst="rect">
                  <a:avLst/>
                </a:prstGeom>
                <a:noFill/>
                <a:ln w="127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49" name="Line 42"/>
                <p:cNvSpPr/>
                <p:nvPr>
                  <p:custDataLst>
                    <p:tags r:id="rId33"/>
                  </p:custDataLst>
                </p:nvPr>
              </p:nvSpPr>
              <p:spPr>
                <a:xfrm>
                  <a:off x="1994" y="2841"/>
                  <a:ext cx="0" cy="262"/>
                </a:xfrm>
                <a:prstGeom prst="line">
                  <a:avLst/>
                </a:prstGeom>
                <a:ln w="12700" cap="flat" cmpd="sng">
                  <a:solidFill>
                    <a:schemeClr val="tx1"/>
                  </a:solidFill>
                  <a:prstDash val="solid"/>
                  <a:headEnd type="none" w="sm" len="sm"/>
                  <a:tailEnd type="none" w="sm" len="sm"/>
                </a:ln>
              </p:spPr>
            </p:sp>
            <p:sp>
              <p:nvSpPr>
                <p:cNvPr id="50" name="Line 43"/>
                <p:cNvSpPr/>
                <p:nvPr>
                  <p:custDataLst>
                    <p:tags r:id="rId34"/>
                  </p:custDataLst>
                </p:nvPr>
              </p:nvSpPr>
              <p:spPr>
                <a:xfrm>
                  <a:off x="2804" y="2841"/>
                  <a:ext cx="0" cy="262"/>
                </a:xfrm>
                <a:prstGeom prst="line">
                  <a:avLst/>
                </a:prstGeom>
                <a:ln w="12700" cap="flat" cmpd="sng">
                  <a:solidFill>
                    <a:schemeClr val="tx1"/>
                  </a:solidFill>
                  <a:prstDash val="solid"/>
                  <a:headEnd type="none" w="sm" len="sm"/>
                  <a:tailEnd type="none" w="sm" len="sm"/>
                </a:ln>
              </p:spPr>
            </p:sp>
            <p:sp>
              <p:nvSpPr>
                <p:cNvPr id="51" name="Line 44"/>
                <p:cNvSpPr/>
                <p:nvPr>
                  <p:custDataLst>
                    <p:tags r:id="rId35"/>
                  </p:custDataLst>
                </p:nvPr>
              </p:nvSpPr>
              <p:spPr>
                <a:xfrm>
                  <a:off x="2219" y="2833"/>
                  <a:ext cx="0" cy="270"/>
                </a:xfrm>
                <a:prstGeom prst="line">
                  <a:avLst/>
                </a:prstGeom>
                <a:ln w="12700" cap="flat" cmpd="sng">
                  <a:solidFill>
                    <a:schemeClr val="tx1"/>
                  </a:solidFill>
                  <a:prstDash val="solid"/>
                  <a:headEnd type="none" w="sm" len="sm"/>
                  <a:tailEnd type="none" w="sm" len="sm"/>
                </a:ln>
              </p:spPr>
            </p:sp>
            <p:sp>
              <p:nvSpPr>
                <p:cNvPr id="52" name="Line 45"/>
                <p:cNvSpPr/>
                <p:nvPr>
                  <p:custDataLst>
                    <p:tags r:id="rId36"/>
                  </p:custDataLst>
                </p:nvPr>
              </p:nvSpPr>
              <p:spPr>
                <a:xfrm>
                  <a:off x="2586" y="2833"/>
                  <a:ext cx="0" cy="263"/>
                </a:xfrm>
                <a:prstGeom prst="line">
                  <a:avLst/>
                </a:prstGeom>
                <a:ln w="12700" cap="flat" cmpd="sng">
                  <a:solidFill>
                    <a:schemeClr val="tx1"/>
                  </a:solidFill>
                  <a:prstDash val="solid"/>
                  <a:headEnd type="none" w="sm" len="sm"/>
                  <a:tailEnd type="none" w="sm" len="sm"/>
                </a:ln>
              </p:spPr>
            </p:sp>
          </p:grpSp>
          <p:sp>
            <p:nvSpPr>
              <p:cNvPr id="53" name="Rectangle 46"/>
              <p:cNvSpPr/>
              <p:nvPr>
                <p:custDataLst>
                  <p:tags r:id="rId37"/>
                </p:custDataLst>
              </p:nvPr>
            </p:nvSpPr>
            <p:spPr>
              <a:xfrm>
                <a:off x="1742" y="2650"/>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1</a:t>
                </a:r>
                <a:endParaRPr lang="en-US" altLang="zh-TW" sz="2400" dirty="0">
                  <a:latin typeface="Times New Roman" panose="02020603050405020304" pitchFamily="18" charset="0"/>
                  <a:ea typeface="PMingLiU" pitchFamily="18" charset="-120"/>
                </a:endParaRPr>
              </a:p>
            </p:txBody>
          </p:sp>
          <p:sp>
            <p:nvSpPr>
              <p:cNvPr id="54" name="Rectangle 47"/>
              <p:cNvSpPr/>
              <p:nvPr>
                <p:custDataLst>
                  <p:tags r:id="rId38"/>
                </p:custDataLst>
              </p:nvPr>
            </p:nvSpPr>
            <p:spPr>
              <a:xfrm>
                <a:off x="2790" y="2656"/>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1</a:t>
                </a:r>
                <a:endParaRPr lang="en-US" altLang="zh-TW" sz="2400" dirty="0">
                  <a:latin typeface="Times New Roman" panose="02020603050405020304" pitchFamily="18" charset="0"/>
                  <a:ea typeface="PMingLiU" pitchFamily="18" charset="-120"/>
                </a:endParaRPr>
              </a:p>
            </p:txBody>
          </p:sp>
          <p:sp>
            <p:nvSpPr>
              <p:cNvPr id="55" name="Rectangle 48"/>
              <p:cNvSpPr/>
              <p:nvPr>
                <p:custDataLst>
                  <p:tags r:id="rId39"/>
                </p:custDataLst>
              </p:nvPr>
            </p:nvSpPr>
            <p:spPr>
              <a:xfrm>
                <a:off x="2237" y="2628"/>
                <a:ext cx="244" cy="288"/>
              </a:xfrm>
              <a:prstGeom prst="rect">
                <a:avLst/>
              </a:prstGeom>
              <a:noFill/>
              <a:ln w="9525">
                <a:noFill/>
              </a:ln>
            </p:spPr>
            <p:txBody>
              <a:bodyPr wrap="none" lIns="92075" tIns="46038" rIns="92075" bIns="46038">
                <a:spAutoFit/>
              </a:bodyPr>
              <a:p>
                <a:pPr>
                  <a:spcBef>
                    <a:spcPct val="0"/>
                  </a:spcBef>
                </a:pPr>
                <a:r>
                  <a:rPr lang="en-US" altLang="zh-TW" sz="2400" dirty="0">
                    <a:solidFill>
                      <a:schemeClr val="accent1"/>
                    </a:solidFill>
                    <a:latin typeface="Times New Roman" panose="02020603050405020304" pitchFamily="18" charset="0"/>
                    <a:ea typeface="PMingLiU" pitchFamily="18" charset="-120"/>
                  </a:rPr>
                  <a:t>E</a:t>
                </a:r>
                <a:endParaRPr lang="en-US" altLang="zh-TW" sz="2400" dirty="0">
                  <a:solidFill>
                    <a:schemeClr val="accent1"/>
                  </a:solidFill>
                  <a:latin typeface="Times New Roman" panose="02020603050405020304" pitchFamily="18" charset="0"/>
                  <a:ea typeface="PMingLiU" pitchFamily="18" charset="-120"/>
                </a:endParaRPr>
              </a:p>
            </p:txBody>
          </p:sp>
          <p:grpSp>
            <p:nvGrpSpPr>
              <p:cNvPr id="56" name="Group 49"/>
              <p:cNvGrpSpPr/>
              <p:nvPr/>
            </p:nvGrpSpPr>
            <p:grpSpPr>
              <a:xfrm>
                <a:off x="3198" y="2623"/>
                <a:ext cx="1274" cy="274"/>
                <a:chOff x="3235" y="2826"/>
                <a:chExt cx="1274" cy="274"/>
              </a:xfrm>
            </p:grpSpPr>
            <p:sp>
              <p:nvSpPr>
                <p:cNvPr id="57" name="Rectangle 50"/>
                <p:cNvSpPr/>
                <p:nvPr>
                  <p:custDataLst>
                    <p:tags r:id="rId40"/>
                  </p:custDataLst>
                </p:nvPr>
              </p:nvSpPr>
              <p:spPr>
                <a:xfrm>
                  <a:off x="3235" y="2830"/>
                  <a:ext cx="1274" cy="270"/>
                </a:xfrm>
                <a:prstGeom prst="rect">
                  <a:avLst/>
                </a:prstGeom>
                <a:noFill/>
                <a:ln w="127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58" name="Line 51"/>
                <p:cNvSpPr/>
                <p:nvPr>
                  <p:custDataLst>
                    <p:tags r:id="rId41"/>
                  </p:custDataLst>
                </p:nvPr>
              </p:nvSpPr>
              <p:spPr>
                <a:xfrm>
                  <a:off x="3471" y="2834"/>
                  <a:ext cx="0" cy="262"/>
                </a:xfrm>
                <a:prstGeom prst="line">
                  <a:avLst/>
                </a:prstGeom>
                <a:ln w="12700" cap="flat" cmpd="sng">
                  <a:solidFill>
                    <a:schemeClr val="tx1"/>
                  </a:solidFill>
                  <a:prstDash val="solid"/>
                  <a:headEnd type="none" w="sm" len="sm"/>
                  <a:tailEnd type="none" w="sm" len="sm"/>
                </a:ln>
              </p:spPr>
            </p:sp>
            <p:sp>
              <p:nvSpPr>
                <p:cNvPr id="59" name="Line 52"/>
                <p:cNvSpPr/>
                <p:nvPr>
                  <p:custDataLst>
                    <p:tags r:id="rId42"/>
                  </p:custDataLst>
                </p:nvPr>
              </p:nvSpPr>
              <p:spPr>
                <a:xfrm>
                  <a:off x="4281" y="2834"/>
                  <a:ext cx="0" cy="262"/>
                </a:xfrm>
                <a:prstGeom prst="line">
                  <a:avLst/>
                </a:prstGeom>
                <a:ln w="12700" cap="flat" cmpd="sng">
                  <a:solidFill>
                    <a:schemeClr val="tx1"/>
                  </a:solidFill>
                  <a:prstDash val="solid"/>
                  <a:headEnd type="none" w="sm" len="sm"/>
                  <a:tailEnd type="none" w="sm" len="sm"/>
                </a:ln>
              </p:spPr>
            </p:sp>
            <p:sp>
              <p:nvSpPr>
                <p:cNvPr id="60" name="Line 53"/>
                <p:cNvSpPr/>
                <p:nvPr>
                  <p:custDataLst>
                    <p:tags r:id="rId43"/>
                  </p:custDataLst>
                </p:nvPr>
              </p:nvSpPr>
              <p:spPr>
                <a:xfrm>
                  <a:off x="3696" y="2826"/>
                  <a:ext cx="0" cy="270"/>
                </a:xfrm>
                <a:prstGeom prst="line">
                  <a:avLst/>
                </a:prstGeom>
                <a:ln w="12700" cap="flat" cmpd="sng">
                  <a:solidFill>
                    <a:schemeClr val="tx1"/>
                  </a:solidFill>
                  <a:prstDash val="solid"/>
                  <a:headEnd type="none" w="sm" len="sm"/>
                  <a:tailEnd type="none" w="sm" len="sm"/>
                </a:ln>
              </p:spPr>
            </p:sp>
            <p:sp>
              <p:nvSpPr>
                <p:cNvPr id="61" name="Line 54"/>
                <p:cNvSpPr/>
                <p:nvPr>
                  <p:custDataLst>
                    <p:tags r:id="rId44"/>
                  </p:custDataLst>
                </p:nvPr>
              </p:nvSpPr>
              <p:spPr>
                <a:xfrm>
                  <a:off x="4063" y="2826"/>
                  <a:ext cx="0" cy="263"/>
                </a:xfrm>
                <a:prstGeom prst="line">
                  <a:avLst/>
                </a:prstGeom>
                <a:ln w="12700" cap="flat" cmpd="sng">
                  <a:solidFill>
                    <a:schemeClr val="tx1"/>
                  </a:solidFill>
                  <a:prstDash val="solid"/>
                  <a:headEnd type="none" w="sm" len="sm"/>
                  <a:tailEnd type="none" w="sm" len="sm"/>
                </a:ln>
              </p:spPr>
            </p:sp>
          </p:grpSp>
          <p:sp>
            <p:nvSpPr>
              <p:cNvPr id="62" name="Rectangle 55"/>
              <p:cNvSpPr/>
              <p:nvPr>
                <p:custDataLst>
                  <p:tags r:id="rId45"/>
                </p:custDataLst>
              </p:nvPr>
            </p:nvSpPr>
            <p:spPr>
              <a:xfrm>
                <a:off x="3219" y="2643"/>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1</a:t>
                </a:r>
                <a:endParaRPr lang="en-US" altLang="zh-TW" sz="2400" dirty="0">
                  <a:latin typeface="Times New Roman" panose="02020603050405020304" pitchFamily="18" charset="0"/>
                  <a:ea typeface="PMingLiU" pitchFamily="18" charset="-120"/>
                </a:endParaRPr>
              </a:p>
            </p:txBody>
          </p:sp>
          <p:sp>
            <p:nvSpPr>
              <p:cNvPr id="63" name="Rectangle 56"/>
              <p:cNvSpPr/>
              <p:nvPr>
                <p:custDataLst>
                  <p:tags r:id="rId46"/>
                </p:custDataLst>
              </p:nvPr>
            </p:nvSpPr>
            <p:spPr>
              <a:xfrm>
                <a:off x="4267" y="2649"/>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1</a:t>
                </a:r>
                <a:endParaRPr lang="en-US" altLang="zh-TW" sz="2400" dirty="0">
                  <a:latin typeface="Times New Roman" panose="02020603050405020304" pitchFamily="18" charset="0"/>
                  <a:ea typeface="PMingLiU" pitchFamily="18" charset="-120"/>
                </a:endParaRPr>
              </a:p>
            </p:txBody>
          </p:sp>
          <p:sp>
            <p:nvSpPr>
              <p:cNvPr id="64" name="Rectangle 57"/>
              <p:cNvSpPr/>
              <p:nvPr>
                <p:custDataLst>
                  <p:tags r:id="rId47"/>
                </p:custDataLst>
              </p:nvPr>
            </p:nvSpPr>
            <p:spPr>
              <a:xfrm>
                <a:off x="3714" y="2621"/>
                <a:ext cx="233" cy="288"/>
              </a:xfrm>
              <a:prstGeom prst="rect">
                <a:avLst/>
              </a:prstGeom>
              <a:noFill/>
              <a:ln w="9525">
                <a:noFill/>
              </a:ln>
            </p:spPr>
            <p:txBody>
              <a:bodyPr wrap="none" lIns="92075" tIns="46038" rIns="92075" bIns="46038">
                <a:spAutoFit/>
              </a:bodyPr>
              <a:p>
                <a:pPr>
                  <a:spcBef>
                    <a:spcPct val="0"/>
                  </a:spcBef>
                </a:pPr>
                <a:r>
                  <a:rPr lang="en-US" altLang="zh-TW" sz="2400" dirty="0">
                    <a:solidFill>
                      <a:schemeClr val="accent1"/>
                    </a:solidFill>
                    <a:latin typeface="Times New Roman" panose="02020603050405020304" pitchFamily="18" charset="0"/>
                    <a:ea typeface="PMingLiU" pitchFamily="18" charset="-120"/>
                  </a:rPr>
                  <a:t>F</a:t>
                </a:r>
                <a:endParaRPr lang="en-US" altLang="zh-TW" sz="2400" dirty="0">
                  <a:solidFill>
                    <a:schemeClr val="accent1"/>
                  </a:solidFill>
                  <a:latin typeface="Times New Roman" panose="02020603050405020304" pitchFamily="18" charset="0"/>
                  <a:ea typeface="PMingLiU" pitchFamily="18" charset="-120"/>
                </a:endParaRPr>
              </a:p>
            </p:txBody>
          </p:sp>
          <p:grpSp>
            <p:nvGrpSpPr>
              <p:cNvPr id="65" name="Group 58"/>
              <p:cNvGrpSpPr/>
              <p:nvPr/>
            </p:nvGrpSpPr>
            <p:grpSpPr>
              <a:xfrm>
                <a:off x="4653" y="2608"/>
                <a:ext cx="992" cy="274"/>
                <a:chOff x="4690" y="2811"/>
                <a:chExt cx="1274" cy="274"/>
              </a:xfrm>
            </p:grpSpPr>
            <p:sp>
              <p:nvSpPr>
                <p:cNvPr id="66" name="Rectangle 59"/>
                <p:cNvSpPr/>
                <p:nvPr>
                  <p:custDataLst>
                    <p:tags r:id="rId48"/>
                  </p:custDataLst>
                </p:nvPr>
              </p:nvSpPr>
              <p:spPr>
                <a:xfrm>
                  <a:off x="4690" y="2815"/>
                  <a:ext cx="1274" cy="270"/>
                </a:xfrm>
                <a:prstGeom prst="rect">
                  <a:avLst/>
                </a:prstGeom>
                <a:noFill/>
                <a:ln w="127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67" name="Line 60"/>
                <p:cNvSpPr/>
                <p:nvPr>
                  <p:custDataLst>
                    <p:tags r:id="rId49"/>
                  </p:custDataLst>
                </p:nvPr>
              </p:nvSpPr>
              <p:spPr>
                <a:xfrm>
                  <a:off x="4926" y="2819"/>
                  <a:ext cx="0" cy="262"/>
                </a:xfrm>
                <a:prstGeom prst="line">
                  <a:avLst/>
                </a:prstGeom>
                <a:ln w="12700" cap="flat" cmpd="sng">
                  <a:solidFill>
                    <a:schemeClr val="tx1"/>
                  </a:solidFill>
                  <a:prstDash val="solid"/>
                  <a:headEnd type="none" w="sm" len="sm"/>
                  <a:tailEnd type="none" w="sm" len="sm"/>
                </a:ln>
              </p:spPr>
            </p:sp>
            <p:sp>
              <p:nvSpPr>
                <p:cNvPr id="68" name="Line 61"/>
                <p:cNvSpPr/>
                <p:nvPr>
                  <p:custDataLst>
                    <p:tags r:id="rId50"/>
                  </p:custDataLst>
                </p:nvPr>
              </p:nvSpPr>
              <p:spPr>
                <a:xfrm>
                  <a:off x="5736" y="2819"/>
                  <a:ext cx="0" cy="262"/>
                </a:xfrm>
                <a:prstGeom prst="line">
                  <a:avLst/>
                </a:prstGeom>
                <a:ln w="12700" cap="flat" cmpd="sng">
                  <a:solidFill>
                    <a:schemeClr val="tx1"/>
                  </a:solidFill>
                  <a:prstDash val="solid"/>
                  <a:headEnd type="none" w="sm" len="sm"/>
                  <a:tailEnd type="none" w="sm" len="sm"/>
                </a:ln>
              </p:spPr>
            </p:sp>
            <p:sp>
              <p:nvSpPr>
                <p:cNvPr id="69" name="Line 62"/>
                <p:cNvSpPr/>
                <p:nvPr>
                  <p:custDataLst>
                    <p:tags r:id="rId51"/>
                  </p:custDataLst>
                </p:nvPr>
              </p:nvSpPr>
              <p:spPr>
                <a:xfrm>
                  <a:off x="5151" y="2811"/>
                  <a:ext cx="0" cy="270"/>
                </a:xfrm>
                <a:prstGeom prst="line">
                  <a:avLst/>
                </a:prstGeom>
                <a:ln w="12700" cap="flat" cmpd="sng">
                  <a:solidFill>
                    <a:schemeClr val="tx1"/>
                  </a:solidFill>
                  <a:prstDash val="solid"/>
                  <a:headEnd type="none" w="sm" len="sm"/>
                  <a:tailEnd type="none" w="sm" len="sm"/>
                </a:ln>
              </p:spPr>
            </p:sp>
            <p:sp>
              <p:nvSpPr>
                <p:cNvPr id="70" name="Line 63"/>
                <p:cNvSpPr/>
                <p:nvPr>
                  <p:custDataLst>
                    <p:tags r:id="rId52"/>
                  </p:custDataLst>
                </p:nvPr>
              </p:nvSpPr>
              <p:spPr>
                <a:xfrm>
                  <a:off x="5518" y="2811"/>
                  <a:ext cx="0" cy="263"/>
                </a:xfrm>
                <a:prstGeom prst="line">
                  <a:avLst/>
                </a:prstGeom>
                <a:ln w="12700" cap="flat" cmpd="sng">
                  <a:solidFill>
                    <a:schemeClr val="tx1"/>
                  </a:solidFill>
                  <a:prstDash val="solid"/>
                  <a:headEnd type="none" w="sm" len="sm"/>
                  <a:tailEnd type="none" w="sm" len="sm"/>
                </a:ln>
              </p:spPr>
            </p:sp>
          </p:grpSp>
          <p:sp>
            <p:nvSpPr>
              <p:cNvPr id="71" name="Rectangle 64"/>
              <p:cNvSpPr/>
              <p:nvPr>
                <p:custDataLst>
                  <p:tags r:id="rId53"/>
                </p:custDataLst>
              </p:nvPr>
            </p:nvSpPr>
            <p:spPr>
              <a:xfrm>
                <a:off x="4674" y="2628"/>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1</a:t>
                </a:r>
                <a:endParaRPr lang="en-US" altLang="zh-TW" sz="2400" dirty="0">
                  <a:latin typeface="Times New Roman" panose="02020603050405020304" pitchFamily="18" charset="0"/>
                  <a:ea typeface="PMingLiU" pitchFamily="18" charset="-120"/>
                </a:endParaRPr>
              </a:p>
            </p:txBody>
          </p:sp>
          <p:sp>
            <p:nvSpPr>
              <p:cNvPr id="72" name="Rectangle 65"/>
              <p:cNvSpPr/>
              <p:nvPr>
                <p:custDataLst>
                  <p:tags r:id="rId54"/>
                </p:custDataLst>
              </p:nvPr>
            </p:nvSpPr>
            <p:spPr>
              <a:xfrm>
                <a:off x="5472" y="2605"/>
                <a:ext cx="150" cy="288"/>
              </a:xfrm>
              <a:prstGeom prst="rect">
                <a:avLst/>
              </a:prstGeom>
              <a:noFill/>
              <a:ln w="9525">
                <a:noFill/>
              </a:ln>
            </p:spPr>
            <p:txBody>
              <a:bodyPr lIns="92075" tIns="46038" rIns="92075" bIns="46038">
                <a:spAutoFit/>
              </a:bodyPr>
              <a:p>
                <a:pPr>
                  <a:spcBef>
                    <a:spcPct val="0"/>
                  </a:spcBef>
                </a:pPr>
                <a:r>
                  <a:rPr lang="en-US" altLang="zh-TW" sz="2400" dirty="0">
                    <a:latin typeface="Times New Roman" panose="02020603050405020304" pitchFamily="18" charset="0"/>
                    <a:ea typeface="PMingLiU" pitchFamily="18" charset="-120"/>
                  </a:rPr>
                  <a:t>1</a:t>
                </a:r>
                <a:endParaRPr lang="en-US" altLang="zh-TW" sz="2400" dirty="0">
                  <a:latin typeface="Times New Roman" panose="02020603050405020304" pitchFamily="18" charset="0"/>
                  <a:ea typeface="PMingLiU" pitchFamily="18" charset="-120"/>
                </a:endParaRPr>
              </a:p>
            </p:txBody>
          </p:sp>
          <p:sp>
            <p:nvSpPr>
              <p:cNvPr id="73" name="Rectangle 66"/>
              <p:cNvSpPr/>
              <p:nvPr>
                <p:custDataLst>
                  <p:tags r:id="rId55"/>
                </p:custDataLst>
              </p:nvPr>
            </p:nvSpPr>
            <p:spPr>
              <a:xfrm>
                <a:off x="5034" y="2606"/>
                <a:ext cx="265" cy="288"/>
              </a:xfrm>
              <a:prstGeom prst="rect">
                <a:avLst/>
              </a:prstGeom>
              <a:noFill/>
              <a:ln w="9525">
                <a:noFill/>
              </a:ln>
            </p:spPr>
            <p:txBody>
              <a:bodyPr wrap="none" lIns="92075" tIns="46038" rIns="92075" bIns="46038">
                <a:spAutoFit/>
              </a:bodyPr>
              <a:p>
                <a:pPr>
                  <a:spcBef>
                    <a:spcPct val="0"/>
                  </a:spcBef>
                </a:pPr>
                <a:r>
                  <a:rPr lang="en-US" altLang="zh-TW" sz="2400" dirty="0">
                    <a:solidFill>
                      <a:schemeClr val="accent1"/>
                    </a:solidFill>
                    <a:latin typeface="Times New Roman" panose="02020603050405020304" pitchFamily="18" charset="0"/>
                    <a:ea typeface="PMingLiU" pitchFamily="18" charset="-120"/>
                  </a:rPr>
                  <a:t>G</a:t>
                </a:r>
                <a:endParaRPr lang="en-US" altLang="zh-TW" sz="2400" dirty="0">
                  <a:solidFill>
                    <a:schemeClr val="accent1"/>
                  </a:solidFill>
                  <a:latin typeface="Times New Roman" panose="02020603050405020304" pitchFamily="18" charset="0"/>
                  <a:ea typeface="PMingLiU" pitchFamily="18" charset="-120"/>
                </a:endParaRPr>
              </a:p>
            </p:txBody>
          </p:sp>
          <p:grpSp>
            <p:nvGrpSpPr>
              <p:cNvPr id="74" name="Group 67"/>
              <p:cNvGrpSpPr/>
              <p:nvPr/>
            </p:nvGrpSpPr>
            <p:grpSpPr>
              <a:xfrm>
                <a:off x="281" y="2631"/>
                <a:ext cx="1274" cy="274"/>
                <a:chOff x="318" y="2834"/>
                <a:chExt cx="1274" cy="274"/>
              </a:xfrm>
            </p:grpSpPr>
            <p:sp>
              <p:nvSpPr>
                <p:cNvPr id="75" name="Rectangle 68"/>
                <p:cNvSpPr/>
                <p:nvPr>
                  <p:custDataLst>
                    <p:tags r:id="rId56"/>
                  </p:custDataLst>
                </p:nvPr>
              </p:nvSpPr>
              <p:spPr>
                <a:xfrm>
                  <a:off x="318" y="2838"/>
                  <a:ext cx="1274" cy="270"/>
                </a:xfrm>
                <a:prstGeom prst="rect">
                  <a:avLst/>
                </a:prstGeom>
                <a:noFill/>
                <a:ln w="127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76" name="Line 69"/>
                <p:cNvSpPr/>
                <p:nvPr>
                  <p:custDataLst>
                    <p:tags r:id="rId57"/>
                  </p:custDataLst>
                </p:nvPr>
              </p:nvSpPr>
              <p:spPr>
                <a:xfrm>
                  <a:off x="554" y="2842"/>
                  <a:ext cx="0" cy="262"/>
                </a:xfrm>
                <a:prstGeom prst="line">
                  <a:avLst/>
                </a:prstGeom>
                <a:ln w="12700" cap="flat" cmpd="sng">
                  <a:solidFill>
                    <a:schemeClr val="tx1"/>
                  </a:solidFill>
                  <a:prstDash val="solid"/>
                  <a:headEnd type="none" w="sm" len="sm"/>
                  <a:tailEnd type="none" w="sm" len="sm"/>
                </a:ln>
              </p:spPr>
            </p:sp>
            <p:sp>
              <p:nvSpPr>
                <p:cNvPr id="77" name="Line 70"/>
                <p:cNvSpPr/>
                <p:nvPr>
                  <p:custDataLst>
                    <p:tags r:id="rId58"/>
                  </p:custDataLst>
                </p:nvPr>
              </p:nvSpPr>
              <p:spPr>
                <a:xfrm>
                  <a:off x="1364" y="2842"/>
                  <a:ext cx="0" cy="262"/>
                </a:xfrm>
                <a:prstGeom prst="line">
                  <a:avLst/>
                </a:prstGeom>
                <a:ln w="12700" cap="flat" cmpd="sng">
                  <a:solidFill>
                    <a:schemeClr val="tx1"/>
                  </a:solidFill>
                  <a:prstDash val="solid"/>
                  <a:headEnd type="none" w="sm" len="sm"/>
                  <a:tailEnd type="none" w="sm" len="sm"/>
                </a:ln>
              </p:spPr>
            </p:sp>
            <p:sp>
              <p:nvSpPr>
                <p:cNvPr id="78" name="Line 71"/>
                <p:cNvSpPr/>
                <p:nvPr>
                  <p:custDataLst>
                    <p:tags r:id="rId59"/>
                  </p:custDataLst>
                </p:nvPr>
              </p:nvSpPr>
              <p:spPr>
                <a:xfrm>
                  <a:off x="779" y="2834"/>
                  <a:ext cx="0" cy="270"/>
                </a:xfrm>
                <a:prstGeom prst="line">
                  <a:avLst/>
                </a:prstGeom>
                <a:ln w="12700" cap="flat" cmpd="sng">
                  <a:solidFill>
                    <a:schemeClr val="tx1"/>
                  </a:solidFill>
                  <a:prstDash val="solid"/>
                  <a:headEnd type="none" w="sm" len="sm"/>
                  <a:tailEnd type="none" w="sm" len="sm"/>
                </a:ln>
              </p:spPr>
            </p:sp>
            <p:sp>
              <p:nvSpPr>
                <p:cNvPr id="79" name="Line 72"/>
                <p:cNvSpPr/>
                <p:nvPr>
                  <p:custDataLst>
                    <p:tags r:id="rId60"/>
                  </p:custDataLst>
                </p:nvPr>
              </p:nvSpPr>
              <p:spPr>
                <a:xfrm>
                  <a:off x="1146" y="2834"/>
                  <a:ext cx="0" cy="263"/>
                </a:xfrm>
                <a:prstGeom prst="line">
                  <a:avLst/>
                </a:prstGeom>
                <a:ln w="12700" cap="flat" cmpd="sng">
                  <a:solidFill>
                    <a:schemeClr val="tx1"/>
                  </a:solidFill>
                  <a:prstDash val="solid"/>
                  <a:headEnd type="none" w="sm" len="sm"/>
                  <a:tailEnd type="none" w="sm" len="sm"/>
                </a:ln>
              </p:spPr>
            </p:sp>
          </p:grpSp>
          <p:sp>
            <p:nvSpPr>
              <p:cNvPr id="80" name="Rectangle 73"/>
              <p:cNvSpPr/>
              <p:nvPr>
                <p:custDataLst>
                  <p:tags r:id="rId61"/>
                </p:custDataLst>
              </p:nvPr>
            </p:nvSpPr>
            <p:spPr>
              <a:xfrm>
                <a:off x="302" y="2651"/>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0</a:t>
                </a:r>
                <a:endParaRPr lang="en-US" altLang="zh-TW" sz="2400" dirty="0">
                  <a:latin typeface="Times New Roman" panose="02020603050405020304" pitchFamily="18" charset="0"/>
                  <a:ea typeface="PMingLiU" pitchFamily="18" charset="-120"/>
                </a:endParaRPr>
              </a:p>
            </p:txBody>
          </p:sp>
          <p:sp>
            <p:nvSpPr>
              <p:cNvPr id="81" name="Rectangle 74"/>
              <p:cNvSpPr/>
              <p:nvPr>
                <p:custDataLst>
                  <p:tags r:id="rId62"/>
                </p:custDataLst>
              </p:nvPr>
            </p:nvSpPr>
            <p:spPr>
              <a:xfrm>
                <a:off x="1350" y="2657"/>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0</a:t>
                </a:r>
                <a:endParaRPr lang="en-US" altLang="zh-TW" sz="2400" dirty="0">
                  <a:latin typeface="Times New Roman" panose="02020603050405020304" pitchFamily="18" charset="0"/>
                  <a:ea typeface="PMingLiU" pitchFamily="18" charset="-120"/>
                </a:endParaRPr>
              </a:p>
            </p:txBody>
          </p:sp>
          <p:sp>
            <p:nvSpPr>
              <p:cNvPr id="82" name="Rectangle 75"/>
              <p:cNvSpPr/>
              <p:nvPr>
                <p:custDataLst>
                  <p:tags r:id="rId63"/>
                </p:custDataLst>
              </p:nvPr>
            </p:nvSpPr>
            <p:spPr>
              <a:xfrm>
                <a:off x="797" y="2629"/>
                <a:ext cx="255" cy="288"/>
              </a:xfrm>
              <a:prstGeom prst="rect">
                <a:avLst/>
              </a:prstGeom>
              <a:noFill/>
              <a:ln w="9525">
                <a:noFill/>
              </a:ln>
            </p:spPr>
            <p:txBody>
              <a:bodyPr wrap="none" lIns="92075" tIns="46038" rIns="92075" bIns="46038">
                <a:spAutoFit/>
              </a:bodyPr>
              <a:p>
                <a:pPr>
                  <a:spcBef>
                    <a:spcPct val="0"/>
                  </a:spcBef>
                </a:pPr>
                <a:r>
                  <a:rPr lang="en-US" altLang="zh-TW" sz="2400" dirty="0">
                    <a:solidFill>
                      <a:schemeClr val="accent1"/>
                    </a:solidFill>
                    <a:latin typeface="Times New Roman" panose="02020603050405020304" pitchFamily="18" charset="0"/>
                    <a:ea typeface="PMingLiU" pitchFamily="18" charset="-120"/>
                  </a:rPr>
                  <a:t>D</a:t>
                </a:r>
                <a:endParaRPr lang="en-US" altLang="zh-TW" sz="2400" dirty="0">
                  <a:solidFill>
                    <a:schemeClr val="accent1"/>
                  </a:solidFill>
                  <a:latin typeface="Times New Roman" panose="02020603050405020304" pitchFamily="18" charset="0"/>
                  <a:ea typeface="PMingLiU" pitchFamily="18" charset="-120"/>
                </a:endParaRPr>
              </a:p>
            </p:txBody>
          </p:sp>
          <p:grpSp>
            <p:nvGrpSpPr>
              <p:cNvPr id="83" name="Group 76"/>
              <p:cNvGrpSpPr/>
              <p:nvPr/>
            </p:nvGrpSpPr>
            <p:grpSpPr>
              <a:xfrm>
                <a:off x="1579" y="3207"/>
                <a:ext cx="1274" cy="274"/>
                <a:chOff x="1616" y="3410"/>
                <a:chExt cx="1274" cy="274"/>
              </a:xfrm>
            </p:grpSpPr>
            <p:sp>
              <p:nvSpPr>
                <p:cNvPr id="84" name="Rectangle 77"/>
                <p:cNvSpPr/>
                <p:nvPr>
                  <p:custDataLst>
                    <p:tags r:id="rId64"/>
                  </p:custDataLst>
                </p:nvPr>
              </p:nvSpPr>
              <p:spPr>
                <a:xfrm>
                  <a:off x="1616" y="3414"/>
                  <a:ext cx="1274" cy="270"/>
                </a:xfrm>
                <a:prstGeom prst="rect">
                  <a:avLst/>
                </a:prstGeom>
                <a:noFill/>
                <a:ln w="127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85" name="Line 78"/>
                <p:cNvSpPr/>
                <p:nvPr>
                  <p:custDataLst>
                    <p:tags r:id="rId65"/>
                  </p:custDataLst>
                </p:nvPr>
              </p:nvSpPr>
              <p:spPr>
                <a:xfrm>
                  <a:off x="1852" y="3418"/>
                  <a:ext cx="0" cy="262"/>
                </a:xfrm>
                <a:prstGeom prst="line">
                  <a:avLst/>
                </a:prstGeom>
                <a:ln w="12700" cap="flat" cmpd="sng">
                  <a:solidFill>
                    <a:schemeClr val="tx1"/>
                  </a:solidFill>
                  <a:prstDash val="solid"/>
                  <a:headEnd type="none" w="sm" len="sm"/>
                  <a:tailEnd type="none" w="sm" len="sm"/>
                </a:ln>
              </p:spPr>
            </p:sp>
            <p:sp>
              <p:nvSpPr>
                <p:cNvPr id="86" name="Line 79"/>
                <p:cNvSpPr/>
                <p:nvPr>
                  <p:custDataLst>
                    <p:tags r:id="rId66"/>
                  </p:custDataLst>
                </p:nvPr>
              </p:nvSpPr>
              <p:spPr>
                <a:xfrm>
                  <a:off x="2662" y="3418"/>
                  <a:ext cx="0" cy="262"/>
                </a:xfrm>
                <a:prstGeom prst="line">
                  <a:avLst/>
                </a:prstGeom>
                <a:ln w="12700" cap="flat" cmpd="sng">
                  <a:solidFill>
                    <a:schemeClr val="tx1"/>
                  </a:solidFill>
                  <a:prstDash val="solid"/>
                  <a:headEnd type="none" w="sm" len="sm"/>
                  <a:tailEnd type="none" w="sm" len="sm"/>
                </a:ln>
              </p:spPr>
            </p:sp>
            <p:sp>
              <p:nvSpPr>
                <p:cNvPr id="87" name="Line 80"/>
                <p:cNvSpPr/>
                <p:nvPr>
                  <p:custDataLst>
                    <p:tags r:id="rId67"/>
                  </p:custDataLst>
                </p:nvPr>
              </p:nvSpPr>
              <p:spPr>
                <a:xfrm>
                  <a:off x="2077" y="3410"/>
                  <a:ext cx="0" cy="270"/>
                </a:xfrm>
                <a:prstGeom prst="line">
                  <a:avLst/>
                </a:prstGeom>
                <a:ln w="12700" cap="flat" cmpd="sng">
                  <a:solidFill>
                    <a:schemeClr val="tx1"/>
                  </a:solidFill>
                  <a:prstDash val="solid"/>
                  <a:headEnd type="none" w="sm" len="sm"/>
                  <a:tailEnd type="none" w="sm" len="sm"/>
                </a:ln>
              </p:spPr>
            </p:sp>
            <p:sp>
              <p:nvSpPr>
                <p:cNvPr id="88" name="Line 81"/>
                <p:cNvSpPr/>
                <p:nvPr>
                  <p:custDataLst>
                    <p:tags r:id="rId68"/>
                  </p:custDataLst>
                </p:nvPr>
              </p:nvSpPr>
              <p:spPr>
                <a:xfrm>
                  <a:off x="2444" y="3410"/>
                  <a:ext cx="0" cy="263"/>
                </a:xfrm>
                <a:prstGeom prst="line">
                  <a:avLst/>
                </a:prstGeom>
                <a:ln w="12700" cap="flat" cmpd="sng">
                  <a:solidFill>
                    <a:schemeClr val="tx1"/>
                  </a:solidFill>
                  <a:prstDash val="solid"/>
                  <a:headEnd type="none" w="sm" len="sm"/>
                  <a:tailEnd type="none" w="sm" len="sm"/>
                </a:ln>
              </p:spPr>
            </p:sp>
          </p:grpSp>
          <p:sp>
            <p:nvSpPr>
              <p:cNvPr id="89" name="Rectangle 82"/>
              <p:cNvSpPr/>
              <p:nvPr>
                <p:custDataLst>
                  <p:tags r:id="rId69"/>
                </p:custDataLst>
              </p:nvPr>
            </p:nvSpPr>
            <p:spPr>
              <a:xfrm>
                <a:off x="1600" y="3227"/>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1</a:t>
                </a:r>
                <a:endParaRPr lang="en-US" altLang="zh-TW" sz="2400" dirty="0">
                  <a:latin typeface="Times New Roman" panose="02020603050405020304" pitchFamily="18" charset="0"/>
                  <a:ea typeface="PMingLiU" pitchFamily="18" charset="-120"/>
                </a:endParaRPr>
              </a:p>
            </p:txBody>
          </p:sp>
          <p:sp>
            <p:nvSpPr>
              <p:cNvPr id="90" name="Rectangle 83"/>
              <p:cNvSpPr/>
              <p:nvPr>
                <p:custDataLst>
                  <p:tags r:id="rId70"/>
                </p:custDataLst>
              </p:nvPr>
            </p:nvSpPr>
            <p:spPr>
              <a:xfrm>
                <a:off x="2648" y="3233"/>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1</a:t>
                </a:r>
                <a:endParaRPr lang="en-US" altLang="zh-TW" sz="2400" dirty="0">
                  <a:latin typeface="Times New Roman" panose="02020603050405020304" pitchFamily="18" charset="0"/>
                  <a:ea typeface="PMingLiU" pitchFamily="18" charset="-120"/>
                </a:endParaRPr>
              </a:p>
            </p:txBody>
          </p:sp>
          <p:sp>
            <p:nvSpPr>
              <p:cNvPr id="91" name="Rectangle 84"/>
              <p:cNvSpPr/>
              <p:nvPr>
                <p:custDataLst>
                  <p:tags r:id="rId71"/>
                </p:custDataLst>
              </p:nvPr>
            </p:nvSpPr>
            <p:spPr>
              <a:xfrm>
                <a:off x="2148" y="3205"/>
                <a:ext cx="191" cy="288"/>
              </a:xfrm>
              <a:prstGeom prst="rect">
                <a:avLst/>
              </a:prstGeom>
              <a:noFill/>
              <a:ln w="9525">
                <a:noFill/>
              </a:ln>
            </p:spPr>
            <p:txBody>
              <a:bodyPr wrap="none" lIns="92075" tIns="46038" rIns="92075" bIns="46038">
                <a:spAutoFit/>
              </a:bodyPr>
              <a:p>
                <a:pPr>
                  <a:spcBef>
                    <a:spcPct val="0"/>
                  </a:spcBef>
                </a:pPr>
                <a:r>
                  <a:rPr lang="en-US" altLang="zh-TW" sz="2400" dirty="0">
                    <a:solidFill>
                      <a:schemeClr val="accent1"/>
                    </a:solidFill>
                    <a:latin typeface="Times New Roman" panose="02020603050405020304" pitchFamily="18" charset="0"/>
                    <a:ea typeface="PMingLiU" pitchFamily="18" charset="-120"/>
                  </a:rPr>
                  <a:t>I</a:t>
                </a:r>
                <a:endParaRPr lang="en-US" altLang="zh-TW" sz="2400" dirty="0">
                  <a:solidFill>
                    <a:schemeClr val="accent1"/>
                  </a:solidFill>
                  <a:latin typeface="Times New Roman" panose="02020603050405020304" pitchFamily="18" charset="0"/>
                  <a:ea typeface="PMingLiU" pitchFamily="18" charset="-120"/>
                </a:endParaRPr>
              </a:p>
            </p:txBody>
          </p:sp>
          <p:grpSp>
            <p:nvGrpSpPr>
              <p:cNvPr id="92" name="Group 85"/>
              <p:cNvGrpSpPr/>
              <p:nvPr/>
            </p:nvGrpSpPr>
            <p:grpSpPr>
              <a:xfrm>
                <a:off x="249" y="3208"/>
                <a:ext cx="1111" cy="274"/>
                <a:chOff x="78" y="3411"/>
                <a:chExt cx="1274" cy="274"/>
              </a:xfrm>
            </p:grpSpPr>
            <p:sp>
              <p:nvSpPr>
                <p:cNvPr id="93" name="Rectangle 86"/>
                <p:cNvSpPr/>
                <p:nvPr>
                  <p:custDataLst>
                    <p:tags r:id="rId72"/>
                  </p:custDataLst>
                </p:nvPr>
              </p:nvSpPr>
              <p:spPr>
                <a:xfrm>
                  <a:off x="78" y="3415"/>
                  <a:ext cx="1274" cy="270"/>
                </a:xfrm>
                <a:prstGeom prst="rect">
                  <a:avLst/>
                </a:prstGeom>
                <a:noFill/>
                <a:ln w="12700" cap="flat" cmpd="sng">
                  <a:solidFill>
                    <a:schemeClr val="tx1"/>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94" name="Line 87"/>
                <p:cNvSpPr/>
                <p:nvPr>
                  <p:custDataLst>
                    <p:tags r:id="rId73"/>
                  </p:custDataLst>
                </p:nvPr>
              </p:nvSpPr>
              <p:spPr>
                <a:xfrm>
                  <a:off x="314" y="3419"/>
                  <a:ext cx="0" cy="262"/>
                </a:xfrm>
                <a:prstGeom prst="line">
                  <a:avLst/>
                </a:prstGeom>
                <a:ln w="12700" cap="flat" cmpd="sng">
                  <a:solidFill>
                    <a:schemeClr val="tx1"/>
                  </a:solidFill>
                  <a:prstDash val="solid"/>
                  <a:headEnd type="none" w="sm" len="sm"/>
                  <a:tailEnd type="none" w="sm" len="sm"/>
                </a:ln>
              </p:spPr>
            </p:sp>
            <p:sp>
              <p:nvSpPr>
                <p:cNvPr id="95" name="Line 88"/>
                <p:cNvSpPr/>
                <p:nvPr>
                  <p:custDataLst>
                    <p:tags r:id="rId74"/>
                  </p:custDataLst>
                </p:nvPr>
              </p:nvSpPr>
              <p:spPr>
                <a:xfrm>
                  <a:off x="1124" y="3419"/>
                  <a:ext cx="0" cy="262"/>
                </a:xfrm>
                <a:prstGeom prst="line">
                  <a:avLst/>
                </a:prstGeom>
                <a:ln w="12700" cap="flat" cmpd="sng">
                  <a:solidFill>
                    <a:schemeClr val="tx1"/>
                  </a:solidFill>
                  <a:prstDash val="solid"/>
                  <a:headEnd type="none" w="sm" len="sm"/>
                  <a:tailEnd type="none" w="sm" len="sm"/>
                </a:ln>
              </p:spPr>
            </p:sp>
            <p:sp>
              <p:nvSpPr>
                <p:cNvPr id="96" name="Line 89"/>
                <p:cNvSpPr/>
                <p:nvPr>
                  <p:custDataLst>
                    <p:tags r:id="rId75"/>
                  </p:custDataLst>
                </p:nvPr>
              </p:nvSpPr>
              <p:spPr>
                <a:xfrm>
                  <a:off x="539" y="3411"/>
                  <a:ext cx="0" cy="270"/>
                </a:xfrm>
                <a:prstGeom prst="line">
                  <a:avLst/>
                </a:prstGeom>
                <a:ln w="12700" cap="flat" cmpd="sng">
                  <a:solidFill>
                    <a:schemeClr val="tx1"/>
                  </a:solidFill>
                  <a:prstDash val="solid"/>
                  <a:headEnd type="none" w="sm" len="sm"/>
                  <a:tailEnd type="none" w="sm" len="sm"/>
                </a:ln>
              </p:spPr>
            </p:sp>
            <p:sp>
              <p:nvSpPr>
                <p:cNvPr id="97" name="Line 90"/>
                <p:cNvSpPr/>
                <p:nvPr>
                  <p:custDataLst>
                    <p:tags r:id="rId76"/>
                  </p:custDataLst>
                </p:nvPr>
              </p:nvSpPr>
              <p:spPr>
                <a:xfrm>
                  <a:off x="906" y="3411"/>
                  <a:ext cx="0" cy="263"/>
                </a:xfrm>
                <a:prstGeom prst="line">
                  <a:avLst/>
                </a:prstGeom>
                <a:ln w="12700" cap="flat" cmpd="sng">
                  <a:solidFill>
                    <a:schemeClr val="tx1"/>
                  </a:solidFill>
                  <a:prstDash val="solid"/>
                  <a:headEnd type="none" w="sm" len="sm"/>
                  <a:tailEnd type="none" w="sm" len="sm"/>
                </a:ln>
              </p:spPr>
            </p:sp>
          </p:grpSp>
          <p:sp>
            <p:nvSpPr>
              <p:cNvPr id="98" name="Rectangle 91"/>
              <p:cNvSpPr/>
              <p:nvPr>
                <p:custDataLst>
                  <p:tags r:id="rId77"/>
                </p:custDataLst>
              </p:nvPr>
            </p:nvSpPr>
            <p:spPr>
              <a:xfrm>
                <a:off x="263" y="3199"/>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1</a:t>
                </a:r>
                <a:endParaRPr lang="en-US" altLang="zh-TW" sz="2400" dirty="0">
                  <a:latin typeface="Times New Roman" panose="02020603050405020304" pitchFamily="18" charset="0"/>
                  <a:ea typeface="PMingLiU" pitchFamily="18" charset="-120"/>
                </a:endParaRPr>
              </a:p>
            </p:txBody>
          </p:sp>
          <p:sp>
            <p:nvSpPr>
              <p:cNvPr id="99" name="Rectangle 92"/>
              <p:cNvSpPr/>
              <p:nvPr>
                <p:custDataLst>
                  <p:tags r:id="rId78"/>
                </p:custDataLst>
              </p:nvPr>
            </p:nvSpPr>
            <p:spPr>
              <a:xfrm>
                <a:off x="1176" y="3194"/>
                <a:ext cx="212"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1</a:t>
                </a:r>
                <a:endParaRPr lang="en-US" altLang="zh-TW" sz="2400" dirty="0">
                  <a:latin typeface="Times New Roman" panose="02020603050405020304" pitchFamily="18" charset="0"/>
                  <a:ea typeface="PMingLiU" pitchFamily="18" charset="-120"/>
                </a:endParaRPr>
              </a:p>
            </p:txBody>
          </p:sp>
          <p:sp>
            <p:nvSpPr>
              <p:cNvPr id="100" name="Rectangle 93"/>
              <p:cNvSpPr/>
              <p:nvPr>
                <p:custDataLst>
                  <p:tags r:id="rId79"/>
                </p:custDataLst>
              </p:nvPr>
            </p:nvSpPr>
            <p:spPr>
              <a:xfrm>
                <a:off x="672" y="3187"/>
                <a:ext cx="265" cy="288"/>
              </a:xfrm>
              <a:prstGeom prst="rect">
                <a:avLst/>
              </a:prstGeom>
              <a:noFill/>
              <a:ln w="9525">
                <a:noFill/>
              </a:ln>
            </p:spPr>
            <p:txBody>
              <a:bodyPr wrap="none" lIns="92075" tIns="46038" rIns="92075" bIns="46038">
                <a:spAutoFit/>
              </a:bodyPr>
              <a:p>
                <a:pPr>
                  <a:spcBef>
                    <a:spcPct val="0"/>
                  </a:spcBef>
                </a:pPr>
                <a:r>
                  <a:rPr lang="en-US" altLang="zh-TW" sz="2400" dirty="0">
                    <a:solidFill>
                      <a:schemeClr val="accent1"/>
                    </a:solidFill>
                    <a:latin typeface="Times New Roman" panose="02020603050405020304" pitchFamily="18" charset="0"/>
                    <a:ea typeface="PMingLiU" pitchFamily="18" charset="-120"/>
                  </a:rPr>
                  <a:t>H</a:t>
                </a:r>
                <a:endParaRPr lang="en-US" altLang="zh-TW" sz="2400" dirty="0">
                  <a:solidFill>
                    <a:schemeClr val="accent1"/>
                  </a:solidFill>
                  <a:latin typeface="Times New Roman" panose="02020603050405020304" pitchFamily="18" charset="0"/>
                  <a:ea typeface="PMingLiU" pitchFamily="18" charset="-120"/>
                </a:endParaRPr>
              </a:p>
            </p:txBody>
          </p:sp>
          <p:sp>
            <p:nvSpPr>
              <p:cNvPr id="101" name="Line 94"/>
              <p:cNvSpPr/>
              <p:nvPr>
                <p:custDataLst>
                  <p:tags r:id="rId80"/>
                </p:custDataLst>
              </p:nvPr>
            </p:nvSpPr>
            <p:spPr>
              <a:xfrm flipH="1">
                <a:off x="2041" y="1747"/>
                <a:ext cx="787" cy="338"/>
              </a:xfrm>
              <a:prstGeom prst="line">
                <a:avLst/>
              </a:prstGeom>
              <a:ln w="12700" cap="flat" cmpd="sng">
                <a:solidFill>
                  <a:schemeClr val="tx1"/>
                </a:solidFill>
                <a:prstDash val="solid"/>
                <a:headEnd type="none" w="sm" len="sm"/>
                <a:tailEnd type="stealth" w="med" len="lg"/>
              </a:ln>
            </p:spPr>
          </p:sp>
          <p:sp>
            <p:nvSpPr>
              <p:cNvPr id="102" name="Line 95"/>
              <p:cNvSpPr/>
              <p:nvPr>
                <p:custDataLst>
                  <p:tags r:id="rId81"/>
                </p:custDataLst>
              </p:nvPr>
            </p:nvSpPr>
            <p:spPr>
              <a:xfrm>
                <a:off x="3435" y="1754"/>
                <a:ext cx="833" cy="323"/>
              </a:xfrm>
              <a:prstGeom prst="line">
                <a:avLst/>
              </a:prstGeom>
              <a:ln w="12700" cap="flat" cmpd="sng">
                <a:solidFill>
                  <a:schemeClr val="tx1"/>
                </a:solidFill>
                <a:prstDash val="solid"/>
                <a:headEnd type="none" w="sm" len="sm"/>
                <a:tailEnd type="stealth" w="med" len="lg"/>
              </a:ln>
            </p:spPr>
          </p:sp>
          <p:sp>
            <p:nvSpPr>
              <p:cNvPr id="103" name="Line 96"/>
              <p:cNvSpPr/>
              <p:nvPr>
                <p:custDataLst>
                  <p:tags r:id="rId82"/>
                </p:custDataLst>
              </p:nvPr>
            </p:nvSpPr>
            <p:spPr>
              <a:xfrm flipH="1">
                <a:off x="953" y="2272"/>
                <a:ext cx="405" cy="338"/>
              </a:xfrm>
              <a:prstGeom prst="line">
                <a:avLst/>
              </a:prstGeom>
              <a:ln w="12700" cap="flat" cmpd="sng">
                <a:solidFill>
                  <a:schemeClr val="tx1"/>
                </a:solidFill>
                <a:prstDash val="solid"/>
                <a:headEnd type="none" w="sm" len="sm"/>
                <a:tailEnd type="stealth" w="med" len="lg"/>
              </a:ln>
            </p:spPr>
          </p:sp>
          <p:sp>
            <p:nvSpPr>
              <p:cNvPr id="104" name="Line 97"/>
              <p:cNvSpPr/>
              <p:nvPr>
                <p:custDataLst>
                  <p:tags r:id="rId83"/>
                </p:custDataLst>
              </p:nvPr>
            </p:nvSpPr>
            <p:spPr>
              <a:xfrm>
                <a:off x="1951" y="2272"/>
                <a:ext cx="390" cy="345"/>
              </a:xfrm>
              <a:prstGeom prst="line">
                <a:avLst/>
              </a:prstGeom>
              <a:ln w="12700" cap="flat" cmpd="sng">
                <a:solidFill>
                  <a:schemeClr val="tx1"/>
                </a:solidFill>
                <a:prstDash val="solid"/>
                <a:headEnd type="none" w="sm" len="sm"/>
                <a:tailEnd type="stealth" w="med" len="lg"/>
              </a:ln>
            </p:spPr>
          </p:sp>
          <p:sp>
            <p:nvSpPr>
              <p:cNvPr id="105" name="Line 98"/>
              <p:cNvSpPr/>
              <p:nvPr>
                <p:custDataLst>
                  <p:tags r:id="rId84"/>
                </p:custDataLst>
              </p:nvPr>
            </p:nvSpPr>
            <p:spPr>
              <a:xfrm flipH="1">
                <a:off x="3870" y="2265"/>
                <a:ext cx="398" cy="337"/>
              </a:xfrm>
              <a:prstGeom prst="line">
                <a:avLst/>
              </a:prstGeom>
              <a:ln w="12700" cap="flat" cmpd="sng">
                <a:solidFill>
                  <a:schemeClr val="tx1"/>
                </a:solidFill>
                <a:prstDash val="solid"/>
                <a:headEnd type="none" w="sm" len="sm"/>
                <a:tailEnd type="stealth" w="med" len="lg"/>
              </a:ln>
            </p:spPr>
          </p:sp>
          <p:sp>
            <p:nvSpPr>
              <p:cNvPr id="106" name="Line 99"/>
              <p:cNvSpPr/>
              <p:nvPr>
                <p:custDataLst>
                  <p:tags r:id="rId85"/>
                </p:custDataLst>
              </p:nvPr>
            </p:nvSpPr>
            <p:spPr>
              <a:xfrm>
                <a:off x="4860" y="2280"/>
                <a:ext cx="413" cy="315"/>
              </a:xfrm>
              <a:prstGeom prst="line">
                <a:avLst/>
              </a:prstGeom>
              <a:ln w="12700" cap="flat" cmpd="sng">
                <a:solidFill>
                  <a:schemeClr val="tx1"/>
                </a:solidFill>
                <a:prstDash val="solid"/>
                <a:headEnd type="none" w="sm" len="sm"/>
                <a:tailEnd type="stealth" w="med" len="lg"/>
              </a:ln>
            </p:spPr>
          </p:sp>
          <p:sp>
            <p:nvSpPr>
              <p:cNvPr id="107" name="Line 100"/>
              <p:cNvSpPr/>
              <p:nvPr>
                <p:custDataLst>
                  <p:tags r:id="rId86"/>
                </p:custDataLst>
              </p:nvPr>
            </p:nvSpPr>
            <p:spPr>
              <a:xfrm flipH="1">
                <a:off x="524" y="2820"/>
                <a:ext cx="114" cy="408"/>
              </a:xfrm>
              <a:prstGeom prst="line">
                <a:avLst/>
              </a:prstGeom>
              <a:ln w="12700" cap="flat" cmpd="sng">
                <a:solidFill>
                  <a:schemeClr val="tx1"/>
                </a:solidFill>
                <a:prstDash val="solid"/>
                <a:headEnd type="none" w="sm" len="sm"/>
                <a:tailEnd type="stealth" w="med" len="lg"/>
              </a:ln>
            </p:spPr>
          </p:sp>
          <p:sp>
            <p:nvSpPr>
              <p:cNvPr id="108" name="Line 101"/>
              <p:cNvSpPr/>
              <p:nvPr>
                <p:custDataLst>
                  <p:tags r:id="rId87"/>
                </p:custDataLst>
              </p:nvPr>
            </p:nvSpPr>
            <p:spPr>
              <a:xfrm>
                <a:off x="1231" y="2812"/>
                <a:ext cx="652" cy="375"/>
              </a:xfrm>
              <a:prstGeom prst="line">
                <a:avLst/>
              </a:prstGeom>
              <a:ln w="12700" cap="flat" cmpd="sng">
                <a:solidFill>
                  <a:schemeClr val="tx1"/>
                </a:solidFill>
                <a:prstDash val="solid"/>
                <a:headEnd type="none" w="sm" len="sm"/>
                <a:tailEnd type="stealth" w="med" len="lg"/>
              </a:ln>
            </p:spPr>
          </p:sp>
        </p:grpSp>
        <p:grpSp>
          <p:nvGrpSpPr>
            <p:cNvPr id="109" name="Group 102"/>
            <p:cNvGrpSpPr/>
            <p:nvPr/>
          </p:nvGrpSpPr>
          <p:grpSpPr>
            <a:xfrm>
              <a:off x="2850" y="5358"/>
              <a:ext cx="9830" cy="4202"/>
              <a:chOff x="1006" y="1919"/>
              <a:chExt cx="3932" cy="1681"/>
            </a:xfrm>
          </p:grpSpPr>
          <p:sp>
            <p:nvSpPr>
              <p:cNvPr id="110" name="Line 103"/>
              <p:cNvSpPr/>
              <p:nvPr>
                <p:custDataLst>
                  <p:tags r:id="rId88"/>
                </p:custDataLst>
              </p:nvPr>
            </p:nvSpPr>
            <p:spPr>
              <a:xfrm>
                <a:off x="1079" y="3356"/>
                <a:ext cx="0" cy="240"/>
              </a:xfrm>
              <a:prstGeom prst="line">
                <a:avLst/>
              </a:prstGeom>
              <a:ln w="25400" cap="flat" cmpd="sng">
                <a:solidFill>
                  <a:schemeClr val="tx2"/>
                </a:solidFill>
                <a:prstDash val="sysDot"/>
                <a:headEnd type="none" w="sm" len="sm"/>
                <a:tailEnd type="none" w="sm" len="sm"/>
              </a:ln>
            </p:spPr>
          </p:sp>
          <p:sp>
            <p:nvSpPr>
              <p:cNvPr id="111" name="Line 104"/>
              <p:cNvSpPr/>
              <p:nvPr>
                <p:custDataLst>
                  <p:tags r:id="rId89"/>
                </p:custDataLst>
              </p:nvPr>
            </p:nvSpPr>
            <p:spPr>
              <a:xfrm>
                <a:off x="1089" y="3599"/>
                <a:ext cx="303" cy="1"/>
              </a:xfrm>
              <a:prstGeom prst="line">
                <a:avLst/>
              </a:prstGeom>
              <a:ln w="25400" cap="flat" cmpd="sng">
                <a:solidFill>
                  <a:schemeClr val="tx2"/>
                </a:solidFill>
                <a:prstDash val="sysDot"/>
                <a:headEnd type="none" w="sm" len="sm"/>
                <a:tailEnd type="none" w="sm" len="sm"/>
              </a:ln>
            </p:spPr>
          </p:sp>
          <p:sp>
            <p:nvSpPr>
              <p:cNvPr id="112" name="Line 105"/>
              <p:cNvSpPr/>
              <p:nvPr>
                <p:custDataLst>
                  <p:tags r:id="rId90"/>
                </p:custDataLst>
              </p:nvPr>
            </p:nvSpPr>
            <p:spPr>
              <a:xfrm flipH="1" flipV="1">
                <a:off x="1388" y="3157"/>
                <a:ext cx="1" cy="422"/>
              </a:xfrm>
              <a:prstGeom prst="line">
                <a:avLst/>
              </a:prstGeom>
              <a:ln w="25400" cap="flat" cmpd="sng">
                <a:solidFill>
                  <a:schemeClr val="tx2"/>
                </a:solidFill>
                <a:prstDash val="sysDot"/>
                <a:headEnd type="none" w="sm" len="sm"/>
                <a:tailEnd type="none" w="sm" len="sm"/>
              </a:ln>
            </p:spPr>
          </p:sp>
          <p:sp>
            <p:nvSpPr>
              <p:cNvPr id="113" name="Line 106"/>
              <p:cNvSpPr/>
              <p:nvPr>
                <p:custDataLst>
                  <p:tags r:id="rId91"/>
                </p:custDataLst>
              </p:nvPr>
            </p:nvSpPr>
            <p:spPr>
              <a:xfrm>
                <a:off x="1006" y="2940"/>
                <a:ext cx="382" cy="217"/>
              </a:xfrm>
              <a:prstGeom prst="line">
                <a:avLst/>
              </a:prstGeom>
              <a:ln w="25400" cap="flat" cmpd="sng">
                <a:solidFill>
                  <a:schemeClr val="tx2"/>
                </a:solidFill>
                <a:prstDash val="sysDot"/>
                <a:headEnd type="stealth" w="med" len="lg"/>
                <a:tailEnd type="none" w="sm" len="sm"/>
              </a:ln>
            </p:spPr>
          </p:sp>
          <p:sp>
            <p:nvSpPr>
              <p:cNvPr id="114" name="Line 107"/>
              <p:cNvSpPr/>
              <p:nvPr>
                <p:custDataLst>
                  <p:tags r:id="rId92"/>
                </p:custDataLst>
              </p:nvPr>
            </p:nvSpPr>
            <p:spPr>
              <a:xfrm>
                <a:off x="1936" y="3375"/>
                <a:ext cx="0" cy="210"/>
              </a:xfrm>
              <a:prstGeom prst="line">
                <a:avLst/>
              </a:prstGeom>
              <a:ln w="25400" cap="flat" cmpd="sng">
                <a:solidFill>
                  <a:schemeClr val="tx2"/>
                </a:solidFill>
                <a:prstDash val="sysDot"/>
                <a:headEnd type="none" w="sm" len="sm"/>
                <a:tailEnd type="none" w="sm" len="sm"/>
              </a:ln>
            </p:spPr>
          </p:sp>
          <p:sp>
            <p:nvSpPr>
              <p:cNvPr id="115" name="Line 108"/>
              <p:cNvSpPr/>
              <p:nvPr>
                <p:custDataLst>
                  <p:tags r:id="rId93"/>
                </p:custDataLst>
              </p:nvPr>
            </p:nvSpPr>
            <p:spPr>
              <a:xfrm>
                <a:off x="1463" y="3592"/>
                <a:ext cx="466" cy="0"/>
              </a:xfrm>
              <a:prstGeom prst="line">
                <a:avLst/>
              </a:prstGeom>
              <a:ln w="25400" cap="flat" cmpd="sng">
                <a:solidFill>
                  <a:schemeClr val="tx2"/>
                </a:solidFill>
                <a:prstDash val="sysDot"/>
                <a:headEnd type="none" w="sm" len="sm"/>
                <a:tailEnd type="none" w="sm" len="sm"/>
              </a:ln>
            </p:spPr>
          </p:sp>
          <p:sp>
            <p:nvSpPr>
              <p:cNvPr id="116" name="Line 109"/>
              <p:cNvSpPr/>
              <p:nvPr>
                <p:custDataLst>
                  <p:tags r:id="rId94"/>
                </p:custDataLst>
              </p:nvPr>
            </p:nvSpPr>
            <p:spPr>
              <a:xfrm>
                <a:off x="1463" y="2977"/>
                <a:ext cx="0" cy="615"/>
              </a:xfrm>
              <a:prstGeom prst="line">
                <a:avLst/>
              </a:prstGeom>
              <a:ln w="25400" cap="flat" cmpd="sng">
                <a:solidFill>
                  <a:schemeClr val="tx2"/>
                </a:solidFill>
                <a:prstDash val="sysDot"/>
                <a:headEnd type="stealth" w="med" len="lg"/>
                <a:tailEnd type="none" w="sm" len="sm"/>
              </a:ln>
            </p:spPr>
          </p:sp>
          <p:sp>
            <p:nvSpPr>
              <p:cNvPr id="117" name="Line 110"/>
              <p:cNvSpPr/>
              <p:nvPr>
                <p:custDataLst>
                  <p:tags r:id="rId95"/>
                </p:custDataLst>
              </p:nvPr>
            </p:nvSpPr>
            <p:spPr>
              <a:xfrm>
                <a:off x="1590" y="2430"/>
                <a:ext cx="1" cy="675"/>
              </a:xfrm>
              <a:prstGeom prst="line">
                <a:avLst/>
              </a:prstGeom>
              <a:ln w="25400" cap="flat" cmpd="sng">
                <a:solidFill>
                  <a:schemeClr val="tx2"/>
                </a:solidFill>
                <a:prstDash val="sysDot"/>
                <a:headEnd type="stealth" w="med" len="lg"/>
                <a:tailEnd type="none" w="sm" len="sm"/>
              </a:ln>
            </p:spPr>
          </p:sp>
          <p:sp>
            <p:nvSpPr>
              <p:cNvPr id="118" name="Line 111"/>
              <p:cNvSpPr/>
              <p:nvPr>
                <p:custDataLst>
                  <p:tags r:id="rId96"/>
                </p:custDataLst>
              </p:nvPr>
            </p:nvSpPr>
            <p:spPr>
              <a:xfrm>
                <a:off x="1591" y="3097"/>
                <a:ext cx="1372" cy="0"/>
              </a:xfrm>
              <a:prstGeom prst="line">
                <a:avLst/>
              </a:prstGeom>
              <a:ln w="25400" cap="flat" cmpd="sng">
                <a:solidFill>
                  <a:schemeClr val="tx2"/>
                </a:solidFill>
                <a:prstDash val="sysDot"/>
                <a:headEnd type="none" w="sm" len="sm"/>
                <a:tailEnd type="none" w="sm" len="sm"/>
              </a:ln>
            </p:spPr>
          </p:sp>
          <p:sp>
            <p:nvSpPr>
              <p:cNvPr id="119" name="Line 112"/>
              <p:cNvSpPr/>
              <p:nvPr>
                <p:custDataLst>
                  <p:tags r:id="rId97"/>
                </p:custDataLst>
              </p:nvPr>
            </p:nvSpPr>
            <p:spPr>
              <a:xfrm>
                <a:off x="2963" y="3105"/>
                <a:ext cx="0" cy="495"/>
              </a:xfrm>
              <a:prstGeom prst="line">
                <a:avLst/>
              </a:prstGeom>
              <a:ln w="25400" cap="flat" cmpd="sng">
                <a:solidFill>
                  <a:schemeClr val="tx2"/>
                </a:solidFill>
                <a:prstDash val="sysDot"/>
                <a:headEnd type="none" w="sm" len="sm"/>
                <a:tailEnd type="none" w="sm" len="sm"/>
              </a:ln>
            </p:spPr>
          </p:sp>
          <p:sp>
            <p:nvSpPr>
              <p:cNvPr id="120" name="Line 113"/>
              <p:cNvSpPr/>
              <p:nvPr>
                <p:custDataLst>
                  <p:tags r:id="rId98"/>
                </p:custDataLst>
              </p:nvPr>
            </p:nvSpPr>
            <p:spPr>
              <a:xfrm>
                <a:off x="2513" y="3600"/>
                <a:ext cx="443" cy="0"/>
              </a:xfrm>
              <a:prstGeom prst="line">
                <a:avLst/>
              </a:prstGeom>
              <a:ln w="25400" cap="flat" cmpd="sng">
                <a:solidFill>
                  <a:schemeClr val="tx2"/>
                </a:solidFill>
                <a:prstDash val="sysDot"/>
                <a:headEnd type="none" w="sm" len="sm"/>
                <a:tailEnd type="none" w="sm" len="sm"/>
              </a:ln>
            </p:spPr>
          </p:sp>
          <p:sp>
            <p:nvSpPr>
              <p:cNvPr id="121" name="Line 114"/>
              <p:cNvSpPr/>
              <p:nvPr>
                <p:custDataLst>
                  <p:tags r:id="rId99"/>
                </p:custDataLst>
              </p:nvPr>
            </p:nvSpPr>
            <p:spPr>
              <a:xfrm>
                <a:off x="2513" y="3375"/>
                <a:ext cx="0" cy="210"/>
              </a:xfrm>
              <a:prstGeom prst="line">
                <a:avLst/>
              </a:prstGeom>
              <a:ln w="25400" cap="flat" cmpd="sng">
                <a:solidFill>
                  <a:schemeClr val="tx2"/>
                </a:solidFill>
                <a:prstDash val="sysDot"/>
                <a:headEnd type="none" w="sm" len="sm"/>
                <a:tailEnd type="none" w="sm" len="sm"/>
              </a:ln>
            </p:spPr>
          </p:sp>
          <p:sp>
            <p:nvSpPr>
              <p:cNvPr id="122" name="Line 115"/>
              <p:cNvSpPr/>
              <p:nvPr>
                <p:custDataLst>
                  <p:tags r:id="rId100"/>
                </p:custDataLst>
              </p:nvPr>
            </p:nvSpPr>
            <p:spPr>
              <a:xfrm>
                <a:off x="2063" y="2797"/>
                <a:ext cx="8" cy="218"/>
              </a:xfrm>
              <a:prstGeom prst="line">
                <a:avLst/>
              </a:prstGeom>
              <a:ln w="25400" cap="flat" cmpd="sng">
                <a:solidFill>
                  <a:schemeClr val="tx2"/>
                </a:solidFill>
                <a:prstDash val="sysDot"/>
                <a:headEnd type="none" w="sm" len="sm"/>
                <a:tailEnd type="none" w="sm" len="sm"/>
              </a:ln>
            </p:spPr>
          </p:sp>
          <p:sp>
            <p:nvSpPr>
              <p:cNvPr id="123" name="Line 116"/>
              <p:cNvSpPr/>
              <p:nvPr>
                <p:custDataLst>
                  <p:tags r:id="rId101"/>
                </p:custDataLst>
              </p:nvPr>
            </p:nvSpPr>
            <p:spPr>
              <a:xfrm>
                <a:off x="1666" y="3022"/>
                <a:ext cx="390" cy="0"/>
              </a:xfrm>
              <a:prstGeom prst="line">
                <a:avLst/>
              </a:prstGeom>
              <a:ln w="25400" cap="flat" cmpd="sng">
                <a:solidFill>
                  <a:schemeClr val="tx2"/>
                </a:solidFill>
                <a:prstDash val="sysDot"/>
                <a:headEnd type="none" w="sm" len="sm"/>
                <a:tailEnd type="none" w="sm" len="sm"/>
              </a:ln>
            </p:spPr>
          </p:sp>
          <p:sp>
            <p:nvSpPr>
              <p:cNvPr id="124" name="Line 117"/>
              <p:cNvSpPr/>
              <p:nvPr>
                <p:custDataLst>
                  <p:tags r:id="rId102"/>
                </p:custDataLst>
              </p:nvPr>
            </p:nvSpPr>
            <p:spPr>
              <a:xfrm>
                <a:off x="1666" y="2430"/>
                <a:ext cx="0" cy="592"/>
              </a:xfrm>
              <a:prstGeom prst="line">
                <a:avLst/>
              </a:prstGeom>
              <a:ln w="25400" cap="flat" cmpd="sng">
                <a:solidFill>
                  <a:schemeClr val="tx2"/>
                </a:solidFill>
                <a:prstDash val="sysDot"/>
                <a:headEnd type="stealth" w="med" len="lg"/>
                <a:tailEnd type="none" w="sm" len="sm"/>
              </a:ln>
            </p:spPr>
          </p:sp>
          <p:sp>
            <p:nvSpPr>
              <p:cNvPr id="125" name="Line 118"/>
              <p:cNvSpPr/>
              <p:nvPr>
                <p:custDataLst>
                  <p:tags r:id="rId103"/>
                </p:custDataLst>
              </p:nvPr>
            </p:nvSpPr>
            <p:spPr>
              <a:xfrm>
                <a:off x="3523" y="2765"/>
                <a:ext cx="8" cy="218"/>
              </a:xfrm>
              <a:prstGeom prst="line">
                <a:avLst/>
              </a:prstGeom>
              <a:ln w="25400" cap="flat" cmpd="sng">
                <a:solidFill>
                  <a:schemeClr val="tx2"/>
                </a:solidFill>
                <a:prstDash val="sysDot"/>
                <a:headEnd type="none" w="sm" len="sm"/>
                <a:tailEnd type="none" w="sm" len="sm"/>
              </a:ln>
            </p:spPr>
          </p:sp>
          <p:sp>
            <p:nvSpPr>
              <p:cNvPr id="126" name="Line 119"/>
              <p:cNvSpPr/>
              <p:nvPr>
                <p:custDataLst>
                  <p:tags r:id="rId104"/>
                </p:custDataLst>
              </p:nvPr>
            </p:nvSpPr>
            <p:spPr>
              <a:xfrm>
                <a:off x="3126" y="2990"/>
                <a:ext cx="390" cy="0"/>
              </a:xfrm>
              <a:prstGeom prst="line">
                <a:avLst/>
              </a:prstGeom>
              <a:ln w="25400" cap="flat" cmpd="sng">
                <a:solidFill>
                  <a:schemeClr val="tx2"/>
                </a:solidFill>
                <a:prstDash val="sysDot"/>
                <a:headEnd type="none" w="sm" len="sm"/>
                <a:tailEnd type="none" w="sm" len="sm"/>
              </a:ln>
            </p:spPr>
          </p:sp>
          <p:sp>
            <p:nvSpPr>
              <p:cNvPr id="127" name="Line 120"/>
              <p:cNvSpPr/>
              <p:nvPr>
                <p:custDataLst>
                  <p:tags r:id="rId105"/>
                </p:custDataLst>
              </p:nvPr>
            </p:nvSpPr>
            <p:spPr>
              <a:xfrm flipH="1">
                <a:off x="3126" y="1919"/>
                <a:ext cx="3" cy="1071"/>
              </a:xfrm>
              <a:prstGeom prst="line">
                <a:avLst/>
              </a:prstGeom>
              <a:ln w="25400" cap="flat" cmpd="sng">
                <a:solidFill>
                  <a:schemeClr val="tx2"/>
                </a:solidFill>
                <a:prstDash val="sysDot"/>
                <a:headEnd type="stealth" w="med" len="lg"/>
                <a:tailEnd type="none" w="sm" len="sm"/>
              </a:ln>
            </p:spPr>
          </p:sp>
          <p:sp>
            <p:nvSpPr>
              <p:cNvPr id="128" name="Line 121"/>
              <p:cNvSpPr/>
              <p:nvPr>
                <p:custDataLst>
                  <p:tags r:id="rId106"/>
                </p:custDataLst>
              </p:nvPr>
            </p:nvSpPr>
            <p:spPr>
              <a:xfrm>
                <a:off x="4929" y="2752"/>
                <a:ext cx="8" cy="218"/>
              </a:xfrm>
              <a:prstGeom prst="line">
                <a:avLst/>
              </a:prstGeom>
              <a:ln w="25400" cap="flat" cmpd="sng">
                <a:solidFill>
                  <a:schemeClr val="tx2"/>
                </a:solidFill>
                <a:prstDash val="sysDot"/>
                <a:headEnd type="none" w="sm" len="sm"/>
                <a:tailEnd type="none" w="sm" len="sm"/>
              </a:ln>
            </p:spPr>
          </p:sp>
          <p:sp>
            <p:nvSpPr>
              <p:cNvPr id="129" name="Line 122"/>
              <p:cNvSpPr/>
              <p:nvPr>
                <p:custDataLst>
                  <p:tags r:id="rId107"/>
                </p:custDataLst>
              </p:nvPr>
            </p:nvSpPr>
            <p:spPr>
              <a:xfrm>
                <a:off x="4596" y="2968"/>
                <a:ext cx="342" cy="0"/>
              </a:xfrm>
              <a:prstGeom prst="line">
                <a:avLst/>
              </a:prstGeom>
              <a:ln w="25400" cap="flat" cmpd="sng">
                <a:solidFill>
                  <a:schemeClr val="tx2"/>
                </a:solidFill>
                <a:prstDash val="sysDot"/>
                <a:headEnd type="none" w="sm" len="sm"/>
                <a:tailEnd type="none" w="sm" len="sm"/>
              </a:ln>
            </p:spPr>
          </p:sp>
          <p:sp>
            <p:nvSpPr>
              <p:cNvPr id="130" name="Line 123"/>
              <p:cNvSpPr/>
              <p:nvPr>
                <p:custDataLst>
                  <p:tags r:id="rId108"/>
                </p:custDataLst>
              </p:nvPr>
            </p:nvSpPr>
            <p:spPr>
              <a:xfrm flipH="1">
                <a:off x="4589" y="2407"/>
                <a:ext cx="1" cy="561"/>
              </a:xfrm>
              <a:prstGeom prst="line">
                <a:avLst/>
              </a:prstGeom>
              <a:ln w="25400" cap="flat" cmpd="sng">
                <a:solidFill>
                  <a:schemeClr val="tx2"/>
                </a:solidFill>
                <a:prstDash val="sysDot"/>
                <a:headEnd type="stealth" w="med" len="lg"/>
                <a:tailEnd type="none" w="sm" len="sm"/>
              </a:ln>
            </p:spPr>
          </p:sp>
          <p:sp>
            <p:nvSpPr>
              <p:cNvPr id="131" name="Line 124"/>
              <p:cNvSpPr/>
              <p:nvPr>
                <p:custDataLst>
                  <p:tags r:id="rId109"/>
                </p:custDataLst>
              </p:nvPr>
            </p:nvSpPr>
            <p:spPr>
              <a:xfrm>
                <a:off x="3054" y="1927"/>
                <a:ext cx="5" cy="1056"/>
              </a:xfrm>
              <a:prstGeom prst="line">
                <a:avLst/>
              </a:prstGeom>
              <a:ln w="25400" cap="flat" cmpd="sng">
                <a:solidFill>
                  <a:schemeClr val="tx2"/>
                </a:solidFill>
                <a:prstDash val="sysDot"/>
                <a:headEnd type="stealth" w="med" len="lg"/>
                <a:tailEnd type="none" w="sm" len="sm"/>
              </a:ln>
            </p:spPr>
          </p:sp>
          <p:sp>
            <p:nvSpPr>
              <p:cNvPr id="132" name="Line 125"/>
              <p:cNvSpPr/>
              <p:nvPr>
                <p:custDataLst>
                  <p:tags r:id="rId110"/>
                </p:custDataLst>
              </p:nvPr>
            </p:nvSpPr>
            <p:spPr>
              <a:xfrm>
                <a:off x="2661" y="2983"/>
                <a:ext cx="385" cy="2"/>
              </a:xfrm>
              <a:prstGeom prst="line">
                <a:avLst/>
              </a:prstGeom>
              <a:ln w="25400" cap="flat" cmpd="sng">
                <a:solidFill>
                  <a:schemeClr val="tx2"/>
                </a:solidFill>
                <a:prstDash val="sysDot"/>
                <a:headEnd type="none" w="sm" len="sm"/>
                <a:tailEnd type="none" w="sm" len="sm"/>
              </a:ln>
            </p:spPr>
          </p:sp>
          <p:sp>
            <p:nvSpPr>
              <p:cNvPr id="133" name="Line 126"/>
              <p:cNvSpPr/>
              <p:nvPr>
                <p:custDataLst>
                  <p:tags r:id="rId111"/>
                </p:custDataLst>
              </p:nvPr>
            </p:nvSpPr>
            <p:spPr>
              <a:xfrm>
                <a:off x="2661" y="2758"/>
                <a:ext cx="0" cy="210"/>
              </a:xfrm>
              <a:prstGeom prst="line">
                <a:avLst/>
              </a:prstGeom>
              <a:ln w="25400" cap="flat" cmpd="sng">
                <a:solidFill>
                  <a:schemeClr val="tx2"/>
                </a:solidFill>
                <a:prstDash val="sysDot"/>
                <a:headEnd type="none" w="sm" len="sm"/>
                <a:tailEnd type="none" w="sm" len="sm"/>
              </a:ln>
            </p:spPr>
          </p:sp>
          <p:sp>
            <p:nvSpPr>
              <p:cNvPr id="134" name="Line 127"/>
              <p:cNvSpPr/>
              <p:nvPr>
                <p:custDataLst>
                  <p:tags r:id="rId112"/>
                </p:custDataLst>
              </p:nvPr>
            </p:nvSpPr>
            <p:spPr>
              <a:xfrm flipH="1">
                <a:off x="4529" y="2407"/>
                <a:ext cx="1" cy="568"/>
              </a:xfrm>
              <a:prstGeom prst="line">
                <a:avLst/>
              </a:prstGeom>
              <a:ln w="25400" cap="flat" cmpd="sng">
                <a:solidFill>
                  <a:schemeClr val="tx2"/>
                </a:solidFill>
                <a:prstDash val="sysDot"/>
                <a:headEnd type="stealth" w="med" len="lg"/>
                <a:tailEnd type="none" w="sm" len="sm"/>
              </a:ln>
            </p:spPr>
          </p:sp>
          <p:sp>
            <p:nvSpPr>
              <p:cNvPr id="135" name="Line 128"/>
              <p:cNvSpPr/>
              <p:nvPr>
                <p:custDataLst>
                  <p:tags r:id="rId113"/>
                </p:custDataLst>
              </p:nvPr>
            </p:nvSpPr>
            <p:spPr>
              <a:xfrm>
                <a:off x="4139" y="2975"/>
                <a:ext cx="391" cy="2"/>
              </a:xfrm>
              <a:prstGeom prst="line">
                <a:avLst/>
              </a:prstGeom>
              <a:ln w="25400" cap="flat" cmpd="sng">
                <a:solidFill>
                  <a:schemeClr val="tx2"/>
                </a:solidFill>
                <a:prstDash val="sysDot"/>
                <a:headEnd type="none" w="sm" len="sm"/>
                <a:tailEnd type="none" w="sm" len="sm"/>
              </a:ln>
            </p:spPr>
          </p:sp>
          <p:sp>
            <p:nvSpPr>
              <p:cNvPr id="136" name="Line 129"/>
              <p:cNvSpPr/>
              <p:nvPr>
                <p:custDataLst>
                  <p:tags r:id="rId114"/>
                </p:custDataLst>
              </p:nvPr>
            </p:nvSpPr>
            <p:spPr>
              <a:xfrm>
                <a:off x="4139" y="2750"/>
                <a:ext cx="0" cy="210"/>
              </a:xfrm>
              <a:prstGeom prst="line">
                <a:avLst/>
              </a:prstGeom>
              <a:ln w="25400" cap="flat" cmpd="sng">
                <a:solidFill>
                  <a:schemeClr val="tx2"/>
                </a:solidFill>
                <a:prstDash val="sysDot"/>
                <a:headEnd type="none" w="sm" len="sm"/>
                <a:tailEnd type="none" w="sm" len="sm"/>
              </a:ln>
            </p:spPr>
          </p:sp>
        </p:grpSp>
        <p:grpSp>
          <p:nvGrpSpPr>
            <p:cNvPr id="137" name="Group 132"/>
            <p:cNvGrpSpPr/>
            <p:nvPr/>
          </p:nvGrpSpPr>
          <p:grpSpPr>
            <a:xfrm>
              <a:off x="4110" y="2970"/>
              <a:ext cx="6305" cy="1545"/>
              <a:chOff x="1510" y="964"/>
              <a:chExt cx="2522" cy="618"/>
            </a:xfrm>
          </p:grpSpPr>
          <p:grpSp>
            <p:nvGrpSpPr>
              <p:cNvPr id="138" name="Group 133"/>
              <p:cNvGrpSpPr/>
              <p:nvPr/>
            </p:nvGrpSpPr>
            <p:grpSpPr>
              <a:xfrm>
                <a:off x="2487" y="1042"/>
                <a:ext cx="1274" cy="274"/>
                <a:chOff x="2524" y="1245"/>
                <a:chExt cx="1274" cy="274"/>
              </a:xfrm>
            </p:grpSpPr>
            <p:sp>
              <p:nvSpPr>
                <p:cNvPr id="139" name="Rectangle 134"/>
                <p:cNvSpPr/>
                <p:nvPr>
                  <p:custDataLst>
                    <p:tags r:id="rId115"/>
                  </p:custDataLst>
                </p:nvPr>
              </p:nvSpPr>
              <p:spPr>
                <a:xfrm>
                  <a:off x="2524" y="1249"/>
                  <a:ext cx="1274" cy="270"/>
                </a:xfrm>
                <a:prstGeom prst="rect">
                  <a:avLst/>
                </a:prstGeom>
                <a:noFill/>
                <a:ln w="12700" cap="flat" cmpd="sng">
                  <a:solidFill>
                    <a:schemeClr val="accent2"/>
                  </a:solidFill>
                  <a:prstDash val="solid"/>
                  <a:miter/>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140" name="Line 135"/>
                <p:cNvSpPr/>
                <p:nvPr>
                  <p:custDataLst>
                    <p:tags r:id="rId116"/>
                  </p:custDataLst>
                </p:nvPr>
              </p:nvSpPr>
              <p:spPr>
                <a:xfrm>
                  <a:off x="2760" y="1253"/>
                  <a:ext cx="0" cy="262"/>
                </a:xfrm>
                <a:prstGeom prst="line">
                  <a:avLst/>
                </a:prstGeom>
                <a:ln w="12700" cap="flat" cmpd="sng">
                  <a:solidFill>
                    <a:schemeClr val="accent2"/>
                  </a:solidFill>
                  <a:prstDash val="solid"/>
                  <a:headEnd type="none" w="sm" len="sm"/>
                  <a:tailEnd type="none" w="sm" len="sm"/>
                </a:ln>
              </p:spPr>
            </p:sp>
            <p:sp>
              <p:nvSpPr>
                <p:cNvPr id="141" name="Line 136"/>
                <p:cNvSpPr/>
                <p:nvPr>
                  <p:custDataLst>
                    <p:tags r:id="rId117"/>
                  </p:custDataLst>
                </p:nvPr>
              </p:nvSpPr>
              <p:spPr>
                <a:xfrm>
                  <a:off x="3570" y="1253"/>
                  <a:ext cx="0" cy="262"/>
                </a:xfrm>
                <a:prstGeom prst="line">
                  <a:avLst/>
                </a:prstGeom>
                <a:ln w="12700" cap="flat" cmpd="sng">
                  <a:solidFill>
                    <a:schemeClr val="accent2"/>
                  </a:solidFill>
                  <a:prstDash val="solid"/>
                  <a:headEnd type="none" w="sm" len="sm"/>
                  <a:tailEnd type="none" w="sm" len="sm"/>
                </a:ln>
              </p:spPr>
            </p:sp>
            <p:sp>
              <p:nvSpPr>
                <p:cNvPr id="142" name="Line 137"/>
                <p:cNvSpPr/>
                <p:nvPr>
                  <p:custDataLst>
                    <p:tags r:id="rId118"/>
                  </p:custDataLst>
                </p:nvPr>
              </p:nvSpPr>
              <p:spPr>
                <a:xfrm>
                  <a:off x="2985" y="1245"/>
                  <a:ext cx="0" cy="270"/>
                </a:xfrm>
                <a:prstGeom prst="line">
                  <a:avLst/>
                </a:prstGeom>
                <a:ln w="12700" cap="flat" cmpd="sng">
                  <a:solidFill>
                    <a:schemeClr val="accent2"/>
                  </a:solidFill>
                  <a:prstDash val="solid"/>
                  <a:headEnd type="none" w="sm" len="sm"/>
                  <a:tailEnd type="none" w="sm" len="sm"/>
                </a:ln>
              </p:spPr>
            </p:sp>
            <p:sp>
              <p:nvSpPr>
                <p:cNvPr id="143" name="Line 138"/>
                <p:cNvSpPr/>
                <p:nvPr>
                  <p:custDataLst>
                    <p:tags r:id="rId119"/>
                  </p:custDataLst>
                </p:nvPr>
              </p:nvSpPr>
              <p:spPr>
                <a:xfrm>
                  <a:off x="3352" y="1245"/>
                  <a:ext cx="0" cy="263"/>
                </a:xfrm>
                <a:prstGeom prst="line">
                  <a:avLst/>
                </a:prstGeom>
                <a:ln w="12700" cap="flat" cmpd="sng">
                  <a:solidFill>
                    <a:schemeClr val="accent2"/>
                  </a:solidFill>
                  <a:prstDash val="solid"/>
                  <a:headEnd type="none" w="sm" len="sm"/>
                  <a:tailEnd type="none" w="sm" len="sm"/>
                </a:ln>
              </p:spPr>
            </p:sp>
          </p:grpSp>
          <p:sp>
            <p:nvSpPr>
              <p:cNvPr id="144" name="Rectangle 139"/>
              <p:cNvSpPr/>
              <p:nvPr>
                <p:custDataLst>
                  <p:tags r:id="rId120"/>
                </p:custDataLst>
              </p:nvPr>
            </p:nvSpPr>
            <p:spPr>
              <a:xfrm>
                <a:off x="2518" y="1050"/>
                <a:ext cx="170" cy="288"/>
              </a:xfrm>
              <a:prstGeom prst="rect">
                <a:avLst/>
              </a:prstGeom>
              <a:noFill/>
              <a:ln w="9525">
                <a:noFill/>
              </a:ln>
            </p:spPr>
            <p:txBody>
              <a:bodyPr lIns="92075" tIns="46038" rIns="92075" bIns="46038">
                <a:spAutoFit/>
              </a:bodyPr>
              <a:p>
                <a:pPr>
                  <a:spcBef>
                    <a:spcPct val="0"/>
                  </a:spcBef>
                </a:pPr>
                <a:r>
                  <a:rPr lang="en-US" altLang="zh-TW" sz="2400" dirty="0">
                    <a:latin typeface="Times New Roman" panose="02020603050405020304" pitchFamily="18" charset="0"/>
                    <a:ea typeface="PMingLiU" pitchFamily="18" charset="-120"/>
                  </a:rPr>
                  <a:t>0</a:t>
                </a:r>
                <a:endParaRPr lang="en-US" altLang="zh-TW" sz="2400" dirty="0">
                  <a:latin typeface="Times New Roman" panose="02020603050405020304" pitchFamily="18" charset="0"/>
                  <a:ea typeface="PMingLiU" pitchFamily="18" charset="-120"/>
                </a:endParaRPr>
              </a:p>
            </p:txBody>
          </p:sp>
          <p:sp>
            <p:nvSpPr>
              <p:cNvPr id="145" name="Rectangle 140"/>
              <p:cNvSpPr/>
              <p:nvPr>
                <p:custDataLst>
                  <p:tags r:id="rId121"/>
                </p:custDataLst>
              </p:nvPr>
            </p:nvSpPr>
            <p:spPr>
              <a:xfrm>
                <a:off x="2928" y="1040"/>
                <a:ext cx="384" cy="288"/>
              </a:xfrm>
              <a:prstGeom prst="rect">
                <a:avLst/>
              </a:prstGeom>
              <a:solidFill>
                <a:schemeClr val="accent1"/>
              </a:solidFill>
              <a:ln w="9525">
                <a:noFill/>
              </a:ln>
            </p:spPr>
            <p:txBody>
              <a:bodyPr lIns="92075" tIns="46038" rIns="92075" bIns="46038">
                <a:spAutoFit/>
              </a:bodyPr>
              <a:p>
                <a:pPr algn="ctr">
                  <a:spcBef>
                    <a:spcPct val="0"/>
                  </a:spcBef>
                </a:pPr>
                <a:r>
                  <a:rPr lang="zh-TW" altLang="en-US" sz="2400" dirty="0">
                    <a:solidFill>
                      <a:srgbClr val="66FF33"/>
                    </a:solidFill>
                    <a:latin typeface="Times New Roman" panose="02020603050405020304" pitchFamily="18" charset="0"/>
                    <a:ea typeface="PMingLiU" pitchFamily="18" charset="-120"/>
                  </a:rPr>
                  <a:t>--</a:t>
                </a:r>
                <a:endParaRPr lang="zh-TW" altLang="en-US" sz="2400" dirty="0">
                  <a:solidFill>
                    <a:srgbClr val="66FF33"/>
                  </a:solidFill>
                  <a:latin typeface="Times New Roman" panose="02020603050405020304" pitchFamily="18" charset="0"/>
                  <a:ea typeface="PMingLiU" pitchFamily="18" charset="-120"/>
                </a:endParaRPr>
              </a:p>
            </p:txBody>
          </p:sp>
          <p:sp>
            <p:nvSpPr>
              <p:cNvPr id="146" name="Line 141"/>
              <p:cNvSpPr/>
              <p:nvPr>
                <p:custDataLst>
                  <p:tags r:id="rId122"/>
                </p:custDataLst>
              </p:nvPr>
            </p:nvSpPr>
            <p:spPr>
              <a:xfrm flipH="1">
                <a:off x="2626" y="1237"/>
                <a:ext cx="240" cy="345"/>
              </a:xfrm>
              <a:prstGeom prst="line">
                <a:avLst/>
              </a:prstGeom>
              <a:ln w="12700" cap="flat" cmpd="sng">
                <a:solidFill>
                  <a:schemeClr val="accent2"/>
                </a:solidFill>
                <a:prstDash val="solid"/>
                <a:headEnd type="none" w="sm" len="sm"/>
                <a:tailEnd type="stealth" w="med" len="lg"/>
              </a:ln>
            </p:spPr>
          </p:sp>
          <p:sp>
            <p:nvSpPr>
              <p:cNvPr id="147" name="Line 142"/>
              <p:cNvSpPr/>
              <p:nvPr>
                <p:custDataLst>
                  <p:tags r:id="rId123"/>
                </p:custDataLst>
              </p:nvPr>
            </p:nvSpPr>
            <p:spPr>
              <a:xfrm>
                <a:off x="3456" y="1215"/>
                <a:ext cx="0" cy="225"/>
              </a:xfrm>
              <a:prstGeom prst="line">
                <a:avLst/>
              </a:prstGeom>
              <a:ln w="12700" cap="flat" cmpd="sng">
                <a:solidFill>
                  <a:schemeClr val="accent2"/>
                </a:solidFill>
                <a:prstDash val="solid"/>
                <a:headEnd type="none" w="sm" len="sm"/>
                <a:tailEnd type="none" w="sm" len="sm"/>
              </a:ln>
            </p:spPr>
          </p:sp>
          <p:sp>
            <p:nvSpPr>
              <p:cNvPr id="148" name="Line 143"/>
              <p:cNvSpPr/>
              <p:nvPr>
                <p:custDataLst>
                  <p:tags r:id="rId124"/>
                </p:custDataLst>
              </p:nvPr>
            </p:nvSpPr>
            <p:spPr>
              <a:xfrm>
                <a:off x="3469" y="1440"/>
                <a:ext cx="563" cy="0"/>
              </a:xfrm>
              <a:prstGeom prst="line">
                <a:avLst/>
              </a:prstGeom>
              <a:ln w="12700" cap="flat" cmpd="sng">
                <a:solidFill>
                  <a:schemeClr val="accent2"/>
                </a:solidFill>
                <a:prstDash val="solid"/>
                <a:headEnd type="none" w="sm" len="sm"/>
                <a:tailEnd type="none" w="sm" len="sm"/>
              </a:ln>
            </p:spPr>
          </p:sp>
          <p:sp>
            <p:nvSpPr>
              <p:cNvPr id="149" name="Line 144"/>
              <p:cNvSpPr/>
              <p:nvPr>
                <p:custDataLst>
                  <p:tags r:id="rId125"/>
                </p:custDataLst>
              </p:nvPr>
            </p:nvSpPr>
            <p:spPr>
              <a:xfrm>
                <a:off x="4032" y="1248"/>
                <a:ext cx="0" cy="192"/>
              </a:xfrm>
              <a:prstGeom prst="line">
                <a:avLst/>
              </a:prstGeom>
              <a:ln w="12700" cap="flat" cmpd="sng">
                <a:solidFill>
                  <a:schemeClr val="accent2"/>
                </a:solidFill>
                <a:prstDash val="solid"/>
                <a:headEnd type="none" w="sm" len="sm"/>
                <a:tailEnd type="none" w="sm" len="sm"/>
              </a:ln>
            </p:spPr>
          </p:sp>
          <p:sp>
            <p:nvSpPr>
              <p:cNvPr id="150" name="Line 145"/>
              <p:cNvSpPr/>
              <p:nvPr>
                <p:custDataLst>
                  <p:tags r:id="rId126"/>
                </p:custDataLst>
              </p:nvPr>
            </p:nvSpPr>
            <p:spPr>
              <a:xfrm>
                <a:off x="3744" y="1248"/>
                <a:ext cx="288" cy="0"/>
              </a:xfrm>
              <a:prstGeom prst="line">
                <a:avLst/>
              </a:prstGeom>
              <a:ln w="12700" cap="flat" cmpd="sng">
                <a:solidFill>
                  <a:schemeClr val="accent2"/>
                </a:solidFill>
                <a:prstDash val="solid"/>
                <a:headEnd type="stealth" w="med" len="lg"/>
                <a:tailEnd type="none" w="sm" len="sm"/>
              </a:ln>
            </p:spPr>
          </p:sp>
          <p:sp>
            <p:nvSpPr>
              <p:cNvPr id="151" name="Line 146"/>
              <p:cNvSpPr/>
              <p:nvPr>
                <p:custDataLst>
                  <p:tags r:id="rId127"/>
                </p:custDataLst>
              </p:nvPr>
            </p:nvSpPr>
            <p:spPr>
              <a:xfrm>
                <a:off x="1906" y="1169"/>
                <a:ext cx="570" cy="0"/>
              </a:xfrm>
              <a:prstGeom prst="line">
                <a:avLst/>
              </a:prstGeom>
              <a:ln w="12700" cap="flat" cmpd="sng">
                <a:solidFill>
                  <a:schemeClr val="accent2"/>
                </a:solidFill>
                <a:prstDash val="solid"/>
                <a:headEnd type="none" w="sm" len="sm"/>
                <a:tailEnd type="stealth" w="med" len="lg"/>
              </a:ln>
            </p:spPr>
          </p:sp>
          <p:sp>
            <p:nvSpPr>
              <p:cNvPr id="152" name="Rectangle 147"/>
              <p:cNvSpPr/>
              <p:nvPr>
                <p:custDataLst>
                  <p:tags r:id="rId128"/>
                </p:custDataLst>
              </p:nvPr>
            </p:nvSpPr>
            <p:spPr>
              <a:xfrm>
                <a:off x="1510" y="964"/>
                <a:ext cx="457" cy="288"/>
              </a:xfrm>
              <a:prstGeom prst="rect">
                <a:avLst/>
              </a:prstGeom>
              <a:noFill/>
              <a:ln w="9525">
                <a:noFill/>
              </a:ln>
            </p:spPr>
            <p:txBody>
              <a:bodyPr wrap="none" lIns="92075" tIns="46038" rIns="92075" bIns="46038">
                <a:spAutoFit/>
              </a:bodyPr>
              <a:p>
                <a:pPr>
                  <a:spcBef>
                    <a:spcPct val="0"/>
                  </a:spcBef>
                </a:pPr>
                <a:r>
                  <a:rPr lang="en-US" altLang="zh-TW" sz="2400" dirty="0">
                    <a:latin typeface="Times New Roman" panose="02020603050405020304" pitchFamily="18" charset="0"/>
                    <a:ea typeface="PMingLiU" pitchFamily="18" charset="-120"/>
                  </a:rPr>
                  <a:t>root</a:t>
                </a:r>
                <a:endParaRPr lang="en-US" altLang="zh-TW" sz="2400" dirty="0">
                  <a:latin typeface="Times New Roman" panose="02020603050405020304" pitchFamily="18" charset="0"/>
                  <a:ea typeface="PMingLiU" pitchFamily="18" charset="-120"/>
                </a:endParaRPr>
              </a:p>
            </p:txBody>
          </p:sp>
          <p:sp>
            <p:nvSpPr>
              <p:cNvPr id="153" name="Rectangle 148"/>
              <p:cNvSpPr/>
              <p:nvPr>
                <p:custDataLst>
                  <p:tags r:id="rId129"/>
                </p:custDataLst>
              </p:nvPr>
            </p:nvSpPr>
            <p:spPr>
              <a:xfrm>
                <a:off x="3552" y="1056"/>
                <a:ext cx="212" cy="288"/>
              </a:xfrm>
              <a:prstGeom prst="rect">
                <a:avLst/>
              </a:prstGeom>
              <a:noFill/>
              <a:ln w="9525">
                <a:noFill/>
              </a:ln>
            </p:spPr>
            <p:txBody>
              <a:bodyPr wrap="none">
                <a:spAutoFit/>
              </a:bodyPr>
              <a:p>
                <a:pPr eaLnBrk="1" hangingPunct="1">
                  <a:spcBef>
                    <a:spcPct val="0"/>
                  </a:spcBef>
                </a:pPr>
                <a:r>
                  <a:rPr lang="en-US" altLang="zh-TW" sz="2400" dirty="0">
                    <a:latin typeface="Times New Roman" panose="02020603050405020304" pitchFamily="18" charset="0"/>
                    <a:ea typeface="PMingLiU" pitchFamily="18" charset="-120"/>
                  </a:rPr>
                  <a:t>0</a:t>
                </a:r>
                <a:endParaRPr lang="en-US" altLang="zh-CN" sz="2400" dirty="0">
                  <a:latin typeface="Times New Roman" panose="02020603050405020304" pitchFamily="18" charset="0"/>
                  <a:ea typeface="PMingLiU" pitchFamily="18" charset="-120"/>
                </a:endParaRPr>
              </a:p>
            </p:txBody>
          </p:sp>
        </p:grpSp>
      </p:grpSp>
    </p:spTree>
    <p:custDataLst>
      <p:tags r:id="rId130"/>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200CC2A-844C-4FAA-8DAF-8066E58F4EDC}" type="slidenum">
              <a:rPr lang="en-US" altLang="en-US">
                <a:solidFill>
                  <a:srgbClr val="4B4B4B"/>
                </a:solidFill>
              </a:rPr>
            </a:fld>
            <a:endParaRPr lang="en-US" altLang="en-US">
              <a:solidFill>
                <a:srgbClr val="4B4B4B"/>
              </a:solidFill>
            </a:endParaRPr>
          </a:p>
        </p:txBody>
      </p:sp>
      <p:sp>
        <p:nvSpPr>
          <p:cNvPr id="5" name="矩形 4"/>
          <p:cNvSpPr/>
          <p:nvPr/>
        </p:nvSpPr>
        <p:spPr>
          <a:xfrm>
            <a:off x="3233227" y="2173284"/>
            <a:ext cx="2416046" cy="923330"/>
          </a:xfrm>
          <a:prstGeom prst="rect">
            <a:avLst/>
          </a:prstGeom>
          <a:noFill/>
        </p:spPr>
        <p:txBody>
          <a:bodyPr wrap="none">
            <a:spAutoFit/>
          </a:bodyPr>
          <a:lstStyle/>
          <a:p>
            <a:pPr algn="ctr">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2.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4.xml><?xml version="1.0" encoding="utf-8"?>
<p:tagLst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5.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6.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7.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8.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9.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0.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1.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2.xml><?xml version="1.0" encoding="utf-8"?>
<p:tagLst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3.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4.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5.xml><?xml version="1.0" encoding="utf-8"?>
<p:tagLst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16.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17.xml><?xml version="1.0" encoding="utf-8"?>
<p:tagLst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18.xml><?xml version="1.0" encoding="utf-8"?>
<p:tagLst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19.xml><?xml version="1.0" encoding="utf-8"?>
<p:tagLst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0.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1.xml><?xml version="1.0" encoding="utf-8"?>
<p:tagLst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2.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3.xml><?xml version="1.0" encoding="utf-8"?>
<p:tagLst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4.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5.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6.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7.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8.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9.xml><?xml version="1.0" encoding="utf-8"?>
<p:tagLst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0.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1.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2.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3.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4.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5.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36.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37.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38.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39.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0.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1.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2.xml><?xml version="1.0" encoding="utf-8"?>
<p:tagLst xmlns:p="http://schemas.openxmlformats.org/presentationml/2006/main">
  <p:tag name="KSO_WM_TAG_VERSION" val="1.0"/>
  <p:tag name="KSO_WM_TEMPLATE_CATEGORY" val="basetag"/>
  <p:tag name="KSO_WM_TEMPLATE_INDEX" val="20164241"/>
</p:tagLst>
</file>

<file path=ppt/tags/tag43.xml><?xml version="1.0" encoding="utf-8"?>
<p:tagLst xmlns:p="http://schemas.openxmlformats.org/presentationml/2006/main">
  <p:tag name="KSO_WM_TAG_VERSION" val="1.0"/>
  <p:tag name="KSO_WM_TEMPLATE_CATEGORY" val="basetag"/>
  <p:tag name="KSO_WM_TEMPLATE_INDEX" val="20164241"/>
</p:tagLst>
</file>

<file path=ppt/tags/tag44.xml><?xml version="1.0" encoding="utf-8"?>
<p:tagLst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45.xml><?xml version="1.0" encoding="utf-8"?>
<p:tagLst xmlns:p="http://schemas.openxmlformats.org/presentationml/2006/main">
  <p:tag name="KSO_WM_TAG_VERSION" val="1.0"/>
  <p:tag name="KSO_WM_TEMPLATE_CATEGORY" val="custom"/>
  <p:tag name="KSO_WM_TEMPLATE_INDEX" val="20186841"/>
</p:tagLst>
</file>

<file path=ppt/tags/tag46.xml><?xml version="1.0" encoding="utf-8"?>
<p:tagLst xmlns:p="http://schemas.openxmlformats.org/presentationml/2006/main">
  <p:tag name="KSO_WM_TAG_VERSION" val="1.0"/>
  <p:tag name="KSO_WM_TEMPLATE_CATEGORY" val="custom"/>
  <p:tag name="KSO_WM_TEMPLATE_INDEX" val="20186841"/>
</p:tagLst>
</file>

<file path=ppt/tags/tag47.xml><?xml version="1.0" encoding="utf-8"?>
<p:tagLst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8.xml><?xml version="1.0" encoding="utf-8"?>
<p:tagLst xmlns:p="http://schemas.openxmlformats.org/presentationml/2006/main">
  <p:tag name="KSO_WM_TEMPLATE_CATEGORY" val="basetag"/>
  <p:tag name="KSO_WM_TEMPLATE_INDEX" val="20164241"/>
</p:tagLst>
</file>

<file path=ppt/tags/tag49.xml><?xml version="1.0" encoding="utf-8"?>
<p:tagLst xmlns:p="http://schemas.openxmlformats.org/presentationml/2006/main">
  <p:tag name="KSO_WM_TEMPLATE_CATEGORY" val="basetag"/>
  <p:tag name="KSO_WM_TEMPLATE_INDEX" val="20164241"/>
</p:tagLst>
</file>

<file path=ppt/tags/tag50.xml><?xml version="1.0" encoding="utf-8"?>
<p:tagLst xmlns:p="http://schemas.openxmlformats.org/presentationml/2006/main">
  <p:tag name="KSO_WM_BEAUTIFY_FLAG" val="#wm#"/>
  <p:tag name="KSO_WM_TEMPLATE_CATEGORY" val="basetag"/>
  <p:tag name="KSO_WM_TEMPLATE_INDEX" val="20164241"/>
</p:tagLst>
</file>

<file path=ppt/tags/tag51.xml><?xml version="1.0" encoding="utf-8"?>
<p:tagLst xmlns:p="http://schemas.openxmlformats.org/presentationml/2006/main">
  <p:tag name="KSO_WM_TEMPLATE_CATEGORY" val="basetag"/>
  <p:tag name="KSO_WM_TEMPLATE_INDEX" val="20164241"/>
</p:tagLst>
</file>

<file path=ppt/tags/tag52.xml><?xml version="1.0" encoding="utf-8"?>
<p:tagLst xmlns:p="http://schemas.openxmlformats.org/presentationml/2006/main">
  <p:tag name="KSO_WM_TEMPLATE_CATEGORY" val="basetag"/>
  <p:tag name="KSO_WM_TEMPLATE_INDEX" val="20164241"/>
</p:tagLst>
</file>

<file path=ppt/tags/tag53.xml><?xml version="1.0" encoding="utf-8"?>
<p:tagLst xmlns:p="http://schemas.openxmlformats.org/presentationml/2006/main">
  <p:tag name="KSO_WM_TEMPLATE_CATEGORY" val="basetag"/>
  <p:tag name="KSO_WM_TEMPLATE_INDEX" val="20164241"/>
</p:tagLst>
</file>

<file path=ppt/tags/tag54.xml><?xml version="1.0" encoding="utf-8"?>
<p:tagLst xmlns:p="http://schemas.openxmlformats.org/presentationml/2006/main">
  <p:tag name="KSO_WM_TEMPLATE_CATEGORY" val="basetag"/>
  <p:tag name="KSO_WM_TEMPLATE_INDEX" val="20164241"/>
</p:tagLst>
</file>

<file path=ppt/tags/tag55.xml><?xml version="1.0" encoding="utf-8"?>
<p:tagLst xmlns:p="http://schemas.openxmlformats.org/presentationml/2006/main">
  <p:tag name="KSO_WM_TEMPLATE_CATEGORY" val="basetag"/>
  <p:tag name="KSO_WM_TEMPLATE_INDEX" val="20164241"/>
</p:tagLst>
</file>

<file path=ppt/tags/tag56.xml><?xml version="1.0" encoding="utf-8"?>
<p:tagLst xmlns:p="http://schemas.openxmlformats.org/presentationml/2006/main">
  <p:tag name="KSO_WM_TEMPLATE_CATEGORY" val="basetag"/>
  <p:tag name="KSO_WM_TEMPLATE_INDEX" val="20164241"/>
</p:tagLst>
</file>

<file path=ppt/tags/tag57.xml><?xml version="1.0" encoding="utf-8"?>
<p:tagLst xmlns:p="http://schemas.openxmlformats.org/presentationml/2006/main">
  <p:tag name="KSO_WM_TEMPLATE_CATEGORY" val="basetag"/>
  <p:tag name="KSO_WM_TEMPLATE_INDEX" val="20164241"/>
</p:tagLst>
</file>

<file path=ppt/tags/tag58.xml><?xml version="1.0" encoding="utf-8"?>
<p:tagLst xmlns:p="http://schemas.openxmlformats.org/presentationml/2006/main">
  <p:tag name="KSO_WM_TEMPLATE_CATEGORY" val="basetag"/>
  <p:tag name="KSO_WM_TEMPLATE_INDEX" val="20164241"/>
</p:tagLst>
</file>

<file path=ppt/tags/tag59.xml><?xml version="1.0" encoding="utf-8"?>
<p:tagLst xmlns:p="http://schemas.openxmlformats.org/presentationml/2006/main">
  <p:tag name="KSO_WM_TEMPLATE_CATEGORY" val="basetag"/>
  <p:tag name="KSO_WM_TEMPLATE_INDEX" val="20164241"/>
</p:tagLst>
</file>

<file path=ppt/tags/tag60.xml><?xml version="1.0" encoding="utf-8"?>
<p:tagLst xmlns:p="http://schemas.openxmlformats.org/presentationml/2006/main">
  <p:tag name="KSO_WM_TEMPLATE_CATEGORY" val="basetag"/>
  <p:tag name="KSO_WM_TEMPLATE_INDEX" val="20164241"/>
</p:tagLst>
</file>

<file path=ppt/tags/tag61.xml><?xml version="1.0" encoding="utf-8"?>
<p:tagLst xmlns:p="http://schemas.openxmlformats.org/presentationml/2006/main">
  <p:tag name="KSO_WM_TEMPLATE_CATEGORY" val="basetag"/>
  <p:tag name="KSO_WM_TEMPLATE_INDEX" val="20164241"/>
</p:tagLst>
</file>

<file path=ppt/tags/tag62.xml><?xml version="1.0" encoding="utf-8"?>
<p:tagLst xmlns:p="http://schemas.openxmlformats.org/presentationml/2006/main">
  <p:tag name="RAINPROBLEM" val="ProblemBody"/>
</p:tagLst>
</file>

<file path=ppt/tags/tag63.xml><?xml version="1.0" encoding="utf-8"?>
<p:tagLst xmlns:p="http://schemas.openxmlformats.org/presentationml/2006/main">
  <p:tag name="RAINPROBLEM" val="ProblemItem"/>
</p:tagLst>
</file>

<file path=ppt/tags/tag64.xml><?xml version="1.0" encoding="utf-8"?>
<p:tagLst xmlns:p="http://schemas.openxmlformats.org/presentationml/2006/main">
  <p:tag name="RAINPROBLEM" val="ProblemBullet"/>
  <p:tag name="RAINPROBLEMTYPE" val="MultipleChoice"/>
  <p:tag name="RAINBULLET" val="Correct"/>
</p:tagLst>
</file>

<file path=ppt/tags/tag65.xml><?xml version="1.0" encoding="utf-8"?>
<p:tagLst xmlns:p="http://schemas.openxmlformats.org/presentationml/2006/main">
  <p:tag name="RAINPROBLEM" val="ProblemItem"/>
</p:tagLst>
</file>

<file path=ppt/tags/tag66.xml><?xml version="1.0" encoding="utf-8"?>
<p:tagLst xmlns:p="http://schemas.openxmlformats.org/presentationml/2006/main">
  <p:tag name="RAINPROBLEM" val="ProblemBullet"/>
  <p:tag name="RAINPROBLEMTYPE" val="MultipleChoice"/>
  <p:tag name="RAINBULLET" val="Wrong"/>
</p:tagLst>
</file>

<file path=ppt/tags/tag67.xml><?xml version="1.0" encoding="utf-8"?>
<p:tagLst xmlns:p="http://schemas.openxmlformats.org/presentationml/2006/main">
  <p:tag name="RAINPROBLEM" val="ProblemItem"/>
</p:tagLst>
</file>

<file path=ppt/tags/tag68.xml><?xml version="1.0" encoding="utf-8"?>
<p:tagLst xmlns:p="http://schemas.openxmlformats.org/presentationml/2006/main">
  <p:tag name="RAINPROBLEM" val="ProblemBullet"/>
  <p:tag name="RAINPROBLEMTYPE" val="MultipleChoice"/>
  <p:tag name="RAINBULLET" val="Wrong"/>
</p:tagLst>
</file>

<file path=ppt/tags/tag69.xml><?xml version="1.0" encoding="utf-8"?>
<p:tagLst xmlns:p="http://schemas.openxmlformats.org/presentationml/2006/main">
  <p:tag name="RAINPROBLEM" val="ProblemItem"/>
</p:tagLst>
</file>

<file path=ppt/tags/tag70.xml><?xml version="1.0" encoding="utf-8"?>
<p:tagLst xmlns:p="http://schemas.openxmlformats.org/presentationml/2006/main">
  <p:tag name="RAINPROBLEM" val="ProblemBullet"/>
  <p:tag name="RAINPROBLEMTYPE" val="MultipleChoice"/>
  <p:tag name="RAINBULLET" val="Wrong"/>
</p:tagLst>
</file>

<file path=ppt/tags/tag71.xml><?xml version="1.0" encoding="utf-8"?>
<p:tagLst xmlns:p="http://schemas.openxmlformats.org/presentationml/2006/main">
  <p:tag name="RAINPROBLEM" val="ProblemSubmit"/>
  <p:tag name="RAINPROBLEMTYPE" val="MultipleChoice"/>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RAINPROBLEMTYPE" val="ProblemTypeMarker"/>
</p:tagLst>
</file>

<file path=ppt/tags/tag75.xml><?xml version="1.0" encoding="utf-8"?>
<p:tagLst xmlns:p="http://schemas.openxmlformats.org/presentationml/2006/main">
  <p:tag name="RAINPROBLEMTYPE" val="ProblemTypeMarker"/>
</p:tagLst>
</file>

<file path=ppt/tags/tag76.xml><?xml version="1.0" encoding="utf-8"?>
<p:tagLst xmlns:p="http://schemas.openxmlformats.org/presentationml/2006/main">
  <p:tag name="RAINPROBLEMTYPE" val="ProblemTypeMarker"/>
</p:tagLst>
</file>

<file path=ppt/tags/tag77.xml><?xml version="1.0" encoding="utf-8"?>
<p:tagLst xmlns:p="http://schemas.openxmlformats.org/presentationml/2006/main">
  <p:tag name="RAINPROBLEMTYPE" val="ProblemTypeMarker"/>
</p:tagLst>
</file>

<file path=ppt/tags/tag78.xml><?xml version="1.0" encoding="utf-8"?>
<p:tagLst xmlns:p="http://schemas.openxmlformats.org/presentationml/2006/main">
  <p:tag name="RAINPROBLEMTYPE" val="ProblemTypeMarker"/>
</p:tagLst>
</file>

<file path=ppt/tags/tag79.xml><?xml version="1.0" encoding="utf-8"?>
<p:tagLst xmlns:p="http://schemas.openxmlformats.org/presentationml/2006/main">
  <p:tag name="RAINPROBLEM" val="ProblemSetting"/>
  <p:tag name="RAINPROBLEMTYPE" val="MultipleChoice"/>
</p:tagLst>
</file>

<file path=ppt/tags/tag80.xml><?xml version="1.0" encoding="utf-8"?>
<p:tagLst xmlns:p="http://schemas.openxmlformats.org/presentationml/2006/main">
  <p:tag name="RAINPROBLEM" val="MultipleChoice"/>
  <p:tag name="PROBLEMSCORE" val="1.0"/>
</p:tagLst>
</file>

<file path=ppt/tags/tag81.xml><?xml version="1.0" encoding="utf-8"?>
<p:tagLst xmlns:p="http://schemas.openxmlformats.org/presentationml/2006/main">
  <p:tag name="KSO_WM_TEMPLATE_CATEGORY" val="basetag"/>
  <p:tag name="KSO_WM_TEMPLATE_INDEX" val="20164241"/>
</p:tagLst>
</file>

<file path=ppt/tags/tag82.xml><?xml version="1.0" encoding="utf-8"?>
<p:tagLst xmlns:p="http://schemas.openxmlformats.org/presentationml/2006/main">
  <p:tag name="KSO_WM_TEMPLATE_CATEGORY" val="basetag"/>
  <p:tag name="KSO_WM_TEMPLATE_INDEX" val="20164241"/>
</p:tagLst>
</file>

<file path=ppt/tags/tag83.xml><?xml version="1.0" encoding="utf-8"?>
<p:tagLst xmlns:p="http://schemas.openxmlformats.org/presentationml/2006/main">
  <p:tag name="KSO_WM_TEMPLATE_CATEGORY" val="basetag"/>
  <p:tag name="KSO_WM_TEMPLATE_INDEX" val="20164241"/>
</p:tagLst>
</file>

<file path=ppt/tags/tag84.xml><?xml version="1.0" encoding="utf-8"?>
<p:tagLst xmlns:p="http://schemas.openxmlformats.org/presentationml/2006/main">
  <p:tag name="KSO_WM_TEMPLATE_CATEGORY" val="basetag"/>
  <p:tag name="KSO_WM_TEMPLATE_INDEX" val="20164241"/>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TEMPLATE_CATEGORY" val="basetag"/>
  <p:tag name="KSO_WM_TEMPLATE_INDEX" val="20164241"/>
</p:tagLst>
</file>

<file path=ppt/tags/tag95.xml><?xml version="1.0" encoding="utf-8"?>
<p:tagLst xmlns:p="http://schemas.openxmlformats.org/presentationml/2006/main">
  <p:tag name="KSO_WM_TEMPLATE_CATEGORY" val="basetag"/>
  <p:tag name="KSO_WM_TEMPLATE_INDEX" val="20164241"/>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TEMPLATE_CATEGORY" val="basetag"/>
  <p:tag name="KSO_WM_TEMPLATE_INDEX" val="20164241"/>
</p:tagLst>
</file>

<file path=ppt/tags/tag99.xml><?xml version="1.0" encoding="utf-8"?>
<p:tagLst xmlns:p="http://schemas.openxmlformats.org/presentationml/2006/main">
  <p:tag name="KSO_WM_TEMPLATE_CATEGORY" val="basetag"/>
  <p:tag name="KSO_WM_TEMPLATE_INDEX" val="20164241"/>
</p:tagLst>
</file>

<file path=ppt/tags/tag100.xml><?xml version="1.0" encoding="utf-8"?>
<p:tagLst xmlns:p="http://schemas.openxmlformats.org/presentationml/2006/main">
  <p:tag name="KSO_WM_TEMPLATE_CATEGORY" val="basetag"/>
  <p:tag name="KSO_WM_TEMPLATE_INDEX" val="20164241"/>
</p:tagLst>
</file>

<file path=ppt/tags/tag101.xml><?xml version="1.0" encoding="utf-8"?>
<p:tagLst xmlns:p="http://schemas.openxmlformats.org/presentationml/2006/main">
  <p:tag name="KSO_WM_TEMPLATE_CATEGORY" val="basetag"/>
  <p:tag name="KSO_WM_TEMPLATE_INDEX" val="20164241"/>
</p:tagLst>
</file>

<file path=ppt/tags/tag102.xml><?xml version="1.0" encoding="utf-8"?>
<p:tagLst xmlns:p="http://schemas.openxmlformats.org/presentationml/2006/main">
  <p:tag name="KSO_WM_TEMPLATE_CATEGORY" val="basetag"/>
  <p:tag name="KSO_WM_TEMPLATE_INDEX" val="20164241"/>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TEMPLATE_CATEGORY" val="basetag"/>
  <p:tag name="KSO_WM_TEMPLATE_INDEX" val="20164241"/>
</p:tagLst>
</file>

<file path=ppt/tags/tag105.xml><?xml version="1.0" encoding="utf-8"?>
<p:tagLst xmlns:p="http://schemas.openxmlformats.org/presentationml/2006/main">
  <p:tag name="KSO_WM_TEMPLATE_CATEGORY" val="basetag"/>
  <p:tag name="KSO_WM_TEMPLATE_INDEX" val="20164241"/>
</p:tagLst>
</file>

<file path=ppt/tags/tag106.xml><?xml version="1.0" encoding="utf-8"?>
<p:tagLst xmlns:p="http://schemas.openxmlformats.org/presentationml/2006/main">
  <p:tag name="KSO_WM_TEMPLATE_CATEGORY" val="basetag"/>
  <p:tag name="KSO_WM_TEMPLATE_INDEX" val="20164241"/>
</p:tagLst>
</file>

<file path=ppt/tags/tag107.xml><?xml version="1.0" encoding="utf-8"?>
<p:tagLst xmlns:p="http://schemas.openxmlformats.org/presentationml/2006/main">
  <p:tag name="KSO_WM_TEMPLATE_CATEGORY" val="basetag"/>
  <p:tag name="KSO_WM_TEMPLATE_INDEX" val="20164241"/>
</p:tagLst>
</file>

<file path=ppt/tags/tag108.xml><?xml version="1.0" encoding="utf-8"?>
<p:tagLst xmlns:p="http://schemas.openxmlformats.org/presentationml/2006/main">
  <p:tag name="KSO_WM_TEMPLATE_CATEGORY" val="basetag"/>
  <p:tag name="KSO_WM_TEMPLATE_INDEX" val="20164241"/>
</p:tagLst>
</file>

<file path=ppt/tags/tag109.xml><?xml version="1.0" encoding="utf-8"?>
<p:tagLst xmlns:p="http://schemas.openxmlformats.org/presentationml/2006/main">
  <p:tag name="KSO_WM_TEMPLATE_CATEGORY" val="basetag"/>
  <p:tag name="KSO_WM_TEMPLATE_INDEX" val="20164241"/>
</p:tagLst>
</file>

<file path=ppt/tags/tag110.xml><?xml version="1.0" encoding="utf-8"?>
<p:tagLst xmlns:p="http://schemas.openxmlformats.org/presentationml/2006/main">
  <p:tag name="KSO_WM_TEMPLATE_CATEGORY" val="basetag"/>
  <p:tag name="KSO_WM_TEMPLATE_INDEX" val="20164241"/>
</p:tagLst>
</file>

<file path=ppt/tags/tag111.xml><?xml version="1.0" encoding="utf-8"?>
<p:tagLst xmlns:p="http://schemas.openxmlformats.org/presentationml/2006/main">
  <p:tag name="KSO_WM_TEMPLATE_CATEGORY" val="basetag"/>
  <p:tag name="KSO_WM_TEMPLATE_INDEX" val="20164241"/>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TEMPLATE_CATEGORY" val="basetag"/>
  <p:tag name="KSO_WM_TEMPLATE_INDEX" val="20164241"/>
</p:tagLst>
</file>

<file path=ppt/tags/tag139.xml><?xml version="1.0" encoding="utf-8"?>
<p:tagLst xmlns:p="http://schemas.openxmlformats.org/presentationml/2006/main">
  <p:tag name="KSO_WM_TEMPLATE_CATEGORY" val="basetag"/>
  <p:tag name="KSO_WM_TEMPLATE_INDEX" val="20164241"/>
</p:tagLst>
</file>

<file path=ppt/tags/tag140.xml><?xml version="1.0" encoding="utf-8"?>
<p:tagLst xmlns:p="http://schemas.openxmlformats.org/presentationml/2006/main">
  <p:tag name="KSO_WM_TEMPLATE_CATEGORY" val="basetag"/>
  <p:tag name="KSO_WM_TEMPLATE_INDEX" val="20164241"/>
</p:tagLst>
</file>

<file path=ppt/tags/tag141.xml><?xml version="1.0" encoding="utf-8"?>
<p:tagLst xmlns:p="http://schemas.openxmlformats.org/presentationml/2006/main">
  <p:tag name="KSO_WM_TEMPLATE_CATEGORY" val="basetag"/>
  <p:tag name="KSO_WM_TEMPLATE_INDEX" val="20164241"/>
</p:tagLst>
</file>

<file path=ppt/tags/tag142.xml><?xml version="1.0" encoding="utf-8"?>
<p:tagLst xmlns:p="http://schemas.openxmlformats.org/presentationml/2006/main">
  <p:tag name="KSO_WM_BEAUTIFY_FLAG" val="#wm#"/>
  <p:tag name="KSO_WM_TEMPLATE_CATEGORY" val="basetag"/>
  <p:tag name="KSO_WM_TEMPLATE_INDEX" val="20164241"/>
</p:tagLst>
</file>

<file path=ppt/tags/tag143.xml><?xml version="1.0" encoding="utf-8"?>
<p:tagLst xmlns:p="http://schemas.openxmlformats.org/presentationml/2006/main">
  <p:tag name="KSO_WM_TEMPLATE_CATEGORY" val="basetag"/>
  <p:tag name="KSO_WM_TEMPLATE_INDEX" val="20164241"/>
</p:tagLst>
</file>

<file path=ppt/tags/tag144.xml><?xml version="1.0" encoding="utf-8"?>
<p:tagLst xmlns:p="http://schemas.openxmlformats.org/presentationml/2006/main">
  <p:tag name="KSO_WM_TEMPLATE_CATEGORY" val="basetag"/>
  <p:tag name="KSO_WM_TEMPLATE_INDEX" val="20164241"/>
</p:tagLst>
</file>

<file path=ppt/tags/tag145.xml><?xml version="1.0" encoding="utf-8"?>
<p:tagLst xmlns:p="http://schemas.openxmlformats.org/presentationml/2006/main">
  <p:tag name="KSO_WM_TEMPLATE_CATEGORY" val="basetag"/>
  <p:tag name="KSO_WM_TEMPLATE_INDEX" val="20164241"/>
</p:tagLst>
</file>

<file path=ppt/tags/tag146.xml><?xml version="1.0" encoding="utf-8"?>
<p:tagLst xmlns:p="http://schemas.openxmlformats.org/presentationml/2006/main">
  <p:tag name="KSO_WM_TEMPLATE_CATEGORY" val="basetag"/>
  <p:tag name="KSO_WM_TEMPLATE_INDEX" val="20164241"/>
</p:tagLst>
</file>

<file path=ppt/tags/tag147.xml><?xml version="1.0" encoding="utf-8"?>
<p:tagLst xmlns:p="http://schemas.openxmlformats.org/presentationml/2006/main">
  <p:tag name="KSO_WM_TEMPLATE_CATEGORY" val="basetag"/>
  <p:tag name="KSO_WM_TEMPLATE_INDEX" val="20164241"/>
</p:tagLst>
</file>

<file path=ppt/tags/tag148.xml><?xml version="1.0" encoding="utf-8"?>
<p:tagLst xmlns:p="http://schemas.openxmlformats.org/presentationml/2006/main">
  <p:tag name="KSO_WM_TEMPLATE_CATEGORY" val="basetag"/>
  <p:tag name="KSO_WM_TEMPLATE_INDEX" val="20164241"/>
</p:tagLst>
</file>

<file path=ppt/tags/tag149.xml><?xml version="1.0" encoding="utf-8"?>
<p:tagLst xmlns:p="http://schemas.openxmlformats.org/presentationml/2006/main">
  <p:tag name="KSO_WM_TEMPLATE_CATEGORY" val="basetag"/>
  <p:tag name="KSO_WM_TEMPLATE_INDEX" val="20164241"/>
</p:tagLst>
</file>

<file path=ppt/tags/tag150.xml><?xml version="1.0" encoding="utf-8"?>
<p:tagLst xmlns:p="http://schemas.openxmlformats.org/presentationml/2006/main">
  <p:tag name="KSO_WM_TEMPLATE_CATEGORY" val="basetag"/>
  <p:tag name="KSO_WM_TEMPLATE_INDEX" val="20164241"/>
</p:tagLst>
</file>

<file path=ppt/tags/tag151.xml><?xml version="1.0" encoding="utf-8"?>
<p:tagLst xmlns:p="http://schemas.openxmlformats.org/presentationml/2006/main">
  <p:tag name="RAINPROBLEM" val="ProblemBody"/>
</p:tagLst>
</file>

<file path=ppt/tags/tag152.xml><?xml version="1.0" encoding="utf-8"?>
<p:tagLst xmlns:p="http://schemas.openxmlformats.org/presentationml/2006/main">
  <p:tag name="RAINPROBLEM" val="ProblemItem"/>
</p:tagLst>
</file>

<file path=ppt/tags/tag153.xml><?xml version="1.0" encoding="utf-8"?>
<p:tagLst xmlns:p="http://schemas.openxmlformats.org/presentationml/2006/main">
  <p:tag name="RAINPROBLEM" val="ProblemItem"/>
</p:tagLst>
</file>

<file path=ppt/tags/tag154.xml><?xml version="1.0" encoding="utf-8"?>
<p:tagLst xmlns:p="http://schemas.openxmlformats.org/presentationml/2006/main">
  <p:tag name="RAINPROBLEM" val="ProblemItem"/>
</p:tagLst>
</file>

<file path=ppt/tags/tag155.xml><?xml version="1.0" encoding="utf-8"?>
<p:tagLst xmlns:p="http://schemas.openxmlformats.org/presentationml/2006/main">
  <p:tag name="RAINPROBLEM" val="ProblemItem"/>
</p:tagLst>
</file>

<file path=ppt/tags/tag156.xml><?xml version="1.0" encoding="utf-8"?>
<p:tagLst xmlns:p="http://schemas.openxmlformats.org/presentationml/2006/main">
  <p:tag name="RAINPROBLEM" val="ProblemBullet"/>
  <p:tag name="RAINPROBLEMTYPE" val="MultipleChoice"/>
  <p:tag name="RAINBULLET" val="Correct"/>
</p:tagLst>
</file>

<file path=ppt/tags/tag157.xml><?xml version="1.0" encoding="utf-8"?>
<p:tagLst xmlns:p="http://schemas.openxmlformats.org/presentationml/2006/main">
  <p:tag name="RAINPROBLEM" val="ProblemBullet"/>
  <p:tag name="RAINPROBLEMTYPE" val="MultipleChoice"/>
  <p:tag name="RAINBULLET" val="Wrong"/>
</p:tagLst>
</file>

<file path=ppt/tags/tag158.xml><?xml version="1.0" encoding="utf-8"?>
<p:tagLst xmlns:p="http://schemas.openxmlformats.org/presentationml/2006/main">
  <p:tag name="RAINPROBLEM" val="ProblemBullet"/>
  <p:tag name="RAINPROBLEMTYPE" val="MultipleChoice"/>
  <p:tag name="RAINBULLET" val="Wrong"/>
</p:tagLst>
</file>

<file path=ppt/tags/tag159.xml><?xml version="1.0" encoding="utf-8"?>
<p:tagLst xmlns:p="http://schemas.openxmlformats.org/presentationml/2006/main">
  <p:tag name="RAINPROBLEM" val="ProblemBullet"/>
  <p:tag name="RAINPROBLEMTYPE" val="MultipleChoice"/>
  <p:tag name="RAINBULLET" val="Wrong"/>
</p:tagLst>
</file>

<file path=ppt/tags/tag160.xml><?xml version="1.0" encoding="utf-8"?>
<p:tagLst xmlns:p="http://schemas.openxmlformats.org/presentationml/2006/main">
  <p:tag name="RAINPROBLEM" val="ProblemSubmit"/>
  <p:tag name="RAINPROBLEMTYPE" val="MultipleChoice"/>
</p:tagLst>
</file>

<file path=ppt/tags/tag161.xml><?xml version="1.0" encoding="utf-8"?>
<p:tagLst xmlns:p="http://schemas.openxmlformats.org/presentationml/2006/main">
  <p:tag name="RAINPROBLEMTYPE" val="ProblemTypeMarker"/>
</p:tagLst>
</file>

<file path=ppt/tags/tag162.xml><?xml version="1.0" encoding="utf-8"?>
<p:tagLst xmlns:p="http://schemas.openxmlformats.org/presentationml/2006/main">
  <p:tag name="RAINPROBLEMTYPE" val="ProblemTypeMarker"/>
</p:tagLst>
</file>

<file path=ppt/tags/tag163.xml><?xml version="1.0" encoding="utf-8"?>
<p:tagLst xmlns:p="http://schemas.openxmlformats.org/presentationml/2006/main">
  <p:tag name="RAINPROBLEMTYPE" val="ProblemTypeMarker"/>
</p:tagLst>
</file>

<file path=ppt/tags/tag164.xml><?xml version="1.0" encoding="utf-8"?>
<p:tagLst xmlns:p="http://schemas.openxmlformats.org/presentationml/2006/main">
  <p:tag name="RAINPROBLEMTYPE" val="ProblemTypeMarker"/>
</p:tagLst>
</file>

<file path=ppt/tags/tag165.xml><?xml version="1.0" encoding="utf-8"?>
<p:tagLst xmlns:p="http://schemas.openxmlformats.org/presentationml/2006/main">
  <p:tag name="RAINPROBLEMTYPE" val="ProblemTypeMarker"/>
</p:tagLst>
</file>

<file path=ppt/tags/tag166.xml><?xml version="1.0" encoding="utf-8"?>
<p:tagLst xmlns:p="http://schemas.openxmlformats.org/presentationml/2006/main">
  <p:tag name="RAINPROBLEM" val="ProblemSetting"/>
  <p:tag name="RAINPROBLEMTYPE" val="MultipleChoice"/>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RAINPROBLEM" val="MultipleChoice"/>
  <p:tag name="PROBLEMSCORE" val="1.0"/>
</p:tagLst>
</file>

<file path=ppt/tags/tag169.xml><?xml version="1.0" encoding="utf-8"?>
<p:tagLst xmlns:p="http://schemas.openxmlformats.org/presentationml/2006/main">
  <p:tag name="KSO_WM_TEMPLATE_CATEGORY" val="basetag"/>
  <p:tag name="KSO_WM_TEMPLATE_INDEX" val="20164241"/>
</p:tagLst>
</file>

<file path=ppt/tags/tag170.xml><?xml version="1.0" encoding="utf-8"?>
<p:tagLst xmlns:p="http://schemas.openxmlformats.org/presentationml/2006/main">
  <p:tag name="KSO_WM_TEMPLATE_CATEGORY" val="basetag"/>
  <p:tag name="KSO_WM_TEMPLATE_INDEX" val="20164241"/>
</p:tagLst>
</file>

<file path=ppt/tags/tag171.xml><?xml version="1.0" encoding="utf-8"?>
<p:tagLst xmlns:p="http://schemas.openxmlformats.org/presentationml/2006/main">
  <p:tag name="KSO_WM_TEMPLATE_CATEGORY" val="basetag"/>
  <p:tag name="KSO_WM_TEMPLATE_INDEX" val="20164241"/>
</p:tagLst>
</file>

<file path=ppt/tags/tag172.xml><?xml version="1.0" encoding="utf-8"?>
<p:tagLst xmlns:p="http://schemas.openxmlformats.org/presentationml/2006/main">
  <p:tag name="KSO_WM_TEMPLATE_CATEGORY" val="basetag"/>
  <p:tag name="KSO_WM_TEMPLATE_INDEX" val="20164241"/>
</p:tagLst>
</file>

<file path=ppt/tags/tag173.xml><?xml version="1.0" encoding="utf-8"?>
<p:tagLst xmlns:p="http://schemas.openxmlformats.org/presentationml/2006/main">
  <p:tag name="KSO_WM_TEMPLATE_CATEGORY" val="basetag"/>
  <p:tag name="KSO_WM_TEMPLATE_INDEX" val="20164241"/>
</p:tagLst>
</file>

<file path=ppt/tags/tag174.xml><?xml version="1.0" encoding="utf-8"?>
<p:tagLst xmlns:p="http://schemas.openxmlformats.org/presentationml/2006/main">
  <p:tag name="KSO_WM_TEMPLATE_CATEGORY" val="basetag"/>
  <p:tag name="KSO_WM_TEMPLATE_INDEX" val="20164241"/>
</p:tagLst>
</file>

<file path=ppt/tags/tag175.xml><?xml version="1.0" encoding="utf-8"?>
<p:tagLst xmlns:p="http://schemas.openxmlformats.org/presentationml/2006/main">
  <p:tag name="KSO_WM_TEMPLATE_CATEGORY" val="basetag"/>
  <p:tag name="KSO_WM_TEMPLATE_INDEX" val="20164241"/>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wm#"/>
  <p:tag name="KSO_WM_TEMPLATE_CATEGORY" val="basetag"/>
  <p:tag name="KSO_WM_TEMPLATE_INDEX" val="20164241"/>
</p:tagLst>
</file>

<file path=ppt/tags/tag178.xml><?xml version="1.0" encoding="utf-8"?>
<p:tagLst xmlns:p="http://schemas.openxmlformats.org/presentationml/2006/main">
  <p:tag name="KSO_WM_TEMPLATE_CATEGORY" val="basetag"/>
  <p:tag name="KSO_WM_TEMPLATE_INDEX" val="20164241"/>
</p:tagLst>
</file>

<file path=ppt/tags/tag179.xml><?xml version="1.0" encoding="utf-8"?>
<p:tagLst xmlns:p="http://schemas.openxmlformats.org/presentationml/2006/main">
  <p:tag name="KSO_WM_TEMPLATE_CATEGORY" val="basetag"/>
  <p:tag name="KSO_WM_TEMPLATE_INDEX" val="20164241"/>
</p:tagLst>
</file>

<file path=ppt/tags/tag180.xml><?xml version="1.0" encoding="utf-8"?>
<p:tagLst xmlns:p="http://schemas.openxmlformats.org/presentationml/2006/main">
  <p:tag name="KSO_WM_TEMPLATE_CATEGORY" val="basetag"/>
  <p:tag name="KSO_WM_TEMPLATE_INDEX" val="20164241"/>
</p:tagLst>
</file>

<file path=ppt/tags/tag181.xml><?xml version="1.0" encoding="utf-8"?>
<p:tagLst xmlns:p="http://schemas.openxmlformats.org/presentationml/2006/main">
  <p:tag name="KSO_WM_TEMPLATE_CATEGORY" val="basetag"/>
  <p:tag name="KSO_WM_TEMPLATE_INDEX" val="20164241"/>
</p:tagLst>
</file>

<file path=ppt/tags/tag182.xml><?xml version="1.0" encoding="utf-8"?>
<p:tagLst xmlns:p="http://schemas.openxmlformats.org/presentationml/2006/main">
  <p:tag name="KSO_WM_TEMPLATE_CATEGORY" val="basetag"/>
  <p:tag name="KSO_WM_TEMPLATE_INDEX" val="20164241"/>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TEMPLATE_CATEGORY" val="basetag"/>
  <p:tag name="KSO_WM_TEMPLATE_INDEX" val="20164241"/>
</p:tagLst>
</file>

<file path=ppt/tags/tag185.xml><?xml version="1.0" encoding="utf-8"?>
<p:tagLst xmlns:p="http://schemas.openxmlformats.org/presentationml/2006/main">
  <p:tag name="KSO_WM_TEMPLATE_CATEGORY" val="basetag"/>
  <p:tag name="KSO_WM_TEMPLATE_INDEX" val="20164241"/>
</p:tagLst>
</file>

<file path=ppt/tags/tag186.xml><?xml version="1.0" encoding="utf-8"?>
<p:tagLst xmlns:p="http://schemas.openxmlformats.org/presentationml/2006/main">
  <p:tag name="KSO_WM_TEMPLATE_CATEGORY" val="basetag"/>
  <p:tag name="KSO_WM_TEMPLATE_INDEX" val="20164241"/>
</p:tagLst>
</file>

<file path=ppt/tags/tag187.xml><?xml version="1.0" encoding="utf-8"?>
<p:tagLst xmlns:p="http://schemas.openxmlformats.org/presentationml/2006/main">
  <p:tag name="KSO_WM_TEMPLATE_CATEGORY" val="basetag"/>
  <p:tag name="KSO_WM_TEMPLATE_INDEX" val="20164241"/>
</p:tagLst>
</file>

<file path=ppt/tags/tag188.xml><?xml version="1.0" encoding="utf-8"?>
<p:tagLst xmlns:p="http://schemas.openxmlformats.org/presentationml/2006/main">
  <p:tag name="KSO_WM_TEMPLATE_CATEGORY" val="basetag"/>
  <p:tag name="KSO_WM_TEMPLATE_INDEX" val="20164241"/>
</p:tagLst>
</file>

<file path=ppt/tags/tag189.xml><?xml version="1.0" encoding="utf-8"?>
<p:tagLst xmlns:p="http://schemas.openxmlformats.org/presentationml/2006/main">
  <p:tag name="KSO_WM_TEMPLATE_CATEGORY" val="basetag"/>
  <p:tag name="KSO_WM_TEMPLATE_INDEX" val="20164241"/>
</p:tagLst>
</file>

<file path=ppt/tags/tag190.xml><?xml version="1.0" encoding="utf-8"?>
<p:tagLst xmlns:p="http://schemas.openxmlformats.org/presentationml/2006/main">
  <p:tag name="KSO_WM_TEMPLATE_CATEGORY" val="basetag"/>
  <p:tag name="KSO_WM_TEMPLATE_INDEX" val="20164241"/>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TEMPLATE_CATEGORY" val="basetag"/>
  <p:tag name="KSO_WM_TEMPLATE_INDEX" val="20164241"/>
</p:tagLst>
</file>

<file path=ppt/tags/tag193.xml><?xml version="1.0" encoding="utf-8"?>
<p:tagLst xmlns:p="http://schemas.openxmlformats.org/presentationml/2006/main">
  <p:tag name="KSO_WM_TEMPLATE_CATEGORY" val="basetag"/>
  <p:tag name="KSO_WM_TEMPLATE_INDEX" val="20164241"/>
</p:tagLst>
</file>

<file path=ppt/tags/tag194.xml><?xml version="1.0" encoding="utf-8"?>
<p:tagLst xmlns:p="http://schemas.openxmlformats.org/presentationml/2006/main">
  <p:tag name="RAINPROBLEM" val="ProblemBody"/>
</p:tagLst>
</file>

<file path=ppt/tags/tag195.xml><?xml version="1.0" encoding="utf-8"?>
<p:tagLst xmlns:p="http://schemas.openxmlformats.org/presentationml/2006/main">
  <p:tag name="RAINPROBLEM" val="ProblemItem"/>
</p:tagLst>
</file>

<file path=ppt/tags/tag196.xml><?xml version="1.0" encoding="utf-8"?>
<p:tagLst xmlns:p="http://schemas.openxmlformats.org/presentationml/2006/main">
  <p:tag name="RAINPROBLEM" val="ProblemItem"/>
</p:tagLst>
</file>

<file path=ppt/tags/tag197.xml><?xml version="1.0" encoding="utf-8"?>
<p:tagLst xmlns:p="http://schemas.openxmlformats.org/presentationml/2006/main">
  <p:tag name="RAINPROBLEM" val="ProblemItem"/>
</p:tagLst>
</file>

<file path=ppt/tags/tag198.xml><?xml version="1.0" encoding="utf-8"?>
<p:tagLst xmlns:p="http://schemas.openxmlformats.org/presentationml/2006/main">
  <p:tag name="RAINPROBLEM" val="ProblemItem"/>
</p:tagLst>
</file>

<file path=ppt/tags/tag199.xml><?xml version="1.0" encoding="utf-8"?>
<p:tagLst xmlns:p="http://schemas.openxmlformats.org/presentationml/2006/main">
  <p:tag name="RAINPROBLEM" val="ProblemBullet"/>
  <p:tag name="RAINPROBLEMTYPE" val="MultipleChoiceMA"/>
  <p:tag name="RAINBULLET" val="Correct"/>
</p:tagLst>
</file>

<file path=ppt/tags/tag200.xml><?xml version="1.0" encoding="utf-8"?>
<p:tagLst xmlns:p="http://schemas.openxmlformats.org/presentationml/2006/main">
  <p:tag name="RAINPROBLEM" val="ProblemBullet"/>
  <p:tag name="RAINPROBLEMTYPE" val="MultipleChoiceMA"/>
  <p:tag name="RAINBULLET" val="Correct"/>
</p:tagLst>
</file>

<file path=ppt/tags/tag201.xml><?xml version="1.0" encoding="utf-8"?>
<p:tagLst xmlns:p="http://schemas.openxmlformats.org/presentationml/2006/main">
  <p:tag name="RAINPROBLEM" val="ProblemBullet"/>
  <p:tag name="RAINPROBLEMTYPE" val="MultipleChoiceMA"/>
  <p:tag name="RAINBULLET" val="Correct"/>
</p:tagLst>
</file>

<file path=ppt/tags/tag202.xml><?xml version="1.0" encoding="utf-8"?>
<p:tagLst xmlns:p="http://schemas.openxmlformats.org/presentationml/2006/main">
  <p:tag name="RAINPROBLEM" val="ProblemBullet"/>
  <p:tag name="RAINPROBLEMTYPE" val="MultipleChoiceMA"/>
  <p:tag name="RAINBULLET" val="Wrong"/>
</p:tagLst>
</file>

<file path=ppt/tags/tag203.xml><?xml version="1.0" encoding="utf-8"?>
<p:tagLst xmlns:p="http://schemas.openxmlformats.org/presentationml/2006/main">
  <p:tag name="RAINPROBLEM" val="ProblemSubmit"/>
  <p:tag name="RAINPROBLEMTYPE" val="MultipleChoiceMA"/>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RAINPROBLEMTYPE" val="ProblemTypeMarker"/>
</p:tagLst>
</file>

<file path=ppt/tags/tag213.xml><?xml version="1.0" encoding="utf-8"?>
<p:tagLst xmlns:p="http://schemas.openxmlformats.org/presentationml/2006/main">
  <p:tag name="RAINPROBLEMTYPE" val="ProblemTypeMarker"/>
</p:tagLst>
</file>

<file path=ppt/tags/tag214.xml><?xml version="1.0" encoding="utf-8"?>
<p:tagLst xmlns:p="http://schemas.openxmlformats.org/presentationml/2006/main">
  <p:tag name="RAINPROBLEMTYPE" val="ProblemTypeMarker"/>
</p:tagLst>
</file>

<file path=ppt/tags/tag215.xml><?xml version="1.0" encoding="utf-8"?>
<p:tagLst xmlns:p="http://schemas.openxmlformats.org/presentationml/2006/main">
  <p:tag name="RAINPROBLEMTYPE" val="ProblemTypeMarker"/>
</p:tagLst>
</file>

<file path=ppt/tags/tag216.xml><?xml version="1.0" encoding="utf-8"?>
<p:tagLst xmlns:p="http://schemas.openxmlformats.org/presentationml/2006/main">
  <p:tag name="RAINPROBLEMTYPE" val="ProblemTypeMarker"/>
</p:tagLst>
</file>

<file path=ppt/tags/tag217.xml><?xml version="1.0" encoding="utf-8"?>
<p:tagLst xmlns:p="http://schemas.openxmlformats.org/presentationml/2006/main">
  <p:tag name="RAINPROBLEM" val="ProblemSetting"/>
  <p:tag name="RAINPROBLEMTYPE" val="MultipleChoiceMA"/>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RAINPROBLEM" val="MultipleChoiceMA"/>
  <p:tag name="PROBLEMSCORE" val="1.0"/>
  <p:tag name="RAINPROBLEMTYPE" val="MultipleChoiceMA"/>
  <p:tag name="PROBLEMSCORE_HALF" val="0.0"/>
</p:tagLst>
</file>

<file path=ppt/tags/tag221.xml><?xml version="1.0" encoding="utf-8"?>
<p:tagLst xmlns:p="http://schemas.openxmlformats.org/presentationml/2006/main">
  <p:tag name="KSO_WM_TEMPLATE_CATEGORY" val="basetag"/>
  <p:tag name="KSO_WM_TEMPLATE_INDEX" val="20164241"/>
</p:tagLst>
</file>

<file path=ppt/tags/tag222.xml><?xml version="1.0" encoding="utf-8"?>
<p:tagLst xmlns:p="http://schemas.openxmlformats.org/presentationml/2006/main">
  <p:tag name="KSO_WM_TEMPLATE_CATEGORY" val="basetag"/>
  <p:tag name="KSO_WM_TEMPLATE_INDEX" val="20164241"/>
</p:tagLst>
</file>

<file path=ppt/tags/tag223.xml><?xml version="1.0" encoding="utf-8"?>
<p:tagLst xmlns:p="http://schemas.openxmlformats.org/presentationml/2006/main">
  <p:tag name="KSO_WM_TEMPLATE_CATEGORY" val="basetag"/>
  <p:tag name="KSO_WM_TEMPLATE_INDEX" val="20164241"/>
</p:tagLst>
</file>

<file path=ppt/tags/tag224.xml><?xml version="1.0" encoding="utf-8"?>
<p:tagLst xmlns:p="http://schemas.openxmlformats.org/presentationml/2006/main">
  <p:tag name="KSO_WM_TEMPLATE_CATEGORY" val="basetag"/>
  <p:tag name="KSO_WM_TEMPLATE_INDEX" val="20164241"/>
</p:tagLst>
</file>

<file path=ppt/tags/tag225.xml><?xml version="1.0" encoding="utf-8"?>
<p:tagLst xmlns:p="http://schemas.openxmlformats.org/presentationml/2006/main">
  <p:tag name="KSO_WM_TEMPLATE_CATEGORY" val="basetag"/>
  <p:tag name="KSO_WM_TEMPLATE_INDEX" val="20164241"/>
</p:tagLst>
</file>

<file path=ppt/tags/tag226.xml><?xml version="1.0" encoding="utf-8"?>
<p:tagLst xmlns:p="http://schemas.openxmlformats.org/presentationml/2006/main">
  <p:tag name="KSO_WM_TEMPLATE_CATEGORY" val="basetag"/>
  <p:tag name="KSO_WM_TEMPLATE_INDEX" val="20164241"/>
</p:tagLst>
</file>

<file path=ppt/tags/tag227.xml><?xml version="1.0" encoding="utf-8"?>
<p:tagLst xmlns:p="http://schemas.openxmlformats.org/presentationml/2006/main">
  <p:tag name="KSO_WM_TEMPLATE_CATEGORY" val="basetag"/>
  <p:tag name="KSO_WM_TEMPLATE_INDEX" val="20164241"/>
</p:tagLst>
</file>

<file path=ppt/tags/tag228.xml><?xml version="1.0" encoding="utf-8"?>
<p:tagLst xmlns:p="http://schemas.openxmlformats.org/presentationml/2006/main">
  <p:tag name="KSO_WM_TEMPLATE_CATEGORY" val="basetag"/>
  <p:tag name="KSO_WM_TEMPLATE_INDEX" val="20164241"/>
</p:tagLst>
</file>

<file path=ppt/tags/tag229.xml><?xml version="1.0" encoding="utf-8"?>
<p:tagLst xmlns:p="http://schemas.openxmlformats.org/presentationml/2006/main">
  <p:tag name="KSO_WM_TEMPLATE_CATEGORY" val="basetag"/>
  <p:tag name="KSO_WM_TEMPLATE_INDEX" val="20164241"/>
</p:tagLst>
</file>

<file path=ppt/tags/tag230.xml><?xml version="1.0" encoding="utf-8"?>
<p:tagLst xmlns:p="http://schemas.openxmlformats.org/presentationml/2006/main">
  <p:tag name="KSO_WM_TEMPLATE_CATEGORY" val="basetag"/>
  <p:tag name="KSO_WM_TEMPLATE_INDEX" val="20164241"/>
</p:tagLst>
</file>

<file path=ppt/tags/tag231.xml><?xml version="1.0" encoding="utf-8"?>
<p:tagLst xmlns:p="http://schemas.openxmlformats.org/presentationml/2006/main">
  <p:tag name="KSO_WM_TEMPLATE_CATEGORY" val="basetag"/>
  <p:tag name="KSO_WM_TEMPLATE_INDEX" val="20164241"/>
</p:tagLst>
</file>

<file path=ppt/tags/tag232.xml><?xml version="1.0" encoding="utf-8"?>
<p:tagLst xmlns:p="http://schemas.openxmlformats.org/presentationml/2006/main">
  <p:tag name="KSO_WM_TEMPLATE_CATEGORY" val="basetag"/>
  <p:tag name="KSO_WM_TEMPLATE_INDEX" val="20164241"/>
</p:tagLst>
</file>

<file path=ppt/tags/tag233.xml><?xml version="1.0" encoding="utf-8"?>
<p:tagLst xmlns:p="http://schemas.openxmlformats.org/presentationml/2006/main">
  <p:tag name="KSO_WM_TEMPLATE_CATEGORY" val="basetag"/>
  <p:tag name="KSO_WM_TEMPLATE_INDEX" val="20164241"/>
</p:tagLst>
</file>

<file path=ppt/tags/tag234.xml><?xml version="1.0" encoding="utf-8"?>
<p:tagLst xmlns:p="http://schemas.openxmlformats.org/presentationml/2006/main">
  <p:tag name="KSO_WM_TEMPLATE_CATEGORY" val="basetag"/>
  <p:tag name="KSO_WM_TEMPLATE_INDEX" val="20164241"/>
</p:tagLst>
</file>

<file path=ppt/tags/tag235.xml><?xml version="1.0" encoding="utf-8"?>
<p:tagLst xmlns:p="http://schemas.openxmlformats.org/presentationml/2006/main">
  <p:tag name="KSO_WM_TEMPLATE_CATEGORY" val="basetag"/>
  <p:tag name="KSO_WM_TEMPLATE_INDEX" val="20164241"/>
</p:tagLst>
</file>

<file path=ppt/tags/tag236.xml><?xml version="1.0" encoding="utf-8"?>
<p:tagLst xmlns:p="http://schemas.openxmlformats.org/presentationml/2006/main">
  <p:tag name="KSO_WM_TEMPLATE_CATEGORY" val="basetag"/>
  <p:tag name="KSO_WM_TEMPLATE_INDEX" val="20164241"/>
</p:tagLst>
</file>

<file path=ppt/tags/tag237.xml><?xml version="1.0" encoding="utf-8"?>
<p:tagLst xmlns:p="http://schemas.openxmlformats.org/presentationml/2006/main">
  <p:tag name="KSO_WM_TEMPLATE_CATEGORY" val="basetag"/>
  <p:tag name="KSO_WM_TEMPLATE_INDEX" val="20164241"/>
</p:tagLst>
</file>

<file path=ppt/tags/tag238.xml><?xml version="1.0" encoding="utf-8"?>
<p:tagLst xmlns:p="http://schemas.openxmlformats.org/presentationml/2006/main">
  <p:tag name="KSO_WM_BEAUTIFY_FLAG" val="#wm#"/>
  <p:tag name="KSO_WM_TEMPLATE_CATEGORY" val="basetag"/>
  <p:tag name="KSO_WM_TEMPLATE_INDEX" val="20164241"/>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TEMPLATE_CATEGORY" val="basetag"/>
  <p:tag name="KSO_WM_TEMPLATE_INDEX" val="20164241"/>
</p:tagLst>
</file>

<file path=ppt/tags/tag241.xml><?xml version="1.0" encoding="utf-8"?>
<p:tagLst xmlns:p="http://schemas.openxmlformats.org/presentationml/2006/main">
  <p:tag name="KSO_WM_TEMPLATE_CATEGORY" val="basetag"/>
  <p:tag name="KSO_WM_TEMPLATE_INDEX" val="20164241"/>
</p:tagLst>
</file>

<file path=ppt/tags/tag242.xml><?xml version="1.0" encoding="utf-8"?>
<p:tagLst xmlns:p="http://schemas.openxmlformats.org/presentationml/2006/main">
  <p:tag name="KSO_WM_TEMPLATE_CATEGORY" val="basetag"/>
  <p:tag name="KSO_WM_TEMPLATE_INDEX" val="20164241"/>
</p:tagLst>
</file>

<file path=ppt/tags/tag243.xml><?xml version="1.0" encoding="utf-8"?>
<p:tagLst xmlns:p="http://schemas.openxmlformats.org/presentationml/2006/main">
  <p:tag name="KSO_WM_TEMPLATE_CATEGORY" val="basetag"/>
  <p:tag name="KSO_WM_TEMPLATE_INDEX" val="20164241"/>
</p:tagLst>
</file>

<file path=ppt/tags/tag244.xml><?xml version="1.0" encoding="utf-8"?>
<p:tagLst xmlns:p="http://schemas.openxmlformats.org/presentationml/2006/main">
  <p:tag name="KSO_WM_BEAUTIFY_FLAG" val="#wm#"/>
  <p:tag name="KSO_WM_TEMPLATE_CATEGORY" val="basetag"/>
  <p:tag name="KSO_WM_TEMPLATE_INDEX" val="20164241"/>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wm#"/>
  <p:tag name="KSO_WM_TEMPLATE_CATEGORY" val="basetag"/>
  <p:tag name="KSO_WM_TEMPLATE_INDEX" val="20164241"/>
</p:tagLst>
</file>

<file path=ppt/tags/tag375.xml><?xml version="1.0" encoding="utf-8"?>
<p:tagLst xmlns:p="http://schemas.openxmlformats.org/presentationml/2006/main">
  <p:tag name="KSO_WM_TEMPLATE_CATEGORY" val="basetag"/>
  <p:tag name="KSO_WM_TEMPLATE_INDEX" val="20164241"/>
</p:tagLst>
</file>

<file path=ppt/tags/tag376.xml><?xml version="1.0" encoding="utf-8"?>
<p:tagLst xmlns:p="http://schemas.openxmlformats.org/presentationml/2006/main">
  <p:tag name="KSO_WPP_MARK_KEY" val="9aa5ee50-ac77-46cc-a165-f5d1f5548286"/>
  <p:tag name="COMMONDATA" val="eyJoZGlkIjoiZmYwYjU2MzQxMWU3OWZjNzk4OWUyOWM0NDJmODEwZTYifQ=="/>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tailEnd type="arrow" w="med" len="med"/>
        </a:ln>
      </a:spPr>
      <a:bodyPr/>
      <a:lstStyle/>
      <a:style>
        <a:lnRef idx="3">
          <a:schemeClr val="dk1"/>
        </a:lnRef>
        <a:fillRef idx="0">
          <a:schemeClr val="dk1"/>
        </a:fillRef>
        <a:effectRef idx="2">
          <a:schemeClr val="dk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8813</Words>
  <Application>WPS 演示</Application>
  <PresentationFormat>全屏显示(4:3)</PresentationFormat>
  <Paragraphs>1379</Paragraphs>
  <Slides>96</Slides>
  <Notes>84</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1</vt:i4>
      </vt:variant>
      <vt:variant>
        <vt:lpstr>幻灯片标题</vt:lpstr>
      </vt:variant>
      <vt:variant>
        <vt:i4>96</vt:i4>
      </vt:variant>
    </vt:vector>
  </HeadingPairs>
  <TitlesOfParts>
    <vt:vector size="114" baseType="lpstr">
      <vt:lpstr>Arial</vt:lpstr>
      <vt:lpstr>宋体</vt:lpstr>
      <vt:lpstr>Wingdings</vt:lpstr>
      <vt:lpstr>Microsoft YaHei UI</vt:lpstr>
      <vt:lpstr>微软雅黑</vt:lpstr>
      <vt:lpstr>Arial Unicode MS</vt:lpstr>
      <vt:lpstr>Calibri</vt:lpstr>
      <vt:lpstr>Tahoma</vt:lpstr>
      <vt:lpstr>Times New Roman</vt:lpstr>
      <vt:lpstr>黑体</vt:lpstr>
      <vt:lpstr>楷体_GB2312</vt:lpstr>
      <vt:lpstr>新宋体</vt:lpstr>
      <vt:lpstr>楷体_GB2312</vt:lpstr>
      <vt:lpstr>PMingLiU</vt:lpstr>
      <vt:lpstr>MingLiU-ExtB</vt:lpstr>
      <vt:lpstr>basetag20163155_docer802382.通用教学课件</vt:lpstr>
      <vt:lpstr>1_Office 主题​​</vt:lpstr>
      <vt:lpstr>Equation.3</vt:lpstr>
      <vt:lpstr>七、搜索树（1）</vt:lpstr>
      <vt:lpstr>主要内容</vt:lpstr>
      <vt:lpstr>二叉搜索树</vt:lpstr>
      <vt:lpstr>BST定义</vt:lpstr>
      <vt:lpstr>BST定义</vt:lpstr>
      <vt:lpstr>另一种定义</vt:lpstr>
      <vt:lpstr>别名</vt:lpstr>
      <vt:lpstr>例</vt:lpstr>
      <vt:lpstr>例</vt:lpstr>
      <vt:lpstr>抽象数据类型</vt:lpstr>
      <vt:lpstr>类BSTree</vt:lpstr>
      <vt:lpstr>BST搜索</vt:lpstr>
      <vt:lpstr>平均查找长度</vt:lpstr>
      <vt:lpstr>搜索函数</vt:lpstr>
      <vt:lpstr>PowerPoint 演示文稿</vt:lpstr>
      <vt:lpstr>BST插入</vt:lpstr>
      <vt:lpstr>关于BST插入的结论</vt:lpstr>
      <vt:lpstr>插入操作</vt:lpstr>
      <vt:lpstr>插入操作（续）</vt:lpstr>
      <vt:lpstr>由一系列插入生成BST</vt:lpstr>
      <vt:lpstr>BST删除</vt:lpstr>
      <vt:lpstr>删除算法（续）</vt:lpstr>
      <vt:lpstr>删除算法（续）</vt:lpstr>
      <vt:lpstr>删除算法（续）</vt:lpstr>
      <vt:lpstr>删除算法（续）</vt:lpstr>
      <vt:lpstr>删除算法（续）-删除直接后继</vt:lpstr>
      <vt:lpstr>删除算法（续）-删除直接前驱</vt:lpstr>
      <vt:lpstr>关于删除算法的结论</vt:lpstr>
      <vt:lpstr>删除算法实现</vt:lpstr>
      <vt:lpstr>删除算法实现（续）</vt:lpstr>
      <vt:lpstr>删除算法实现（续）</vt:lpstr>
      <vt:lpstr>删除算法实现（续）</vt:lpstr>
      <vt:lpstr>删除算法实现（续）</vt:lpstr>
      <vt:lpstr>删除算法实现（续）</vt:lpstr>
      <vt:lpstr>补充：另一种删除的思路</vt:lpstr>
      <vt:lpstr>补充：另一种删除的思路（续）</vt:lpstr>
      <vt:lpstr>复杂性分析</vt:lpstr>
      <vt:lpstr>动机</vt:lpstr>
      <vt:lpstr>AVL树</vt:lpstr>
      <vt:lpstr>AVL树</vt:lpstr>
      <vt:lpstr>定义</vt:lpstr>
      <vt:lpstr>AVL树例</vt:lpstr>
      <vt:lpstr>AVL树的特性</vt:lpstr>
      <vt:lpstr>AVL树的高度</vt:lpstr>
      <vt:lpstr>问题变换</vt:lpstr>
      <vt:lpstr>AVL树的高度（续）</vt:lpstr>
      <vt:lpstr>关于AVL树的一组值</vt:lpstr>
      <vt:lpstr>PowerPoint 演示文稿</vt:lpstr>
      <vt:lpstr>AVL树的描述</vt:lpstr>
      <vt:lpstr>请写出下述各节点的平衡因子</vt:lpstr>
      <vt:lpstr>AVL搜索</vt:lpstr>
      <vt:lpstr>AVL插入</vt:lpstr>
      <vt:lpstr>插入导致的不平衡树的特性</vt:lpstr>
      <vt:lpstr>寻找“A”－寻找“X”</vt:lpstr>
      <vt:lpstr>寻找“A” －寻找“X”</vt:lpstr>
      <vt:lpstr>不平衡出现的条件</vt:lpstr>
      <vt:lpstr>X未变为A——插入后平衡</vt:lpstr>
      <vt:lpstr>X未变为A——插入后平衡</vt:lpstr>
      <vt:lpstr>X变为A找到了A</vt:lpstr>
      <vt:lpstr>LL型不平衡及其调整方法</vt:lpstr>
      <vt:lpstr>单旋转例</vt:lpstr>
      <vt:lpstr>LR型不平衡及其调整方法</vt:lpstr>
      <vt:lpstr>双旋转例</vt:lpstr>
      <vt:lpstr>双旋转例</vt:lpstr>
      <vt:lpstr>AVL树插入算法</vt:lpstr>
      <vt:lpstr>AVL树插入算法</vt:lpstr>
      <vt:lpstr>AVL插入小结</vt:lpstr>
      <vt:lpstr>一次旋转示例（RR）-树高变化</vt:lpstr>
      <vt:lpstr>两次旋转示例（RL）-树高变化</vt:lpstr>
      <vt:lpstr>小练习</vt:lpstr>
      <vt:lpstr>PowerPoint 演示文稿</vt:lpstr>
      <vt:lpstr>练习</vt:lpstr>
      <vt:lpstr>AVL删除</vt:lpstr>
      <vt:lpstr>根据删除后q的平衡因子进行调整</vt:lpstr>
      <vt:lpstr>不平衡子树的调整方法</vt:lpstr>
      <vt:lpstr>R0型不平衡的调整</vt:lpstr>
      <vt:lpstr>R1型不平衡的调整</vt:lpstr>
      <vt:lpstr>R-1型不平衡的调整</vt:lpstr>
      <vt:lpstr>例题：初始状态</vt:lpstr>
      <vt:lpstr>删除p</vt:lpstr>
      <vt:lpstr>判断平衡性</vt:lpstr>
      <vt:lpstr>上一级仍然不平衡</vt:lpstr>
      <vt:lpstr>最终结果</vt:lpstr>
      <vt:lpstr>AVL删除小结</vt:lpstr>
      <vt:lpstr>一次旋转即停止</vt:lpstr>
      <vt:lpstr>一次旋转不平衡</vt:lpstr>
      <vt:lpstr>两次旋转不平衡</vt:lpstr>
      <vt:lpstr>练习</vt:lpstr>
      <vt:lpstr>问题延申</vt:lpstr>
      <vt:lpstr>问题</vt:lpstr>
      <vt:lpstr>索引二叉搜索树</vt:lpstr>
      <vt:lpstr>索引二叉搜索树</vt:lpstr>
      <vt:lpstr>问题</vt:lpstr>
      <vt:lpstr>线索化二叉树</vt:lpstr>
      <vt:lpstr>中序线索二叉树</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刘明铭</cp:lastModifiedBy>
  <cp:revision>134</cp:revision>
  <cp:lastPrinted>2017-09-11T08:45:00Z</cp:lastPrinted>
  <dcterms:created xsi:type="dcterms:W3CDTF">2017-09-04T08:16:00Z</dcterms:created>
  <dcterms:modified xsi:type="dcterms:W3CDTF">2025-04-26T08:19:37Z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2052-11.1.0.14309</vt:lpwstr>
  </property>
  <property fmtid="{D5CDD505-2E9C-101B-9397-08002B2CF9AE}" pid="13" name="ICV">
    <vt:lpwstr>C514C43B92F74524AD8FDE46642CAC4D</vt:lpwstr>
  </property>
</Properties>
</file>