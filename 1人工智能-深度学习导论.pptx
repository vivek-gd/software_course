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notesSlides/notesSlide5.xml" ContentType="application/vnd.openxmlformats-officedocument.presentationml.notesSlide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5"/>
  </p:notesMasterIdLst>
  <p:sldIdLst>
    <p:sldId id="256" r:id="rId2"/>
    <p:sldId id="361" r:id="rId3"/>
    <p:sldId id="449" r:id="rId4"/>
    <p:sldId id="450" r:id="rId5"/>
    <p:sldId id="663" r:id="rId6"/>
    <p:sldId id="760" r:id="rId7"/>
    <p:sldId id="761" r:id="rId8"/>
    <p:sldId id="762" r:id="rId9"/>
    <p:sldId id="763" r:id="rId10"/>
    <p:sldId id="764" r:id="rId11"/>
    <p:sldId id="451" r:id="rId12"/>
    <p:sldId id="457" r:id="rId13"/>
    <p:sldId id="614" r:id="rId14"/>
    <p:sldId id="637" r:id="rId15"/>
    <p:sldId id="640" r:id="rId16"/>
    <p:sldId id="464" r:id="rId17"/>
    <p:sldId id="465" r:id="rId18"/>
    <p:sldId id="466" r:id="rId19"/>
    <p:sldId id="467" r:id="rId20"/>
    <p:sldId id="468" r:id="rId21"/>
    <p:sldId id="469" r:id="rId22"/>
    <p:sldId id="470" r:id="rId23"/>
    <p:sldId id="471" r:id="rId24"/>
    <p:sldId id="472" r:id="rId25"/>
    <p:sldId id="473" r:id="rId26"/>
    <p:sldId id="474" r:id="rId27"/>
    <p:sldId id="475" r:id="rId28"/>
    <p:sldId id="476" r:id="rId29"/>
    <p:sldId id="413" r:id="rId30"/>
    <p:sldId id="631" r:id="rId31"/>
    <p:sldId id="376" r:id="rId32"/>
    <p:sldId id="395" r:id="rId33"/>
    <p:sldId id="402" r:id="rId34"/>
    <p:sldId id="398" r:id="rId35"/>
    <p:sldId id="497" r:id="rId36"/>
    <p:sldId id="495" r:id="rId37"/>
    <p:sldId id="496" r:id="rId38"/>
    <p:sldId id="399" r:id="rId39"/>
    <p:sldId id="405" r:id="rId40"/>
    <p:sldId id="400" r:id="rId41"/>
    <p:sldId id="503" r:id="rId42"/>
    <p:sldId id="401" r:id="rId43"/>
    <p:sldId id="765" r:id="rId4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0769" autoAdjust="0"/>
  </p:normalViewPr>
  <p:slideViewPr>
    <p:cSldViewPr snapToGrid="0">
      <p:cViewPr varScale="1">
        <p:scale>
          <a:sx n="88" d="100"/>
          <a:sy n="88" d="100"/>
        </p:scale>
        <p:origin x="6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e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36.emf"/><Relationship Id="rId3" Type="http://schemas.openxmlformats.org/officeDocument/2006/relationships/image" Target="../media/image31.emf"/><Relationship Id="rId7" Type="http://schemas.openxmlformats.org/officeDocument/2006/relationships/image" Target="../media/image35.emf"/><Relationship Id="rId2" Type="http://schemas.openxmlformats.org/officeDocument/2006/relationships/image" Target="../media/image30.emf"/><Relationship Id="rId1" Type="http://schemas.openxmlformats.org/officeDocument/2006/relationships/image" Target="../media/image29.emf"/><Relationship Id="rId6" Type="http://schemas.openxmlformats.org/officeDocument/2006/relationships/image" Target="../media/image34.emf"/><Relationship Id="rId11" Type="http://schemas.openxmlformats.org/officeDocument/2006/relationships/image" Target="../media/image28.emf"/><Relationship Id="rId5" Type="http://schemas.openxmlformats.org/officeDocument/2006/relationships/image" Target="../media/image33.emf"/><Relationship Id="rId10" Type="http://schemas.openxmlformats.org/officeDocument/2006/relationships/image" Target="../media/image38.emf"/><Relationship Id="rId4" Type="http://schemas.openxmlformats.org/officeDocument/2006/relationships/image" Target="../media/image32.emf"/><Relationship Id="rId9" Type="http://schemas.openxmlformats.org/officeDocument/2006/relationships/image" Target="../media/image37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2067C5-7C2D-48EF-9F67-81AC1A6BC23B}" type="datetimeFigureOut">
              <a:rPr lang="zh-CN" altLang="en-US" smtClean="0"/>
              <a:t>2024/4/7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B6770E-D8A3-43C6-B50D-49D14D127E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05598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不包括美国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D39483-8077-458F-A7FB-DB443F539DB9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84851B-2EB1-4782-B982-D3A51D436F42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三重楼喻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D39483-8077-458F-A7FB-DB443F539DB9}" type="slidenum">
              <a:rPr lang="zh-CN" altLang="en-US" smtClean="0"/>
              <a:t>16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B6770E-D8A3-43C6-B50D-49D14D127E64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80308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D39483-8077-458F-A7FB-DB443F539DB9}" type="slidenum">
              <a:rPr lang="zh-CN" altLang="en-US" smtClean="0"/>
              <a:t>35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080A80-D8C0-49ED-A80D-D04BB0C168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81FE7A7-F5AB-4005-A295-89134F7085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8E71D6-EA23-40AA-975C-D9403572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F34DC-5FC7-42C6-97D1-893754FEA540}" type="datetimeFigureOut">
              <a:rPr lang="zh-CN" altLang="en-US" smtClean="0"/>
              <a:t>2024/4/7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14C4287-955B-4B5F-932B-B622ACFFD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87A1F55-7693-40FD-8960-08EDF5033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B69C8-C247-4225-A36F-3B996352D7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00405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2605F5-1C57-4051-9B2C-4A8FE30F0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81087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92948D3-827E-460A-895C-BA12815582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40831"/>
            <a:ext cx="10515600" cy="4336131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1C4F876-3941-4A98-A6ED-DB753941A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F34DC-5FC7-42C6-97D1-893754FEA540}" type="datetimeFigureOut">
              <a:rPr lang="zh-CN" altLang="en-US" smtClean="0"/>
              <a:t>2024/4/7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A010A75-1FD4-4988-808A-2DA7E70E1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1FD930D-5324-4281-886B-65B9FD46F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B69C8-C247-4225-A36F-3B996352D7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9160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B9FCC2-23AC-432E-84F1-5F22B6B2D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5B66E66-0DD6-47C9-B1BF-4B9CEBB001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9C14270-C2C9-4BA9-8835-4CBF58EBB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F34DC-5FC7-42C6-97D1-893754FEA540}" type="datetimeFigureOut">
              <a:rPr lang="zh-CN" altLang="en-US" smtClean="0"/>
              <a:t>2024/4/7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9AD9108-BD8F-48D4-8898-1CAC91DA9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64731B3-3CE6-4183-95B2-9A299E876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B69C8-C247-4225-A36F-3B996352D7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76337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43104C-A946-402F-91A9-BC6B47799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AE622EF-DE67-4F13-A2A9-2472243244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23342BE-1249-4868-AE0A-FD20E34F57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272F9DB-F860-4458-8649-84E253DA4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F34DC-5FC7-42C6-97D1-893754FEA540}" type="datetimeFigureOut">
              <a:rPr lang="zh-CN" altLang="en-US" smtClean="0"/>
              <a:t>2024/4/7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339AC12-DEF7-4A9F-9F0E-131C3B1FF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7F6FEE5-9EC0-42C4-AD7E-F1438F294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B69C8-C247-4225-A36F-3B996352D7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46192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F6DF51-7754-40F6-8614-5FFF16334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D27F283-C246-4766-8859-C08383A4A2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287C7E1-29C5-4AF6-B865-6947A78C6B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0979094-B31D-499C-A460-36785DB427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5BE36BA-12D1-492F-8E88-9183ED309E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1C90DBD-F0C3-45B3-B330-94FD15287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F34DC-5FC7-42C6-97D1-893754FEA540}" type="datetimeFigureOut">
              <a:rPr lang="zh-CN" altLang="en-US" smtClean="0"/>
              <a:t>2024/4/7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6A53457-3489-465A-B5B7-EFB8290EE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58F2995-3436-4646-9014-1AB483E1A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B69C8-C247-4225-A36F-3B996352D7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26376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41C6A5-8FA2-4270-99B0-7CEF83750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1450BD8-78D1-48F2-B795-994ED84A1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F34DC-5FC7-42C6-97D1-893754FEA540}" type="datetimeFigureOut">
              <a:rPr lang="zh-CN" altLang="en-US" smtClean="0"/>
              <a:t>2024/4/7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368DF75-9A53-4290-BE1B-222626A36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1B615D0-749F-4DB8-A110-BF2B04F88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B69C8-C247-4225-A36F-3B996352D7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40250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AF0F6EB-9EBE-4EA9-ADF9-AE6831D38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F34DC-5FC7-42C6-97D1-893754FEA540}" type="datetimeFigureOut">
              <a:rPr lang="zh-CN" altLang="en-US" smtClean="0"/>
              <a:t>2024/4/7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A825B69-8EFD-4014-8E37-DB0FFC74D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B0949E0-DE77-4D86-9E67-6A0B027B4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B69C8-C247-4225-A36F-3B996352D7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8522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AE0D09-7D7C-49C5-B86A-B9062C087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A620F69-0057-491C-8BCE-10956877DE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FFAB481-15A7-437E-ADFA-2B8FE0BD09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C97A9BB-DEF2-4E43-83D5-BBB24898B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F34DC-5FC7-42C6-97D1-893754FEA540}" type="datetimeFigureOut">
              <a:rPr lang="zh-CN" altLang="en-US" smtClean="0"/>
              <a:t>2024/4/7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FB2DA17-F1D6-4994-97B1-6FF999ECF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307D82E-DB5B-42A5-A220-641351E65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B69C8-C247-4225-A36F-3B996352D7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42686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B3FB56-80C4-444B-B1D2-5B0C5B39C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39362CE-9CAD-4832-9643-39940B2F40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CE2FC2A-E284-42F8-896B-A8D1B83EFB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1582088-4BF8-44CE-95CA-4F8DC4973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F34DC-5FC7-42C6-97D1-893754FEA540}" type="datetimeFigureOut">
              <a:rPr lang="zh-CN" altLang="en-US" smtClean="0"/>
              <a:t>2024/4/7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5AC7D7E-5CEB-4C28-BD35-0B8C2FEAD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2F75523-AC18-485E-BE4C-FB65A7856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B69C8-C247-4225-A36F-3B996352D7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56656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BF31D9-F750-47B9-B97C-13D6CE821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7445DD8-7F3D-40CA-BA13-721483F882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E3DBC69-BA87-49C2-AF8F-8A69E7A7D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F34DC-5FC7-42C6-97D1-893754FEA540}" type="datetimeFigureOut">
              <a:rPr lang="zh-CN" altLang="en-US" smtClean="0"/>
              <a:t>2024/4/7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4D25A5B-F809-474C-9693-90378D4D3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AEC55AA-9D96-4F3E-805A-1E5D9DE6E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B69C8-C247-4225-A36F-3B996352D7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33043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D01B314-262D-4AAA-A588-51C5AEF400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8FA0331-E532-4043-968E-D1772E3264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3E1379A-EA67-488E-9201-433831DEE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F34DC-5FC7-42C6-97D1-893754FEA540}" type="datetimeFigureOut">
              <a:rPr lang="zh-CN" altLang="en-US" smtClean="0"/>
              <a:t>2024/4/7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81CD406-A4A9-485D-8FC9-2F1408759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A5C4E7A-6F22-41F7-AE8F-84114C19F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B69C8-C247-4225-A36F-3B996352D7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9058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9325DAC-A51C-422D-B5AB-CE54742190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49CAFC3-7B76-420A-B013-DD855EBB07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AC5F736-47A6-49DD-ABC8-FDD4486251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DF34DC-5FC7-42C6-97D1-893754FEA540}" type="datetimeFigureOut">
              <a:rPr lang="zh-CN" altLang="en-US" smtClean="0"/>
              <a:t>2024/4/7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9C94A5-C870-49FD-84B1-28CE41B220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6A92C4B-E80E-4BDF-9F5F-ACF0C14A85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7B69C8-C247-4225-A36F-3B996352D7FA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6480563-E5EB-4334-99B2-AED074996554}"/>
              </a:ext>
            </a:extLst>
          </p:cNvPr>
          <p:cNvSpPr/>
          <p:nvPr userDrawn="1"/>
        </p:nvSpPr>
        <p:spPr>
          <a:xfrm>
            <a:off x="0" y="0"/>
            <a:ext cx="12192000" cy="688369"/>
          </a:xfrm>
          <a:prstGeom prst="rect">
            <a:avLst/>
          </a:prstGeom>
          <a:solidFill>
            <a:srgbClr val="7123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712355"/>
              </a:solidFill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24B64002-B6E4-4B91-8E6E-920BEEE03EF9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640" y="38551"/>
            <a:ext cx="2491077" cy="61126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A8731A41-1678-45CE-8136-C8FE5326917D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8070" y="-5501"/>
            <a:ext cx="702890" cy="702890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C58A2A59-85C9-443C-BCB3-28255570F0EC}"/>
              </a:ext>
            </a:extLst>
          </p:cNvPr>
          <p:cNvSpPr/>
          <p:nvPr userDrawn="1"/>
        </p:nvSpPr>
        <p:spPr>
          <a:xfrm>
            <a:off x="0" y="6538324"/>
            <a:ext cx="12192000" cy="324646"/>
          </a:xfrm>
          <a:prstGeom prst="rect">
            <a:avLst/>
          </a:prstGeom>
          <a:solidFill>
            <a:srgbClr val="71235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bg1"/>
                </a:solidFill>
              </a:rPr>
              <a:t>南开大学智能计算系统研究室  </a:t>
            </a:r>
            <a:r>
              <a:rPr lang="en-US" altLang="zh-CN" dirty="0">
                <a:solidFill>
                  <a:schemeClr val="bg1"/>
                </a:solidFill>
              </a:rPr>
              <a:t>http://ics.nankai.edu.cn</a:t>
            </a:r>
            <a:r>
              <a:rPr lang="en-US" altLang="zh-CN" dirty="0">
                <a:solidFill>
                  <a:srgbClr val="712355"/>
                </a:solidFill>
              </a:rPr>
              <a:t>.</a:t>
            </a:r>
            <a:endParaRPr lang="zh-CN" altLang="en-US" dirty="0">
              <a:solidFill>
                <a:srgbClr val="71235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94043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6" Type="http://schemas.openxmlformats.org/officeDocument/2006/relationships/tags" Target="../tags/tag27.xml"/><Relationship Id="rId21" Type="http://schemas.openxmlformats.org/officeDocument/2006/relationships/tags" Target="../tags/tag22.xml"/><Relationship Id="rId34" Type="http://schemas.openxmlformats.org/officeDocument/2006/relationships/tags" Target="../tags/tag35.xml"/><Relationship Id="rId42" Type="http://schemas.openxmlformats.org/officeDocument/2006/relationships/tags" Target="../tags/tag43.xml"/><Relationship Id="rId47" Type="http://schemas.openxmlformats.org/officeDocument/2006/relationships/tags" Target="../tags/tag48.xml"/><Relationship Id="rId50" Type="http://schemas.openxmlformats.org/officeDocument/2006/relationships/tags" Target="../tags/tag51.xml"/><Relationship Id="rId55" Type="http://schemas.openxmlformats.org/officeDocument/2006/relationships/tags" Target="../tags/tag56.xml"/><Relationship Id="rId63" Type="http://schemas.openxmlformats.org/officeDocument/2006/relationships/slideLayout" Target="../slideLayouts/slideLayout2.xml"/><Relationship Id="rId7" Type="http://schemas.openxmlformats.org/officeDocument/2006/relationships/tags" Target="../tags/tag8.xml"/><Relationship Id="rId2" Type="http://schemas.openxmlformats.org/officeDocument/2006/relationships/tags" Target="../tags/tag3.xml"/><Relationship Id="rId16" Type="http://schemas.openxmlformats.org/officeDocument/2006/relationships/tags" Target="../tags/tag17.xml"/><Relationship Id="rId29" Type="http://schemas.openxmlformats.org/officeDocument/2006/relationships/tags" Target="../tags/tag30.xml"/><Relationship Id="rId11" Type="http://schemas.openxmlformats.org/officeDocument/2006/relationships/tags" Target="../tags/tag12.xml"/><Relationship Id="rId24" Type="http://schemas.openxmlformats.org/officeDocument/2006/relationships/tags" Target="../tags/tag25.xml"/><Relationship Id="rId32" Type="http://schemas.openxmlformats.org/officeDocument/2006/relationships/tags" Target="../tags/tag33.xml"/><Relationship Id="rId37" Type="http://schemas.openxmlformats.org/officeDocument/2006/relationships/tags" Target="../tags/tag38.xml"/><Relationship Id="rId40" Type="http://schemas.openxmlformats.org/officeDocument/2006/relationships/tags" Target="../tags/tag41.xml"/><Relationship Id="rId45" Type="http://schemas.openxmlformats.org/officeDocument/2006/relationships/tags" Target="../tags/tag46.xml"/><Relationship Id="rId53" Type="http://schemas.openxmlformats.org/officeDocument/2006/relationships/tags" Target="../tags/tag54.xml"/><Relationship Id="rId58" Type="http://schemas.openxmlformats.org/officeDocument/2006/relationships/tags" Target="../tags/tag59.xml"/><Relationship Id="rId5" Type="http://schemas.openxmlformats.org/officeDocument/2006/relationships/tags" Target="../tags/tag6.xml"/><Relationship Id="rId61" Type="http://schemas.openxmlformats.org/officeDocument/2006/relationships/tags" Target="../tags/tag62.xml"/><Relationship Id="rId19" Type="http://schemas.openxmlformats.org/officeDocument/2006/relationships/tags" Target="../tags/tag20.xml"/><Relationship Id="rId14" Type="http://schemas.openxmlformats.org/officeDocument/2006/relationships/tags" Target="../tags/tag15.xml"/><Relationship Id="rId22" Type="http://schemas.openxmlformats.org/officeDocument/2006/relationships/tags" Target="../tags/tag23.xml"/><Relationship Id="rId27" Type="http://schemas.openxmlformats.org/officeDocument/2006/relationships/tags" Target="../tags/tag28.xml"/><Relationship Id="rId30" Type="http://schemas.openxmlformats.org/officeDocument/2006/relationships/tags" Target="../tags/tag31.xml"/><Relationship Id="rId35" Type="http://schemas.openxmlformats.org/officeDocument/2006/relationships/tags" Target="../tags/tag36.xml"/><Relationship Id="rId43" Type="http://schemas.openxmlformats.org/officeDocument/2006/relationships/tags" Target="../tags/tag44.xml"/><Relationship Id="rId48" Type="http://schemas.openxmlformats.org/officeDocument/2006/relationships/tags" Target="../tags/tag49.xml"/><Relationship Id="rId56" Type="http://schemas.openxmlformats.org/officeDocument/2006/relationships/tags" Target="../tags/tag57.xml"/><Relationship Id="rId64" Type="http://schemas.openxmlformats.org/officeDocument/2006/relationships/image" Target="../media/image16.jpeg"/><Relationship Id="rId8" Type="http://schemas.openxmlformats.org/officeDocument/2006/relationships/tags" Target="../tags/tag9.xml"/><Relationship Id="rId51" Type="http://schemas.openxmlformats.org/officeDocument/2006/relationships/tags" Target="../tags/tag52.xml"/><Relationship Id="rId3" Type="http://schemas.openxmlformats.org/officeDocument/2006/relationships/tags" Target="../tags/tag4.xml"/><Relationship Id="rId12" Type="http://schemas.openxmlformats.org/officeDocument/2006/relationships/tags" Target="../tags/tag13.xml"/><Relationship Id="rId17" Type="http://schemas.openxmlformats.org/officeDocument/2006/relationships/tags" Target="../tags/tag18.xml"/><Relationship Id="rId25" Type="http://schemas.openxmlformats.org/officeDocument/2006/relationships/tags" Target="../tags/tag26.xml"/><Relationship Id="rId33" Type="http://schemas.openxmlformats.org/officeDocument/2006/relationships/tags" Target="../tags/tag34.xml"/><Relationship Id="rId38" Type="http://schemas.openxmlformats.org/officeDocument/2006/relationships/tags" Target="../tags/tag39.xml"/><Relationship Id="rId46" Type="http://schemas.openxmlformats.org/officeDocument/2006/relationships/tags" Target="../tags/tag47.xml"/><Relationship Id="rId59" Type="http://schemas.openxmlformats.org/officeDocument/2006/relationships/tags" Target="../tags/tag60.xml"/><Relationship Id="rId20" Type="http://schemas.openxmlformats.org/officeDocument/2006/relationships/tags" Target="../tags/tag21.xml"/><Relationship Id="rId41" Type="http://schemas.openxmlformats.org/officeDocument/2006/relationships/tags" Target="../tags/tag42.xml"/><Relationship Id="rId54" Type="http://schemas.openxmlformats.org/officeDocument/2006/relationships/tags" Target="../tags/tag55.xml"/><Relationship Id="rId62" Type="http://schemas.openxmlformats.org/officeDocument/2006/relationships/tags" Target="../tags/tag6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5" Type="http://schemas.openxmlformats.org/officeDocument/2006/relationships/tags" Target="../tags/tag16.xml"/><Relationship Id="rId23" Type="http://schemas.openxmlformats.org/officeDocument/2006/relationships/tags" Target="../tags/tag24.xml"/><Relationship Id="rId28" Type="http://schemas.openxmlformats.org/officeDocument/2006/relationships/tags" Target="../tags/tag29.xml"/><Relationship Id="rId36" Type="http://schemas.openxmlformats.org/officeDocument/2006/relationships/tags" Target="../tags/tag37.xml"/><Relationship Id="rId49" Type="http://schemas.openxmlformats.org/officeDocument/2006/relationships/tags" Target="../tags/tag50.xml"/><Relationship Id="rId57" Type="http://schemas.openxmlformats.org/officeDocument/2006/relationships/tags" Target="../tags/tag58.xml"/><Relationship Id="rId10" Type="http://schemas.openxmlformats.org/officeDocument/2006/relationships/tags" Target="../tags/tag11.xml"/><Relationship Id="rId31" Type="http://schemas.openxmlformats.org/officeDocument/2006/relationships/tags" Target="../tags/tag32.xml"/><Relationship Id="rId44" Type="http://schemas.openxmlformats.org/officeDocument/2006/relationships/tags" Target="../tags/tag45.xml"/><Relationship Id="rId52" Type="http://schemas.openxmlformats.org/officeDocument/2006/relationships/tags" Target="../tags/tag53.xml"/><Relationship Id="rId60" Type="http://schemas.openxmlformats.org/officeDocument/2006/relationships/tags" Target="../tags/tag61.xml"/><Relationship Id="rId65" Type="http://schemas.openxmlformats.org/officeDocument/2006/relationships/image" Target="../media/image17.jpeg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3" Type="http://schemas.openxmlformats.org/officeDocument/2006/relationships/tags" Target="../tags/tag14.xml"/><Relationship Id="rId18" Type="http://schemas.openxmlformats.org/officeDocument/2006/relationships/tags" Target="../tags/tag19.xml"/><Relationship Id="rId39" Type="http://schemas.openxmlformats.org/officeDocument/2006/relationships/tags" Target="../tags/tag4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jp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8.e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emf"/><Relationship Id="rId13" Type="http://schemas.openxmlformats.org/officeDocument/2006/relationships/oleObject" Target="../embeddings/oleObject7.bin"/><Relationship Id="rId18" Type="http://schemas.openxmlformats.org/officeDocument/2006/relationships/oleObject" Target="../embeddings/oleObject10.bin"/><Relationship Id="rId3" Type="http://schemas.openxmlformats.org/officeDocument/2006/relationships/oleObject" Target="../embeddings/oleObject2.bin"/><Relationship Id="rId21" Type="http://schemas.openxmlformats.org/officeDocument/2006/relationships/image" Target="../media/image37.emf"/><Relationship Id="rId7" Type="http://schemas.openxmlformats.org/officeDocument/2006/relationships/oleObject" Target="../embeddings/oleObject4.bin"/><Relationship Id="rId12" Type="http://schemas.openxmlformats.org/officeDocument/2006/relationships/image" Target="../media/image33.emf"/><Relationship Id="rId17" Type="http://schemas.openxmlformats.org/officeDocument/2006/relationships/oleObject" Target="../embeddings/oleObject9.bin"/><Relationship Id="rId25" Type="http://schemas.openxmlformats.org/officeDocument/2006/relationships/image" Target="../media/image28.e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5.emf"/><Relationship Id="rId20" Type="http://schemas.openxmlformats.org/officeDocument/2006/relationships/oleObject" Target="../embeddings/oleObject11.bin"/><Relationship Id="rId1" Type="http://schemas.openxmlformats.org/officeDocument/2006/relationships/vmlDrawing" Target="../drawings/vmlDrawing2.vml"/><Relationship Id="rId6" Type="http://schemas.openxmlformats.org/officeDocument/2006/relationships/image" Target="../media/image30.emf"/><Relationship Id="rId11" Type="http://schemas.openxmlformats.org/officeDocument/2006/relationships/oleObject" Target="../embeddings/oleObject6.bin"/><Relationship Id="rId24" Type="http://schemas.openxmlformats.org/officeDocument/2006/relationships/oleObject" Target="../embeddings/oleObject13.bin"/><Relationship Id="rId5" Type="http://schemas.openxmlformats.org/officeDocument/2006/relationships/oleObject" Target="../embeddings/oleObject3.bin"/><Relationship Id="rId15" Type="http://schemas.openxmlformats.org/officeDocument/2006/relationships/oleObject" Target="../embeddings/oleObject8.bin"/><Relationship Id="rId23" Type="http://schemas.openxmlformats.org/officeDocument/2006/relationships/image" Target="../media/image38.emf"/><Relationship Id="rId10" Type="http://schemas.openxmlformats.org/officeDocument/2006/relationships/image" Target="../media/image32.emf"/><Relationship Id="rId19" Type="http://schemas.openxmlformats.org/officeDocument/2006/relationships/image" Target="../media/image36.emf"/><Relationship Id="rId4" Type="http://schemas.openxmlformats.org/officeDocument/2006/relationships/image" Target="../media/image29.emf"/><Relationship Id="rId9" Type="http://schemas.openxmlformats.org/officeDocument/2006/relationships/oleObject" Target="../embeddings/oleObject5.bin"/><Relationship Id="rId14" Type="http://schemas.openxmlformats.org/officeDocument/2006/relationships/image" Target="../media/image34.emf"/><Relationship Id="rId22" Type="http://schemas.openxmlformats.org/officeDocument/2006/relationships/oleObject" Target="../embeddings/oleObject12.bin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jpe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6.xml"/><Relationship Id="rId4" Type="http://schemas.openxmlformats.org/officeDocument/2006/relationships/image" Target="../media/image53.jpe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1.jpeg"/><Relationship Id="rId4" Type="http://schemas.openxmlformats.org/officeDocument/2006/relationships/image" Target="../media/image53.jpe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8.xml"/><Relationship Id="rId1" Type="http://schemas.openxmlformats.org/officeDocument/2006/relationships/tags" Target="../tags/tag67.xml"/><Relationship Id="rId5" Type="http://schemas.openxmlformats.org/officeDocument/2006/relationships/image" Target="../media/image53.jpeg"/><Relationship Id="rId4" Type="http://schemas.openxmlformats.org/officeDocument/2006/relationships/image" Target="../media/image54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image" Target="../media/image63.png"/><Relationship Id="rId7" Type="http://schemas.openxmlformats.org/officeDocument/2006/relationships/image" Target="../media/image67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jpeg"/><Relationship Id="rId5" Type="http://schemas.openxmlformats.org/officeDocument/2006/relationships/image" Target="../media/image65.jpeg"/><Relationship Id="rId4" Type="http://schemas.openxmlformats.org/officeDocument/2006/relationships/image" Target="../media/image64.jpe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tags" Target="../tags/tag69.xml"/><Relationship Id="rId6" Type="http://schemas.openxmlformats.org/officeDocument/2006/relationships/image" Target="../media/image53.jpeg"/><Relationship Id="rId5" Type="http://schemas.openxmlformats.org/officeDocument/2006/relationships/image" Target="../media/image54.png"/><Relationship Id="rId4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1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tags" Target="../tags/tag74.xml"/><Relationship Id="rId7" Type="http://schemas.openxmlformats.org/officeDocument/2006/relationships/image" Target="../media/image52.png"/><Relationship Id="rId2" Type="http://schemas.openxmlformats.org/officeDocument/2006/relationships/tags" Target="../tags/tag73.xml"/><Relationship Id="rId1" Type="http://schemas.openxmlformats.org/officeDocument/2006/relationships/tags" Target="../tags/tag72.xml"/><Relationship Id="rId6" Type="http://schemas.openxmlformats.org/officeDocument/2006/relationships/image" Target="../media/image53.jpeg"/><Relationship Id="rId5" Type="http://schemas.openxmlformats.org/officeDocument/2006/relationships/image" Target="../media/image54.png"/><Relationship Id="rId4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BC8D95-2C32-4EEE-AA43-E7C4E397B74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人工智能</a:t>
            </a:r>
            <a:r>
              <a:rPr lang="en-US" altLang="zh-CN" dirty="0"/>
              <a:t>-</a:t>
            </a:r>
            <a:r>
              <a:rPr lang="zh-CN" altLang="en-US" dirty="0"/>
              <a:t>深度学习导论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FDA6135-2839-4D99-82F5-117B93F0C45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anchor="b"/>
          <a:lstStyle/>
          <a:p>
            <a:r>
              <a:rPr lang="zh-CN" altLang="en-US" dirty="0"/>
              <a:t>董前琨</a:t>
            </a:r>
            <a:endParaRPr lang="en-US" altLang="zh-CN" dirty="0"/>
          </a:p>
          <a:p>
            <a:r>
              <a:rPr lang="en-US" altLang="zh-CN" dirty="0"/>
              <a:t>2024-04-08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41492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智能时代</a:t>
            </a:r>
          </a:p>
        </p:txBody>
      </p:sp>
      <p:pic>
        <p:nvPicPr>
          <p:cNvPr id="5" name="Picture 8" descr="http://img.tankr.net/s/medium/QR69.jpg"/>
          <p:cNvPicPr>
            <a:picLocks noChangeArrowheads="1"/>
          </p:cNvPicPr>
          <p:nvPr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7896200" y="1700808"/>
            <a:ext cx="2520000" cy="16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3" descr="C:\Users\evecc\Desktop\f7346e22-b2d3-4779-a327-0295929add00.jpg"/>
          <p:cNvPicPr>
            <a:picLocks noChangeArrowheads="1"/>
          </p:cNvPicPr>
          <p:nvPr/>
        </p:nvPicPr>
        <p:blipFill>
          <a:blip r:embed="rId3" cstate="screen"/>
          <a:srcRect/>
          <a:stretch>
            <a:fillRect/>
          </a:stretch>
        </p:blipFill>
        <p:spPr bwMode="auto">
          <a:xfrm>
            <a:off x="4831626" y="1700808"/>
            <a:ext cx="2520000" cy="16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图片 6"/>
          <p:cNvPicPr/>
          <p:nvPr/>
        </p:nvPicPr>
        <p:blipFill>
          <a:blip r:embed="rId4" cstate="screen"/>
          <a:stretch>
            <a:fillRect/>
          </a:stretch>
        </p:blipFill>
        <p:spPr>
          <a:xfrm>
            <a:off x="1767052" y="1700808"/>
            <a:ext cx="2520000" cy="1620000"/>
          </a:xfrm>
          <a:prstGeom prst="rect">
            <a:avLst/>
          </a:prstGeom>
        </p:spPr>
      </p:pic>
      <p:sp>
        <p:nvSpPr>
          <p:cNvPr id="8" name="内容占位符 2"/>
          <p:cNvSpPr>
            <a:spLocks noGrp="1"/>
          </p:cNvSpPr>
          <p:nvPr>
            <p:ph sz="quarter" idx="1"/>
          </p:nvPr>
        </p:nvSpPr>
        <p:spPr>
          <a:xfrm>
            <a:off x="1545208" y="4315968"/>
            <a:ext cx="9108504" cy="1849336"/>
          </a:xfrm>
        </p:spPr>
        <p:txBody>
          <a:bodyPr>
            <a:normAutofit/>
          </a:bodyPr>
          <a:lstStyle/>
          <a:p>
            <a:pPr marL="0" indent="0" algn="ctr">
              <a:lnSpc>
                <a:spcPts val="4500"/>
              </a:lnSpc>
              <a:buNone/>
            </a:pPr>
            <a:r>
              <a:rPr lang="zh-CN" altLang="en-US" sz="3600" dirty="0">
                <a:latin typeface="楷体" panose="02010609060101010101" pitchFamily="49" charset="-122"/>
              </a:rPr>
              <a:t>上世纪人类从工业时代过渡到信息时代</a:t>
            </a:r>
            <a:endParaRPr lang="en-US" altLang="zh-CN" sz="3600" dirty="0">
              <a:latin typeface="楷体" panose="02010609060101010101" pitchFamily="49" charset="-122"/>
            </a:endParaRPr>
          </a:p>
          <a:p>
            <a:pPr marL="0" indent="0" algn="ctr">
              <a:lnSpc>
                <a:spcPts val="4500"/>
              </a:lnSpc>
              <a:buNone/>
            </a:pPr>
            <a:r>
              <a:rPr lang="zh-CN" altLang="en-US" sz="3600" dirty="0">
                <a:latin typeface="楷体" panose="02010609060101010101" pitchFamily="49" charset="-122"/>
              </a:rPr>
              <a:t>现在已经发展到向智能时代进化的拐点</a:t>
            </a:r>
            <a:endParaRPr lang="en-US" altLang="zh-CN" sz="3600" dirty="0">
              <a:latin typeface="楷体" panose="02010609060101010101" pitchFamily="49" charset="-122"/>
            </a:endParaRPr>
          </a:p>
          <a:p>
            <a:pPr marL="0" indent="0" algn="ctr">
              <a:lnSpc>
                <a:spcPts val="4500"/>
              </a:lnSpc>
              <a:buNone/>
            </a:pPr>
            <a:endParaRPr lang="en-US" altLang="zh-CN" sz="3600" b="1" dirty="0">
              <a:solidFill>
                <a:srgbClr val="FF0000"/>
              </a:solidFill>
              <a:latin typeface="楷体" panose="02010609060101010101" pitchFamily="49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473054" y="3465514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蒸汽机</a:t>
            </a:r>
            <a:endParaRPr lang="zh-CN" altLang="en-US" sz="28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510014" y="3404448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集成电路</a:t>
            </a:r>
            <a:endParaRPr lang="zh-CN" altLang="en-US" sz="28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350751" y="3403688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人工智能</a:t>
            </a:r>
            <a:endParaRPr lang="zh-CN" altLang="en-US" sz="28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B54BD4-5486-4A33-9B83-769ED7785D49}" type="slidenum">
              <a:rPr lang="zh-CN" altLang="en-US" smtClean="0"/>
              <a:t>2</a:t>
            </a:fld>
            <a:endParaRPr lang="en-US" altLang="zh-C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国家战略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1" y="1281825"/>
            <a:ext cx="9157145" cy="4367376"/>
          </a:xfrm>
          <a:prstGeom prst="rect">
            <a:avLst/>
          </a:prstGeom>
        </p:spPr>
      </p:pic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B54BD4-5486-4A33-9B83-769ED7785D49}" type="slidenum">
              <a:rPr lang="zh-CN" altLang="en-US" smtClean="0"/>
              <a:t>3</a:t>
            </a:fld>
            <a:endParaRPr lang="en-US" altLang="zh-C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企业投入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2"/>
          <a:srcRect b="72696"/>
          <a:stretch>
            <a:fillRect/>
          </a:stretch>
        </p:blipFill>
        <p:spPr>
          <a:xfrm>
            <a:off x="1608201" y="1044736"/>
            <a:ext cx="8975598" cy="104924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4007" y="4236715"/>
            <a:ext cx="1229808" cy="494222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2"/>
          <a:srcRect t="38329" b="39304"/>
          <a:stretch>
            <a:fillRect/>
          </a:stretch>
        </p:blipFill>
        <p:spPr>
          <a:xfrm>
            <a:off x="1644007" y="2221992"/>
            <a:ext cx="8975598" cy="859536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2"/>
          <a:srcRect t="74816" b="3768"/>
          <a:stretch>
            <a:fillRect/>
          </a:stretch>
        </p:blipFill>
        <p:spPr>
          <a:xfrm>
            <a:off x="1644007" y="3209544"/>
            <a:ext cx="8975598" cy="82296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2950465" y="4236716"/>
            <a:ext cx="76333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百度将</a:t>
            </a:r>
            <a:r>
              <a:rPr lang="en-US" altLang="zh-CN" b="1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All in AI</a:t>
            </a:r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，我们在</a:t>
            </a:r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AI</a:t>
            </a:r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时代的核心战略就是开放赋能，我们的将来必须建立在与每个开发者共赢的基础上。</a:t>
            </a:r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[</a:t>
            </a:r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前</a:t>
            </a:r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COO</a:t>
            </a:r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陆奇</a:t>
            </a:r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@</a:t>
            </a:r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百度开发者大会</a:t>
            </a:r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2017]</a:t>
            </a:r>
            <a:endParaRPr lang="zh-CN" altLang="en-US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4008" y="5142366"/>
            <a:ext cx="1349815" cy="273695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2950466" y="5092896"/>
            <a:ext cx="77998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AI in All</a:t>
            </a:r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，</a:t>
            </a:r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AI</a:t>
            </a:r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技术</a:t>
            </a:r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…</a:t>
            </a:r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能够真正和各行各业实际应用结合在一起，从而让</a:t>
            </a:r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AI</a:t>
            </a:r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新技术能够得到实际价值的发挥。</a:t>
            </a:r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[COO</a:t>
            </a:r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任宇昕</a:t>
            </a:r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@</a:t>
            </a:r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腾讯全球合作伙伴大会</a:t>
            </a:r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2017]</a:t>
            </a:r>
            <a:endParaRPr lang="zh-CN" altLang="en-US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8202" y="5788696"/>
            <a:ext cx="1385621" cy="60960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 rotWithShape="1">
          <a:blip r:embed="rId6"/>
          <a:srcRect l="21194" r="31809" b="39556"/>
          <a:stretch>
            <a:fillRect/>
          </a:stretch>
        </p:blipFill>
        <p:spPr>
          <a:xfrm>
            <a:off x="3066974" y="5814095"/>
            <a:ext cx="795528" cy="323745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2971964" y="5827489"/>
            <a:ext cx="76960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            未来</a:t>
            </a:r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3</a:t>
            </a:r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年阿里巴巴在技术研发上的投入将超过</a:t>
            </a:r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1000</a:t>
            </a:r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亿人民币</a:t>
            </a:r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.[</a:t>
            </a:r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马云</a:t>
            </a:r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@2017</a:t>
            </a:r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杭州</a:t>
            </a:r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·</a:t>
            </a:r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云栖大会</a:t>
            </a:r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]</a:t>
            </a:r>
            <a:endParaRPr lang="zh-CN" altLang="en-US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5" name="灯片编号占位符 1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B54BD4-5486-4A33-9B83-769ED7785D49}" type="slidenum">
              <a:rPr lang="zh-CN" altLang="en-US" smtClean="0"/>
              <a:t>4</a:t>
            </a:fld>
            <a:endParaRPr lang="en-US" altLang="zh-C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研究趋势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2892957" y="5749036"/>
            <a:ext cx="592201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2010</a:t>
            </a:r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至</a:t>
            </a:r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2021</a:t>
            </a:r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年，</a:t>
            </a:r>
            <a:r>
              <a:rPr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世界上人工智能出版物的</a:t>
            </a:r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总数翻了一倍。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B54BD4-5486-4A33-9B83-769ED7785D49}" type="slidenum">
              <a:rPr lang="zh-CN" altLang="en-US" smtClean="0"/>
              <a:t>5</a:t>
            </a:fld>
            <a:endParaRPr lang="en-US" altLang="zh-CN" dirty="0"/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478504" y="1403144"/>
            <a:ext cx="8133615" cy="405511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研究趋势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2751988" y="5581396"/>
            <a:ext cx="701357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2015</a:t>
            </a:r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至</a:t>
            </a:r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2021</a:t>
            </a:r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年，</a:t>
            </a:r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AI</a:t>
            </a:r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相关专利数量增长</a:t>
            </a:r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30</a:t>
            </a:r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多倍，复合年增长率</a:t>
            </a:r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76.9%</a:t>
            </a:r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。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B54BD4-5486-4A33-9B83-769ED7785D49}" type="slidenum">
              <a:rPr lang="zh-CN" altLang="en-US" smtClean="0"/>
              <a:t>6</a:t>
            </a:fld>
            <a:endParaRPr lang="en-US" altLang="zh-CN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1987" y="1347537"/>
            <a:ext cx="8292271" cy="409705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高等教育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B54BD4-5486-4A33-9B83-769ED7785D49}" type="slidenum">
              <a:rPr lang="zh-CN" altLang="en-US" smtClean="0"/>
              <a:t>7</a:t>
            </a:fld>
            <a:endParaRPr lang="en-US" altLang="zh-CN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2411" y="1706463"/>
            <a:ext cx="8092874" cy="3966562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041949" y="5735701"/>
            <a:ext cx="627697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平均每</a:t>
            </a:r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5</a:t>
            </a:r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个北美计算机专业的博士中就有</a:t>
            </a:r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</a:t>
            </a:r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个从事</a:t>
            </a:r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AI/ML</a:t>
            </a:r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方向。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投资规模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B54BD4-5486-4A33-9B83-769ED7785D49}" type="slidenum">
              <a:rPr lang="zh-CN" altLang="en-US" smtClean="0"/>
              <a:t>8</a:t>
            </a:fld>
            <a:endParaRPr lang="en-US" altLang="zh-CN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6474" y="1406642"/>
            <a:ext cx="8201527" cy="4141354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478427" y="5687441"/>
            <a:ext cx="478790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2013</a:t>
            </a:r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至</a:t>
            </a:r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2021</a:t>
            </a:r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年，全球</a:t>
            </a:r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AI</a:t>
            </a:r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领域投资增长</a:t>
            </a:r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30</a:t>
            </a:r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多倍。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参数规模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5053644" y="6109070"/>
            <a:ext cx="31546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大模型参数规模已达万亿级！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B54BD4-5486-4A33-9B83-769ED7785D49}" type="slidenum">
              <a:rPr lang="zh-CN" altLang="en-US" smtClean="0"/>
              <a:t>9</a:t>
            </a:fld>
            <a:endParaRPr lang="en-US" altLang="zh-CN" dirty="0"/>
          </a:p>
        </p:txBody>
      </p:sp>
      <p:grpSp>
        <p:nvGrpSpPr>
          <p:cNvPr id="3" name="组合 2"/>
          <p:cNvGrpSpPr/>
          <p:nvPr/>
        </p:nvGrpSpPr>
        <p:grpSpPr>
          <a:xfrm>
            <a:off x="1624263" y="1491915"/>
            <a:ext cx="8551586" cy="4391625"/>
            <a:chOff x="1614" y="1416"/>
            <a:chExt cx="17200" cy="9328"/>
          </a:xfrm>
        </p:grpSpPr>
        <p:sp>
          <p:nvSpPr>
            <p:cNvPr id="5" name="矩形 4"/>
            <p:cNvSpPr/>
            <p:nvPr>
              <p:custDataLst>
                <p:tags r:id="rId1"/>
              </p:custDataLst>
            </p:nvPr>
          </p:nvSpPr>
          <p:spPr>
            <a:xfrm flipV="1">
              <a:off x="13620" y="1594"/>
              <a:ext cx="2615" cy="8797"/>
            </a:xfrm>
            <a:prstGeom prst="rect">
              <a:avLst/>
            </a:prstGeom>
            <a:solidFill>
              <a:srgbClr val="C0504D">
                <a:lumMod val="20000"/>
                <a:lumOff val="80000"/>
              </a:srgbClr>
            </a:solidFill>
            <a:ln w="25400" cap="flat" cmpd="sng" algn="ctr">
              <a:noFill/>
              <a:prstDash val="solid"/>
            </a:ln>
            <a:effectLst/>
          </p:spPr>
          <p:style>
            <a:lnRef idx="2">
              <a:srgbClr val="4F81BD">
                <a:shade val="50000"/>
              </a:srgbClr>
            </a:lnRef>
            <a:fillRef idx="1">
              <a:srgbClr val="4F81BD"/>
            </a:fillRef>
            <a:effectRef idx="0">
              <a:srgbClr val="4F81BD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 sz="1400" dirty="0"/>
            </a:p>
          </p:txBody>
        </p:sp>
        <p:sp>
          <p:nvSpPr>
            <p:cNvPr id="6" name="矩形 5"/>
            <p:cNvSpPr/>
            <p:nvPr>
              <p:custDataLst>
                <p:tags r:id="rId2"/>
              </p:custDataLst>
            </p:nvPr>
          </p:nvSpPr>
          <p:spPr>
            <a:xfrm flipV="1">
              <a:off x="11019" y="1588"/>
              <a:ext cx="2627" cy="8800"/>
            </a:xfrm>
            <a:prstGeom prst="rect">
              <a:avLst/>
            </a:prstGeom>
            <a:solidFill>
              <a:srgbClr val="9BBB59">
                <a:lumMod val="20000"/>
                <a:lumOff val="80000"/>
              </a:srgbClr>
            </a:solidFill>
            <a:ln w="25400" cap="flat" cmpd="sng" algn="ctr">
              <a:noFill/>
              <a:prstDash val="solid"/>
            </a:ln>
            <a:effectLst/>
          </p:spPr>
          <p:style>
            <a:lnRef idx="2">
              <a:srgbClr val="4F81BD">
                <a:shade val="50000"/>
              </a:srgbClr>
            </a:lnRef>
            <a:fillRef idx="1">
              <a:srgbClr val="4F81BD"/>
            </a:fillRef>
            <a:effectRef idx="0">
              <a:srgbClr val="4F81BD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 sz="1400" dirty="0"/>
            </a:p>
          </p:txBody>
        </p:sp>
        <p:sp>
          <p:nvSpPr>
            <p:cNvPr id="9" name="矩形 8"/>
            <p:cNvSpPr/>
            <p:nvPr>
              <p:custDataLst>
                <p:tags r:id="rId3"/>
              </p:custDataLst>
            </p:nvPr>
          </p:nvSpPr>
          <p:spPr>
            <a:xfrm flipV="1">
              <a:off x="7270" y="1591"/>
              <a:ext cx="3770" cy="8800"/>
            </a:xfrm>
            <a:prstGeom prst="rect">
              <a:avLst/>
            </a:prstGeom>
            <a:solidFill>
              <a:srgbClr val="4BACC6">
                <a:lumMod val="20000"/>
                <a:lumOff val="80000"/>
              </a:srgbClr>
            </a:solidFill>
            <a:ln w="25400" cap="flat" cmpd="sng" algn="ctr">
              <a:noFill/>
              <a:prstDash val="solid"/>
            </a:ln>
            <a:effectLst/>
          </p:spPr>
          <p:style>
            <a:lnRef idx="2">
              <a:srgbClr val="4F81BD">
                <a:shade val="50000"/>
              </a:srgbClr>
            </a:lnRef>
            <a:fillRef idx="1">
              <a:srgbClr val="4F81BD"/>
            </a:fillRef>
            <a:effectRef idx="0">
              <a:srgbClr val="4F81BD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 sz="1400" dirty="0"/>
            </a:p>
          </p:txBody>
        </p:sp>
        <p:sp>
          <p:nvSpPr>
            <p:cNvPr id="10" name="矩形 9"/>
            <p:cNvSpPr/>
            <p:nvPr>
              <p:custDataLst>
                <p:tags r:id="rId4"/>
              </p:custDataLst>
            </p:nvPr>
          </p:nvSpPr>
          <p:spPr>
            <a:xfrm flipV="1">
              <a:off x="2906" y="1581"/>
              <a:ext cx="4365" cy="8800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25400" cap="flat" cmpd="sng" algn="ctr">
              <a:noFill/>
              <a:prstDash val="solid"/>
            </a:ln>
            <a:effectLst/>
          </p:spPr>
          <p:style>
            <a:lnRef idx="2">
              <a:srgbClr val="4F81BD">
                <a:shade val="50000"/>
              </a:srgbClr>
            </a:lnRef>
            <a:fillRef idx="1">
              <a:srgbClr val="4F81BD"/>
            </a:fillRef>
            <a:effectRef idx="0">
              <a:srgbClr val="4F81BD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 sz="1400" dirty="0"/>
            </a:p>
          </p:txBody>
        </p:sp>
        <p:sp>
          <p:nvSpPr>
            <p:cNvPr id="11" name="文本框 10"/>
            <p:cNvSpPr txBox="1"/>
            <p:nvPr>
              <p:custDataLst>
                <p:tags r:id="rId5"/>
              </p:custDataLst>
            </p:nvPr>
          </p:nvSpPr>
          <p:spPr>
            <a:xfrm>
              <a:off x="4162" y="9247"/>
              <a:ext cx="2071" cy="6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SNARC</a:t>
              </a:r>
            </a:p>
          </p:txBody>
        </p:sp>
        <p:sp>
          <p:nvSpPr>
            <p:cNvPr id="12" name="文本框 11"/>
            <p:cNvSpPr txBox="1"/>
            <p:nvPr>
              <p:custDataLst>
                <p:tags r:id="rId6"/>
              </p:custDataLst>
            </p:nvPr>
          </p:nvSpPr>
          <p:spPr>
            <a:xfrm>
              <a:off x="5291" y="6915"/>
              <a:ext cx="1704" cy="48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0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Perceptron</a:t>
              </a:r>
            </a:p>
          </p:txBody>
        </p:sp>
        <p:sp>
          <p:nvSpPr>
            <p:cNvPr id="13" name="文本框 12"/>
            <p:cNvSpPr txBox="1"/>
            <p:nvPr>
              <p:custDataLst>
                <p:tags r:id="rId7"/>
              </p:custDataLst>
            </p:nvPr>
          </p:nvSpPr>
          <p:spPr>
            <a:xfrm>
              <a:off x="7872" y="9251"/>
              <a:ext cx="2626" cy="6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Mark-I</a:t>
              </a:r>
              <a:r>
                <a:rPr lang="zh-CN" altLang="en-US" sz="1400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、</a:t>
              </a:r>
              <a:r>
                <a:rPr lang="en-US" altLang="zh-CN" sz="1400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CAPS</a:t>
              </a:r>
            </a:p>
          </p:txBody>
        </p:sp>
        <p:cxnSp>
          <p:nvCxnSpPr>
            <p:cNvPr id="14" name="直接箭头连接符 13"/>
            <p:cNvCxnSpPr/>
            <p:nvPr>
              <p:custDataLst>
                <p:tags r:id="rId8"/>
              </p:custDataLst>
            </p:nvPr>
          </p:nvCxnSpPr>
          <p:spPr>
            <a:xfrm>
              <a:off x="2889" y="7825"/>
              <a:ext cx="13495" cy="14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tailEnd type="triangle" w="lg" len="med"/>
            </a:ln>
            <a:effectLst/>
          </p:spPr>
          <p:style>
            <a:lnRef idx="1">
              <a:srgbClr val="4F81BD"/>
            </a:lnRef>
            <a:fillRef idx="0">
              <a:srgbClr val="4F81BD"/>
            </a:fillRef>
            <a:effectRef idx="0">
              <a:srgbClr val="4F81BD"/>
            </a:effectRef>
            <a:fontRef idx="minor">
              <a:sysClr val="windowText" lastClr="000000"/>
            </a:fontRef>
          </p:style>
        </p:cxnSp>
        <p:cxnSp>
          <p:nvCxnSpPr>
            <p:cNvPr id="15" name="直接箭头连接符 14"/>
            <p:cNvCxnSpPr/>
            <p:nvPr>
              <p:custDataLst>
                <p:tags r:id="rId9"/>
              </p:custDataLst>
            </p:nvPr>
          </p:nvCxnSpPr>
          <p:spPr>
            <a:xfrm flipV="1">
              <a:off x="2889" y="1416"/>
              <a:ext cx="0" cy="6420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tailEnd type="triangle" w="lg" len="med"/>
            </a:ln>
            <a:effectLst/>
          </p:spPr>
          <p:style>
            <a:lnRef idx="1">
              <a:srgbClr val="4F81BD"/>
            </a:lnRef>
            <a:fillRef idx="0">
              <a:srgbClr val="4F81BD"/>
            </a:fillRef>
            <a:effectRef idx="0">
              <a:srgbClr val="4F81BD"/>
            </a:effectRef>
            <a:fontRef idx="minor">
              <a:sysClr val="windowText" lastClr="000000"/>
            </a:fontRef>
          </p:style>
        </p:cxnSp>
        <p:cxnSp>
          <p:nvCxnSpPr>
            <p:cNvPr id="16" name="直接连接符 15"/>
            <p:cNvCxnSpPr/>
            <p:nvPr>
              <p:custDataLst>
                <p:tags r:id="rId10"/>
              </p:custDataLst>
            </p:nvPr>
          </p:nvCxnSpPr>
          <p:spPr>
            <a:xfrm flipV="1">
              <a:off x="3755" y="6915"/>
              <a:ext cx="6771" cy="921"/>
            </a:xfrm>
            <a:prstGeom prst="line">
              <a:avLst/>
            </a:prstGeom>
            <a:noFill/>
            <a:ln w="19050" cap="flat" cmpd="sng" algn="ctr">
              <a:solidFill>
                <a:srgbClr val="4F81BD"/>
              </a:solidFill>
              <a:prstDash val="solid"/>
            </a:ln>
            <a:effectLst/>
          </p:spPr>
          <p:style>
            <a:lnRef idx="1">
              <a:srgbClr val="4F81BD"/>
            </a:lnRef>
            <a:fillRef idx="0">
              <a:srgbClr val="4F81BD"/>
            </a:fillRef>
            <a:effectRef idx="0">
              <a:srgbClr val="4F81BD"/>
            </a:effectRef>
            <a:fontRef idx="minor">
              <a:sysClr val="windowText" lastClr="000000"/>
            </a:fontRef>
          </p:style>
        </p:cxnSp>
        <p:cxnSp>
          <p:nvCxnSpPr>
            <p:cNvPr id="17" name="直接连接符 16"/>
            <p:cNvCxnSpPr/>
            <p:nvPr>
              <p:custDataLst>
                <p:tags r:id="rId11"/>
              </p:custDataLst>
            </p:nvPr>
          </p:nvCxnSpPr>
          <p:spPr>
            <a:xfrm flipV="1">
              <a:off x="11240" y="4653"/>
              <a:ext cx="2006" cy="2060"/>
            </a:xfrm>
            <a:prstGeom prst="line">
              <a:avLst/>
            </a:prstGeom>
            <a:noFill/>
            <a:ln w="19050" cap="flat" cmpd="sng" algn="ctr">
              <a:solidFill>
                <a:srgbClr val="4F81BD"/>
              </a:solidFill>
              <a:prstDash val="solid"/>
            </a:ln>
            <a:effectLst/>
          </p:spPr>
          <p:style>
            <a:lnRef idx="1">
              <a:srgbClr val="4F81BD"/>
            </a:lnRef>
            <a:fillRef idx="0">
              <a:srgbClr val="4F81BD"/>
            </a:fillRef>
            <a:effectRef idx="0">
              <a:srgbClr val="4F81BD"/>
            </a:effectRef>
            <a:fontRef idx="minor">
              <a:sysClr val="windowText" lastClr="000000"/>
            </a:fontRef>
          </p:style>
        </p:cxnSp>
        <p:sp>
          <p:nvSpPr>
            <p:cNvPr id="18" name="文本框 17"/>
            <p:cNvSpPr txBox="1"/>
            <p:nvPr>
              <p:custDataLst>
                <p:tags r:id="rId12"/>
              </p:custDataLst>
            </p:nvPr>
          </p:nvSpPr>
          <p:spPr>
            <a:xfrm>
              <a:off x="7705" y="8453"/>
              <a:ext cx="2902" cy="5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2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浅层神经网络芯片</a:t>
              </a:r>
            </a:p>
          </p:txBody>
        </p:sp>
        <p:cxnSp>
          <p:nvCxnSpPr>
            <p:cNvPr id="19" name="直接连接符 18"/>
            <p:cNvCxnSpPr/>
            <p:nvPr>
              <p:custDataLst>
                <p:tags r:id="rId13"/>
              </p:custDataLst>
            </p:nvPr>
          </p:nvCxnSpPr>
          <p:spPr>
            <a:xfrm flipV="1">
              <a:off x="13546" y="2126"/>
              <a:ext cx="829" cy="2290"/>
            </a:xfrm>
            <a:prstGeom prst="line">
              <a:avLst/>
            </a:prstGeom>
            <a:noFill/>
            <a:ln w="19050" cap="flat" cmpd="sng" algn="ctr">
              <a:solidFill>
                <a:srgbClr val="C00000"/>
              </a:solidFill>
              <a:prstDash val="dash"/>
            </a:ln>
            <a:effectLst/>
          </p:spPr>
          <p:style>
            <a:lnRef idx="1">
              <a:srgbClr val="4F81BD"/>
            </a:lnRef>
            <a:fillRef idx="0">
              <a:srgbClr val="4F81BD"/>
            </a:fillRef>
            <a:effectRef idx="0">
              <a:srgbClr val="4F81BD"/>
            </a:effectRef>
            <a:fontRef idx="minor">
              <a:sysClr val="windowText" lastClr="000000"/>
            </a:fontRef>
          </p:style>
        </p:cxnSp>
        <p:sp>
          <p:nvSpPr>
            <p:cNvPr id="20" name="文本框 19"/>
            <p:cNvSpPr txBox="1"/>
            <p:nvPr>
              <p:custDataLst>
                <p:tags r:id="rId14"/>
              </p:custDataLst>
            </p:nvPr>
          </p:nvSpPr>
          <p:spPr>
            <a:xfrm>
              <a:off x="10526" y="7823"/>
              <a:ext cx="1439" cy="6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2010</a:t>
              </a:r>
            </a:p>
          </p:txBody>
        </p:sp>
        <p:sp>
          <p:nvSpPr>
            <p:cNvPr id="21" name="文本框 20"/>
            <p:cNvSpPr txBox="1"/>
            <p:nvPr>
              <p:custDataLst>
                <p:tags r:id="rId15"/>
              </p:custDataLst>
            </p:nvPr>
          </p:nvSpPr>
          <p:spPr>
            <a:xfrm>
              <a:off x="13082" y="7838"/>
              <a:ext cx="1316" cy="6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2020</a:t>
              </a:r>
            </a:p>
          </p:txBody>
        </p:sp>
        <p:sp>
          <p:nvSpPr>
            <p:cNvPr id="22" name="文本框 21"/>
            <p:cNvSpPr txBox="1"/>
            <p:nvPr>
              <p:custDataLst>
                <p:tags r:id="rId16"/>
              </p:custDataLst>
            </p:nvPr>
          </p:nvSpPr>
          <p:spPr>
            <a:xfrm>
              <a:off x="2740" y="7870"/>
              <a:ext cx="1421" cy="6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1940</a:t>
              </a:r>
            </a:p>
          </p:txBody>
        </p:sp>
        <p:sp>
          <p:nvSpPr>
            <p:cNvPr id="23" name="文本框 22"/>
            <p:cNvSpPr txBox="1"/>
            <p:nvPr>
              <p:custDataLst>
                <p:tags r:id="rId17"/>
              </p:custDataLst>
            </p:nvPr>
          </p:nvSpPr>
          <p:spPr>
            <a:xfrm>
              <a:off x="6753" y="7848"/>
              <a:ext cx="1451" cy="6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1980</a:t>
              </a:r>
            </a:p>
          </p:txBody>
        </p:sp>
        <p:sp>
          <p:nvSpPr>
            <p:cNvPr id="24" name="文本框 23"/>
            <p:cNvSpPr txBox="1"/>
            <p:nvPr>
              <p:custDataLst>
                <p:tags r:id="rId18"/>
              </p:custDataLst>
            </p:nvPr>
          </p:nvSpPr>
          <p:spPr>
            <a:xfrm>
              <a:off x="11078" y="8463"/>
              <a:ext cx="2553" cy="5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深度学习处理器</a:t>
              </a:r>
            </a:p>
          </p:txBody>
        </p:sp>
        <p:sp>
          <p:nvSpPr>
            <p:cNvPr id="25" name="文本框 24"/>
            <p:cNvSpPr txBox="1"/>
            <p:nvPr>
              <p:custDataLst>
                <p:tags r:id="rId19"/>
              </p:custDataLst>
            </p:nvPr>
          </p:nvSpPr>
          <p:spPr>
            <a:xfrm>
              <a:off x="13726" y="8753"/>
              <a:ext cx="5088" cy="72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下一代智能计算系统？</a:t>
              </a:r>
            </a:p>
          </p:txBody>
        </p:sp>
        <p:sp>
          <p:nvSpPr>
            <p:cNvPr id="26" name="椭圆 25"/>
            <p:cNvSpPr/>
            <p:nvPr>
              <p:custDataLst>
                <p:tags r:id="rId20"/>
              </p:custDataLst>
            </p:nvPr>
          </p:nvSpPr>
          <p:spPr>
            <a:xfrm>
              <a:off x="8661" y="7120"/>
              <a:ext cx="189" cy="180"/>
            </a:xfrm>
            <a:prstGeom prst="ellipse">
              <a:avLst/>
            </a:prstGeom>
            <a:solidFill>
              <a:srgbClr val="0070C0"/>
            </a:solidFill>
            <a:ln w="25400" cap="flat" cmpd="sng" algn="ctr">
              <a:noFill/>
              <a:prstDash val="solid"/>
            </a:ln>
            <a:effectLst/>
          </p:spPr>
          <p:style>
            <a:lnRef idx="2">
              <a:srgbClr val="4F81BD">
                <a:shade val="50000"/>
              </a:srgbClr>
            </a:lnRef>
            <a:fillRef idx="1">
              <a:srgbClr val="4F81BD"/>
            </a:fillRef>
            <a:effectRef idx="0">
              <a:srgbClr val="4F81BD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 sz="1000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7" name="文本框 26"/>
            <p:cNvSpPr txBox="1"/>
            <p:nvPr>
              <p:custDataLst>
                <p:tags r:id="rId21"/>
              </p:custDataLst>
            </p:nvPr>
          </p:nvSpPr>
          <p:spPr>
            <a:xfrm>
              <a:off x="9923" y="7091"/>
              <a:ext cx="1406" cy="48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0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LeNet-5</a:t>
              </a:r>
            </a:p>
          </p:txBody>
        </p:sp>
        <p:sp>
          <p:nvSpPr>
            <p:cNvPr id="28" name="椭圆 27"/>
            <p:cNvSpPr/>
            <p:nvPr>
              <p:custDataLst>
                <p:tags r:id="rId22"/>
              </p:custDataLst>
            </p:nvPr>
          </p:nvSpPr>
          <p:spPr>
            <a:xfrm>
              <a:off x="3728" y="7656"/>
              <a:ext cx="189" cy="180"/>
            </a:xfrm>
            <a:prstGeom prst="ellipse">
              <a:avLst/>
            </a:prstGeom>
            <a:solidFill>
              <a:srgbClr val="0070C0"/>
            </a:solidFill>
            <a:ln w="25400" cap="flat" cmpd="sng" algn="ctr">
              <a:noFill/>
              <a:prstDash val="solid"/>
            </a:ln>
            <a:effectLst/>
          </p:spPr>
          <p:style>
            <a:lnRef idx="2">
              <a:srgbClr val="4F81BD">
                <a:shade val="50000"/>
              </a:srgbClr>
            </a:lnRef>
            <a:fillRef idx="1">
              <a:srgbClr val="4F81BD"/>
            </a:fillRef>
            <a:effectRef idx="0">
              <a:srgbClr val="4F81BD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 sz="1000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9" name="椭圆 28"/>
            <p:cNvSpPr/>
            <p:nvPr>
              <p:custDataLst>
                <p:tags r:id="rId23"/>
              </p:custDataLst>
            </p:nvPr>
          </p:nvSpPr>
          <p:spPr>
            <a:xfrm>
              <a:off x="9603" y="6889"/>
              <a:ext cx="189" cy="180"/>
            </a:xfrm>
            <a:prstGeom prst="ellipse">
              <a:avLst/>
            </a:prstGeom>
            <a:solidFill>
              <a:srgbClr val="0070C0"/>
            </a:solidFill>
            <a:ln w="25400" cap="flat" cmpd="sng" algn="ctr">
              <a:noFill/>
              <a:prstDash val="solid"/>
            </a:ln>
            <a:effectLst/>
          </p:spPr>
          <p:style>
            <a:lnRef idx="2">
              <a:srgbClr val="4F81BD">
                <a:shade val="50000"/>
              </a:srgbClr>
            </a:lnRef>
            <a:fillRef idx="1">
              <a:srgbClr val="4F81BD"/>
            </a:fillRef>
            <a:effectRef idx="0">
              <a:srgbClr val="4F81BD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 sz="1000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30" name="文本框 29"/>
            <p:cNvSpPr txBox="1"/>
            <p:nvPr>
              <p:custDataLst>
                <p:tags r:id="rId24"/>
              </p:custDataLst>
            </p:nvPr>
          </p:nvSpPr>
          <p:spPr>
            <a:xfrm>
              <a:off x="13720" y="3660"/>
              <a:ext cx="2464" cy="4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0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GPT-3/ChatGPT</a:t>
              </a:r>
            </a:p>
          </p:txBody>
        </p:sp>
        <p:sp>
          <p:nvSpPr>
            <p:cNvPr id="31" name="椭圆 30"/>
            <p:cNvSpPr/>
            <p:nvPr>
              <p:custDataLst>
                <p:tags r:id="rId25"/>
              </p:custDataLst>
            </p:nvPr>
          </p:nvSpPr>
          <p:spPr>
            <a:xfrm>
              <a:off x="10558" y="6837"/>
              <a:ext cx="189" cy="180"/>
            </a:xfrm>
            <a:prstGeom prst="ellipse">
              <a:avLst/>
            </a:prstGeom>
            <a:solidFill>
              <a:srgbClr val="0070C0"/>
            </a:solidFill>
            <a:ln w="25400" cap="flat" cmpd="sng" algn="ctr">
              <a:noFill/>
              <a:prstDash val="solid"/>
            </a:ln>
            <a:effectLst/>
          </p:spPr>
          <p:style>
            <a:lnRef idx="2">
              <a:srgbClr val="4F81BD">
                <a:shade val="50000"/>
              </a:srgbClr>
            </a:lnRef>
            <a:fillRef idx="1">
              <a:srgbClr val="4F81BD"/>
            </a:fillRef>
            <a:effectRef idx="0">
              <a:srgbClr val="4F81BD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 sz="1000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32" name="椭圆 31"/>
            <p:cNvSpPr/>
            <p:nvPr>
              <p:custDataLst>
                <p:tags r:id="rId26"/>
              </p:custDataLst>
            </p:nvPr>
          </p:nvSpPr>
          <p:spPr>
            <a:xfrm>
              <a:off x="13602" y="4308"/>
              <a:ext cx="189" cy="180"/>
            </a:xfrm>
            <a:prstGeom prst="ellipse">
              <a:avLst/>
            </a:prstGeom>
            <a:solidFill>
              <a:srgbClr val="0070C0"/>
            </a:solidFill>
            <a:ln w="25400" cap="flat" cmpd="sng" algn="ctr">
              <a:noFill/>
              <a:prstDash val="solid"/>
            </a:ln>
            <a:effectLst/>
          </p:spPr>
          <p:style>
            <a:lnRef idx="2">
              <a:srgbClr val="4F81BD">
                <a:shade val="50000"/>
              </a:srgbClr>
            </a:lnRef>
            <a:fillRef idx="1">
              <a:srgbClr val="4F81BD"/>
            </a:fillRef>
            <a:effectRef idx="0">
              <a:srgbClr val="4F81BD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 sz="1000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33" name="椭圆 32"/>
            <p:cNvSpPr/>
            <p:nvPr>
              <p:custDataLst>
                <p:tags r:id="rId27"/>
              </p:custDataLst>
            </p:nvPr>
          </p:nvSpPr>
          <p:spPr>
            <a:xfrm>
              <a:off x="11612" y="6000"/>
              <a:ext cx="189" cy="180"/>
            </a:xfrm>
            <a:prstGeom prst="ellipse">
              <a:avLst/>
            </a:prstGeom>
            <a:solidFill>
              <a:srgbClr val="0070C0"/>
            </a:solidFill>
            <a:ln w="25400" cap="flat" cmpd="sng" algn="ctr">
              <a:noFill/>
              <a:prstDash val="solid"/>
            </a:ln>
            <a:effectLst/>
          </p:spPr>
          <p:style>
            <a:lnRef idx="2">
              <a:srgbClr val="4F81BD">
                <a:shade val="50000"/>
              </a:srgbClr>
            </a:lnRef>
            <a:fillRef idx="1">
              <a:srgbClr val="4F81BD"/>
            </a:fillRef>
            <a:effectRef idx="0">
              <a:srgbClr val="4F81BD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 sz="1000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34" name="椭圆 33"/>
            <p:cNvSpPr/>
            <p:nvPr>
              <p:custDataLst>
                <p:tags r:id="rId28"/>
              </p:custDataLst>
            </p:nvPr>
          </p:nvSpPr>
          <p:spPr>
            <a:xfrm>
              <a:off x="12228" y="5580"/>
              <a:ext cx="189" cy="180"/>
            </a:xfrm>
            <a:prstGeom prst="ellipse">
              <a:avLst/>
            </a:prstGeom>
            <a:solidFill>
              <a:srgbClr val="0070C0"/>
            </a:solidFill>
            <a:ln w="25400" cap="flat" cmpd="sng" algn="ctr">
              <a:noFill/>
              <a:prstDash val="solid"/>
            </a:ln>
            <a:effectLst/>
          </p:spPr>
          <p:style>
            <a:lnRef idx="2">
              <a:srgbClr val="4F81BD">
                <a:shade val="50000"/>
              </a:srgbClr>
            </a:lnRef>
            <a:fillRef idx="1">
              <a:srgbClr val="4F81BD"/>
            </a:fillRef>
            <a:effectRef idx="0">
              <a:srgbClr val="4F81BD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 sz="1000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35" name="椭圆 34"/>
            <p:cNvSpPr/>
            <p:nvPr>
              <p:custDataLst>
                <p:tags r:id="rId29"/>
              </p:custDataLst>
            </p:nvPr>
          </p:nvSpPr>
          <p:spPr>
            <a:xfrm>
              <a:off x="12626" y="5499"/>
              <a:ext cx="189" cy="180"/>
            </a:xfrm>
            <a:prstGeom prst="ellipse">
              <a:avLst/>
            </a:prstGeom>
            <a:solidFill>
              <a:srgbClr val="0070C0"/>
            </a:solidFill>
            <a:ln w="25400" cap="flat" cmpd="sng" algn="ctr">
              <a:noFill/>
              <a:prstDash val="solid"/>
            </a:ln>
            <a:effectLst/>
          </p:spPr>
          <p:style>
            <a:lnRef idx="2">
              <a:srgbClr val="4F81BD">
                <a:shade val="50000"/>
              </a:srgbClr>
            </a:lnRef>
            <a:fillRef idx="1">
              <a:srgbClr val="4F81BD"/>
            </a:fillRef>
            <a:effectRef idx="0">
              <a:srgbClr val="4F81BD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 sz="1000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36" name="椭圆 35"/>
            <p:cNvSpPr/>
            <p:nvPr>
              <p:custDataLst>
                <p:tags r:id="rId30"/>
              </p:custDataLst>
            </p:nvPr>
          </p:nvSpPr>
          <p:spPr>
            <a:xfrm>
              <a:off x="12715" y="4841"/>
              <a:ext cx="189" cy="180"/>
            </a:xfrm>
            <a:prstGeom prst="ellipse">
              <a:avLst/>
            </a:prstGeom>
            <a:solidFill>
              <a:srgbClr val="0070C0"/>
            </a:solidFill>
            <a:ln w="25400" cap="flat" cmpd="sng" algn="ctr">
              <a:noFill/>
              <a:prstDash val="solid"/>
            </a:ln>
            <a:effectLst/>
          </p:spPr>
          <p:style>
            <a:lnRef idx="2">
              <a:srgbClr val="4F81BD">
                <a:shade val="50000"/>
              </a:srgbClr>
            </a:lnRef>
            <a:fillRef idx="1">
              <a:srgbClr val="4F81BD"/>
            </a:fillRef>
            <a:effectRef idx="0">
              <a:srgbClr val="4F81BD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 sz="1000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37" name="椭圆 36"/>
            <p:cNvSpPr/>
            <p:nvPr>
              <p:custDataLst>
                <p:tags r:id="rId31"/>
              </p:custDataLst>
            </p:nvPr>
          </p:nvSpPr>
          <p:spPr>
            <a:xfrm>
              <a:off x="11518" y="6550"/>
              <a:ext cx="189" cy="180"/>
            </a:xfrm>
            <a:prstGeom prst="ellipse">
              <a:avLst/>
            </a:prstGeom>
            <a:solidFill>
              <a:srgbClr val="0070C0"/>
            </a:solidFill>
            <a:ln w="25400" cap="flat" cmpd="sng" algn="ctr">
              <a:noFill/>
              <a:prstDash val="solid"/>
            </a:ln>
            <a:effectLst/>
          </p:spPr>
          <p:style>
            <a:lnRef idx="2">
              <a:srgbClr val="4F81BD">
                <a:shade val="50000"/>
              </a:srgbClr>
            </a:lnRef>
            <a:fillRef idx="1">
              <a:srgbClr val="4F81BD"/>
            </a:fillRef>
            <a:effectRef idx="0">
              <a:srgbClr val="4F81BD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 sz="1000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38" name="椭圆 37"/>
            <p:cNvSpPr/>
            <p:nvPr>
              <p:custDataLst>
                <p:tags r:id="rId32"/>
              </p:custDataLst>
            </p:nvPr>
          </p:nvSpPr>
          <p:spPr>
            <a:xfrm>
              <a:off x="12186" y="5912"/>
              <a:ext cx="189" cy="180"/>
            </a:xfrm>
            <a:prstGeom prst="ellipse">
              <a:avLst/>
            </a:prstGeom>
            <a:solidFill>
              <a:srgbClr val="0070C0"/>
            </a:solidFill>
            <a:ln w="25400" cap="flat" cmpd="sng" algn="ctr">
              <a:noFill/>
              <a:prstDash val="solid"/>
            </a:ln>
            <a:effectLst/>
          </p:spPr>
          <p:style>
            <a:lnRef idx="2">
              <a:srgbClr val="4F81BD">
                <a:shade val="50000"/>
              </a:srgbClr>
            </a:lnRef>
            <a:fillRef idx="1">
              <a:srgbClr val="4F81BD"/>
            </a:fillRef>
            <a:effectRef idx="0">
              <a:srgbClr val="4F81BD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 sz="1000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39" name="椭圆 38"/>
            <p:cNvSpPr/>
            <p:nvPr>
              <p:custDataLst>
                <p:tags r:id="rId33"/>
              </p:custDataLst>
            </p:nvPr>
          </p:nvSpPr>
          <p:spPr>
            <a:xfrm>
              <a:off x="13704" y="3799"/>
              <a:ext cx="189" cy="174"/>
            </a:xfrm>
            <a:prstGeom prst="ellipse">
              <a:avLst/>
            </a:prstGeom>
            <a:solidFill>
              <a:srgbClr val="0070C0"/>
            </a:solidFill>
            <a:ln w="25400" cap="flat" cmpd="sng" algn="ctr">
              <a:noFill/>
              <a:prstDash val="solid"/>
            </a:ln>
            <a:effectLst/>
          </p:spPr>
          <p:style>
            <a:lnRef idx="2">
              <a:srgbClr val="4F81BD">
                <a:shade val="50000"/>
              </a:srgbClr>
            </a:lnRef>
            <a:fillRef idx="1">
              <a:srgbClr val="4F81BD"/>
            </a:fillRef>
            <a:effectRef idx="0">
              <a:srgbClr val="4F81BD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 sz="1000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40" name="文本框 39"/>
            <p:cNvSpPr txBox="1"/>
            <p:nvPr>
              <p:custDataLst>
                <p:tags r:id="rId34"/>
              </p:custDataLst>
            </p:nvPr>
          </p:nvSpPr>
          <p:spPr>
            <a:xfrm>
              <a:off x="12570" y="5419"/>
              <a:ext cx="1406" cy="48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0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NMT</a:t>
              </a:r>
            </a:p>
          </p:txBody>
        </p:sp>
        <p:sp>
          <p:nvSpPr>
            <p:cNvPr id="41" name="文本框 40"/>
            <p:cNvSpPr txBox="1"/>
            <p:nvPr>
              <p:custDataLst>
                <p:tags r:id="rId35"/>
              </p:custDataLst>
            </p:nvPr>
          </p:nvSpPr>
          <p:spPr>
            <a:xfrm>
              <a:off x="12121" y="5924"/>
              <a:ext cx="1406" cy="48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0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BERT</a:t>
              </a:r>
            </a:p>
          </p:txBody>
        </p:sp>
        <p:sp>
          <p:nvSpPr>
            <p:cNvPr id="42" name="文本框 41"/>
            <p:cNvSpPr txBox="1"/>
            <p:nvPr>
              <p:custDataLst>
                <p:tags r:id="rId36"/>
              </p:custDataLst>
            </p:nvPr>
          </p:nvSpPr>
          <p:spPr>
            <a:xfrm>
              <a:off x="12762" y="4843"/>
              <a:ext cx="2106" cy="48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000" dirty="0" err="1">
                  <a:solidFill>
                    <a:prstClr val="black">
                      <a:lumMod val="75000"/>
                      <a:lumOff val="25000"/>
                    </a:prstClr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AlphaGoZero</a:t>
              </a:r>
            </a:p>
          </p:txBody>
        </p:sp>
        <p:sp>
          <p:nvSpPr>
            <p:cNvPr id="43" name="文本框 42"/>
            <p:cNvSpPr txBox="1"/>
            <p:nvPr>
              <p:custDataLst>
                <p:tags r:id="rId37"/>
              </p:custDataLst>
            </p:nvPr>
          </p:nvSpPr>
          <p:spPr>
            <a:xfrm>
              <a:off x="3547" y="8455"/>
              <a:ext cx="2902" cy="5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2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单层神经网络芯片</a:t>
              </a:r>
            </a:p>
          </p:txBody>
        </p:sp>
        <p:sp>
          <p:nvSpPr>
            <p:cNvPr id="44" name="文本框 43"/>
            <p:cNvSpPr txBox="1"/>
            <p:nvPr>
              <p:custDataLst>
                <p:tags r:id="rId38"/>
              </p:custDataLst>
            </p:nvPr>
          </p:nvSpPr>
          <p:spPr>
            <a:xfrm>
              <a:off x="4815" y="4200"/>
              <a:ext cx="2585" cy="6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4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单层神经网络</a:t>
              </a:r>
            </a:p>
          </p:txBody>
        </p:sp>
        <p:sp>
          <p:nvSpPr>
            <p:cNvPr id="45" name="文本框 44"/>
            <p:cNvSpPr txBox="1"/>
            <p:nvPr>
              <p:custDataLst>
                <p:tags r:id="rId39"/>
              </p:custDataLst>
            </p:nvPr>
          </p:nvSpPr>
          <p:spPr>
            <a:xfrm>
              <a:off x="11032" y="9045"/>
              <a:ext cx="2570" cy="10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 err="1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DianNao</a:t>
              </a:r>
              <a:r>
                <a:rPr lang="zh-CN" altLang="en-US" sz="1400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、</a:t>
              </a:r>
              <a:endParaRPr lang="en-US" altLang="zh-CN" sz="1400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  <a:p>
              <a:pPr algn="ctr"/>
              <a:r>
                <a:rPr lang="en-US" altLang="zh-CN" sz="1400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MLU</a:t>
              </a:r>
              <a:r>
                <a:rPr lang="zh-CN" altLang="en-US" sz="1400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、</a:t>
              </a:r>
              <a:r>
                <a:rPr lang="en-US" altLang="zh-CN" sz="1400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TPU</a:t>
              </a:r>
            </a:p>
          </p:txBody>
        </p:sp>
        <p:pic>
          <p:nvPicPr>
            <p:cNvPr id="46" name="Picture 8"/>
            <p:cNvPicPr>
              <a:picLocks noChangeAspect="1" noChangeArrowheads="1"/>
            </p:cNvPicPr>
            <p:nvPr>
              <p:custDataLst>
                <p:tags r:id="rId40"/>
              </p:custDataLst>
            </p:nvPr>
          </p:nvPicPr>
          <p:blipFill>
            <a:blip r:embed="rId64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398" y="2238"/>
              <a:ext cx="1236" cy="8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7" name="文本框 46"/>
            <p:cNvSpPr txBox="1"/>
            <p:nvPr>
              <p:custDataLst>
                <p:tags r:id="rId41"/>
              </p:custDataLst>
            </p:nvPr>
          </p:nvSpPr>
          <p:spPr>
            <a:xfrm>
              <a:off x="7883" y="3521"/>
              <a:ext cx="2585" cy="6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4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多层神经网络</a:t>
              </a:r>
            </a:p>
          </p:txBody>
        </p:sp>
        <p:sp>
          <p:nvSpPr>
            <p:cNvPr id="48" name="文本框 47"/>
            <p:cNvSpPr txBox="1"/>
            <p:nvPr>
              <p:custDataLst>
                <p:tags r:id="rId42"/>
              </p:custDataLst>
            </p:nvPr>
          </p:nvSpPr>
          <p:spPr>
            <a:xfrm>
              <a:off x="11064" y="2667"/>
              <a:ext cx="2585" cy="6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4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深层神经网络</a:t>
              </a:r>
            </a:p>
          </p:txBody>
        </p:sp>
        <p:sp>
          <p:nvSpPr>
            <p:cNvPr id="49" name="文本框 48"/>
            <p:cNvSpPr txBox="1"/>
            <p:nvPr>
              <p:custDataLst>
                <p:tags r:id="rId43"/>
              </p:custDataLst>
            </p:nvPr>
          </p:nvSpPr>
          <p:spPr>
            <a:xfrm>
              <a:off x="2846" y="5014"/>
              <a:ext cx="1900" cy="6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4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神经元</a:t>
              </a:r>
            </a:p>
          </p:txBody>
        </p:sp>
        <p:sp>
          <p:nvSpPr>
            <p:cNvPr id="50" name="文本框 49"/>
            <p:cNvSpPr txBox="1"/>
            <p:nvPr>
              <p:custDataLst>
                <p:tags r:id="rId44"/>
              </p:custDataLst>
            </p:nvPr>
          </p:nvSpPr>
          <p:spPr>
            <a:xfrm>
              <a:off x="3142" y="7199"/>
              <a:ext cx="1431" cy="48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0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MP</a:t>
              </a:r>
            </a:p>
          </p:txBody>
        </p:sp>
        <p:sp>
          <p:nvSpPr>
            <p:cNvPr id="51" name="文本框 50"/>
            <p:cNvSpPr txBox="1"/>
            <p:nvPr>
              <p:custDataLst>
                <p:tags r:id="rId45"/>
              </p:custDataLst>
            </p:nvPr>
          </p:nvSpPr>
          <p:spPr>
            <a:xfrm>
              <a:off x="1614" y="2062"/>
              <a:ext cx="1214" cy="6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10</a:t>
              </a:r>
              <a:r>
                <a:rPr lang="en-US" altLang="zh-CN" sz="1400" b="1" baseline="30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15</a:t>
              </a:r>
            </a:p>
          </p:txBody>
        </p:sp>
        <p:sp>
          <p:nvSpPr>
            <p:cNvPr id="52" name="文本框 51"/>
            <p:cNvSpPr txBox="1"/>
            <p:nvPr>
              <p:custDataLst>
                <p:tags r:id="rId46"/>
              </p:custDataLst>
            </p:nvPr>
          </p:nvSpPr>
          <p:spPr>
            <a:xfrm>
              <a:off x="2012" y="7400"/>
              <a:ext cx="515" cy="6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53" name="文本框 52"/>
            <p:cNvSpPr txBox="1"/>
            <p:nvPr>
              <p:custDataLst>
                <p:tags r:id="rId47"/>
              </p:custDataLst>
            </p:nvPr>
          </p:nvSpPr>
          <p:spPr>
            <a:xfrm>
              <a:off x="1614" y="3759"/>
              <a:ext cx="1228" cy="6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10</a:t>
              </a:r>
              <a:r>
                <a:rPr lang="en-US" altLang="zh-CN" sz="1400" b="1" baseline="30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11</a:t>
              </a:r>
            </a:p>
          </p:txBody>
        </p:sp>
        <p:sp>
          <p:nvSpPr>
            <p:cNvPr id="54" name="文本框 53"/>
            <p:cNvSpPr txBox="1"/>
            <p:nvPr>
              <p:custDataLst>
                <p:tags r:id="rId48"/>
              </p:custDataLst>
            </p:nvPr>
          </p:nvSpPr>
          <p:spPr>
            <a:xfrm>
              <a:off x="1614" y="6183"/>
              <a:ext cx="1079" cy="6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10</a:t>
              </a:r>
              <a:r>
                <a:rPr lang="en-US" altLang="zh-CN" sz="1400" b="1" baseline="30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6</a:t>
              </a:r>
            </a:p>
          </p:txBody>
        </p:sp>
        <p:pic>
          <p:nvPicPr>
            <p:cNvPr id="55" name="Picture 10"/>
            <p:cNvPicPr>
              <a:picLocks noChangeAspect="1" noChangeArrowheads="1"/>
            </p:cNvPicPr>
            <p:nvPr>
              <p:custDataLst>
                <p:tags r:id="rId49"/>
              </p:custDataLst>
            </p:nvPr>
          </p:nvPicPr>
          <p:blipFill rotWithShape="1">
            <a:blip r:embed="rId6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prstClr val="black"/>
                <a:srgbClr val="C0504D">
                  <a:tint val="45000"/>
                  <a:satMod val="40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69" t="47060" r="91801" b="39047"/>
            <a:stretch>
              <a:fillRect/>
            </a:stretch>
          </p:blipFill>
          <p:spPr bwMode="auto">
            <a:xfrm>
              <a:off x="3147" y="5670"/>
              <a:ext cx="1310" cy="125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6" name="Picture 12"/>
            <p:cNvPicPr>
              <a:picLocks noChangeAspect="1" noChangeArrowheads="1"/>
            </p:cNvPicPr>
            <p:nvPr>
              <p:custDataLst>
                <p:tags r:id="rId50"/>
              </p:custDataLst>
            </p:nvPr>
          </p:nvPicPr>
          <p:blipFill rotWithShape="1">
            <a:blip r:embed="rId6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prstClr val="black"/>
                <a:srgbClr val="C0504D">
                  <a:tint val="45000"/>
                  <a:satMod val="40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972" t="27195" r="71829" b="46096"/>
            <a:stretch>
              <a:fillRect/>
            </a:stretch>
          </p:blipFill>
          <p:spPr bwMode="auto">
            <a:xfrm>
              <a:off x="5371" y="4993"/>
              <a:ext cx="1452" cy="157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7" name="Picture 14"/>
            <p:cNvPicPr>
              <a:picLocks noChangeAspect="1" noChangeArrowheads="1"/>
            </p:cNvPicPr>
            <p:nvPr>
              <p:custDataLst>
                <p:tags r:id="rId51"/>
              </p:custDataLst>
            </p:nvPr>
          </p:nvPicPr>
          <p:blipFill rotWithShape="1">
            <a:blip r:embed="rId6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prstClr val="black"/>
                <a:srgbClr val="C0504D">
                  <a:tint val="45000"/>
                  <a:satMod val="40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5095" t="14449" r="34122" b="56240"/>
            <a:stretch>
              <a:fillRect/>
            </a:stretch>
          </p:blipFill>
          <p:spPr bwMode="auto">
            <a:xfrm>
              <a:off x="7780" y="4165"/>
              <a:ext cx="2524" cy="16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8" name="Picture 16"/>
            <p:cNvPicPr>
              <a:picLocks noChangeAspect="1" noChangeArrowheads="1"/>
            </p:cNvPicPr>
            <p:nvPr>
              <p:custDataLst>
                <p:tags r:id="rId52"/>
              </p:custDataLst>
            </p:nvPr>
          </p:nvPicPr>
          <p:blipFill rotWithShape="1">
            <a:blip r:embed="rId6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prstClr val="black"/>
                <a:srgbClr val="C0504D">
                  <a:tint val="45000"/>
                  <a:satMod val="40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7111" b="75794"/>
            <a:stretch>
              <a:fillRect/>
            </a:stretch>
          </p:blipFill>
          <p:spPr bwMode="auto">
            <a:xfrm>
              <a:off x="11036" y="3355"/>
              <a:ext cx="2491" cy="135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9" name="椭圆 58"/>
            <p:cNvSpPr/>
            <p:nvPr>
              <p:custDataLst>
                <p:tags r:id="rId53"/>
              </p:custDataLst>
            </p:nvPr>
          </p:nvSpPr>
          <p:spPr>
            <a:xfrm>
              <a:off x="6044" y="7365"/>
              <a:ext cx="189" cy="180"/>
            </a:xfrm>
            <a:prstGeom prst="ellipse">
              <a:avLst/>
            </a:prstGeom>
            <a:solidFill>
              <a:srgbClr val="0070C0"/>
            </a:solidFill>
            <a:ln w="25400" cap="flat" cmpd="sng" algn="ctr">
              <a:noFill/>
              <a:prstDash val="solid"/>
            </a:ln>
            <a:effectLst/>
          </p:spPr>
          <p:style>
            <a:lnRef idx="2">
              <a:srgbClr val="4F81BD">
                <a:shade val="50000"/>
              </a:srgbClr>
            </a:lnRef>
            <a:fillRef idx="1">
              <a:srgbClr val="4F81BD"/>
            </a:fillRef>
            <a:effectRef idx="0">
              <a:srgbClr val="4F81BD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 sz="1000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60" name="箭头: 右 77"/>
            <p:cNvSpPr/>
            <p:nvPr>
              <p:custDataLst>
                <p:tags r:id="rId54"/>
              </p:custDataLst>
            </p:nvPr>
          </p:nvSpPr>
          <p:spPr>
            <a:xfrm>
              <a:off x="2406" y="10078"/>
              <a:ext cx="14410" cy="666"/>
            </a:xfrm>
            <a:prstGeom prst="rightArrow">
              <a:avLst/>
            </a:prstGeom>
            <a:solidFill>
              <a:srgbClr val="4F81BD"/>
            </a:solidFill>
            <a:ln w="25400" cap="flat" cmpd="sng" algn="ctr">
              <a:noFill/>
              <a:prstDash val="solid"/>
            </a:ln>
            <a:effectLst/>
          </p:spPr>
          <p:style>
            <a:lnRef idx="2">
              <a:srgbClr val="4F81BD">
                <a:shade val="50000"/>
              </a:srgbClr>
            </a:lnRef>
            <a:fillRef idx="1">
              <a:srgbClr val="4F81BD"/>
            </a:fillRef>
            <a:effectRef idx="0">
              <a:srgbClr val="4F81BD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 sz="1400" dirty="0"/>
            </a:p>
          </p:txBody>
        </p:sp>
        <p:sp>
          <p:nvSpPr>
            <p:cNvPr id="61" name="文本框 60"/>
            <p:cNvSpPr txBox="1"/>
            <p:nvPr>
              <p:custDataLst>
                <p:tags r:id="rId55"/>
              </p:custDataLst>
            </p:nvPr>
          </p:nvSpPr>
          <p:spPr>
            <a:xfrm>
              <a:off x="11536" y="6506"/>
              <a:ext cx="1418" cy="48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000" dirty="0" err="1">
                  <a:solidFill>
                    <a:prstClr val="black">
                      <a:lumMod val="75000"/>
                      <a:lumOff val="25000"/>
                    </a:prstClr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AlexNet</a:t>
              </a:r>
            </a:p>
          </p:txBody>
        </p:sp>
        <p:sp>
          <p:nvSpPr>
            <p:cNvPr id="62" name="文本框 61"/>
            <p:cNvSpPr txBox="1"/>
            <p:nvPr>
              <p:custDataLst>
                <p:tags r:id="rId56"/>
              </p:custDataLst>
            </p:nvPr>
          </p:nvSpPr>
          <p:spPr>
            <a:xfrm>
              <a:off x="10547" y="5504"/>
              <a:ext cx="1418" cy="48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000" dirty="0" err="1">
                  <a:solidFill>
                    <a:prstClr val="black">
                      <a:lumMod val="75000"/>
                      <a:lumOff val="25000"/>
                    </a:prstClr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ResNet</a:t>
              </a:r>
            </a:p>
          </p:txBody>
        </p:sp>
        <p:sp>
          <p:nvSpPr>
            <p:cNvPr id="63" name="文本框 62"/>
            <p:cNvSpPr txBox="1"/>
            <p:nvPr>
              <p:custDataLst>
                <p:tags r:id="rId57"/>
              </p:custDataLst>
            </p:nvPr>
          </p:nvSpPr>
          <p:spPr>
            <a:xfrm>
              <a:off x="7894" y="6559"/>
              <a:ext cx="1406" cy="48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000" dirty="0" err="1">
                  <a:solidFill>
                    <a:prstClr val="black">
                      <a:lumMod val="75000"/>
                      <a:lumOff val="25000"/>
                    </a:prstClr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NETTalk</a:t>
              </a:r>
            </a:p>
          </p:txBody>
        </p:sp>
        <p:sp>
          <p:nvSpPr>
            <p:cNvPr id="64" name="文本框 63"/>
            <p:cNvSpPr txBox="1"/>
            <p:nvPr>
              <p:custDataLst>
                <p:tags r:id="rId58"/>
              </p:custDataLst>
            </p:nvPr>
          </p:nvSpPr>
          <p:spPr>
            <a:xfrm>
              <a:off x="8983" y="6374"/>
              <a:ext cx="1406" cy="48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0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ALVINN</a:t>
              </a:r>
            </a:p>
          </p:txBody>
        </p:sp>
        <p:sp>
          <p:nvSpPr>
            <p:cNvPr id="65" name="文本框 64"/>
            <p:cNvSpPr txBox="1"/>
            <p:nvPr>
              <p:custDataLst>
                <p:tags r:id="rId59"/>
              </p:custDataLst>
            </p:nvPr>
          </p:nvSpPr>
          <p:spPr>
            <a:xfrm>
              <a:off x="13612" y="4162"/>
              <a:ext cx="1406" cy="48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0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T5</a:t>
              </a:r>
            </a:p>
          </p:txBody>
        </p:sp>
        <p:sp>
          <p:nvSpPr>
            <p:cNvPr id="66" name="文本框 65"/>
            <p:cNvSpPr txBox="1"/>
            <p:nvPr>
              <p:custDataLst>
                <p:tags r:id="rId60"/>
              </p:custDataLst>
            </p:nvPr>
          </p:nvSpPr>
          <p:spPr>
            <a:xfrm>
              <a:off x="12387" y="1582"/>
              <a:ext cx="5401" cy="6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神经网络参数规模将达到</a:t>
              </a:r>
              <a:r>
                <a:rPr lang="en-US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10</a:t>
              </a:r>
              <a:r>
                <a:rPr lang="en-US" altLang="zh-CN" sz="1400" b="1" baseline="30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15</a:t>
              </a:r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！</a:t>
              </a:r>
            </a:p>
          </p:txBody>
        </p:sp>
        <p:sp>
          <p:nvSpPr>
            <p:cNvPr id="67" name="文本框 66"/>
            <p:cNvSpPr txBox="1"/>
            <p:nvPr>
              <p:custDataLst>
                <p:tags r:id="rId61"/>
              </p:custDataLst>
            </p:nvPr>
          </p:nvSpPr>
          <p:spPr>
            <a:xfrm>
              <a:off x="14379" y="7847"/>
              <a:ext cx="1634" cy="6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2025</a:t>
              </a:r>
            </a:p>
          </p:txBody>
        </p:sp>
        <p:sp>
          <p:nvSpPr>
            <p:cNvPr id="68" name="文本框 67"/>
            <p:cNvSpPr txBox="1"/>
            <p:nvPr>
              <p:custDataLst>
                <p:tags r:id="rId62"/>
              </p:custDataLst>
            </p:nvPr>
          </p:nvSpPr>
          <p:spPr>
            <a:xfrm>
              <a:off x="15407" y="2442"/>
              <a:ext cx="2987" cy="48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0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人脑突触规模约为</a:t>
              </a:r>
              <a:r>
                <a:rPr lang="en-US" altLang="zh-CN" sz="10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10</a:t>
              </a:r>
              <a:r>
                <a:rPr lang="en-US" altLang="zh-CN" sz="1000" baseline="300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15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算力规模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2572197" y="5869673"/>
            <a:ext cx="714565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2019-2026</a:t>
            </a:r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年中国智能算力规模及预测，</a:t>
            </a:r>
            <a:r>
              <a:rPr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未来五年复合增长率达52.3%</a:t>
            </a:r>
            <a:endParaRPr lang="zh-CN" altLang="en-US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B54BD4-5486-4A33-9B83-769ED7785D49}" type="slidenum">
              <a:rPr lang="zh-CN" altLang="en-US" smtClean="0"/>
              <a:t>10</a:t>
            </a:fld>
            <a:endParaRPr lang="en-US" altLang="zh-CN" dirty="0"/>
          </a:p>
        </p:txBody>
      </p:sp>
      <p:pic>
        <p:nvPicPr>
          <p:cNvPr id="4" name="图片 3"/>
          <p:cNvPicPr/>
          <p:nvPr/>
        </p:nvPicPr>
        <p:blipFill>
          <a:blip r:embed="rId2"/>
          <a:stretch>
            <a:fillRect/>
          </a:stretch>
        </p:blipFill>
        <p:spPr>
          <a:xfrm>
            <a:off x="2572197" y="1610292"/>
            <a:ext cx="7145844" cy="425964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5818" y="3593250"/>
            <a:ext cx="2919148" cy="1711053"/>
          </a:xfrm>
          <a:prstGeom prst="rect">
            <a:avLst/>
          </a:prstGeom>
        </p:spPr>
      </p:pic>
      <p:pic>
        <p:nvPicPr>
          <p:cNvPr id="28" name="Picture 2"/>
          <p:cNvPicPr>
            <a:picLocks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466474" y="1491916"/>
            <a:ext cx="2978492" cy="1535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1" name="内容占位符 2"/>
          <p:cNvSpPr txBox="1"/>
          <p:nvPr/>
        </p:nvSpPr>
        <p:spPr>
          <a:xfrm>
            <a:off x="2125920" y="3180134"/>
            <a:ext cx="3804542" cy="352258"/>
          </a:xfrm>
          <a:prstGeom prst="rect">
            <a:avLst/>
          </a:prstGeom>
          <a:noFill/>
        </p:spPr>
        <p:txBody>
          <a:bodyPr vert="horz" lIns="0" rIns="0">
            <a:noAutofit/>
          </a:bodyPr>
          <a:lstStyle>
            <a:lvl1pPr marL="274320" indent="-274320" algn="l" rtl="0" eaLnBrk="1" latinLnBrk="0" hangingPunct="1">
              <a:lnSpc>
                <a:spcPct val="125000"/>
              </a:lnSpc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/>
              <a:buChar char=""/>
              <a:defRPr kumimoji="0" sz="2600" kern="12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defRPr>
            </a:lvl1pPr>
            <a:lvl2pPr marL="548640" indent="-274320" algn="l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/>
              <a:buChar char=""/>
              <a:defRPr kumimoji="0" sz="2300" kern="1200">
                <a:solidFill>
                  <a:schemeClr val="tx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defRPr>
            </a:lvl2pPr>
            <a:lvl3pPr marL="822960" indent="-228600" algn="l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 panose="05040102010807070707"/>
              <a:buChar char=""/>
              <a:defRPr kumimoji="0" sz="2000" kern="12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defRPr>
            </a:lvl3pPr>
            <a:lvl4pPr marL="1097280" indent="-228600" algn="l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 panose="05000000000000000000"/>
              <a:buChar char=""/>
              <a:defRPr kumimoji="0" sz="1800" kern="12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defRPr>
            </a:lvl4pPr>
            <a:lvl5pPr marL="1371600" indent="-228600" algn="l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/>
              <a:buChar char=""/>
              <a:defRPr kumimoji="0" sz="1600" kern="12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 panose="05040102010807070707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 panose="05040102010807070707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 panose="05040102010807070707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 panose="05040102010807070707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 err="1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lfw</a:t>
            </a:r>
            <a:r>
              <a:rPr lang="zh-CN" altLang="en-US" sz="18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人脸测试准确度</a:t>
            </a:r>
            <a:r>
              <a:rPr lang="en-US" altLang="zh-CN" sz="18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99%</a:t>
            </a:r>
            <a:r>
              <a:rPr lang="zh-CN" altLang="en-US" sz="18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（成人仅</a:t>
            </a:r>
            <a:r>
              <a:rPr lang="en-US" altLang="zh-CN" sz="18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97%</a:t>
            </a:r>
            <a:r>
              <a:rPr lang="zh-CN" altLang="en-US" sz="18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）</a:t>
            </a:r>
          </a:p>
        </p:txBody>
      </p:sp>
      <p:sp>
        <p:nvSpPr>
          <p:cNvPr id="32" name="内容占位符 2"/>
          <p:cNvSpPr txBox="1"/>
          <p:nvPr/>
        </p:nvSpPr>
        <p:spPr>
          <a:xfrm>
            <a:off x="2326373" y="5460105"/>
            <a:ext cx="3118593" cy="520007"/>
          </a:xfrm>
          <a:prstGeom prst="rect">
            <a:avLst/>
          </a:prstGeom>
          <a:noFill/>
        </p:spPr>
        <p:txBody>
          <a:bodyPr vert="horz">
            <a:noAutofit/>
          </a:bodyPr>
          <a:lstStyle>
            <a:lvl1pPr marL="274320" indent="-274320" algn="l" rtl="0" eaLnBrk="1" latinLnBrk="0" hangingPunct="1">
              <a:lnSpc>
                <a:spcPct val="125000"/>
              </a:lnSpc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/>
              <a:buChar char=""/>
              <a:defRPr kumimoji="0" sz="2600" kern="12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defRPr>
            </a:lvl1pPr>
            <a:lvl2pPr marL="548640" indent="-274320" algn="l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/>
              <a:buChar char=""/>
              <a:defRPr kumimoji="0" sz="2300" kern="1200">
                <a:solidFill>
                  <a:schemeClr val="tx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defRPr>
            </a:lvl2pPr>
            <a:lvl3pPr marL="822960" indent="-228600" algn="l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 panose="05040102010807070707"/>
              <a:buChar char=""/>
              <a:defRPr kumimoji="0" sz="2000" kern="12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defRPr>
            </a:lvl3pPr>
            <a:lvl4pPr marL="1097280" indent="-228600" algn="l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 panose="05000000000000000000"/>
              <a:buChar char=""/>
              <a:defRPr kumimoji="0" sz="1800" kern="12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defRPr>
            </a:lvl4pPr>
            <a:lvl5pPr marL="1371600" indent="-228600" algn="l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/>
              <a:buChar char=""/>
              <a:defRPr kumimoji="0" sz="1600" kern="12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 panose="05040102010807070707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 panose="05040102010807070707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 panose="05040102010807070707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 panose="05040102010807070707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AlphaGo</a:t>
            </a:r>
            <a:r>
              <a:rPr lang="zh-CN" altLang="en-US" sz="18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战胜李世石</a:t>
            </a:r>
          </a:p>
        </p:txBody>
      </p:sp>
      <p:sp>
        <p:nvSpPr>
          <p:cNvPr id="33" name="矩形 32"/>
          <p:cNvSpPr/>
          <p:nvPr/>
        </p:nvSpPr>
        <p:spPr>
          <a:xfrm>
            <a:off x="2058065" y="6058861"/>
            <a:ext cx="8283323" cy="523220"/>
          </a:xfrm>
          <a:prstGeom prst="rect">
            <a:avLst/>
          </a:prstGeom>
          <a:solidFill>
            <a:srgbClr val="003399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人工智能算法在多种应用上接近或超过了人类水平</a:t>
            </a:r>
          </a:p>
        </p:txBody>
      </p:sp>
      <p:sp>
        <p:nvSpPr>
          <p:cNvPr id="15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人工智能不断飞速发展</a:t>
            </a:r>
          </a:p>
        </p:txBody>
      </p:sp>
      <p:pic>
        <p:nvPicPr>
          <p:cNvPr id="11" name="Picture 1" descr="Screen Shot 2014-10-21 at 12.06.56 PM.png"/>
          <p:cNvPicPr/>
          <p:nvPr/>
        </p:nvPicPr>
        <p:blipFill>
          <a:blip r:embed="rId5" cstate="email"/>
          <a:stretch>
            <a:fillRect/>
          </a:stretch>
        </p:blipFill>
        <p:spPr>
          <a:xfrm>
            <a:off x="6624319" y="1475549"/>
            <a:ext cx="3263152" cy="1535263"/>
          </a:xfrm>
          <a:prstGeom prst="rect">
            <a:avLst/>
          </a:prstGeom>
        </p:spPr>
      </p:pic>
      <p:sp>
        <p:nvSpPr>
          <p:cNvPr id="12" name="内容占位符 2"/>
          <p:cNvSpPr txBox="1"/>
          <p:nvPr/>
        </p:nvSpPr>
        <p:spPr>
          <a:xfrm>
            <a:off x="6361873" y="3199218"/>
            <a:ext cx="4006155" cy="398230"/>
          </a:xfrm>
          <a:prstGeom prst="rect">
            <a:avLst/>
          </a:prstGeom>
          <a:noFill/>
        </p:spPr>
        <p:txBody>
          <a:bodyPr vert="horz">
            <a:noAutofit/>
          </a:bodyPr>
          <a:lstStyle>
            <a:lvl1pPr marL="274320" indent="-274320" algn="l" rtl="0" eaLnBrk="1" latinLnBrk="0" hangingPunct="1">
              <a:lnSpc>
                <a:spcPct val="125000"/>
              </a:lnSpc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/>
              <a:buChar char=""/>
              <a:defRPr kumimoji="0" sz="2600" kern="12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defRPr>
            </a:lvl1pPr>
            <a:lvl2pPr marL="548640" indent="-274320" algn="l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/>
              <a:buChar char=""/>
              <a:defRPr kumimoji="0" sz="2300" kern="1200">
                <a:solidFill>
                  <a:schemeClr val="tx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defRPr>
            </a:lvl2pPr>
            <a:lvl3pPr marL="822960" indent="-228600" algn="l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 panose="05040102010807070707"/>
              <a:buChar char=""/>
              <a:defRPr kumimoji="0" sz="2000" kern="12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defRPr>
            </a:lvl3pPr>
            <a:lvl4pPr marL="1097280" indent="-228600" algn="l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 panose="05000000000000000000"/>
              <a:buChar char=""/>
              <a:defRPr kumimoji="0" sz="1800" kern="12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defRPr>
            </a:lvl4pPr>
            <a:lvl5pPr marL="1371600" indent="-228600" algn="l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/>
              <a:buChar char=""/>
              <a:defRPr kumimoji="0" sz="1600" kern="12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 panose="05040102010807070707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 panose="05040102010807070707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 panose="05040102010807070707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 panose="05040102010807070707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8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语音速记战胜人类专业速记员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B54BD4-5486-4A33-9B83-769ED7785D49}" type="slidenum">
              <a:rPr lang="zh-CN" altLang="en-US" smtClean="0"/>
              <a:t>11</a:t>
            </a:fld>
            <a:endParaRPr lang="en-US" alt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EBE58D8-7F32-1FBA-A132-04E7EF554E3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4319" y="3567466"/>
            <a:ext cx="3263152" cy="1762102"/>
          </a:xfrm>
          <a:prstGeom prst="rect">
            <a:avLst/>
          </a:prstGeom>
        </p:spPr>
      </p:pic>
      <p:sp>
        <p:nvSpPr>
          <p:cNvPr id="6" name="内容占位符 2">
            <a:extLst>
              <a:ext uri="{FF2B5EF4-FFF2-40B4-BE49-F238E27FC236}">
                <a16:creationId xmlns:a16="http://schemas.microsoft.com/office/drawing/2014/main" id="{7B4EB3C3-38CA-FC01-1814-CE761C2A3729}"/>
              </a:ext>
            </a:extLst>
          </p:cNvPr>
          <p:cNvSpPr txBox="1"/>
          <p:nvPr/>
        </p:nvSpPr>
        <p:spPr>
          <a:xfrm>
            <a:off x="6301740" y="5423652"/>
            <a:ext cx="3924884" cy="398230"/>
          </a:xfrm>
          <a:prstGeom prst="rect">
            <a:avLst/>
          </a:prstGeom>
          <a:noFill/>
        </p:spPr>
        <p:txBody>
          <a:bodyPr vert="horz">
            <a:noAutofit/>
          </a:bodyPr>
          <a:lstStyle>
            <a:lvl1pPr marL="274320" indent="-274320" algn="l" rtl="0" eaLnBrk="1" latinLnBrk="0" hangingPunct="1">
              <a:lnSpc>
                <a:spcPct val="125000"/>
              </a:lnSpc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/>
              <a:buChar char=""/>
              <a:defRPr kumimoji="0" sz="2600" kern="12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defRPr>
            </a:lvl1pPr>
            <a:lvl2pPr marL="548640" indent="-274320" algn="l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/>
              <a:buChar char=""/>
              <a:defRPr kumimoji="0" sz="2300" kern="1200">
                <a:solidFill>
                  <a:schemeClr val="tx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defRPr>
            </a:lvl2pPr>
            <a:lvl3pPr marL="822960" indent="-228600" algn="l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 panose="05040102010807070707"/>
              <a:buChar char=""/>
              <a:defRPr kumimoji="0" sz="2000" kern="12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defRPr>
            </a:lvl3pPr>
            <a:lvl4pPr marL="1097280" indent="-228600" algn="l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 panose="05000000000000000000"/>
              <a:buChar char=""/>
              <a:defRPr kumimoji="0" sz="1800" kern="12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defRPr>
            </a:lvl4pPr>
            <a:lvl5pPr marL="1371600" indent="-228600" algn="l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/>
              <a:buChar char=""/>
              <a:defRPr kumimoji="0" sz="1600" kern="12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 panose="05040102010807070707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 panose="05040102010807070707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 panose="05040102010807070707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 panose="05040102010807070707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 err="1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GhatGPT</a:t>
            </a:r>
            <a:r>
              <a:rPr lang="zh-CN" altLang="en-US" sz="18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在文本生成、信息提取、多模态处理等任务中表现惊艳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什么是人工智能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838200" y="1997242"/>
            <a:ext cx="9578280" cy="4066674"/>
          </a:xfrm>
        </p:spPr>
        <p:txBody>
          <a:bodyPr>
            <a:normAutofit/>
          </a:bodyPr>
          <a:lstStyle/>
          <a:p>
            <a:r>
              <a:rPr lang="zh-CN" altLang="en-US" sz="3200" dirty="0"/>
              <a:t>人工智能：人制造出来的机器所表现出来的智能</a:t>
            </a:r>
            <a:endParaRPr lang="en-US" altLang="zh-CN" sz="3200" dirty="0"/>
          </a:p>
          <a:p>
            <a:r>
              <a:rPr lang="zh-CN" altLang="en-US" sz="3200" dirty="0"/>
              <a:t>强人工智能或通用人工智能：具备与人类同等智慧、或超越人类的人工智能，能表现正常人类所具有的所有智能行为，近年来大模型的发展给人工智能带来了一线曙光</a:t>
            </a:r>
            <a:endParaRPr lang="en-US" altLang="zh-CN" sz="3200" dirty="0"/>
          </a:p>
          <a:p>
            <a:r>
              <a:rPr lang="zh-CN" altLang="en-US" sz="3200" dirty="0"/>
              <a:t>弱人工智能：能完成某种特定具体任务的人工智能，计算机科学的非平凡应用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B54BD4-5486-4A33-9B83-769ED7785D49}" type="slidenum">
              <a:rPr lang="zh-CN" altLang="en-US" smtClean="0"/>
              <a:t>12</a:t>
            </a:fld>
            <a:endParaRPr lang="en-US" altLang="zh-CN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人工智能的三次热潮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B54BD4-5486-4A33-9B83-769ED7785D49}" type="slidenum">
              <a:rPr lang="zh-CN" altLang="en-US" smtClean="0"/>
              <a:t>13</a:t>
            </a:fld>
            <a:endParaRPr lang="en-US" altLang="zh-CN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4956" y="1425153"/>
            <a:ext cx="8466581" cy="44495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3444" y="681037"/>
            <a:ext cx="10515600" cy="810879"/>
          </a:xfrm>
        </p:spPr>
        <p:txBody>
          <a:bodyPr/>
          <a:lstStyle/>
          <a:p>
            <a:r>
              <a:rPr lang="zh-CN" altLang="en-US" dirty="0"/>
              <a:t>人工智能都在研究什么？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B54BD4-5486-4A33-9B83-769ED7785D49}" type="slidenum">
              <a:rPr lang="zh-CN" altLang="en-US" smtClean="0"/>
              <a:t>14</a:t>
            </a:fld>
            <a:endParaRPr lang="en-US" altLang="zh-CN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9683" y="1491916"/>
            <a:ext cx="9512634" cy="482427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人工智能三个流派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行为主义：基于控制论，构建感知</a:t>
            </a:r>
            <a:r>
              <a:rPr kumimoji="1" lang="en-US" altLang="zh-CN" dirty="0"/>
              <a:t>-</a:t>
            </a:r>
            <a:r>
              <a:rPr kumimoji="1" lang="zh-CN" altLang="en-US" dirty="0"/>
              <a:t>动作型控制系统</a:t>
            </a:r>
          </a:p>
          <a:p>
            <a:r>
              <a:rPr kumimoji="1" lang="zh-CN" altLang="en-US" dirty="0"/>
              <a:t>符号主义：基于符号逻辑的方法，用逻辑表示知识和求解问题</a:t>
            </a:r>
          </a:p>
          <a:p>
            <a:r>
              <a:rPr kumimoji="1" lang="zh-CN" altLang="en-US" dirty="0"/>
              <a:t>连接主义：基于大脑中神经元细胞连接的计算模型，用人工神经网络来拟合智能行为</a:t>
            </a:r>
            <a:endParaRPr kumimoji="1" lang="en-US" altLang="zh-CN" dirty="0"/>
          </a:p>
          <a:p>
            <a:endParaRPr kumimoji="1" lang="zh-CN" altLang="en-US" dirty="0"/>
          </a:p>
          <a:p>
            <a:r>
              <a:rPr kumimoji="1" lang="zh-CN" altLang="en-US" dirty="0"/>
              <a:t>符号主义的困难：逻辑，常识，求解器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逻辑：未找到能表述世间所有知识的简洁逻辑体系</a:t>
            </a:r>
          </a:p>
          <a:p>
            <a:pPr lvl="1"/>
            <a:r>
              <a:rPr kumimoji="1" lang="zh-CN" altLang="en-US" dirty="0"/>
              <a:t>常识：无穷无尽的常识</a:t>
            </a:r>
          </a:p>
          <a:p>
            <a:pPr lvl="1"/>
            <a:r>
              <a:rPr kumimoji="1" lang="zh-CN" altLang="en-US" dirty="0"/>
              <a:t>求解器：命题逻辑判定</a:t>
            </a:r>
            <a:r>
              <a:rPr kumimoji="1" lang="en-US" altLang="zh-CN" dirty="0"/>
              <a:t>NP</a:t>
            </a:r>
            <a:r>
              <a:rPr kumimoji="1" lang="zh-CN" altLang="en-US" dirty="0"/>
              <a:t>完全，一阶谓词逻辑不可判定</a:t>
            </a:r>
          </a:p>
          <a:p>
            <a:endParaRPr kumimoji="1" lang="zh-CN" altLang="en-US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B54BD4-5486-4A33-9B83-769ED7785D49}" type="slidenum">
              <a:rPr lang="zh-CN" altLang="en-US" smtClean="0"/>
              <a:t>15</a:t>
            </a:fld>
            <a:endParaRPr lang="en-US" altLang="zh-CN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更本质的问题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1"/>
          </p:nvPr>
        </p:nvSpPr>
        <p:spPr>
          <a:xfrm>
            <a:off x="838061" y="1491916"/>
            <a:ext cx="8640960" cy="5624271"/>
          </a:xfrm>
        </p:spPr>
        <p:txBody>
          <a:bodyPr>
            <a:normAutofit/>
          </a:bodyPr>
          <a:lstStyle/>
          <a:p>
            <a:r>
              <a:rPr lang="zh-CN" altLang="en-US" dirty="0"/>
              <a:t>人的智能主要是符号智能吗？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符号主义最本质的问题是只考虑了</a:t>
            </a:r>
            <a:r>
              <a:rPr lang="zh-CN" altLang="en-US" dirty="0">
                <a:solidFill>
                  <a:srgbClr val="FF0000"/>
                </a:solidFill>
              </a:rPr>
              <a:t>理性认识</a:t>
            </a:r>
            <a:r>
              <a:rPr lang="zh-CN" altLang="en-US" dirty="0"/>
              <a:t>的智能。人类的智能包括感性认识（感知）和理性认识（认知）两个方面</a:t>
            </a:r>
            <a:endParaRPr lang="en-US" altLang="zh-CN" dirty="0"/>
          </a:p>
          <a:p>
            <a:pPr lvl="1"/>
            <a:r>
              <a:rPr lang="zh-CN" altLang="en-US" dirty="0"/>
              <a:t>人类语言的例子：词汇，时态，格，数字</a:t>
            </a:r>
            <a:endParaRPr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0776" y="1223778"/>
            <a:ext cx="4546601" cy="3080273"/>
          </a:xfrm>
          <a:prstGeom prst="rect">
            <a:avLst/>
          </a:prstGeom>
        </p:spPr>
      </p:pic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B54BD4-5486-4A33-9B83-769ED7785D49}" type="slidenum">
              <a:rPr lang="zh-CN" altLang="en-US" smtClean="0"/>
              <a:t>16</a:t>
            </a:fld>
            <a:endParaRPr lang="en-US" altLang="zh-CN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连接主义：人工神经网络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1157918" y="1491916"/>
            <a:ext cx="8735852" cy="4945991"/>
          </a:xfrm>
        </p:spPr>
        <p:txBody>
          <a:bodyPr>
            <a:normAutofit/>
          </a:bodyPr>
          <a:lstStyle/>
          <a:p>
            <a:r>
              <a:rPr lang="en-US" altLang="zh-CN" sz="1400" dirty="0"/>
              <a:t>1943</a:t>
            </a:r>
            <a:r>
              <a:rPr lang="zh-CN" altLang="en-US" sz="1400" dirty="0"/>
              <a:t>，</a:t>
            </a:r>
            <a:r>
              <a:rPr lang="en-US" altLang="zh-CN" sz="1400" dirty="0"/>
              <a:t> </a:t>
            </a:r>
            <a:r>
              <a:rPr lang="zh-CN" altLang="en-US" sz="1400" dirty="0"/>
              <a:t>神经元模型，</a:t>
            </a:r>
            <a:r>
              <a:rPr lang="en-US" altLang="zh-CN" sz="1400" dirty="0"/>
              <a:t> McCulloch </a:t>
            </a:r>
            <a:r>
              <a:rPr lang="zh-CN" altLang="en-US" sz="1400" dirty="0"/>
              <a:t>和 </a:t>
            </a:r>
            <a:r>
              <a:rPr lang="en-US" altLang="zh-CN" sz="1400" dirty="0"/>
              <a:t>Pitts</a:t>
            </a:r>
            <a:r>
              <a:rPr lang="zh-CN" altLang="en-US" sz="1400" dirty="0"/>
              <a:t>，</a:t>
            </a:r>
            <a:r>
              <a:rPr lang="zh-CN" altLang="en-US" sz="1400" dirty="0">
                <a:solidFill>
                  <a:srgbClr val="C00000"/>
                </a:solidFill>
              </a:rPr>
              <a:t>第一波神经网络</a:t>
            </a:r>
            <a:endParaRPr lang="en-US" altLang="zh-CN" sz="1400" dirty="0">
              <a:solidFill>
                <a:srgbClr val="C00000"/>
              </a:solidFill>
            </a:endParaRPr>
          </a:p>
          <a:p>
            <a:r>
              <a:rPr lang="en-US" altLang="zh-CN" sz="1400" dirty="0"/>
              <a:t>1949</a:t>
            </a:r>
            <a:r>
              <a:rPr lang="zh-CN" altLang="en-US" sz="1400" dirty="0"/>
              <a:t>，</a:t>
            </a:r>
            <a:r>
              <a:rPr lang="en-US" altLang="zh-CN" sz="1400" dirty="0"/>
              <a:t>《The Organization of </a:t>
            </a:r>
            <a:r>
              <a:rPr lang="en-US" altLang="zh-CN" sz="1400" dirty="0" err="1"/>
              <a:t>Behaviour</a:t>
            </a:r>
            <a:r>
              <a:rPr lang="en-US" altLang="zh-CN" sz="1400" dirty="0"/>
              <a:t>》</a:t>
            </a:r>
            <a:r>
              <a:rPr lang="zh-CN" altLang="en-US" sz="1400" dirty="0"/>
              <a:t>，</a:t>
            </a:r>
            <a:r>
              <a:rPr lang="en-US" altLang="zh-CN" sz="1400" dirty="0"/>
              <a:t>Hebb</a:t>
            </a:r>
            <a:r>
              <a:rPr lang="zh-CN" altLang="en-US" sz="1400" dirty="0"/>
              <a:t>学习</a:t>
            </a:r>
            <a:r>
              <a:rPr lang="en-US" altLang="zh-CN" sz="1400" dirty="0"/>
              <a:t> </a:t>
            </a:r>
          </a:p>
          <a:p>
            <a:r>
              <a:rPr lang="en-US" altLang="zh-CN" sz="1400" dirty="0"/>
              <a:t>1958</a:t>
            </a:r>
            <a:r>
              <a:rPr lang="zh-CN" altLang="en-US" sz="1400" dirty="0"/>
              <a:t>，感知机模型（</a:t>
            </a:r>
            <a:r>
              <a:rPr lang="en-US" altLang="zh-CN" sz="1400" dirty="0" err="1"/>
              <a:t>preceptron</a:t>
            </a:r>
            <a:r>
              <a:rPr lang="zh-CN" altLang="en-US" sz="1400" dirty="0"/>
              <a:t>），</a:t>
            </a:r>
            <a:r>
              <a:rPr lang="en-US" altLang="zh-CN" sz="1400" dirty="0"/>
              <a:t>Rosenblatt</a:t>
            </a:r>
          </a:p>
          <a:p>
            <a:r>
              <a:rPr lang="en-US" altLang="zh-CN" sz="1400" dirty="0"/>
              <a:t>1986</a:t>
            </a:r>
            <a:r>
              <a:rPr lang="zh-CN" altLang="en-US" sz="1400" dirty="0"/>
              <a:t>，</a:t>
            </a:r>
            <a:r>
              <a:rPr lang="en-US" altLang="zh-CN" sz="1400" dirty="0"/>
              <a:t>BP</a:t>
            </a:r>
            <a:r>
              <a:rPr lang="zh-CN" altLang="en-US" sz="1400" dirty="0"/>
              <a:t>反向传播训练方法，</a:t>
            </a:r>
            <a:r>
              <a:rPr lang="en-US" altLang="zh-CN" sz="1400" dirty="0"/>
              <a:t> </a:t>
            </a:r>
            <a:r>
              <a:rPr lang="en-US" altLang="zh-CN" sz="1400" dirty="0" err="1"/>
              <a:t>Rumelhart</a:t>
            </a:r>
            <a:r>
              <a:rPr lang="zh-CN" altLang="en-US" sz="1400" dirty="0"/>
              <a:t>、</a:t>
            </a:r>
            <a:r>
              <a:rPr lang="en-US" altLang="zh-CN" sz="1400" dirty="0"/>
              <a:t>Hinton </a:t>
            </a:r>
            <a:r>
              <a:rPr lang="zh-CN" altLang="en-US" sz="1400" dirty="0"/>
              <a:t>和 </a:t>
            </a:r>
            <a:r>
              <a:rPr lang="en-US" altLang="zh-CN" sz="1400" dirty="0"/>
              <a:t>Williams</a:t>
            </a:r>
            <a:r>
              <a:rPr lang="zh-CN" altLang="en-US" sz="1400" dirty="0"/>
              <a:t>，</a:t>
            </a:r>
            <a:r>
              <a:rPr lang="zh-CN" altLang="en-US" sz="1400" dirty="0">
                <a:solidFill>
                  <a:srgbClr val="C00000"/>
                </a:solidFill>
              </a:rPr>
              <a:t>第二波神经网络</a:t>
            </a:r>
            <a:endParaRPr lang="en-US" altLang="zh-CN" sz="1400" dirty="0">
              <a:solidFill>
                <a:srgbClr val="C00000"/>
              </a:solidFill>
            </a:endParaRPr>
          </a:p>
          <a:p>
            <a:r>
              <a:rPr lang="en-US" altLang="zh-CN" sz="1400" dirty="0"/>
              <a:t>1998</a:t>
            </a:r>
            <a:r>
              <a:rPr lang="zh-CN" altLang="en-US" sz="1400" dirty="0"/>
              <a:t>，卷积神经网络，</a:t>
            </a:r>
            <a:r>
              <a:rPr lang="en-US" altLang="zh-CN" sz="1400" dirty="0"/>
              <a:t> </a:t>
            </a:r>
            <a:r>
              <a:rPr lang="en-US" altLang="zh-CN" sz="1400" dirty="0" err="1"/>
              <a:t>Lecun</a:t>
            </a:r>
            <a:r>
              <a:rPr lang="en-US" altLang="zh-CN" sz="1400" dirty="0"/>
              <a:t> </a:t>
            </a:r>
          </a:p>
          <a:p>
            <a:r>
              <a:rPr lang="en-US" altLang="zh-CN" sz="1400" dirty="0"/>
              <a:t>2000</a:t>
            </a:r>
            <a:r>
              <a:rPr lang="zh-CN" altLang="en-US" sz="1400" dirty="0"/>
              <a:t>，自然语言模型， </a:t>
            </a:r>
            <a:r>
              <a:rPr lang="en-US" altLang="zh-CN" sz="1400" dirty="0" err="1"/>
              <a:t>Bengio</a:t>
            </a:r>
            <a:endParaRPr lang="en-US" altLang="zh-CN" sz="1400" dirty="0"/>
          </a:p>
          <a:p>
            <a:r>
              <a:rPr lang="en-US" altLang="zh-CN" sz="1400" dirty="0"/>
              <a:t>2006</a:t>
            </a:r>
            <a:r>
              <a:rPr lang="zh-CN" altLang="en-US" sz="1400" dirty="0"/>
              <a:t>，深度置信网络（</a:t>
            </a:r>
            <a:r>
              <a:rPr lang="en-US" altLang="zh-CN" sz="1400" dirty="0"/>
              <a:t> DBN </a:t>
            </a:r>
            <a:r>
              <a:rPr lang="zh-CN" altLang="en-US" sz="1400" dirty="0"/>
              <a:t>），</a:t>
            </a:r>
            <a:r>
              <a:rPr lang="en-US" altLang="zh-CN" sz="1400" dirty="0"/>
              <a:t>Hinton, </a:t>
            </a:r>
            <a:r>
              <a:rPr lang="zh-CN" altLang="en-US" sz="1400" dirty="0">
                <a:solidFill>
                  <a:srgbClr val="C00000"/>
                </a:solidFill>
              </a:rPr>
              <a:t>第三波神经网络</a:t>
            </a:r>
            <a:endParaRPr lang="en-US" altLang="zh-CN" sz="1400" dirty="0">
              <a:solidFill>
                <a:srgbClr val="C00000"/>
              </a:solidFill>
            </a:endParaRPr>
          </a:p>
          <a:p>
            <a:r>
              <a:rPr lang="en-US" altLang="zh-CN" sz="1400" dirty="0"/>
              <a:t>2012</a:t>
            </a:r>
            <a:r>
              <a:rPr lang="zh-CN" altLang="en-US" sz="1400" dirty="0"/>
              <a:t>，</a:t>
            </a:r>
            <a:r>
              <a:rPr lang="en-US" altLang="zh-CN" sz="1400" dirty="0" err="1"/>
              <a:t>AlexNet</a:t>
            </a:r>
            <a:r>
              <a:rPr lang="en-US" altLang="zh-CN" sz="1400" dirty="0"/>
              <a:t> </a:t>
            </a:r>
            <a:r>
              <a:rPr lang="zh-CN" altLang="en-US" sz="1400" dirty="0"/>
              <a:t>（</a:t>
            </a:r>
            <a:r>
              <a:rPr lang="en-US" altLang="zh-CN" sz="1400" dirty="0"/>
              <a:t>Dropout</a:t>
            </a:r>
            <a:r>
              <a:rPr lang="zh-CN" altLang="en-US" sz="1400" dirty="0"/>
              <a:t>），</a:t>
            </a:r>
            <a:r>
              <a:rPr lang="en-US" altLang="zh-CN" sz="1400" dirty="0"/>
              <a:t>Hinton</a:t>
            </a:r>
            <a:r>
              <a:rPr lang="zh-CN" altLang="en-US" sz="1400" dirty="0"/>
              <a:t>团队赢得</a:t>
            </a:r>
            <a:r>
              <a:rPr lang="en-US" altLang="zh-CN" sz="1400" dirty="0"/>
              <a:t>ImageNet</a:t>
            </a:r>
            <a:r>
              <a:rPr lang="zh-CN" altLang="en-US" sz="1400" dirty="0"/>
              <a:t>比赛</a:t>
            </a:r>
            <a:r>
              <a:rPr lang="en-US" altLang="zh-CN" sz="1400" dirty="0"/>
              <a:t>ILSVRC</a:t>
            </a:r>
            <a:r>
              <a:rPr lang="zh-CN" altLang="en-US" sz="1400" dirty="0"/>
              <a:t>的冠军</a:t>
            </a:r>
            <a:endParaRPr lang="en-US" altLang="zh-CN" sz="1400" dirty="0"/>
          </a:p>
          <a:p>
            <a:r>
              <a:rPr lang="en-US" altLang="zh-CN" sz="1400" dirty="0"/>
              <a:t>2015</a:t>
            </a:r>
            <a:r>
              <a:rPr lang="zh-CN" altLang="en-US" sz="1400" dirty="0"/>
              <a:t>，</a:t>
            </a:r>
            <a:r>
              <a:rPr lang="en-US" altLang="zh-CN" sz="1400" dirty="0"/>
              <a:t>Deep Residual Network</a:t>
            </a:r>
            <a:r>
              <a:rPr lang="zh-CN" altLang="en-US" sz="1400" dirty="0"/>
              <a:t>，</a:t>
            </a:r>
            <a:r>
              <a:rPr lang="en-US" altLang="zh-CN" sz="1400" dirty="0"/>
              <a:t>AlphaGo</a:t>
            </a:r>
          </a:p>
          <a:p>
            <a:r>
              <a:rPr lang="en-US" altLang="zh-CN" sz="1400" dirty="0"/>
              <a:t>2016,  </a:t>
            </a:r>
            <a:r>
              <a:rPr lang="zh-CN" altLang="en-US" sz="1400" dirty="0"/>
              <a:t>生成对抗网络，</a:t>
            </a:r>
            <a:r>
              <a:rPr lang="en-US" altLang="zh-CN" sz="1400" dirty="0"/>
              <a:t>GAN</a:t>
            </a:r>
          </a:p>
          <a:p>
            <a:r>
              <a:rPr lang="en-US" altLang="zh-CN" sz="1400" dirty="0"/>
              <a:t>2017, Transformer</a:t>
            </a:r>
            <a:r>
              <a:rPr lang="zh-CN" altLang="en-US" sz="1400" dirty="0"/>
              <a:t>自然语言处理</a:t>
            </a:r>
            <a:endParaRPr lang="en-US" altLang="zh-CN" sz="1400" dirty="0"/>
          </a:p>
          <a:p>
            <a:r>
              <a:rPr lang="en-US" altLang="zh-CN" sz="1400" dirty="0"/>
              <a:t>2018</a:t>
            </a:r>
            <a:r>
              <a:rPr lang="zh-CN" altLang="en-US" sz="1400" dirty="0"/>
              <a:t>，</a:t>
            </a:r>
            <a:r>
              <a:rPr lang="en-US" altLang="zh-CN" sz="1400" dirty="0"/>
              <a:t>BERT, GPT</a:t>
            </a:r>
            <a:r>
              <a:rPr lang="zh-CN" altLang="en-US" sz="1400" dirty="0"/>
              <a:t>自然语言处理</a:t>
            </a:r>
            <a:endParaRPr lang="en-US" altLang="zh-CN" sz="1400" dirty="0"/>
          </a:p>
          <a:p>
            <a:r>
              <a:rPr lang="en-US" altLang="zh-CN" sz="1400" dirty="0"/>
              <a:t>2020</a:t>
            </a:r>
            <a:r>
              <a:rPr lang="zh-CN" altLang="en-US" sz="1400" dirty="0"/>
              <a:t>，</a:t>
            </a:r>
            <a:r>
              <a:rPr lang="en-US" altLang="zh-CN" sz="1400" dirty="0" err="1"/>
              <a:t>ViT</a:t>
            </a:r>
            <a:r>
              <a:rPr lang="en-US" altLang="zh-CN" sz="1400" dirty="0"/>
              <a:t>, GPT</a:t>
            </a:r>
            <a:r>
              <a:rPr lang="zh-CN" altLang="en-US" sz="1400" dirty="0"/>
              <a:t>图像处理</a:t>
            </a:r>
            <a:endParaRPr lang="en-US" altLang="zh-CN" sz="1400" dirty="0"/>
          </a:p>
          <a:p>
            <a:r>
              <a:rPr lang="en-US" altLang="zh-CN" sz="1400" dirty="0"/>
              <a:t>2022</a:t>
            </a:r>
            <a:r>
              <a:rPr lang="zh-CN" altLang="en-US" sz="1400" dirty="0"/>
              <a:t>，</a:t>
            </a:r>
            <a:r>
              <a:rPr lang="en-US" altLang="zh-CN" sz="1400" dirty="0" err="1"/>
              <a:t>ChatGPT</a:t>
            </a:r>
            <a:r>
              <a:rPr lang="zh-CN" altLang="en-US" sz="1400" dirty="0"/>
              <a:t>聊天机器人</a:t>
            </a:r>
            <a:endParaRPr lang="en-US" altLang="zh-CN" sz="1400" dirty="0"/>
          </a:p>
        </p:txBody>
      </p:sp>
      <p:pic>
        <p:nvPicPr>
          <p:cNvPr id="5" name="内容占位符 5" descr="屏幕剪辑"/>
          <p:cNvPicPr>
            <a:picLocks noGrp="1"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8211091" y="827274"/>
            <a:ext cx="2043424" cy="2050859"/>
          </a:xfrm>
          <a:prstGeom prst="rect">
            <a:avLst/>
          </a:prstGeom>
        </p:spPr>
      </p:pic>
      <p:sp>
        <p:nvSpPr>
          <p:cNvPr id="6" name="右箭头 5"/>
          <p:cNvSpPr/>
          <p:nvPr/>
        </p:nvSpPr>
        <p:spPr bwMode="auto">
          <a:xfrm rot="5400000">
            <a:off x="8940901" y="3137504"/>
            <a:ext cx="997310" cy="566557"/>
          </a:xfrm>
          <a:prstGeom prst="rightArrow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7" name="Group 3"/>
          <p:cNvGrpSpPr>
            <a:grpSpLocks noChangeAspect="1"/>
          </p:cNvGrpSpPr>
          <p:nvPr/>
        </p:nvGrpSpPr>
        <p:grpSpPr bwMode="auto">
          <a:xfrm>
            <a:off x="8250249" y="4010365"/>
            <a:ext cx="2329017" cy="1896830"/>
            <a:chOff x="-1" y="0"/>
            <a:chExt cx="2181219" cy="1759010"/>
          </a:xfrm>
        </p:grpSpPr>
        <p:sp>
          <p:nvSpPr>
            <p:cNvPr id="8" name="AutoShape 4"/>
            <p:cNvSpPr/>
            <p:nvPr/>
          </p:nvSpPr>
          <p:spPr bwMode="auto">
            <a:xfrm>
              <a:off x="488501" y="0"/>
              <a:ext cx="340816" cy="340454"/>
            </a:xfrm>
            <a:custGeom>
              <a:avLst/>
              <a:gdLst>
                <a:gd name="T0" fmla="+- 0 10800 961"/>
                <a:gd name="T1" fmla="*/ T0 w 19679"/>
                <a:gd name="T2" fmla="+- 0 10800 961"/>
                <a:gd name="T3" fmla="*/ 10800 h 19679"/>
                <a:gd name="T4" fmla="+- 0 10800 961"/>
                <a:gd name="T5" fmla="*/ T4 w 19679"/>
                <a:gd name="T6" fmla="+- 0 10800 961"/>
                <a:gd name="T7" fmla="*/ 10800 h 19679"/>
                <a:gd name="T8" fmla="+- 0 10800 961"/>
                <a:gd name="T9" fmla="*/ T8 w 19679"/>
                <a:gd name="T10" fmla="+- 0 10800 961"/>
                <a:gd name="T11" fmla="*/ 10800 h 19679"/>
                <a:gd name="T12" fmla="+- 0 10800 961"/>
                <a:gd name="T13" fmla="*/ T12 w 19679"/>
                <a:gd name="T14" fmla="+- 0 10800 961"/>
                <a:gd name="T15" fmla="*/ 10800 h 1967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19679" h="19679">
                  <a:moveTo>
                    <a:pt x="16796" y="2881"/>
                  </a:moveTo>
                  <a:cubicBezTo>
                    <a:pt x="20638" y="6724"/>
                    <a:pt x="20638" y="12953"/>
                    <a:pt x="16796" y="16796"/>
                  </a:cubicBezTo>
                  <a:cubicBezTo>
                    <a:pt x="12953" y="20639"/>
                    <a:pt x="6724" y="20639"/>
                    <a:pt x="2881" y="16796"/>
                  </a:cubicBezTo>
                  <a:cubicBezTo>
                    <a:pt x="-961" y="12953"/>
                    <a:pt x="-961" y="6724"/>
                    <a:pt x="2881" y="2881"/>
                  </a:cubicBezTo>
                  <a:cubicBezTo>
                    <a:pt x="6724" y="-961"/>
                    <a:pt x="12953" y="-961"/>
                    <a:pt x="16796" y="2881"/>
                  </a:cubicBezTo>
                </a:path>
              </a:pathLst>
            </a:custGeom>
            <a:solidFill>
              <a:srgbClr val="53585F"/>
            </a:solidFill>
            <a:ln>
              <a:noFill/>
            </a:ln>
            <a:effectLst>
              <a:outerShdw blurRad="127000" dist="76201" dir="2700000" algn="ctr" rotWithShape="0">
                <a:srgbClr val="000000">
                  <a:alpha val="75000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zh-CN" sz="1700">
                <a:solidFill>
                  <a:srgbClr val="FFFFFF"/>
                </a:solidFill>
              </a:endParaRPr>
            </a:p>
          </p:txBody>
        </p:sp>
        <p:sp>
          <p:nvSpPr>
            <p:cNvPr id="9" name="AutoShape 5"/>
            <p:cNvSpPr/>
            <p:nvPr/>
          </p:nvSpPr>
          <p:spPr bwMode="auto">
            <a:xfrm>
              <a:off x="380577" y="1418556"/>
              <a:ext cx="340816" cy="340454"/>
            </a:xfrm>
            <a:custGeom>
              <a:avLst/>
              <a:gdLst>
                <a:gd name="T0" fmla="+- 0 10800 961"/>
                <a:gd name="T1" fmla="*/ T0 w 19679"/>
                <a:gd name="T2" fmla="+- 0 10800 961"/>
                <a:gd name="T3" fmla="*/ 10800 h 19679"/>
                <a:gd name="T4" fmla="+- 0 10800 961"/>
                <a:gd name="T5" fmla="*/ T4 w 19679"/>
                <a:gd name="T6" fmla="+- 0 10800 961"/>
                <a:gd name="T7" fmla="*/ 10800 h 19679"/>
                <a:gd name="T8" fmla="+- 0 10800 961"/>
                <a:gd name="T9" fmla="*/ T8 w 19679"/>
                <a:gd name="T10" fmla="+- 0 10800 961"/>
                <a:gd name="T11" fmla="*/ 10800 h 19679"/>
                <a:gd name="T12" fmla="+- 0 10800 961"/>
                <a:gd name="T13" fmla="*/ T12 w 19679"/>
                <a:gd name="T14" fmla="+- 0 10800 961"/>
                <a:gd name="T15" fmla="*/ 10800 h 1967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19679" h="19679">
                  <a:moveTo>
                    <a:pt x="16796" y="2881"/>
                  </a:moveTo>
                  <a:cubicBezTo>
                    <a:pt x="20639" y="6724"/>
                    <a:pt x="20639" y="12953"/>
                    <a:pt x="16796" y="16796"/>
                  </a:cubicBezTo>
                  <a:cubicBezTo>
                    <a:pt x="12953" y="20639"/>
                    <a:pt x="6724" y="20639"/>
                    <a:pt x="2881" y="16796"/>
                  </a:cubicBezTo>
                  <a:cubicBezTo>
                    <a:pt x="-961" y="12953"/>
                    <a:pt x="-961" y="6724"/>
                    <a:pt x="2881" y="2881"/>
                  </a:cubicBezTo>
                  <a:cubicBezTo>
                    <a:pt x="6724" y="-961"/>
                    <a:pt x="12953" y="-961"/>
                    <a:pt x="16796" y="2881"/>
                  </a:cubicBezTo>
                </a:path>
              </a:pathLst>
            </a:custGeom>
            <a:solidFill>
              <a:srgbClr val="53585F"/>
            </a:solidFill>
            <a:ln>
              <a:noFill/>
            </a:ln>
            <a:effectLst>
              <a:outerShdw blurRad="127000" dist="76201" dir="2700000" algn="ctr" rotWithShape="0">
                <a:srgbClr val="000000">
                  <a:alpha val="75000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zh-CN" sz="1700">
                <a:solidFill>
                  <a:srgbClr val="FFFFFF"/>
                </a:solidFill>
              </a:endParaRPr>
            </a:p>
          </p:txBody>
        </p:sp>
        <p:sp>
          <p:nvSpPr>
            <p:cNvPr id="10" name="AutoShape 6"/>
            <p:cNvSpPr/>
            <p:nvPr/>
          </p:nvSpPr>
          <p:spPr bwMode="auto">
            <a:xfrm>
              <a:off x="920201" y="1418556"/>
              <a:ext cx="340816" cy="340454"/>
            </a:xfrm>
            <a:custGeom>
              <a:avLst/>
              <a:gdLst>
                <a:gd name="T0" fmla="+- 0 10800 961"/>
                <a:gd name="T1" fmla="*/ T0 w 19679"/>
                <a:gd name="T2" fmla="+- 0 10800 961"/>
                <a:gd name="T3" fmla="*/ 10800 h 19679"/>
                <a:gd name="T4" fmla="+- 0 10800 961"/>
                <a:gd name="T5" fmla="*/ T4 w 19679"/>
                <a:gd name="T6" fmla="+- 0 10800 961"/>
                <a:gd name="T7" fmla="*/ 10800 h 19679"/>
                <a:gd name="T8" fmla="+- 0 10800 961"/>
                <a:gd name="T9" fmla="*/ T8 w 19679"/>
                <a:gd name="T10" fmla="+- 0 10800 961"/>
                <a:gd name="T11" fmla="*/ 10800 h 19679"/>
                <a:gd name="T12" fmla="+- 0 10800 961"/>
                <a:gd name="T13" fmla="*/ T12 w 19679"/>
                <a:gd name="T14" fmla="+- 0 10800 961"/>
                <a:gd name="T15" fmla="*/ 10800 h 1967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19679" h="19679">
                  <a:moveTo>
                    <a:pt x="16796" y="2881"/>
                  </a:moveTo>
                  <a:cubicBezTo>
                    <a:pt x="20639" y="6724"/>
                    <a:pt x="20639" y="12953"/>
                    <a:pt x="16796" y="16796"/>
                  </a:cubicBezTo>
                  <a:cubicBezTo>
                    <a:pt x="12953" y="20639"/>
                    <a:pt x="6724" y="20639"/>
                    <a:pt x="2881" y="16796"/>
                  </a:cubicBezTo>
                  <a:cubicBezTo>
                    <a:pt x="-961" y="12953"/>
                    <a:pt x="-961" y="6724"/>
                    <a:pt x="2881" y="2881"/>
                  </a:cubicBezTo>
                  <a:cubicBezTo>
                    <a:pt x="6724" y="-961"/>
                    <a:pt x="12953" y="-961"/>
                    <a:pt x="16796" y="2881"/>
                  </a:cubicBezTo>
                </a:path>
              </a:pathLst>
            </a:custGeom>
            <a:solidFill>
              <a:srgbClr val="53585F"/>
            </a:solidFill>
            <a:ln>
              <a:noFill/>
            </a:ln>
            <a:effectLst>
              <a:outerShdw blurRad="127000" dist="76201" dir="2700000" algn="ctr" rotWithShape="0">
                <a:srgbClr val="000000">
                  <a:alpha val="75000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zh-CN" sz="1700">
                <a:solidFill>
                  <a:srgbClr val="FFFFFF"/>
                </a:solidFill>
              </a:endParaRPr>
            </a:p>
          </p:txBody>
        </p:sp>
        <p:sp>
          <p:nvSpPr>
            <p:cNvPr id="11" name="AutoShape 7"/>
            <p:cNvSpPr/>
            <p:nvPr/>
          </p:nvSpPr>
          <p:spPr bwMode="auto">
            <a:xfrm>
              <a:off x="1459825" y="1418556"/>
              <a:ext cx="340817" cy="340454"/>
            </a:xfrm>
            <a:custGeom>
              <a:avLst/>
              <a:gdLst>
                <a:gd name="T0" fmla="+- 0 10800 961"/>
                <a:gd name="T1" fmla="*/ T0 w 19679"/>
                <a:gd name="T2" fmla="+- 0 10800 961"/>
                <a:gd name="T3" fmla="*/ 10800 h 19679"/>
                <a:gd name="T4" fmla="+- 0 10800 961"/>
                <a:gd name="T5" fmla="*/ T4 w 19679"/>
                <a:gd name="T6" fmla="+- 0 10800 961"/>
                <a:gd name="T7" fmla="*/ 10800 h 19679"/>
                <a:gd name="T8" fmla="+- 0 10800 961"/>
                <a:gd name="T9" fmla="*/ T8 w 19679"/>
                <a:gd name="T10" fmla="+- 0 10800 961"/>
                <a:gd name="T11" fmla="*/ 10800 h 19679"/>
                <a:gd name="T12" fmla="+- 0 10800 961"/>
                <a:gd name="T13" fmla="*/ T12 w 19679"/>
                <a:gd name="T14" fmla="+- 0 10800 961"/>
                <a:gd name="T15" fmla="*/ 10800 h 1967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19679" h="19679">
                  <a:moveTo>
                    <a:pt x="16796" y="2881"/>
                  </a:moveTo>
                  <a:cubicBezTo>
                    <a:pt x="20639" y="6724"/>
                    <a:pt x="20639" y="12953"/>
                    <a:pt x="16796" y="16796"/>
                  </a:cubicBezTo>
                  <a:cubicBezTo>
                    <a:pt x="12953" y="20639"/>
                    <a:pt x="6724" y="20639"/>
                    <a:pt x="2881" y="16796"/>
                  </a:cubicBezTo>
                  <a:cubicBezTo>
                    <a:pt x="-961" y="12953"/>
                    <a:pt x="-961" y="6724"/>
                    <a:pt x="2881" y="2881"/>
                  </a:cubicBezTo>
                  <a:cubicBezTo>
                    <a:pt x="6724" y="-961"/>
                    <a:pt x="12953" y="-961"/>
                    <a:pt x="16796" y="2881"/>
                  </a:cubicBezTo>
                </a:path>
              </a:pathLst>
            </a:custGeom>
            <a:solidFill>
              <a:srgbClr val="53585F"/>
            </a:solidFill>
            <a:ln>
              <a:noFill/>
            </a:ln>
            <a:effectLst>
              <a:outerShdw blurRad="127000" dist="76201" dir="2700000" algn="ctr" rotWithShape="0">
                <a:srgbClr val="000000">
                  <a:alpha val="75000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zh-CN" sz="1700">
                <a:solidFill>
                  <a:srgbClr val="FFFFFF"/>
                </a:solidFill>
              </a:endParaRPr>
            </a:p>
          </p:txBody>
        </p:sp>
        <p:sp>
          <p:nvSpPr>
            <p:cNvPr id="12" name="AutoShape 8"/>
            <p:cNvSpPr/>
            <p:nvPr/>
          </p:nvSpPr>
          <p:spPr bwMode="auto">
            <a:xfrm>
              <a:off x="613467" y="743323"/>
              <a:ext cx="340816" cy="340455"/>
            </a:xfrm>
            <a:custGeom>
              <a:avLst/>
              <a:gdLst>
                <a:gd name="T0" fmla="+- 0 10800 961"/>
                <a:gd name="T1" fmla="*/ T0 w 19679"/>
                <a:gd name="T2" fmla="+- 0 10800 961"/>
                <a:gd name="T3" fmla="*/ 10800 h 19679"/>
                <a:gd name="T4" fmla="+- 0 10800 961"/>
                <a:gd name="T5" fmla="*/ T4 w 19679"/>
                <a:gd name="T6" fmla="+- 0 10800 961"/>
                <a:gd name="T7" fmla="*/ 10800 h 19679"/>
                <a:gd name="T8" fmla="+- 0 10800 961"/>
                <a:gd name="T9" fmla="*/ T8 w 19679"/>
                <a:gd name="T10" fmla="+- 0 10800 961"/>
                <a:gd name="T11" fmla="*/ 10800 h 19679"/>
                <a:gd name="T12" fmla="+- 0 10800 961"/>
                <a:gd name="T13" fmla="*/ T12 w 19679"/>
                <a:gd name="T14" fmla="+- 0 10800 961"/>
                <a:gd name="T15" fmla="*/ 10800 h 1967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19679" h="19679">
                  <a:moveTo>
                    <a:pt x="16796" y="2881"/>
                  </a:moveTo>
                  <a:cubicBezTo>
                    <a:pt x="20639" y="6724"/>
                    <a:pt x="20639" y="12953"/>
                    <a:pt x="16796" y="16796"/>
                  </a:cubicBezTo>
                  <a:cubicBezTo>
                    <a:pt x="12953" y="20639"/>
                    <a:pt x="6724" y="20639"/>
                    <a:pt x="2881" y="16796"/>
                  </a:cubicBezTo>
                  <a:cubicBezTo>
                    <a:pt x="-961" y="12953"/>
                    <a:pt x="-961" y="6724"/>
                    <a:pt x="2881" y="2881"/>
                  </a:cubicBezTo>
                  <a:cubicBezTo>
                    <a:pt x="6724" y="-961"/>
                    <a:pt x="12953" y="-961"/>
                    <a:pt x="16796" y="2881"/>
                  </a:cubicBezTo>
                </a:path>
              </a:pathLst>
            </a:custGeom>
            <a:solidFill>
              <a:srgbClr val="53585F"/>
            </a:solidFill>
            <a:ln>
              <a:noFill/>
            </a:ln>
            <a:effectLst>
              <a:outerShdw blurRad="127000" dist="76201" dir="2700000" algn="ctr" rotWithShape="0">
                <a:srgbClr val="000000">
                  <a:alpha val="75000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zh-CN" sz="1700">
                <a:solidFill>
                  <a:srgbClr val="FFFFFF"/>
                </a:solidFill>
              </a:endParaRPr>
            </a:p>
          </p:txBody>
        </p:sp>
        <p:sp>
          <p:nvSpPr>
            <p:cNvPr id="13" name="AutoShape 9"/>
            <p:cNvSpPr/>
            <p:nvPr/>
          </p:nvSpPr>
          <p:spPr bwMode="auto">
            <a:xfrm>
              <a:off x="1226935" y="743323"/>
              <a:ext cx="340816" cy="340455"/>
            </a:xfrm>
            <a:custGeom>
              <a:avLst/>
              <a:gdLst>
                <a:gd name="T0" fmla="+- 0 10800 961"/>
                <a:gd name="T1" fmla="*/ T0 w 19679"/>
                <a:gd name="T2" fmla="+- 0 10800 961"/>
                <a:gd name="T3" fmla="*/ 10800 h 19679"/>
                <a:gd name="T4" fmla="+- 0 10800 961"/>
                <a:gd name="T5" fmla="*/ T4 w 19679"/>
                <a:gd name="T6" fmla="+- 0 10800 961"/>
                <a:gd name="T7" fmla="*/ 10800 h 19679"/>
                <a:gd name="T8" fmla="+- 0 10800 961"/>
                <a:gd name="T9" fmla="*/ T8 w 19679"/>
                <a:gd name="T10" fmla="+- 0 10800 961"/>
                <a:gd name="T11" fmla="*/ 10800 h 19679"/>
                <a:gd name="T12" fmla="+- 0 10800 961"/>
                <a:gd name="T13" fmla="*/ T12 w 19679"/>
                <a:gd name="T14" fmla="+- 0 10800 961"/>
                <a:gd name="T15" fmla="*/ 10800 h 1967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19679" h="19679">
                  <a:moveTo>
                    <a:pt x="16796" y="2881"/>
                  </a:moveTo>
                  <a:cubicBezTo>
                    <a:pt x="20639" y="6724"/>
                    <a:pt x="20639" y="12953"/>
                    <a:pt x="16796" y="16796"/>
                  </a:cubicBezTo>
                  <a:cubicBezTo>
                    <a:pt x="12953" y="20639"/>
                    <a:pt x="6724" y="20639"/>
                    <a:pt x="2881" y="16796"/>
                  </a:cubicBezTo>
                  <a:cubicBezTo>
                    <a:pt x="-961" y="12953"/>
                    <a:pt x="-961" y="6724"/>
                    <a:pt x="2881" y="2881"/>
                  </a:cubicBezTo>
                  <a:cubicBezTo>
                    <a:pt x="6724" y="-961"/>
                    <a:pt x="12953" y="-961"/>
                    <a:pt x="16796" y="2881"/>
                  </a:cubicBezTo>
                </a:path>
              </a:pathLst>
            </a:custGeom>
            <a:solidFill>
              <a:srgbClr val="53585F"/>
            </a:solidFill>
            <a:ln>
              <a:noFill/>
            </a:ln>
            <a:effectLst>
              <a:outerShdw blurRad="127000" dist="76201" dir="2700000" algn="ctr" rotWithShape="0">
                <a:srgbClr val="000000">
                  <a:alpha val="75000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zh-CN" sz="1700">
                <a:solidFill>
                  <a:srgbClr val="FFFFFF"/>
                </a:solidFill>
              </a:endParaRPr>
            </a:p>
          </p:txBody>
        </p:sp>
        <p:sp>
          <p:nvSpPr>
            <p:cNvPr id="14" name="Line 10"/>
            <p:cNvSpPr>
              <a:spLocks noChangeShapeType="1"/>
            </p:cNvSpPr>
            <p:nvPr/>
          </p:nvSpPr>
          <p:spPr bwMode="auto">
            <a:xfrm>
              <a:off x="238326" y="974967"/>
              <a:ext cx="301786" cy="470959"/>
            </a:xfrm>
            <a:prstGeom prst="line">
              <a:avLst/>
            </a:prstGeom>
            <a:noFill/>
            <a:ln w="25400" cap="flat" cmpd="sng">
              <a:solidFill>
                <a:srgbClr val="53585F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zh-CN" sz="1700"/>
            </a:p>
          </p:txBody>
        </p:sp>
        <p:sp>
          <p:nvSpPr>
            <p:cNvPr id="15" name="Line 11"/>
            <p:cNvSpPr>
              <a:spLocks noChangeShapeType="1"/>
            </p:cNvSpPr>
            <p:nvPr/>
          </p:nvSpPr>
          <p:spPr bwMode="auto">
            <a:xfrm flipH="1">
              <a:off x="535823" y="1067007"/>
              <a:ext cx="232495" cy="367018"/>
            </a:xfrm>
            <a:prstGeom prst="line">
              <a:avLst/>
            </a:prstGeom>
            <a:noFill/>
            <a:ln w="25400" cap="flat" cmpd="sng">
              <a:solidFill>
                <a:srgbClr val="53585F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zh-CN" sz="1700"/>
            </a:p>
          </p:txBody>
        </p:sp>
        <p:sp>
          <p:nvSpPr>
            <p:cNvPr id="16" name="Line 12"/>
            <p:cNvSpPr>
              <a:spLocks noChangeShapeType="1"/>
            </p:cNvSpPr>
            <p:nvPr/>
          </p:nvSpPr>
          <p:spPr bwMode="auto">
            <a:xfrm flipH="1">
              <a:off x="540107" y="1083982"/>
              <a:ext cx="868613" cy="329649"/>
            </a:xfrm>
            <a:prstGeom prst="line">
              <a:avLst/>
            </a:prstGeom>
            <a:noFill/>
            <a:ln w="25400" cap="flat" cmpd="sng">
              <a:solidFill>
                <a:srgbClr val="53585F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zh-CN" sz="1700"/>
            </a:p>
          </p:txBody>
        </p:sp>
        <p:sp>
          <p:nvSpPr>
            <p:cNvPr id="17" name="Line 13"/>
            <p:cNvSpPr>
              <a:spLocks noChangeShapeType="1"/>
            </p:cNvSpPr>
            <p:nvPr/>
          </p:nvSpPr>
          <p:spPr bwMode="auto">
            <a:xfrm flipH="1">
              <a:off x="535825" y="1080599"/>
              <a:ext cx="1453415" cy="346646"/>
            </a:xfrm>
            <a:prstGeom prst="line">
              <a:avLst/>
            </a:prstGeom>
            <a:noFill/>
            <a:ln w="25400" cap="flat" cmpd="sng">
              <a:solidFill>
                <a:srgbClr val="53585F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zh-CN" sz="1700"/>
            </a:p>
          </p:txBody>
        </p:sp>
        <p:sp>
          <p:nvSpPr>
            <p:cNvPr id="18" name="Line 14"/>
            <p:cNvSpPr>
              <a:spLocks noChangeShapeType="1"/>
            </p:cNvSpPr>
            <p:nvPr/>
          </p:nvSpPr>
          <p:spPr bwMode="auto">
            <a:xfrm>
              <a:off x="257702" y="1012607"/>
              <a:ext cx="790171" cy="423121"/>
            </a:xfrm>
            <a:prstGeom prst="line">
              <a:avLst/>
            </a:prstGeom>
            <a:noFill/>
            <a:ln w="25400" cap="flat" cmpd="sng">
              <a:solidFill>
                <a:srgbClr val="53585F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zh-CN" sz="1700"/>
            </a:p>
          </p:txBody>
        </p:sp>
        <p:sp>
          <p:nvSpPr>
            <p:cNvPr id="19" name="Line 15"/>
            <p:cNvSpPr>
              <a:spLocks noChangeShapeType="1"/>
            </p:cNvSpPr>
            <p:nvPr/>
          </p:nvSpPr>
          <p:spPr bwMode="auto">
            <a:xfrm>
              <a:off x="755484" y="1068698"/>
              <a:ext cx="305224" cy="368741"/>
            </a:xfrm>
            <a:prstGeom prst="line">
              <a:avLst/>
            </a:prstGeom>
            <a:noFill/>
            <a:ln w="25400" cap="flat" cmpd="sng">
              <a:solidFill>
                <a:srgbClr val="53585F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zh-CN" sz="1700"/>
            </a:p>
          </p:txBody>
        </p:sp>
        <p:sp>
          <p:nvSpPr>
            <p:cNvPr id="20" name="Line 16"/>
            <p:cNvSpPr>
              <a:spLocks noChangeShapeType="1"/>
            </p:cNvSpPr>
            <p:nvPr/>
          </p:nvSpPr>
          <p:spPr bwMode="auto">
            <a:xfrm flipH="1">
              <a:off x="1063569" y="1085673"/>
              <a:ext cx="342306" cy="348358"/>
            </a:xfrm>
            <a:prstGeom prst="line">
              <a:avLst/>
            </a:prstGeom>
            <a:noFill/>
            <a:ln w="25400" cap="flat" cmpd="sng">
              <a:solidFill>
                <a:srgbClr val="53585F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zh-CN" sz="1700"/>
            </a:p>
          </p:txBody>
        </p:sp>
        <p:sp>
          <p:nvSpPr>
            <p:cNvPr id="21" name="Line 17"/>
            <p:cNvSpPr>
              <a:spLocks noChangeShapeType="1"/>
            </p:cNvSpPr>
            <p:nvPr/>
          </p:nvSpPr>
          <p:spPr bwMode="auto">
            <a:xfrm flipH="1">
              <a:off x="1054999" y="1063593"/>
              <a:ext cx="944211" cy="370427"/>
            </a:xfrm>
            <a:prstGeom prst="line">
              <a:avLst/>
            </a:prstGeom>
            <a:noFill/>
            <a:ln w="25400" cap="flat" cmpd="sng">
              <a:solidFill>
                <a:srgbClr val="53585F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zh-CN" sz="1700"/>
            </a:p>
          </p:txBody>
        </p:sp>
        <p:sp>
          <p:nvSpPr>
            <p:cNvPr id="22" name="Line 18"/>
            <p:cNvSpPr>
              <a:spLocks noChangeShapeType="1"/>
            </p:cNvSpPr>
            <p:nvPr/>
          </p:nvSpPr>
          <p:spPr bwMode="auto">
            <a:xfrm flipH="1">
              <a:off x="1605559" y="1067007"/>
              <a:ext cx="372252" cy="363604"/>
            </a:xfrm>
            <a:prstGeom prst="line">
              <a:avLst/>
            </a:prstGeom>
            <a:noFill/>
            <a:ln w="25400" cap="flat" cmpd="sng">
              <a:solidFill>
                <a:srgbClr val="53585F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zh-CN" sz="1700"/>
            </a:p>
          </p:txBody>
        </p:sp>
        <p:sp>
          <p:nvSpPr>
            <p:cNvPr id="23" name="Line 19"/>
            <p:cNvSpPr>
              <a:spLocks noChangeShapeType="1"/>
            </p:cNvSpPr>
            <p:nvPr/>
          </p:nvSpPr>
          <p:spPr bwMode="auto">
            <a:xfrm>
              <a:off x="1405876" y="1075495"/>
              <a:ext cx="208233" cy="348323"/>
            </a:xfrm>
            <a:prstGeom prst="line">
              <a:avLst/>
            </a:prstGeom>
            <a:noFill/>
            <a:ln w="25400" cap="flat" cmpd="sng">
              <a:solidFill>
                <a:srgbClr val="53585F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zh-CN" sz="1700"/>
            </a:p>
          </p:txBody>
        </p:sp>
        <p:sp>
          <p:nvSpPr>
            <p:cNvPr id="24" name="Line 20"/>
            <p:cNvSpPr>
              <a:spLocks noChangeShapeType="1"/>
            </p:cNvSpPr>
            <p:nvPr/>
          </p:nvSpPr>
          <p:spPr bwMode="auto">
            <a:xfrm>
              <a:off x="765471" y="1083982"/>
              <a:ext cx="850075" cy="339840"/>
            </a:xfrm>
            <a:prstGeom prst="line">
              <a:avLst/>
            </a:prstGeom>
            <a:noFill/>
            <a:ln w="25400" cap="flat" cmpd="sng">
              <a:solidFill>
                <a:srgbClr val="53585F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zh-CN" sz="1700"/>
            </a:p>
          </p:txBody>
        </p:sp>
        <p:sp>
          <p:nvSpPr>
            <p:cNvPr id="25" name="Line 21"/>
            <p:cNvSpPr>
              <a:spLocks noChangeShapeType="1"/>
            </p:cNvSpPr>
            <p:nvPr/>
          </p:nvSpPr>
          <p:spPr bwMode="auto">
            <a:xfrm>
              <a:off x="271951" y="1017712"/>
              <a:ext cx="1323620" cy="406126"/>
            </a:xfrm>
            <a:prstGeom prst="line">
              <a:avLst/>
            </a:prstGeom>
            <a:noFill/>
            <a:ln w="25400" cap="flat" cmpd="sng">
              <a:solidFill>
                <a:srgbClr val="53585F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zh-CN" sz="1700"/>
            </a:p>
          </p:txBody>
        </p:sp>
        <p:sp>
          <p:nvSpPr>
            <p:cNvPr id="26" name="AutoShape 22"/>
            <p:cNvSpPr/>
            <p:nvPr/>
          </p:nvSpPr>
          <p:spPr bwMode="auto">
            <a:xfrm>
              <a:off x="1346220" y="0"/>
              <a:ext cx="340816" cy="340454"/>
            </a:xfrm>
            <a:custGeom>
              <a:avLst/>
              <a:gdLst>
                <a:gd name="T0" fmla="+- 0 10800 961"/>
                <a:gd name="T1" fmla="*/ T0 w 19679"/>
                <a:gd name="T2" fmla="+- 0 10800 961"/>
                <a:gd name="T3" fmla="*/ 10800 h 19679"/>
                <a:gd name="T4" fmla="+- 0 10800 961"/>
                <a:gd name="T5" fmla="*/ T4 w 19679"/>
                <a:gd name="T6" fmla="+- 0 10800 961"/>
                <a:gd name="T7" fmla="*/ 10800 h 19679"/>
                <a:gd name="T8" fmla="+- 0 10800 961"/>
                <a:gd name="T9" fmla="*/ T8 w 19679"/>
                <a:gd name="T10" fmla="+- 0 10800 961"/>
                <a:gd name="T11" fmla="*/ 10800 h 19679"/>
                <a:gd name="T12" fmla="+- 0 10800 961"/>
                <a:gd name="T13" fmla="*/ T12 w 19679"/>
                <a:gd name="T14" fmla="+- 0 10800 961"/>
                <a:gd name="T15" fmla="*/ 10800 h 1967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19679" h="19679">
                  <a:moveTo>
                    <a:pt x="16796" y="2881"/>
                  </a:moveTo>
                  <a:cubicBezTo>
                    <a:pt x="20638" y="6724"/>
                    <a:pt x="20638" y="12953"/>
                    <a:pt x="16796" y="16796"/>
                  </a:cubicBezTo>
                  <a:cubicBezTo>
                    <a:pt x="12953" y="20639"/>
                    <a:pt x="6724" y="20639"/>
                    <a:pt x="2881" y="16796"/>
                  </a:cubicBezTo>
                  <a:cubicBezTo>
                    <a:pt x="-961" y="12953"/>
                    <a:pt x="-961" y="6724"/>
                    <a:pt x="2881" y="2881"/>
                  </a:cubicBezTo>
                  <a:cubicBezTo>
                    <a:pt x="6724" y="-961"/>
                    <a:pt x="12953" y="-961"/>
                    <a:pt x="16796" y="2881"/>
                  </a:cubicBezTo>
                </a:path>
              </a:pathLst>
            </a:custGeom>
            <a:solidFill>
              <a:srgbClr val="53585F"/>
            </a:solidFill>
            <a:ln>
              <a:noFill/>
            </a:ln>
            <a:effectLst>
              <a:outerShdw blurRad="127000" dist="76201" dir="2700000" algn="ctr" rotWithShape="0">
                <a:srgbClr val="000000">
                  <a:alpha val="75000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zh-CN" sz="1700">
                <a:solidFill>
                  <a:srgbClr val="FFFFFF"/>
                </a:solidFill>
              </a:endParaRPr>
            </a:p>
          </p:txBody>
        </p:sp>
        <p:sp>
          <p:nvSpPr>
            <p:cNvPr id="27" name="Line 23"/>
            <p:cNvSpPr>
              <a:spLocks noChangeShapeType="1"/>
            </p:cNvSpPr>
            <p:nvPr/>
          </p:nvSpPr>
          <p:spPr bwMode="auto">
            <a:xfrm>
              <a:off x="1526782" y="311626"/>
              <a:ext cx="477923" cy="446679"/>
            </a:xfrm>
            <a:prstGeom prst="line">
              <a:avLst/>
            </a:prstGeom>
            <a:noFill/>
            <a:ln w="25400" cap="flat" cmpd="sng">
              <a:solidFill>
                <a:srgbClr val="53585F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zh-CN" sz="1700"/>
            </a:p>
          </p:txBody>
        </p:sp>
        <p:sp>
          <p:nvSpPr>
            <p:cNvPr id="28" name="Line 24"/>
            <p:cNvSpPr>
              <a:spLocks noChangeShapeType="1"/>
            </p:cNvSpPr>
            <p:nvPr/>
          </p:nvSpPr>
          <p:spPr bwMode="auto">
            <a:xfrm flipH="1">
              <a:off x="1388483" y="273182"/>
              <a:ext cx="142581" cy="477407"/>
            </a:xfrm>
            <a:prstGeom prst="line">
              <a:avLst/>
            </a:prstGeom>
            <a:noFill/>
            <a:ln w="25400" cap="flat" cmpd="sng">
              <a:solidFill>
                <a:srgbClr val="53585F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zh-CN" sz="1700"/>
            </a:p>
          </p:txBody>
        </p:sp>
        <p:sp>
          <p:nvSpPr>
            <p:cNvPr id="29" name="Line 25"/>
            <p:cNvSpPr>
              <a:spLocks noChangeShapeType="1"/>
            </p:cNvSpPr>
            <p:nvPr/>
          </p:nvSpPr>
          <p:spPr bwMode="auto">
            <a:xfrm>
              <a:off x="662273" y="324466"/>
              <a:ext cx="731837" cy="418869"/>
            </a:xfrm>
            <a:prstGeom prst="line">
              <a:avLst/>
            </a:prstGeom>
            <a:noFill/>
            <a:ln w="25400" cap="flat" cmpd="sng">
              <a:solidFill>
                <a:srgbClr val="53585F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zh-CN" sz="1700"/>
            </a:p>
          </p:txBody>
        </p:sp>
        <p:sp>
          <p:nvSpPr>
            <p:cNvPr id="30" name="Line 26"/>
            <p:cNvSpPr>
              <a:spLocks noChangeShapeType="1"/>
            </p:cNvSpPr>
            <p:nvPr/>
          </p:nvSpPr>
          <p:spPr bwMode="auto">
            <a:xfrm>
              <a:off x="667977" y="318046"/>
              <a:ext cx="1349574" cy="446598"/>
            </a:xfrm>
            <a:prstGeom prst="line">
              <a:avLst/>
            </a:prstGeom>
            <a:noFill/>
            <a:ln w="25400" cap="flat" cmpd="sng">
              <a:solidFill>
                <a:srgbClr val="53585F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zh-CN" sz="1700"/>
            </a:p>
          </p:txBody>
        </p:sp>
        <p:sp>
          <p:nvSpPr>
            <p:cNvPr id="31" name="Line 27"/>
            <p:cNvSpPr>
              <a:spLocks noChangeShapeType="1"/>
            </p:cNvSpPr>
            <p:nvPr/>
          </p:nvSpPr>
          <p:spPr bwMode="auto">
            <a:xfrm flipV="1">
              <a:off x="766410" y="311626"/>
              <a:ext cx="771783" cy="455218"/>
            </a:xfrm>
            <a:prstGeom prst="line">
              <a:avLst/>
            </a:prstGeom>
            <a:noFill/>
            <a:ln w="25400" cap="flat" cmpd="sng">
              <a:solidFill>
                <a:srgbClr val="53585F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zh-CN" sz="1700"/>
            </a:p>
          </p:txBody>
        </p:sp>
        <p:sp>
          <p:nvSpPr>
            <p:cNvPr id="32" name="Line 28"/>
            <p:cNvSpPr>
              <a:spLocks noChangeShapeType="1"/>
            </p:cNvSpPr>
            <p:nvPr/>
          </p:nvSpPr>
          <p:spPr bwMode="auto">
            <a:xfrm flipV="1">
              <a:off x="160101" y="315919"/>
              <a:ext cx="1346726" cy="431659"/>
            </a:xfrm>
            <a:prstGeom prst="line">
              <a:avLst/>
            </a:prstGeom>
            <a:noFill/>
            <a:ln w="25400" cap="flat" cmpd="sng">
              <a:solidFill>
                <a:srgbClr val="53585F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zh-CN" sz="1700"/>
            </a:p>
          </p:txBody>
        </p:sp>
        <p:sp>
          <p:nvSpPr>
            <p:cNvPr id="33" name="Line 29"/>
            <p:cNvSpPr>
              <a:spLocks noChangeShapeType="1"/>
            </p:cNvSpPr>
            <p:nvPr/>
          </p:nvSpPr>
          <p:spPr bwMode="auto">
            <a:xfrm flipV="1">
              <a:off x="168670" y="320174"/>
              <a:ext cx="509297" cy="440245"/>
            </a:xfrm>
            <a:prstGeom prst="line">
              <a:avLst/>
            </a:prstGeom>
            <a:noFill/>
            <a:ln w="25400" cap="flat" cmpd="sng">
              <a:solidFill>
                <a:srgbClr val="53585F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zh-CN" sz="1700"/>
            </a:p>
          </p:txBody>
        </p:sp>
        <p:sp>
          <p:nvSpPr>
            <p:cNvPr id="34" name="Line 30"/>
            <p:cNvSpPr>
              <a:spLocks noChangeShapeType="1"/>
            </p:cNvSpPr>
            <p:nvPr/>
          </p:nvSpPr>
          <p:spPr bwMode="auto">
            <a:xfrm flipH="1" flipV="1">
              <a:off x="672262" y="300952"/>
              <a:ext cx="82740" cy="448793"/>
            </a:xfrm>
            <a:prstGeom prst="line">
              <a:avLst/>
            </a:prstGeom>
            <a:noFill/>
            <a:ln w="25400" cap="flat" cmpd="sng">
              <a:solidFill>
                <a:srgbClr val="53585F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zh-CN" sz="1700"/>
            </a:p>
          </p:txBody>
        </p:sp>
        <p:sp>
          <p:nvSpPr>
            <p:cNvPr id="35" name="AutoShape 31"/>
            <p:cNvSpPr/>
            <p:nvPr/>
          </p:nvSpPr>
          <p:spPr bwMode="auto">
            <a:xfrm>
              <a:off x="-1" y="743323"/>
              <a:ext cx="340817" cy="340455"/>
            </a:xfrm>
            <a:custGeom>
              <a:avLst/>
              <a:gdLst>
                <a:gd name="T0" fmla="+- 0 10800 961"/>
                <a:gd name="T1" fmla="*/ T0 w 19679"/>
                <a:gd name="T2" fmla="+- 0 10800 961"/>
                <a:gd name="T3" fmla="*/ 10800 h 19679"/>
                <a:gd name="T4" fmla="+- 0 10800 961"/>
                <a:gd name="T5" fmla="*/ T4 w 19679"/>
                <a:gd name="T6" fmla="+- 0 10800 961"/>
                <a:gd name="T7" fmla="*/ 10800 h 19679"/>
                <a:gd name="T8" fmla="+- 0 10800 961"/>
                <a:gd name="T9" fmla="*/ T8 w 19679"/>
                <a:gd name="T10" fmla="+- 0 10800 961"/>
                <a:gd name="T11" fmla="*/ 10800 h 19679"/>
                <a:gd name="T12" fmla="+- 0 10800 961"/>
                <a:gd name="T13" fmla="*/ T12 w 19679"/>
                <a:gd name="T14" fmla="+- 0 10800 961"/>
                <a:gd name="T15" fmla="*/ 10800 h 1967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19679" h="19679">
                  <a:moveTo>
                    <a:pt x="16796" y="2881"/>
                  </a:moveTo>
                  <a:cubicBezTo>
                    <a:pt x="20639" y="6724"/>
                    <a:pt x="20639" y="12953"/>
                    <a:pt x="16796" y="16796"/>
                  </a:cubicBezTo>
                  <a:cubicBezTo>
                    <a:pt x="12953" y="20639"/>
                    <a:pt x="6724" y="20639"/>
                    <a:pt x="2881" y="16796"/>
                  </a:cubicBezTo>
                  <a:cubicBezTo>
                    <a:pt x="-961" y="12953"/>
                    <a:pt x="-961" y="6724"/>
                    <a:pt x="2881" y="2881"/>
                  </a:cubicBezTo>
                  <a:cubicBezTo>
                    <a:pt x="6724" y="-961"/>
                    <a:pt x="12953" y="-961"/>
                    <a:pt x="16796" y="2881"/>
                  </a:cubicBezTo>
                </a:path>
              </a:pathLst>
            </a:custGeom>
            <a:solidFill>
              <a:srgbClr val="53585F"/>
            </a:solidFill>
            <a:ln>
              <a:noFill/>
            </a:ln>
            <a:effectLst>
              <a:outerShdw blurRad="127000" dist="76201" dir="2700000" algn="ctr" rotWithShape="0">
                <a:srgbClr val="000000">
                  <a:alpha val="75000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zh-CN" sz="1700">
                <a:solidFill>
                  <a:srgbClr val="FFFFFF"/>
                </a:solidFill>
              </a:endParaRPr>
            </a:p>
          </p:txBody>
        </p:sp>
        <p:sp>
          <p:nvSpPr>
            <p:cNvPr id="36" name="AutoShape 32"/>
            <p:cNvSpPr/>
            <p:nvPr/>
          </p:nvSpPr>
          <p:spPr bwMode="auto">
            <a:xfrm>
              <a:off x="1840402" y="743323"/>
              <a:ext cx="340816" cy="340455"/>
            </a:xfrm>
            <a:custGeom>
              <a:avLst/>
              <a:gdLst>
                <a:gd name="T0" fmla="+- 0 10800 961"/>
                <a:gd name="T1" fmla="*/ T0 w 19679"/>
                <a:gd name="T2" fmla="+- 0 10800 961"/>
                <a:gd name="T3" fmla="*/ 10800 h 19679"/>
                <a:gd name="T4" fmla="+- 0 10800 961"/>
                <a:gd name="T5" fmla="*/ T4 w 19679"/>
                <a:gd name="T6" fmla="+- 0 10800 961"/>
                <a:gd name="T7" fmla="*/ 10800 h 19679"/>
                <a:gd name="T8" fmla="+- 0 10800 961"/>
                <a:gd name="T9" fmla="*/ T8 w 19679"/>
                <a:gd name="T10" fmla="+- 0 10800 961"/>
                <a:gd name="T11" fmla="*/ 10800 h 19679"/>
                <a:gd name="T12" fmla="+- 0 10800 961"/>
                <a:gd name="T13" fmla="*/ T12 w 19679"/>
                <a:gd name="T14" fmla="+- 0 10800 961"/>
                <a:gd name="T15" fmla="*/ 10800 h 1967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19679" h="19679">
                  <a:moveTo>
                    <a:pt x="16796" y="2881"/>
                  </a:moveTo>
                  <a:cubicBezTo>
                    <a:pt x="20639" y="6724"/>
                    <a:pt x="20639" y="12953"/>
                    <a:pt x="16796" y="16796"/>
                  </a:cubicBezTo>
                  <a:cubicBezTo>
                    <a:pt x="12953" y="20639"/>
                    <a:pt x="6724" y="20639"/>
                    <a:pt x="2881" y="16796"/>
                  </a:cubicBezTo>
                  <a:cubicBezTo>
                    <a:pt x="-961" y="12953"/>
                    <a:pt x="-961" y="6724"/>
                    <a:pt x="2881" y="2881"/>
                  </a:cubicBezTo>
                  <a:cubicBezTo>
                    <a:pt x="6724" y="-961"/>
                    <a:pt x="12953" y="-961"/>
                    <a:pt x="16796" y="2881"/>
                  </a:cubicBezTo>
                </a:path>
              </a:pathLst>
            </a:custGeom>
            <a:solidFill>
              <a:srgbClr val="53585F"/>
            </a:solidFill>
            <a:ln>
              <a:noFill/>
            </a:ln>
            <a:effectLst>
              <a:outerShdw blurRad="127000" dist="76201" dir="2700000" algn="ctr" rotWithShape="0">
                <a:srgbClr val="000000">
                  <a:alpha val="75000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zh-CN" sz="1700">
                <a:solidFill>
                  <a:srgbClr val="FFFFFF"/>
                </a:solidFill>
              </a:endParaRPr>
            </a:p>
          </p:txBody>
        </p:sp>
      </p:grpSp>
      <p:sp>
        <p:nvSpPr>
          <p:cNvPr id="38" name="灯片编号占位符 3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B54BD4-5486-4A33-9B83-769ED7785D49}" type="slidenum">
              <a:rPr lang="zh-CN" altLang="en-US" smtClean="0"/>
              <a:t>17</a:t>
            </a:fld>
            <a:endParaRPr lang="en-US" altLang="zh-CN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00548" y="810370"/>
            <a:ext cx="8640960" cy="828328"/>
          </a:xfrm>
        </p:spPr>
        <p:txBody>
          <a:bodyPr/>
          <a:lstStyle/>
          <a:p>
            <a:r>
              <a:rPr lang="zh-CN" altLang="en-US" dirty="0"/>
              <a:t>人工神经网络</a:t>
            </a:r>
          </a:p>
        </p:txBody>
      </p:sp>
      <p:sp>
        <p:nvSpPr>
          <p:cNvPr id="116" name="文本框 115"/>
          <p:cNvSpPr txBox="1"/>
          <p:nvPr/>
        </p:nvSpPr>
        <p:spPr>
          <a:xfrm>
            <a:off x="5182242" y="6036782"/>
            <a:ext cx="16775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*</a:t>
            </a:r>
            <a:r>
              <a:rPr lang="zh-CN" altLang="en-US" dirty="0"/>
              <a:t>开始流行时间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B54BD4-5486-4A33-9B83-769ED7785D49}" type="slidenum">
              <a:rPr lang="zh-CN" altLang="en-US" smtClean="0"/>
              <a:t>18</a:t>
            </a:fld>
            <a:endParaRPr lang="en-US" altLang="zh-CN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9042" y="2194538"/>
            <a:ext cx="9113916" cy="328640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人工神经元</a:t>
            </a:r>
          </a:p>
        </p:txBody>
      </p:sp>
      <p:grpSp>
        <p:nvGrpSpPr>
          <p:cNvPr id="5" name="Group 23"/>
          <p:cNvGrpSpPr/>
          <p:nvPr/>
        </p:nvGrpSpPr>
        <p:grpSpPr>
          <a:xfrm>
            <a:off x="2128851" y="1206414"/>
            <a:ext cx="2830487" cy="2245585"/>
            <a:chOff x="6205977" y="1276350"/>
            <a:chExt cx="2253424" cy="2552003"/>
          </a:xfrm>
        </p:grpSpPr>
        <p:sp>
          <p:nvSpPr>
            <p:cNvPr id="6" name="Freeform 6"/>
            <p:cNvSpPr/>
            <p:nvPr/>
          </p:nvSpPr>
          <p:spPr bwMode="auto">
            <a:xfrm>
              <a:off x="7097713" y="1460898"/>
              <a:ext cx="768350" cy="1458515"/>
            </a:xfrm>
            <a:custGeom>
              <a:avLst/>
              <a:gdLst>
                <a:gd name="T0" fmla="*/ 247 w 484"/>
                <a:gd name="T1" fmla="*/ 1225 h 1225"/>
                <a:gd name="T2" fmla="*/ 384 w 484"/>
                <a:gd name="T3" fmla="*/ 969 h 1225"/>
                <a:gd name="T4" fmla="*/ 329 w 484"/>
                <a:gd name="T5" fmla="*/ 905 h 1225"/>
                <a:gd name="T6" fmla="*/ 283 w 484"/>
                <a:gd name="T7" fmla="*/ 823 h 1225"/>
                <a:gd name="T8" fmla="*/ 356 w 484"/>
                <a:gd name="T9" fmla="*/ 731 h 1225"/>
                <a:gd name="T10" fmla="*/ 384 w 484"/>
                <a:gd name="T11" fmla="*/ 713 h 1225"/>
                <a:gd name="T12" fmla="*/ 430 w 484"/>
                <a:gd name="T13" fmla="*/ 649 h 1225"/>
                <a:gd name="T14" fmla="*/ 457 w 484"/>
                <a:gd name="T15" fmla="*/ 594 h 1225"/>
                <a:gd name="T16" fmla="*/ 484 w 484"/>
                <a:gd name="T17" fmla="*/ 503 h 1225"/>
                <a:gd name="T18" fmla="*/ 402 w 484"/>
                <a:gd name="T19" fmla="*/ 366 h 1225"/>
                <a:gd name="T20" fmla="*/ 439 w 484"/>
                <a:gd name="T21" fmla="*/ 265 h 1225"/>
                <a:gd name="T22" fmla="*/ 466 w 484"/>
                <a:gd name="T23" fmla="*/ 229 h 1225"/>
                <a:gd name="T24" fmla="*/ 402 w 484"/>
                <a:gd name="T25" fmla="*/ 174 h 1225"/>
                <a:gd name="T26" fmla="*/ 375 w 484"/>
                <a:gd name="T27" fmla="*/ 165 h 1225"/>
                <a:gd name="T28" fmla="*/ 256 w 484"/>
                <a:gd name="T29" fmla="*/ 201 h 1225"/>
                <a:gd name="T30" fmla="*/ 238 w 484"/>
                <a:gd name="T31" fmla="*/ 229 h 1225"/>
                <a:gd name="T32" fmla="*/ 174 w 484"/>
                <a:gd name="T33" fmla="*/ 274 h 1225"/>
                <a:gd name="T34" fmla="*/ 82 w 484"/>
                <a:gd name="T35" fmla="*/ 192 h 1225"/>
                <a:gd name="T36" fmla="*/ 18 w 484"/>
                <a:gd name="T37" fmla="*/ 73 h 1225"/>
                <a:gd name="T38" fmla="*/ 0 w 484"/>
                <a:gd name="T39" fmla="*/ 0 h 1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84" h="1225">
                  <a:moveTo>
                    <a:pt x="247" y="1225"/>
                  </a:moveTo>
                  <a:cubicBezTo>
                    <a:pt x="258" y="1105"/>
                    <a:pt x="277" y="1038"/>
                    <a:pt x="384" y="969"/>
                  </a:cubicBezTo>
                  <a:cubicBezTo>
                    <a:pt x="374" y="927"/>
                    <a:pt x="369" y="918"/>
                    <a:pt x="329" y="905"/>
                  </a:cubicBezTo>
                  <a:cubicBezTo>
                    <a:pt x="311" y="877"/>
                    <a:pt x="302" y="850"/>
                    <a:pt x="283" y="823"/>
                  </a:cubicBezTo>
                  <a:cubicBezTo>
                    <a:pt x="309" y="749"/>
                    <a:pt x="286" y="778"/>
                    <a:pt x="356" y="731"/>
                  </a:cubicBezTo>
                  <a:cubicBezTo>
                    <a:pt x="365" y="725"/>
                    <a:pt x="384" y="713"/>
                    <a:pt x="384" y="713"/>
                  </a:cubicBezTo>
                  <a:cubicBezTo>
                    <a:pt x="399" y="691"/>
                    <a:pt x="418" y="672"/>
                    <a:pt x="430" y="649"/>
                  </a:cubicBezTo>
                  <a:cubicBezTo>
                    <a:pt x="466" y="579"/>
                    <a:pt x="413" y="640"/>
                    <a:pt x="457" y="594"/>
                  </a:cubicBezTo>
                  <a:cubicBezTo>
                    <a:pt x="467" y="564"/>
                    <a:pt x="474" y="533"/>
                    <a:pt x="484" y="503"/>
                  </a:cubicBezTo>
                  <a:cubicBezTo>
                    <a:pt x="469" y="425"/>
                    <a:pt x="442" y="425"/>
                    <a:pt x="402" y="366"/>
                  </a:cubicBezTo>
                  <a:cubicBezTo>
                    <a:pt x="414" y="332"/>
                    <a:pt x="424" y="297"/>
                    <a:pt x="439" y="265"/>
                  </a:cubicBezTo>
                  <a:cubicBezTo>
                    <a:pt x="445" y="251"/>
                    <a:pt x="462" y="244"/>
                    <a:pt x="466" y="229"/>
                  </a:cubicBezTo>
                  <a:cubicBezTo>
                    <a:pt x="478" y="181"/>
                    <a:pt x="431" y="183"/>
                    <a:pt x="402" y="174"/>
                  </a:cubicBezTo>
                  <a:cubicBezTo>
                    <a:pt x="393" y="171"/>
                    <a:pt x="375" y="165"/>
                    <a:pt x="375" y="165"/>
                  </a:cubicBezTo>
                  <a:cubicBezTo>
                    <a:pt x="294" y="173"/>
                    <a:pt x="295" y="153"/>
                    <a:pt x="256" y="201"/>
                  </a:cubicBezTo>
                  <a:cubicBezTo>
                    <a:pt x="249" y="210"/>
                    <a:pt x="246" y="222"/>
                    <a:pt x="238" y="229"/>
                  </a:cubicBezTo>
                  <a:cubicBezTo>
                    <a:pt x="219" y="246"/>
                    <a:pt x="174" y="274"/>
                    <a:pt x="174" y="274"/>
                  </a:cubicBezTo>
                  <a:cubicBezTo>
                    <a:pt x="43" y="263"/>
                    <a:pt x="48" y="293"/>
                    <a:pt x="82" y="192"/>
                  </a:cubicBezTo>
                  <a:cubicBezTo>
                    <a:pt x="64" y="146"/>
                    <a:pt x="48" y="112"/>
                    <a:pt x="18" y="73"/>
                  </a:cubicBezTo>
                  <a:cubicBezTo>
                    <a:pt x="12" y="49"/>
                    <a:pt x="0" y="0"/>
                    <a:pt x="0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Freeform 7"/>
            <p:cNvSpPr/>
            <p:nvPr/>
          </p:nvSpPr>
          <p:spPr bwMode="auto">
            <a:xfrm>
              <a:off x="7735888" y="2135982"/>
              <a:ext cx="711200" cy="446485"/>
            </a:xfrm>
            <a:custGeom>
              <a:avLst/>
              <a:gdLst>
                <a:gd name="T0" fmla="*/ 0 w 448"/>
                <a:gd name="T1" fmla="*/ 375 h 375"/>
                <a:gd name="T2" fmla="*/ 92 w 448"/>
                <a:gd name="T3" fmla="*/ 329 h 375"/>
                <a:gd name="T4" fmla="*/ 119 w 448"/>
                <a:gd name="T5" fmla="*/ 311 h 375"/>
                <a:gd name="T6" fmla="*/ 146 w 448"/>
                <a:gd name="T7" fmla="*/ 302 h 375"/>
                <a:gd name="T8" fmla="*/ 284 w 448"/>
                <a:gd name="T9" fmla="*/ 192 h 375"/>
                <a:gd name="T10" fmla="*/ 320 w 448"/>
                <a:gd name="T11" fmla="*/ 91 h 375"/>
                <a:gd name="T12" fmla="*/ 357 w 448"/>
                <a:gd name="T13" fmla="*/ 64 h 375"/>
                <a:gd name="T14" fmla="*/ 448 w 448"/>
                <a:gd name="T15" fmla="*/ 0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48" h="375">
                  <a:moveTo>
                    <a:pt x="0" y="375"/>
                  </a:moveTo>
                  <a:cubicBezTo>
                    <a:pt x="30" y="355"/>
                    <a:pt x="58" y="340"/>
                    <a:pt x="92" y="329"/>
                  </a:cubicBezTo>
                  <a:cubicBezTo>
                    <a:pt x="101" y="323"/>
                    <a:pt x="109" y="316"/>
                    <a:pt x="119" y="311"/>
                  </a:cubicBezTo>
                  <a:cubicBezTo>
                    <a:pt x="127" y="307"/>
                    <a:pt x="138" y="307"/>
                    <a:pt x="146" y="302"/>
                  </a:cubicBezTo>
                  <a:cubicBezTo>
                    <a:pt x="196" y="274"/>
                    <a:pt x="243" y="232"/>
                    <a:pt x="284" y="192"/>
                  </a:cubicBezTo>
                  <a:cubicBezTo>
                    <a:pt x="292" y="166"/>
                    <a:pt x="312" y="103"/>
                    <a:pt x="320" y="91"/>
                  </a:cubicBezTo>
                  <a:cubicBezTo>
                    <a:pt x="328" y="78"/>
                    <a:pt x="346" y="74"/>
                    <a:pt x="357" y="64"/>
                  </a:cubicBezTo>
                  <a:cubicBezTo>
                    <a:pt x="413" y="14"/>
                    <a:pt x="394" y="27"/>
                    <a:pt x="448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8"/>
            <p:cNvSpPr/>
            <p:nvPr/>
          </p:nvSpPr>
          <p:spPr bwMode="auto">
            <a:xfrm>
              <a:off x="6659563" y="1977628"/>
              <a:ext cx="889000" cy="423863"/>
            </a:xfrm>
            <a:custGeom>
              <a:avLst/>
              <a:gdLst>
                <a:gd name="T0" fmla="*/ 560 w 560"/>
                <a:gd name="T1" fmla="*/ 356 h 356"/>
                <a:gd name="T2" fmla="*/ 442 w 560"/>
                <a:gd name="T3" fmla="*/ 283 h 356"/>
                <a:gd name="T4" fmla="*/ 112 w 560"/>
                <a:gd name="T5" fmla="*/ 265 h 356"/>
                <a:gd name="T6" fmla="*/ 94 w 560"/>
                <a:gd name="T7" fmla="*/ 100 h 356"/>
                <a:gd name="T8" fmla="*/ 39 w 560"/>
                <a:gd name="T9" fmla="*/ 91 h 356"/>
                <a:gd name="T10" fmla="*/ 12 w 560"/>
                <a:gd name="T11" fmla="*/ 55 h 356"/>
                <a:gd name="T12" fmla="*/ 3 w 560"/>
                <a:gd name="T13" fmla="*/ 0 h 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60" h="356">
                  <a:moveTo>
                    <a:pt x="560" y="356"/>
                  </a:moveTo>
                  <a:cubicBezTo>
                    <a:pt x="523" y="319"/>
                    <a:pt x="491" y="295"/>
                    <a:pt x="442" y="283"/>
                  </a:cubicBezTo>
                  <a:cubicBezTo>
                    <a:pt x="360" y="287"/>
                    <a:pt x="194" y="318"/>
                    <a:pt x="112" y="265"/>
                  </a:cubicBezTo>
                  <a:cubicBezTo>
                    <a:pt x="106" y="210"/>
                    <a:pt x="115" y="151"/>
                    <a:pt x="94" y="100"/>
                  </a:cubicBezTo>
                  <a:cubicBezTo>
                    <a:pt x="87" y="83"/>
                    <a:pt x="55" y="100"/>
                    <a:pt x="39" y="91"/>
                  </a:cubicBezTo>
                  <a:cubicBezTo>
                    <a:pt x="26" y="84"/>
                    <a:pt x="21" y="67"/>
                    <a:pt x="12" y="55"/>
                  </a:cubicBezTo>
                  <a:cubicBezTo>
                    <a:pt x="0" y="18"/>
                    <a:pt x="3" y="37"/>
                    <a:pt x="3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9"/>
            <p:cNvSpPr/>
            <p:nvPr/>
          </p:nvSpPr>
          <p:spPr bwMode="auto">
            <a:xfrm>
              <a:off x="8229601" y="1831182"/>
              <a:ext cx="100013" cy="413147"/>
            </a:xfrm>
            <a:custGeom>
              <a:avLst/>
              <a:gdLst>
                <a:gd name="T0" fmla="*/ 0 w 63"/>
                <a:gd name="T1" fmla="*/ 347 h 347"/>
                <a:gd name="T2" fmla="*/ 27 w 63"/>
                <a:gd name="T3" fmla="*/ 265 h 347"/>
                <a:gd name="T4" fmla="*/ 55 w 63"/>
                <a:gd name="T5" fmla="*/ 238 h 347"/>
                <a:gd name="T6" fmla="*/ 18 w 63"/>
                <a:gd name="T7" fmla="*/ 137 h 347"/>
                <a:gd name="T8" fmla="*/ 46 w 63"/>
                <a:gd name="T9" fmla="*/ 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347">
                  <a:moveTo>
                    <a:pt x="0" y="347"/>
                  </a:moveTo>
                  <a:cubicBezTo>
                    <a:pt x="9" y="320"/>
                    <a:pt x="14" y="291"/>
                    <a:pt x="27" y="265"/>
                  </a:cubicBezTo>
                  <a:cubicBezTo>
                    <a:pt x="33" y="253"/>
                    <a:pt x="52" y="251"/>
                    <a:pt x="55" y="238"/>
                  </a:cubicBezTo>
                  <a:cubicBezTo>
                    <a:pt x="63" y="204"/>
                    <a:pt x="42" y="159"/>
                    <a:pt x="18" y="137"/>
                  </a:cubicBezTo>
                  <a:cubicBezTo>
                    <a:pt x="4" y="94"/>
                    <a:pt x="0" y="22"/>
                    <a:pt x="46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10"/>
            <p:cNvSpPr/>
            <p:nvPr/>
          </p:nvSpPr>
          <p:spPr bwMode="auto">
            <a:xfrm>
              <a:off x="6375400" y="2157413"/>
              <a:ext cx="446088" cy="141685"/>
            </a:xfrm>
            <a:custGeom>
              <a:avLst/>
              <a:gdLst>
                <a:gd name="T0" fmla="*/ 281 w 281"/>
                <a:gd name="T1" fmla="*/ 119 h 119"/>
                <a:gd name="T2" fmla="*/ 171 w 281"/>
                <a:gd name="T3" fmla="*/ 92 h 119"/>
                <a:gd name="T4" fmla="*/ 16 w 281"/>
                <a:gd name="T5" fmla="*/ 92 h 119"/>
                <a:gd name="T6" fmla="*/ 7 w 281"/>
                <a:gd name="T7" fmla="*/ 0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1" h="119">
                  <a:moveTo>
                    <a:pt x="281" y="119"/>
                  </a:moveTo>
                  <a:cubicBezTo>
                    <a:pt x="245" y="107"/>
                    <a:pt x="207" y="104"/>
                    <a:pt x="171" y="92"/>
                  </a:cubicBezTo>
                  <a:cubicBezTo>
                    <a:pt x="92" y="108"/>
                    <a:pt x="81" y="114"/>
                    <a:pt x="16" y="92"/>
                  </a:cubicBezTo>
                  <a:cubicBezTo>
                    <a:pt x="0" y="44"/>
                    <a:pt x="7" y="74"/>
                    <a:pt x="7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11"/>
            <p:cNvSpPr/>
            <p:nvPr/>
          </p:nvSpPr>
          <p:spPr bwMode="auto">
            <a:xfrm>
              <a:off x="7242176" y="1276350"/>
              <a:ext cx="720725" cy="423863"/>
            </a:xfrm>
            <a:custGeom>
              <a:avLst/>
              <a:gdLst>
                <a:gd name="T0" fmla="*/ 375 w 454"/>
                <a:gd name="T1" fmla="*/ 356 h 356"/>
                <a:gd name="T2" fmla="*/ 192 w 454"/>
                <a:gd name="T3" fmla="*/ 274 h 356"/>
                <a:gd name="T4" fmla="*/ 165 w 454"/>
                <a:gd name="T5" fmla="*/ 173 h 356"/>
                <a:gd name="T6" fmla="*/ 211 w 454"/>
                <a:gd name="T7" fmla="*/ 128 h 356"/>
                <a:gd name="T8" fmla="*/ 92 w 454"/>
                <a:gd name="T9" fmla="*/ 100 h 356"/>
                <a:gd name="T10" fmla="*/ 0 w 454"/>
                <a:gd name="T11" fmla="*/ 0 h 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54" h="356">
                  <a:moveTo>
                    <a:pt x="375" y="356"/>
                  </a:moveTo>
                  <a:cubicBezTo>
                    <a:pt x="454" y="237"/>
                    <a:pt x="310" y="280"/>
                    <a:pt x="192" y="274"/>
                  </a:cubicBezTo>
                  <a:cubicBezTo>
                    <a:pt x="177" y="243"/>
                    <a:pt x="141" y="209"/>
                    <a:pt x="165" y="173"/>
                  </a:cubicBezTo>
                  <a:cubicBezTo>
                    <a:pt x="177" y="155"/>
                    <a:pt x="211" y="128"/>
                    <a:pt x="211" y="128"/>
                  </a:cubicBezTo>
                  <a:cubicBezTo>
                    <a:pt x="172" y="114"/>
                    <a:pt x="132" y="110"/>
                    <a:pt x="92" y="100"/>
                  </a:cubicBezTo>
                  <a:cubicBezTo>
                    <a:pt x="52" y="71"/>
                    <a:pt x="34" y="34"/>
                    <a:pt x="0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2"/>
            <p:cNvSpPr/>
            <p:nvPr/>
          </p:nvSpPr>
          <p:spPr bwMode="auto">
            <a:xfrm>
              <a:off x="7721601" y="1276350"/>
              <a:ext cx="144463" cy="358379"/>
            </a:xfrm>
            <a:custGeom>
              <a:avLst/>
              <a:gdLst>
                <a:gd name="T0" fmla="*/ 91 w 91"/>
                <a:gd name="T1" fmla="*/ 301 h 301"/>
                <a:gd name="T2" fmla="*/ 73 w 91"/>
                <a:gd name="T3" fmla="*/ 246 h 301"/>
                <a:gd name="T4" fmla="*/ 64 w 91"/>
                <a:gd name="T5" fmla="*/ 219 h 301"/>
                <a:gd name="T6" fmla="*/ 18 w 91"/>
                <a:gd name="T7" fmla="*/ 173 h 301"/>
                <a:gd name="T8" fmla="*/ 46 w 91"/>
                <a:gd name="T9" fmla="*/ 100 h 301"/>
                <a:gd name="T10" fmla="*/ 0 w 91"/>
                <a:gd name="T11" fmla="*/ 0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1" h="301">
                  <a:moveTo>
                    <a:pt x="91" y="301"/>
                  </a:moveTo>
                  <a:cubicBezTo>
                    <a:pt x="85" y="283"/>
                    <a:pt x="79" y="264"/>
                    <a:pt x="73" y="246"/>
                  </a:cubicBezTo>
                  <a:cubicBezTo>
                    <a:pt x="70" y="237"/>
                    <a:pt x="71" y="226"/>
                    <a:pt x="64" y="219"/>
                  </a:cubicBezTo>
                  <a:cubicBezTo>
                    <a:pt x="49" y="204"/>
                    <a:pt x="18" y="173"/>
                    <a:pt x="18" y="173"/>
                  </a:cubicBezTo>
                  <a:cubicBezTo>
                    <a:pt x="4" y="131"/>
                    <a:pt x="16" y="129"/>
                    <a:pt x="46" y="100"/>
                  </a:cubicBezTo>
                  <a:cubicBezTo>
                    <a:pt x="36" y="32"/>
                    <a:pt x="40" y="40"/>
                    <a:pt x="0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3"/>
            <p:cNvSpPr/>
            <p:nvPr/>
          </p:nvSpPr>
          <p:spPr bwMode="auto">
            <a:xfrm>
              <a:off x="7265988" y="2887266"/>
              <a:ext cx="271462" cy="282178"/>
            </a:xfrm>
            <a:custGeom>
              <a:avLst/>
              <a:gdLst>
                <a:gd name="T0" fmla="*/ 141 w 171"/>
                <a:gd name="T1" fmla="*/ 18 h 237"/>
                <a:gd name="T2" fmla="*/ 40 w 171"/>
                <a:gd name="T3" fmla="*/ 100 h 237"/>
                <a:gd name="T4" fmla="*/ 4 w 171"/>
                <a:gd name="T5" fmla="*/ 155 h 237"/>
                <a:gd name="T6" fmla="*/ 13 w 171"/>
                <a:gd name="T7" fmla="*/ 219 h 237"/>
                <a:gd name="T8" fmla="*/ 68 w 171"/>
                <a:gd name="T9" fmla="*/ 237 h 237"/>
                <a:gd name="T10" fmla="*/ 132 w 171"/>
                <a:gd name="T11" fmla="*/ 219 h 237"/>
                <a:gd name="T12" fmla="*/ 122 w 171"/>
                <a:gd name="T13" fmla="*/ 137 h 237"/>
                <a:gd name="T14" fmla="*/ 132 w 171"/>
                <a:gd name="T15" fmla="*/ 82 h 237"/>
                <a:gd name="T16" fmla="*/ 141 w 171"/>
                <a:gd name="T17" fmla="*/ 18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1" h="237">
                  <a:moveTo>
                    <a:pt x="141" y="18"/>
                  </a:moveTo>
                  <a:cubicBezTo>
                    <a:pt x="77" y="49"/>
                    <a:pt x="114" y="26"/>
                    <a:pt x="40" y="100"/>
                  </a:cubicBezTo>
                  <a:cubicBezTo>
                    <a:pt x="25" y="115"/>
                    <a:pt x="4" y="155"/>
                    <a:pt x="4" y="155"/>
                  </a:cubicBezTo>
                  <a:cubicBezTo>
                    <a:pt x="7" y="176"/>
                    <a:pt x="0" y="202"/>
                    <a:pt x="13" y="219"/>
                  </a:cubicBezTo>
                  <a:cubicBezTo>
                    <a:pt x="25" y="234"/>
                    <a:pt x="68" y="237"/>
                    <a:pt x="68" y="237"/>
                  </a:cubicBezTo>
                  <a:cubicBezTo>
                    <a:pt x="89" y="231"/>
                    <a:pt x="113" y="230"/>
                    <a:pt x="132" y="219"/>
                  </a:cubicBezTo>
                  <a:cubicBezTo>
                    <a:pt x="171" y="197"/>
                    <a:pt x="137" y="158"/>
                    <a:pt x="122" y="137"/>
                  </a:cubicBezTo>
                  <a:cubicBezTo>
                    <a:pt x="97" y="61"/>
                    <a:pt x="121" y="160"/>
                    <a:pt x="132" y="82"/>
                  </a:cubicBezTo>
                  <a:cubicBezTo>
                    <a:pt x="144" y="0"/>
                    <a:pt x="94" y="85"/>
                    <a:pt x="141" y="18"/>
                  </a:cubicBez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4"/>
            <p:cNvSpPr/>
            <p:nvPr/>
          </p:nvSpPr>
          <p:spPr bwMode="auto">
            <a:xfrm>
              <a:off x="7019925" y="3169444"/>
              <a:ext cx="222250" cy="320279"/>
            </a:xfrm>
            <a:custGeom>
              <a:avLst/>
              <a:gdLst>
                <a:gd name="T0" fmla="*/ 475 w 475"/>
                <a:gd name="T1" fmla="*/ 0 h 576"/>
                <a:gd name="T2" fmla="*/ 430 w 475"/>
                <a:gd name="T3" fmla="*/ 55 h 576"/>
                <a:gd name="T4" fmla="*/ 420 w 475"/>
                <a:gd name="T5" fmla="*/ 92 h 576"/>
                <a:gd name="T6" fmla="*/ 356 w 475"/>
                <a:gd name="T7" fmla="*/ 165 h 576"/>
                <a:gd name="T8" fmla="*/ 238 w 475"/>
                <a:gd name="T9" fmla="*/ 220 h 576"/>
                <a:gd name="T10" fmla="*/ 82 w 475"/>
                <a:gd name="T11" fmla="*/ 275 h 576"/>
                <a:gd name="T12" fmla="*/ 0 w 475"/>
                <a:gd name="T13" fmla="*/ 503 h 576"/>
                <a:gd name="T14" fmla="*/ 9 w 475"/>
                <a:gd name="T15" fmla="*/ 576 h 5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75" h="576">
                  <a:moveTo>
                    <a:pt x="475" y="0"/>
                  </a:moveTo>
                  <a:cubicBezTo>
                    <a:pt x="462" y="20"/>
                    <a:pt x="442" y="34"/>
                    <a:pt x="430" y="55"/>
                  </a:cubicBezTo>
                  <a:cubicBezTo>
                    <a:pt x="424" y="66"/>
                    <a:pt x="425" y="80"/>
                    <a:pt x="420" y="92"/>
                  </a:cubicBezTo>
                  <a:cubicBezTo>
                    <a:pt x="408" y="119"/>
                    <a:pt x="373" y="148"/>
                    <a:pt x="356" y="165"/>
                  </a:cubicBezTo>
                  <a:cubicBezTo>
                    <a:pt x="340" y="181"/>
                    <a:pt x="266" y="209"/>
                    <a:pt x="238" y="220"/>
                  </a:cubicBezTo>
                  <a:cubicBezTo>
                    <a:pt x="202" y="254"/>
                    <a:pt x="130" y="259"/>
                    <a:pt x="82" y="275"/>
                  </a:cubicBezTo>
                  <a:cubicBezTo>
                    <a:pt x="39" y="332"/>
                    <a:pt x="18" y="431"/>
                    <a:pt x="0" y="503"/>
                  </a:cubicBezTo>
                  <a:cubicBezTo>
                    <a:pt x="3" y="527"/>
                    <a:pt x="9" y="576"/>
                    <a:pt x="9" y="576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5"/>
            <p:cNvSpPr/>
            <p:nvPr/>
          </p:nvSpPr>
          <p:spPr bwMode="auto">
            <a:xfrm>
              <a:off x="6807201" y="3333750"/>
              <a:ext cx="231775" cy="140494"/>
            </a:xfrm>
            <a:custGeom>
              <a:avLst/>
              <a:gdLst>
                <a:gd name="T0" fmla="*/ 146 w 146"/>
                <a:gd name="T1" fmla="*/ 0 h 118"/>
                <a:gd name="T2" fmla="*/ 101 w 146"/>
                <a:gd name="T3" fmla="*/ 9 h 118"/>
                <a:gd name="T4" fmla="*/ 46 w 146"/>
                <a:gd name="T5" fmla="*/ 82 h 118"/>
                <a:gd name="T6" fmla="*/ 0 w 146"/>
                <a:gd name="T7" fmla="*/ 11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6" h="118">
                  <a:moveTo>
                    <a:pt x="146" y="0"/>
                  </a:moveTo>
                  <a:cubicBezTo>
                    <a:pt x="131" y="3"/>
                    <a:pt x="115" y="3"/>
                    <a:pt x="101" y="9"/>
                  </a:cubicBezTo>
                  <a:cubicBezTo>
                    <a:pt x="73" y="21"/>
                    <a:pt x="72" y="66"/>
                    <a:pt x="46" y="82"/>
                  </a:cubicBezTo>
                  <a:cubicBezTo>
                    <a:pt x="11" y="105"/>
                    <a:pt x="26" y="92"/>
                    <a:pt x="0" y="118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6"/>
            <p:cNvSpPr/>
            <p:nvPr/>
          </p:nvSpPr>
          <p:spPr bwMode="auto">
            <a:xfrm>
              <a:off x="7126289" y="3148013"/>
              <a:ext cx="174625" cy="446485"/>
            </a:xfrm>
            <a:custGeom>
              <a:avLst/>
              <a:gdLst>
                <a:gd name="T0" fmla="*/ 101 w 110"/>
                <a:gd name="T1" fmla="*/ 0 h 375"/>
                <a:gd name="T2" fmla="*/ 110 w 110"/>
                <a:gd name="T3" fmla="*/ 128 h 375"/>
                <a:gd name="T4" fmla="*/ 37 w 110"/>
                <a:gd name="T5" fmla="*/ 320 h 375"/>
                <a:gd name="T6" fmla="*/ 0 w 110"/>
                <a:gd name="T7" fmla="*/ 375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0" h="375">
                  <a:moveTo>
                    <a:pt x="101" y="0"/>
                  </a:moveTo>
                  <a:cubicBezTo>
                    <a:pt x="56" y="42"/>
                    <a:pt x="81" y="84"/>
                    <a:pt x="110" y="128"/>
                  </a:cubicBezTo>
                  <a:cubicBezTo>
                    <a:pt x="102" y="194"/>
                    <a:pt x="96" y="281"/>
                    <a:pt x="37" y="320"/>
                  </a:cubicBezTo>
                  <a:cubicBezTo>
                    <a:pt x="28" y="348"/>
                    <a:pt x="20" y="355"/>
                    <a:pt x="0" y="375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7"/>
            <p:cNvSpPr/>
            <p:nvPr/>
          </p:nvSpPr>
          <p:spPr bwMode="auto">
            <a:xfrm>
              <a:off x="7329489" y="3181350"/>
              <a:ext cx="363537" cy="457200"/>
            </a:xfrm>
            <a:custGeom>
              <a:avLst/>
              <a:gdLst>
                <a:gd name="T0" fmla="*/ 0 w 229"/>
                <a:gd name="T1" fmla="*/ 0 h 384"/>
                <a:gd name="T2" fmla="*/ 64 w 229"/>
                <a:gd name="T3" fmla="*/ 128 h 384"/>
                <a:gd name="T4" fmla="*/ 73 w 229"/>
                <a:gd name="T5" fmla="*/ 155 h 384"/>
                <a:gd name="T6" fmla="*/ 101 w 229"/>
                <a:gd name="T7" fmla="*/ 164 h 384"/>
                <a:gd name="T8" fmla="*/ 146 w 229"/>
                <a:gd name="T9" fmla="*/ 201 h 384"/>
                <a:gd name="T10" fmla="*/ 156 w 229"/>
                <a:gd name="T11" fmla="*/ 256 h 384"/>
                <a:gd name="T12" fmla="*/ 192 w 229"/>
                <a:gd name="T13" fmla="*/ 283 h 384"/>
                <a:gd name="T14" fmla="*/ 229 w 229"/>
                <a:gd name="T15" fmla="*/ 384 h 3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9" h="384">
                  <a:moveTo>
                    <a:pt x="0" y="0"/>
                  </a:moveTo>
                  <a:cubicBezTo>
                    <a:pt x="14" y="70"/>
                    <a:pt x="24" y="73"/>
                    <a:pt x="64" y="128"/>
                  </a:cubicBezTo>
                  <a:cubicBezTo>
                    <a:pt x="67" y="137"/>
                    <a:pt x="66" y="148"/>
                    <a:pt x="73" y="155"/>
                  </a:cubicBezTo>
                  <a:cubicBezTo>
                    <a:pt x="80" y="162"/>
                    <a:pt x="92" y="160"/>
                    <a:pt x="101" y="164"/>
                  </a:cubicBezTo>
                  <a:cubicBezTo>
                    <a:pt x="125" y="176"/>
                    <a:pt x="129" y="183"/>
                    <a:pt x="146" y="201"/>
                  </a:cubicBezTo>
                  <a:cubicBezTo>
                    <a:pt x="149" y="219"/>
                    <a:pt x="147" y="240"/>
                    <a:pt x="156" y="256"/>
                  </a:cubicBezTo>
                  <a:cubicBezTo>
                    <a:pt x="163" y="269"/>
                    <a:pt x="181" y="272"/>
                    <a:pt x="192" y="283"/>
                  </a:cubicBezTo>
                  <a:cubicBezTo>
                    <a:pt x="218" y="309"/>
                    <a:pt x="229" y="348"/>
                    <a:pt x="229" y="384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8"/>
            <p:cNvSpPr/>
            <p:nvPr/>
          </p:nvSpPr>
          <p:spPr bwMode="auto">
            <a:xfrm>
              <a:off x="7373939" y="3431382"/>
              <a:ext cx="187325" cy="207169"/>
            </a:xfrm>
            <a:custGeom>
              <a:avLst/>
              <a:gdLst>
                <a:gd name="T0" fmla="*/ 118 w 118"/>
                <a:gd name="T1" fmla="*/ 0 h 174"/>
                <a:gd name="T2" fmla="*/ 100 w 118"/>
                <a:gd name="T3" fmla="*/ 27 h 174"/>
                <a:gd name="T4" fmla="*/ 91 w 118"/>
                <a:gd name="T5" fmla="*/ 55 h 174"/>
                <a:gd name="T6" fmla="*/ 45 w 118"/>
                <a:gd name="T7" fmla="*/ 91 h 174"/>
                <a:gd name="T8" fmla="*/ 9 w 118"/>
                <a:gd name="T9" fmla="*/ 146 h 174"/>
                <a:gd name="T10" fmla="*/ 0 w 118"/>
                <a:gd name="T11" fmla="*/ 174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8" h="174">
                  <a:moveTo>
                    <a:pt x="118" y="0"/>
                  </a:moveTo>
                  <a:cubicBezTo>
                    <a:pt x="112" y="9"/>
                    <a:pt x="105" y="17"/>
                    <a:pt x="100" y="27"/>
                  </a:cubicBezTo>
                  <a:cubicBezTo>
                    <a:pt x="96" y="36"/>
                    <a:pt x="97" y="47"/>
                    <a:pt x="91" y="55"/>
                  </a:cubicBezTo>
                  <a:cubicBezTo>
                    <a:pt x="79" y="70"/>
                    <a:pt x="59" y="78"/>
                    <a:pt x="45" y="91"/>
                  </a:cubicBezTo>
                  <a:cubicBezTo>
                    <a:pt x="23" y="158"/>
                    <a:pt x="54" y="77"/>
                    <a:pt x="9" y="146"/>
                  </a:cubicBezTo>
                  <a:cubicBezTo>
                    <a:pt x="4" y="154"/>
                    <a:pt x="0" y="174"/>
                    <a:pt x="0" y="174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9"/>
            <p:cNvSpPr/>
            <p:nvPr/>
          </p:nvSpPr>
          <p:spPr bwMode="auto">
            <a:xfrm>
              <a:off x="7038976" y="3474244"/>
              <a:ext cx="188913" cy="109538"/>
            </a:xfrm>
            <a:custGeom>
              <a:avLst/>
              <a:gdLst>
                <a:gd name="T0" fmla="*/ 119 w 119"/>
                <a:gd name="T1" fmla="*/ 0 h 92"/>
                <a:gd name="T2" fmla="*/ 37 w 119"/>
                <a:gd name="T3" fmla="*/ 10 h 92"/>
                <a:gd name="T4" fmla="*/ 0 w 119"/>
                <a:gd name="T5" fmla="*/ 92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9" h="92">
                  <a:moveTo>
                    <a:pt x="119" y="0"/>
                  </a:moveTo>
                  <a:cubicBezTo>
                    <a:pt x="92" y="3"/>
                    <a:pt x="63" y="0"/>
                    <a:pt x="37" y="10"/>
                  </a:cubicBezTo>
                  <a:cubicBezTo>
                    <a:pt x="14" y="19"/>
                    <a:pt x="10" y="72"/>
                    <a:pt x="0" y="92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Oval 20"/>
            <p:cNvSpPr>
              <a:spLocks noChangeArrowheads="1"/>
            </p:cNvSpPr>
            <p:nvPr/>
          </p:nvSpPr>
          <p:spPr bwMode="auto">
            <a:xfrm flipH="1" flipV="1">
              <a:off x="7380312" y="2895972"/>
              <a:ext cx="144016" cy="107826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" name="Text Box 21"/>
            <p:cNvSpPr txBox="1">
              <a:spLocks noChangeArrowheads="1"/>
            </p:cNvSpPr>
            <p:nvPr/>
          </p:nvSpPr>
          <p:spPr bwMode="auto">
            <a:xfrm>
              <a:off x="6905177" y="2297740"/>
              <a:ext cx="718751" cy="5946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800" dirty="0">
                  <a:solidFill>
                    <a:srgbClr val="3333CC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轴突</a:t>
              </a:r>
              <a:endParaRPr lang="en-US" sz="2800" dirty="0">
                <a:solidFill>
                  <a:srgbClr val="3333CC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2" name="Text Box 22"/>
            <p:cNvSpPr txBox="1">
              <a:spLocks noChangeArrowheads="1"/>
            </p:cNvSpPr>
            <p:nvPr/>
          </p:nvSpPr>
          <p:spPr bwMode="auto">
            <a:xfrm>
              <a:off x="6205977" y="2749795"/>
              <a:ext cx="1004618" cy="5946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800" dirty="0">
                  <a:solidFill>
                    <a:srgbClr val="3333CC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细胞体</a:t>
              </a:r>
              <a:endParaRPr lang="en-US" sz="2800" dirty="0">
                <a:solidFill>
                  <a:srgbClr val="3333CC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3" name="Text Box 23"/>
            <p:cNvSpPr txBox="1">
              <a:spLocks noChangeArrowheads="1"/>
            </p:cNvSpPr>
            <p:nvPr/>
          </p:nvSpPr>
          <p:spPr bwMode="auto">
            <a:xfrm>
              <a:off x="7740650" y="3233738"/>
              <a:ext cx="718751" cy="5946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800" dirty="0">
                  <a:solidFill>
                    <a:srgbClr val="3333CC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树突</a:t>
              </a:r>
              <a:endParaRPr lang="en-US" sz="2800" dirty="0">
                <a:solidFill>
                  <a:srgbClr val="3333CC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</p:grpSp>
      <p:grpSp>
        <p:nvGrpSpPr>
          <p:cNvPr id="24" name="Group 35"/>
          <p:cNvGrpSpPr/>
          <p:nvPr/>
        </p:nvGrpSpPr>
        <p:grpSpPr>
          <a:xfrm>
            <a:off x="6816080" y="1174747"/>
            <a:ext cx="3168352" cy="2097091"/>
            <a:chOff x="6876256" y="1131590"/>
            <a:chExt cx="1584176" cy="1024534"/>
          </a:xfrm>
        </p:grpSpPr>
        <p:sp>
          <p:nvSpPr>
            <p:cNvPr id="25" name="Oval 9"/>
            <p:cNvSpPr>
              <a:spLocks noChangeArrowheads="1"/>
            </p:cNvSpPr>
            <p:nvPr/>
          </p:nvSpPr>
          <p:spPr bwMode="auto">
            <a:xfrm>
              <a:off x="7524874" y="1835248"/>
              <a:ext cx="287486" cy="30445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" name="Line 11"/>
            <p:cNvSpPr>
              <a:spLocks noChangeShapeType="1"/>
            </p:cNvSpPr>
            <p:nvPr/>
          </p:nvSpPr>
          <p:spPr bwMode="auto">
            <a:xfrm flipV="1">
              <a:off x="7020050" y="1563787"/>
              <a:ext cx="504825" cy="270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Line 12"/>
            <p:cNvSpPr>
              <a:spLocks noChangeShapeType="1"/>
            </p:cNvSpPr>
            <p:nvPr/>
          </p:nvSpPr>
          <p:spPr bwMode="auto">
            <a:xfrm flipV="1">
              <a:off x="7667749" y="1563787"/>
              <a:ext cx="0" cy="270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Line 13"/>
            <p:cNvSpPr>
              <a:spLocks noChangeShapeType="1"/>
            </p:cNvSpPr>
            <p:nvPr/>
          </p:nvSpPr>
          <p:spPr bwMode="auto">
            <a:xfrm flipH="1" flipV="1">
              <a:off x="7812213" y="1563787"/>
              <a:ext cx="504825" cy="270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Line 14"/>
            <p:cNvSpPr>
              <a:spLocks noChangeShapeType="1"/>
            </p:cNvSpPr>
            <p:nvPr/>
          </p:nvSpPr>
          <p:spPr bwMode="auto">
            <a:xfrm flipV="1">
              <a:off x="7667749" y="1131590"/>
              <a:ext cx="0" cy="16311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Oval 16"/>
            <p:cNvSpPr>
              <a:spLocks noChangeArrowheads="1"/>
            </p:cNvSpPr>
            <p:nvPr/>
          </p:nvSpPr>
          <p:spPr bwMode="auto">
            <a:xfrm>
              <a:off x="7235950" y="1617364"/>
              <a:ext cx="142875" cy="10834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" name="Oval 17"/>
            <p:cNvSpPr>
              <a:spLocks noChangeArrowheads="1"/>
            </p:cNvSpPr>
            <p:nvPr/>
          </p:nvSpPr>
          <p:spPr bwMode="auto">
            <a:xfrm>
              <a:off x="7597900" y="1672133"/>
              <a:ext cx="142875" cy="10834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" name="Oval 18"/>
            <p:cNvSpPr>
              <a:spLocks noChangeArrowheads="1"/>
            </p:cNvSpPr>
            <p:nvPr/>
          </p:nvSpPr>
          <p:spPr bwMode="auto">
            <a:xfrm>
              <a:off x="7956675" y="1617364"/>
              <a:ext cx="142875" cy="10834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" name="Oval 9"/>
            <p:cNvSpPr>
              <a:spLocks noChangeArrowheads="1"/>
            </p:cNvSpPr>
            <p:nvPr/>
          </p:nvSpPr>
          <p:spPr bwMode="auto">
            <a:xfrm>
              <a:off x="7524328" y="1275606"/>
              <a:ext cx="287486" cy="30445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" name="Oval 9"/>
            <p:cNvSpPr>
              <a:spLocks noChangeArrowheads="1"/>
            </p:cNvSpPr>
            <p:nvPr/>
          </p:nvSpPr>
          <p:spPr bwMode="auto">
            <a:xfrm>
              <a:off x="8172946" y="1851670"/>
              <a:ext cx="287486" cy="30445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" name="Oval 9"/>
            <p:cNvSpPr>
              <a:spLocks noChangeArrowheads="1"/>
            </p:cNvSpPr>
            <p:nvPr/>
          </p:nvSpPr>
          <p:spPr bwMode="auto">
            <a:xfrm>
              <a:off x="6876256" y="1851670"/>
              <a:ext cx="287486" cy="30445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6" name="右箭头 35"/>
          <p:cNvSpPr/>
          <p:nvPr/>
        </p:nvSpPr>
        <p:spPr bwMode="auto">
          <a:xfrm>
            <a:off x="5360154" y="2309832"/>
            <a:ext cx="1080120" cy="623292"/>
          </a:xfrm>
          <a:prstGeom prst="rightArrow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37" name="对象 36"/>
          <p:cNvGraphicFramePr>
            <a:graphicFrameLocks noChangeAspect="1"/>
          </p:cNvGraphicFramePr>
          <p:nvPr/>
        </p:nvGraphicFramePr>
        <p:xfrm>
          <a:off x="2417193" y="3553187"/>
          <a:ext cx="7347693" cy="33253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" name="Visio" r:id="rId3" imgW="17385030" imgH="8929370" progId="Visio.Drawing.11">
                  <p:embed/>
                </p:oleObj>
              </mc:Choice>
              <mc:Fallback>
                <p:oleObj name="Visio" r:id="rId3" imgW="17385030" imgH="8929370" progId="Visio.Drawing.11">
                  <p:embed/>
                  <p:pic>
                    <p:nvPicPr>
                      <p:cNvPr id="37" name="对象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7193" y="3553187"/>
                        <a:ext cx="7347693" cy="332537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灯片编号占位符 3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B54BD4-5486-4A33-9B83-769ED7785D49}" type="slidenum">
              <a:rPr lang="zh-CN" altLang="en-US" smtClean="0"/>
              <a:t>19</a:t>
            </a:fld>
            <a:endParaRPr lang="en-US" altLang="zh-CN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一个神经元的单层感知机</a:t>
            </a:r>
          </a:p>
        </p:txBody>
      </p:sp>
      <p:grpSp>
        <p:nvGrpSpPr>
          <p:cNvPr id="31" name="组合 30"/>
          <p:cNvGrpSpPr/>
          <p:nvPr/>
        </p:nvGrpSpPr>
        <p:grpSpPr>
          <a:xfrm>
            <a:off x="3142028" y="3752120"/>
            <a:ext cx="6081612" cy="1477080"/>
            <a:chOff x="1618028" y="2420888"/>
            <a:chExt cx="6081612" cy="1477080"/>
          </a:xfrm>
        </p:grpSpPr>
        <p:grpSp>
          <p:nvGrpSpPr>
            <p:cNvPr id="5" name="Group 6"/>
            <p:cNvGrpSpPr/>
            <p:nvPr/>
          </p:nvGrpSpPr>
          <p:grpSpPr>
            <a:xfrm>
              <a:off x="3215034" y="3038387"/>
              <a:ext cx="562067" cy="506607"/>
              <a:chOff x="4320924" y="2871593"/>
              <a:chExt cx="690243" cy="662676"/>
            </a:xfrm>
          </p:grpSpPr>
          <p:sp>
            <p:nvSpPr>
              <p:cNvPr id="6" name="Oval 4"/>
              <p:cNvSpPr/>
              <p:nvPr/>
            </p:nvSpPr>
            <p:spPr>
              <a:xfrm>
                <a:off x="4320924" y="2871593"/>
                <a:ext cx="690243" cy="662676"/>
              </a:xfrm>
              <a:prstGeom prst="ellipse">
                <a:avLst/>
              </a:prstGeom>
              <a:noFill/>
              <a:ln>
                <a:solidFill>
                  <a:srgbClr val="80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aphicFrame>
            <p:nvGraphicFramePr>
              <p:cNvPr id="7" name="Object 5"/>
              <p:cNvGraphicFramePr>
                <a:graphicFrameLocks noChangeAspect="1"/>
              </p:cNvGraphicFramePr>
              <p:nvPr/>
            </p:nvGraphicFramePr>
            <p:xfrm>
              <a:off x="4449100" y="2982039"/>
              <a:ext cx="433891" cy="39616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98" name="Equation" r:id="rId3" imgW="292735" imgH="265430" progId="Equation.DSMT4">
                      <p:embed/>
                    </p:oleObj>
                  </mc:Choice>
                  <mc:Fallback>
                    <p:oleObj name="Equation" r:id="rId3" imgW="292735" imgH="265430" progId="Equation.DSMT4">
                      <p:embed/>
                      <p:pic>
                        <p:nvPicPr>
                          <p:cNvPr id="7" name="Object 5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4449100" y="2982039"/>
                            <a:ext cx="433891" cy="396161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8" name="Group 13"/>
            <p:cNvGrpSpPr/>
            <p:nvPr/>
          </p:nvGrpSpPr>
          <p:grpSpPr>
            <a:xfrm>
              <a:off x="4375190" y="3038387"/>
              <a:ext cx="562067" cy="506607"/>
              <a:chOff x="5481080" y="3231275"/>
              <a:chExt cx="562067" cy="506607"/>
            </a:xfrm>
          </p:grpSpPr>
          <p:sp>
            <p:nvSpPr>
              <p:cNvPr id="9" name="Oval 8"/>
              <p:cNvSpPr/>
              <p:nvPr/>
            </p:nvSpPr>
            <p:spPr>
              <a:xfrm>
                <a:off x="5481080" y="3231275"/>
                <a:ext cx="562067" cy="506607"/>
              </a:xfrm>
              <a:prstGeom prst="ellipse">
                <a:avLst/>
              </a:prstGeom>
              <a:noFill/>
              <a:ln>
                <a:solidFill>
                  <a:srgbClr val="80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" name="Elbow Connector 11"/>
              <p:cNvCxnSpPr/>
              <p:nvPr/>
            </p:nvCxnSpPr>
            <p:spPr>
              <a:xfrm flipV="1">
                <a:off x="5629548" y="3378200"/>
                <a:ext cx="265131" cy="262310"/>
              </a:xfrm>
              <a:prstGeom prst="bentConnector3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1" name="Straight Arrow Connector 15"/>
            <p:cNvCxnSpPr>
              <a:stCxn id="6" idx="6"/>
              <a:endCxn id="9" idx="2"/>
            </p:cNvCxnSpPr>
            <p:nvPr/>
          </p:nvCxnSpPr>
          <p:spPr>
            <a:xfrm>
              <a:off x="3777101" y="3291690"/>
              <a:ext cx="598089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Straight Arrow Connector 18"/>
            <p:cNvCxnSpPr>
              <a:endCxn id="6" idx="2"/>
            </p:cNvCxnSpPr>
            <p:nvPr/>
          </p:nvCxnSpPr>
          <p:spPr>
            <a:xfrm>
              <a:off x="2103803" y="3112578"/>
              <a:ext cx="1111231" cy="179113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Arrow Connector 19"/>
            <p:cNvCxnSpPr>
              <a:endCxn id="6" idx="2"/>
            </p:cNvCxnSpPr>
            <p:nvPr/>
          </p:nvCxnSpPr>
          <p:spPr>
            <a:xfrm flipV="1">
              <a:off x="2055418" y="3291690"/>
              <a:ext cx="1159614" cy="179112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aphicFrame>
          <p:nvGraphicFramePr>
            <p:cNvPr id="14" name="Object 23"/>
            <p:cNvGraphicFramePr>
              <a:graphicFrameLocks noChangeAspect="1"/>
            </p:cNvGraphicFramePr>
            <p:nvPr/>
          </p:nvGraphicFramePr>
          <p:xfrm>
            <a:off x="1638435" y="2823213"/>
            <a:ext cx="416985" cy="4611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99" name="Equation" r:id="rId5" imgW="146050" imgH="201295" progId="Equation.DSMT4">
                    <p:embed/>
                  </p:oleObj>
                </mc:Choice>
                <mc:Fallback>
                  <p:oleObj name="Equation" r:id="rId5" imgW="146050" imgH="201295" progId="Equation.DSMT4">
                    <p:embed/>
                    <p:pic>
                      <p:nvPicPr>
                        <p:cNvPr id="14" name="Object 23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638435" y="2823213"/>
                          <a:ext cx="416985" cy="46115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" name="Object 24"/>
            <p:cNvGraphicFramePr>
              <a:graphicFrameLocks noChangeAspect="1"/>
            </p:cNvGraphicFramePr>
            <p:nvPr/>
          </p:nvGraphicFramePr>
          <p:xfrm>
            <a:off x="1618028" y="3284644"/>
            <a:ext cx="485775" cy="4603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00" name="Equation" r:id="rId7" imgW="173990" imgH="201295" progId="Equation.DSMT4">
                    <p:embed/>
                  </p:oleObj>
                </mc:Choice>
                <mc:Fallback>
                  <p:oleObj name="Equation" r:id="rId7" imgW="173990" imgH="201295" progId="Equation.DSMT4">
                    <p:embed/>
                    <p:pic>
                      <p:nvPicPr>
                        <p:cNvPr id="15" name="Object 24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618028" y="3284644"/>
                          <a:ext cx="485775" cy="46037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" name="Object 25"/>
            <p:cNvGraphicFramePr>
              <a:graphicFrameLocks noChangeAspect="1"/>
            </p:cNvGraphicFramePr>
            <p:nvPr/>
          </p:nvGraphicFramePr>
          <p:xfrm>
            <a:off x="2282366" y="2748620"/>
            <a:ext cx="932666" cy="3740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01" name="Equation" r:id="rId9" imgW="420370" imgH="201295" progId="Equation.DSMT4">
                    <p:embed/>
                  </p:oleObj>
                </mc:Choice>
                <mc:Fallback>
                  <p:oleObj name="Equation" r:id="rId9" imgW="420370" imgH="201295" progId="Equation.DSMT4">
                    <p:embed/>
                    <p:pic>
                      <p:nvPicPr>
                        <p:cNvPr id="17" name="Object 25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2282366" y="2748620"/>
                          <a:ext cx="932666" cy="374099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" name="Object 30"/>
            <p:cNvGraphicFramePr>
              <a:graphicFrameLocks noChangeAspect="1"/>
            </p:cNvGraphicFramePr>
            <p:nvPr/>
          </p:nvGraphicFramePr>
          <p:xfrm>
            <a:off x="2168468" y="3523317"/>
            <a:ext cx="1158875" cy="3746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02" name="Equation" r:id="rId11" imgW="521335" imgH="201295" progId="Equation.DSMT4">
                    <p:embed/>
                  </p:oleObj>
                </mc:Choice>
                <mc:Fallback>
                  <p:oleObj name="Equation" r:id="rId11" imgW="521335" imgH="201295" progId="Equation.DSMT4">
                    <p:embed/>
                    <p:pic>
                      <p:nvPicPr>
                        <p:cNvPr id="19" name="Object 30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2168468" y="3523317"/>
                          <a:ext cx="1158875" cy="374651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" name="Object 31"/>
            <p:cNvGraphicFramePr>
              <a:graphicFrameLocks noChangeAspect="1"/>
            </p:cNvGraphicFramePr>
            <p:nvPr/>
          </p:nvGraphicFramePr>
          <p:xfrm>
            <a:off x="3297345" y="2420888"/>
            <a:ext cx="2093912" cy="3746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03" name="Equation" r:id="rId13" imgW="932815" imgH="201295" progId="Equation.DSMT4">
                    <p:embed/>
                  </p:oleObj>
                </mc:Choice>
                <mc:Fallback>
                  <p:oleObj name="Equation" r:id="rId13" imgW="932815" imgH="201295" progId="Equation.DSMT4">
                    <p:embed/>
                    <p:pic>
                      <p:nvPicPr>
                        <p:cNvPr id="21" name="Object 31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3297345" y="2420888"/>
                          <a:ext cx="2093912" cy="374651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23" name="Straight Arrow Connector 37"/>
            <p:cNvCxnSpPr/>
            <p:nvPr/>
          </p:nvCxnSpPr>
          <p:spPr>
            <a:xfrm>
              <a:off x="4029519" y="2823213"/>
              <a:ext cx="0" cy="362099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39"/>
            <p:cNvCxnSpPr/>
            <p:nvPr/>
          </p:nvCxnSpPr>
          <p:spPr>
            <a:xfrm>
              <a:off x="4937257" y="3284368"/>
              <a:ext cx="598089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aphicFrame>
          <p:nvGraphicFramePr>
            <p:cNvPr id="25" name="Object 42"/>
            <p:cNvGraphicFramePr>
              <a:graphicFrameLocks noChangeAspect="1"/>
            </p:cNvGraphicFramePr>
            <p:nvPr/>
          </p:nvGraphicFramePr>
          <p:xfrm>
            <a:off x="5391259" y="2590602"/>
            <a:ext cx="2308381" cy="8656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04" name="Equation" r:id="rId15" imgW="1316990" imgH="494030" progId="Equation.DSMT4">
                    <p:embed/>
                  </p:oleObj>
                </mc:Choice>
                <mc:Fallback>
                  <p:oleObj name="Equation" r:id="rId15" imgW="1316990" imgH="494030" progId="Equation.DSMT4">
                    <p:embed/>
                    <p:pic>
                      <p:nvPicPr>
                        <p:cNvPr id="25" name="Object 42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5391259" y="2590602"/>
                          <a:ext cx="2308381" cy="86564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7" name="Table 43"/>
          <p:cNvGraphicFramePr>
            <a:graphicFrameLocks noGrp="1"/>
          </p:cNvGraphicFramePr>
          <p:nvPr/>
        </p:nvGraphicFramePr>
        <p:xfrm>
          <a:off x="2999656" y="5691336"/>
          <a:ext cx="6096000" cy="76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5920">
                <a:tc>
                  <a:txBody>
                    <a:bodyPr/>
                    <a:lstStyle/>
                    <a:p>
                      <a:r>
                        <a:rPr lang="en-US" sz="19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-1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r>
                        <a:rPr lang="en-US" sz="1900" dirty="0"/>
                        <a:t>-1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-10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8" name="Object 45"/>
          <p:cNvGraphicFramePr>
            <a:graphicFrameLocks noChangeAspect="1"/>
          </p:cNvGraphicFramePr>
          <p:nvPr/>
        </p:nvGraphicFramePr>
        <p:xfrm>
          <a:off x="3579421" y="5230183"/>
          <a:ext cx="416985" cy="4611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5" name="Equation" r:id="rId17" imgW="146050" imgH="201295" progId="Equation.DSMT4">
                  <p:embed/>
                </p:oleObj>
              </mc:Choice>
              <mc:Fallback>
                <p:oleObj name="Equation" r:id="rId17" imgW="146050" imgH="201295" progId="Equation.DSMT4">
                  <p:embed/>
                  <p:pic>
                    <p:nvPicPr>
                      <p:cNvPr id="28" name="Object 4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579421" y="5230183"/>
                        <a:ext cx="416985" cy="4611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46"/>
          <p:cNvGraphicFramePr>
            <a:graphicFrameLocks noChangeAspect="1"/>
          </p:cNvGraphicFramePr>
          <p:nvPr/>
        </p:nvGraphicFramePr>
        <p:xfrm>
          <a:off x="4954530" y="5230053"/>
          <a:ext cx="485775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6" name="Equation" r:id="rId18" imgW="173990" imgH="201295" progId="Equation.DSMT4">
                  <p:embed/>
                </p:oleObj>
              </mc:Choice>
              <mc:Fallback>
                <p:oleObj name="Equation" r:id="rId18" imgW="173990" imgH="201295" progId="Equation.DSMT4">
                  <p:embed/>
                  <p:pic>
                    <p:nvPicPr>
                      <p:cNvPr id="30" name="Object 46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4954530" y="5230053"/>
                        <a:ext cx="485775" cy="4619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47"/>
          <p:cNvGraphicFramePr>
            <a:graphicFrameLocks noChangeAspect="1"/>
          </p:cNvGraphicFramePr>
          <p:nvPr/>
        </p:nvGraphicFramePr>
        <p:xfrm>
          <a:off x="8119664" y="5301857"/>
          <a:ext cx="347663" cy="3746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7" name="Equation" r:id="rId20" imgW="128270" imgH="164465" progId="Equation.DSMT4">
                  <p:embed/>
                </p:oleObj>
              </mc:Choice>
              <mc:Fallback>
                <p:oleObj name="Equation" r:id="rId20" imgW="128270" imgH="164465" progId="Equation.DSMT4">
                  <p:embed/>
                  <p:pic>
                    <p:nvPicPr>
                      <p:cNvPr id="33" name="Object 47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8119664" y="5301857"/>
                        <a:ext cx="347663" cy="37465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48"/>
          <p:cNvGraphicFramePr>
            <a:graphicFrameLocks noChangeAspect="1"/>
          </p:cNvGraphicFramePr>
          <p:nvPr/>
        </p:nvGraphicFramePr>
        <p:xfrm>
          <a:off x="6604107" y="5329729"/>
          <a:ext cx="311150" cy="315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8" name="Equation" r:id="rId22" imgW="109855" imgH="137160" progId="Equation.DSMT4">
                  <p:embed/>
                </p:oleObj>
              </mc:Choice>
              <mc:Fallback>
                <p:oleObj name="Equation" r:id="rId22" imgW="109855" imgH="137160" progId="Equation.DSMT4">
                  <p:embed/>
                  <p:pic>
                    <p:nvPicPr>
                      <p:cNvPr id="35" name="Object 48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6604107" y="5329729"/>
                        <a:ext cx="311150" cy="3159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Rectangle 49"/>
          <p:cNvSpPr/>
          <p:nvPr/>
        </p:nvSpPr>
        <p:spPr>
          <a:xfrm>
            <a:off x="3455186" y="5755829"/>
            <a:ext cx="252222" cy="234699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50"/>
          <p:cNvSpPr/>
          <p:nvPr/>
        </p:nvSpPr>
        <p:spPr>
          <a:xfrm>
            <a:off x="4930652" y="5755829"/>
            <a:ext cx="252222" cy="234699"/>
          </a:xfrm>
          <a:prstGeom prst="rect">
            <a:avLst/>
          </a:prstGeom>
          <a:solidFill>
            <a:schemeClr val="tx1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51"/>
          <p:cNvSpPr/>
          <p:nvPr/>
        </p:nvSpPr>
        <p:spPr>
          <a:xfrm>
            <a:off x="3455186" y="6156901"/>
            <a:ext cx="252222" cy="234699"/>
          </a:xfrm>
          <a:prstGeom prst="rect">
            <a:avLst/>
          </a:prstGeom>
          <a:solidFill>
            <a:schemeClr val="tx1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52"/>
          <p:cNvSpPr/>
          <p:nvPr/>
        </p:nvSpPr>
        <p:spPr>
          <a:xfrm>
            <a:off x="4930652" y="6142927"/>
            <a:ext cx="252222" cy="234699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1" name="对象 40"/>
          <p:cNvGraphicFramePr>
            <a:graphicFrameLocks noChangeAspect="1"/>
          </p:cNvGraphicFramePr>
          <p:nvPr/>
        </p:nvGraphicFramePr>
        <p:xfrm>
          <a:off x="1512090" y="980729"/>
          <a:ext cx="8712031" cy="33253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9" name="Visio" r:id="rId24" imgW="17385030" imgH="8929370" progId="Visio.Drawing.11">
                  <p:embed/>
                </p:oleObj>
              </mc:Choice>
              <mc:Fallback>
                <p:oleObj name="Visio" r:id="rId24" imgW="17385030" imgH="8929370" progId="Visio.Drawing.11">
                  <p:embed/>
                  <p:pic>
                    <p:nvPicPr>
                      <p:cNvPr id="41" name="对象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2090" y="980729"/>
                        <a:ext cx="8712031" cy="332537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" name="AutoShape 40"/>
          <p:cNvSpPr/>
          <p:nvPr/>
        </p:nvSpPr>
        <p:spPr bwMode="auto">
          <a:xfrm>
            <a:off x="7275373" y="987096"/>
            <a:ext cx="3640567" cy="640158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599" y="0"/>
                </a:lnTo>
                <a:lnTo>
                  <a:pt x="21599" y="21599"/>
                </a:lnTo>
                <a:lnTo>
                  <a:pt x="0" y="21599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prstDash val="solid"/>
                <a:miter lim="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defPPr>
              <a:defRPr lang="zh-CN"/>
            </a:defPPr>
            <a:lvl1pPr algn="ctr" defTabSz="584200" rtl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1pPr>
            <a:lvl2pPr marL="228600" algn="ctr" defTabSz="584200" rtl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2pPr>
            <a:lvl3pPr marL="457200" algn="ctr" defTabSz="584200" rtl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3pPr>
            <a:lvl4pPr marL="685800" algn="ctr" defTabSz="584200" rtl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4pPr>
            <a:lvl5pPr marL="914400" algn="ctr" defTabSz="584200" rtl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5pPr>
            <a:lvl6pPr marL="2286000" algn="l" defTabSz="914400" rtl="0" eaLnBrk="1" latinLnBrk="0" hangingPunct="1">
              <a:defRPr sz="3600" kern="120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6pPr>
            <a:lvl7pPr marL="2743200" algn="l" defTabSz="914400" rtl="0" eaLnBrk="1" latinLnBrk="0" hangingPunct="1">
              <a:defRPr sz="3600" kern="120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7pPr>
            <a:lvl8pPr marL="3200400" algn="l" defTabSz="914400" rtl="0" eaLnBrk="1" latinLnBrk="0" hangingPunct="1">
              <a:defRPr sz="3600" kern="120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8pPr>
            <a:lvl9pPr marL="3657600" algn="l" defTabSz="914400" rtl="0" eaLnBrk="1" latinLnBrk="0" hangingPunct="1">
              <a:defRPr sz="3600" kern="120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9pPr>
          </a:lstStyle>
          <a:p>
            <a:pPr algn="l"/>
            <a:r>
              <a:rPr lang="zh-CN" altLang="en-US" sz="2800" b="1" dirty="0">
                <a:solidFill>
                  <a:srgbClr val="5358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30204" pitchFamily="34" charset="0"/>
                <a:sym typeface="Helvetica" panose="020B0604020202030204" pitchFamily="34" charset="0"/>
              </a:rPr>
              <a:t>第一代，单层感知机</a:t>
            </a:r>
            <a:endParaRPr lang="en-US" altLang="zh-CN" sz="2800" b="1" dirty="0">
              <a:solidFill>
                <a:srgbClr val="53585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elvetica" panose="020B0604020202030204" pitchFamily="34" charset="0"/>
              <a:sym typeface="Helvetica" panose="020B0604020202030204" pitchFamily="34" charset="0"/>
            </a:endParaRPr>
          </a:p>
        </p:txBody>
      </p:sp>
      <p:sp>
        <p:nvSpPr>
          <p:cNvPr id="44" name="灯片编号占位符 4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B54BD4-5486-4A33-9B83-769ED7785D49}" type="slidenum">
              <a:rPr lang="zh-CN" altLang="en-US" smtClean="0"/>
              <a:t>20</a:t>
            </a:fld>
            <a:endParaRPr lang="en-US" altLang="zh-CN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多层</a:t>
            </a:r>
            <a:r>
              <a:rPr lang="en-US" altLang="zh-CN" dirty="0"/>
              <a:t>+</a:t>
            </a:r>
            <a:r>
              <a:rPr lang="zh-CN" altLang="en-US" dirty="0"/>
              <a:t>多个神经元</a:t>
            </a:r>
          </a:p>
        </p:txBody>
      </p:sp>
      <p:sp>
        <p:nvSpPr>
          <p:cNvPr id="5" name="AutoShape 2"/>
          <p:cNvSpPr/>
          <p:nvPr/>
        </p:nvSpPr>
        <p:spPr bwMode="auto">
          <a:xfrm rot="21289564">
            <a:off x="1925299" y="3717437"/>
            <a:ext cx="8101105" cy="2372667"/>
          </a:xfrm>
          <a:custGeom>
            <a:avLst/>
            <a:gdLst>
              <a:gd name="T0" fmla="*/ 10800 w 21600"/>
              <a:gd name="T1" fmla="+- 0 11054 508"/>
              <a:gd name="T2" fmla="*/ 11054 h 21092"/>
              <a:gd name="T3" fmla="*/ 10800 w 21600"/>
              <a:gd name="T4" fmla="+- 0 11054 508"/>
              <a:gd name="T5" fmla="*/ 11054 h 21092"/>
              <a:gd name="T6" fmla="*/ 10800 w 21600"/>
              <a:gd name="T7" fmla="+- 0 11054 508"/>
              <a:gd name="T8" fmla="*/ 11054 h 21092"/>
              <a:gd name="T9" fmla="*/ 10800 w 21600"/>
              <a:gd name="T10" fmla="+- 0 11054 508"/>
              <a:gd name="T11" fmla="*/ 11054 h 21092"/>
            </a:gdLst>
            <a:ahLst/>
            <a:cxnLst>
              <a:cxn ang="0">
                <a:pos x="T0" y="T2"/>
              </a:cxn>
              <a:cxn ang="0">
                <a:pos x="T3" y="T5"/>
              </a:cxn>
              <a:cxn ang="0">
                <a:pos x="T6" y="T8"/>
              </a:cxn>
              <a:cxn ang="0">
                <a:pos x="T9" y="T11"/>
              </a:cxn>
            </a:cxnLst>
            <a:rect l="0" t="0" r="r" b="b"/>
            <a:pathLst>
              <a:path w="21600" h="21092">
                <a:moveTo>
                  <a:pt x="0" y="21091"/>
                </a:moveTo>
                <a:cubicBezTo>
                  <a:pt x="0" y="21091"/>
                  <a:pt x="1809" y="-508"/>
                  <a:pt x="3249" y="8"/>
                </a:cubicBezTo>
                <a:cubicBezTo>
                  <a:pt x="4551" y="476"/>
                  <a:pt x="6299" y="17599"/>
                  <a:pt x="7713" y="17148"/>
                </a:cubicBezTo>
                <a:cubicBezTo>
                  <a:pt x="8986" y="16741"/>
                  <a:pt x="10738" y="10501"/>
                  <a:pt x="11605" y="9281"/>
                </a:cubicBezTo>
                <a:cubicBezTo>
                  <a:pt x="12517" y="7997"/>
                  <a:pt x="12607" y="8140"/>
                  <a:pt x="14577" y="7694"/>
                </a:cubicBezTo>
                <a:cubicBezTo>
                  <a:pt x="16553" y="7246"/>
                  <a:pt x="21600" y="7109"/>
                  <a:pt x="21600" y="7109"/>
                </a:cubicBezTo>
              </a:path>
            </a:pathLst>
          </a:custGeom>
          <a:noFill/>
          <a:ln w="88900" cap="flat" cmpd="sng">
            <a:solidFill>
              <a:srgbClr val="53585F"/>
            </a:solidFill>
            <a:prstDash val="solid"/>
            <a:miter lim="0"/>
          </a:ln>
          <a:effectLst>
            <a:outerShdw blurRad="127000" dist="76201" dir="2700000" algn="ctr" rotWithShape="0">
              <a:srgbClr val="000000">
                <a:alpha val="7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 anchor="ctr"/>
          <a:lstStyle>
            <a:defPPr>
              <a:defRPr lang="zh-CN"/>
            </a:defPPr>
            <a:lvl1pPr algn="ctr" defTabSz="584200" rtl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1pPr>
            <a:lvl2pPr marL="228600" algn="ctr" defTabSz="584200" rtl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2pPr>
            <a:lvl3pPr marL="457200" algn="ctr" defTabSz="584200" rtl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3pPr>
            <a:lvl4pPr marL="685800" algn="ctr" defTabSz="584200" rtl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4pPr>
            <a:lvl5pPr marL="914400" algn="ctr" defTabSz="584200" rtl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5pPr>
            <a:lvl6pPr marL="2286000" algn="l" defTabSz="914400" rtl="0" eaLnBrk="1" latinLnBrk="0" hangingPunct="1">
              <a:defRPr sz="3600" kern="120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6pPr>
            <a:lvl7pPr marL="2743200" algn="l" defTabSz="914400" rtl="0" eaLnBrk="1" latinLnBrk="0" hangingPunct="1">
              <a:defRPr sz="3600" kern="120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7pPr>
            <a:lvl8pPr marL="3200400" algn="l" defTabSz="914400" rtl="0" eaLnBrk="1" latinLnBrk="0" hangingPunct="1">
              <a:defRPr sz="3600" kern="120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8pPr>
            <a:lvl9pPr marL="3657600" algn="l" defTabSz="914400" rtl="0" eaLnBrk="1" latinLnBrk="0" hangingPunct="1">
              <a:defRPr sz="3600" kern="120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9pPr>
          </a:lstStyle>
          <a:p>
            <a:endParaRPr lang="zh-CN" altLang="zh-CN" sz="4200">
              <a:solidFill>
                <a:srgbClr val="FFFFFF"/>
              </a:solidFill>
              <a:latin typeface="Gill Sans" charset="0"/>
              <a:ea typeface="Gill Sans" charset="0"/>
              <a:cs typeface="Gill Sans" charset="0"/>
              <a:sym typeface="Gill Sans" charset="0"/>
            </a:endParaRPr>
          </a:p>
        </p:txBody>
      </p:sp>
      <p:sp>
        <p:nvSpPr>
          <p:cNvPr id="6" name="AutoShape 3"/>
          <p:cNvSpPr/>
          <p:nvPr/>
        </p:nvSpPr>
        <p:spPr bwMode="auto">
          <a:xfrm>
            <a:off x="2552736" y="5833806"/>
            <a:ext cx="1119680" cy="802092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599" y="0"/>
                </a:lnTo>
                <a:lnTo>
                  <a:pt x="21599" y="21599"/>
                </a:lnTo>
                <a:lnTo>
                  <a:pt x="0" y="21599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prstDash val="solid"/>
                <a:miter lim="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defPPr>
              <a:defRPr lang="zh-CN"/>
            </a:defPPr>
            <a:lvl1pPr algn="ctr" defTabSz="584200" rtl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1pPr>
            <a:lvl2pPr marL="228600" algn="ctr" defTabSz="584200" rtl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2pPr>
            <a:lvl3pPr marL="457200" algn="ctr" defTabSz="584200" rtl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3pPr>
            <a:lvl4pPr marL="685800" algn="ctr" defTabSz="584200" rtl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4pPr>
            <a:lvl5pPr marL="914400" algn="ctr" defTabSz="584200" rtl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5pPr>
            <a:lvl6pPr marL="2286000" algn="l" defTabSz="914400" rtl="0" eaLnBrk="1" latinLnBrk="0" hangingPunct="1">
              <a:defRPr sz="3600" kern="120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6pPr>
            <a:lvl7pPr marL="2743200" algn="l" defTabSz="914400" rtl="0" eaLnBrk="1" latinLnBrk="0" hangingPunct="1">
              <a:defRPr sz="3600" kern="120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7pPr>
            <a:lvl8pPr marL="3200400" algn="l" defTabSz="914400" rtl="0" eaLnBrk="1" latinLnBrk="0" hangingPunct="1">
              <a:defRPr sz="3600" kern="120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8pPr>
            <a:lvl9pPr marL="3657600" algn="l" defTabSz="914400" rtl="0" eaLnBrk="1" latinLnBrk="0" hangingPunct="1">
              <a:defRPr sz="3600" kern="120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9pPr>
          </a:lstStyle>
          <a:p>
            <a:pPr algn="l"/>
            <a:r>
              <a:rPr lang="zh-CN" altLang="zh-CN" sz="2800" dirty="0">
                <a:solidFill>
                  <a:srgbClr val="53585F"/>
                </a:solidFill>
                <a:latin typeface="Helvetica" panose="020B0604020202030204" pitchFamily="34" charset="0"/>
                <a:ea typeface="Helvetica" panose="020B0604020202030204" pitchFamily="34" charset="0"/>
                <a:cs typeface="Helvetica" panose="020B0604020202030204" pitchFamily="34" charset="0"/>
                <a:sym typeface="Helvetica" panose="020B0604020202030204" pitchFamily="34" charset="0"/>
              </a:rPr>
              <a:t>1990s</a:t>
            </a:r>
            <a:endParaRPr lang="zh-CN" altLang="zh-CN" sz="2800" dirty="0"/>
          </a:p>
        </p:txBody>
      </p:sp>
      <p:sp>
        <p:nvSpPr>
          <p:cNvPr id="7" name="AutoShape 4"/>
          <p:cNvSpPr/>
          <p:nvPr/>
        </p:nvSpPr>
        <p:spPr bwMode="auto">
          <a:xfrm>
            <a:off x="9217337" y="5341788"/>
            <a:ext cx="923474" cy="1068388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599" y="0"/>
                </a:lnTo>
                <a:lnTo>
                  <a:pt x="21599" y="21599"/>
                </a:lnTo>
                <a:lnTo>
                  <a:pt x="0" y="21599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prstDash val="solid"/>
                <a:miter lim="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defPPr>
              <a:defRPr lang="zh-CN"/>
            </a:defPPr>
            <a:lvl1pPr algn="ctr" defTabSz="584200" rtl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1pPr>
            <a:lvl2pPr marL="228600" algn="ctr" defTabSz="584200" rtl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2pPr>
            <a:lvl3pPr marL="457200" algn="ctr" defTabSz="584200" rtl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3pPr>
            <a:lvl4pPr marL="685800" algn="ctr" defTabSz="584200" rtl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4pPr>
            <a:lvl5pPr marL="914400" algn="ctr" defTabSz="584200" rtl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5pPr>
            <a:lvl6pPr marL="2286000" algn="l" defTabSz="914400" rtl="0" eaLnBrk="1" latinLnBrk="0" hangingPunct="1">
              <a:defRPr sz="3600" kern="120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6pPr>
            <a:lvl7pPr marL="2743200" algn="l" defTabSz="914400" rtl="0" eaLnBrk="1" latinLnBrk="0" hangingPunct="1">
              <a:defRPr sz="3600" kern="120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7pPr>
            <a:lvl8pPr marL="3200400" algn="l" defTabSz="914400" rtl="0" eaLnBrk="1" latinLnBrk="0" hangingPunct="1">
              <a:defRPr sz="3600" kern="120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8pPr>
            <a:lvl9pPr marL="3657600" algn="l" defTabSz="914400" rtl="0" eaLnBrk="1" latinLnBrk="0" hangingPunct="1">
              <a:defRPr sz="3600" kern="120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9pPr>
          </a:lstStyle>
          <a:p>
            <a:pPr algn="l"/>
            <a:r>
              <a:rPr lang="zh-CN" altLang="en-US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elvetica" panose="020B0604020202030204" pitchFamily="34" charset="0"/>
              </a:rPr>
              <a:t>如今</a:t>
            </a:r>
            <a:endParaRPr lang="zh-CN" altLang="zh-CN" sz="28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8" name="Group 5"/>
          <p:cNvGrpSpPr/>
          <p:nvPr/>
        </p:nvGrpSpPr>
        <p:grpSpPr bwMode="auto">
          <a:xfrm>
            <a:off x="2256572" y="2337326"/>
            <a:ext cx="1454153" cy="1536703"/>
            <a:chOff x="-1" y="0"/>
            <a:chExt cx="1454985" cy="1536642"/>
          </a:xfrm>
        </p:grpSpPr>
        <p:sp>
          <p:nvSpPr>
            <p:cNvPr id="399" name="AutoShape 6"/>
            <p:cNvSpPr/>
            <p:nvPr/>
          </p:nvSpPr>
          <p:spPr bwMode="auto">
            <a:xfrm>
              <a:off x="253864" y="1124403"/>
              <a:ext cx="227342" cy="227476"/>
            </a:xfrm>
            <a:custGeom>
              <a:avLst/>
              <a:gdLst>
                <a:gd name="T0" fmla="+- 0 10800 961"/>
                <a:gd name="T1" fmla="*/ T0 w 19679"/>
                <a:gd name="T2" fmla="+- 0 10800 961"/>
                <a:gd name="T3" fmla="*/ 10800 h 19679"/>
                <a:gd name="T4" fmla="+- 0 10800 961"/>
                <a:gd name="T5" fmla="*/ T4 w 19679"/>
                <a:gd name="T6" fmla="+- 0 10800 961"/>
                <a:gd name="T7" fmla="*/ 10800 h 19679"/>
                <a:gd name="T8" fmla="+- 0 10800 961"/>
                <a:gd name="T9" fmla="*/ T8 w 19679"/>
                <a:gd name="T10" fmla="+- 0 10800 961"/>
                <a:gd name="T11" fmla="*/ 10800 h 19679"/>
                <a:gd name="T12" fmla="+- 0 10800 961"/>
                <a:gd name="T13" fmla="*/ T12 w 19679"/>
                <a:gd name="T14" fmla="+- 0 10800 961"/>
                <a:gd name="T15" fmla="*/ 10800 h 1967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19679" h="19679">
                  <a:moveTo>
                    <a:pt x="16796" y="2881"/>
                  </a:moveTo>
                  <a:cubicBezTo>
                    <a:pt x="20639" y="6724"/>
                    <a:pt x="20639" y="12953"/>
                    <a:pt x="16796" y="16796"/>
                  </a:cubicBezTo>
                  <a:cubicBezTo>
                    <a:pt x="12953" y="20639"/>
                    <a:pt x="6723" y="20639"/>
                    <a:pt x="2881" y="16796"/>
                  </a:cubicBezTo>
                  <a:cubicBezTo>
                    <a:pt x="-961" y="12953"/>
                    <a:pt x="-961" y="6724"/>
                    <a:pt x="2881" y="2881"/>
                  </a:cubicBezTo>
                  <a:cubicBezTo>
                    <a:pt x="6723" y="-961"/>
                    <a:pt x="12953" y="-961"/>
                    <a:pt x="16796" y="2881"/>
                  </a:cubicBezTo>
                </a:path>
              </a:pathLst>
            </a:custGeom>
            <a:solidFill>
              <a:srgbClr val="53585F"/>
            </a:solidFill>
            <a:ln w="25400" cap="flat" cmpd="sng">
              <a:solidFill>
                <a:srgbClr val="53585F"/>
              </a:solidFill>
              <a:prstDash val="solid"/>
              <a:miter lim="0"/>
            </a:ln>
            <a:effectLst>
              <a:outerShdw blurRad="127000" dist="76201" dir="2700000" algn="ctr" rotWithShape="0">
                <a:srgbClr val="000000">
                  <a:alpha val="75000"/>
                </a:srgbClr>
              </a:outerShdw>
            </a:effectLst>
          </p:spPr>
          <p:txBody>
            <a:bodyPr lIns="0" tIns="0" rIns="0" bIns="0" anchor="ctr"/>
            <a:lstStyle>
              <a:defPPr>
                <a:defRPr lang="zh-CN"/>
              </a:defPPr>
              <a:lvl1pPr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1pPr>
              <a:lvl2pPr marL="228600"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2pPr>
              <a:lvl3pPr marL="457200"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3pPr>
              <a:lvl4pPr marL="685800"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4pPr>
              <a:lvl5pPr marL="914400"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5pPr>
              <a:lvl6pPr marL="2286000" algn="l" defTabSz="914400" rtl="0" eaLnBrk="1" latinLnBrk="0" hangingPunct="1"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6pPr>
              <a:lvl7pPr marL="2743200" algn="l" defTabSz="914400" rtl="0" eaLnBrk="1" latinLnBrk="0" hangingPunct="1"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7pPr>
              <a:lvl8pPr marL="3200400" algn="l" defTabSz="914400" rtl="0" eaLnBrk="1" latinLnBrk="0" hangingPunct="1"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8pPr>
              <a:lvl9pPr marL="3657600" algn="l" defTabSz="914400" rtl="0" eaLnBrk="1" latinLnBrk="0" hangingPunct="1"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9pPr>
            </a:lstStyle>
            <a:p>
              <a:endParaRPr lang="zh-CN" altLang="zh-CN" sz="3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" charset="0"/>
                <a:ea typeface="Gill Sans" charset="0"/>
                <a:cs typeface="Gill Sans" charset="0"/>
                <a:sym typeface="Gill Sans" charset="0"/>
              </a:endParaRPr>
            </a:p>
          </p:txBody>
        </p:sp>
        <p:sp>
          <p:nvSpPr>
            <p:cNvPr id="400" name="AutoShape 7"/>
            <p:cNvSpPr/>
            <p:nvPr/>
          </p:nvSpPr>
          <p:spPr bwMode="auto">
            <a:xfrm>
              <a:off x="613821" y="1124403"/>
              <a:ext cx="227342" cy="227476"/>
            </a:xfrm>
            <a:custGeom>
              <a:avLst/>
              <a:gdLst>
                <a:gd name="T0" fmla="+- 0 10800 961"/>
                <a:gd name="T1" fmla="*/ T0 w 19679"/>
                <a:gd name="T2" fmla="+- 0 10800 961"/>
                <a:gd name="T3" fmla="*/ 10800 h 19679"/>
                <a:gd name="T4" fmla="+- 0 10800 961"/>
                <a:gd name="T5" fmla="*/ T4 w 19679"/>
                <a:gd name="T6" fmla="+- 0 10800 961"/>
                <a:gd name="T7" fmla="*/ 10800 h 19679"/>
                <a:gd name="T8" fmla="+- 0 10800 961"/>
                <a:gd name="T9" fmla="*/ T8 w 19679"/>
                <a:gd name="T10" fmla="+- 0 10800 961"/>
                <a:gd name="T11" fmla="*/ 10800 h 19679"/>
                <a:gd name="T12" fmla="+- 0 10800 961"/>
                <a:gd name="T13" fmla="*/ T12 w 19679"/>
                <a:gd name="T14" fmla="+- 0 10800 961"/>
                <a:gd name="T15" fmla="*/ 10800 h 1967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19679" h="19679">
                  <a:moveTo>
                    <a:pt x="16796" y="2881"/>
                  </a:moveTo>
                  <a:cubicBezTo>
                    <a:pt x="20639" y="6724"/>
                    <a:pt x="20639" y="12953"/>
                    <a:pt x="16796" y="16796"/>
                  </a:cubicBezTo>
                  <a:cubicBezTo>
                    <a:pt x="12953" y="20639"/>
                    <a:pt x="6723" y="20639"/>
                    <a:pt x="2881" y="16796"/>
                  </a:cubicBezTo>
                  <a:cubicBezTo>
                    <a:pt x="-961" y="12953"/>
                    <a:pt x="-961" y="6724"/>
                    <a:pt x="2881" y="2881"/>
                  </a:cubicBezTo>
                  <a:cubicBezTo>
                    <a:pt x="6723" y="-961"/>
                    <a:pt x="12953" y="-961"/>
                    <a:pt x="16796" y="2881"/>
                  </a:cubicBezTo>
                </a:path>
              </a:pathLst>
            </a:custGeom>
            <a:solidFill>
              <a:srgbClr val="53585F"/>
            </a:solidFill>
            <a:ln w="25400" cap="flat" cmpd="sng">
              <a:solidFill>
                <a:srgbClr val="53585F"/>
              </a:solidFill>
              <a:prstDash val="solid"/>
              <a:miter lim="0"/>
            </a:ln>
            <a:effectLst>
              <a:outerShdw blurRad="127000" dist="76201" dir="2700000" algn="ctr" rotWithShape="0">
                <a:srgbClr val="000000">
                  <a:alpha val="75000"/>
                </a:srgbClr>
              </a:outerShdw>
            </a:effectLst>
          </p:spPr>
          <p:txBody>
            <a:bodyPr lIns="0" tIns="0" rIns="0" bIns="0" anchor="ctr"/>
            <a:lstStyle>
              <a:defPPr>
                <a:defRPr lang="zh-CN"/>
              </a:defPPr>
              <a:lvl1pPr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1pPr>
              <a:lvl2pPr marL="228600"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2pPr>
              <a:lvl3pPr marL="457200"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3pPr>
              <a:lvl4pPr marL="685800"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4pPr>
              <a:lvl5pPr marL="914400"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5pPr>
              <a:lvl6pPr marL="2286000" algn="l" defTabSz="914400" rtl="0" eaLnBrk="1" latinLnBrk="0" hangingPunct="1"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6pPr>
              <a:lvl7pPr marL="2743200" algn="l" defTabSz="914400" rtl="0" eaLnBrk="1" latinLnBrk="0" hangingPunct="1"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7pPr>
              <a:lvl8pPr marL="3200400" algn="l" defTabSz="914400" rtl="0" eaLnBrk="1" latinLnBrk="0" hangingPunct="1"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8pPr>
              <a:lvl9pPr marL="3657600" algn="l" defTabSz="914400" rtl="0" eaLnBrk="1" latinLnBrk="0" hangingPunct="1"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9pPr>
            </a:lstStyle>
            <a:p>
              <a:endParaRPr lang="zh-CN" altLang="zh-CN" sz="3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" charset="0"/>
                <a:ea typeface="Gill Sans" charset="0"/>
                <a:cs typeface="Gill Sans" charset="0"/>
                <a:sym typeface="Gill Sans" charset="0"/>
              </a:endParaRPr>
            </a:p>
          </p:txBody>
        </p:sp>
        <p:sp>
          <p:nvSpPr>
            <p:cNvPr id="401" name="AutoShape 8"/>
            <p:cNvSpPr/>
            <p:nvPr/>
          </p:nvSpPr>
          <p:spPr bwMode="auto">
            <a:xfrm>
              <a:off x="973777" y="1124403"/>
              <a:ext cx="227342" cy="227476"/>
            </a:xfrm>
            <a:custGeom>
              <a:avLst/>
              <a:gdLst>
                <a:gd name="T0" fmla="+- 0 10800 961"/>
                <a:gd name="T1" fmla="*/ T0 w 19679"/>
                <a:gd name="T2" fmla="+- 0 10800 961"/>
                <a:gd name="T3" fmla="*/ 10800 h 19679"/>
                <a:gd name="T4" fmla="+- 0 10800 961"/>
                <a:gd name="T5" fmla="*/ T4 w 19679"/>
                <a:gd name="T6" fmla="+- 0 10800 961"/>
                <a:gd name="T7" fmla="*/ 10800 h 19679"/>
                <a:gd name="T8" fmla="+- 0 10800 961"/>
                <a:gd name="T9" fmla="*/ T8 w 19679"/>
                <a:gd name="T10" fmla="+- 0 10800 961"/>
                <a:gd name="T11" fmla="*/ 10800 h 19679"/>
                <a:gd name="T12" fmla="+- 0 10800 961"/>
                <a:gd name="T13" fmla="*/ T12 w 19679"/>
                <a:gd name="T14" fmla="+- 0 10800 961"/>
                <a:gd name="T15" fmla="*/ 10800 h 1967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19679" h="19679">
                  <a:moveTo>
                    <a:pt x="16796" y="2881"/>
                  </a:moveTo>
                  <a:cubicBezTo>
                    <a:pt x="20639" y="6724"/>
                    <a:pt x="20639" y="12953"/>
                    <a:pt x="16796" y="16796"/>
                  </a:cubicBezTo>
                  <a:cubicBezTo>
                    <a:pt x="12953" y="20639"/>
                    <a:pt x="6723" y="20639"/>
                    <a:pt x="2881" y="16796"/>
                  </a:cubicBezTo>
                  <a:cubicBezTo>
                    <a:pt x="-961" y="12953"/>
                    <a:pt x="-961" y="6724"/>
                    <a:pt x="2881" y="2881"/>
                  </a:cubicBezTo>
                  <a:cubicBezTo>
                    <a:pt x="6723" y="-961"/>
                    <a:pt x="12953" y="-961"/>
                    <a:pt x="16796" y="2881"/>
                  </a:cubicBezTo>
                </a:path>
              </a:pathLst>
            </a:custGeom>
            <a:solidFill>
              <a:srgbClr val="53585F"/>
            </a:solidFill>
            <a:ln w="25400" cap="flat" cmpd="sng">
              <a:solidFill>
                <a:srgbClr val="53585F"/>
              </a:solidFill>
              <a:prstDash val="solid"/>
              <a:miter lim="0"/>
            </a:ln>
            <a:effectLst>
              <a:outerShdw blurRad="127000" dist="76201" dir="2700000" algn="ctr" rotWithShape="0">
                <a:srgbClr val="000000">
                  <a:alpha val="75000"/>
                </a:srgbClr>
              </a:outerShdw>
            </a:effectLst>
          </p:spPr>
          <p:txBody>
            <a:bodyPr lIns="0" tIns="0" rIns="0" bIns="0" anchor="ctr"/>
            <a:lstStyle>
              <a:defPPr>
                <a:defRPr lang="zh-CN"/>
              </a:defPPr>
              <a:lvl1pPr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1pPr>
              <a:lvl2pPr marL="228600"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2pPr>
              <a:lvl3pPr marL="457200"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3pPr>
              <a:lvl4pPr marL="685800"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4pPr>
              <a:lvl5pPr marL="914400"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5pPr>
              <a:lvl6pPr marL="2286000" algn="l" defTabSz="914400" rtl="0" eaLnBrk="1" latinLnBrk="0" hangingPunct="1"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6pPr>
              <a:lvl7pPr marL="2743200" algn="l" defTabSz="914400" rtl="0" eaLnBrk="1" latinLnBrk="0" hangingPunct="1"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7pPr>
              <a:lvl8pPr marL="3200400" algn="l" defTabSz="914400" rtl="0" eaLnBrk="1" latinLnBrk="0" hangingPunct="1"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8pPr>
              <a:lvl9pPr marL="3657600" algn="l" defTabSz="914400" rtl="0" eaLnBrk="1" latinLnBrk="0" hangingPunct="1"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9pPr>
            </a:lstStyle>
            <a:p>
              <a:endParaRPr lang="zh-CN" altLang="zh-CN" sz="3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" charset="0"/>
                <a:ea typeface="Gill Sans" charset="0"/>
                <a:cs typeface="Gill Sans" charset="0"/>
                <a:sym typeface="Gill Sans" charset="0"/>
              </a:endParaRPr>
            </a:p>
          </p:txBody>
        </p:sp>
        <p:sp>
          <p:nvSpPr>
            <p:cNvPr id="402" name="AutoShape 9"/>
            <p:cNvSpPr/>
            <p:nvPr/>
          </p:nvSpPr>
          <p:spPr bwMode="auto">
            <a:xfrm>
              <a:off x="-1" y="673245"/>
              <a:ext cx="227343" cy="227476"/>
            </a:xfrm>
            <a:custGeom>
              <a:avLst/>
              <a:gdLst>
                <a:gd name="T0" fmla="+- 0 10800 961"/>
                <a:gd name="T1" fmla="*/ T0 w 19679"/>
                <a:gd name="T2" fmla="+- 0 10800 961"/>
                <a:gd name="T3" fmla="*/ 10800 h 19679"/>
                <a:gd name="T4" fmla="+- 0 10800 961"/>
                <a:gd name="T5" fmla="*/ T4 w 19679"/>
                <a:gd name="T6" fmla="+- 0 10800 961"/>
                <a:gd name="T7" fmla="*/ 10800 h 19679"/>
                <a:gd name="T8" fmla="+- 0 10800 961"/>
                <a:gd name="T9" fmla="*/ T8 w 19679"/>
                <a:gd name="T10" fmla="+- 0 10800 961"/>
                <a:gd name="T11" fmla="*/ 10800 h 19679"/>
                <a:gd name="T12" fmla="+- 0 10800 961"/>
                <a:gd name="T13" fmla="*/ T12 w 19679"/>
                <a:gd name="T14" fmla="+- 0 10800 961"/>
                <a:gd name="T15" fmla="*/ 10800 h 1967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19679" h="19679">
                  <a:moveTo>
                    <a:pt x="16796" y="2881"/>
                  </a:moveTo>
                  <a:cubicBezTo>
                    <a:pt x="20638" y="6724"/>
                    <a:pt x="20638" y="12953"/>
                    <a:pt x="16796" y="16796"/>
                  </a:cubicBezTo>
                  <a:cubicBezTo>
                    <a:pt x="12953" y="20639"/>
                    <a:pt x="6723" y="20639"/>
                    <a:pt x="2881" y="16796"/>
                  </a:cubicBezTo>
                  <a:cubicBezTo>
                    <a:pt x="-961" y="12953"/>
                    <a:pt x="-961" y="6724"/>
                    <a:pt x="2881" y="2881"/>
                  </a:cubicBezTo>
                  <a:cubicBezTo>
                    <a:pt x="6723" y="-961"/>
                    <a:pt x="12953" y="-961"/>
                    <a:pt x="16796" y="2881"/>
                  </a:cubicBezTo>
                </a:path>
              </a:pathLst>
            </a:custGeom>
            <a:solidFill>
              <a:srgbClr val="53585F"/>
            </a:solidFill>
            <a:ln w="25400" cap="flat" cmpd="sng">
              <a:solidFill>
                <a:srgbClr val="53585F"/>
              </a:solidFill>
              <a:prstDash val="solid"/>
              <a:miter lim="0"/>
            </a:ln>
            <a:effectLst>
              <a:outerShdw blurRad="127000" dist="76201" dir="2700000" algn="ctr" rotWithShape="0">
                <a:srgbClr val="000000">
                  <a:alpha val="75000"/>
                </a:srgbClr>
              </a:outerShdw>
            </a:effectLst>
          </p:spPr>
          <p:txBody>
            <a:bodyPr lIns="0" tIns="0" rIns="0" bIns="0" anchor="ctr"/>
            <a:lstStyle>
              <a:defPPr>
                <a:defRPr lang="zh-CN"/>
              </a:defPPr>
              <a:lvl1pPr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1pPr>
              <a:lvl2pPr marL="228600"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2pPr>
              <a:lvl3pPr marL="457200"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3pPr>
              <a:lvl4pPr marL="685800"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4pPr>
              <a:lvl5pPr marL="914400"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5pPr>
              <a:lvl6pPr marL="2286000" algn="l" defTabSz="914400" rtl="0" eaLnBrk="1" latinLnBrk="0" hangingPunct="1"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6pPr>
              <a:lvl7pPr marL="2743200" algn="l" defTabSz="914400" rtl="0" eaLnBrk="1" latinLnBrk="0" hangingPunct="1"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7pPr>
              <a:lvl8pPr marL="3200400" algn="l" defTabSz="914400" rtl="0" eaLnBrk="1" latinLnBrk="0" hangingPunct="1"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8pPr>
              <a:lvl9pPr marL="3657600" algn="l" defTabSz="914400" rtl="0" eaLnBrk="1" latinLnBrk="0" hangingPunct="1"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9pPr>
            </a:lstStyle>
            <a:p>
              <a:endParaRPr lang="zh-CN" altLang="zh-CN" sz="3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" charset="0"/>
                <a:ea typeface="Gill Sans" charset="0"/>
                <a:cs typeface="Gill Sans" charset="0"/>
                <a:sym typeface="Gill Sans" charset="0"/>
              </a:endParaRPr>
            </a:p>
          </p:txBody>
        </p:sp>
        <p:sp>
          <p:nvSpPr>
            <p:cNvPr id="403" name="AutoShape 10"/>
            <p:cNvSpPr/>
            <p:nvPr/>
          </p:nvSpPr>
          <p:spPr bwMode="auto">
            <a:xfrm>
              <a:off x="409213" y="673245"/>
              <a:ext cx="227342" cy="227476"/>
            </a:xfrm>
            <a:custGeom>
              <a:avLst/>
              <a:gdLst>
                <a:gd name="T0" fmla="+- 0 10800 961"/>
                <a:gd name="T1" fmla="*/ T0 w 19679"/>
                <a:gd name="T2" fmla="+- 0 10800 961"/>
                <a:gd name="T3" fmla="*/ 10800 h 19679"/>
                <a:gd name="T4" fmla="+- 0 10800 961"/>
                <a:gd name="T5" fmla="*/ T4 w 19679"/>
                <a:gd name="T6" fmla="+- 0 10800 961"/>
                <a:gd name="T7" fmla="*/ 10800 h 19679"/>
                <a:gd name="T8" fmla="+- 0 10800 961"/>
                <a:gd name="T9" fmla="*/ T8 w 19679"/>
                <a:gd name="T10" fmla="+- 0 10800 961"/>
                <a:gd name="T11" fmla="*/ 10800 h 19679"/>
                <a:gd name="T12" fmla="+- 0 10800 961"/>
                <a:gd name="T13" fmla="*/ T12 w 19679"/>
                <a:gd name="T14" fmla="+- 0 10800 961"/>
                <a:gd name="T15" fmla="*/ 10800 h 1967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19679" h="19679">
                  <a:moveTo>
                    <a:pt x="16796" y="2881"/>
                  </a:moveTo>
                  <a:cubicBezTo>
                    <a:pt x="20638" y="6724"/>
                    <a:pt x="20638" y="12953"/>
                    <a:pt x="16796" y="16796"/>
                  </a:cubicBezTo>
                  <a:cubicBezTo>
                    <a:pt x="12953" y="20639"/>
                    <a:pt x="6723" y="20639"/>
                    <a:pt x="2881" y="16796"/>
                  </a:cubicBezTo>
                  <a:cubicBezTo>
                    <a:pt x="-961" y="12953"/>
                    <a:pt x="-961" y="6724"/>
                    <a:pt x="2881" y="2881"/>
                  </a:cubicBezTo>
                  <a:cubicBezTo>
                    <a:pt x="6723" y="-961"/>
                    <a:pt x="12953" y="-961"/>
                    <a:pt x="16796" y="2881"/>
                  </a:cubicBezTo>
                </a:path>
              </a:pathLst>
            </a:custGeom>
            <a:solidFill>
              <a:srgbClr val="53585F"/>
            </a:solidFill>
            <a:ln w="25400" cap="flat" cmpd="sng">
              <a:solidFill>
                <a:srgbClr val="53585F"/>
              </a:solidFill>
              <a:prstDash val="solid"/>
              <a:miter lim="0"/>
            </a:ln>
            <a:effectLst>
              <a:outerShdw blurRad="127000" dist="76201" dir="2700000" algn="ctr" rotWithShape="0">
                <a:srgbClr val="000000">
                  <a:alpha val="75000"/>
                </a:srgbClr>
              </a:outerShdw>
            </a:effectLst>
          </p:spPr>
          <p:txBody>
            <a:bodyPr lIns="0" tIns="0" rIns="0" bIns="0" anchor="ctr"/>
            <a:lstStyle>
              <a:defPPr>
                <a:defRPr lang="zh-CN"/>
              </a:defPPr>
              <a:lvl1pPr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1pPr>
              <a:lvl2pPr marL="228600"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2pPr>
              <a:lvl3pPr marL="457200"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3pPr>
              <a:lvl4pPr marL="685800"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4pPr>
              <a:lvl5pPr marL="914400"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5pPr>
              <a:lvl6pPr marL="2286000" algn="l" defTabSz="914400" rtl="0" eaLnBrk="1" latinLnBrk="0" hangingPunct="1"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6pPr>
              <a:lvl7pPr marL="2743200" algn="l" defTabSz="914400" rtl="0" eaLnBrk="1" latinLnBrk="0" hangingPunct="1"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7pPr>
              <a:lvl8pPr marL="3200400" algn="l" defTabSz="914400" rtl="0" eaLnBrk="1" latinLnBrk="0" hangingPunct="1"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8pPr>
              <a:lvl9pPr marL="3657600" algn="l" defTabSz="914400" rtl="0" eaLnBrk="1" latinLnBrk="0" hangingPunct="1"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9pPr>
            </a:lstStyle>
            <a:p>
              <a:endParaRPr lang="zh-CN" altLang="zh-CN" sz="3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" charset="0"/>
                <a:ea typeface="Gill Sans" charset="0"/>
                <a:cs typeface="Gill Sans" charset="0"/>
                <a:sym typeface="Gill Sans" charset="0"/>
              </a:endParaRPr>
            </a:p>
          </p:txBody>
        </p:sp>
        <p:sp>
          <p:nvSpPr>
            <p:cNvPr id="404" name="AutoShape 11"/>
            <p:cNvSpPr/>
            <p:nvPr/>
          </p:nvSpPr>
          <p:spPr bwMode="auto">
            <a:xfrm>
              <a:off x="818427" y="673245"/>
              <a:ext cx="227342" cy="227476"/>
            </a:xfrm>
            <a:custGeom>
              <a:avLst/>
              <a:gdLst>
                <a:gd name="T0" fmla="+- 0 10800 961"/>
                <a:gd name="T1" fmla="*/ T0 w 19679"/>
                <a:gd name="T2" fmla="+- 0 10800 961"/>
                <a:gd name="T3" fmla="*/ 10800 h 19679"/>
                <a:gd name="T4" fmla="+- 0 10800 961"/>
                <a:gd name="T5" fmla="*/ T4 w 19679"/>
                <a:gd name="T6" fmla="+- 0 10800 961"/>
                <a:gd name="T7" fmla="*/ 10800 h 19679"/>
                <a:gd name="T8" fmla="+- 0 10800 961"/>
                <a:gd name="T9" fmla="*/ T8 w 19679"/>
                <a:gd name="T10" fmla="+- 0 10800 961"/>
                <a:gd name="T11" fmla="*/ 10800 h 19679"/>
                <a:gd name="T12" fmla="+- 0 10800 961"/>
                <a:gd name="T13" fmla="*/ T12 w 19679"/>
                <a:gd name="T14" fmla="+- 0 10800 961"/>
                <a:gd name="T15" fmla="*/ 10800 h 1967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19679" h="19679">
                  <a:moveTo>
                    <a:pt x="16796" y="2881"/>
                  </a:moveTo>
                  <a:cubicBezTo>
                    <a:pt x="20638" y="6724"/>
                    <a:pt x="20638" y="12953"/>
                    <a:pt x="16796" y="16796"/>
                  </a:cubicBezTo>
                  <a:cubicBezTo>
                    <a:pt x="12953" y="20639"/>
                    <a:pt x="6723" y="20639"/>
                    <a:pt x="2881" y="16796"/>
                  </a:cubicBezTo>
                  <a:cubicBezTo>
                    <a:pt x="-961" y="12953"/>
                    <a:pt x="-961" y="6724"/>
                    <a:pt x="2881" y="2881"/>
                  </a:cubicBezTo>
                  <a:cubicBezTo>
                    <a:pt x="6723" y="-961"/>
                    <a:pt x="12953" y="-961"/>
                    <a:pt x="16796" y="2881"/>
                  </a:cubicBezTo>
                </a:path>
              </a:pathLst>
            </a:custGeom>
            <a:solidFill>
              <a:srgbClr val="53585F"/>
            </a:solidFill>
            <a:ln w="25400" cap="flat" cmpd="sng">
              <a:solidFill>
                <a:srgbClr val="53585F"/>
              </a:solidFill>
              <a:prstDash val="solid"/>
              <a:miter lim="0"/>
            </a:ln>
            <a:effectLst>
              <a:outerShdw blurRad="127000" dist="76201" dir="2700000" algn="ctr" rotWithShape="0">
                <a:srgbClr val="000000">
                  <a:alpha val="75000"/>
                </a:srgbClr>
              </a:outerShdw>
            </a:effectLst>
          </p:spPr>
          <p:txBody>
            <a:bodyPr lIns="0" tIns="0" rIns="0" bIns="0" anchor="ctr"/>
            <a:lstStyle>
              <a:defPPr>
                <a:defRPr lang="zh-CN"/>
              </a:defPPr>
              <a:lvl1pPr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1pPr>
              <a:lvl2pPr marL="228600"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2pPr>
              <a:lvl3pPr marL="457200"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3pPr>
              <a:lvl4pPr marL="685800"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4pPr>
              <a:lvl5pPr marL="914400"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5pPr>
              <a:lvl6pPr marL="2286000" algn="l" defTabSz="914400" rtl="0" eaLnBrk="1" latinLnBrk="0" hangingPunct="1"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6pPr>
              <a:lvl7pPr marL="2743200" algn="l" defTabSz="914400" rtl="0" eaLnBrk="1" latinLnBrk="0" hangingPunct="1"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7pPr>
              <a:lvl8pPr marL="3200400" algn="l" defTabSz="914400" rtl="0" eaLnBrk="1" latinLnBrk="0" hangingPunct="1"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8pPr>
              <a:lvl9pPr marL="3657600" algn="l" defTabSz="914400" rtl="0" eaLnBrk="1" latinLnBrk="0" hangingPunct="1"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9pPr>
            </a:lstStyle>
            <a:p>
              <a:endParaRPr lang="zh-CN" altLang="zh-CN" sz="3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" charset="0"/>
                <a:ea typeface="Gill Sans" charset="0"/>
                <a:cs typeface="Gill Sans" charset="0"/>
                <a:sym typeface="Gill Sans" charset="0"/>
              </a:endParaRPr>
            </a:p>
          </p:txBody>
        </p:sp>
        <p:sp>
          <p:nvSpPr>
            <p:cNvPr id="405" name="AutoShape 12"/>
            <p:cNvSpPr/>
            <p:nvPr/>
          </p:nvSpPr>
          <p:spPr bwMode="auto">
            <a:xfrm>
              <a:off x="1227642" y="673245"/>
              <a:ext cx="227342" cy="227476"/>
            </a:xfrm>
            <a:custGeom>
              <a:avLst/>
              <a:gdLst>
                <a:gd name="T0" fmla="+- 0 10800 961"/>
                <a:gd name="T1" fmla="*/ T0 w 19679"/>
                <a:gd name="T2" fmla="+- 0 10800 961"/>
                <a:gd name="T3" fmla="*/ 10800 h 19679"/>
                <a:gd name="T4" fmla="+- 0 10800 961"/>
                <a:gd name="T5" fmla="*/ T4 w 19679"/>
                <a:gd name="T6" fmla="+- 0 10800 961"/>
                <a:gd name="T7" fmla="*/ 10800 h 19679"/>
                <a:gd name="T8" fmla="+- 0 10800 961"/>
                <a:gd name="T9" fmla="*/ T8 w 19679"/>
                <a:gd name="T10" fmla="+- 0 10800 961"/>
                <a:gd name="T11" fmla="*/ 10800 h 19679"/>
                <a:gd name="T12" fmla="+- 0 10800 961"/>
                <a:gd name="T13" fmla="*/ T12 w 19679"/>
                <a:gd name="T14" fmla="+- 0 10800 961"/>
                <a:gd name="T15" fmla="*/ 10800 h 1967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19679" h="19679">
                  <a:moveTo>
                    <a:pt x="16796" y="2881"/>
                  </a:moveTo>
                  <a:cubicBezTo>
                    <a:pt x="20638" y="6724"/>
                    <a:pt x="20638" y="12953"/>
                    <a:pt x="16796" y="16796"/>
                  </a:cubicBezTo>
                  <a:cubicBezTo>
                    <a:pt x="12953" y="20639"/>
                    <a:pt x="6723" y="20639"/>
                    <a:pt x="2881" y="16796"/>
                  </a:cubicBezTo>
                  <a:cubicBezTo>
                    <a:pt x="-961" y="12953"/>
                    <a:pt x="-961" y="6724"/>
                    <a:pt x="2881" y="2881"/>
                  </a:cubicBezTo>
                  <a:cubicBezTo>
                    <a:pt x="6723" y="-961"/>
                    <a:pt x="12953" y="-961"/>
                    <a:pt x="16796" y="2881"/>
                  </a:cubicBezTo>
                </a:path>
              </a:pathLst>
            </a:custGeom>
            <a:solidFill>
              <a:srgbClr val="53585F"/>
            </a:solidFill>
            <a:ln w="25400" cap="flat" cmpd="sng">
              <a:solidFill>
                <a:srgbClr val="53585F"/>
              </a:solidFill>
              <a:prstDash val="solid"/>
              <a:miter lim="0"/>
            </a:ln>
            <a:effectLst>
              <a:outerShdw blurRad="127000" dist="76201" dir="2700000" algn="ctr" rotWithShape="0">
                <a:srgbClr val="000000">
                  <a:alpha val="75000"/>
                </a:srgbClr>
              </a:outerShdw>
            </a:effectLst>
          </p:spPr>
          <p:txBody>
            <a:bodyPr lIns="0" tIns="0" rIns="0" bIns="0" anchor="ctr"/>
            <a:lstStyle>
              <a:defPPr>
                <a:defRPr lang="zh-CN"/>
              </a:defPPr>
              <a:lvl1pPr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1pPr>
              <a:lvl2pPr marL="228600"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2pPr>
              <a:lvl3pPr marL="457200"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3pPr>
              <a:lvl4pPr marL="685800"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4pPr>
              <a:lvl5pPr marL="914400"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5pPr>
              <a:lvl6pPr marL="2286000" algn="l" defTabSz="914400" rtl="0" eaLnBrk="1" latinLnBrk="0" hangingPunct="1"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6pPr>
              <a:lvl7pPr marL="2743200" algn="l" defTabSz="914400" rtl="0" eaLnBrk="1" latinLnBrk="0" hangingPunct="1"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7pPr>
              <a:lvl8pPr marL="3200400" algn="l" defTabSz="914400" rtl="0" eaLnBrk="1" latinLnBrk="0" hangingPunct="1"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8pPr>
              <a:lvl9pPr marL="3657600" algn="l" defTabSz="914400" rtl="0" eaLnBrk="1" latinLnBrk="0" hangingPunct="1"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9pPr>
            </a:lstStyle>
            <a:p>
              <a:endParaRPr lang="zh-CN" altLang="zh-CN" sz="3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" charset="0"/>
                <a:ea typeface="Gill Sans" charset="0"/>
                <a:cs typeface="Gill Sans" charset="0"/>
                <a:sym typeface="Gill Sans" charset="0"/>
              </a:endParaRPr>
            </a:p>
          </p:txBody>
        </p:sp>
        <p:sp>
          <p:nvSpPr>
            <p:cNvPr id="406" name="Line 13"/>
            <p:cNvSpPr>
              <a:spLocks noChangeShapeType="1"/>
            </p:cNvSpPr>
            <p:nvPr/>
          </p:nvSpPr>
          <p:spPr bwMode="auto">
            <a:xfrm>
              <a:off x="158975" y="828020"/>
              <a:ext cx="201308" cy="314672"/>
            </a:xfrm>
            <a:prstGeom prst="line">
              <a:avLst/>
            </a:prstGeom>
            <a:noFill/>
            <a:ln w="25400" cap="flat" cmpd="sng">
              <a:solidFill>
                <a:srgbClr val="53585F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>
              <a:defPPr>
                <a:defRPr lang="zh-CN"/>
              </a:defPPr>
              <a:lvl1pPr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1pPr>
              <a:lvl2pPr marL="228600"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2pPr>
              <a:lvl3pPr marL="457200"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3pPr>
              <a:lvl4pPr marL="685800"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4pPr>
              <a:lvl5pPr marL="914400"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5pPr>
              <a:lvl6pPr marL="2286000" algn="l" defTabSz="914400" rtl="0" eaLnBrk="1" latinLnBrk="0" hangingPunct="1"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6pPr>
              <a:lvl7pPr marL="2743200" algn="l" defTabSz="914400" rtl="0" eaLnBrk="1" latinLnBrk="0" hangingPunct="1"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7pPr>
              <a:lvl8pPr marL="3200400" algn="l" defTabSz="914400" rtl="0" eaLnBrk="1" latinLnBrk="0" hangingPunct="1"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8pPr>
              <a:lvl9pPr marL="3657600" algn="l" defTabSz="914400" rtl="0" eaLnBrk="1" latinLnBrk="0" hangingPunct="1"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9pPr>
            </a:lstStyle>
            <a:p>
              <a:pPr algn="l"/>
              <a:endParaRPr lang="zh-CN" altLang="zh-CN" sz="1200">
                <a:latin typeface="Helvetica" panose="020B0604020202030204" pitchFamily="34" charset="0"/>
                <a:ea typeface="Helvetica" panose="020B0604020202030204" pitchFamily="34" charset="0"/>
                <a:cs typeface="Helvetica" panose="020B0604020202030204" pitchFamily="34" charset="0"/>
                <a:sym typeface="Helvetica" panose="020B0604020202030204" pitchFamily="34" charset="0"/>
              </a:endParaRPr>
            </a:p>
          </p:txBody>
        </p:sp>
        <p:sp>
          <p:nvSpPr>
            <p:cNvPr id="407" name="Line 14"/>
            <p:cNvSpPr>
              <a:spLocks noChangeShapeType="1"/>
            </p:cNvSpPr>
            <p:nvPr/>
          </p:nvSpPr>
          <p:spPr bwMode="auto">
            <a:xfrm flipH="1">
              <a:off x="357421" y="889516"/>
              <a:ext cx="155086" cy="245224"/>
            </a:xfrm>
            <a:prstGeom prst="line">
              <a:avLst/>
            </a:prstGeom>
            <a:noFill/>
            <a:ln w="25400" cap="flat" cmpd="sng">
              <a:solidFill>
                <a:srgbClr val="53585F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>
              <a:defPPr>
                <a:defRPr lang="zh-CN"/>
              </a:defPPr>
              <a:lvl1pPr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1pPr>
              <a:lvl2pPr marL="228600"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2pPr>
              <a:lvl3pPr marL="457200"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3pPr>
              <a:lvl4pPr marL="685800"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4pPr>
              <a:lvl5pPr marL="914400"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5pPr>
              <a:lvl6pPr marL="2286000" algn="l" defTabSz="914400" rtl="0" eaLnBrk="1" latinLnBrk="0" hangingPunct="1"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6pPr>
              <a:lvl7pPr marL="2743200" algn="l" defTabSz="914400" rtl="0" eaLnBrk="1" latinLnBrk="0" hangingPunct="1"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7pPr>
              <a:lvl8pPr marL="3200400" algn="l" defTabSz="914400" rtl="0" eaLnBrk="1" latinLnBrk="0" hangingPunct="1"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8pPr>
              <a:lvl9pPr marL="3657600" algn="l" defTabSz="914400" rtl="0" eaLnBrk="1" latinLnBrk="0" hangingPunct="1"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9pPr>
            </a:lstStyle>
            <a:p>
              <a:pPr algn="l"/>
              <a:endParaRPr lang="zh-CN" altLang="zh-CN" sz="1200">
                <a:latin typeface="Helvetica" panose="020B0604020202030204" pitchFamily="34" charset="0"/>
                <a:ea typeface="Helvetica" panose="020B0604020202030204" pitchFamily="34" charset="0"/>
                <a:cs typeface="Helvetica" panose="020B0604020202030204" pitchFamily="34" charset="0"/>
                <a:sym typeface="Helvetica" panose="020B0604020202030204" pitchFamily="34" charset="0"/>
              </a:endParaRPr>
            </a:p>
          </p:txBody>
        </p:sp>
        <p:sp>
          <p:nvSpPr>
            <p:cNvPr id="408" name="Line 15"/>
            <p:cNvSpPr>
              <a:spLocks noChangeShapeType="1"/>
            </p:cNvSpPr>
            <p:nvPr/>
          </p:nvSpPr>
          <p:spPr bwMode="auto">
            <a:xfrm flipH="1">
              <a:off x="360279" y="900858"/>
              <a:ext cx="579409" cy="220256"/>
            </a:xfrm>
            <a:prstGeom prst="line">
              <a:avLst/>
            </a:prstGeom>
            <a:noFill/>
            <a:ln w="25400" cap="flat" cmpd="sng">
              <a:solidFill>
                <a:srgbClr val="53585F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>
              <a:defPPr>
                <a:defRPr lang="zh-CN"/>
              </a:defPPr>
              <a:lvl1pPr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1pPr>
              <a:lvl2pPr marL="228600"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2pPr>
              <a:lvl3pPr marL="457200"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3pPr>
              <a:lvl4pPr marL="685800"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4pPr>
              <a:lvl5pPr marL="914400"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5pPr>
              <a:lvl6pPr marL="2286000" algn="l" defTabSz="914400" rtl="0" eaLnBrk="1" latinLnBrk="0" hangingPunct="1"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6pPr>
              <a:lvl7pPr marL="2743200" algn="l" defTabSz="914400" rtl="0" eaLnBrk="1" latinLnBrk="0" hangingPunct="1"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7pPr>
              <a:lvl8pPr marL="3200400" algn="l" defTabSz="914400" rtl="0" eaLnBrk="1" latinLnBrk="0" hangingPunct="1"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8pPr>
              <a:lvl9pPr marL="3657600" algn="l" defTabSz="914400" rtl="0" eaLnBrk="1" latinLnBrk="0" hangingPunct="1"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9pPr>
            </a:lstStyle>
            <a:p>
              <a:pPr algn="l"/>
              <a:endParaRPr lang="zh-CN" altLang="zh-CN" sz="1200">
                <a:latin typeface="Helvetica" panose="020B0604020202030204" pitchFamily="34" charset="0"/>
                <a:ea typeface="Helvetica" panose="020B0604020202030204" pitchFamily="34" charset="0"/>
                <a:cs typeface="Helvetica" panose="020B0604020202030204" pitchFamily="34" charset="0"/>
                <a:sym typeface="Helvetica" panose="020B0604020202030204" pitchFamily="34" charset="0"/>
              </a:endParaRPr>
            </a:p>
          </p:txBody>
        </p:sp>
        <p:sp>
          <p:nvSpPr>
            <p:cNvPr id="409" name="Line 16"/>
            <p:cNvSpPr>
              <a:spLocks noChangeShapeType="1"/>
            </p:cNvSpPr>
            <p:nvPr/>
          </p:nvSpPr>
          <p:spPr bwMode="auto">
            <a:xfrm flipH="1">
              <a:off x="357422" y="898598"/>
              <a:ext cx="969503" cy="231612"/>
            </a:xfrm>
            <a:prstGeom prst="line">
              <a:avLst/>
            </a:prstGeom>
            <a:noFill/>
            <a:ln w="25400" cap="flat" cmpd="sng">
              <a:solidFill>
                <a:srgbClr val="53585F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>
              <a:defPPr>
                <a:defRPr lang="zh-CN"/>
              </a:defPPr>
              <a:lvl1pPr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1pPr>
              <a:lvl2pPr marL="228600"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2pPr>
              <a:lvl3pPr marL="457200"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3pPr>
              <a:lvl4pPr marL="685800"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4pPr>
              <a:lvl5pPr marL="914400"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5pPr>
              <a:lvl6pPr marL="2286000" algn="l" defTabSz="914400" rtl="0" eaLnBrk="1" latinLnBrk="0" hangingPunct="1"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6pPr>
              <a:lvl7pPr marL="2743200" algn="l" defTabSz="914400" rtl="0" eaLnBrk="1" latinLnBrk="0" hangingPunct="1"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7pPr>
              <a:lvl8pPr marL="3200400" algn="l" defTabSz="914400" rtl="0" eaLnBrk="1" latinLnBrk="0" hangingPunct="1"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8pPr>
              <a:lvl9pPr marL="3657600" algn="l" defTabSz="914400" rtl="0" eaLnBrk="1" latinLnBrk="0" hangingPunct="1"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9pPr>
            </a:lstStyle>
            <a:p>
              <a:pPr algn="l"/>
              <a:endParaRPr lang="zh-CN" altLang="zh-CN" sz="1200">
                <a:latin typeface="Helvetica" panose="020B0604020202030204" pitchFamily="34" charset="0"/>
                <a:ea typeface="Helvetica" panose="020B0604020202030204" pitchFamily="34" charset="0"/>
                <a:cs typeface="Helvetica" panose="020B0604020202030204" pitchFamily="34" charset="0"/>
                <a:sym typeface="Helvetica" panose="020B0604020202030204" pitchFamily="34" charset="0"/>
              </a:endParaRPr>
            </a:p>
          </p:txBody>
        </p:sp>
        <p:sp>
          <p:nvSpPr>
            <p:cNvPr id="410" name="Line 17"/>
            <p:cNvSpPr>
              <a:spLocks noChangeShapeType="1"/>
            </p:cNvSpPr>
            <p:nvPr/>
          </p:nvSpPr>
          <p:spPr bwMode="auto">
            <a:xfrm>
              <a:off x="171900" y="853169"/>
              <a:ext cx="527085" cy="282709"/>
            </a:xfrm>
            <a:prstGeom prst="line">
              <a:avLst/>
            </a:prstGeom>
            <a:noFill/>
            <a:ln w="25400" cap="flat" cmpd="sng">
              <a:solidFill>
                <a:srgbClr val="53585F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>
              <a:defPPr>
                <a:defRPr lang="zh-CN"/>
              </a:defPPr>
              <a:lvl1pPr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1pPr>
              <a:lvl2pPr marL="228600"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2pPr>
              <a:lvl3pPr marL="457200"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3pPr>
              <a:lvl4pPr marL="685800"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4pPr>
              <a:lvl5pPr marL="914400"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5pPr>
              <a:lvl6pPr marL="2286000" algn="l" defTabSz="914400" rtl="0" eaLnBrk="1" latinLnBrk="0" hangingPunct="1"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6pPr>
              <a:lvl7pPr marL="2743200" algn="l" defTabSz="914400" rtl="0" eaLnBrk="1" latinLnBrk="0" hangingPunct="1"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7pPr>
              <a:lvl8pPr marL="3200400" algn="l" defTabSz="914400" rtl="0" eaLnBrk="1" latinLnBrk="0" hangingPunct="1"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8pPr>
              <a:lvl9pPr marL="3657600" algn="l" defTabSz="914400" rtl="0" eaLnBrk="1" latinLnBrk="0" hangingPunct="1"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9pPr>
            </a:lstStyle>
            <a:p>
              <a:pPr algn="l"/>
              <a:endParaRPr lang="zh-CN" altLang="zh-CN" sz="1200">
                <a:latin typeface="Helvetica" panose="020B0604020202030204" pitchFamily="34" charset="0"/>
                <a:ea typeface="Helvetica" panose="020B0604020202030204" pitchFamily="34" charset="0"/>
                <a:cs typeface="Helvetica" panose="020B0604020202030204" pitchFamily="34" charset="0"/>
                <a:sym typeface="Helvetica" panose="020B0604020202030204" pitchFamily="34" charset="0"/>
              </a:endParaRPr>
            </a:p>
          </p:txBody>
        </p:sp>
        <p:sp>
          <p:nvSpPr>
            <p:cNvPr id="411" name="Line 18"/>
            <p:cNvSpPr>
              <a:spLocks noChangeShapeType="1"/>
            </p:cNvSpPr>
            <p:nvPr/>
          </p:nvSpPr>
          <p:spPr bwMode="auto">
            <a:xfrm>
              <a:off x="503946" y="890646"/>
              <a:ext cx="203600" cy="246376"/>
            </a:xfrm>
            <a:prstGeom prst="line">
              <a:avLst/>
            </a:prstGeom>
            <a:noFill/>
            <a:ln w="25400" cap="flat" cmpd="sng">
              <a:solidFill>
                <a:srgbClr val="53585F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>
              <a:defPPr>
                <a:defRPr lang="zh-CN"/>
              </a:defPPr>
              <a:lvl1pPr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1pPr>
              <a:lvl2pPr marL="228600"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2pPr>
              <a:lvl3pPr marL="457200"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3pPr>
              <a:lvl4pPr marL="685800"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4pPr>
              <a:lvl5pPr marL="914400"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5pPr>
              <a:lvl6pPr marL="2286000" algn="l" defTabSz="914400" rtl="0" eaLnBrk="1" latinLnBrk="0" hangingPunct="1"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6pPr>
              <a:lvl7pPr marL="2743200" algn="l" defTabSz="914400" rtl="0" eaLnBrk="1" latinLnBrk="0" hangingPunct="1"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7pPr>
              <a:lvl8pPr marL="3200400" algn="l" defTabSz="914400" rtl="0" eaLnBrk="1" latinLnBrk="0" hangingPunct="1"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8pPr>
              <a:lvl9pPr marL="3657600" algn="l" defTabSz="914400" rtl="0" eaLnBrk="1" latinLnBrk="0" hangingPunct="1"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9pPr>
            </a:lstStyle>
            <a:p>
              <a:pPr algn="l"/>
              <a:endParaRPr lang="zh-CN" altLang="zh-CN" sz="1200">
                <a:latin typeface="Helvetica" panose="020B0604020202030204" pitchFamily="34" charset="0"/>
                <a:ea typeface="Helvetica" panose="020B0604020202030204" pitchFamily="34" charset="0"/>
                <a:cs typeface="Helvetica" panose="020B0604020202030204" pitchFamily="34" charset="0"/>
                <a:sym typeface="Helvetica" panose="020B0604020202030204" pitchFamily="34" charset="0"/>
              </a:endParaRPr>
            </a:p>
          </p:txBody>
        </p:sp>
        <p:sp>
          <p:nvSpPr>
            <p:cNvPr id="412" name="Line 19"/>
            <p:cNvSpPr>
              <a:spLocks noChangeShapeType="1"/>
            </p:cNvSpPr>
            <p:nvPr/>
          </p:nvSpPr>
          <p:spPr bwMode="auto">
            <a:xfrm flipH="1">
              <a:off x="709454" y="901988"/>
              <a:ext cx="228336" cy="232756"/>
            </a:xfrm>
            <a:prstGeom prst="line">
              <a:avLst/>
            </a:prstGeom>
            <a:noFill/>
            <a:ln w="25400" cap="flat" cmpd="sng">
              <a:solidFill>
                <a:srgbClr val="53585F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>
              <a:defPPr>
                <a:defRPr lang="zh-CN"/>
              </a:defPPr>
              <a:lvl1pPr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1pPr>
              <a:lvl2pPr marL="228600"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2pPr>
              <a:lvl3pPr marL="457200"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3pPr>
              <a:lvl4pPr marL="685800"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4pPr>
              <a:lvl5pPr marL="914400"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5pPr>
              <a:lvl6pPr marL="2286000" algn="l" defTabSz="914400" rtl="0" eaLnBrk="1" latinLnBrk="0" hangingPunct="1"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6pPr>
              <a:lvl7pPr marL="2743200" algn="l" defTabSz="914400" rtl="0" eaLnBrk="1" latinLnBrk="0" hangingPunct="1"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7pPr>
              <a:lvl8pPr marL="3200400" algn="l" defTabSz="914400" rtl="0" eaLnBrk="1" latinLnBrk="0" hangingPunct="1"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8pPr>
              <a:lvl9pPr marL="3657600" algn="l" defTabSz="914400" rtl="0" eaLnBrk="1" latinLnBrk="0" hangingPunct="1"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9pPr>
            </a:lstStyle>
            <a:p>
              <a:pPr algn="l"/>
              <a:endParaRPr lang="zh-CN" altLang="zh-CN" sz="1200">
                <a:latin typeface="Helvetica" panose="020B0604020202030204" pitchFamily="34" charset="0"/>
                <a:ea typeface="Helvetica" panose="020B0604020202030204" pitchFamily="34" charset="0"/>
                <a:cs typeface="Helvetica" panose="020B0604020202030204" pitchFamily="34" charset="0"/>
                <a:sym typeface="Helvetica" panose="020B0604020202030204" pitchFamily="34" charset="0"/>
              </a:endParaRPr>
            </a:p>
          </p:txBody>
        </p:sp>
        <p:sp>
          <p:nvSpPr>
            <p:cNvPr id="413" name="Line 20"/>
            <p:cNvSpPr>
              <a:spLocks noChangeShapeType="1"/>
            </p:cNvSpPr>
            <p:nvPr/>
          </p:nvSpPr>
          <p:spPr bwMode="auto">
            <a:xfrm flipH="1">
              <a:off x="703739" y="887235"/>
              <a:ext cx="629837" cy="247502"/>
            </a:xfrm>
            <a:prstGeom prst="line">
              <a:avLst/>
            </a:prstGeom>
            <a:noFill/>
            <a:ln w="25400" cap="flat" cmpd="sng">
              <a:solidFill>
                <a:srgbClr val="53585F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>
              <a:defPPr>
                <a:defRPr lang="zh-CN"/>
              </a:defPPr>
              <a:lvl1pPr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1pPr>
              <a:lvl2pPr marL="228600"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2pPr>
              <a:lvl3pPr marL="457200"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3pPr>
              <a:lvl4pPr marL="685800"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4pPr>
              <a:lvl5pPr marL="914400"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5pPr>
              <a:lvl6pPr marL="2286000" algn="l" defTabSz="914400" rtl="0" eaLnBrk="1" latinLnBrk="0" hangingPunct="1"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6pPr>
              <a:lvl7pPr marL="2743200" algn="l" defTabSz="914400" rtl="0" eaLnBrk="1" latinLnBrk="0" hangingPunct="1"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7pPr>
              <a:lvl8pPr marL="3200400" algn="l" defTabSz="914400" rtl="0" eaLnBrk="1" latinLnBrk="0" hangingPunct="1"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8pPr>
              <a:lvl9pPr marL="3657600" algn="l" defTabSz="914400" rtl="0" eaLnBrk="1" latinLnBrk="0" hangingPunct="1"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9pPr>
            </a:lstStyle>
            <a:p>
              <a:pPr algn="l"/>
              <a:endParaRPr lang="zh-CN" altLang="zh-CN" sz="1200">
                <a:latin typeface="Helvetica" panose="020B0604020202030204" pitchFamily="34" charset="0"/>
                <a:ea typeface="Helvetica" panose="020B0604020202030204" pitchFamily="34" charset="0"/>
                <a:cs typeface="Helvetica" panose="020B0604020202030204" pitchFamily="34" charset="0"/>
                <a:sym typeface="Helvetica" panose="020B0604020202030204" pitchFamily="34" charset="0"/>
              </a:endParaRPr>
            </a:p>
          </p:txBody>
        </p:sp>
        <p:sp>
          <p:nvSpPr>
            <p:cNvPr id="414" name="Line 21"/>
            <p:cNvSpPr>
              <a:spLocks noChangeShapeType="1"/>
            </p:cNvSpPr>
            <p:nvPr/>
          </p:nvSpPr>
          <p:spPr bwMode="auto">
            <a:xfrm flipH="1">
              <a:off x="1070990" y="889516"/>
              <a:ext cx="248312" cy="242943"/>
            </a:xfrm>
            <a:prstGeom prst="line">
              <a:avLst/>
            </a:prstGeom>
            <a:noFill/>
            <a:ln w="25400" cap="flat" cmpd="sng">
              <a:solidFill>
                <a:srgbClr val="53585F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>
              <a:defPPr>
                <a:defRPr lang="zh-CN"/>
              </a:defPPr>
              <a:lvl1pPr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1pPr>
              <a:lvl2pPr marL="228600"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2pPr>
              <a:lvl3pPr marL="457200"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3pPr>
              <a:lvl4pPr marL="685800"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4pPr>
              <a:lvl5pPr marL="914400"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5pPr>
              <a:lvl6pPr marL="2286000" algn="l" defTabSz="914400" rtl="0" eaLnBrk="1" latinLnBrk="0" hangingPunct="1"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6pPr>
              <a:lvl7pPr marL="2743200" algn="l" defTabSz="914400" rtl="0" eaLnBrk="1" latinLnBrk="0" hangingPunct="1"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7pPr>
              <a:lvl8pPr marL="3200400" algn="l" defTabSz="914400" rtl="0" eaLnBrk="1" latinLnBrk="0" hangingPunct="1"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8pPr>
              <a:lvl9pPr marL="3657600" algn="l" defTabSz="914400" rtl="0" eaLnBrk="1" latinLnBrk="0" hangingPunct="1"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9pPr>
            </a:lstStyle>
            <a:p>
              <a:pPr algn="l"/>
              <a:endParaRPr lang="zh-CN" altLang="zh-CN" sz="1200">
                <a:latin typeface="Helvetica" panose="020B0604020202030204" pitchFamily="34" charset="0"/>
                <a:ea typeface="Helvetica" panose="020B0604020202030204" pitchFamily="34" charset="0"/>
                <a:cs typeface="Helvetica" panose="020B0604020202030204" pitchFamily="34" charset="0"/>
                <a:sym typeface="Helvetica" panose="020B0604020202030204" pitchFamily="34" charset="0"/>
              </a:endParaRPr>
            </a:p>
          </p:txBody>
        </p:sp>
        <p:sp>
          <p:nvSpPr>
            <p:cNvPr id="415" name="Line 22"/>
            <p:cNvSpPr>
              <a:spLocks noChangeShapeType="1"/>
            </p:cNvSpPr>
            <p:nvPr/>
          </p:nvSpPr>
          <p:spPr bwMode="auto">
            <a:xfrm>
              <a:off x="937791" y="895187"/>
              <a:ext cx="138902" cy="232733"/>
            </a:xfrm>
            <a:prstGeom prst="line">
              <a:avLst/>
            </a:prstGeom>
            <a:noFill/>
            <a:ln w="25400" cap="flat" cmpd="sng">
              <a:solidFill>
                <a:srgbClr val="53585F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>
              <a:defPPr>
                <a:defRPr lang="zh-CN"/>
              </a:defPPr>
              <a:lvl1pPr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1pPr>
              <a:lvl2pPr marL="228600"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2pPr>
              <a:lvl3pPr marL="457200"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3pPr>
              <a:lvl4pPr marL="685800"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4pPr>
              <a:lvl5pPr marL="914400"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5pPr>
              <a:lvl6pPr marL="2286000" algn="l" defTabSz="914400" rtl="0" eaLnBrk="1" latinLnBrk="0" hangingPunct="1"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6pPr>
              <a:lvl7pPr marL="2743200" algn="l" defTabSz="914400" rtl="0" eaLnBrk="1" latinLnBrk="0" hangingPunct="1"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7pPr>
              <a:lvl8pPr marL="3200400" algn="l" defTabSz="914400" rtl="0" eaLnBrk="1" latinLnBrk="0" hangingPunct="1"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8pPr>
              <a:lvl9pPr marL="3657600" algn="l" defTabSz="914400" rtl="0" eaLnBrk="1" latinLnBrk="0" hangingPunct="1"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9pPr>
            </a:lstStyle>
            <a:p>
              <a:pPr algn="l"/>
              <a:endParaRPr lang="zh-CN" altLang="zh-CN" sz="1200">
                <a:latin typeface="Helvetica" panose="020B0604020202030204" pitchFamily="34" charset="0"/>
                <a:ea typeface="Helvetica" panose="020B0604020202030204" pitchFamily="34" charset="0"/>
                <a:cs typeface="Helvetica" panose="020B0604020202030204" pitchFamily="34" charset="0"/>
                <a:sym typeface="Helvetica" panose="020B0604020202030204" pitchFamily="34" charset="0"/>
              </a:endParaRPr>
            </a:p>
          </p:txBody>
        </p:sp>
        <p:sp>
          <p:nvSpPr>
            <p:cNvPr id="416" name="Line 23"/>
            <p:cNvSpPr>
              <a:spLocks noChangeShapeType="1"/>
            </p:cNvSpPr>
            <p:nvPr/>
          </p:nvSpPr>
          <p:spPr bwMode="auto">
            <a:xfrm>
              <a:off x="510608" y="900858"/>
              <a:ext cx="567043" cy="227065"/>
            </a:xfrm>
            <a:prstGeom prst="line">
              <a:avLst/>
            </a:prstGeom>
            <a:noFill/>
            <a:ln w="25400" cap="flat" cmpd="sng">
              <a:solidFill>
                <a:srgbClr val="53585F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>
              <a:defPPr>
                <a:defRPr lang="zh-CN"/>
              </a:defPPr>
              <a:lvl1pPr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1pPr>
              <a:lvl2pPr marL="228600"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2pPr>
              <a:lvl3pPr marL="457200"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3pPr>
              <a:lvl4pPr marL="685800"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4pPr>
              <a:lvl5pPr marL="914400"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5pPr>
              <a:lvl6pPr marL="2286000" algn="l" defTabSz="914400" rtl="0" eaLnBrk="1" latinLnBrk="0" hangingPunct="1"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6pPr>
              <a:lvl7pPr marL="2743200" algn="l" defTabSz="914400" rtl="0" eaLnBrk="1" latinLnBrk="0" hangingPunct="1"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7pPr>
              <a:lvl8pPr marL="3200400" algn="l" defTabSz="914400" rtl="0" eaLnBrk="1" latinLnBrk="0" hangingPunct="1"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8pPr>
              <a:lvl9pPr marL="3657600" algn="l" defTabSz="914400" rtl="0" eaLnBrk="1" latinLnBrk="0" hangingPunct="1"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9pPr>
            </a:lstStyle>
            <a:p>
              <a:pPr algn="l"/>
              <a:endParaRPr lang="zh-CN" altLang="zh-CN" sz="1200">
                <a:latin typeface="Helvetica" panose="020B0604020202030204" pitchFamily="34" charset="0"/>
                <a:ea typeface="Helvetica" panose="020B0604020202030204" pitchFamily="34" charset="0"/>
                <a:cs typeface="Helvetica" panose="020B0604020202030204" pitchFamily="34" charset="0"/>
                <a:sym typeface="Helvetica" panose="020B0604020202030204" pitchFamily="34" charset="0"/>
              </a:endParaRPr>
            </a:p>
          </p:txBody>
        </p:sp>
        <p:sp>
          <p:nvSpPr>
            <p:cNvPr id="417" name="Line 24"/>
            <p:cNvSpPr>
              <a:spLocks noChangeShapeType="1"/>
            </p:cNvSpPr>
            <p:nvPr/>
          </p:nvSpPr>
          <p:spPr bwMode="auto">
            <a:xfrm>
              <a:off x="181405" y="856580"/>
              <a:ext cx="882922" cy="271354"/>
            </a:xfrm>
            <a:prstGeom prst="line">
              <a:avLst/>
            </a:prstGeom>
            <a:noFill/>
            <a:ln w="25400" cap="flat" cmpd="sng">
              <a:solidFill>
                <a:srgbClr val="53585F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>
              <a:defPPr>
                <a:defRPr lang="zh-CN"/>
              </a:defPPr>
              <a:lvl1pPr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1pPr>
              <a:lvl2pPr marL="228600"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2pPr>
              <a:lvl3pPr marL="457200"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3pPr>
              <a:lvl4pPr marL="685800"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4pPr>
              <a:lvl5pPr marL="914400"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5pPr>
              <a:lvl6pPr marL="2286000" algn="l" defTabSz="914400" rtl="0" eaLnBrk="1" latinLnBrk="0" hangingPunct="1"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6pPr>
              <a:lvl7pPr marL="2743200" algn="l" defTabSz="914400" rtl="0" eaLnBrk="1" latinLnBrk="0" hangingPunct="1"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7pPr>
              <a:lvl8pPr marL="3200400" algn="l" defTabSz="914400" rtl="0" eaLnBrk="1" latinLnBrk="0" hangingPunct="1"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8pPr>
              <a:lvl9pPr marL="3657600" algn="l" defTabSz="914400" rtl="0" eaLnBrk="1" latinLnBrk="0" hangingPunct="1"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9pPr>
            </a:lstStyle>
            <a:p>
              <a:pPr algn="l"/>
              <a:endParaRPr lang="zh-CN" altLang="zh-CN" sz="1200">
                <a:latin typeface="Helvetica" panose="020B0604020202030204" pitchFamily="34" charset="0"/>
                <a:ea typeface="Helvetica" panose="020B0604020202030204" pitchFamily="34" charset="0"/>
                <a:cs typeface="Helvetica" panose="020B0604020202030204" pitchFamily="34" charset="0"/>
                <a:sym typeface="Helvetica" panose="020B0604020202030204" pitchFamily="34" charset="0"/>
              </a:endParaRPr>
            </a:p>
          </p:txBody>
        </p:sp>
        <p:sp>
          <p:nvSpPr>
            <p:cNvPr id="418" name="AutoShape 25"/>
            <p:cNvSpPr/>
            <p:nvPr/>
          </p:nvSpPr>
          <p:spPr bwMode="auto">
            <a:xfrm>
              <a:off x="325855" y="176592"/>
              <a:ext cx="227342" cy="227476"/>
            </a:xfrm>
            <a:custGeom>
              <a:avLst/>
              <a:gdLst>
                <a:gd name="T0" fmla="+- 0 10800 961"/>
                <a:gd name="T1" fmla="*/ T0 w 19679"/>
                <a:gd name="T2" fmla="+- 0 10800 961"/>
                <a:gd name="T3" fmla="*/ 10800 h 19679"/>
                <a:gd name="T4" fmla="+- 0 10800 961"/>
                <a:gd name="T5" fmla="*/ T4 w 19679"/>
                <a:gd name="T6" fmla="+- 0 10800 961"/>
                <a:gd name="T7" fmla="*/ 10800 h 19679"/>
                <a:gd name="T8" fmla="+- 0 10800 961"/>
                <a:gd name="T9" fmla="*/ T8 w 19679"/>
                <a:gd name="T10" fmla="+- 0 10800 961"/>
                <a:gd name="T11" fmla="*/ 10800 h 19679"/>
                <a:gd name="T12" fmla="+- 0 10800 961"/>
                <a:gd name="T13" fmla="*/ T12 w 19679"/>
                <a:gd name="T14" fmla="+- 0 10800 961"/>
                <a:gd name="T15" fmla="*/ 10800 h 1967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19679" h="19679">
                  <a:moveTo>
                    <a:pt x="16796" y="2881"/>
                  </a:moveTo>
                  <a:cubicBezTo>
                    <a:pt x="20638" y="6724"/>
                    <a:pt x="20638" y="12953"/>
                    <a:pt x="16796" y="16796"/>
                  </a:cubicBezTo>
                  <a:cubicBezTo>
                    <a:pt x="12953" y="20639"/>
                    <a:pt x="6724" y="20639"/>
                    <a:pt x="2881" y="16796"/>
                  </a:cubicBezTo>
                  <a:cubicBezTo>
                    <a:pt x="-961" y="12953"/>
                    <a:pt x="-961" y="6724"/>
                    <a:pt x="2881" y="2881"/>
                  </a:cubicBezTo>
                  <a:cubicBezTo>
                    <a:pt x="6724" y="-961"/>
                    <a:pt x="12953" y="-961"/>
                    <a:pt x="16796" y="2881"/>
                  </a:cubicBezTo>
                </a:path>
              </a:pathLst>
            </a:custGeom>
            <a:solidFill>
              <a:srgbClr val="53585F"/>
            </a:solidFill>
            <a:ln w="25400" cap="flat" cmpd="sng">
              <a:solidFill>
                <a:srgbClr val="53585F"/>
              </a:solidFill>
              <a:prstDash val="solid"/>
              <a:miter lim="0"/>
            </a:ln>
            <a:effectLst>
              <a:outerShdw blurRad="127000" dist="76201" dir="2700000" algn="ctr" rotWithShape="0">
                <a:srgbClr val="000000">
                  <a:alpha val="75000"/>
                </a:srgbClr>
              </a:outerShdw>
            </a:effectLst>
          </p:spPr>
          <p:txBody>
            <a:bodyPr lIns="0" tIns="0" rIns="0" bIns="0" anchor="ctr"/>
            <a:lstStyle>
              <a:defPPr>
                <a:defRPr lang="zh-CN"/>
              </a:defPPr>
              <a:lvl1pPr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1pPr>
              <a:lvl2pPr marL="228600"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2pPr>
              <a:lvl3pPr marL="457200"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3pPr>
              <a:lvl4pPr marL="685800"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4pPr>
              <a:lvl5pPr marL="914400"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5pPr>
              <a:lvl6pPr marL="2286000" algn="l" defTabSz="914400" rtl="0" eaLnBrk="1" latinLnBrk="0" hangingPunct="1"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6pPr>
              <a:lvl7pPr marL="2743200" algn="l" defTabSz="914400" rtl="0" eaLnBrk="1" latinLnBrk="0" hangingPunct="1"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7pPr>
              <a:lvl8pPr marL="3200400" algn="l" defTabSz="914400" rtl="0" eaLnBrk="1" latinLnBrk="0" hangingPunct="1"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8pPr>
              <a:lvl9pPr marL="3657600" algn="l" defTabSz="914400" rtl="0" eaLnBrk="1" latinLnBrk="0" hangingPunct="1"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9pPr>
            </a:lstStyle>
            <a:p>
              <a:endParaRPr lang="zh-CN" altLang="zh-CN" sz="3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" charset="0"/>
                <a:ea typeface="Gill Sans" charset="0"/>
                <a:cs typeface="Gill Sans" charset="0"/>
                <a:sym typeface="Gill Sans" charset="0"/>
              </a:endParaRPr>
            </a:p>
          </p:txBody>
        </p:sp>
        <p:sp>
          <p:nvSpPr>
            <p:cNvPr id="419" name="AutoShape 26"/>
            <p:cNvSpPr/>
            <p:nvPr/>
          </p:nvSpPr>
          <p:spPr bwMode="auto">
            <a:xfrm>
              <a:off x="897997" y="176592"/>
              <a:ext cx="227342" cy="227476"/>
            </a:xfrm>
            <a:custGeom>
              <a:avLst/>
              <a:gdLst>
                <a:gd name="T0" fmla="+- 0 10800 961"/>
                <a:gd name="T1" fmla="*/ T0 w 19679"/>
                <a:gd name="T2" fmla="+- 0 10800 961"/>
                <a:gd name="T3" fmla="*/ 10800 h 19679"/>
                <a:gd name="T4" fmla="+- 0 10800 961"/>
                <a:gd name="T5" fmla="*/ T4 w 19679"/>
                <a:gd name="T6" fmla="+- 0 10800 961"/>
                <a:gd name="T7" fmla="*/ 10800 h 19679"/>
                <a:gd name="T8" fmla="+- 0 10800 961"/>
                <a:gd name="T9" fmla="*/ T8 w 19679"/>
                <a:gd name="T10" fmla="+- 0 10800 961"/>
                <a:gd name="T11" fmla="*/ 10800 h 19679"/>
                <a:gd name="T12" fmla="+- 0 10800 961"/>
                <a:gd name="T13" fmla="*/ T12 w 19679"/>
                <a:gd name="T14" fmla="+- 0 10800 961"/>
                <a:gd name="T15" fmla="*/ 10800 h 1967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19679" h="19679">
                  <a:moveTo>
                    <a:pt x="16796" y="2881"/>
                  </a:moveTo>
                  <a:cubicBezTo>
                    <a:pt x="20638" y="6724"/>
                    <a:pt x="20638" y="12953"/>
                    <a:pt x="16796" y="16796"/>
                  </a:cubicBezTo>
                  <a:cubicBezTo>
                    <a:pt x="12953" y="20639"/>
                    <a:pt x="6724" y="20639"/>
                    <a:pt x="2881" y="16796"/>
                  </a:cubicBezTo>
                  <a:cubicBezTo>
                    <a:pt x="-961" y="12953"/>
                    <a:pt x="-961" y="6724"/>
                    <a:pt x="2881" y="2881"/>
                  </a:cubicBezTo>
                  <a:cubicBezTo>
                    <a:pt x="6724" y="-961"/>
                    <a:pt x="12953" y="-961"/>
                    <a:pt x="16796" y="2881"/>
                  </a:cubicBezTo>
                </a:path>
              </a:pathLst>
            </a:custGeom>
            <a:solidFill>
              <a:srgbClr val="53585F"/>
            </a:solidFill>
            <a:ln w="25400" cap="flat" cmpd="sng">
              <a:solidFill>
                <a:srgbClr val="53585F"/>
              </a:solidFill>
              <a:prstDash val="solid"/>
              <a:miter lim="0"/>
            </a:ln>
            <a:effectLst>
              <a:outerShdw blurRad="127000" dist="76201" dir="2700000" algn="ctr" rotWithShape="0">
                <a:srgbClr val="000000">
                  <a:alpha val="75000"/>
                </a:srgbClr>
              </a:outerShdw>
            </a:effectLst>
          </p:spPr>
          <p:txBody>
            <a:bodyPr lIns="0" tIns="0" rIns="0" bIns="0" anchor="ctr"/>
            <a:lstStyle>
              <a:defPPr>
                <a:defRPr lang="zh-CN"/>
              </a:defPPr>
              <a:lvl1pPr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1pPr>
              <a:lvl2pPr marL="228600"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2pPr>
              <a:lvl3pPr marL="457200"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3pPr>
              <a:lvl4pPr marL="685800"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4pPr>
              <a:lvl5pPr marL="914400"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5pPr>
              <a:lvl6pPr marL="2286000" algn="l" defTabSz="914400" rtl="0" eaLnBrk="1" latinLnBrk="0" hangingPunct="1"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6pPr>
              <a:lvl7pPr marL="2743200" algn="l" defTabSz="914400" rtl="0" eaLnBrk="1" latinLnBrk="0" hangingPunct="1"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7pPr>
              <a:lvl8pPr marL="3200400" algn="l" defTabSz="914400" rtl="0" eaLnBrk="1" latinLnBrk="0" hangingPunct="1"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8pPr>
              <a:lvl9pPr marL="3657600" algn="l" defTabSz="914400" rtl="0" eaLnBrk="1" latinLnBrk="0" hangingPunct="1"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9pPr>
            </a:lstStyle>
            <a:p>
              <a:endParaRPr lang="zh-CN" altLang="zh-CN" sz="3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" charset="0"/>
                <a:ea typeface="Gill Sans" charset="0"/>
                <a:cs typeface="Gill Sans" charset="0"/>
                <a:sym typeface="Gill Sans" charset="0"/>
              </a:endParaRPr>
            </a:p>
          </p:txBody>
        </p:sp>
        <p:sp>
          <p:nvSpPr>
            <p:cNvPr id="420" name="Line 27"/>
            <p:cNvSpPr>
              <a:spLocks noChangeShapeType="1"/>
            </p:cNvSpPr>
            <p:nvPr/>
          </p:nvSpPr>
          <p:spPr bwMode="auto">
            <a:xfrm>
              <a:off x="1018441" y="384806"/>
              <a:ext cx="318799" cy="298450"/>
            </a:xfrm>
            <a:prstGeom prst="line">
              <a:avLst/>
            </a:prstGeom>
            <a:noFill/>
            <a:ln w="25400" cap="flat" cmpd="sng">
              <a:solidFill>
                <a:srgbClr val="53585F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>
              <a:defPPr>
                <a:defRPr lang="zh-CN"/>
              </a:defPPr>
              <a:lvl1pPr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1pPr>
              <a:lvl2pPr marL="228600"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2pPr>
              <a:lvl3pPr marL="457200"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3pPr>
              <a:lvl4pPr marL="685800"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4pPr>
              <a:lvl5pPr marL="914400"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5pPr>
              <a:lvl6pPr marL="2286000" algn="l" defTabSz="914400" rtl="0" eaLnBrk="1" latinLnBrk="0" hangingPunct="1"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6pPr>
              <a:lvl7pPr marL="2743200" algn="l" defTabSz="914400" rtl="0" eaLnBrk="1" latinLnBrk="0" hangingPunct="1"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7pPr>
              <a:lvl8pPr marL="3200400" algn="l" defTabSz="914400" rtl="0" eaLnBrk="1" latinLnBrk="0" hangingPunct="1"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8pPr>
              <a:lvl9pPr marL="3657600" algn="l" defTabSz="914400" rtl="0" eaLnBrk="1" latinLnBrk="0" hangingPunct="1"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9pPr>
            </a:lstStyle>
            <a:p>
              <a:pPr algn="l"/>
              <a:endParaRPr lang="zh-CN" altLang="zh-CN" sz="1200">
                <a:latin typeface="Helvetica" panose="020B0604020202030204" pitchFamily="34" charset="0"/>
                <a:ea typeface="Helvetica" panose="020B0604020202030204" pitchFamily="34" charset="0"/>
                <a:cs typeface="Helvetica" panose="020B0604020202030204" pitchFamily="34" charset="0"/>
                <a:sym typeface="Helvetica" panose="020B0604020202030204" pitchFamily="34" charset="0"/>
              </a:endParaRPr>
            </a:p>
          </p:txBody>
        </p:sp>
        <p:sp>
          <p:nvSpPr>
            <p:cNvPr id="421" name="Line 28"/>
            <p:cNvSpPr>
              <a:spLocks noChangeShapeType="1"/>
            </p:cNvSpPr>
            <p:nvPr/>
          </p:nvSpPr>
          <p:spPr bwMode="auto">
            <a:xfrm flipH="1">
              <a:off x="926189" y="359120"/>
              <a:ext cx="95110" cy="318981"/>
            </a:xfrm>
            <a:prstGeom prst="line">
              <a:avLst/>
            </a:prstGeom>
            <a:noFill/>
            <a:ln w="25400" cap="flat" cmpd="sng">
              <a:solidFill>
                <a:srgbClr val="53585F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>
              <a:defPPr>
                <a:defRPr lang="zh-CN"/>
              </a:defPPr>
              <a:lvl1pPr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1pPr>
              <a:lvl2pPr marL="228600"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2pPr>
              <a:lvl3pPr marL="457200"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3pPr>
              <a:lvl4pPr marL="685800"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4pPr>
              <a:lvl5pPr marL="914400"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5pPr>
              <a:lvl6pPr marL="2286000" algn="l" defTabSz="914400" rtl="0" eaLnBrk="1" latinLnBrk="0" hangingPunct="1"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6pPr>
              <a:lvl7pPr marL="2743200" algn="l" defTabSz="914400" rtl="0" eaLnBrk="1" latinLnBrk="0" hangingPunct="1"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7pPr>
              <a:lvl8pPr marL="3200400" algn="l" defTabSz="914400" rtl="0" eaLnBrk="1" latinLnBrk="0" hangingPunct="1"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8pPr>
              <a:lvl9pPr marL="3657600" algn="l" defTabSz="914400" rtl="0" eaLnBrk="1" latinLnBrk="0" hangingPunct="1"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9pPr>
            </a:lstStyle>
            <a:p>
              <a:pPr algn="l"/>
              <a:endParaRPr lang="zh-CN" altLang="zh-CN" sz="1200">
                <a:latin typeface="Helvetica" panose="020B0604020202030204" pitchFamily="34" charset="0"/>
                <a:ea typeface="Helvetica" panose="020B0604020202030204" pitchFamily="34" charset="0"/>
                <a:cs typeface="Helvetica" panose="020B0604020202030204" pitchFamily="34" charset="0"/>
                <a:sym typeface="Helvetica" panose="020B0604020202030204" pitchFamily="34" charset="0"/>
              </a:endParaRPr>
            </a:p>
          </p:txBody>
        </p:sp>
        <p:sp>
          <p:nvSpPr>
            <p:cNvPr id="422" name="Line 29"/>
            <p:cNvSpPr>
              <a:spLocks noChangeShapeType="1"/>
            </p:cNvSpPr>
            <p:nvPr/>
          </p:nvSpPr>
          <p:spPr bwMode="auto">
            <a:xfrm>
              <a:off x="441769" y="393385"/>
              <a:ext cx="488174" cy="279869"/>
            </a:xfrm>
            <a:prstGeom prst="line">
              <a:avLst/>
            </a:prstGeom>
            <a:noFill/>
            <a:ln w="25400" cap="flat" cmpd="sng">
              <a:solidFill>
                <a:srgbClr val="53585F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>
              <a:defPPr>
                <a:defRPr lang="zh-CN"/>
              </a:defPPr>
              <a:lvl1pPr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1pPr>
              <a:lvl2pPr marL="228600"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2pPr>
              <a:lvl3pPr marL="457200"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3pPr>
              <a:lvl4pPr marL="685800"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4pPr>
              <a:lvl5pPr marL="914400"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5pPr>
              <a:lvl6pPr marL="2286000" algn="l" defTabSz="914400" rtl="0" eaLnBrk="1" latinLnBrk="0" hangingPunct="1"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6pPr>
              <a:lvl7pPr marL="2743200" algn="l" defTabSz="914400" rtl="0" eaLnBrk="1" latinLnBrk="0" hangingPunct="1"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7pPr>
              <a:lvl8pPr marL="3200400" algn="l" defTabSz="914400" rtl="0" eaLnBrk="1" latinLnBrk="0" hangingPunct="1"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8pPr>
              <a:lvl9pPr marL="3657600" algn="l" defTabSz="914400" rtl="0" eaLnBrk="1" latinLnBrk="0" hangingPunct="1"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9pPr>
            </a:lstStyle>
            <a:p>
              <a:pPr algn="l"/>
              <a:endParaRPr lang="zh-CN" altLang="zh-CN" sz="1200">
                <a:latin typeface="Helvetica" panose="020B0604020202030204" pitchFamily="34" charset="0"/>
                <a:ea typeface="Helvetica" panose="020B0604020202030204" pitchFamily="34" charset="0"/>
                <a:cs typeface="Helvetica" panose="020B0604020202030204" pitchFamily="34" charset="0"/>
                <a:sym typeface="Helvetica" panose="020B0604020202030204" pitchFamily="34" charset="0"/>
              </a:endParaRPr>
            </a:p>
          </p:txBody>
        </p:sp>
        <p:sp>
          <p:nvSpPr>
            <p:cNvPr id="423" name="Line 30"/>
            <p:cNvSpPr>
              <a:spLocks noChangeShapeType="1"/>
            </p:cNvSpPr>
            <p:nvPr/>
          </p:nvSpPr>
          <p:spPr bwMode="auto">
            <a:xfrm>
              <a:off x="445575" y="389096"/>
              <a:ext cx="900235" cy="298395"/>
            </a:xfrm>
            <a:prstGeom prst="line">
              <a:avLst/>
            </a:prstGeom>
            <a:noFill/>
            <a:ln w="25400" cap="flat" cmpd="sng">
              <a:solidFill>
                <a:srgbClr val="53585F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>
              <a:defPPr>
                <a:defRPr lang="zh-CN"/>
              </a:defPPr>
              <a:lvl1pPr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1pPr>
              <a:lvl2pPr marL="228600"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2pPr>
              <a:lvl3pPr marL="457200"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3pPr>
              <a:lvl4pPr marL="685800"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4pPr>
              <a:lvl5pPr marL="914400"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5pPr>
              <a:lvl6pPr marL="2286000" algn="l" defTabSz="914400" rtl="0" eaLnBrk="1" latinLnBrk="0" hangingPunct="1"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6pPr>
              <a:lvl7pPr marL="2743200" algn="l" defTabSz="914400" rtl="0" eaLnBrk="1" latinLnBrk="0" hangingPunct="1"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7pPr>
              <a:lvl8pPr marL="3200400" algn="l" defTabSz="914400" rtl="0" eaLnBrk="1" latinLnBrk="0" hangingPunct="1"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8pPr>
              <a:lvl9pPr marL="3657600" algn="l" defTabSz="914400" rtl="0" eaLnBrk="1" latinLnBrk="0" hangingPunct="1"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9pPr>
            </a:lstStyle>
            <a:p>
              <a:pPr algn="l"/>
              <a:endParaRPr lang="zh-CN" altLang="zh-CN" sz="1200">
                <a:latin typeface="Helvetica" panose="020B0604020202030204" pitchFamily="34" charset="0"/>
                <a:ea typeface="Helvetica" panose="020B0604020202030204" pitchFamily="34" charset="0"/>
                <a:cs typeface="Helvetica" panose="020B0604020202030204" pitchFamily="34" charset="0"/>
                <a:sym typeface="Helvetica" panose="020B0604020202030204" pitchFamily="34" charset="0"/>
              </a:endParaRPr>
            </a:p>
          </p:txBody>
        </p:sp>
        <p:sp>
          <p:nvSpPr>
            <p:cNvPr id="424" name="Line 31"/>
            <p:cNvSpPr>
              <a:spLocks noChangeShapeType="1"/>
            </p:cNvSpPr>
            <p:nvPr/>
          </p:nvSpPr>
          <p:spPr bwMode="auto">
            <a:xfrm flipV="1">
              <a:off x="511234" y="384806"/>
              <a:ext cx="514819" cy="304156"/>
            </a:xfrm>
            <a:prstGeom prst="line">
              <a:avLst/>
            </a:prstGeom>
            <a:noFill/>
            <a:ln w="25400" cap="flat" cmpd="sng">
              <a:solidFill>
                <a:srgbClr val="53585F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>
              <a:defPPr>
                <a:defRPr lang="zh-CN"/>
              </a:defPPr>
              <a:lvl1pPr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1pPr>
              <a:lvl2pPr marL="228600"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2pPr>
              <a:lvl3pPr marL="457200"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3pPr>
              <a:lvl4pPr marL="685800"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4pPr>
              <a:lvl5pPr marL="914400"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5pPr>
              <a:lvl6pPr marL="2286000" algn="l" defTabSz="914400" rtl="0" eaLnBrk="1" latinLnBrk="0" hangingPunct="1"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6pPr>
              <a:lvl7pPr marL="2743200" algn="l" defTabSz="914400" rtl="0" eaLnBrk="1" latinLnBrk="0" hangingPunct="1"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7pPr>
              <a:lvl8pPr marL="3200400" algn="l" defTabSz="914400" rtl="0" eaLnBrk="1" latinLnBrk="0" hangingPunct="1"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8pPr>
              <a:lvl9pPr marL="3657600" algn="l" defTabSz="914400" rtl="0" eaLnBrk="1" latinLnBrk="0" hangingPunct="1"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9pPr>
            </a:lstStyle>
            <a:p>
              <a:pPr algn="l"/>
              <a:endParaRPr lang="zh-CN" altLang="zh-CN" sz="1200">
                <a:latin typeface="Helvetica" panose="020B0604020202030204" pitchFamily="34" charset="0"/>
                <a:ea typeface="Helvetica" panose="020B0604020202030204" pitchFamily="34" charset="0"/>
                <a:cs typeface="Helvetica" panose="020B0604020202030204" pitchFamily="34" charset="0"/>
                <a:sym typeface="Helvetica" panose="020B0604020202030204" pitchFamily="34" charset="0"/>
              </a:endParaRPr>
            </a:p>
          </p:txBody>
        </p:sp>
        <p:sp>
          <p:nvSpPr>
            <p:cNvPr id="425" name="Line 32"/>
            <p:cNvSpPr>
              <a:spLocks noChangeShapeType="1"/>
            </p:cNvSpPr>
            <p:nvPr/>
          </p:nvSpPr>
          <p:spPr bwMode="auto">
            <a:xfrm flipV="1">
              <a:off x="106795" y="387674"/>
              <a:ext cx="898335" cy="288415"/>
            </a:xfrm>
            <a:prstGeom prst="line">
              <a:avLst/>
            </a:prstGeom>
            <a:noFill/>
            <a:ln w="25400" cap="flat" cmpd="sng">
              <a:solidFill>
                <a:srgbClr val="53585F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>
              <a:defPPr>
                <a:defRPr lang="zh-CN"/>
              </a:defPPr>
              <a:lvl1pPr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1pPr>
              <a:lvl2pPr marL="228600"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2pPr>
              <a:lvl3pPr marL="457200"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3pPr>
              <a:lvl4pPr marL="685800"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4pPr>
              <a:lvl5pPr marL="914400"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5pPr>
              <a:lvl6pPr marL="2286000" algn="l" defTabSz="914400" rtl="0" eaLnBrk="1" latinLnBrk="0" hangingPunct="1"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6pPr>
              <a:lvl7pPr marL="2743200" algn="l" defTabSz="914400" rtl="0" eaLnBrk="1" latinLnBrk="0" hangingPunct="1"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7pPr>
              <a:lvl8pPr marL="3200400" algn="l" defTabSz="914400" rtl="0" eaLnBrk="1" latinLnBrk="0" hangingPunct="1"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8pPr>
              <a:lvl9pPr marL="3657600" algn="l" defTabSz="914400" rtl="0" eaLnBrk="1" latinLnBrk="0" hangingPunct="1"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9pPr>
            </a:lstStyle>
            <a:p>
              <a:pPr algn="l"/>
              <a:endParaRPr lang="zh-CN" altLang="zh-CN" sz="1200">
                <a:latin typeface="Helvetica" panose="020B0604020202030204" pitchFamily="34" charset="0"/>
                <a:ea typeface="Helvetica" panose="020B0604020202030204" pitchFamily="34" charset="0"/>
                <a:cs typeface="Helvetica" panose="020B0604020202030204" pitchFamily="34" charset="0"/>
                <a:sym typeface="Helvetica" panose="020B0604020202030204" pitchFamily="34" charset="0"/>
              </a:endParaRPr>
            </a:p>
          </p:txBody>
        </p:sp>
        <p:sp>
          <p:nvSpPr>
            <p:cNvPr id="426" name="Line 33"/>
            <p:cNvSpPr>
              <a:spLocks noChangeShapeType="1"/>
            </p:cNvSpPr>
            <p:nvPr/>
          </p:nvSpPr>
          <p:spPr bwMode="auto">
            <a:xfrm flipV="1">
              <a:off x="112511" y="390517"/>
              <a:ext cx="339728" cy="294151"/>
            </a:xfrm>
            <a:prstGeom prst="line">
              <a:avLst/>
            </a:prstGeom>
            <a:noFill/>
            <a:ln w="25400" cap="flat" cmpd="sng">
              <a:solidFill>
                <a:srgbClr val="53585F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>
              <a:defPPr>
                <a:defRPr lang="zh-CN"/>
              </a:defPPr>
              <a:lvl1pPr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1pPr>
              <a:lvl2pPr marL="228600"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2pPr>
              <a:lvl3pPr marL="457200"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3pPr>
              <a:lvl4pPr marL="685800"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4pPr>
              <a:lvl5pPr marL="914400"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5pPr>
              <a:lvl6pPr marL="2286000" algn="l" defTabSz="914400" rtl="0" eaLnBrk="1" latinLnBrk="0" hangingPunct="1"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6pPr>
              <a:lvl7pPr marL="2743200" algn="l" defTabSz="914400" rtl="0" eaLnBrk="1" latinLnBrk="0" hangingPunct="1"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7pPr>
              <a:lvl8pPr marL="3200400" algn="l" defTabSz="914400" rtl="0" eaLnBrk="1" latinLnBrk="0" hangingPunct="1"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8pPr>
              <a:lvl9pPr marL="3657600" algn="l" defTabSz="914400" rtl="0" eaLnBrk="1" latinLnBrk="0" hangingPunct="1"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9pPr>
            </a:lstStyle>
            <a:p>
              <a:pPr algn="l"/>
              <a:endParaRPr lang="zh-CN" altLang="zh-CN" sz="1200">
                <a:latin typeface="Helvetica" panose="020B0604020202030204" pitchFamily="34" charset="0"/>
                <a:ea typeface="Helvetica" panose="020B0604020202030204" pitchFamily="34" charset="0"/>
                <a:cs typeface="Helvetica" panose="020B0604020202030204" pitchFamily="34" charset="0"/>
                <a:sym typeface="Helvetica" panose="020B0604020202030204" pitchFamily="34" charset="0"/>
              </a:endParaRPr>
            </a:p>
          </p:txBody>
        </p:sp>
        <p:sp>
          <p:nvSpPr>
            <p:cNvPr id="427" name="Line 34"/>
            <p:cNvSpPr>
              <a:spLocks noChangeShapeType="1"/>
            </p:cNvSpPr>
            <p:nvPr/>
          </p:nvSpPr>
          <p:spPr bwMode="auto">
            <a:xfrm flipH="1" flipV="1">
              <a:off x="448433" y="377674"/>
              <a:ext cx="55192" cy="299863"/>
            </a:xfrm>
            <a:prstGeom prst="line">
              <a:avLst/>
            </a:prstGeom>
            <a:noFill/>
            <a:ln w="25400" cap="flat" cmpd="sng">
              <a:solidFill>
                <a:srgbClr val="53585F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>
              <a:defPPr>
                <a:defRPr lang="zh-CN"/>
              </a:defPPr>
              <a:lvl1pPr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1pPr>
              <a:lvl2pPr marL="228600"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2pPr>
              <a:lvl3pPr marL="457200"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3pPr>
              <a:lvl4pPr marL="685800"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4pPr>
              <a:lvl5pPr marL="914400"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5pPr>
              <a:lvl6pPr marL="2286000" algn="l" defTabSz="914400" rtl="0" eaLnBrk="1" latinLnBrk="0" hangingPunct="1"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6pPr>
              <a:lvl7pPr marL="2743200" algn="l" defTabSz="914400" rtl="0" eaLnBrk="1" latinLnBrk="0" hangingPunct="1"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7pPr>
              <a:lvl8pPr marL="3200400" algn="l" defTabSz="914400" rtl="0" eaLnBrk="1" latinLnBrk="0" hangingPunct="1"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8pPr>
              <a:lvl9pPr marL="3657600" algn="l" defTabSz="914400" rtl="0" eaLnBrk="1" latinLnBrk="0" hangingPunct="1"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9pPr>
            </a:lstStyle>
            <a:p>
              <a:pPr algn="l"/>
              <a:endParaRPr lang="zh-CN" altLang="zh-CN" sz="1200">
                <a:latin typeface="Helvetica" panose="020B0604020202030204" pitchFamily="34" charset="0"/>
                <a:ea typeface="Helvetica" panose="020B0604020202030204" pitchFamily="34" charset="0"/>
                <a:cs typeface="Helvetica" panose="020B0604020202030204" pitchFamily="34" charset="0"/>
                <a:sym typeface="Helvetica" panose="020B0604020202030204" pitchFamily="34" charset="0"/>
              </a:endParaRPr>
            </a:p>
          </p:txBody>
        </p:sp>
        <p:sp>
          <p:nvSpPr>
            <p:cNvPr id="428" name="Line 35"/>
            <p:cNvSpPr>
              <a:spLocks noChangeShapeType="1"/>
            </p:cNvSpPr>
            <p:nvPr/>
          </p:nvSpPr>
          <p:spPr bwMode="auto">
            <a:xfrm>
              <a:off x="448194" y="0"/>
              <a:ext cx="1" cy="184847"/>
            </a:xfrm>
            <a:prstGeom prst="line">
              <a:avLst/>
            </a:prstGeom>
            <a:noFill/>
            <a:ln w="25400" cap="flat" cmpd="sng">
              <a:solidFill>
                <a:srgbClr val="53585F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>
              <a:defPPr>
                <a:defRPr lang="zh-CN"/>
              </a:defPPr>
              <a:lvl1pPr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1pPr>
              <a:lvl2pPr marL="228600"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2pPr>
              <a:lvl3pPr marL="457200"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3pPr>
              <a:lvl4pPr marL="685800"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4pPr>
              <a:lvl5pPr marL="914400"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5pPr>
              <a:lvl6pPr marL="2286000" algn="l" defTabSz="914400" rtl="0" eaLnBrk="1" latinLnBrk="0" hangingPunct="1"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6pPr>
              <a:lvl7pPr marL="2743200" algn="l" defTabSz="914400" rtl="0" eaLnBrk="1" latinLnBrk="0" hangingPunct="1"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7pPr>
              <a:lvl8pPr marL="3200400" algn="l" defTabSz="914400" rtl="0" eaLnBrk="1" latinLnBrk="0" hangingPunct="1"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8pPr>
              <a:lvl9pPr marL="3657600" algn="l" defTabSz="914400" rtl="0" eaLnBrk="1" latinLnBrk="0" hangingPunct="1"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9pPr>
            </a:lstStyle>
            <a:p>
              <a:pPr algn="l"/>
              <a:endParaRPr lang="zh-CN" altLang="zh-CN" sz="1200">
                <a:latin typeface="Helvetica" panose="020B0604020202030204" pitchFamily="34" charset="0"/>
                <a:ea typeface="Helvetica" panose="020B0604020202030204" pitchFamily="34" charset="0"/>
                <a:cs typeface="Helvetica" panose="020B0604020202030204" pitchFamily="34" charset="0"/>
                <a:sym typeface="Helvetica" panose="020B0604020202030204" pitchFamily="34" charset="0"/>
              </a:endParaRPr>
            </a:p>
          </p:txBody>
        </p:sp>
        <p:sp>
          <p:nvSpPr>
            <p:cNvPr id="429" name="Line 36"/>
            <p:cNvSpPr>
              <a:spLocks noChangeShapeType="1"/>
            </p:cNvSpPr>
            <p:nvPr/>
          </p:nvSpPr>
          <p:spPr bwMode="auto">
            <a:xfrm>
              <a:off x="1007803" y="0"/>
              <a:ext cx="1" cy="184847"/>
            </a:xfrm>
            <a:prstGeom prst="line">
              <a:avLst/>
            </a:prstGeom>
            <a:noFill/>
            <a:ln w="25400" cap="flat" cmpd="sng">
              <a:solidFill>
                <a:srgbClr val="53585F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>
              <a:defPPr>
                <a:defRPr lang="zh-CN"/>
              </a:defPPr>
              <a:lvl1pPr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1pPr>
              <a:lvl2pPr marL="228600"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2pPr>
              <a:lvl3pPr marL="457200"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3pPr>
              <a:lvl4pPr marL="685800"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4pPr>
              <a:lvl5pPr marL="914400"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5pPr>
              <a:lvl6pPr marL="2286000" algn="l" defTabSz="914400" rtl="0" eaLnBrk="1" latinLnBrk="0" hangingPunct="1"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6pPr>
              <a:lvl7pPr marL="2743200" algn="l" defTabSz="914400" rtl="0" eaLnBrk="1" latinLnBrk="0" hangingPunct="1"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7pPr>
              <a:lvl8pPr marL="3200400" algn="l" defTabSz="914400" rtl="0" eaLnBrk="1" latinLnBrk="0" hangingPunct="1"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8pPr>
              <a:lvl9pPr marL="3657600" algn="l" defTabSz="914400" rtl="0" eaLnBrk="1" latinLnBrk="0" hangingPunct="1"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9pPr>
            </a:lstStyle>
            <a:p>
              <a:pPr algn="l"/>
              <a:endParaRPr lang="zh-CN" altLang="zh-CN" sz="1200">
                <a:latin typeface="Helvetica" panose="020B0604020202030204" pitchFamily="34" charset="0"/>
                <a:ea typeface="Helvetica" panose="020B0604020202030204" pitchFamily="34" charset="0"/>
                <a:cs typeface="Helvetica" panose="020B0604020202030204" pitchFamily="34" charset="0"/>
                <a:sym typeface="Helvetica" panose="020B0604020202030204" pitchFamily="34" charset="0"/>
              </a:endParaRPr>
            </a:p>
          </p:txBody>
        </p:sp>
        <p:sp>
          <p:nvSpPr>
            <p:cNvPr id="430" name="Line 37"/>
            <p:cNvSpPr>
              <a:spLocks noChangeShapeType="1"/>
            </p:cNvSpPr>
            <p:nvPr/>
          </p:nvSpPr>
          <p:spPr bwMode="auto">
            <a:xfrm flipH="1">
              <a:off x="362101" y="1351794"/>
              <a:ext cx="1" cy="184848"/>
            </a:xfrm>
            <a:prstGeom prst="line">
              <a:avLst/>
            </a:prstGeom>
            <a:noFill/>
            <a:ln w="25400" cap="flat" cmpd="sng">
              <a:solidFill>
                <a:srgbClr val="53585F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>
              <a:defPPr>
                <a:defRPr lang="zh-CN"/>
              </a:defPPr>
              <a:lvl1pPr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1pPr>
              <a:lvl2pPr marL="228600"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2pPr>
              <a:lvl3pPr marL="457200"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3pPr>
              <a:lvl4pPr marL="685800"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4pPr>
              <a:lvl5pPr marL="914400"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5pPr>
              <a:lvl6pPr marL="2286000" algn="l" defTabSz="914400" rtl="0" eaLnBrk="1" latinLnBrk="0" hangingPunct="1"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6pPr>
              <a:lvl7pPr marL="2743200" algn="l" defTabSz="914400" rtl="0" eaLnBrk="1" latinLnBrk="0" hangingPunct="1"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7pPr>
              <a:lvl8pPr marL="3200400" algn="l" defTabSz="914400" rtl="0" eaLnBrk="1" latinLnBrk="0" hangingPunct="1"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8pPr>
              <a:lvl9pPr marL="3657600" algn="l" defTabSz="914400" rtl="0" eaLnBrk="1" latinLnBrk="0" hangingPunct="1"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9pPr>
            </a:lstStyle>
            <a:p>
              <a:pPr algn="l"/>
              <a:endParaRPr lang="zh-CN" altLang="zh-CN" sz="1200">
                <a:latin typeface="Helvetica" panose="020B0604020202030204" pitchFamily="34" charset="0"/>
                <a:ea typeface="Helvetica" panose="020B0604020202030204" pitchFamily="34" charset="0"/>
                <a:cs typeface="Helvetica" panose="020B0604020202030204" pitchFamily="34" charset="0"/>
                <a:sym typeface="Helvetica" panose="020B0604020202030204" pitchFamily="34" charset="0"/>
              </a:endParaRPr>
            </a:p>
          </p:txBody>
        </p:sp>
        <p:sp>
          <p:nvSpPr>
            <p:cNvPr id="431" name="Line 38"/>
            <p:cNvSpPr>
              <a:spLocks noChangeShapeType="1"/>
            </p:cNvSpPr>
            <p:nvPr/>
          </p:nvSpPr>
          <p:spPr bwMode="auto">
            <a:xfrm>
              <a:off x="727999" y="1351794"/>
              <a:ext cx="1" cy="184848"/>
            </a:xfrm>
            <a:prstGeom prst="line">
              <a:avLst/>
            </a:prstGeom>
            <a:noFill/>
            <a:ln w="25400" cap="flat" cmpd="sng">
              <a:solidFill>
                <a:srgbClr val="53585F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>
              <a:defPPr>
                <a:defRPr lang="zh-CN"/>
              </a:defPPr>
              <a:lvl1pPr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1pPr>
              <a:lvl2pPr marL="228600"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2pPr>
              <a:lvl3pPr marL="457200"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3pPr>
              <a:lvl4pPr marL="685800"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4pPr>
              <a:lvl5pPr marL="914400"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5pPr>
              <a:lvl6pPr marL="2286000" algn="l" defTabSz="914400" rtl="0" eaLnBrk="1" latinLnBrk="0" hangingPunct="1"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6pPr>
              <a:lvl7pPr marL="2743200" algn="l" defTabSz="914400" rtl="0" eaLnBrk="1" latinLnBrk="0" hangingPunct="1"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7pPr>
              <a:lvl8pPr marL="3200400" algn="l" defTabSz="914400" rtl="0" eaLnBrk="1" latinLnBrk="0" hangingPunct="1"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8pPr>
              <a:lvl9pPr marL="3657600" algn="l" defTabSz="914400" rtl="0" eaLnBrk="1" latinLnBrk="0" hangingPunct="1"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9pPr>
            </a:lstStyle>
            <a:p>
              <a:pPr algn="l"/>
              <a:endParaRPr lang="zh-CN" altLang="zh-CN" sz="1200">
                <a:latin typeface="Helvetica" panose="020B0604020202030204" pitchFamily="34" charset="0"/>
                <a:ea typeface="Helvetica" panose="020B0604020202030204" pitchFamily="34" charset="0"/>
                <a:cs typeface="Helvetica" panose="020B0604020202030204" pitchFamily="34" charset="0"/>
                <a:sym typeface="Helvetica" panose="020B0604020202030204" pitchFamily="34" charset="0"/>
              </a:endParaRPr>
            </a:p>
          </p:txBody>
        </p:sp>
        <p:sp>
          <p:nvSpPr>
            <p:cNvPr id="432" name="Line 39"/>
            <p:cNvSpPr>
              <a:spLocks noChangeShapeType="1"/>
            </p:cNvSpPr>
            <p:nvPr/>
          </p:nvSpPr>
          <p:spPr bwMode="auto">
            <a:xfrm>
              <a:off x="1089592" y="1351794"/>
              <a:ext cx="1" cy="184848"/>
            </a:xfrm>
            <a:prstGeom prst="line">
              <a:avLst/>
            </a:prstGeom>
            <a:noFill/>
            <a:ln w="25400" cap="flat" cmpd="sng">
              <a:solidFill>
                <a:srgbClr val="53585F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>
              <a:defPPr>
                <a:defRPr lang="zh-CN"/>
              </a:defPPr>
              <a:lvl1pPr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1pPr>
              <a:lvl2pPr marL="228600"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2pPr>
              <a:lvl3pPr marL="457200"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3pPr>
              <a:lvl4pPr marL="685800"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4pPr>
              <a:lvl5pPr marL="914400"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5pPr>
              <a:lvl6pPr marL="2286000" algn="l" defTabSz="914400" rtl="0" eaLnBrk="1" latinLnBrk="0" hangingPunct="1"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6pPr>
              <a:lvl7pPr marL="2743200" algn="l" defTabSz="914400" rtl="0" eaLnBrk="1" latinLnBrk="0" hangingPunct="1"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7pPr>
              <a:lvl8pPr marL="3200400" algn="l" defTabSz="914400" rtl="0" eaLnBrk="1" latinLnBrk="0" hangingPunct="1"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8pPr>
              <a:lvl9pPr marL="3657600" algn="l" defTabSz="914400" rtl="0" eaLnBrk="1" latinLnBrk="0" hangingPunct="1"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9pPr>
            </a:lstStyle>
            <a:p>
              <a:pPr algn="l"/>
              <a:endParaRPr lang="zh-CN" altLang="zh-CN" sz="1200">
                <a:latin typeface="Helvetica" panose="020B0604020202030204" pitchFamily="34" charset="0"/>
                <a:ea typeface="Helvetica" panose="020B0604020202030204" pitchFamily="34" charset="0"/>
                <a:cs typeface="Helvetica" panose="020B0604020202030204" pitchFamily="34" charset="0"/>
                <a:sym typeface="Helvetica" panose="020B0604020202030204" pitchFamily="34" charset="0"/>
              </a:endParaRPr>
            </a:p>
          </p:txBody>
        </p:sp>
      </p:grpSp>
      <p:sp>
        <p:nvSpPr>
          <p:cNvPr id="9" name="AutoShape 40"/>
          <p:cNvSpPr/>
          <p:nvPr/>
        </p:nvSpPr>
        <p:spPr bwMode="auto">
          <a:xfrm>
            <a:off x="1775520" y="1669251"/>
            <a:ext cx="2933930" cy="640158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599" y="0"/>
                </a:lnTo>
                <a:lnTo>
                  <a:pt x="21599" y="21599"/>
                </a:lnTo>
                <a:lnTo>
                  <a:pt x="0" y="21599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prstDash val="solid"/>
                <a:miter lim="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defPPr>
              <a:defRPr lang="zh-CN"/>
            </a:defPPr>
            <a:lvl1pPr algn="ctr" defTabSz="584200" rtl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1pPr>
            <a:lvl2pPr marL="228600" algn="ctr" defTabSz="584200" rtl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2pPr>
            <a:lvl3pPr marL="457200" algn="ctr" defTabSz="584200" rtl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3pPr>
            <a:lvl4pPr marL="685800" algn="ctr" defTabSz="584200" rtl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4pPr>
            <a:lvl5pPr marL="914400" algn="ctr" defTabSz="584200" rtl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5pPr>
            <a:lvl6pPr marL="2286000" algn="l" defTabSz="914400" rtl="0" eaLnBrk="1" latinLnBrk="0" hangingPunct="1">
              <a:defRPr sz="3600" kern="120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6pPr>
            <a:lvl7pPr marL="2743200" algn="l" defTabSz="914400" rtl="0" eaLnBrk="1" latinLnBrk="0" hangingPunct="1">
              <a:defRPr sz="3600" kern="120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7pPr>
            <a:lvl8pPr marL="3200400" algn="l" defTabSz="914400" rtl="0" eaLnBrk="1" latinLnBrk="0" hangingPunct="1">
              <a:defRPr sz="3600" kern="120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8pPr>
            <a:lvl9pPr marL="3657600" algn="l" defTabSz="914400" rtl="0" eaLnBrk="1" latinLnBrk="0" hangingPunct="1">
              <a:defRPr sz="3600" kern="120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9pPr>
          </a:lstStyle>
          <a:p>
            <a:pPr algn="l"/>
            <a:r>
              <a:rPr lang="zh-CN" altLang="en-US" sz="2800" b="1" dirty="0">
                <a:solidFill>
                  <a:srgbClr val="5358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30204" pitchFamily="34" charset="0"/>
                <a:sym typeface="Helvetica" panose="020B0604020202030204" pitchFamily="34" charset="0"/>
              </a:rPr>
              <a:t>第二代，</a:t>
            </a:r>
            <a:r>
              <a:rPr lang="en-US" altLang="zh-CN" sz="2800" b="1" dirty="0">
                <a:solidFill>
                  <a:srgbClr val="5358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30204" pitchFamily="34" charset="0"/>
                <a:sym typeface="Helvetica" panose="020B0604020202030204" pitchFamily="34" charset="0"/>
              </a:rPr>
              <a:t>MLP</a:t>
            </a:r>
          </a:p>
        </p:txBody>
      </p:sp>
      <p:sp>
        <p:nvSpPr>
          <p:cNvPr id="10" name="AutoShape 41"/>
          <p:cNvSpPr/>
          <p:nvPr/>
        </p:nvSpPr>
        <p:spPr bwMode="auto">
          <a:xfrm>
            <a:off x="4297859" y="2668163"/>
            <a:ext cx="1666875" cy="1068387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599" y="0"/>
                </a:lnTo>
                <a:lnTo>
                  <a:pt x="21599" y="21599"/>
                </a:lnTo>
                <a:lnTo>
                  <a:pt x="0" y="21599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prstDash val="solid"/>
                <a:miter lim="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defPPr>
              <a:defRPr lang="zh-CN"/>
            </a:defPPr>
            <a:lvl1pPr algn="ctr" defTabSz="584200" rtl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1pPr>
            <a:lvl2pPr marL="228600" algn="ctr" defTabSz="584200" rtl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2pPr>
            <a:lvl3pPr marL="457200" algn="ctr" defTabSz="584200" rtl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3pPr>
            <a:lvl4pPr marL="685800" algn="ctr" defTabSz="584200" rtl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4pPr>
            <a:lvl5pPr marL="914400" algn="ctr" defTabSz="584200" rtl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5pPr>
            <a:lvl6pPr marL="2286000" algn="l" defTabSz="914400" rtl="0" eaLnBrk="1" latinLnBrk="0" hangingPunct="1">
              <a:defRPr sz="3600" kern="120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6pPr>
            <a:lvl7pPr marL="2743200" algn="l" defTabSz="914400" rtl="0" eaLnBrk="1" latinLnBrk="0" hangingPunct="1">
              <a:defRPr sz="3600" kern="120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7pPr>
            <a:lvl8pPr marL="3200400" algn="l" defTabSz="914400" rtl="0" eaLnBrk="1" latinLnBrk="0" hangingPunct="1">
              <a:defRPr sz="3600" kern="120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8pPr>
            <a:lvl9pPr marL="3657600" algn="l" defTabSz="914400" rtl="0" eaLnBrk="1" latinLnBrk="0" hangingPunct="1">
              <a:defRPr sz="3600" kern="120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9pPr>
          </a:lstStyle>
          <a:p>
            <a:pPr algn="l"/>
            <a:r>
              <a:rPr lang="zh-CN" altLang="zh-CN" sz="4500" b="1" dirty="0">
                <a:solidFill>
                  <a:srgbClr val="53585F"/>
                </a:solidFill>
                <a:latin typeface="Helvetica" panose="020B0604020202030204" pitchFamily="34" charset="0"/>
                <a:ea typeface="Helvetica" panose="020B0604020202030204" pitchFamily="34" charset="0"/>
                <a:cs typeface="Helvetica" panose="020B0604020202030204" pitchFamily="34" charset="0"/>
                <a:sym typeface="Helvetica" panose="020B0604020202030204" pitchFamily="34" charset="0"/>
              </a:rPr>
              <a:t>SVMs</a:t>
            </a:r>
            <a:endParaRPr lang="zh-CN" altLang="zh-CN" dirty="0"/>
          </a:p>
        </p:txBody>
      </p:sp>
      <p:sp>
        <p:nvSpPr>
          <p:cNvPr id="11" name="AutoShape 42"/>
          <p:cNvSpPr/>
          <p:nvPr/>
        </p:nvSpPr>
        <p:spPr bwMode="auto">
          <a:xfrm>
            <a:off x="6880287" y="973784"/>
            <a:ext cx="3820265" cy="607219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599" y="0"/>
                </a:lnTo>
                <a:lnTo>
                  <a:pt x="21599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prstDash val="solid"/>
                <a:miter lim="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defPPr>
              <a:defRPr lang="zh-CN"/>
            </a:defPPr>
            <a:lvl1pPr algn="ctr" defTabSz="584200" rtl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1pPr>
            <a:lvl2pPr marL="228600" algn="ctr" defTabSz="584200" rtl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2pPr>
            <a:lvl3pPr marL="457200" algn="ctr" defTabSz="584200" rtl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3pPr>
            <a:lvl4pPr marL="685800" algn="ctr" defTabSz="584200" rtl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4pPr>
            <a:lvl5pPr marL="914400" algn="ctr" defTabSz="584200" rtl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5pPr>
            <a:lvl6pPr marL="2286000" algn="l" defTabSz="914400" rtl="0" eaLnBrk="1" latinLnBrk="0" hangingPunct="1">
              <a:defRPr sz="3600" kern="120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6pPr>
            <a:lvl7pPr marL="2743200" algn="l" defTabSz="914400" rtl="0" eaLnBrk="1" latinLnBrk="0" hangingPunct="1">
              <a:defRPr sz="3600" kern="120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7pPr>
            <a:lvl8pPr marL="3200400" algn="l" defTabSz="914400" rtl="0" eaLnBrk="1" latinLnBrk="0" hangingPunct="1">
              <a:defRPr sz="3600" kern="120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8pPr>
            <a:lvl9pPr marL="3657600" algn="l" defTabSz="914400" rtl="0" eaLnBrk="1" latinLnBrk="0" hangingPunct="1">
              <a:defRPr sz="3600" kern="120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9pPr>
          </a:lstStyle>
          <a:p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elvetica" panose="020B0604020202030204" pitchFamily="34" charset="0"/>
              </a:rPr>
              <a:t>第三代，深度神经网络</a:t>
            </a:r>
            <a:endParaRPr lang="zh-CN" altLang="zh-CN" sz="28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2" name="Group 43"/>
          <p:cNvGrpSpPr/>
          <p:nvPr/>
        </p:nvGrpSpPr>
        <p:grpSpPr bwMode="auto">
          <a:xfrm>
            <a:off x="7508126" y="1635449"/>
            <a:ext cx="2878139" cy="2405063"/>
            <a:chOff x="-1" y="0"/>
            <a:chExt cx="2878997" cy="2404333"/>
          </a:xfrm>
          <a:solidFill>
            <a:srgbClr val="C00000"/>
          </a:solidFill>
        </p:grpSpPr>
        <p:grpSp>
          <p:nvGrpSpPr>
            <p:cNvPr id="42" name="Group 44"/>
            <p:cNvGrpSpPr/>
            <p:nvPr/>
          </p:nvGrpSpPr>
          <p:grpSpPr bwMode="auto">
            <a:xfrm>
              <a:off x="741273" y="0"/>
              <a:ext cx="1500488" cy="856762"/>
              <a:chOff x="-1" y="0"/>
              <a:chExt cx="1500488" cy="856762"/>
            </a:xfrm>
            <a:grpFill/>
          </p:grpSpPr>
          <p:grpSp>
            <p:nvGrpSpPr>
              <p:cNvPr id="329" name="Group 45"/>
              <p:cNvGrpSpPr/>
              <p:nvPr/>
            </p:nvGrpSpPr>
            <p:grpSpPr bwMode="auto">
              <a:xfrm>
                <a:off x="-1" y="1"/>
                <a:ext cx="811233" cy="856761"/>
                <a:chOff x="-1" y="0"/>
                <a:chExt cx="811233" cy="856761"/>
              </a:xfrm>
              <a:grpFill/>
            </p:grpSpPr>
            <p:sp>
              <p:nvSpPr>
                <p:cNvPr id="365" name="AutoShape 46"/>
                <p:cNvSpPr/>
                <p:nvPr/>
              </p:nvSpPr>
              <p:spPr bwMode="auto">
                <a:xfrm>
                  <a:off x="141543" y="626915"/>
                  <a:ext cx="126755" cy="126830"/>
                </a:xfrm>
                <a:custGeom>
                  <a:avLst/>
                  <a:gdLst>
                    <a:gd name="T0" fmla="+- 0 10800 961"/>
                    <a:gd name="T1" fmla="*/ T0 w 19679"/>
                    <a:gd name="T2" fmla="+- 0 10800 961"/>
                    <a:gd name="T3" fmla="*/ 10800 h 19679"/>
                    <a:gd name="T4" fmla="+- 0 10800 961"/>
                    <a:gd name="T5" fmla="*/ T4 w 19679"/>
                    <a:gd name="T6" fmla="+- 0 10800 961"/>
                    <a:gd name="T7" fmla="*/ 10800 h 19679"/>
                    <a:gd name="T8" fmla="+- 0 10800 961"/>
                    <a:gd name="T9" fmla="*/ T8 w 19679"/>
                    <a:gd name="T10" fmla="+- 0 10800 961"/>
                    <a:gd name="T11" fmla="*/ 10800 h 19679"/>
                    <a:gd name="T12" fmla="+- 0 10800 961"/>
                    <a:gd name="T13" fmla="*/ T12 w 19679"/>
                    <a:gd name="T14" fmla="+- 0 10800 961"/>
                    <a:gd name="T15" fmla="*/ 10800 h 19679"/>
                  </a:gdLst>
                  <a:ahLst/>
                  <a:cxnLst>
                    <a:cxn ang="0">
                      <a:pos x="T1" y="T3"/>
                    </a:cxn>
                    <a:cxn ang="0">
                      <a:pos x="T5" y="T7"/>
                    </a:cxn>
                    <a:cxn ang="0">
                      <a:pos x="T9" y="T11"/>
                    </a:cxn>
                    <a:cxn ang="0">
                      <a:pos x="T13" y="T15"/>
                    </a:cxn>
                  </a:cxnLst>
                  <a:rect l="0" t="0" r="r" b="b"/>
                  <a:pathLst>
                    <a:path w="19679" h="19679">
                      <a:moveTo>
                        <a:pt x="16796" y="2881"/>
                      </a:moveTo>
                      <a:cubicBezTo>
                        <a:pt x="20639" y="6724"/>
                        <a:pt x="20639" y="12953"/>
                        <a:pt x="16796" y="16796"/>
                      </a:cubicBezTo>
                      <a:cubicBezTo>
                        <a:pt x="12953" y="20638"/>
                        <a:pt x="6723" y="20638"/>
                        <a:pt x="2881" y="16796"/>
                      </a:cubicBezTo>
                      <a:cubicBezTo>
                        <a:pt x="-961" y="12953"/>
                        <a:pt x="-961" y="6724"/>
                        <a:pt x="2881" y="2881"/>
                      </a:cubicBezTo>
                      <a:cubicBezTo>
                        <a:pt x="6723" y="-961"/>
                        <a:pt x="12953" y="-961"/>
                        <a:pt x="16796" y="2881"/>
                      </a:cubicBezTo>
                    </a:path>
                  </a:pathLst>
                </a:custGeom>
                <a:grpFill/>
                <a:ln w="25400" cap="flat" cmpd="sng">
                  <a:solidFill>
                    <a:srgbClr val="C00000"/>
                  </a:solidFill>
                  <a:prstDash val="solid"/>
                  <a:miter lim="0"/>
                </a:ln>
                <a:effectLst>
                  <a:outerShdw blurRad="127000" dist="76201" dir="2700000" algn="ctr" rotWithShape="0">
                    <a:srgbClr val="000000">
                      <a:alpha val="75000"/>
                    </a:srgbClr>
                  </a:outerShdw>
                </a:effectLst>
              </p:spPr>
              <p:txBody>
                <a:bodyPr lIns="0" tIns="0" rIns="0" bIns="0" anchor="ctr"/>
                <a:lstStyle>
                  <a:defPPr>
                    <a:defRPr lang="zh-CN"/>
                  </a:defPPr>
                  <a:lvl1pPr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1pPr>
                  <a:lvl2pPr marL="2286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2pPr>
                  <a:lvl3pPr marL="4572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3pPr>
                  <a:lvl4pPr marL="6858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4pPr>
                  <a:lvl5pPr marL="9144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5pPr>
                  <a:lvl6pPr marL="22860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6pPr>
                  <a:lvl7pPr marL="27432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7pPr>
                  <a:lvl8pPr marL="32004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8pPr>
                  <a:lvl9pPr marL="36576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9pPr>
                </a:lstStyle>
                <a:p>
                  <a:endParaRPr lang="zh-CN" altLang="zh-CN" sz="300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ill Sans" charset="0"/>
                    <a:ea typeface="Gill Sans" charset="0"/>
                    <a:cs typeface="Gill Sans" charset="0"/>
                    <a:sym typeface="Gill Sans" charset="0"/>
                  </a:endParaRPr>
                </a:p>
              </p:txBody>
            </p:sp>
            <p:sp>
              <p:nvSpPr>
                <p:cNvPr id="366" name="AutoShape 47"/>
                <p:cNvSpPr/>
                <p:nvPr/>
              </p:nvSpPr>
              <p:spPr bwMode="auto">
                <a:xfrm>
                  <a:off x="342238" y="626915"/>
                  <a:ext cx="126755" cy="126830"/>
                </a:xfrm>
                <a:custGeom>
                  <a:avLst/>
                  <a:gdLst>
                    <a:gd name="T0" fmla="+- 0 10800 961"/>
                    <a:gd name="T1" fmla="*/ T0 w 19679"/>
                    <a:gd name="T2" fmla="+- 0 10800 961"/>
                    <a:gd name="T3" fmla="*/ 10800 h 19679"/>
                    <a:gd name="T4" fmla="+- 0 10800 961"/>
                    <a:gd name="T5" fmla="*/ T4 w 19679"/>
                    <a:gd name="T6" fmla="+- 0 10800 961"/>
                    <a:gd name="T7" fmla="*/ 10800 h 19679"/>
                    <a:gd name="T8" fmla="+- 0 10800 961"/>
                    <a:gd name="T9" fmla="*/ T8 w 19679"/>
                    <a:gd name="T10" fmla="+- 0 10800 961"/>
                    <a:gd name="T11" fmla="*/ 10800 h 19679"/>
                    <a:gd name="T12" fmla="+- 0 10800 961"/>
                    <a:gd name="T13" fmla="*/ T12 w 19679"/>
                    <a:gd name="T14" fmla="+- 0 10800 961"/>
                    <a:gd name="T15" fmla="*/ 10800 h 19679"/>
                  </a:gdLst>
                  <a:ahLst/>
                  <a:cxnLst>
                    <a:cxn ang="0">
                      <a:pos x="T1" y="T3"/>
                    </a:cxn>
                    <a:cxn ang="0">
                      <a:pos x="T5" y="T7"/>
                    </a:cxn>
                    <a:cxn ang="0">
                      <a:pos x="T9" y="T11"/>
                    </a:cxn>
                    <a:cxn ang="0">
                      <a:pos x="T13" y="T15"/>
                    </a:cxn>
                  </a:cxnLst>
                  <a:rect l="0" t="0" r="r" b="b"/>
                  <a:pathLst>
                    <a:path w="19679" h="19679">
                      <a:moveTo>
                        <a:pt x="16796" y="2881"/>
                      </a:moveTo>
                      <a:cubicBezTo>
                        <a:pt x="20639" y="6724"/>
                        <a:pt x="20639" y="12953"/>
                        <a:pt x="16796" y="16796"/>
                      </a:cubicBezTo>
                      <a:cubicBezTo>
                        <a:pt x="12953" y="20638"/>
                        <a:pt x="6723" y="20638"/>
                        <a:pt x="2881" y="16796"/>
                      </a:cubicBezTo>
                      <a:cubicBezTo>
                        <a:pt x="-961" y="12953"/>
                        <a:pt x="-961" y="6724"/>
                        <a:pt x="2881" y="2881"/>
                      </a:cubicBezTo>
                      <a:cubicBezTo>
                        <a:pt x="6723" y="-961"/>
                        <a:pt x="12953" y="-961"/>
                        <a:pt x="16796" y="2881"/>
                      </a:cubicBezTo>
                    </a:path>
                  </a:pathLst>
                </a:custGeom>
                <a:grpFill/>
                <a:ln w="25400" cap="flat" cmpd="sng">
                  <a:solidFill>
                    <a:srgbClr val="C00000"/>
                  </a:solidFill>
                  <a:prstDash val="solid"/>
                  <a:miter lim="0"/>
                </a:ln>
                <a:effectLst>
                  <a:outerShdw blurRad="127000" dist="76201" dir="2700000" algn="ctr" rotWithShape="0">
                    <a:srgbClr val="000000">
                      <a:alpha val="75000"/>
                    </a:srgbClr>
                  </a:outerShdw>
                </a:effectLst>
              </p:spPr>
              <p:txBody>
                <a:bodyPr lIns="0" tIns="0" rIns="0" bIns="0" anchor="ctr"/>
                <a:lstStyle>
                  <a:defPPr>
                    <a:defRPr lang="zh-CN"/>
                  </a:defPPr>
                  <a:lvl1pPr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1pPr>
                  <a:lvl2pPr marL="2286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2pPr>
                  <a:lvl3pPr marL="4572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3pPr>
                  <a:lvl4pPr marL="6858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4pPr>
                  <a:lvl5pPr marL="9144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5pPr>
                  <a:lvl6pPr marL="22860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6pPr>
                  <a:lvl7pPr marL="27432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7pPr>
                  <a:lvl8pPr marL="32004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8pPr>
                  <a:lvl9pPr marL="36576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9pPr>
                </a:lstStyle>
                <a:p>
                  <a:endParaRPr lang="zh-CN" altLang="zh-CN" sz="300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ill Sans" charset="0"/>
                    <a:ea typeface="Gill Sans" charset="0"/>
                    <a:cs typeface="Gill Sans" charset="0"/>
                    <a:sym typeface="Gill Sans" charset="0"/>
                  </a:endParaRPr>
                </a:p>
              </p:txBody>
            </p:sp>
            <p:sp>
              <p:nvSpPr>
                <p:cNvPr id="367" name="AutoShape 48"/>
                <p:cNvSpPr/>
                <p:nvPr/>
              </p:nvSpPr>
              <p:spPr bwMode="auto">
                <a:xfrm>
                  <a:off x="542933" y="626915"/>
                  <a:ext cx="126756" cy="126830"/>
                </a:xfrm>
                <a:custGeom>
                  <a:avLst/>
                  <a:gdLst>
                    <a:gd name="T0" fmla="+- 0 10800 961"/>
                    <a:gd name="T1" fmla="*/ T0 w 19679"/>
                    <a:gd name="T2" fmla="+- 0 10800 961"/>
                    <a:gd name="T3" fmla="*/ 10800 h 19679"/>
                    <a:gd name="T4" fmla="+- 0 10800 961"/>
                    <a:gd name="T5" fmla="*/ T4 w 19679"/>
                    <a:gd name="T6" fmla="+- 0 10800 961"/>
                    <a:gd name="T7" fmla="*/ 10800 h 19679"/>
                    <a:gd name="T8" fmla="+- 0 10800 961"/>
                    <a:gd name="T9" fmla="*/ T8 w 19679"/>
                    <a:gd name="T10" fmla="+- 0 10800 961"/>
                    <a:gd name="T11" fmla="*/ 10800 h 19679"/>
                    <a:gd name="T12" fmla="+- 0 10800 961"/>
                    <a:gd name="T13" fmla="*/ T12 w 19679"/>
                    <a:gd name="T14" fmla="+- 0 10800 961"/>
                    <a:gd name="T15" fmla="*/ 10800 h 19679"/>
                  </a:gdLst>
                  <a:ahLst/>
                  <a:cxnLst>
                    <a:cxn ang="0">
                      <a:pos x="T1" y="T3"/>
                    </a:cxn>
                    <a:cxn ang="0">
                      <a:pos x="T5" y="T7"/>
                    </a:cxn>
                    <a:cxn ang="0">
                      <a:pos x="T9" y="T11"/>
                    </a:cxn>
                    <a:cxn ang="0">
                      <a:pos x="T13" y="T15"/>
                    </a:cxn>
                  </a:cxnLst>
                  <a:rect l="0" t="0" r="r" b="b"/>
                  <a:pathLst>
                    <a:path w="19679" h="19679">
                      <a:moveTo>
                        <a:pt x="16796" y="2881"/>
                      </a:moveTo>
                      <a:cubicBezTo>
                        <a:pt x="20639" y="6724"/>
                        <a:pt x="20639" y="12953"/>
                        <a:pt x="16796" y="16796"/>
                      </a:cubicBezTo>
                      <a:cubicBezTo>
                        <a:pt x="12953" y="20638"/>
                        <a:pt x="6723" y="20638"/>
                        <a:pt x="2881" y="16796"/>
                      </a:cubicBezTo>
                      <a:cubicBezTo>
                        <a:pt x="-961" y="12953"/>
                        <a:pt x="-961" y="6724"/>
                        <a:pt x="2881" y="2881"/>
                      </a:cubicBezTo>
                      <a:cubicBezTo>
                        <a:pt x="6723" y="-961"/>
                        <a:pt x="12953" y="-961"/>
                        <a:pt x="16796" y="2881"/>
                      </a:cubicBezTo>
                    </a:path>
                  </a:pathLst>
                </a:custGeom>
                <a:grpFill/>
                <a:ln w="25400" cap="flat" cmpd="sng">
                  <a:solidFill>
                    <a:srgbClr val="C00000"/>
                  </a:solidFill>
                  <a:prstDash val="solid"/>
                  <a:miter lim="0"/>
                </a:ln>
                <a:effectLst>
                  <a:outerShdw blurRad="127000" dist="76201" dir="2700000" algn="ctr" rotWithShape="0">
                    <a:srgbClr val="000000">
                      <a:alpha val="75000"/>
                    </a:srgbClr>
                  </a:outerShdw>
                </a:effectLst>
              </p:spPr>
              <p:txBody>
                <a:bodyPr lIns="0" tIns="0" rIns="0" bIns="0" anchor="ctr"/>
                <a:lstStyle>
                  <a:defPPr>
                    <a:defRPr lang="zh-CN"/>
                  </a:defPPr>
                  <a:lvl1pPr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1pPr>
                  <a:lvl2pPr marL="2286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2pPr>
                  <a:lvl3pPr marL="4572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3pPr>
                  <a:lvl4pPr marL="6858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4pPr>
                  <a:lvl5pPr marL="9144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5pPr>
                  <a:lvl6pPr marL="22860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6pPr>
                  <a:lvl7pPr marL="27432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7pPr>
                  <a:lvl8pPr marL="32004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8pPr>
                  <a:lvl9pPr marL="36576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9pPr>
                </a:lstStyle>
                <a:p>
                  <a:endParaRPr lang="zh-CN" altLang="zh-CN" sz="300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ill Sans" charset="0"/>
                    <a:ea typeface="Gill Sans" charset="0"/>
                    <a:cs typeface="Gill Sans" charset="0"/>
                    <a:sym typeface="Gill Sans" charset="0"/>
                  </a:endParaRPr>
                </a:p>
              </p:txBody>
            </p:sp>
            <p:sp>
              <p:nvSpPr>
                <p:cNvPr id="368" name="AutoShape 49"/>
                <p:cNvSpPr/>
                <p:nvPr/>
              </p:nvSpPr>
              <p:spPr bwMode="auto">
                <a:xfrm>
                  <a:off x="-1" y="375370"/>
                  <a:ext cx="126756" cy="126831"/>
                </a:xfrm>
                <a:custGeom>
                  <a:avLst/>
                  <a:gdLst>
                    <a:gd name="T0" fmla="+- 0 10800 961"/>
                    <a:gd name="T1" fmla="*/ T0 w 19679"/>
                    <a:gd name="T2" fmla="+- 0 10800 961"/>
                    <a:gd name="T3" fmla="*/ 10800 h 19679"/>
                    <a:gd name="T4" fmla="+- 0 10800 961"/>
                    <a:gd name="T5" fmla="*/ T4 w 19679"/>
                    <a:gd name="T6" fmla="+- 0 10800 961"/>
                    <a:gd name="T7" fmla="*/ 10800 h 19679"/>
                    <a:gd name="T8" fmla="+- 0 10800 961"/>
                    <a:gd name="T9" fmla="*/ T8 w 19679"/>
                    <a:gd name="T10" fmla="+- 0 10800 961"/>
                    <a:gd name="T11" fmla="*/ 10800 h 19679"/>
                    <a:gd name="T12" fmla="+- 0 10800 961"/>
                    <a:gd name="T13" fmla="*/ T12 w 19679"/>
                    <a:gd name="T14" fmla="+- 0 10800 961"/>
                    <a:gd name="T15" fmla="*/ 10800 h 19679"/>
                  </a:gdLst>
                  <a:ahLst/>
                  <a:cxnLst>
                    <a:cxn ang="0">
                      <a:pos x="T1" y="T3"/>
                    </a:cxn>
                    <a:cxn ang="0">
                      <a:pos x="T5" y="T7"/>
                    </a:cxn>
                    <a:cxn ang="0">
                      <a:pos x="T9" y="T11"/>
                    </a:cxn>
                    <a:cxn ang="0">
                      <a:pos x="T13" y="T15"/>
                    </a:cxn>
                  </a:cxnLst>
                  <a:rect l="0" t="0" r="r" b="b"/>
                  <a:pathLst>
                    <a:path w="19679" h="19679">
                      <a:moveTo>
                        <a:pt x="16796" y="2881"/>
                      </a:moveTo>
                      <a:cubicBezTo>
                        <a:pt x="20638" y="6724"/>
                        <a:pt x="20638" y="12953"/>
                        <a:pt x="16796" y="16796"/>
                      </a:cubicBezTo>
                      <a:cubicBezTo>
                        <a:pt x="12953" y="20638"/>
                        <a:pt x="6723" y="20638"/>
                        <a:pt x="2881" y="16796"/>
                      </a:cubicBezTo>
                      <a:cubicBezTo>
                        <a:pt x="-961" y="12953"/>
                        <a:pt x="-961" y="6724"/>
                        <a:pt x="2881" y="2881"/>
                      </a:cubicBezTo>
                      <a:cubicBezTo>
                        <a:pt x="6723" y="-961"/>
                        <a:pt x="12953" y="-961"/>
                        <a:pt x="16796" y="2881"/>
                      </a:cubicBezTo>
                    </a:path>
                  </a:pathLst>
                </a:custGeom>
                <a:grpFill/>
                <a:ln w="25400" cap="flat" cmpd="sng">
                  <a:solidFill>
                    <a:srgbClr val="C00000"/>
                  </a:solidFill>
                  <a:prstDash val="solid"/>
                  <a:miter lim="0"/>
                </a:ln>
                <a:effectLst>
                  <a:outerShdw blurRad="127000" dist="76201" dir="2700000" algn="ctr" rotWithShape="0">
                    <a:srgbClr val="000000">
                      <a:alpha val="75000"/>
                    </a:srgbClr>
                  </a:outerShdw>
                </a:effectLst>
              </p:spPr>
              <p:txBody>
                <a:bodyPr lIns="0" tIns="0" rIns="0" bIns="0" anchor="ctr"/>
                <a:lstStyle>
                  <a:defPPr>
                    <a:defRPr lang="zh-CN"/>
                  </a:defPPr>
                  <a:lvl1pPr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1pPr>
                  <a:lvl2pPr marL="2286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2pPr>
                  <a:lvl3pPr marL="4572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3pPr>
                  <a:lvl4pPr marL="6858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4pPr>
                  <a:lvl5pPr marL="9144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5pPr>
                  <a:lvl6pPr marL="22860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6pPr>
                  <a:lvl7pPr marL="27432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7pPr>
                  <a:lvl8pPr marL="32004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8pPr>
                  <a:lvl9pPr marL="36576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9pPr>
                </a:lstStyle>
                <a:p>
                  <a:endParaRPr lang="zh-CN" altLang="zh-CN" sz="300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ill Sans" charset="0"/>
                    <a:ea typeface="Gill Sans" charset="0"/>
                    <a:cs typeface="Gill Sans" charset="0"/>
                    <a:sym typeface="Gill Sans" charset="0"/>
                  </a:endParaRPr>
                </a:p>
              </p:txBody>
            </p:sp>
            <p:sp>
              <p:nvSpPr>
                <p:cNvPr id="369" name="AutoShape 50"/>
                <p:cNvSpPr/>
                <p:nvPr/>
              </p:nvSpPr>
              <p:spPr bwMode="auto">
                <a:xfrm>
                  <a:off x="228158" y="375370"/>
                  <a:ext cx="126756" cy="126831"/>
                </a:xfrm>
                <a:custGeom>
                  <a:avLst/>
                  <a:gdLst>
                    <a:gd name="T0" fmla="+- 0 10800 961"/>
                    <a:gd name="T1" fmla="*/ T0 w 19679"/>
                    <a:gd name="T2" fmla="+- 0 10800 961"/>
                    <a:gd name="T3" fmla="*/ 10800 h 19679"/>
                    <a:gd name="T4" fmla="+- 0 10800 961"/>
                    <a:gd name="T5" fmla="*/ T4 w 19679"/>
                    <a:gd name="T6" fmla="+- 0 10800 961"/>
                    <a:gd name="T7" fmla="*/ 10800 h 19679"/>
                    <a:gd name="T8" fmla="+- 0 10800 961"/>
                    <a:gd name="T9" fmla="*/ T8 w 19679"/>
                    <a:gd name="T10" fmla="+- 0 10800 961"/>
                    <a:gd name="T11" fmla="*/ 10800 h 19679"/>
                    <a:gd name="T12" fmla="+- 0 10800 961"/>
                    <a:gd name="T13" fmla="*/ T12 w 19679"/>
                    <a:gd name="T14" fmla="+- 0 10800 961"/>
                    <a:gd name="T15" fmla="*/ 10800 h 19679"/>
                  </a:gdLst>
                  <a:ahLst/>
                  <a:cxnLst>
                    <a:cxn ang="0">
                      <a:pos x="T1" y="T3"/>
                    </a:cxn>
                    <a:cxn ang="0">
                      <a:pos x="T5" y="T7"/>
                    </a:cxn>
                    <a:cxn ang="0">
                      <a:pos x="T9" y="T11"/>
                    </a:cxn>
                    <a:cxn ang="0">
                      <a:pos x="T13" y="T15"/>
                    </a:cxn>
                  </a:cxnLst>
                  <a:rect l="0" t="0" r="r" b="b"/>
                  <a:pathLst>
                    <a:path w="19679" h="19679">
                      <a:moveTo>
                        <a:pt x="16796" y="2881"/>
                      </a:moveTo>
                      <a:cubicBezTo>
                        <a:pt x="20638" y="6724"/>
                        <a:pt x="20638" y="12953"/>
                        <a:pt x="16796" y="16796"/>
                      </a:cubicBezTo>
                      <a:cubicBezTo>
                        <a:pt x="12953" y="20638"/>
                        <a:pt x="6723" y="20638"/>
                        <a:pt x="2881" y="16796"/>
                      </a:cubicBezTo>
                      <a:cubicBezTo>
                        <a:pt x="-961" y="12953"/>
                        <a:pt x="-961" y="6724"/>
                        <a:pt x="2881" y="2881"/>
                      </a:cubicBezTo>
                      <a:cubicBezTo>
                        <a:pt x="6723" y="-961"/>
                        <a:pt x="12953" y="-961"/>
                        <a:pt x="16796" y="2881"/>
                      </a:cubicBezTo>
                    </a:path>
                  </a:pathLst>
                </a:custGeom>
                <a:grpFill/>
                <a:ln w="25400" cap="flat" cmpd="sng">
                  <a:solidFill>
                    <a:srgbClr val="C00000"/>
                  </a:solidFill>
                  <a:prstDash val="solid"/>
                  <a:miter lim="0"/>
                </a:ln>
                <a:effectLst>
                  <a:outerShdw blurRad="127000" dist="76201" dir="2700000" algn="ctr" rotWithShape="0">
                    <a:srgbClr val="000000">
                      <a:alpha val="75000"/>
                    </a:srgbClr>
                  </a:outerShdw>
                </a:effectLst>
              </p:spPr>
              <p:txBody>
                <a:bodyPr lIns="0" tIns="0" rIns="0" bIns="0" anchor="ctr"/>
                <a:lstStyle>
                  <a:defPPr>
                    <a:defRPr lang="zh-CN"/>
                  </a:defPPr>
                  <a:lvl1pPr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1pPr>
                  <a:lvl2pPr marL="2286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2pPr>
                  <a:lvl3pPr marL="4572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3pPr>
                  <a:lvl4pPr marL="6858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4pPr>
                  <a:lvl5pPr marL="9144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5pPr>
                  <a:lvl6pPr marL="22860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6pPr>
                  <a:lvl7pPr marL="27432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7pPr>
                  <a:lvl8pPr marL="32004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8pPr>
                  <a:lvl9pPr marL="36576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9pPr>
                </a:lstStyle>
                <a:p>
                  <a:endParaRPr lang="zh-CN" altLang="zh-CN" sz="300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ill Sans" charset="0"/>
                    <a:ea typeface="Gill Sans" charset="0"/>
                    <a:cs typeface="Gill Sans" charset="0"/>
                    <a:sym typeface="Gill Sans" charset="0"/>
                  </a:endParaRPr>
                </a:p>
              </p:txBody>
            </p:sp>
            <p:sp>
              <p:nvSpPr>
                <p:cNvPr id="370" name="AutoShape 51"/>
                <p:cNvSpPr/>
                <p:nvPr/>
              </p:nvSpPr>
              <p:spPr bwMode="auto">
                <a:xfrm>
                  <a:off x="456317" y="375370"/>
                  <a:ext cx="126756" cy="126831"/>
                </a:xfrm>
                <a:custGeom>
                  <a:avLst/>
                  <a:gdLst>
                    <a:gd name="T0" fmla="+- 0 10800 961"/>
                    <a:gd name="T1" fmla="*/ T0 w 19679"/>
                    <a:gd name="T2" fmla="+- 0 10800 961"/>
                    <a:gd name="T3" fmla="*/ 10800 h 19679"/>
                    <a:gd name="T4" fmla="+- 0 10800 961"/>
                    <a:gd name="T5" fmla="*/ T4 w 19679"/>
                    <a:gd name="T6" fmla="+- 0 10800 961"/>
                    <a:gd name="T7" fmla="*/ 10800 h 19679"/>
                    <a:gd name="T8" fmla="+- 0 10800 961"/>
                    <a:gd name="T9" fmla="*/ T8 w 19679"/>
                    <a:gd name="T10" fmla="+- 0 10800 961"/>
                    <a:gd name="T11" fmla="*/ 10800 h 19679"/>
                    <a:gd name="T12" fmla="+- 0 10800 961"/>
                    <a:gd name="T13" fmla="*/ T12 w 19679"/>
                    <a:gd name="T14" fmla="+- 0 10800 961"/>
                    <a:gd name="T15" fmla="*/ 10800 h 19679"/>
                  </a:gdLst>
                  <a:ahLst/>
                  <a:cxnLst>
                    <a:cxn ang="0">
                      <a:pos x="T1" y="T3"/>
                    </a:cxn>
                    <a:cxn ang="0">
                      <a:pos x="T5" y="T7"/>
                    </a:cxn>
                    <a:cxn ang="0">
                      <a:pos x="T9" y="T11"/>
                    </a:cxn>
                    <a:cxn ang="0">
                      <a:pos x="T13" y="T15"/>
                    </a:cxn>
                  </a:cxnLst>
                  <a:rect l="0" t="0" r="r" b="b"/>
                  <a:pathLst>
                    <a:path w="19679" h="19679">
                      <a:moveTo>
                        <a:pt x="16796" y="2881"/>
                      </a:moveTo>
                      <a:cubicBezTo>
                        <a:pt x="20638" y="6724"/>
                        <a:pt x="20638" y="12953"/>
                        <a:pt x="16796" y="16796"/>
                      </a:cubicBezTo>
                      <a:cubicBezTo>
                        <a:pt x="12953" y="20638"/>
                        <a:pt x="6723" y="20638"/>
                        <a:pt x="2881" y="16796"/>
                      </a:cubicBezTo>
                      <a:cubicBezTo>
                        <a:pt x="-961" y="12953"/>
                        <a:pt x="-961" y="6724"/>
                        <a:pt x="2881" y="2881"/>
                      </a:cubicBezTo>
                      <a:cubicBezTo>
                        <a:pt x="6723" y="-961"/>
                        <a:pt x="12953" y="-961"/>
                        <a:pt x="16796" y="2881"/>
                      </a:cubicBezTo>
                    </a:path>
                  </a:pathLst>
                </a:custGeom>
                <a:grpFill/>
                <a:ln w="25400" cap="flat" cmpd="sng">
                  <a:solidFill>
                    <a:srgbClr val="C00000"/>
                  </a:solidFill>
                  <a:prstDash val="solid"/>
                  <a:miter lim="0"/>
                </a:ln>
                <a:effectLst>
                  <a:outerShdw blurRad="127000" dist="76201" dir="2700000" algn="ctr" rotWithShape="0">
                    <a:srgbClr val="000000">
                      <a:alpha val="75000"/>
                    </a:srgbClr>
                  </a:outerShdw>
                </a:effectLst>
              </p:spPr>
              <p:txBody>
                <a:bodyPr lIns="0" tIns="0" rIns="0" bIns="0" anchor="ctr"/>
                <a:lstStyle>
                  <a:defPPr>
                    <a:defRPr lang="zh-CN"/>
                  </a:defPPr>
                  <a:lvl1pPr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1pPr>
                  <a:lvl2pPr marL="2286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2pPr>
                  <a:lvl3pPr marL="4572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3pPr>
                  <a:lvl4pPr marL="6858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4pPr>
                  <a:lvl5pPr marL="9144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5pPr>
                  <a:lvl6pPr marL="22860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6pPr>
                  <a:lvl7pPr marL="27432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7pPr>
                  <a:lvl8pPr marL="32004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8pPr>
                  <a:lvl9pPr marL="36576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9pPr>
                </a:lstStyle>
                <a:p>
                  <a:endParaRPr lang="zh-CN" altLang="zh-CN" sz="300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ill Sans" charset="0"/>
                    <a:ea typeface="Gill Sans" charset="0"/>
                    <a:cs typeface="Gill Sans" charset="0"/>
                    <a:sym typeface="Gill Sans" charset="0"/>
                  </a:endParaRPr>
                </a:p>
              </p:txBody>
            </p:sp>
            <p:sp>
              <p:nvSpPr>
                <p:cNvPr id="371" name="AutoShape 52"/>
                <p:cNvSpPr/>
                <p:nvPr/>
              </p:nvSpPr>
              <p:spPr bwMode="auto">
                <a:xfrm>
                  <a:off x="684476" y="375370"/>
                  <a:ext cx="126756" cy="126831"/>
                </a:xfrm>
                <a:custGeom>
                  <a:avLst/>
                  <a:gdLst>
                    <a:gd name="T0" fmla="+- 0 10800 961"/>
                    <a:gd name="T1" fmla="*/ T0 w 19679"/>
                    <a:gd name="T2" fmla="+- 0 10800 961"/>
                    <a:gd name="T3" fmla="*/ 10800 h 19679"/>
                    <a:gd name="T4" fmla="+- 0 10800 961"/>
                    <a:gd name="T5" fmla="*/ T4 w 19679"/>
                    <a:gd name="T6" fmla="+- 0 10800 961"/>
                    <a:gd name="T7" fmla="*/ 10800 h 19679"/>
                    <a:gd name="T8" fmla="+- 0 10800 961"/>
                    <a:gd name="T9" fmla="*/ T8 w 19679"/>
                    <a:gd name="T10" fmla="+- 0 10800 961"/>
                    <a:gd name="T11" fmla="*/ 10800 h 19679"/>
                    <a:gd name="T12" fmla="+- 0 10800 961"/>
                    <a:gd name="T13" fmla="*/ T12 w 19679"/>
                    <a:gd name="T14" fmla="+- 0 10800 961"/>
                    <a:gd name="T15" fmla="*/ 10800 h 19679"/>
                  </a:gdLst>
                  <a:ahLst/>
                  <a:cxnLst>
                    <a:cxn ang="0">
                      <a:pos x="T1" y="T3"/>
                    </a:cxn>
                    <a:cxn ang="0">
                      <a:pos x="T5" y="T7"/>
                    </a:cxn>
                    <a:cxn ang="0">
                      <a:pos x="T9" y="T11"/>
                    </a:cxn>
                    <a:cxn ang="0">
                      <a:pos x="T13" y="T15"/>
                    </a:cxn>
                  </a:cxnLst>
                  <a:rect l="0" t="0" r="r" b="b"/>
                  <a:pathLst>
                    <a:path w="19679" h="19679">
                      <a:moveTo>
                        <a:pt x="16796" y="2881"/>
                      </a:moveTo>
                      <a:cubicBezTo>
                        <a:pt x="20638" y="6724"/>
                        <a:pt x="20638" y="12953"/>
                        <a:pt x="16796" y="16796"/>
                      </a:cubicBezTo>
                      <a:cubicBezTo>
                        <a:pt x="12953" y="20638"/>
                        <a:pt x="6723" y="20638"/>
                        <a:pt x="2881" y="16796"/>
                      </a:cubicBezTo>
                      <a:cubicBezTo>
                        <a:pt x="-961" y="12953"/>
                        <a:pt x="-961" y="6724"/>
                        <a:pt x="2881" y="2881"/>
                      </a:cubicBezTo>
                      <a:cubicBezTo>
                        <a:pt x="6723" y="-961"/>
                        <a:pt x="12953" y="-961"/>
                        <a:pt x="16796" y="2881"/>
                      </a:cubicBezTo>
                    </a:path>
                  </a:pathLst>
                </a:custGeom>
                <a:grpFill/>
                <a:ln w="25400" cap="flat" cmpd="sng">
                  <a:solidFill>
                    <a:srgbClr val="C00000"/>
                  </a:solidFill>
                  <a:prstDash val="solid"/>
                  <a:miter lim="0"/>
                </a:ln>
                <a:effectLst>
                  <a:outerShdw blurRad="127000" dist="76201" dir="2700000" algn="ctr" rotWithShape="0">
                    <a:srgbClr val="000000">
                      <a:alpha val="75000"/>
                    </a:srgbClr>
                  </a:outerShdw>
                </a:effectLst>
              </p:spPr>
              <p:txBody>
                <a:bodyPr lIns="0" tIns="0" rIns="0" bIns="0" anchor="ctr"/>
                <a:lstStyle>
                  <a:defPPr>
                    <a:defRPr lang="zh-CN"/>
                  </a:defPPr>
                  <a:lvl1pPr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1pPr>
                  <a:lvl2pPr marL="2286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2pPr>
                  <a:lvl3pPr marL="4572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3pPr>
                  <a:lvl4pPr marL="6858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4pPr>
                  <a:lvl5pPr marL="9144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5pPr>
                  <a:lvl6pPr marL="22860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6pPr>
                  <a:lvl7pPr marL="27432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7pPr>
                  <a:lvl8pPr marL="32004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8pPr>
                  <a:lvl9pPr marL="36576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9pPr>
                </a:lstStyle>
                <a:p>
                  <a:endParaRPr lang="zh-CN" altLang="zh-CN" sz="300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ill Sans" charset="0"/>
                    <a:ea typeface="Gill Sans" charset="0"/>
                    <a:cs typeface="Gill Sans" charset="0"/>
                    <a:sym typeface="Gill Sans" charset="0"/>
                  </a:endParaRPr>
                </a:p>
              </p:txBody>
            </p:sp>
            <p:sp>
              <p:nvSpPr>
                <p:cNvPr id="372" name="Line 53"/>
                <p:cNvSpPr>
                  <a:spLocks noChangeShapeType="1"/>
                </p:cNvSpPr>
                <p:nvPr/>
              </p:nvSpPr>
              <p:spPr bwMode="auto">
                <a:xfrm>
                  <a:off x="88637" y="461665"/>
                  <a:ext cx="112240" cy="175447"/>
                </a:xfrm>
                <a:prstGeom prst="line">
                  <a:avLst/>
                </a:prstGeom>
                <a:grpFill/>
                <a:ln w="25400" cap="flat" cmpd="sng">
                  <a:solidFill>
                    <a:srgbClr val="C00000"/>
                  </a:solidFill>
                  <a:prstDash val="solid"/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 anchor="ctr"/>
                <a:lstStyle>
                  <a:defPPr>
                    <a:defRPr lang="zh-CN"/>
                  </a:defPPr>
                  <a:lvl1pPr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1pPr>
                  <a:lvl2pPr marL="2286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2pPr>
                  <a:lvl3pPr marL="4572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3pPr>
                  <a:lvl4pPr marL="6858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4pPr>
                  <a:lvl5pPr marL="9144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5pPr>
                  <a:lvl6pPr marL="22860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6pPr>
                  <a:lvl7pPr marL="27432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7pPr>
                  <a:lvl8pPr marL="32004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8pPr>
                  <a:lvl9pPr marL="36576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9pPr>
                </a:lstStyle>
                <a:p>
                  <a:pPr algn="l"/>
                  <a:endParaRPr lang="zh-CN" altLang="zh-CN" sz="1200">
                    <a:latin typeface="Helvetica" panose="020B0604020202030204" pitchFamily="34" charset="0"/>
                    <a:ea typeface="Helvetica" panose="020B0604020202030204" pitchFamily="34" charset="0"/>
                    <a:cs typeface="Helvetica" panose="020B0604020202030204" pitchFamily="34" charset="0"/>
                    <a:sym typeface="Helvetica" panose="020B0604020202030204" pitchFamily="34" charset="0"/>
                  </a:endParaRPr>
                </a:p>
              </p:txBody>
            </p:sp>
            <p:sp>
              <p:nvSpPr>
                <p:cNvPr id="373" name="Line 54"/>
                <p:cNvSpPr>
                  <a:spLocks noChangeShapeType="1"/>
                </p:cNvSpPr>
                <p:nvPr/>
              </p:nvSpPr>
              <p:spPr bwMode="auto">
                <a:xfrm flipH="1">
                  <a:off x="199281" y="495953"/>
                  <a:ext cx="86469" cy="136726"/>
                </a:xfrm>
                <a:prstGeom prst="line">
                  <a:avLst/>
                </a:prstGeom>
                <a:grpFill/>
                <a:ln w="25400" cap="flat" cmpd="sng">
                  <a:solidFill>
                    <a:srgbClr val="C00000"/>
                  </a:solidFill>
                  <a:prstDash val="solid"/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 anchor="ctr"/>
                <a:lstStyle>
                  <a:defPPr>
                    <a:defRPr lang="zh-CN"/>
                  </a:defPPr>
                  <a:lvl1pPr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1pPr>
                  <a:lvl2pPr marL="2286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2pPr>
                  <a:lvl3pPr marL="4572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3pPr>
                  <a:lvl4pPr marL="6858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4pPr>
                  <a:lvl5pPr marL="9144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5pPr>
                  <a:lvl6pPr marL="22860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6pPr>
                  <a:lvl7pPr marL="27432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7pPr>
                  <a:lvl8pPr marL="32004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8pPr>
                  <a:lvl9pPr marL="36576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9pPr>
                </a:lstStyle>
                <a:p>
                  <a:pPr algn="l"/>
                  <a:endParaRPr lang="zh-CN" altLang="zh-CN" sz="1200">
                    <a:latin typeface="Helvetica" panose="020B0604020202030204" pitchFamily="34" charset="0"/>
                    <a:ea typeface="Helvetica" panose="020B0604020202030204" pitchFamily="34" charset="0"/>
                    <a:cs typeface="Helvetica" panose="020B0604020202030204" pitchFamily="34" charset="0"/>
                    <a:sym typeface="Helvetica" panose="020B0604020202030204" pitchFamily="34" charset="0"/>
                  </a:endParaRPr>
                </a:p>
              </p:txBody>
            </p:sp>
            <p:sp>
              <p:nvSpPr>
                <p:cNvPr id="374" name="Line 55"/>
                <p:cNvSpPr>
                  <a:spLocks noChangeShapeType="1"/>
                </p:cNvSpPr>
                <p:nvPr/>
              </p:nvSpPr>
              <p:spPr bwMode="auto">
                <a:xfrm flipH="1">
                  <a:off x="200875" y="502276"/>
                  <a:ext cx="323052" cy="122805"/>
                </a:xfrm>
                <a:prstGeom prst="line">
                  <a:avLst/>
                </a:prstGeom>
                <a:grpFill/>
                <a:ln w="25400" cap="flat" cmpd="sng">
                  <a:solidFill>
                    <a:srgbClr val="C00000"/>
                  </a:solidFill>
                  <a:prstDash val="solid"/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 anchor="ctr"/>
                <a:lstStyle>
                  <a:defPPr>
                    <a:defRPr lang="zh-CN"/>
                  </a:defPPr>
                  <a:lvl1pPr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1pPr>
                  <a:lvl2pPr marL="2286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2pPr>
                  <a:lvl3pPr marL="4572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3pPr>
                  <a:lvl4pPr marL="6858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4pPr>
                  <a:lvl5pPr marL="9144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5pPr>
                  <a:lvl6pPr marL="22860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6pPr>
                  <a:lvl7pPr marL="27432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7pPr>
                  <a:lvl8pPr marL="32004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8pPr>
                  <a:lvl9pPr marL="36576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9pPr>
                </a:lstStyle>
                <a:p>
                  <a:pPr algn="l"/>
                  <a:endParaRPr lang="zh-CN" altLang="zh-CN" sz="1200">
                    <a:latin typeface="Helvetica" panose="020B0604020202030204" pitchFamily="34" charset="0"/>
                    <a:ea typeface="Helvetica" panose="020B0604020202030204" pitchFamily="34" charset="0"/>
                    <a:cs typeface="Helvetica" panose="020B0604020202030204" pitchFamily="34" charset="0"/>
                    <a:sym typeface="Helvetica" panose="020B0604020202030204" pitchFamily="34" charset="0"/>
                  </a:endParaRPr>
                </a:p>
              </p:txBody>
            </p:sp>
            <p:sp>
              <p:nvSpPr>
                <p:cNvPr id="375" name="Line 56"/>
                <p:cNvSpPr>
                  <a:spLocks noChangeShapeType="1"/>
                </p:cNvSpPr>
                <p:nvPr/>
              </p:nvSpPr>
              <p:spPr bwMode="auto">
                <a:xfrm flipH="1">
                  <a:off x="199282" y="501016"/>
                  <a:ext cx="540550" cy="129137"/>
                </a:xfrm>
                <a:prstGeom prst="line">
                  <a:avLst/>
                </a:prstGeom>
                <a:grpFill/>
                <a:ln w="25400" cap="flat" cmpd="sng">
                  <a:solidFill>
                    <a:srgbClr val="C00000"/>
                  </a:solidFill>
                  <a:prstDash val="solid"/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 anchor="ctr"/>
                <a:lstStyle>
                  <a:defPPr>
                    <a:defRPr lang="zh-CN"/>
                  </a:defPPr>
                  <a:lvl1pPr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1pPr>
                  <a:lvl2pPr marL="2286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2pPr>
                  <a:lvl3pPr marL="4572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3pPr>
                  <a:lvl4pPr marL="6858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4pPr>
                  <a:lvl5pPr marL="9144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5pPr>
                  <a:lvl6pPr marL="22860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6pPr>
                  <a:lvl7pPr marL="27432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7pPr>
                  <a:lvl8pPr marL="32004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8pPr>
                  <a:lvl9pPr marL="36576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9pPr>
                </a:lstStyle>
                <a:p>
                  <a:pPr algn="l"/>
                  <a:endParaRPr lang="zh-CN" altLang="zh-CN" sz="1200">
                    <a:latin typeface="Helvetica" panose="020B0604020202030204" pitchFamily="34" charset="0"/>
                    <a:ea typeface="Helvetica" panose="020B0604020202030204" pitchFamily="34" charset="0"/>
                    <a:cs typeface="Helvetica" panose="020B0604020202030204" pitchFamily="34" charset="0"/>
                    <a:sym typeface="Helvetica" panose="020B0604020202030204" pitchFamily="34" charset="0"/>
                  </a:endParaRPr>
                </a:p>
              </p:txBody>
            </p:sp>
            <p:sp>
              <p:nvSpPr>
                <p:cNvPr id="376" name="Line 57"/>
                <p:cNvSpPr>
                  <a:spLocks noChangeShapeType="1"/>
                </p:cNvSpPr>
                <p:nvPr/>
              </p:nvSpPr>
              <p:spPr bwMode="auto">
                <a:xfrm>
                  <a:off x="95843" y="475687"/>
                  <a:ext cx="293879" cy="157626"/>
                </a:xfrm>
                <a:prstGeom prst="line">
                  <a:avLst/>
                </a:prstGeom>
                <a:grpFill/>
                <a:ln w="25400" cap="flat" cmpd="sng">
                  <a:solidFill>
                    <a:srgbClr val="C00000"/>
                  </a:solidFill>
                  <a:prstDash val="solid"/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 anchor="ctr"/>
                <a:lstStyle>
                  <a:defPPr>
                    <a:defRPr lang="zh-CN"/>
                  </a:defPPr>
                  <a:lvl1pPr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1pPr>
                  <a:lvl2pPr marL="2286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2pPr>
                  <a:lvl3pPr marL="4572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3pPr>
                  <a:lvl4pPr marL="6858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4pPr>
                  <a:lvl5pPr marL="9144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5pPr>
                  <a:lvl6pPr marL="22860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6pPr>
                  <a:lvl7pPr marL="27432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7pPr>
                  <a:lvl8pPr marL="32004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8pPr>
                  <a:lvl9pPr marL="36576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9pPr>
                </a:lstStyle>
                <a:p>
                  <a:pPr algn="l"/>
                  <a:endParaRPr lang="zh-CN" altLang="zh-CN" sz="1200">
                    <a:latin typeface="Helvetica" panose="020B0604020202030204" pitchFamily="34" charset="0"/>
                    <a:ea typeface="Helvetica" panose="020B0604020202030204" pitchFamily="34" charset="0"/>
                    <a:cs typeface="Helvetica" panose="020B0604020202030204" pitchFamily="34" charset="0"/>
                    <a:sym typeface="Helvetica" panose="020B0604020202030204" pitchFamily="34" charset="0"/>
                  </a:endParaRPr>
                </a:p>
              </p:txBody>
            </p:sp>
            <p:sp>
              <p:nvSpPr>
                <p:cNvPr id="377" name="Line 58"/>
                <p:cNvSpPr>
                  <a:spLocks noChangeShapeType="1"/>
                </p:cNvSpPr>
                <p:nvPr/>
              </p:nvSpPr>
              <p:spPr bwMode="auto">
                <a:xfrm>
                  <a:off x="280977" y="496583"/>
                  <a:ext cx="113518" cy="137368"/>
                </a:xfrm>
                <a:prstGeom prst="line">
                  <a:avLst/>
                </a:prstGeom>
                <a:grpFill/>
                <a:ln w="25400" cap="flat" cmpd="sng">
                  <a:solidFill>
                    <a:srgbClr val="C00000"/>
                  </a:solidFill>
                  <a:prstDash val="solid"/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 anchor="ctr"/>
                <a:lstStyle>
                  <a:defPPr>
                    <a:defRPr lang="zh-CN"/>
                  </a:defPPr>
                  <a:lvl1pPr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1pPr>
                  <a:lvl2pPr marL="2286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2pPr>
                  <a:lvl3pPr marL="4572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3pPr>
                  <a:lvl4pPr marL="6858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4pPr>
                  <a:lvl5pPr marL="9144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5pPr>
                  <a:lvl6pPr marL="22860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6pPr>
                  <a:lvl7pPr marL="27432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7pPr>
                  <a:lvl8pPr marL="32004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8pPr>
                  <a:lvl9pPr marL="36576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9pPr>
                </a:lstStyle>
                <a:p>
                  <a:pPr algn="l"/>
                  <a:endParaRPr lang="zh-CN" altLang="zh-CN" sz="1200">
                    <a:latin typeface="Helvetica" panose="020B0604020202030204" pitchFamily="34" charset="0"/>
                    <a:ea typeface="Helvetica" panose="020B0604020202030204" pitchFamily="34" charset="0"/>
                    <a:cs typeface="Helvetica" panose="020B0604020202030204" pitchFamily="34" charset="0"/>
                    <a:sym typeface="Helvetica" panose="020B0604020202030204" pitchFamily="34" charset="0"/>
                  </a:endParaRPr>
                </a:p>
              </p:txBody>
            </p:sp>
            <p:sp>
              <p:nvSpPr>
                <p:cNvPr id="378" name="Line 59"/>
                <p:cNvSpPr>
                  <a:spLocks noChangeShapeType="1"/>
                </p:cNvSpPr>
                <p:nvPr/>
              </p:nvSpPr>
              <p:spPr bwMode="auto">
                <a:xfrm flipH="1">
                  <a:off x="395558" y="502906"/>
                  <a:ext cx="127310" cy="129775"/>
                </a:xfrm>
                <a:prstGeom prst="line">
                  <a:avLst/>
                </a:prstGeom>
                <a:grpFill/>
                <a:ln w="25400" cap="flat" cmpd="sng">
                  <a:solidFill>
                    <a:srgbClr val="C00000"/>
                  </a:solidFill>
                  <a:prstDash val="solid"/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 anchor="ctr"/>
                <a:lstStyle>
                  <a:defPPr>
                    <a:defRPr lang="zh-CN"/>
                  </a:defPPr>
                  <a:lvl1pPr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1pPr>
                  <a:lvl2pPr marL="2286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2pPr>
                  <a:lvl3pPr marL="4572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3pPr>
                  <a:lvl4pPr marL="6858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4pPr>
                  <a:lvl5pPr marL="9144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5pPr>
                  <a:lvl6pPr marL="22860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6pPr>
                  <a:lvl7pPr marL="27432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7pPr>
                  <a:lvl8pPr marL="32004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8pPr>
                  <a:lvl9pPr marL="36576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9pPr>
                </a:lstStyle>
                <a:p>
                  <a:pPr algn="l"/>
                  <a:endParaRPr lang="zh-CN" altLang="zh-CN" sz="1200">
                    <a:latin typeface="Helvetica" panose="020B0604020202030204" pitchFamily="34" charset="0"/>
                    <a:ea typeface="Helvetica" panose="020B0604020202030204" pitchFamily="34" charset="0"/>
                    <a:cs typeface="Helvetica" panose="020B0604020202030204" pitchFamily="34" charset="0"/>
                    <a:sym typeface="Helvetica" panose="020B0604020202030204" pitchFamily="34" charset="0"/>
                  </a:endParaRPr>
                </a:p>
              </p:txBody>
            </p:sp>
            <p:sp>
              <p:nvSpPr>
                <p:cNvPr id="379" name="Line 60"/>
                <p:cNvSpPr>
                  <a:spLocks noChangeShapeType="1"/>
                </p:cNvSpPr>
                <p:nvPr/>
              </p:nvSpPr>
              <p:spPr bwMode="auto">
                <a:xfrm flipH="1">
                  <a:off x="392372" y="494681"/>
                  <a:ext cx="351168" cy="137996"/>
                </a:xfrm>
                <a:prstGeom prst="line">
                  <a:avLst/>
                </a:prstGeom>
                <a:grpFill/>
                <a:ln w="25400" cap="flat" cmpd="sng">
                  <a:solidFill>
                    <a:srgbClr val="C00000"/>
                  </a:solidFill>
                  <a:prstDash val="solid"/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 anchor="ctr"/>
                <a:lstStyle>
                  <a:defPPr>
                    <a:defRPr lang="zh-CN"/>
                  </a:defPPr>
                  <a:lvl1pPr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1pPr>
                  <a:lvl2pPr marL="2286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2pPr>
                  <a:lvl3pPr marL="4572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3pPr>
                  <a:lvl4pPr marL="6858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4pPr>
                  <a:lvl5pPr marL="9144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5pPr>
                  <a:lvl6pPr marL="22860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6pPr>
                  <a:lvl7pPr marL="27432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7pPr>
                  <a:lvl8pPr marL="32004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8pPr>
                  <a:lvl9pPr marL="36576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9pPr>
                </a:lstStyle>
                <a:p>
                  <a:pPr algn="l"/>
                  <a:endParaRPr lang="zh-CN" altLang="zh-CN" sz="1200">
                    <a:latin typeface="Helvetica" panose="020B0604020202030204" pitchFamily="34" charset="0"/>
                    <a:ea typeface="Helvetica" panose="020B0604020202030204" pitchFamily="34" charset="0"/>
                    <a:cs typeface="Helvetica" panose="020B0604020202030204" pitchFamily="34" charset="0"/>
                    <a:sym typeface="Helvetica" panose="020B0604020202030204" pitchFamily="34" charset="0"/>
                  </a:endParaRPr>
                </a:p>
              </p:txBody>
            </p:sp>
            <p:sp>
              <p:nvSpPr>
                <p:cNvPr id="380" name="Line 61"/>
                <p:cNvSpPr>
                  <a:spLocks noChangeShapeType="1"/>
                </p:cNvSpPr>
                <p:nvPr/>
              </p:nvSpPr>
              <p:spPr bwMode="auto">
                <a:xfrm flipH="1">
                  <a:off x="597134" y="495953"/>
                  <a:ext cx="138448" cy="135454"/>
                </a:xfrm>
                <a:prstGeom prst="line">
                  <a:avLst/>
                </a:prstGeom>
                <a:grpFill/>
                <a:ln w="25400" cap="flat" cmpd="sng">
                  <a:solidFill>
                    <a:srgbClr val="C00000"/>
                  </a:solidFill>
                  <a:prstDash val="solid"/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 anchor="ctr"/>
                <a:lstStyle>
                  <a:defPPr>
                    <a:defRPr lang="zh-CN"/>
                  </a:defPPr>
                  <a:lvl1pPr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1pPr>
                  <a:lvl2pPr marL="2286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2pPr>
                  <a:lvl3pPr marL="4572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3pPr>
                  <a:lvl4pPr marL="6858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4pPr>
                  <a:lvl5pPr marL="9144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5pPr>
                  <a:lvl6pPr marL="22860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6pPr>
                  <a:lvl7pPr marL="27432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7pPr>
                  <a:lvl8pPr marL="32004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8pPr>
                  <a:lvl9pPr marL="36576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9pPr>
                </a:lstStyle>
                <a:p>
                  <a:pPr algn="l"/>
                  <a:endParaRPr lang="zh-CN" altLang="zh-CN" sz="1200">
                    <a:latin typeface="Helvetica" panose="020B0604020202030204" pitchFamily="34" charset="0"/>
                    <a:ea typeface="Helvetica" panose="020B0604020202030204" pitchFamily="34" charset="0"/>
                    <a:cs typeface="Helvetica" panose="020B0604020202030204" pitchFamily="34" charset="0"/>
                    <a:sym typeface="Helvetica" panose="020B0604020202030204" pitchFamily="34" charset="0"/>
                  </a:endParaRPr>
                </a:p>
              </p:txBody>
            </p:sp>
            <p:sp>
              <p:nvSpPr>
                <p:cNvPr id="381" name="Line 62"/>
                <p:cNvSpPr>
                  <a:spLocks noChangeShapeType="1"/>
                </p:cNvSpPr>
                <p:nvPr/>
              </p:nvSpPr>
              <p:spPr bwMode="auto">
                <a:xfrm>
                  <a:off x="522868" y="499115"/>
                  <a:ext cx="77446" cy="129761"/>
                </a:xfrm>
                <a:prstGeom prst="line">
                  <a:avLst/>
                </a:prstGeom>
                <a:grpFill/>
                <a:ln w="25400" cap="flat" cmpd="sng">
                  <a:solidFill>
                    <a:srgbClr val="C00000"/>
                  </a:solidFill>
                  <a:prstDash val="solid"/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 anchor="ctr"/>
                <a:lstStyle>
                  <a:defPPr>
                    <a:defRPr lang="zh-CN"/>
                  </a:defPPr>
                  <a:lvl1pPr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1pPr>
                  <a:lvl2pPr marL="2286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2pPr>
                  <a:lvl3pPr marL="4572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3pPr>
                  <a:lvl4pPr marL="6858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4pPr>
                  <a:lvl5pPr marL="9144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5pPr>
                  <a:lvl6pPr marL="22860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6pPr>
                  <a:lvl7pPr marL="27432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7pPr>
                  <a:lvl8pPr marL="32004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8pPr>
                  <a:lvl9pPr marL="36576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9pPr>
                </a:lstStyle>
                <a:p>
                  <a:pPr algn="l"/>
                  <a:endParaRPr lang="zh-CN" altLang="zh-CN" sz="1200">
                    <a:latin typeface="Helvetica" panose="020B0604020202030204" pitchFamily="34" charset="0"/>
                    <a:ea typeface="Helvetica" panose="020B0604020202030204" pitchFamily="34" charset="0"/>
                    <a:cs typeface="Helvetica" panose="020B0604020202030204" pitchFamily="34" charset="0"/>
                    <a:sym typeface="Helvetica" panose="020B0604020202030204" pitchFamily="34" charset="0"/>
                  </a:endParaRPr>
                </a:p>
              </p:txBody>
            </p:sp>
            <p:sp>
              <p:nvSpPr>
                <p:cNvPr id="382" name="Line 63"/>
                <p:cNvSpPr>
                  <a:spLocks noChangeShapeType="1"/>
                </p:cNvSpPr>
                <p:nvPr/>
              </p:nvSpPr>
              <p:spPr bwMode="auto">
                <a:xfrm>
                  <a:off x="284691" y="502276"/>
                  <a:ext cx="316158" cy="126602"/>
                </a:xfrm>
                <a:prstGeom prst="line">
                  <a:avLst/>
                </a:prstGeom>
                <a:grpFill/>
                <a:ln w="25400" cap="flat" cmpd="sng">
                  <a:solidFill>
                    <a:srgbClr val="C00000"/>
                  </a:solidFill>
                  <a:prstDash val="solid"/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 anchor="ctr"/>
                <a:lstStyle>
                  <a:defPPr>
                    <a:defRPr lang="zh-CN"/>
                  </a:defPPr>
                  <a:lvl1pPr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1pPr>
                  <a:lvl2pPr marL="2286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2pPr>
                  <a:lvl3pPr marL="4572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3pPr>
                  <a:lvl4pPr marL="6858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4pPr>
                  <a:lvl5pPr marL="9144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5pPr>
                  <a:lvl6pPr marL="22860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6pPr>
                  <a:lvl7pPr marL="27432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7pPr>
                  <a:lvl8pPr marL="32004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8pPr>
                  <a:lvl9pPr marL="36576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9pPr>
                </a:lstStyle>
                <a:p>
                  <a:pPr algn="l"/>
                  <a:endParaRPr lang="zh-CN" altLang="zh-CN" sz="1200">
                    <a:latin typeface="Helvetica" panose="020B0604020202030204" pitchFamily="34" charset="0"/>
                    <a:ea typeface="Helvetica" panose="020B0604020202030204" pitchFamily="34" charset="0"/>
                    <a:cs typeface="Helvetica" panose="020B0604020202030204" pitchFamily="34" charset="0"/>
                    <a:sym typeface="Helvetica" panose="020B0604020202030204" pitchFamily="34" charset="0"/>
                  </a:endParaRPr>
                </a:p>
              </p:txBody>
            </p:sp>
            <p:sp>
              <p:nvSpPr>
                <p:cNvPr id="383" name="Line 64"/>
                <p:cNvSpPr>
                  <a:spLocks noChangeShapeType="1"/>
                </p:cNvSpPr>
                <p:nvPr/>
              </p:nvSpPr>
              <p:spPr bwMode="auto">
                <a:xfrm>
                  <a:off x="101143" y="477589"/>
                  <a:ext cx="492277" cy="151295"/>
                </a:xfrm>
                <a:prstGeom prst="line">
                  <a:avLst/>
                </a:prstGeom>
                <a:grpFill/>
                <a:ln w="25400" cap="flat" cmpd="sng">
                  <a:solidFill>
                    <a:srgbClr val="C00000"/>
                  </a:solidFill>
                  <a:prstDash val="solid"/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 anchor="ctr"/>
                <a:lstStyle>
                  <a:defPPr>
                    <a:defRPr lang="zh-CN"/>
                  </a:defPPr>
                  <a:lvl1pPr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1pPr>
                  <a:lvl2pPr marL="2286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2pPr>
                  <a:lvl3pPr marL="4572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3pPr>
                  <a:lvl4pPr marL="6858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4pPr>
                  <a:lvl5pPr marL="9144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5pPr>
                  <a:lvl6pPr marL="22860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6pPr>
                  <a:lvl7pPr marL="27432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7pPr>
                  <a:lvl8pPr marL="32004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8pPr>
                  <a:lvl9pPr marL="36576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9pPr>
                </a:lstStyle>
                <a:p>
                  <a:pPr algn="l"/>
                  <a:endParaRPr lang="zh-CN" altLang="zh-CN" sz="1200">
                    <a:latin typeface="Helvetica" panose="020B0604020202030204" pitchFamily="34" charset="0"/>
                    <a:ea typeface="Helvetica" panose="020B0604020202030204" pitchFamily="34" charset="0"/>
                    <a:cs typeface="Helvetica" panose="020B0604020202030204" pitchFamily="34" charset="0"/>
                    <a:sym typeface="Helvetica" panose="020B0604020202030204" pitchFamily="34" charset="0"/>
                  </a:endParaRPr>
                </a:p>
              </p:txBody>
            </p:sp>
            <p:sp>
              <p:nvSpPr>
                <p:cNvPr id="384" name="AutoShape 65"/>
                <p:cNvSpPr/>
                <p:nvPr/>
              </p:nvSpPr>
              <p:spPr bwMode="auto">
                <a:xfrm>
                  <a:off x="181681" y="98459"/>
                  <a:ext cx="126756" cy="126831"/>
                </a:xfrm>
                <a:custGeom>
                  <a:avLst/>
                  <a:gdLst>
                    <a:gd name="T0" fmla="+- 0 10800 961"/>
                    <a:gd name="T1" fmla="*/ T0 w 19679"/>
                    <a:gd name="T2" fmla="+- 0 10800 961"/>
                    <a:gd name="T3" fmla="*/ 10800 h 19679"/>
                    <a:gd name="T4" fmla="+- 0 10800 961"/>
                    <a:gd name="T5" fmla="*/ T4 w 19679"/>
                    <a:gd name="T6" fmla="+- 0 10800 961"/>
                    <a:gd name="T7" fmla="*/ 10800 h 19679"/>
                    <a:gd name="T8" fmla="+- 0 10800 961"/>
                    <a:gd name="T9" fmla="*/ T8 w 19679"/>
                    <a:gd name="T10" fmla="+- 0 10800 961"/>
                    <a:gd name="T11" fmla="*/ 10800 h 19679"/>
                    <a:gd name="T12" fmla="+- 0 10800 961"/>
                    <a:gd name="T13" fmla="*/ T12 w 19679"/>
                    <a:gd name="T14" fmla="+- 0 10800 961"/>
                    <a:gd name="T15" fmla="*/ 10800 h 19679"/>
                  </a:gdLst>
                  <a:ahLst/>
                  <a:cxnLst>
                    <a:cxn ang="0">
                      <a:pos x="T1" y="T3"/>
                    </a:cxn>
                    <a:cxn ang="0">
                      <a:pos x="T5" y="T7"/>
                    </a:cxn>
                    <a:cxn ang="0">
                      <a:pos x="T9" y="T11"/>
                    </a:cxn>
                    <a:cxn ang="0">
                      <a:pos x="T13" y="T15"/>
                    </a:cxn>
                  </a:cxnLst>
                  <a:rect l="0" t="0" r="r" b="b"/>
                  <a:pathLst>
                    <a:path w="19679" h="19679">
                      <a:moveTo>
                        <a:pt x="16796" y="2881"/>
                      </a:moveTo>
                      <a:cubicBezTo>
                        <a:pt x="20639" y="6724"/>
                        <a:pt x="20639" y="12953"/>
                        <a:pt x="16796" y="16796"/>
                      </a:cubicBezTo>
                      <a:cubicBezTo>
                        <a:pt x="12953" y="20638"/>
                        <a:pt x="6724" y="20638"/>
                        <a:pt x="2881" y="16796"/>
                      </a:cubicBezTo>
                      <a:cubicBezTo>
                        <a:pt x="-961" y="12953"/>
                        <a:pt x="-961" y="6724"/>
                        <a:pt x="2881" y="2881"/>
                      </a:cubicBezTo>
                      <a:cubicBezTo>
                        <a:pt x="6724" y="-961"/>
                        <a:pt x="12953" y="-961"/>
                        <a:pt x="16796" y="2881"/>
                      </a:cubicBezTo>
                    </a:path>
                  </a:pathLst>
                </a:custGeom>
                <a:grpFill/>
                <a:ln w="25400" cap="flat" cmpd="sng">
                  <a:solidFill>
                    <a:srgbClr val="C00000"/>
                  </a:solidFill>
                  <a:prstDash val="solid"/>
                  <a:miter lim="0"/>
                </a:ln>
                <a:effectLst>
                  <a:outerShdw blurRad="127000" dist="76201" dir="2700000" algn="ctr" rotWithShape="0">
                    <a:srgbClr val="000000">
                      <a:alpha val="75000"/>
                    </a:srgbClr>
                  </a:outerShdw>
                </a:effectLst>
              </p:spPr>
              <p:txBody>
                <a:bodyPr lIns="0" tIns="0" rIns="0" bIns="0" anchor="ctr"/>
                <a:lstStyle>
                  <a:defPPr>
                    <a:defRPr lang="zh-CN"/>
                  </a:defPPr>
                  <a:lvl1pPr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1pPr>
                  <a:lvl2pPr marL="2286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2pPr>
                  <a:lvl3pPr marL="4572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3pPr>
                  <a:lvl4pPr marL="6858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4pPr>
                  <a:lvl5pPr marL="9144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5pPr>
                  <a:lvl6pPr marL="22860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6pPr>
                  <a:lvl7pPr marL="27432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7pPr>
                  <a:lvl8pPr marL="32004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8pPr>
                  <a:lvl9pPr marL="36576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9pPr>
                </a:lstStyle>
                <a:p>
                  <a:endParaRPr lang="zh-CN" altLang="zh-CN" sz="300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ill Sans" charset="0"/>
                    <a:ea typeface="Gill Sans" charset="0"/>
                    <a:cs typeface="Gill Sans" charset="0"/>
                    <a:sym typeface="Gill Sans" charset="0"/>
                  </a:endParaRPr>
                </a:p>
              </p:txBody>
            </p:sp>
            <p:sp>
              <p:nvSpPr>
                <p:cNvPr id="385" name="AutoShape 66"/>
                <p:cNvSpPr/>
                <p:nvPr/>
              </p:nvSpPr>
              <p:spPr bwMode="auto">
                <a:xfrm>
                  <a:off x="500681" y="98459"/>
                  <a:ext cx="126756" cy="126831"/>
                </a:xfrm>
                <a:custGeom>
                  <a:avLst/>
                  <a:gdLst>
                    <a:gd name="T0" fmla="+- 0 10800 961"/>
                    <a:gd name="T1" fmla="*/ T0 w 19679"/>
                    <a:gd name="T2" fmla="+- 0 10800 961"/>
                    <a:gd name="T3" fmla="*/ 10800 h 19679"/>
                    <a:gd name="T4" fmla="+- 0 10800 961"/>
                    <a:gd name="T5" fmla="*/ T4 w 19679"/>
                    <a:gd name="T6" fmla="+- 0 10800 961"/>
                    <a:gd name="T7" fmla="*/ 10800 h 19679"/>
                    <a:gd name="T8" fmla="+- 0 10800 961"/>
                    <a:gd name="T9" fmla="*/ T8 w 19679"/>
                    <a:gd name="T10" fmla="+- 0 10800 961"/>
                    <a:gd name="T11" fmla="*/ 10800 h 19679"/>
                    <a:gd name="T12" fmla="+- 0 10800 961"/>
                    <a:gd name="T13" fmla="*/ T12 w 19679"/>
                    <a:gd name="T14" fmla="+- 0 10800 961"/>
                    <a:gd name="T15" fmla="*/ 10800 h 19679"/>
                  </a:gdLst>
                  <a:ahLst/>
                  <a:cxnLst>
                    <a:cxn ang="0">
                      <a:pos x="T1" y="T3"/>
                    </a:cxn>
                    <a:cxn ang="0">
                      <a:pos x="T5" y="T7"/>
                    </a:cxn>
                    <a:cxn ang="0">
                      <a:pos x="T9" y="T11"/>
                    </a:cxn>
                    <a:cxn ang="0">
                      <a:pos x="T13" y="T15"/>
                    </a:cxn>
                  </a:cxnLst>
                  <a:rect l="0" t="0" r="r" b="b"/>
                  <a:pathLst>
                    <a:path w="19679" h="19679">
                      <a:moveTo>
                        <a:pt x="16796" y="2881"/>
                      </a:moveTo>
                      <a:cubicBezTo>
                        <a:pt x="20639" y="6724"/>
                        <a:pt x="20639" y="12953"/>
                        <a:pt x="16796" y="16796"/>
                      </a:cubicBezTo>
                      <a:cubicBezTo>
                        <a:pt x="12953" y="20638"/>
                        <a:pt x="6724" y="20638"/>
                        <a:pt x="2881" y="16796"/>
                      </a:cubicBezTo>
                      <a:cubicBezTo>
                        <a:pt x="-961" y="12953"/>
                        <a:pt x="-961" y="6724"/>
                        <a:pt x="2881" y="2881"/>
                      </a:cubicBezTo>
                      <a:cubicBezTo>
                        <a:pt x="6724" y="-961"/>
                        <a:pt x="12953" y="-961"/>
                        <a:pt x="16796" y="2881"/>
                      </a:cubicBezTo>
                    </a:path>
                  </a:pathLst>
                </a:custGeom>
                <a:grpFill/>
                <a:ln w="25400" cap="flat" cmpd="sng">
                  <a:solidFill>
                    <a:srgbClr val="C00000"/>
                  </a:solidFill>
                  <a:prstDash val="solid"/>
                  <a:miter lim="0"/>
                </a:ln>
                <a:effectLst>
                  <a:outerShdw blurRad="127000" dist="76201" dir="2700000" algn="ctr" rotWithShape="0">
                    <a:srgbClr val="000000">
                      <a:alpha val="75000"/>
                    </a:srgbClr>
                  </a:outerShdw>
                </a:effectLst>
              </p:spPr>
              <p:txBody>
                <a:bodyPr lIns="0" tIns="0" rIns="0" bIns="0" anchor="ctr"/>
                <a:lstStyle>
                  <a:defPPr>
                    <a:defRPr lang="zh-CN"/>
                  </a:defPPr>
                  <a:lvl1pPr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1pPr>
                  <a:lvl2pPr marL="2286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2pPr>
                  <a:lvl3pPr marL="4572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3pPr>
                  <a:lvl4pPr marL="6858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4pPr>
                  <a:lvl5pPr marL="9144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5pPr>
                  <a:lvl6pPr marL="22860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6pPr>
                  <a:lvl7pPr marL="27432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7pPr>
                  <a:lvl8pPr marL="32004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8pPr>
                  <a:lvl9pPr marL="36576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9pPr>
                </a:lstStyle>
                <a:p>
                  <a:endParaRPr lang="zh-CN" altLang="zh-CN" sz="300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ill Sans" charset="0"/>
                    <a:ea typeface="Gill Sans" charset="0"/>
                    <a:cs typeface="Gill Sans" charset="0"/>
                    <a:sym typeface="Gill Sans" charset="0"/>
                  </a:endParaRPr>
                </a:p>
              </p:txBody>
            </p:sp>
            <p:sp>
              <p:nvSpPr>
                <p:cNvPr id="386" name="Line 67"/>
                <p:cNvSpPr>
                  <a:spLocks noChangeShapeType="1"/>
                </p:cNvSpPr>
                <p:nvPr/>
              </p:nvSpPr>
              <p:spPr bwMode="auto">
                <a:xfrm>
                  <a:off x="567835" y="214550"/>
                  <a:ext cx="177749" cy="166402"/>
                </a:xfrm>
                <a:prstGeom prst="line">
                  <a:avLst/>
                </a:prstGeom>
                <a:grpFill/>
                <a:ln w="25400" cap="flat" cmpd="sng">
                  <a:solidFill>
                    <a:srgbClr val="C00000"/>
                  </a:solidFill>
                  <a:prstDash val="solid"/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 anchor="ctr"/>
                <a:lstStyle>
                  <a:defPPr>
                    <a:defRPr lang="zh-CN"/>
                  </a:defPPr>
                  <a:lvl1pPr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1pPr>
                  <a:lvl2pPr marL="2286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2pPr>
                  <a:lvl3pPr marL="4572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3pPr>
                  <a:lvl4pPr marL="6858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4pPr>
                  <a:lvl5pPr marL="9144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5pPr>
                  <a:lvl6pPr marL="22860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6pPr>
                  <a:lvl7pPr marL="27432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7pPr>
                  <a:lvl8pPr marL="32004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8pPr>
                  <a:lvl9pPr marL="36576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9pPr>
                </a:lstStyle>
                <a:p>
                  <a:pPr algn="l"/>
                  <a:endParaRPr lang="zh-CN" altLang="zh-CN" sz="1200">
                    <a:latin typeface="Helvetica" panose="020B0604020202030204" pitchFamily="34" charset="0"/>
                    <a:ea typeface="Helvetica" panose="020B0604020202030204" pitchFamily="34" charset="0"/>
                    <a:cs typeface="Helvetica" panose="020B0604020202030204" pitchFamily="34" charset="0"/>
                    <a:sym typeface="Helvetica" panose="020B0604020202030204" pitchFamily="34" charset="0"/>
                  </a:endParaRPr>
                </a:p>
              </p:txBody>
            </p:sp>
            <p:sp>
              <p:nvSpPr>
                <p:cNvPr id="387" name="Line 68"/>
                <p:cNvSpPr>
                  <a:spLocks noChangeShapeType="1"/>
                </p:cNvSpPr>
                <p:nvPr/>
              </p:nvSpPr>
              <p:spPr bwMode="auto">
                <a:xfrm flipH="1">
                  <a:off x="516400" y="200228"/>
                  <a:ext cx="53029" cy="177850"/>
                </a:xfrm>
                <a:prstGeom prst="line">
                  <a:avLst/>
                </a:prstGeom>
                <a:grpFill/>
                <a:ln w="25400" cap="flat" cmpd="sng">
                  <a:solidFill>
                    <a:srgbClr val="C00000"/>
                  </a:solidFill>
                  <a:prstDash val="solid"/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 anchor="ctr"/>
                <a:lstStyle>
                  <a:defPPr>
                    <a:defRPr lang="zh-CN"/>
                  </a:defPPr>
                  <a:lvl1pPr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1pPr>
                  <a:lvl2pPr marL="2286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2pPr>
                  <a:lvl3pPr marL="4572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3pPr>
                  <a:lvl4pPr marL="6858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4pPr>
                  <a:lvl5pPr marL="9144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5pPr>
                  <a:lvl6pPr marL="22860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6pPr>
                  <a:lvl7pPr marL="27432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7pPr>
                  <a:lvl8pPr marL="32004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8pPr>
                  <a:lvl9pPr marL="36576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9pPr>
                </a:lstStyle>
                <a:p>
                  <a:pPr algn="l"/>
                  <a:endParaRPr lang="zh-CN" altLang="zh-CN" sz="1200">
                    <a:latin typeface="Helvetica" panose="020B0604020202030204" pitchFamily="34" charset="0"/>
                    <a:ea typeface="Helvetica" panose="020B0604020202030204" pitchFamily="34" charset="0"/>
                    <a:cs typeface="Helvetica" panose="020B0604020202030204" pitchFamily="34" charset="0"/>
                    <a:sym typeface="Helvetica" panose="020B0604020202030204" pitchFamily="34" charset="0"/>
                  </a:endParaRPr>
                </a:p>
              </p:txBody>
            </p:sp>
            <p:sp>
              <p:nvSpPr>
                <p:cNvPr id="388" name="Line 69"/>
                <p:cNvSpPr>
                  <a:spLocks noChangeShapeType="1"/>
                </p:cNvSpPr>
                <p:nvPr/>
              </p:nvSpPr>
              <p:spPr bwMode="auto">
                <a:xfrm>
                  <a:off x="246310" y="219333"/>
                  <a:ext cx="272183" cy="156042"/>
                </a:xfrm>
                <a:prstGeom prst="line">
                  <a:avLst/>
                </a:prstGeom>
                <a:grpFill/>
                <a:ln w="25400" cap="flat" cmpd="sng">
                  <a:solidFill>
                    <a:srgbClr val="C00000"/>
                  </a:solidFill>
                  <a:prstDash val="solid"/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 anchor="ctr"/>
                <a:lstStyle>
                  <a:defPPr>
                    <a:defRPr lang="zh-CN"/>
                  </a:defPPr>
                  <a:lvl1pPr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1pPr>
                  <a:lvl2pPr marL="2286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2pPr>
                  <a:lvl3pPr marL="4572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3pPr>
                  <a:lvl4pPr marL="6858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4pPr>
                  <a:lvl5pPr marL="9144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5pPr>
                  <a:lvl6pPr marL="22860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6pPr>
                  <a:lvl7pPr marL="27432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7pPr>
                  <a:lvl8pPr marL="32004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8pPr>
                  <a:lvl9pPr marL="36576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9pPr>
                </a:lstStyle>
                <a:p>
                  <a:pPr algn="l"/>
                  <a:endParaRPr lang="zh-CN" altLang="zh-CN" sz="1200">
                    <a:latin typeface="Helvetica" panose="020B0604020202030204" pitchFamily="34" charset="0"/>
                    <a:ea typeface="Helvetica" panose="020B0604020202030204" pitchFamily="34" charset="0"/>
                    <a:cs typeface="Helvetica" panose="020B0604020202030204" pitchFamily="34" charset="0"/>
                    <a:sym typeface="Helvetica" panose="020B0604020202030204" pitchFamily="34" charset="0"/>
                  </a:endParaRPr>
                </a:p>
              </p:txBody>
            </p:sp>
            <p:sp>
              <p:nvSpPr>
                <p:cNvPr id="389" name="Line 70"/>
                <p:cNvSpPr>
                  <a:spLocks noChangeShapeType="1"/>
                </p:cNvSpPr>
                <p:nvPr/>
              </p:nvSpPr>
              <p:spPr bwMode="auto">
                <a:xfrm>
                  <a:off x="248432" y="216942"/>
                  <a:ext cx="501929" cy="166372"/>
                </a:xfrm>
                <a:prstGeom prst="line">
                  <a:avLst/>
                </a:prstGeom>
                <a:grpFill/>
                <a:ln w="25400" cap="flat" cmpd="sng">
                  <a:solidFill>
                    <a:srgbClr val="C00000"/>
                  </a:solidFill>
                  <a:prstDash val="solid"/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 anchor="ctr"/>
                <a:lstStyle>
                  <a:defPPr>
                    <a:defRPr lang="zh-CN"/>
                  </a:defPPr>
                  <a:lvl1pPr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1pPr>
                  <a:lvl2pPr marL="2286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2pPr>
                  <a:lvl3pPr marL="4572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3pPr>
                  <a:lvl4pPr marL="6858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4pPr>
                  <a:lvl5pPr marL="9144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5pPr>
                  <a:lvl6pPr marL="22860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6pPr>
                  <a:lvl7pPr marL="27432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7pPr>
                  <a:lvl8pPr marL="32004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8pPr>
                  <a:lvl9pPr marL="36576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9pPr>
                </a:lstStyle>
                <a:p>
                  <a:pPr algn="l"/>
                  <a:endParaRPr lang="zh-CN" altLang="zh-CN" sz="1200">
                    <a:latin typeface="Helvetica" panose="020B0604020202030204" pitchFamily="34" charset="0"/>
                    <a:ea typeface="Helvetica" panose="020B0604020202030204" pitchFamily="34" charset="0"/>
                    <a:cs typeface="Helvetica" panose="020B0604020202030204" pitchFamily="34" charset="0"/>
                    <a:sym typeface="Helvetica" panose="020B0604020202030204" pitchFamily="34" charset="0"/>
                  </a:endParaRPr>
                </a:p>
              </p:txBody>
            </p:sp>
            <p:sp>
              <p:nvSpPr>
                <p:cNvPr id="390" name="Line 71"/>
                <p:cNvSpPr>
                  <a:spLocks noChangeShapeType="1"/>
                </p:cNvSpPr>
                <p:nvPr/>
              </p:nvSpPr>
              <p:spPr bwMode="auto">
                <a:xfrm flipV="1">
                  <a:off x="285040" y="214550"/>
                  <a:ext cx="287040" cy="169583"/>
                </a:xfrm>
                <a:prstGeom prst="line">
                  <a:avLst/>
                </a:prstGeom>
                <a:grpFill/>
                <a:ln w="25400" cap="flat" cmpd="sng">
                  <a:solidFill>
                    <a:srgbClr val="C00000"/>
                  </a:solidFill>
                  <a:prstDash val="solid"/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 anchor="ctr"/>
                <a:lstStyle>
                  <a:defPPr>
                    <a:defRPr lang="zh-CN"/>
                  </a:defPPr>
                  <a:lvl1pPr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1pPr>
                  <a:lvl2pPr marL="2286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2pPr>
                  <a:lvl3pPr marL="4572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3pPr>
                  <a:lvl4pPr marL="6858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4pPr>
                  <a:lvl5pPr marL="9144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5pPr>
                  <a:lvl6pPr marL="22860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6pPr>
                  <a:lvl7pPr marL="27432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7pPr>
                  <a:lvl8pPr marL="32004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8pPr>
                  <a:lvl9pPr marL="36576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9pPr>
                </a:lstStyle>
                <a:p>
                  <a:pPr algn="l"/>
                  <a:endParaRPr lang="zh-CN" altLang="zh-CN" sz="1200">
                    <a:latin typeface="Helvetica" panose="020B0604020202030204" pitchFamily="34" charset="0"/>
                    <a:ea typeface="Helvetica" panose="020B0604020202030204" pitchFamily="34" charset="0"/>
                    <a:cs typeface="Helvetica" panose="020B0604020202030204" pitchFamily="34" charset="0"/>
                    <a:sym typeface="Helvetica" panose="020B0604020202030204" pitchFamily="34" charset="0"/>
                  </a:endParaRPr>
                </a:p>
              </p:txBody>
            </p:sp>
            <p:sp>
              <p:nvSpPr>
                <p:cNvPr id="391" name="Line 72"/>
                <p:cNvSpPr>
                  <a:spLocks noChangeShapeType="1"/>
                </p:cNvSpPr>
                <p:nvPr/>
              </p:nvSpPr>
              <p:spPr bwMode="auto">
                <a:xfrm flipV="1">
                  <a:off x="59544" y="216149"/>
                  <a:ext cx="500870" cy="160807"/>
                </a:xfrm>
                <a:prstGeom prst="line">
                  <a:avLst/>
                </a:prstGeom>
                <a:grpFill/>
                <a:ln w="25400" cap="flat" cmpd="sng">
                  <a:solidFill>
                    <a:srgbClr val="C00000"/>
                  </a:solidFill>
                  <a:prstDash val="solid"/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 anchor="ctr"/>
                <a:lstStyle>
                  <a:defPPr>
                    <a:defRPr lang="zh-CN"/>
                  </a:defPPr>
                  <a:lvl1pPr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1pPr>
                  <a:lvl2pPr marL="2286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2pPr>
                  <a:lvl3pPr marL="4572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3pPr>
                  <a:lvl4pPr marL="6858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4pPr>
                  <a:lvl5pPr marL="9144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5pPr>
                  <a:lvl6pPr marL="22860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6pPr>
                  <a:lvl7pPr marL="27432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7pPr>
                  <a:lvl8pPr marL="32004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8pPr>
                  <a:lvl9pPr marL="36576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9pPr>
                </a:lstStyle>
                <a:p>
                  <a:pPr algn="l"/>
                  <a:endParaRPr lang="zh-CN" altLang="zh-CN" sz="1200">
                    <a:latin typeface="Helvetica" panose="020B0604020202030204" pitchFamily="34" charset="0"/>
                    <a:ea typeface="Helvetica" panose="020B0604020202030204" pitchFamily="34" charset="0"/>
                    <a:cs typeface="Helvetica" panose="020B0604020202030204" pitchFamily="34" charset="0"/>
                    <a:sym typeface="Helvetica" panose="020B0604020202030204" pitchFamily="34" charset="0"/>
                  </a:endParaRPr>
                </a:p>
              </p:txBody>
            </p:sp>
            <p:sp>
              <p:nvSpPr>
                <p:cNvPr id="392" name="Line 73"/>
                <p:cNvSpPr>
                  <a:spLocks noChangeShapeType="1"/>
                </p:cNvSpPr>
                <p:nvPr/>
              </p:nvSpPr>
              <p:spPr bwMode="auto">
                <a:xfrm flipV="1">
                  <a:off x="62731" y="217734"/>
                  <a:ext cx="189417" cy="164006"/>
                </a:xfrm>
                <a:prstGeom prst="line">
                  <a:avLst/>
                </a:prstGeom>
                <a:grpFill/>
                <a:ln w="25400" cap="flat" cmpd="sng">
                  <a:solidFill>
                    <a:srgbClr val="C00000"/>
                  </a:solidFill>
                  <a:prstDash val="solid"/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 anchor="ctr"/>
                <a:lstStyle>
                  <a:defPPr>
                    <a:defRPr lang="zh-CN"/>
                  </a:defPPr>
                  <a:lvl1pPr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1pPr>
                  <a:lvl2pPr marL="2286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2pPr>
                  <a:lvl3pPr marL="4572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3pPr>
                  <a:lvl4pPr marL="6858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4pPr>
                  <a:lvl5pPr marL="9144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5pPr>
                  <a:lvl6pPr marL="22860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6pPr>
                  <a:lvl7pPr marL="27432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7pPr>
                  <a:lvl8pPr marL="32004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8pPr>
                  <a:lvl9pPr marL="36576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9pPr>
                </a:lstStyle>
                <a:p>
                  <a:pPr algn="l"/>
                  <a:endParaRPr lang="zh-CN" altLang="zh-CN" sz="1200">
                    <a:latin typeface="Helvetica" panose="020B0604020202030204" pitchFamily="34" charset="0"/>
                    <a:ea typeface="Helvetica" panose="020B0604020202030204" pitchFamily="34" charset="0"/>
                    <a:cs typeface="Helvetica" panose="020B0604020202030204" pitchFamily="34" charset="0"/>
                    <a:sym typeface="Helvetica" panose="020B0604020202030204" pitchFamily="34" charset="0"/>
                  </a:endParaRPr>
                </a:p>
              </p:txBody>
            </p:sp>
            <p:sp>
              <p:nvSpPr>
                <p:cNvPr id="393" name="Line 74"/>
                <p:cNvSpPr>
                  <a:spLocks noChangeShapeType="1"/>
                </p:cNvSpPr>
                <p:nvPr/>
              </p:nvSpPr>
              <p:spPr bwMode="auto">
                <a:xfrm flipH="1" flipV="1">
                  <a:off x="250025" y="210573"/>
                  <a:ext cx="30773" cy="167190"/>
                </a:xfrm>
                <a:prstGeom prst="line">
                  <a:avLst/>
                </a:prstGeom>
                <a:grpFill/>
                <a:ln w="25400" cap="flat" cmpd="sng">
                  <a:solidFill>
                    <a:srgbClr val="C00000"/>
                  </a:solidFill>
                  <a:prstDash val="solid"/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 anchor="ctr"/>
                <a:lstStyle>
                  <a:defPPr>
                    <a:defRPr lang="zh-CN"/>
                  </a:defPPr>
                  <a:lvl1pPr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1pPr>
                  <a:lvl2pPr marL="2286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2pPr>
                  <a:lvl3pPr marL="4572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3pPr>
                  <a:lvl4pPr marL="6858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4pPr>
                  <a:lvl5pPr marL="9144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5pPr>
                  <a:lvl6pPr marL="22860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6pPr>
                  <a:lvl7pPr marL="27432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7pPr>
                  <a:lvl8pPr marL="32004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8pPr>
                  <a:lvl9pPr marL="36576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9pPr>
                </a:lstStyle>
                <a:p>
                  <a:pPr algn="l"/>
                  <a:endParaRPr lang="zh-CN" altLang="zh-CN" sz="1200">
                    <a:latin typeface="Helvetica" panose="020B0604020202030204" pitchFamily="34" charset="0"/>
                    <a:ea typeface="Helvetica" panose="020B0604020202030204" pitchFamily="34" charset="0"/>
                    <a:cs typeface="Helvetica" panose="020B0604020202030204" pitchFamily="34" charset="0"/>
                    <a:sym typeface="Helvetica" panose="020B0604020202030204" pitchFamily="34" charset="0"/>
                  </a:endParaRPr>
                </a:p>
              </p:txBody>
            </p:sp>
            <p:sp>
              <p:nvSpPr>
                <p:cNvPr id="394" name="Line 75"/>
                <p:cNvSpPr>
                  <a:spLocks noChangeShapeType="1"/>
                </p:cNvSpPr>
                <p:nvPr/>
              </p:nvSpPr>
              <p:spPr bwMode="auto">
                <a:xfrm>
                  <a:off x="249892" y="0"/>
                  <a:ext cx="1" cy="103062"/>
                </a:xfrm>
                <a:prstGeom prst="line">
                  <a:avLst/>
                </a:prstGeom>
                <a:grpFill/>
                <a:ln w="25400" cap="flat" cmpd="sng">
                  <a:solidFill>
                    <a:srgbClr val="C00000"/>
                  </a:solidFill>
                  <a:prstDash val="solid"/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 anchor="ctr"/>
                <a:lstStyle>
                  <a:defPPr>
                    <a:defRPr lang="zh-CN"/>
                  </a:defPPr>
                  <a:lvl1pPr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1pPr>
                  <a:lvl2pPr marL="2286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2pPr>
                  <a:lvl3pPr marL="4572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3pPr>
                  <a:lvl4pPr marL="6858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4pPr>
                  <a:lvl5pPr marL="9144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5pPr>
                  <a:lvl6pPr marL="22860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6pPr>
                  <a:lvl7pPr marL="27432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7pPr>
                  <a:lvl8pPr marL="32004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8pPr>
                  <a:lvl9pPr marL="36576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9pPr>
                </a:lstStyle>
                <a:p>
                  <a:pPr algn="l"/>
                  <a:endParaRPr lang="zh-CN" altLang="zh-CN" sz="1200">
                    <a:latin typeface="Helvetica" panose="020B0604020202030204" pitchFamily="34" charset="0"/>
                    <a:ea typeface="Helvetica" panose="020B0604020202030204" pitchFamily="34" charset="0"/>
                    <a:cs typeface="Helvetica" panose="020B0604020202030204" pitchFamily="34" charset="0"/>
                    <a:sym typeface="Helvetica" panose="020B0604020202030204" pitchFamily="34" charset="0"/>
                  </a:endParaRPr>
                </a:p>
              </p:txBody>
            </p:sp>
            <p:sp>
              <p:nvSpPr>
                <p:cNvPr id="395" name="Line 76"/>
                <p:cNvSpPr>
                  <a:spLocks noChangeShapeType="1"/>
                </p:cNvSpPr>
                <p:nvPr/>
              </p:nvSpPr>
              <p:spPr bwMode="auto">
                <a:xfrm>
                  <a:off x="561904" y="0"/>
                  <a:ext cx="1" cy="103062"/>
                </a:xfrm>
                <a:prstGeom prst="line">
                  <a:avLst/>
                </a:prstGeom>
                <a:grpFill/>
                <a:ln w="25400" cap="flat" cmpd="sng">
                  <a:solidFill>
                    <a:srgbClr val="C00000"/>
                  </a:solidFill>
                  <a:prstDash val="solid"/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 anchor="ctr"/>
                <a:lstStyle>
                  <a:defPPr>
                    <a:defRPr lang="zh-CN"/>
                  </a:defPPr>
                  <a:lvl1pPr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1pPr>
                  <a:lvl2pPr marL="2286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2pPr>
                  <a:lvl3pPr marL="4572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3pPr>
                  <a:lvl4pPr marL="6858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4pPr>
                  <a:lvl5pPr marL="9144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5pPr>
                  <a:lvl6pPr marL="22860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6pPr>
                  <a:lvl7pPr marL="27432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7pPr>
                  <a:lvl8pPr marL="32004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8pPr>
                  <a:lvl9pPr marL="36576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9pPr>
                </a:lstStyle>
                <a:p>
                  <a:pPr algn="l"/>
                  <a:endParaRPr lang="zh-CN" altLang="zh-CN" sz="1200">
                    <a:latin typeface="Helvetica" panose="020B0604020202030204" pitchFamily="34" charset="0"/>
                    <a:ea typeface="Helvetica" panose="020B0604020202030204" pitchFamily="34" charset="0"/>
                    <a:cs typeface="Helvetica" panose="020B0604020202030204" pitchFamily="34" charset="0"/>
                    <a:sym typeface="Helvetica" panose="020B0604020202030204" pitchFamily="34" charset="0"/>
                  </a:endParaRPr>
                </a:p>
              </p:txBody>
            </p:sp>
            <p:sp>
              <p:nvSpPr>
                <p:cNvPr id="396" name="Line 77"/>
                <p:cNvSpPr>
                  <a:spLocks noChangeShapeType="1"/>
                </p:cNvSpPr>
                <p:nvPr/>
              </p:nvSpPr>
              <p:spPr bwMode="auto">
                <a:xfrm flipH="1">
                  <a:off x="201890" y="753698"/>
                  <a:ext cx="1" cy="103063"/>
                </a:xfrm>
                <a:prstGeom prst="line">
                  <a:avLst/>
                </a:prstGeom>
                <a:grpFill/>
                <a:ln w="25400" cap="flat" cmpd="sng">
                  <a:solidFill>
                    <a:srgbClr val="C00000"/>
                  </a:solidFill>
                  <a:prstDash val="solid"/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 anchor="ctr"/>
                <a:lstStyle>
                  <a:defPPr>
                    <a:defRPr lang="zh-CN"/>
                  </a:defPPr>
                  <a:lvl1pPr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1pPr>
                  <a:lvl2pPr marL="2286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2pPr>
                  <a:lvl3pPr marL="4572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3pPr>
                  <a:lvl4pPr marL="6858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4pPr>
                  <a:lvl5pPr marL="9144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5pPr>
                  <a:lvl6pPr marL="22860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6pPr>
                  <a:lvl7pPr marL="27432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7pPr>
                  <a:lvl8pPr marL="32004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8pPr>
                  <a:lvl9pPr marL="36576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9pPr>
                </a:lstStyle>
                <a:p>
                  <a:pPr algn="l"/>
                  <a:endParaRPr lang="zh-CN" altLang="zh-CN" sz="1200">
                    <a:latin typeface="Helvetica" panose="020B0604020202030204" pitchFamily="34" charset="0"/>
                    <a:ea typeface="Helvetica" panose="020B0604020202030204" pitchFamily="34" charset="0"/>
                    <a:cs typeface="Helvetica" panose="020B0604020202030204" pitchFamily="34" charset="0"/>
                    <a:sym typeface="Helvetica" panose="020B0604020202030204" pitchFamily="34" charset="0"/>
                  </a:endParaRPr>
                </a:p>
              </p:txBody>
            </p:sp>
            <p:sp>
              <p:nvSpPr>
                <p:cNvPr id="397" name="Line 78"/>
                <p:cNvSpPr>
                  <a:spLocks noChangeShapeType="1"/>
                </p:cNvSpPr>
                <p:nvPr/>
              </p:nvSpPr>
              <p:spPr bwMode="auto">
                <a:xfrm>
                  <a:off x="405898" y="753698"/>
                  <a:ext cx="1" cy="103063"/>
                </a:xfrm>
                <a:prstGeom prst="line">
                  <a:avLst/>
                </a:prstGeom>
                <a:grpFill/>
                <a:ln w="25400" cap="flat" cmpd="sng">
                  <a:solidFill>
                    <a:srgbClr val="C00000"/>
                  </a:solidFill>
                  <a:prstDash val="solid"/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 anchor="ctr"/>
                <a:lstStyle>
                  <a:defPPr>
                    <a:defRPr lang="zh-CN"/>
                  </a:defPPr>
                  <a:lvl1pPr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1pPr>
                  <a:lvl2pPr marL="2286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2pPr>
                  <a:lvl3pPr marL="4572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3pPr>
                  <a:lvl4pPr marL="6858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4pPr>
                  <a:lvl5pPr marL="9144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5pPr>
                  <a:lvl6pPr marL="22860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6pPr>
                  <a:lvl7pPr marL="27432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7pPr>
                  <a:lvl8pPr marL="32004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8pPr>
                  <a:lvl9pPr marL="36576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9pPr>
                </a:lstStyle>
                <a:p>
                  <a:pPr algn="l"/>
                  <a:endParaRPr lang="zh-CN" altLang="zh-CN" sz="1200">
                    <a:latin typeface="Helvetica" panose="020B0604020202030204" pitchFamily="34" charset="0"/>
                    <a:ea typeface="Helvetica" panose="020B0604020202030204" pitchFamily="34" charset="0"/>
                    <a:cs typeface="Helvetica" panose="020B0604020202030204" pitchFamily="34" charset="0"/>
                    <a:sym typeface="Helvetica" panose="020B0604020202030204" pitchFamily="34" charset="0"/>
                  </a:endParaRPr>
                </a:p>
              </p:txBody>
            </p:sp>
            <p:sp>
              <p:nvSpPr>
                <p:cNvPr id="398" name="Line 79"/>
                <p:cNvSpPr>
                  <a:spLocks noChangeShapeType="1"/>
                </p:cNvSpPr>
                <p:nvPr/>
              </p:nvSpPr>
              <p:spPr bwMode="auto">
                <a:xfrm>
                  <a:off x="607506" y="753698"/>
                  <a:ext cx="1" cy="103063"/>
                </a:xfrm>
                <a:prstGeom prst="line">
                  <a:avLst/>
                </a:prstGeom>
                <a:grpFill/>
                <a:ln w="25400" cap="flat" cmpd="sng">
                  <a:solidFill>
                    <a:srgbClr val="C00000"/>
                  </a:solidFill>
                  <a:prstDash val="solid"/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 anchor="ctr"/>
                <a:lstStyle>
                  <a:defPPr>
                    <a:defRPr lang="zh-CN"/>
                  </a:defPPr>
                  <a:lvl1pPr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1pPr>
                  <a:lvl2pPr marL="2286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2pPr>
                  <a:lvl3pPr marL="4572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3pPr>
                  <a:lvl4pPr marL="6858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4pPr>
                  <a:lvl5pPr marL="9144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5pPr>
                  <a:lvl6pPr marL="22860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6pPr>
                  <a:lvl7pPr marL="27432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7pPr>
                  <a:lvl8pPr marL="32004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8pPr>
                  <a:lvl9pPr marL="36576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9pPr>
                </a:lstStyle>
                <a:p>
                  <a:pPr algn="l"/>
                  <a:endParaRPr lang="zh-CN" altLang="zh-CN" sz="1200">
                    <a:latin typeface="Helvetica" panose="020B0604020202030204" pitchFamily="34" charset="0"/>
                    <a:ea typeface="Helvetica" panose="020B0604020202030204" pitchFamily="34" charset="0"/>
                    <a:cs typeface="Helvetica" panose="020B0604020202030204" pitchFamily="34" charset="0"/>
                    <a:sym typeface="Helvetica" panose="020B0604020202030204" pitchFamily="34" charset="0"/>
                  </a:endParaRPr>
                </a:p>
              </p:txBody>
            </p:sp>
          </p:grpSp>
          <p:grpSp>
            <p:nvGrpSpPr>
              <p:cNvPr id="330" name="Group 80"/>
              <p:cNvGrpSpPr/>
              <p:nvPr/>
            </p:nvGrpSpPr>
            <p:grpSpPr bwMode="auto">
              <a:xfrm>
                <a:off x="689254" y="0"/>
                <a:ext cx="811233" cy="856761"/>
                <a:chOff x="-1" y="0"/>
                <a:chExt cx="811233" cy="856761"/>
              </a:xfrm>
              <a:grpFill/>
            </p:grpSpPr>
            <p:sp>
              <p:nvSpPr>
                <p:cNvPr id="331" name="AutoShape 81"/>
                <p:cNvSpPr/>
                <p:nvPr/>
              </p:nvSpPr>
              <p:spPr bwMode="auto">
                <a:xfrm>
                  <a:off x="141543" y="626915"/>
                  <a:ext cx="126755" cy="126830"/>
                </a:xfrm>
                <a:custGeom>
                  <a:avLst/>
                  <a:gdLst>
                    <a:gd name="T0" fmla="+- 0 10800 961"/>
                    <a:gd name="T1" fmla="*/ T0 w 19679"/>
                    <a:gd name="T2" fmla="+- 0 10800 961"/>
                    <a:gd name="T3" fmla="*/ 10800 h 19679"/>
                    <a:gd name="T4" fmla="+- 0 10800 961"/>
                    <a:gd name="T5" fmla="*/ T4 w 19679"/>
                    <a:gd name="T6" fmla="+- 0 10800 961"/>
                    <a:gd name="T7" fmla="*/ 10800 h 19679"/>
                    <a:gd name="T8" fmla="+- 0 10800 961"/>
                    <a:gd name="T9" fmla="*/ T8 w 19679"/>
                    <a:gd name="T10" fmla="+- 0 10800 961"/>
                    <a:gd name="T11" fmla="*/ 10800 h 19679"/>
                    <a:gd name="T12" fmla="+- 0 10800 961"/>
                    <a:gd name="T13" fmla="*/ T12 w 19679"/>
                    <a:gd name="T14" fmla="+- 0 10800 961"/>
                    <a:gd name="T15" fmla="*/ 10800 h 19679"/>
                  </a:gdLst>
                  <a:ahLst/>
                  <a:cxnLst>
                    <a:cxn ang="0">
                      <a:pos x="T1" y="T3"/>
                    </a:cxn>
                    <a:cxn ang="0">
                      <a:pos x="T5" y="T7"/>
                    </a:cxn>
                    <a:cxn ang="0">
                      <a:pos x="T9" y="T11"/>
                    </a:cxn>
                    <a:cxn ang="0">
                      <a:pos x="T13" y="T15"/>
                    </a:cxn>
                  </a:cxnLst>
                  <a:rect l="0" t="0" r="r" b="b"/>
                  <a:pathLst>
                    <a:path w="19679" h="19679">
                      <a:moveTo>
                        <a:pt x="16796" y="2881"/>
                      </a:moveTo>
                      <a:cubicBezTo>
                        <a:pt x="20639" y="6724"/>
                        <a:pt x="20639" y="12953"/>
                        <a:pt x="16796" y="16796"/>
                      </a:cubicBezTo>
                      <a:cubicBezTo>
                        <a:pt x="12953" y="20638"/>
                        <a:pt x="6723" y="20638"/>
                        <a:pt x="2881" y="16796"/>
                      </a:cubicBezTo>
                      <a:cubicBezTo>
                        <a:pt x="-961" y="12953"/>
                        <a:pt x="-961" y="6724"/>
                        <a:pt x="2881" y="2881"/>
                      </a:cubicBezTo>
                      <a:cubicBezTo>
                        <a:pt x="6723" y="-961"/>
                        <a:pt x="12953" y="-961"/>
                        <a:pt x="16796" y="2881"/>
                      </a:cubicBezTo>
                    </a:path>
                  </a:pathLst>
                </a:custGeom>
                <a:grpFill/>
                <a:ln w="25400" cap="flat" cmpd="sng">
                  <a:solidFill>
                    <a:srgbClr val="C00000"/>
                  </a:solidFill>
                  <a:prstDash val="solid"/>
                  <a:miter lim="0"/>
                </a:ln>
                <a:effectLst>
                  <a:outerShdw blurRad="127000" dist="76201" dir="2700000" algn="ctr" rotWithShape="0">
                    <a:srgbClr val="000000">
                      <a:alpha val="75000"/>
                    </a:srgbClr>
                  </a:outerShdw>
                </a:effectLst>
              </p:spPr>
              <p:txBody>
                <a:bodyPr lIns="0" tIns="0" rIns="0" bIns="0" anchor="ctr"/>
                <a:lstStyle>
                  <a:defPPr>
                    <a:defRPr lang="zh-CN"/>
                  </a:defPPr>
                  <a:lvl1pPr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1pPr>
                  <a:lvl2pPr marL="2286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2pPr>
                  <a:lvl3pPr marL="4572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3pPr>
                  <a:lvl4pPr marL="6858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4pPr>
                  <a:lvl5pPr marL="9144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5pPr>
                  <a:lvl6pPr marL="22860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6pPr>
                  <a:lvl7pPr marL="27432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7pPr>
                  <a:lvl8pPr marL="32004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8pPr>
                  <a:lvl9pPr marL="36576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9pPr>
                </a:lstStyle>
                <a:p>
                  <a:endParaRPr lang="zh-CN" altLang="zh-CN" sz="300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ill Sans" charset="0"/>
                    <a:ea typeface="Gill Sans" charset="0"/>
                    <a:cs typeface="Gill Sans" charset="0"/>
                    <a:sym typeface="Gill Sans" charset="0"/>
                  </a:endParaRPr>
                </a:p>
              </p:txBody>
            </p:sp>
            <p:sp>
              <p:nvSpPr>
                <p:cNvPr id="332" name="AutoShape 82"/>
                <p:cNvSpPr/>
                <p:nvPr/>
              </p:nvSpPr>
              <p:spPr bwMode="auto">
                <a:xfrm>
                  <a:off x="342238" y="626915"/>
                  <a:ext cx="126755" cy="126830"/>
                </a:xfrm>
                <a:custGeom>
                  <a:avLst/>
                  <a:gdLst>
                    <a:gd name="T0" fmla="+- 0 10800 961"/>
                    <a:gd name="T1" fmla="*/ T0 w 19679"/>
                    <a:gd name="T2" fmla="+- 0 10800 961"/>
                    <a:gd name="T3" fmla="*/ 10800 h 19679"/>
                    <a:gd name="T4" fmla="+- 0 10800 961"/>
                    <a:gd name="T5" fmla="*/ T4 w 19679"/>
                    <a:gd name="T6" fmla="+- 0 10800 961"/>
                    <a:gd name="T7" fmla="*/ 10800 h 19679"/>
                    <a:gd name="T8" fmla="+- 0 10800 961"/>
                    <a:gd name="T9" fmla="*/ T8 w 19679"/>
                    <a:gd name="T10" fmla="+- 0 10800 961"/>
                    <a:gd name="T11" fmla="*/ 10800 h 19679"/>
                    <a:gd name="T12" fmla="+- 0 10800 961"/>
                    <a:gd name="T13" fmla="*/ T12 w 19679"/>
                    <a:gd name="T14" fmla="+- 0 10800 961"/>
                    <a:gd name="T15" fmla="*/ 10800 h 19679"/>
                  </a:gdLst>
                  <a:ahLst/>
                  <a:cxnLst>
                    <a:cxn ang="0">
                      <a:pos x="T1" y="T3"/>
                    </a:cxn>
                    <a:cxn ang="0">
                      <a:pos x="T5" y="T7"/>
                    </a:cxn>
                    <a:cxn ang="0">
                      <a:pos x="T9" y="T11"/>
                    </a:cxn>
                    <a:cxn ang="0">
                      <a:pos x="T13" y="T15"/>
                    </a:cxn>
                  </a:cxnLst>
                  <a:rect l="0" t="0" r="r" b="b"/>
                  <a:pathLst>
                    <a:path w="19679" h="19679">
                      <a:moveTo>
                        <a:pt x="16796" y="2881"/>
                      </a:moveTo>
                      <a:cubicBezTo>
                        <a:pt x="20639" y="6724"/>
                        <a:pt x="20639" y="12953"/>
                        <a:pt x="16796" y="16796"/>
                      </a:cubicBezTo>
                      <a:cubicBezTo>
                        <a:pt x="12953" y="20638"/>
                        <a:pt x="6723" y="20638"/>
                        <a:pt x="2881" y="16796"/>
                      </a:cubicBezTo>
                      <a:cubicBezTo>
                        <a:pt x="-961" y="12953"/>
                        <a:pt x="-961" y="6724"/>
                        <a:pt x="2881" y="2881"/>
                      </a:cubicBezTo>
                      <a:cubicBezTo>
                        <a:pt x="6723" y="-961"/>
                        <a:pt x="12953" y="-961"/>
                        <a:pt x="16796" y="2881"/>
                      </a:cubicBezTo>
                    </a:path>
                  </a:pathLst>
                </a:custGeom>
                <a:grpFill/>
                <a:ln w="25400" cap="flat" cmpd="sng">
                  <a:solidFill>
                    <a:srgbClr val="C00000"/>
                  </a:solidFill>
                  <a:prstDash val="solid"/>
                  <a:miter lim="0"/>
                </a:ln>
                <a:effectLst>
                  <a:outerShdw blurRad="127000" dist="76201" dir="2700000" algn="ctr" rotWithShape="0">
                    <a:srgbClr val="000000">
                      <a:alpha val="75000"/>
                    </a:srgbClr>
                  </a:outerShdw>
                </a:effectLst>
              </p:spPr>
              <p:txBody>
                <a:bodyPr lIns="0" tIns="0" rIns="0" bIns="0" anchor="ctr"/>
                <a:lstStyle>
                  <a:defPPr>
                    <a:defRPr lang="zh-CN"/>
                  </a:defPPr>
                  <a:lvl1pPr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1pPr>
                  <a:lvl2pPr marL="2286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2pPr>
                  <a:lvl3pPr marL="4572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3pPr>
                  <a:lvl4pPr marL="6858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4pPr>
                  <a:lvl5pPr marL="9144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5pPr>
                  <a:lvl6pPr marL="22860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6pPr>
                  <a:lvl7pPr marL="27432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7pPr>
                  <a:lvl8pPr marL="32004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8pPr>
                  <a:lvl9pPr marL="36576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9pPr>
                </a:lstStyle>
                <a:p>
                  <a:endParaRPr lang="zh-CN" altLang="zh-CN" sz="300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ill Sans" charset="0"/>
                    <a:ea typeface="Gill Sans" charset="0"/>
                    <a:cs typeface="Gill Sans" charset="0"/>
                    <a:sym typeface="Gill Sans" charset="0"/>
                  </a:endParaRPr>
                </a:p>
              </p:txBody>
            </p:sp>
            <p:sp>
              <p:nvSpPr>
                <p:cNvPr id="333" name="AutoShape 83"/>
                <p:cNvSpPr/>
                <p:nvPr/>
              </p:nvSpPr>
              <p:spPr bwMode="auto">
                <a:xfrm>
                  <a:off x="542933" y="626915"/>
                  <a:ext cx="126756" cy="126830"/>
                </a:xfrm>
                <a:custGeom>
                  <a:avLst/>
                  <a:gdLst>
                    <a:gd name="T0" fmla="+- 0 10800 961"/>
                    <a:gd name="T1" fmla="*/ T0 w 19679"/>
                    <a:gd name="T2" fmla="+- 0 10800 961"/>
                    <a:gd name="T3" fmla="*/ 10800 h 19679"/>
                    <a:gd name="T4" fmla="+- 0 10800 961"/>
                    <a:gd name="T5" fmla="*/ T4 w 19679"/>
                    <a:gd name="T6" fmla="+- 0 10800 961"/>
                    <a:gd name="T7" fmla="*/ 10800 h 19679"/>
                    <a:gd name="T8" fmla="+- 0 10800 961"/>
                    <a:gd name="T9" fmla="*/ T8 w 19679"/>
                    <a:gd name="T10" fmla="+- 0 10800 961"/>
                    <a:gd name="T11" fmla="*/ 10800 h 19679"/>
                    <a:gd name="T12" fmla="+- 0 10800 961"/>
                    <a:gd name="T13" fmla="*/ T12 w 19679"/>
                    <a:gd name="T14" fmla="+- 0 10800 961"/>
                    <a:gd name="T15" fmla="*/ 10800 h 19679"/>
                  </a:gdLst>
                  <a:ahLst/>
                  <a:cxnLst>
                    <a:cxn ang="0">
                      <a:pos x="T1" y="T3"/>
                    </a:cxn>
                    <a:cxn ang="0">
                      <a:pos x="T5" y="T7"/>
                    </a:cxn>
                    <a:cxn ang="0">
                      <a:pos x="T9" y="T11"/>
                    </a:cxn>
                    <a:cxn ang="0">
                      <a:pos x="T13" y="T15"/>
                    </a:cxn>
                  </a:cxnLst>
                  <a:rect l="0" t="0" r="r" b="b"/>
                  <a:pathLst>
                    <a:path w="19679" h="19679">
                      <a:moveTo>
                        <a:pt x="16796" y="2881"/>
                      </a:moveTo>
                      <a:cubicBezTo>
                        <a:pt x="20639" y="6724"/>
                        <a:pt x="20639" y="12953"/>
                        <a:pt x="16796" y="16796"/>
                      </a:cubicBezTo>
                      <a:cubicBezTo>
                        <a:pt x="12953" y="20638"/>
                        <a:pt x="6723" y="20638"/>
                        <a:pt x="2881" y="16796"/>
                      </a:cubicBezTo>
                      <a:cubicBezTo>
                        <a:pt x="-961" y="12953"/>
                        <a:pt x="-961" y="6724"/>
                        <a:pt x="2881" y="2881"/>
                      </a:cubicBezTo>
                      <a:cubicBezTo>
                        <a:pt x="6723" y="-961"/>
                        <a:pt x="12953" y="-961"/>
                        <a:pt x="16796" y="2881"/>
                      </a:cubicBezTo>
                    </a:path>
                  </a:pathLst>
                </a:custGeom>
                <a:grpFill/>
                <a:ln w="25400" cap="flat" cmpd="sng">
                  <a:solidFill>
                    <a:srgbClr val="C00000"/>
                  </a:solidFill>
                  <a:prstDash val="solid"/>
                  <a:miter lim="0"/>
                </a:ln>
                <a:effectLst>
                  <a:outerShdw blurRad="127000" dist="76201" dir="2700000" algn="ctr" rotWithShape="0">
                    <a:srgbClr val="000000">
                      <a:alpha val="75000"/>
                    </a:srgbClr>
                  </a:outerShdw>
                </a:effectLst>
              </p:spPr>
              <p:txBody>
                <a:bodyPr lIns="0" tIns="0" rIns="0" bIns="0" anchor="ctr"/>
                <a:lstStyle>
                  <a:defPPr>
                    <a:defRPr lang="zh-CN"/>
                  </a:defPPr>
                  <a:lvl1pPr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1pPr>
                  <a:lvl2pPr marL="2286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2pPr>
                  <a:lvl3pPr marL="4572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3pPr>
                  <a:lvl4pPr marL="6858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4pPr>
                  <a:lvl5pPr marL="9144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5pPr>
                  <a:lvl6pPr marL="22860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6pPr>
                  <a:lvl7pPr marL="27432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7pPr>
                  <a:lvl8pPr marL="32004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8pPr>
                  <a:lvl9pPr marL="36576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9pPr>
                </a:lstStyle>
                <a:p>
                  <a:endParaRPr lang="zh-CN" altLang="zh-CN" sz="300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ill Sans" charset="0"/>
                    <a:ea typeface="Gill Sans" charset="0"/>
                    <a:cs typeface="Gill Sans" charset="0"/>
                    <a:sym typeface="Gill Sans" charset="0"/>
                  </a:endParaRPr>
                </a:p>
              </p:txBody>
            </p:sp>
            <p:sp>
              <p:nvSpPr>
                <p:cNvPr id="334" name="AutoShape 84"/>
                <p:cNvSpPr/>
                <p:nvPr/>
              </p:nvSpPr>
              <p:spPr bwMode="auto">
                <a:xfrm>
                  <a:off x="-1" y="375370"/>
                  <a:ext cx="126756" cy="126831"/>
                </a:xfrm>
                <a:custGeom>
                  <a:avLst/>
                  <a:gdLst>
                    <a:gd name="T0" fmla="+- 0 10800 961"/>
                    <a:gd name="T1" fmla="*/ T0 w 19679"/>
                    <a:gd name="T2" fmla="+- 0 10800 961"/>
                    <a:gd name="T3" fmla="*/ 10800 h 19679"/>
                    <a:gd name="T4" fmla="+- 0 10800 961"/>
                    <a:gd name="T5" fmla="*/ T4 w 19679"/>
                    <a:gd name="T6" fmla="+- 0 10800 961"/>
                    <a:gd name="T7" fmla="*/ 10800 h 19679"/>
                    <a:gd name="T8" fmla="+- 0 10800 961"/>
                    <a:gd name="T9" fmla="*/ T8 w 19679"/>
                    <a:gd name="T10" fmla="+- 0 10800 961"/>
                    <a:gd name="T11" fmla="*/ 10800 h 19679"/>
                    <a:gd name="T12" fmla="+- 0 10800 961"/>
                    <a:gd name="T13" fmla="*/ T12 w 19679"/>
                    <a:gd name="T14" fmla="+- 0 10800 961"/>
                    <a:gd name="T15" fmla="*/ 10800 h 19679"/>
                  </a:gdLst>
                  <a:ahLst/>
                  <a:cxnLst>
                    <a:cxn ang="0">
                      <a:pos x="T1" y="T3"/>
                    </a:cxn>
                    <a:cxn ang="0">
                      <a:pos x="T5" y="T7"/>
                    </a:cxn>
                    <a:cxn ang="0">
                      <a:pos x="T9" y="T11"/>
                    </a:cxn>
                    <a:cxn ang="0">
                      <a:pos x="T13" y="T15"/>
                    </a:cxn>
                  </a:cxnLst>
                  <a:rect l="0" t="0" r="r" b="b"/>
                  <a:pathLst>
                    <a:path w="19679" h="19679">
                      <a:moveTo>
                        <a:pt x="16796" y="2881"/>
                      </a:moveTo>
                      <a:cubicBezTo>
                        <a:pt x="20638" y="6724"/>
                        <a:pt x="20638" y="12953"/>
                        <a:pt x="16796" y="16796"/>
                      </a:cubicBezTo>
                      <a:cubicBezTo>
                        <a:pt x="12953" y="20638"/>
                        <a:pt x="6723" y="20638"/>
                        <a:pt x="2881" y="16796"/>
                      </a:cubicBezTo>
                      <a:cubicBezTo>
                        <a:pt x="-961" y="12953"/>
                        <a:pt x="-961" y="6724"/>
                        <a:pt x="2881" y="2881"/>
                      </a:cubicBezTo>
                      <a:cubicBezTo>
                        <a:pt x="6723" y="-961"/>
                        <a:pt x="12953" y="-961"/>
                        <a:pt x="16796" y="2881"/>
                      </a:cubicBezTo>
                    </a:path>
                  </a:pathLst>
                </a:custGeom>
                <a:grpFill/>
                <a:ln w="25400" cap="flat" cmpd="sng">
                  <a:solidFill>
                    <a:srgbClr val="C00000"/>
                  </a:solidFill>
                  <a:prstDash val="solid"/>
                  <a:miter lim="0"/>
                </a:ln>
                <a:effectLst>
                  <a:outerShdw blurRad="127000" dist="76201" dir="2700000" algn="ctr" rotWithShape="0">
                    <a:srgbClr val="000000">
                      <a:alpha val="75000"/>
                    </a:srgbClr>
                  </a:outerShdw>
                </a:effectLst>
              </p:spPr>
              <p:txBody>
                <a:bodyPr lIns="0" tIns="0" rIns="0" bIns="0" anchor="ctr"/>
                <a:lstStyle>
                  <a:defPPr>
                    <a:defRPr lang="zh-CN"/>
                  </a:defPPr>
                  <a:lvl1pPr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1pPr>
                  <a:lvl2pPr marL="2286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2pPr>
                  <a:lvl3pPr marL="4572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3pPr>
                  <a:lvl4pPr marL="6858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4pPr>
                  <a:lvl5pPr marL="9144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5pPr>
                  <a:lvl6pPr marL="22860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6pPr>
                  <a:lvl7pPr marL="27432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7pPr>
                  <a:lvl8pPr marL="32004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8pPr>
                  <a:lvl9pPr marL="36576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9pPr>
                </a:lstStyle>
                <a:p>
                  <a:endParaRPr lang="zh-CN" altLang="zh-CN" sz="300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ill Sans" charset="0"/>
                    <a:ea typeface="Gill Sans" charset="0"/>
                    <a:cs typeface="Gill Sans" charset="0"/>
                    <a:sym typeface="Gill Sans" charset="0"/>
                  </a:endParaRPr>
                </a:p>
              </p:txBody>
            </p:sp>
            <p:sp>
              <p:nvSpPr>
                <p:cNvPr id="335" name="AutoShape 85"/>
                <p:cNvSpPr/>
                <p:nvPr/>
              </p:nvSpPr>
              <p:spPr bwMode="auto">
                <a:xfrm>
                  <a:off x="228158" y="375370"/>
                  <a:ext cx="126756" cy="126831"/>
                </a:xfrm>
                <a:custGeom>
                  <a:avLst/>
                  <a:gdLst>
                    <a:gd name="T0" fmla="+- 0 10800 961"/>
                    <a:gd name="T1" fmla="*/ T0 w 19679"/>
                    <a:gd name="T2" fmla="+- 0 10800 961"/>
                    <a:gd name="T3" fmla="*/ 10800 h 19679"/>
                    <a:gd name="T4" fmla="+- 0 10800 961"/>
                    <a:gd name="T5" fmla="*/ T4 w 19679"/>
                    <a:gd name="T6" fmla="+- 0 10800 961"/>
                    <a:gd name="T7" fmla="*/ 10800 h 19679"/>
                    <a:gd name="T8" fmla="+- 0 10800 961"/>
                    <a:gd name="T9" fmla="*/ T8 w 19679"/>
                    <a:gd name="T10" fmla="+- 0 10800 961"/>
                    <a:gd name="T11" fmla="*/ 10800 h 19679"/>
                    <a:gd name="T12" fmla="+- 0 10800 961"/>
                    <a:gd name="T13" fmla="*/ T12 w 19679"/>
                    <a:gd name="T14" fmla="+- 0 10800 961"/>
                    <a:gd name="T15" fmla="*/ 10800 h 19679"/>
                  </a:gdLst>
                  <a:ahLst/>
                  <a:cxnLst>
                    <a:cxn ang="0">
                      <a:pos x="T1" y="T3"/>
                    </a:cxn>
                    <a:cxn ang="0">
                      <a:pos x="T5" y="T7"/>
                    </a:cxn>
                    <a:cxn ang="0">
                      <a:pos x="T9" y="T11"/>
                    </a:cxn>
                    <a:cxn ang="0">
                      <a:pos x="T13" y="T15"/>
                    </a:cxn>
                  </a:cxnLst>
                  <a:rect l="0" t="0" r="r" b="b"/>
                  <a:pathLst>
                    <a:path w="19679" h="19679">
                      <a:moveTo>
                        <a:pt x="16796" y="2881"/>
                      </a:moveTo>
                      <a:cubicBezTo>
                        <a:pt x="20638" y="6724"/>
                        <a:pt x="20638" y="12953"/>
                        <a:pt x="16796" y="16796"/>
                      </a:cubicBezTo>
                      <a:cubicBezTo>
                        <a:pt x="12953" y="20638"/>
                        <a:pt x="6723" y="20638"/>
                        <a:pt x="2881" y="16796"/>
                      </a:cubicBezTo>
                      <a:cubicBezTo>
                        <a:pt x="-961" y="12953"/>
                        <a:pt x="-961" y="6724"/>
                        <a:pt x="2881" y="2881"/>
                      </a:cubicBezTo>
                      <a:cubicBezTo>
                        <a:pt x="6723" y="-961"/>
                        <a:pt x="12953" y="-961"/>
                        <a:pt x="16796" y="2881"/>
                      </a:cubicBezTo>
                    </a:path>
                  </a:pathLst>
                </a:custGeom>
                <a:grpFill/>
                <a:ln w="25400" cap="flat" cmpd="sng">
                  <a:solidFill>
                    <a:srgbClr val="C00000"/>
                  </a:solidFill>
                  <a:prstDash val="solid"/>
                  <a:miter lim="0"/>
                </a:ln>
                <a:effectLst>
                  <a:outerShdw blurRad="127000" dist="76201" dir="2700000" algn="ctr" rotWithShape="0">
                    <a:srgbClr val="000000">
                      <a:alpha val="75000"/>
                    </a:srgbClr>
                  </a:outerShdw>
                </a:effectLst>
              </p:spPr>
              <p:txBody>
                <a:bodyPr lIns="0" tIns="0" rIns="0" bIns="0" anchor="ctr"/>
                <a:lstStyle>
                  <a:defPPr>
                    <a:defRPr lang="zh-CN"/>
                  </a:defPPr>
                  <a:lvl1pPr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1pPr>
                  <a:lvl2pPr marL="2286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2pPr>
                  <a:lvl3pPr marL="4572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3pPr>
                  <a:lvl4pPr marL="6858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4pPr>
                  <a:lvl5pPr marL="9144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5pPr>
                  <a:lvl6pPr marL="22860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6pPr>
                  <a:lvl7pPr marL="27432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7pPr>
                  <a:lvl8pPr marL="32004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8pPr>
                  <a:lvl9pPr marL="36576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9pPr>
                </a:lstStyle>
                <a:p>
                  <a:endParaRPr lang="zh-CN" altLang="zh-CN" sz="300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ill Sans" charset="0"/>
                    <a:ea typeface="Gill Sans" charset="0"/>
                    <a:cs typeface="Gill Sans" charset="0"/>
                    <a:sym typeface="Gill Sans" charset="0"/>
                  </a:endParaRPr>
                </a:p>
              </p:txBody>
            </p:sp>
            <p:sp>
              <p:nvSpPr>
                <p:cNvPr id="336" name="AutoShape 86"/>
                <p:cNvSpPr/>
                <p:nvPr/>
              </p:nvSpPr>
              <p:spPr bwMode="auto">
                <a:xfrm>
                  <a:off x="456317" y="375370"/>
                  <a:ext cx="126756" cy="126831"/>
                </a:xfrm>
                <a:custGeom>
                  <a:avLst/>
                  <a:gdLst>
                    <a:gd name="T0" fmla="+- 0 10800 961"/>
                    <a:gd name="T1" fmla="*/ T0 w 19679"/>
                    <a:gd name="T2" fmla="+- 0 10800 961"/>
                    <a:gd name="T3" fmla="*/ 10800 h 19679"/>
                    <a:gd name="T4" fmla="+- 0 10800 961"/>
                    <a:gd name="T5" fmla="*/ T4 w 19679"/>
                    <a:gd name="T6" fmla="+- 0 10800 961"/>
                    <a:gd name="T7" fmla="*/ 10800 h 19679"/>
                    <a:gd name="T8" fmla="+- 0 10800 961"/>
                    <a:gd name="T9" fmla="*/ T8 w 19679"/>
                    <a:gd name="T10" fmla="+- 0 10800 961"/>
                    <a:gd name="T11" fmla="*/ 10800 h 19679"/>
                    <a:gd name="T12" fmla="+- 0 10800 961"/>
                    <a:gd name="T13" fmla="*/ T12 w 19679"/>
                    <a:gd name="T14" fmla="+- 0 10800 961"/>
                    <a:gd name="T15" fmla="*/ 10800 h 19679"/>
                  </a:gdLst>
                  <a:ahLst/>
                  <a:cxnLst>
                    <a:cxn ang="0">
                      <a:pos x="T1" y="T3"/>
                    </a:cxn>
                    <a:cxn ang="0">
                      <a:pos x="T5" y="T7"/>
                    </a:cxn>
                    <a:cxn ang="0">
                      <a:pos x="T9" y="T11"/>
                    </a:cxn>
                    <a:cxn ang="0">
                      <a:pos x="T13" y="T15"/>
                    </a:cxn>
                  </a:cxnLst>
                  <a:rect l="0" t="0" r="r" b="b"/>
                  <a:pathLst>
                    <a:path w="19679" h="19679">
                      <a:moveTo>
                        <a:pt x="16796" y="2881"/>
                      </a:moveTo>
                      <a:cubicBezTo>
                        <a:pt x="20638" y="6724"/>
                        <a:pt x="20638" y="12953"/>
                        <a:pt x="16796" y="16796"/>
                      </a:cubicBezTo>
                      <a:cubicBezTo>
                        <a:pt x="12953" y="20638"/>
                        <a:pt x="6723" y="20638"/>
                        <a:pt x="2881" y="16796"/>
                      </a:cubicBezTo>
                      <a:cubicBezTo>
                        <a:pt x="-961" y="12953"/>
                        <a:pt x="-961" y="6724"/>
                        <a:pt x="2881" y="2881"/>
                      </a:cubicBezTo>
                      <a:cubicBezTo>
                        <a:pt x="6723" y="-961"/>
                        <a:pt x="12953" y="-961"/>
                        <a:pt x="16796" y="2881"/>
                      </a:cubicBezTo>
                    </a:path>
                  </a:pathLst>
                </a:custGeom>
                <a:grpFill/>
                <a:ln w="25400" cap="flat" cmpd="sng">
                  <a:solidFill>
                    <a:srgbClr val="C00000"/>
                  </a:solidFill>
                  <a:prstDash val="solid"/>
                  <a:miter lim="0"/>
                </a:ln>
                <a:effectLst>
                  <a:outerShdw blurRad="127000" dist="76201" dir="2700000" algn="ctr" rotWithShape="0">
                    <a:srgbClr val="000000">
                      <a:alpha val="75000"/>
                    </a:srgbClr>
                  </a:outerShdw>
                </a:effectLst>
              </p:spPr>
              <p:txBody>
                <a:bodyPr lIns="0" tIns="0" rIns="0" bIns="0" anchor="ctr"/>
                <a:lstStyle>
                  <a:defPPr>
                    <a:defRPr lang="zh-CN"/>
                  </a:defPPr>
                  <a:lvl1pPr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1pPr>
                  <a:lvl2pPr marL="2286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2pPr>
                  <a:lvl3pPr marL="4572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3pPr>
                  <a:lvl4pPr marL="6858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4pPr>
                  <a:lvl5pPr marL="9144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5pPr>
                  <a:lvl6pPr marL="22860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6pPr>
                  <a:lvl7pPr marL="27432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7pPr>
                  <a:lvl8pPr marL="32004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8pPr>
                  <a:lvl9pPr marL="36576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9pPr>
                </a:lstStyle>
                <a:p>
                  <a:endParaRPr lang="zh-CN" altLang="zh-CN" sz="300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ill Sans" charset="0"/>
                    <a:ea typeface="Gill Sans" charset="0"/>
                    <a:cs typeface="Gill Sans" charset="0"/>
                    <a:sym typeface="Gill Sans" charset="0"/>
                  </a:endParaRPr>
                </a:p>
              </p:txBody>
            </p:sp>
            <p:sp>
              <p:nvSpPr>
                <p:cNvPr id="337" name="AutoShape 87"/>
                <p:cNvSpPr/>
                <p:nvPr/>
              </p:nvSpPr>
              <p:spPr bwMode="auto">
                <a:xfrm>
                  <a:off x="684476" y="375370"/>
                  <a:ext cx="126756" cy="126831"/>
                </a:xfrm>
                <a:custGeom>
                  <a:avLst/>
                  <a:gdLst>
                    <a:gd name="T0" fmla="+- 0 10800 961"/>
                    <a:gd name="T1" fmla="*/ T0 w 19679"/>
                    <a:gd name="T2" fmla="+- 0 10800 961"/>
                    <a:gd name="T3" fmla="*/ 10800 h 19679"/>
                    <a:gd name="T4" fmla="+- 0 10800 961"/>
                    <a:gd name="T5" fmla="*/ T4 w 19679"/>
                    <a:gd name="T6" fmla="+- 0 10800 961"/>
                    <a:gd name="T7" fmla="*/ 10800 h 19679"/>
                    <a:gd name="T8" fmla="+- 0 10800 961"/>
                    <a:gd name="T9" fmla="*/ T8 w 19679"/>
                    <a:gd name="T10" fmla="+- 0 10800 961"/>
                    <a:gd name="T11" fmla="*/ 10800 h 19679"/>
                    <a:gd name="T12" fmla="+- 0 10800 961"/>
                    <a:gd name="T13" fmla="*/ T12 w 19679"/>
                    <a:gd name="T14" fmla="+- 0 10800 961"/>
                    <a:gd name="T15" fmla="*/ 10800 h 19679"/>
                  </a:gdLst>
                  <a:ahLst/>
                  <a:cxnLst>
                    <a:cxn ang="0">
                      <a:pos x="T1" y="T3"/>
                    </a:cxn>
                    <a:cxn ang="0">
                      <a:pos x="T5" y="T7"/>
                    </a:cxn>
                    <a:cxn ang="0">
                      <a:pos x="T9" y="T11"/>
                    </a:cxn>
                    <a:cxn ang="0">
                      <a:pos x="T13" y="T15"/>
                    </a:cxn>
                  </a:cxnLst>
                  <a:rect l="0" t="0" r="r" b="b"/>
                  <a:pathLst>
                    <a:path w="19679" h="19679">
                      <a:moveTo>
                        <a:pt x="16796" y="2881"/>
                      </a:moveTo>
                      <a:cubicBezTo>
                        <a:pt x="20638" y="6724"/>
                        <a:pt x="20638" y="12953"/>
                        <a:pt x="16796" y="16796"/>
                      </a:cubicBezTo>
                      <a:cubicBezTo>
                        <a:pt x="12953" y="20638"/>
                        <a:pt x="6723" y="20638"/>
                        <a:pt x="2881" y="16796"/>
                      </a:cubicBezTo>
                      <a:cubicBezTo>
                        <a:pt x="-961" y="12953"/>
                        <a:pt x="-961" y="6724"/>
                        <a:pt x="2881" y="2881"/>
                      </a:cubicBezTo>
                      <a:cubicBezTo>
                        <a:pt x="6723" y="-961"/>
                        <a:pt x="12953" y="-961"/>
                        <a:pt x="16796" y="2881"/>
                      </a:cubicBezTo>
                    </a:path>
                  </a:pathLst>
                </a:custGeom>
                <a:grpFill/>
                <a:ln w="25400" cap="flat" cmpd="sng">
                  <a:solidFill>
                    <a:srgbClr val="C00000"/>
                  </a:solidFill>
                  <a:prstDash val="solid"/>
                  <a:miter lim="0"/>
                </a:ln>
                <a:effectLst>
                  <a:outerShdw blurRad="127000" dist="76201" dir="2700000" algn="ctr" rotWithShape="0">
                    <a:srgbClr val="000000">
                      <a:alpha val="75000"/>
                    </a:srgbClr>
                  </a:outerShdw>
                </a:effectLst>
              </p:spPr>
              <p:txBody>
                <a:bodyPr lIns="0" tIns="0" rIns="0" bIns="0" anchor="ctr"/>
                <a:lstStyle>
                  <a:defPPr>
                    <a:defRPr lang="zh-CN"/>
                  </a:defPPr>
                  <a:lvl1pPr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1pPr>
                  <a:lvl2pPr marL="2286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2pPr>
                  <a:lvl3pPr marL="4572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3pPr>
                  <a:lvl4pPr marL="6858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4pPr>
                  <a:lvl5pPr marL="9144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5pPr>
                  <a:lvl6pPr marL="22860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6pPr>
                  <a:lvl7pPr marL="27432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7pPr>
                  <a:lvl8pPr marL="32004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8pPr>
                  <a:lvl9pPr marL="36576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9pPr>
                </a:lstStyle>
                <a:p>
                  <a:endParaRPr lang="zh-CN" altLang="zh-CN" sz="300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ill Sans" charset="0"/>
                    <a:ea typeface="Gill Sans" charset="0"/>
                    <a:cs typeface="Gill Sans" charset="0"/>
                    <a:sym typeface="Gill Sans" charset="0"/>
                  </a:endParaRPr>
                </a:p>
              </p:txBody>
            </p:sp>
            <p:sp>
              <p:nvSpPr>
                <p:cNvPr id="338" name="Line 88"/>
                <p:cNvSpPr>
                  <a:spLocks noChangeShapeType="1"/>
                </p:cNvSpPr>
                <p:nvPr/>
              </p:nvSpPr>
              <p:spPr bwMode="auto">
                <a:xfrm>
                  <a:off x="88637" y="461665"/>
                  <a:ext cx="112240" cy="175447"/>
                </a:xfrm>
                <a:prstGeom prst="line">
                  <a:avLst/>
                </a:prstGeom>
                <a:grpFill/>
                <a:ln w="25400" cap="flat" cmpd="sng">
                  <a:solidFill>
                    <a:srgbClr val="C00000"/>
                  </a:solidFill>
                  <a:prstDash val="solid"/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 anchor="ctr"/>
                <a:lstStyle>
                  <a:defPPr>
                    <a:defRPr lang="zh-CN"/>
                  </a:defPPr>
                  <a:lvl1pPr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1pPr>
                  <a:lvl2pPr marL="2286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2pPr>
                  <a:lvl3pPr marL="4572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3pPr>
                  <a:lvl4pPr marL="6858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4pPr>
                  <a:lvl5pPr marL="9144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5pPr>
                  <a:lvl6pPr marL="22860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6pPr>
                  <a:lvl7pPr marL="27432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7pPr>
                  <a:lvl8pPr marL="32004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8pPr>
                  <a:lvl9pPr marL="36576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9pPr>
                </a:lstStyle>
                <a:p>
                  <a:pPr algn="l"/>
                  <a:endParaRPr lang="zh-CN" altLang="zh-CN" sz="1200">
                    <a:latin typeface="Helvetica" panose="020B0604020202030204" pitchFamily="34" charset="0"/>
                    <a:ea typeface="Helvetica" panose="020B0604020202030204" pitchFamily="34" charset="0"/>
                    <a:cs typeface="Helvetica" panose="020B0604020202030204" pitchFamily="34" charset="0"/>
                    <a:sym typeface="Helvetica" panose="020B0604020202030204" pitchFamily="34" charset="0"/>
                  </a:endParaRPr>
                </a:p>
              </p:txBody>
            </p:sp>
            <p:sp>
              <p:nvSpPr>
                <p:cNvPr id="339" name="Line 89"/>
                <p:cNvSpPr>
                  <a:spLocks noChangeShapeType="1"/>
                </p:cNvSpPr>
                <p:nvPr/>
              </p:nvSpPr>
              <p:spPr bwMode="auto">
                <a:xfrm flipH="1">
                  <a:off x="199281" y="495953"/>
                  <a:ext cx="86469" cy="136726"/>
                </a:xfrm>
                <a:prstGeom prst="line">
                  <a:avLst/>
                </a:prstGeom>
                <a:grpFill/>
                <a:ln w="25400" cap="flat" cmpd="sng">
                  <a:solidFill>
                    <a:srgbClr val="C00000"/>
                  </a:solidFill>
                  <a:prstDash val="solid"/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 anchor="ctr"/>
                <a:lstStyle>
                  <a:defPPr>
                    <a:defRPr lang="zh-CN"/>
                  </a:defPPr>
                  <a:lvl1pPr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1pPr>
                  <a:lvl2pPr marL="2286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2pPr>
                  <a:lvl3pPr marL="4572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3pPr>
                  <a:lvl4pPr marL="6858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4pPr>
                  <a:lvl5pPr marL="9144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5pPr>
                  <a:lvl6pPr marL="22860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6pPr>
                  <a:lvl7pPr marL="27432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7pPr>
                  <a:lvl8pPr marL="32004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8pPr>
                  <a:lvl9pPr marL="36576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9pPr>
                </a:lstStyle>
                <a:p>
                  <a:pPr algn="l"/>
                  <a:endParaRPr lang="zh-CN" altLang="zh-CN" sz="1200">
                    <a:latin typeface="Helvetica" panose="020B0604020202030204" pitchFamily="34" charset="0"/>
                    <a:ea typeface="Helvetica" panose="020B0604020202030204" pitchFamily="34" charset="0"/>
                    <a:cs typeface="Helvetica" panose="020B0604020202030204" pitchFamily="34" charset="0"/>
                    <a:sym typeface="Helvetica" panose="020B0604020202030204" pitchFamily="34" charset="0"/>
                  </a:endParaRPr>
                </a:p>
              </p:txBody>
            </p:sp>
            <p:sp>
              <p:nvSpPr>
                <p:cNvPr id="340" name="Line 90"/>
                <p:cNvSpPr>
                  <a:spLocks noChangeShapeType="1"/>
                </p:cNvSpPr>
                <p:nvPr/>
              </p:nvSpPr>
              <p:spPr bwMode="auto">
                <a:xfrm flipH="1">
                  <a:off x="200875" y="502276"/>
                  <a:ext cx="323052" cy="122805"/>
                </a:xfrm>
                <a:prstGeom prst="line">
                  <a:avLst/>
                </a:prstGeom>
                <a:grpFill/>
                <a:ln w="25400" cap="flat" cmpd="sng">
                  <a:solidFill>
                    <a:srgbClr val="C00000"/>
                  </a:solidFill>
                  <a:prstDash val="solid"/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 anchor="ctr"/>
                <a:lstStyle>
                  <a:defPPr>
                    <a:defRPr lang="zh-CN"/>
                  </a:defPPr>
                  <a:lvl1pPr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1pPr>
                  <a:lvl2pPr marL="2286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2pPr>
                  <a:lvl3pPr marL="4572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3pPr>
                  <a:lvl4pPr marL="6858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4pPr>
                  <a:lvl5pPr marL="9144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5pPr>
                  <a:lvl6pPr marL="22860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6pPr>
                  <a:lvl7pPr marL="27432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7pPr>
                  <a:lvl8pPr marL="32004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8pPr>
                  <a:lvl9pPr marL="36576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9pPr>
                </a:lstStyle>
                <a:p>
                  <a:pPr algn="l"/>
                  <a:endParaRPr lang="zh-CN" altLang="zh-CN" sz="1200">
                    <a:latin typeface="Helvetica" panose="020B0604020202030204" pitchFamily="34" charset="0"/>
                    <a:ea typeface="Helvetica" panose="020B0604020202030204" pitchFamily="34" charset="0"/>
                    <a:cs typeface="Helvetica" panose="020B0604020202030204" pitchFamily="34" charset="0"/>
                    <a:sym typeface="Helvetica" panose="020B0604020202030204" pitchFamily="34" charset="0"/>
                  </a:endParaRPr>
                </a:p>
              </p:txBody>
            </p:sp>
            <p:sp>
              <p:nvSpPr>
                <p:cNvPr id="341" name="Line 91"/>
                <p:cNvSpPr>
                  <a:spLocks noChangeShapeType="1"/>
                </p:cNvSpPr>
                <p:nvPr/>
              </p:nvSpPr>
              <p:spPr bwMode="auto">
                <a:xfrm flipH="1">
                  <a:off x="199282" y="501016"/>
                  <a:ext cx="540550" cy="129137"/>
                </a:xfrm>
                <a:prstGeom prst="line">
                  <a:avLst/>
                </a:prstGeom>
                <a:grpFill/>
                <a:ln w="25400" cap="flat" cmpd="sng">
                  <a:solidFill>
                    <a:srgbClr val="C00000"/>
                  </a:solidFill>
                  <a:prstDash val="solid"/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 anchor="ctr"/>
                <a:lstStyle>
                  <a:defPPr>
                    <a:defRPr lang="zh-CN"/>
                  </a:defPPr>
                  <a:lvl1pPr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1pPr>
                  <a:lvl2pPr marL="2286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2pPr>
                  <a:lvl3pPr marL="4572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3pPr>
                  <a:lvl4pPr marL="6858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4pPr>
                  <a:lvl5pPr marL="9144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5pPr>
                  <a:lvl6pPr marL="22860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6pPr>
                  <a:lvl7pPr marL="27432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7pPr>
                  <a:lvl8pPr marL="32004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8pPr>
                  <a:lvl9pPr marL="36576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9pPr>
                </a:lstStyle>
                <a:p>
                  <a:pPr algn="l"/>
                  <a:endParaRPr lang="zh-CN" altLang="zh-CN" sz="1200">
                    <a:latin typeface="Helvetica" panose="020B0604020202030204" pitchFamily="34" charset="0"/>
                    <a:ea typeface="Helvetica" panose="020B0604020202030204" pitchFamily="34" charset="0"/>
                    <a:cs typeface="Helvetica" panose="020B0604020202030204" pitchFamily="34" charset="0"/>
                    <a:sym typeface="Helvetica" panose="020B0604020202030204" pitchFamily="34" charset="0"/>
                  </a:endParaRPr>
                </a:p>
              </p:txBody>
            </p:sp>
            <p:sp>
              <p:nvSpPr>
                <p:cNvPr id="342" name="Line 92"/>
                <p:cNvSpPr>
                  <a:spLocks noChangeShapeType="1"/>
                </p:cNvSpPr>
                <p:nvPr/>
              </p:nvSpPr>
              <p:spPr bwMode="auto">
                <a:xfrm>
                  <a:off x="95843" y="475687"/>
                  <a:ext cx="293879" cy="157626"/>
                </a:xfrm>
                <a:prstGeom prst="line">
                  <a:avLst/>
                </a:prstGeom>
                <a:grpFill/>
                <a:ln w="25400" cap="flat" cmpd="sng">
                  <a:solidFill>
                    <a:srgbClr val="C00000"/>
                  </a:solidFill>
                  <a:prstDash val="solid"/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 anchor="ctr"/>
                <a:lstStyle>
                  <a:defPPr>
                    <a:defRPr lang="zh-CN"/>
                  </a:defPPr>
                  <a:lvl1pPr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1pPr>
                  <a:lvl2pPr marL="2286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2pPr>
                  <a:lvl3pPr marL="4572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3pPr>
                  <a:lvl4pPr marL="6858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4pPr>
                  <a:lvl5pPr marL="9144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5pPr>
                  <a:lvl6pPr marL="22860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6pPr>
                  <a:lvl7pPr marL="27432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7pPr>
                  <a:lvl8pPr marL="32004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8pPr>
                  <a:lvl9pPr marL="36576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9pPr>
                </a:lstStyle>
                <a:p>
                  <a:pPr algn="l"/>
                  <a:endParaRPr lang="zh-CN" altLang="zh-CN" sz="1200">
                    <a:latin typeface="Helvetica" panose="020B0604020202030204" pitchFamily="34" charset="0"/>
                    <a:ea typeface="Helvetica" panose="020B0604020202030204" pitchFamily="34" charset="0"/>
                    <a:cs typeface="Helvetica" panose="020B0604020202030204" pitchFamily="34" charset="0"/>
                    <a:sym typeface="Helvetica" panose="020B0604020202030204" pitchFamily="34" charset="0"/>
                  </a:endParaRPr>
                </a:p>
              </p:txBody>
            </p:sp>
            <p:sp>
              <p:nvSpPr>
                <p:cNvPr id="343" name="Line 93"/>
                <p:cNvSpPr>
                  <a:spLocks noChangeShapeType="1"/>
                </p:cNvSpPr>
                <p:nvPr/>
              </p:nvSpPr>
              <p:spPr bwMode="auto">
                <a:xfrm>
                  <a:off x="280977" y="496583"/>
                  <a:ext cx="113518" cy="137368"/>
                </a:xfrm>
                <a:prstGeom prst="line">
                  <a:avLst/>
                </a:prstGeom>
                <a:grpFill/>
                <a:ln w="25400" cap="flat" cmpd="sng">
                  <a:solidFill>
                    <a:srgbClr val="C00000"/>
                  </a:solidFill>
                  <a:prstDash val="solid"/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 anchor="ctr"/>
                <a:lstStyle>
                  <a:defPPr>
                    <a:defRPr lang="zh-CN"/>
                  </a:defPPr>
                  <a:lvl1pPr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1pPr>
                  <a:lvl2pPr marL="2286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2pPr>
                  <a:lvl3pPr marL="4572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3pPr>
                  <a:lvl4pPr marL="6858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4pPr>
                  <a:lvl5pPr marL="9144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5pPr>
                  <a:lvl6pPr marL="22860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6pPr>
                  <a:lvl7pPr marL="27432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7pPr>
                  <a:lvl8pPr marL="32004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8pPr>
                  <a:lvl9pPr marL="36576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9pPr>
                </a:lstStyle>
                <a:p>
                  <a:pPr algn="l"/>
                  <a:endParaRPr lang="zh-CN" altLang="zh-CN" sz="1200">
                    <a:latin typeface="Helvetica" panose="020B0604020202030204" pitchFamily="34" charset="0"/>
                    <a:ea typeface="Helvetica" panose="020B0604020202030204" pitchFamily="34" charset="0"/>
                    <a:cs typeface="Helvetica" panose="020B0604020202030204" pitchFamily="34" charset="0"/>
                    <a:sym typeface="Helvetica" panose="020B0604020202030204" pitchFamily="34" charset="0"/>
                  </a:endParaRPr>
                </a:p>
              </p:txBody>
            </p:sp>
            <p:sp>
              <p:nvSpPr>
                <p:cNvPr id="344" name="Line 94"/>
                <p:cNvSpPr>
                  <a:spLocks noChangeShapeType="1"/>
                </p:cNvSpPr>
                <p:nvPr/>
              </p:nvSpPr>
              <p:spPr bwMode="auto">
                <a:xfrm flipH="1">
                  <a:off x="395558" y="502906"/>
                  <a:ext cx="127310" cy="129775"/>
                </a:xfrm>
                <a:prstGeom prst="line">
                  <a:avLst/>
                </a:prstGeom>
                <a:grpFill/>
                <a:ln w="25400" cap="flat" cmpd="sng">
                  <a:solidFill>
                    <a:srgbClr val="C00000"/>
                  </a:solidFill>
                  <a:prstDash val="solid"/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 anchor="ctr"/>
                <a:lstStyle>
                  <a:defPPr>
                    <a:defRPr lang="zh-CN"/>
                  </a:defPPr>
                  <a:lvl1pPr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1pPr>
                  <a:lvl2pPr marL="2286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2pPr>
                  <a:lvl3pPr marL="4572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3pPr>
                  <a:lvl4pPr marL="6858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4pPr>
                  <a:lvl5pPr marL="9144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5pPr>
                  <a:lvl6pPr marL="22860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6pPr>
                  <a:lvl7pPr marL="27432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7pPr>
                  <a:lvl8pPr marL="32004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8pPr>
                  <a:lvl9pPr marL="36576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9pPr>
                </a:lstStyle>
                <a:p>
                  <a:pPr algn="l"/>
                  <a:endParaRPr lang="zh-CN" altLang="zh-CN" sz="1200">
                    <a:latin typeface="Helvetica" panose="020B0604020202030204" pitchFamily="34" charset="0"/>
                    <a:ea typeface="Helvetica" panose="020B0604020202030204" pitchFamily="34" charset="0"/>
                    <a:cs typeface="Helvetica" panose="020B0604020202030204" pitchFamily="34" charset="0"/>
                    <a:sym typeface="Helvetica" panose="020B0604020202030204" pitchFamily="34" charset="0"/>
                  </a:endParaRPr>
                </a:p>
              </p:txBody>
            </p:sp>
            <p:sp>
              <p:nvSpPr>
                <p:cNvPr id="345" name="Line 95"/>
                <p:cNvSpPr>
                  <a:spLocks noChangeShapeType="1"/>
                </p:cNvSpPr>
                <p:nvPr/>
              </p:nvSpPr>
              <p:spPr bwMode="auto">
                <a:xfrm flipH="1">
                  <a:off x="392372" y="494681"/>
                  <a:ext cx="351168" cy="137996"/>
                </a:xfrm>
                <a:prstGeom prst="line">
                  <a:avLst/>
                </a:prstGeom>
                <a:grpFill/>
                <a:ln w="25400" cap="flat" cmpd="sng">
                  <a:solidFill>
                    <a:srgbClr val="C00000"/>
                  </a:solidFill>
                  <a:prstDash val="solid"/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 anchor="ctr"/>
                <a:lstStyle>
                  <a:defPPr>
                    <a:defRPr lang="zh-CN"/>
                  </a:defPPr>
                  <a:lvl1pPr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1pPr>
                  <a:lvl2pPr marL="2286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2pPr>
                  <a:lvl3pPr marL="4572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3pPr>
                  <a:lvl4pPr marL="6858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4pPr>
                  <a:lvl5pPr marL="9144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5pPr>
                  <a:lvl6pPr marL="22860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6pPr>
                  <a:lvl7pPr marL="27432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7pPr>
                  <a:lvl8pPr marL="32004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8pPr>
                  <a:lvl9pPr marL="36576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9pPr>
                </a:lstStyle>
                <a:p>
                  <a:pPr algn="l"/>
                  <a:endParaRPr lang="zh-CN" altLang="zh-CN" sz="1200">
                    <a:latin typeface="Helvetica" panose="020B0604020202030204" pitchFamily="34" charset="0"/>
                    <a:ea typeface="Helvetica" panose="020B0604020202030204" pitchFamily="34" charset="0"/>
                    <a:cs typeface="Helvetica" panose="020B0604020202030204" pitchFamily="34" charset="0"/>
                    <a:sym typeface="Helvetica" panose="020B0604020202030204" pitchFamily="34" charset="0"/>
                  </a:endParaRPr>
                </a:p>
              </p:txBody>
            </p:sp>
            <p:sp>
              <p:nvSpPr>
                <p:cNvPr id="346" name="Line 96"/>
                <p:cNvSpPr>
                  <a:spLocks noChangeShapeType="1"/>
                </p:cNvSpPr>
                <p:nvPr/>
              </p:nvSpPr>
              <p:spPr bwMode="auto">
                <a:xfrm flipH="1">
                  <a:off x="597134" y="495953"/>
                  <a:ext cx="138448" cy="135454"/>
                </a:xfrm>
                <a:prstGeom prst="line">
                  <a:avLst/>
                </a:prstGeom>
                <a:grpFill/>
                <a:ln w="25400" cap="flat" cmpd="sng">
                  <a:solidFill>
                    <a:srgbClr val="C00000"/>
                  </a:solidFill>
                  <a:prstDash val="solid"/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 anchor="ctr"/>
                <a:lstStyle>
                  <a:defPPr>
                    <a:defRPr lang="zh-CN"/>
                  </a:defPPr>
                  <a:lvl1pPr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1pPr>
                  <a:lvl2pPr marL="2286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2pPr>
                  <a:lvl3pPr marL="4572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3pPr>
                  <a:lvl4pPr marL="6858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4pPr>
                  <a:lvl5pPr marL="9144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5pPr>
                  <a:lvl6pPr marL="22860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6pPr>
                  <a:lvl7pPr marL="27432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7pPr>
                  <a:lvl8pPr marL="32004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8pPr>
                  <a:lvl9pPr marL="36576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9pPr>
                </a:lstStyle>
                <a:p>
                  <a:pPr algn="l"/>
                  <a:endParaRPr lang="zh-CN" altLang="zh-CN" sz="1200">
                    <a:latin typeface="Helvetica" panose="020B0604020202030204" pitchFamily="34" charset="0"/>
                    <a:ea typeface="Helvetica" panose="020B0604020202030204" pitchFamily="34" charset="0"/>
                    <a:cs typeface="Helvetica" panose="020B0604020202030204" pitchFamily="34" charset="0"/>
                    <a:sym typeface="Helvetica" panose="020B0604020202030204" pitchFamily="34" charset="0"/>
                  </a:endParaRPr>
                </a:p>
              </p:txBody>
            </p:sp>
            <p:sp>
              <p:nvSpPr>
                <p:cNvPr id="347" name="Line 97"/>
                <p:cNvSpPr>
                  <a:spLocks noChangeShapeType="1"/>
                </p:cNvSpPr>
                <p:nvPr/>
              </p:nvSpPr>
              <p:spPr bwMode="auto">
                <a:xfrm>
                  <a:off x="522868" y="499115"/>
                  <a:ext cx="77446" cy="129761"/>
                </a:xfrm>
                <a:prstGeom prst="line">
                  <a:avLst/>
                </a:prstGeom>
                <a:grpFill/>
                <a:ln w="25400" cap="flat" cmpd="sng">
                  <a:solidFill>
                    <a:srgbClr val="C00000"/>
                  </a:solidFill>
                  <a:prstDash val="solid"/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 anchor="ctr"/>
                <a:lstStyle>
                  <a:defPPr>
                    <a:defRPr lang="zh-CN"/>
                  </a:defPPr>
                  <a:lvl1pPr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1pPr>
                  <a:lvl2pPr marL="2286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2pPr>
                  <a:lvl3pPr marL="4572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3pPr>
                  <a:lvl4pPr marL="6858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4pPr>
                  <a:lvl5pPr marL="9144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5pPr>
                  <a:lvl6pPr marL="22860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6pPr>
                  <a:lvl7pPr marL="27432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7pPr>
                  <a:lvl8pPr marL="32004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8pPr>
                  <a:lvl9pPr marL="36576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9pPr>
                </a:lstStyle>
                <a:p>
                  <a:pPr algn="l"/>
                  <a:endParaRPr lang="zh-CN" altLang="zh-CN" sz="1200">
                    <a:latin typeface="Helvetica" panose="020B0604020202030204" pitchFamily="34" charset="0"/>
                    <a:ea typeface="Helvetica" panose="020B0604020202030204" pitchFamily="34" charset="0"/>
                    <a:cs typeface="Helvetica" panose="020B0604020202030204" pitchFamily="34" charset="0"/>
                    <a:sym typeface="Helvetica" panose="020B0604020202030204" pitchFamily="34" charset="0"/>
                  </a:endParaRPr>
                </a:p>
              </p:txBody>
            </p:sp>
            <p:sp>
              <p:nvSpPr>
                <p:cNvPr id="348" name="Line 98"/>
                <p:cNvSpPr>
                  <a:spLocks noChangeShapeType="1"/>
                </p:cNvSpPr>
                <p:nvPr/>
              </p:nvSpPr>
              <p:spPr bwMode="auto">
                <a:xfrm>
                  <a:off x="284691" y="502276"/>
                  <a:ext cx="316158" cy="126602"/>
                </a:xfrm>
                <a:prstGeom prst="line">
                  <a:avLst/>
                </a:prstGeom>
                <a:grpFill/>
                <a:ln w="25400" cap="flat" cmpd="sng">
                  <a:solidFill>
                    <a:srgbClr val="C00000"/>
                  </a:solidFill>
                  <a:prstDash val="solid"/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 anchor="ctr"/>
                <a:lstStyle>
                  <a:defPPr>
                    <a:defRPr lang="zh-CN"/>
                  </a:defPPr>
                  <a:lvl1pPr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1pPr>
                  <a:lvl2pPr marL="2286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2pPr>
                  <a:lvl3pPr marL="4572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3pPr>
                  <a:lvl4pPr marL="6858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4pPr>
                  <a:lvl5pPr marL="9144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5pPr>
                  <a:lvl6pPr marL="22860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6pPr>
                  <a:lvl7pPr marL="27432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7pPr>
                  <a:lvl8pPr marL="32004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8pPr>
                  <a:lvl9pPr marL="36576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9pPr>
                </a:lstStyle>
                <a:p>
                  <a:pPr algn="l"/>
                  <a:endParaRPr lang="zh-CN" altLang="zh-CN" sz="1200">
                    <a:latin typeface="Helvetica" panose="020B0604020202030204" pitchFamily="34" charset="0"/>
                    <a:ea typeface="Helvetica" panose="020B0604020202030204" pitchFamily="34" charset="0"/>
                    <a:cs typeface="Helvetica" panose="020B0604020202030204" pitchFamily="34" charset="0"/>
                    <a:sym typeface="Helvetica" panose="020B0604020202030204" pitchFamily="34" charset="0"/>
                  </a:endParaRPr>
                </a:p>
              </p:txBody>
            </p:sp>
            <p:sp>
              <p:nvSpPr>
                <p:cNvPr id="349" name="Line 99"/>
                <p:cNvSpPr>
                  <a:spLocks noChangeShapeType="1"/>
                </p:cNvSpPr>
                <p:nvPr/>
              </p:nvSpPr>
              <p:spPr bwMode="auto">
                <a:xfrm>
                  <a:off x="101143" y="477589"/>
                  <a:ext cx="492277" cy="151295"/>
                </a:xfrm>
                <a:prstGeom prst="line">
                  <a:avLst/>
                </a:prstGeom>
                <a:grpFill/>
                <a:ln w="25400" cap="flat" cmpd="sng">
                  <a:solidFill>
                    <a:srgbClr val="C00000"/>
                  </a:solidFill>
                  <a:prstDash val="solid"/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 anchor="ctr"/>
                <a:lstStyle>
                  <a:defPPr>
                    <a:defRPr lang="zh-CN"/>
                  </a:defPPr>
                  <a:lvl1pPr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1pPr>
                  <a:lvl2pPr marL="2286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2pPr>
                  <a:lvl3pPr marL="4572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3pPr>
                  <a:lvl4pPr marL="6858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4pPr>
                  <a:lvl5pPr marL="9144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5pPr>
                  <a:lvl6pPr marL="22860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6pPr>
                  <a:lvl7pPr marL="27432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7pPr>
                  <a:lvl8pPr marL="32004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8pPr>
                  <a:lvl9pPr marL="36576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9pPr>
                </a:lstStyle>
                <a:p>
                  <a:pPr algn="l"/>
                  <a:endParaRPr lang="zh-CN" altLang="zh-CN" sz="1200">
                    <a:latin typeface="Helvetica" panose="020B0604020202030204" pitchFamily="34" charset="0"/>
                    <a:ea typeface="Helvetica" panose="020B0604020202030204" pitchFamily="34" charset="0"/>
                    <a:cs typeface="Helvetica" panose="020B0604020202030204" pitchFamily="34" charset="0"/>
                    <a:sym typeface="Helvetica" panose="020B0604020202030204" pitchFamily="34" charset="0"/>
                  </a:endParaRPr>
                </a:p>
              </p:txBody>
            </p:sp>
            <p:sp>
              <p:nvSpPr>
                <p:cNvPr id="350" name="AutoShape 100"/>
                <p:cNvSpPr/>
                <p:nvPr/>
              </p:nvSpPr>
              <p:spPr bwMode="auto">
                <a:xfrm>
                  <a:off x="181681" y="98459"/>
                  <a:ext cx="126756" cy="126831"/>
                </a:xfrm>
                <a:custGeom>
                  <a:avLst/>
                  <a:gdLst>
                    <a:gd name="T0" fmla="+- 0 10800 961"/>
                    <a:gd name="T1" fmla="*/ T0 w 19679"/>
                    <a:gd name="T2" fmla="+- 0 10800 961"/>
                    <a:gd name="T3" fmla="*/ 10800 h 19679"/>
                    <a:gd name="T4" fmla="+- 0 10800 961"/>
                    <a:gd name="T5" fmla="*/ T4 w 19679"/>
                    <a:gd name="T6" fmla="+- 0 10800 961"/>
                    <a:gd name="T7" fmla="*/ 10800 h 19679"/>
                    <a:gd name="T8" fmla="+- 0 10800 961"/>
                    <a:gd name="T9" fmla="*/ T8 w 19679"/>
                    <a:gd name="T10" fmla="+- 0 10800 961"/>
                    <a:gd name="T11" fmla="*/ 10800 h 19679"/>
                    <a:gd name="T12" fmla="+- 0 10800 961"/>
                    <a:gd name="T13" fmla="*/ T12 w 19679"/>
                    <a:gd name="T14" fmla="+- 0 10800 961"/>
                    <a:gd name="T15" fmla="*/ 10800 h 19679"/>
                  </a:gdLst>
                  <a:ahLst/>
                  <a:cxnLst>
                    <a:cxn ang="0">
                      <a:pos x="T1" y="T3"/>
                    </a:cxn>
                    <a:cxn ang="0">
                      <a:pos x="T5" y="T7"/>
                    </a:cxn>
                    <a:cxn ang="0">
                      <a:pos x="T9" y="T11"/>
                    </a:cxn>
                    <a:cxn ang="0">
                      <a:pos x="T13" y="T15"/>
                    </a:cxn>
                  </a:cxnLst>
                  <a:rect l="0" t="0" r="r" b="b"/>
                  <a:pathLst>
                    <a:path w="19679" h="19679">
                      <a:moveTo>
                        <a:pt x="16796" y="2881"/>
                      </a:moveTo>
                      <a:cubicBezTo>
                        <a:pt x="20639" y="6724"/>
                        <a:pt x="20639" y="12953"/>
                        <a:pt x="16796" y="16796"/>
                      </a:cubicBezTo>
                      <a:cubicBezTo>
                        <a:pt x="12953" y="20638"/>
                        <a:pt x="6724" y="20638"/>
                        <a:pt x="2881" y="16796"/>
                      </a:cubicBezTo>
                      <a:cubicBezTo>
                        <a:pt x="-961" y="12953"/>
                        <a:pt x="-961" y="6724"/>
                        <a:pt x="2881" y="2881"/>
                      </a:cubicBezTo>
                      <a:cubicBezTo>
                        <a:pt x="6724" y="-961"/>
                        <a:pt x="12953" y="-961"/>
                        <a:pt x="16796" y="2881"/>
                      </a:cubicBezTo>
                    </a:path>
                  </a:pathLst>
                </a:custGeom>
                <a:grpFill/>
                <a:ln w="25400" cap="flat" cmpd="sng">
                  <a:solidFill>
                    <a:srgbClr val="C00000"/>
                  </a:solidFill>
                  <a:prstDash val="solid"/>
                  <a:miter lim="0"/>
                </a:ln>
                <a:effectLst>
                  <a:outerShdw blurRad="127000" dist="76201" dir="2700000" algn="ctr" rotWithShape="0">
                    <a:srgbClr val="000000">
                      <a:alpha val="75000"/>
                    </a:srgbClr>
                  </a:outerShdw>
                </a:effectLst>
              </p:spPr>
              <p:txBody>
                <a:bodyPr lIns="0" tIns="0" rIns="0" bIns="0" anchor="ctr"/>
                <a:lstStyle>
                  <a:defPPr>
                    <a:defRPr lang="zh-CN"/>
                  </a:defPPr>
                  <a:lvl1pPr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1pPr>
                  <a:lvl2pPr marL="2286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2pPr>
                  <a:lvl3pPr marL="4572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3pPr>
                  <a:lvl4pPr marL="6858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4pPr>
                  <a:lvl5pPr marL="9144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5pPr>
                  <a:lvl6pPr marL="22860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6pPr>
                  <a:lvl7pPr marL="27432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7pPr>
                  <a:lvl8pPr marL="32004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8pPr>
                  <a:lvl9pPr marL="36576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9pPr>
                </a:lstStyle>
                <a:p>
                  <a:endParaRPr lang="zh-CN" altLang="zh-CN" sz="300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ill Sans" charset="0"/>
                    <a:ea typeface="Gill Sans" charset="0"/>
                    <a:cs typeface="Gill Sans" charset="0"/>
                    <a:sym typeface="Gill Sans" charset="0"/>
                  </a:endParaRPr>
                </a:p>
              </p:txBody>
            </p:sp>
            <p:sp>
              <p:nvSpPr>
                <p:cNvPr id="351" name="AutoShape 101"/>
                <p:cNvSpPr/>
                <p:nvPr/>
              </p:nvSpPr>
              <p:spPr bwMode="auto">
                <a:xfrm>
                  <a:off x="500681" y="98459"/>
                  <a:ext cx="126756" cy="126831"/>
                </a:xfrm>
                <a:custGeom>
                  <a:avLst/>
                  <a:gdLst>
                    <a:gd name="T0" fmla="+- 0 10800 961"/>
                    <a:gd name="T1" fmla="*/ T0 w 19679"/>
                    <a:gd name="T2" fmla="+- 0 10800 961"/>
                    <a:gd name="T3" fmla="*/ 10800 h 19679"/>
                    <a:gd name="T4" fmla="+- 0 10800 961"/>
                    <a:gd name="T5" fmla="*/ T4 w 19679"/>
                    <a:gd name="T6" fmla="+- 0 10800 961"/>
                    <a:gd name="T7" fmla="*/ 10800 h 19679"/>
                    <a:gd name="T8" fmla="+- 0 10800 961"/>
                    <a:gd name="T9" fmla="*/ T8 w 19679"/>
                    <a:gd name="T10" fmla="+- 0 10800 961"/>
                    <a:gd name="T11" fmla="*/ 10800 h 19679"/>
                    <a:gd name="T12" fmla="+- 0 10800 961"/>
                    <a:gd name="T13" fmla="*/ T12 w 19679"/>
                    <a:gd name="T14" fmla="+- 0 10800 961"/>
                    <a:gd name="T15" fmla="*/ 10800 h 19679"/>
                  </a:gdLst>
                  <a:ahLst/>
                  <a:cxnLst>
                    <a:cxn ang="0">
                      <a:pos x="T1" y="T3"/>
                    </a:cxn>
                    <a:cxn ang="0">
                      <a:pos x="T5" y="T7"/>
                    </a:cxn>
                    <a:cxn ang="0">
                      <a:pos x="T9" y="T11"/>
                    </a:cxn>
                    <a:cxn ang="0">
                      <a:pos x="T13" y="T15"/>
                    </a:cxn>
                  </a:cxnLst>
                  <a:rect l="0" t="0" r="r" b="b"/>
                  <a:pathLst>
                    <a:path w="19679" h="19679">
                      <a:moveTo>
                        <a:pt x="16796" y="2881"/>
                      </a:moveTo>
                      <a:cubicBezTo>
                        <a:pt x="20639" y="6724"/>
                        <a:pt x="20639" y="12953"/>
                        <a:pt x="16796" y="16796"/>
                      </a:cubicBezTo>
                      <a:cubicBezTo>
                        <a:pt x="12953" y="20638"/>
                        <a:pt x="6724" y="20638"/>
                        <a:pt x="2881" y="16796"/>
                      </a:cubicBezTo>
                      <a:cubicBezTo>
                        <a:pt x="-961" y="12953"/>
                        <a:pt x="-961" y="6724"/>
                        <a:pt x="2881" y="2881"/>
                      </a:cubicBezTo>
                      <a:cubicBezTo>
                        <a:pt x="6724" y="-961"/>
                        <a:pt x="12953" y="-961"/>
                        <a:pt x="16796" y="2881"/>
                      </a:cubicBezTo>
                    </a:path>
                  </a:pathLst>
                </a:custGeom>
                <a:grpFill/>
                <a:ln w="25400" cap="flat" cmpd="sng">
                  <a:solidFill>
                    <a:srgbClr val="C00000"/>
                  </a:solidFill>
                  <a:prstDash val="solid"/>
                  <a:miter lim="0"/>
                </a:ln>
                <a:effectLst>
                  <a:outerShdw blurRad="127000" dist="76201" dir="2700000" algn="ctr" rotWithShape="0">
                    <a:srgbClr val="000000">
                      <a:alpha val="75000"/>
                    </a:srgbClr>
                  </a:outerShdw>
                </a:effectLst>
              </p:spPr>
              <p:txBody>
                <a:bodyPr lIns="0" tIns="0" rIns="0" bIns="0" anchor="ctr"/>
                <a:lstStyle>
                  <a:defPPr>
                    <a:defRPr lang="zh-CN"/>
                  </a:defPPr>
                  <a:lvl1pPr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1pPr>
                  <a:lvl2pPr marL="2286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2pPr>
                  <a:lvl3pPr marL="4572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3pPr>
                  <a:lvl4pPr marL="6858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4pPr>
                  <a:lvl5pPr marL="9144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5pPr>
                  <a:lvl6pPr marL="22860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6pPr>
                  <a:lvl7pPr marL="27432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7pPr>
                  <a:lvl8pPr marL="32004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8pPr>
                  <a:lvl9pPr marL="36576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9pPr>
                </a:lstStyle>
                <a:p>
                  <a:endParaRPr lang="zh-CN" altLang="zh-CN" sz="300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ill Sans" charset="0"/>
                    <a:ea typeface="Gill Sans" charset="0"/>
                    <a:cs typeface="Gill Sans" charset="0"/>
                    <a:sym typeface="Gill Sans" charset="0"/>
                  </a:endParaRPr>
                </a:p>
              </p:txBody>
            </p:sp>
            <p:sp>
              <p:nvSpPr>
                <p:cNvPr id="352" name="Line 102"/>
                <p:cNvSpPr>
                  <a:spLocks noChangeShapeType="1"/>
                </p:cNvSpPr>
                <p:nvPr/>
              </p:nvSpPr>
              <p:spPr bwMode="auto">
                <a:xfrm>
                  <a:off x="567835" y="214550"/>
                  <a:ext cx="177749" cy="166402"/>
                </a:xfrm>
                <a:prstGeom prst="line">
                  <a:avLst/>
                </a:prstGeom>
                <a:grpFill/>
                <a:ln w="25400" cap="flat" cmpd="sng">
                  <a:solidFill>
                    <a:srgbClr val="C00000"/>
                  </a:solidFill>
                  <a:prstDash val="solid"/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 anchor="ctr"/>
                <a:lstStyle>
                  <a:defPPr>
                    <a:defRPr lang="zh-CN"/>
                  </a:defPPr>
                  <a:lvl1pPr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1pPr>
                  <a:lvl2pPr marL="2286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2pPr>
                  <a:lvl3pPr marL="4572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3pPr>
                  <a:lvl4pPr marL="6858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4pPr>
                  <a:lvl5pPr marL="9144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5pPr>
                  <a:lvl6pPr marL="22860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6pPr>
                  <a:lvl7pPr marL="27432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7pPr>
                  <a:lvl8pPr marL="32004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8pPr>
                  <a:lvl9pPr marL="36576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9pPr>
                </a:lstStyle>
                <a:p>
                  <a:pPr algn="l"/>
                  <a:endParaRPr lang="zh-CN" altLang="zh-CN" sz="1200">
                    <a:latin typeface="Helvetica" panose="020B0604020202030204" pitchFamily="34" charset="0"/>
                    <a:ea typeface="Helvetica" panose="020B0604020202030204" pitchFamily="34" charset="0"/>
                    <a:cs typeface="Helvetica" panose="020B0604020202030204" pitchFamily="34" charset="0"/>
                    <a:sym typeface="Helvetica" panose="020B0604020202030204" pitchFamily="34" charset="0"/>
                  </a:endParaRPr>
                </a:p>
              </p:txBody>
            </p:sp>
            <p:sp>
              <p:nvSpPr>
                <p:cNvPr id="353" name="Line 103"/>
                <p:cNvSpPr>
                  <a:spLocks noChangeShapeType="1"/>
                </p:cNvSpPr>
                <p:nvPr/>
              </p:nvSpPr>
              <p:spPr bwMode="auto">
                <a:xfrm flipH="1">
                  <a:off x="516400" y="200228"/>
                  <a:ext cx="53029" cy="177850"/>
                </a:xfrm>
                <a:prstGeom prst="line">
                  <a:avLst/>
                </a:prstGeom>
                <a:grpFill/>
                <a:ln w="25400" cap="flat" cmpd="sng">
                  <a:solidFill>
                    <a:srgbClr val="C00000"/>
                  </a:solidFill>
                  <a:prstDash val="solid"/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 anchor="ctr"/>
                <a:lstStyle>
                  <a:defPPr>
                    <a:defRPr lang="zh-CN"/>
                  </a:defPPr>
                  <a:lvl1pPr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1pPr>
                  <a:lvl2pPr marL="2286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2pPr>
                  <a:lvl3pPr marL="4572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3pPr>
                  <a:lvl4pPr marL="6858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4pPr>
                  <a:lvl5pPr marL="9144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5pPr>
                  <a:lvl6pPr marL="22860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6pPr>
                  <a:lvl7pPr marL="27432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7pPr>
                  <a:lvl8pPr marL="32004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8pPr>
                  <a:lvl9pPr marL="36576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9pPr>
                </a:lstStyle>
                <a:p>
                  <a:pPr algn="l"/>
                  <a:endParaRPr lang="zh-CN" altLang="zh-CN" sz="1200">
                    <a:latin typeface="Helvetica" panose="020B0604020202030204" pitchFamily="34" charset="0"/>
                    <a:ea typeface="Helvetica" panose="020B0604020202030204" pitchFamily="34" charset="0"/>
                    <a:cs typeface="Helvetica" panose="020B0604020202030204" pitchFamily="34" charset="0"/>
                    <a:sym typeface="Helvetica" panose="020B0604020202030204" pitchFamily="34" charset="0"/>
                  </a:endParaRPr>
                </a:p>
              </p:txBody>
            </p:sp>
            <p:sp>
              <p:nvSpPr>
                <p:cNvPr id="354" name="Line 104"/>
                <p:cNvSpPr>
                  <a:spLocks noChangeShapeType="1"/>
                </p:cNvSpPr>
                <p:nvPr/>
              </p:nvSpPr>
              <p:spPr bwMode="auto">
                <a:xfrm>
                  <a:off x="246310" y="219333"/>
                  <a:ext cx="272183" cy="156042"/>
                </a:xfrm>
                <a:prstGeom prst="line">
                  <a:avLst/>
                </a:prstGeom>
                <a:grpFill/>
                <a:ln w="25400" cap="flat" cmpd="sng">
                  <a:solidFill>
                    <a:srgbClr val="C00000"/>
                  </a:solidFill>
                  <a:prstDash val="solid"/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 anchor="ctr"/>
                <a:lstStyle>
                  <a:defPPr>
                    <a:defRPr lang="zh-CN"/>
                  </a:defPPr>
                  <a:lvl1pPr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1pPr>
                  <a:lvl2pPr marL="2286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2pPr>
                  <a:lvl3pPr marL="4572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3pPr>
                  <a:lvl4pPr marL="6858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4pPr>
                  <a:lvl5pPr marL="9144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5pPr>
                  <a:lvl6pPr marL="22860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6pPr>
                  <a:lvl7pPr marL="27432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7pPr>
                  <a:lvl8pPr marL="32004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8pPr>
                  <a:lvl9pPr marL="36576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9pPr>
                </a:lstStyle>
                <a:p>
                  <a:pPr algn="l"/>
                  <a:endParaRPr lang="zh-CN" altLang="zh-CN" sz="1200">
                    <a:latin typeface="Helvetica" panose="020B0604020202030204" pitchFamily="34" charset="0"/>
                    <a:ea typeface="Helvetica" panose="020B0604020202030204" pitchFamily="34" charset="0"/>
                    <a:cs typeface="Helvetica" panose="020B0604020202030204" pitchFamily="34" charset="0"/>
                    <a:sym typeface="Helvetica" panose="020B0604020202030204" pitchFamily="34" charset="0"/>
                  </a:endParaRPr>
                </a:p>
              </p:txBody>
            </p:sp>
            <p:sp>
              <p:nvSpPr>
                <p:cNvPr id="355" name="Line 105"/>
                <p:cNvSpPr>
                  <a:spLocks noChangeShapeType="1"/>
                </p:cNvSpPr>
                <p:nvPr/>
              </p:nvSpPr>
              <p:spPr bwMode="auto">
                <a:xfrm>
                  <a:off x="248432" y="216942"/>
                  <a:ext cx="501929" cy="166372"/>
                </a:xfrm>
                <a:prstGeom prst="line">
                  <a:avLst/>
                </a:prstGeom>
                <a:grpFill/>
                <a:ln w="25400" cap="flat" cmpd="sng">
                  <a:solidFill>
                    <a:srgbClr val="C00000"/>
                  </a:solidFill>
                  <a:prstDash val="solid"/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 anchor="ctr"/>
                <a:lstStyle>
                  <a:defPPr>
                    <a:defRPr lang="zh-CN"/>
                  </a:defPPr>
                  <a:lvl1pPr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1pPr>
                  <a:lvl2pPr marL="2286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2pPr>
                  <a:lvl3pPr marL="4572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3pPr>
                  <a:lvl4pPr marL="6858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4pPr>
                  <a:lvl5pPr marL="9144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5pPr>
                  <a:lvl6pPr marL="22860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6pPr>
                  <a:lvl7pPr marL="27432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7pPr>
                  <a:lvl8pPr marL="32004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8pPr>
                  <a:lvl9pPr marL="36576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9pPr>
                </a:lstStyle>
                <a:p>
                  <a:pPr algn="l"/>
                  <a:endParaRPr lang="zh-CN" altLang="zh-CN" sz="1200">
                    <a:latin typeface="Helvetica" panose="020B0604020202030204" pitchFamily="34" charset="0"/>
                    <a:ea typeface="Helvetica" panose="020B0604020202030204" pitchFamily="34" charset="0"/>
                    <a:cs typeface="Helvetica" panose="020B0604020202030204" pitchFamily="34" charset="0"/>
                    <a:sym typeface="Helvetica" panose="020B0604020202030204" pitchFamily="34" charset="0"/>
                  </a:endParaRPr>
                </a:p>
              </p:txBody>
            </p:sp>
            <p:sp>
              <p:nvSpPr>
                <p:cNvPr id="356" name="Line 106"/>
                <p:cNvSpPr>
                  <a:spLocks noChangeShapeType="1"/>
                </p:cNvSpPr>
                <p:nvPr/>
              </p:nvSpPr>
              <p:spPr bwMode="auto">
                <a:xfrm flipV="1">
                  <a:off x="285040" y="214550"/>
                  <a:ext cx="287040" cy="169583"/>
                </a:xfrm>
                <a:prstGeom prst="line">
                  <a:avLst/>
                </a:prstGeom>
                <a:grpFill/>
                <a:ln w="25400" cap="flat" cmpd="sng">
                  <a:solidFill>
                    <a:srgbClr val="C00000"/>
                  </a:solidFill>
                  <a:prstDash val="solid"/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 anchor="ctr"/>
                <a:lstStyle>
                  <a:defPPr>
                    <a:defRPr lang="zh-CN"/>
                  </a:defPPr>
                  <a:lvl1pPr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1pPr>
                  <a:lvl2pPr marL="2286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2pPr>
                  <a:lvl3pPr marL="4572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3pPr>
                  <a:lvl4pPr marL="6858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4pPr>
                  <a:lvl5pPr marL="9144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5pPr>
                  <a:lvl6pPr marL="22860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6pPr>
                  <a:lvl7pPr marL="27432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7pPr>
                  <a:lvl8pPr marL="32004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8pPr>
                  <a:lvl9pPr marL="36576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9pPr>
                </a:lstStyle>
                <a:p>
                  <a:pPr algn="l"/>
                  <a:endParaRPr lang="zh-CN" altLang="zh-CN" sz="1200">
                    <a:latin typeface="Helvetica" panose="020B0604020202030204" pitchFamily="34" charset="0"/>
                    <a:ea typeface="Helvetica" panose="020B0604020202030204" pitchFamily="34" charset="0"/>
                    <a:cs typeface="Helvetica" panose="020B0604020202030204" pitchFamily="34" charset="0"/>
                    <a:sym typeface="Helvetica" panose="020B0604020202030204" pitchFamily="34" charset="0"/>
                  </a:endParaRPr>
                </a:p>
              </p:txBody>
            </p:sp>
            <p:sp>
              <p:nvSpPr>
                <p:cNvPr id="357" name="Line 107"/>
                <p:cNvSpPr>
                  <a:spLocks noChangeShapeType="1"/>
                </p:cNvSpPr>
                <p:nvPr/>
              </p:nvSpPr>
              <p:spPr bwMode="auto">
                <a:xfrm flipV="1">
                  <a:off x="59544" y="216149"/>
                  <a:ext cx="500870" cy="160807"/>
                </a:xfrm>
                <a:prstGeom prst="line">
                  <a:avLst/>
                </a:prstGeom>
                <a:grpFill/>
                <a:ln w="25400" cap="flat" cmpd="sng">
                  <a:solidFill>
                    <a:srgbClr val="C00000"/>
                  </a:solidFill>
                  <a:prstDash val="solid"/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 anchor="ctr"/>
                <a:lstStyle>
                  <a:defPPr>
                    <a:defRPr lang="zh-CN"/>
                  </a:defPPr>
                  <a:lvl1pPr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1pPr>
                  <a:lvl2pPr marL="2286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2pPr>
                  <a:lvl3pPr marL="4572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3pPr>
                  <a:lvl4pPr marL="6858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4pPr>
                  <a:lvl5pPr marL="9144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5pPr>
                  <a:lvl6pPr marL="22860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6pPr>
                  <a:lvl7pPr marL="27432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7pPr>
                  <a:lvl8pPr marL="32004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8pPr>
                  <a:lvl9pPr marL="36576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9pPr>
                </a:lstStyle>
                <a:p>
                  <a:pPr algn="l"/>
                  <a:endParaRPr lang="zh-CN" altLang="zh-CN" sz="1200">
                    <a:latin typeface="Helvetica" panose="020B0604020202030204" pitchFamily="34" charset="0"/>
                    <a:ea typeface="Helvetica" panose="020B0604020202030204" pitchFamily="34" charset="0"/>
                    <a:cs typeface="Helvetica" panose="020B0604020202030204" pitchFamily="34" charset="0"/>
                    <a:sym typeface="Helvetica" panose="020B0604020202030204" pitchFamily="34" charset="0"/>
                  </a:endParaRPr>
                </a:p>
              </p:txBody>
            </p:sp>
            <p:sp>
              <p:nvSpPr>
                <p:cNvPr id="358" name="Line 108"/>
                <p:cNvSpPr>
                  <a:spLocks noChangeShapeType="1"/>
                </p:cNvSpPr>
                <p:nvPr/>
              </p:nvSpPr>
              <p:spPr bwMode="auto">
                <a:xfrm flipV="1">
                  <a:off x="62731" y="217734"/>
                  <a:ext cx="189417" cy="164006"/>
                </a:xfrm>
                <a:prstGeom prst="line">
                  <a:avLst/>
                </a:prstGeom>
                <a:grpFill/>
                <a:ln w="25400" cap="flat" cmpd="sng">
                  <a:solidFill>
                    <a:srgbClr val="C00000"/>
                  </a:solidFill>
                  <a:prstDash val="solid"/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 anchor="ctr"/>
                <a:lstStyle>
                  <a:defPPr>
                    <a:defRPr lang="zh-CN"/>
                  </a:defPPr>
                  <a:lvl1pPr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1pPr>
                  <a:lvl2pPr marL="2286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2pPr>
                  <a:lvl3pPr marL="4572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3pPr>
                  <a:lvl4pPr marL="6858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4pPr>
                  <a:lvl5pPr marL="9144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5pPr>
                  <a:lvl6pPr marL="22860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6pPr>
                  <a:lvl7pPr marL="27432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7pPr>
                  <a:lvl8pPr marL="32004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8pPr>
                  <a:lvl9pPr marL="36576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9pPr>
                </a:lstStyle>
                <a:p>
                  <a:pPr algn="l"/>
                  <a:endParaRPr lang="zh-CN" altLang="zh-CN" sz="1200">
                    <a:latin typeface="Helvetica" panose="020B0604020202030204" pitchFamily="34" charset="0"/>
                    <a:ea typeface="Helvetica" panose="020B0604020202030204" pitchFamily="34" charset="0"/>
                    <a:cs typeface="Helvetica" panose="020B0604020202030204" pitchFamily="34" charset="0"/>
                    <a:sym typeface="Helvetica" panose="020B0604020202030204" pitchFamily="34" charset="0"/>
                  </a:endParaRPr>
                </a:p>
              </p:txBody>
            </p:sp>
            <p:sp>
              <p:nvSpPr>
                <p:cNvPr id="359" name="Line 109"/>
                <p:cNvSpPr>
                  <a:spLocks noChangeShapeType="1"/>
                </p:cNvSpPr>
                <p:nvPr/>
              </p:nvSpPr>
              <p:spPr bwMode="auto">
                <a:xfrm flipH="1" flipV="1">
                  <a:off x="250025" y="210573"/>
                  <a:ext cx="30773" cy="167190"/>
                </a:xfrm>
                <a:prstGeom prst="line">
                  <a:avLst/>
                </a:prstGeom>
                <a:grpFill/>
                <a:ln w="25400" cap="flat" cmpd="sng">
                  <a:solidFill>
                    <a:srgbClr val="C00000"/>
                  </a:solidFill>
                  <a:prstDash val="solid"/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 anchor="ctr"/>
                <a:lstStyle>
                  <a:defPPr>
                    <a:defRPr lang="zh-CN"/>
                  </a:defPPr>
                  <a:lvl1pPr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1pPr>
                  <a:lvl2pPr marL="2286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2pPr>
                  <a:lvl3pPr marL="4572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3pPr>
                  <a:lvl4pPr marL="6858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4pPr>
                  <a:lvl5pPr marL="9144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5pPr>
                  <a:lvl6pPr marL="22860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6pPr>
                  <a:lvl7pPr marL="27432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7pPr>
                  <a:lvl8pPr marL="32004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8pPr>
                  <a:lvl9pPr marL="36576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9pPr>
                </a:lstStyle>
                <a:p>
                  <a:pPr algn="l"/>
                  <a:endParaRPr lang="zh-CN" altLang="zh-CN" sz="1200">
                    <a:latin typeface="Helvetica" panose="020B0604020202030204" pitchFamily="34" charset="0"/>
                    <a:ea typeface="Helvetica" panose="020B0604020202030204" pitchFamily="34" charset="0"/>
                    <a:cs typeface="Helvetica" panose="020B0604020202030204" pitchFamily="34" charset="0"/>
                    <a:sym typeface="Helvetica" panose="020B0604020202030204" pitchFamily="34" charset="0"/>
                  </a:endParaRPr>
                </a:p>
              </p:txBody>
            </p:sp>
            <p:sp>
              <p:nvSpPr>
                <p:cNvPr id="360" name="Line 110"/>
                <p:cNvSpPr>
                  <a:spLocks noChangeShapeType="1"/>
                </p:cNvSpPr>
                <p:nvPr/>
              </p:nvSpPr>
              <p:spPr bwMode="auto">
                <a:xfrm>
                  <a:off x="249892" y="0"/>
                  <a:ext cx="1" cy="103062"/>
                </a:xfrm>
                <a:prstGeom prst="line">
                  <a:avLst/>
                </a:prstGeom>
                <a:grpFill/>
                <a:ln w="25400" cap="flat" cmpd="sng">
                  <a:solidFill>
                    <a:srgbClr val="C00000"/>
                  </a:solidFill>
                  <a:prstDash val="solid"/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 anchor="ctr"/>
                <a:lstStyle>
                  <a:defPPr>
                    <a:defRPr lang="zh-CN"/>
                  </a:defPPr>
                  <a:lvl1pPr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1pPr>
                  <a:lvl2pPr marL="2286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2pPr>
                  <a:lvl3pPr marL="4572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3pPr>
                  <a:lvl4pPr marL="6858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4pPr>
                  <a:lvl5pPr marL="9144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5pPr>
                  <a:lvl6pPr marL="22860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6pPr>
                  <a:lvl7pPr marL="27432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7pPr>
                  <a:lvl8pPr marL="32004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8pPr>
                  <a:lvl9pPr marL="36576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9pPr>
                </a:lstStyle>
                <a:p>
                  <a:pPr algn="l"/>
                  <a:endParaRPr lang="zh-CN" altLang="zh-CN" sz="1200">
                    <a:latin typeface="Helvetica" panose="020B0604020202030204" pitchFamily="34" charset="0"/>
                    <a:ea typeface="Helvetica" panose="020B0604020202030204" pitchFamily="34" charset="0"/>
                    <a:cs typeface="Helvetica" panose="020B0604020202030204" pitchFamily="34" charset="0"/>
                    <a:sym typeface="Helvetica" panose="020B0604020202030204" pitchFamily="34" charset="0"/>
                  </a:endParaRPr>
                </a:p>
              </p:txBody>
            </p:sp>
            <p:sp>
              <p:nvSpPr>
                <p:cNvPr id="361" name="Line 111"/>
                <p:cNvSpPr>
                  <a:spLocks noChangeShapeType="1"/>
                </p:cNvSpPr>
                <p:nvPr/>
              </p:nvSpPr>
              <p:spPr bwMode="auto">
                <a:xfrm>
                  <a:off x="561904" y="0"/>
                  <a:ext cx="1" cy="103062"/>
                </a:xfrm>
                <a:prstGeom prst="line">
                  <a:avLst/>
                </a:prstGeom>
                <a:grpFill/>
                <a:ln w="25400" cap="flat" cmpd="sng">
                  <a:solidFill>
                    <a:srgbClr val="C00000"/>
                  </a:solidFill>
                  <a:prstDash val="solid"/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 anchor="ctr"/>
                <a:lstStyle>
                  <a:defPPr>
                    <a:defRPr lang="zh-CN"/>
                  </a:defPPr>
                  <a:lvl1pPr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1pPr>
                  <a:lvl2pPr marL="2286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2pPr>
                  <a:lvl3pPr marL="4572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3pPr>
                  <a:lvl4pPr marL="6858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4pPr>
                  <a:lvl5pPr marL="9144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5pPr>
                  <a:lvl6pPr marL="22860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6pPr>
                  <a:lvl7pPr marL="27432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7pPr>
                  <a:lvl8pPr marL="32004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8pPr>
                  <a:lvl9pPr marL="36576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9pPr>
                </a:lstStyle>
                <a:p>
                  <a:pPr algn="l"/>
                  <a:endParaRPr lang="zh-CN" altLang="zh-CN" sz="1200">
                    <a:latin typeface="Helvetica" panose="020B0604020202030204" pitchFamily="34" charset="0"/>
                    <a:ea typeface="Helvetica" panose="020B0604020202030204" pitchFamily="34" charset="0"/>
                    <a:cs typeface="Helvetica" panose="020B0604020202030204" pitchFamily="34" charset="0"/>
                    <a:sym typeface="Helvetica" panose="020B0604020202030204" pitchFamily="34" charset="0"/>
                  </a:endParaRPr>
                </a:p>
              </p:txBody>
            </p:sp>
            <p:sp>
              <p:nvSpPr>
                <p:cNvPr id="362" name="Line 112"/>
                <p:cNvSpPr>
                  <a:spLocks noChangeShapeType="1"/>
                </p:cNvSpPr>
                <p:nvPr/>
              </p:nvSpPr>
              <p:spPr bwMode="auto">
                <a:xfrm flipH="1">
                  <a:off x="201890" y="753698"/>
                  <a:ext cx="1" cy="103063"/>
                </a:xfrm>
                <a:prstGeom prst="line">
                  <a:avLst/>
                </a:prstGeom>
                <a:grpFill/>
                <a:ln w="25400" cap="flat" cmpd="sng">
                  <a:solidFill>
                    <a:srgbClr val="C00000"/>
                  </a:solidFill>
                  <a:prstDash val="solid"/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 anchor="ctr"/>
                <a:lstStyle>
                  <a:defPPr>
                    <a:defRPr lang="zh-CN"/>
                  </a:defPPr>
                  <a:lvl1pPr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1pPr>
                  <a:lvl2pPr marL="2286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2pPr>
                  <a:lvl3pPr marL="4572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3pPr>
                  <a:lvl4pPr marL="6858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4pPr>
                  <a:lvl5pPr marL="9144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5pPr>
                  <a:lvl6pPr marL="22860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6pPr>
                  <a:lvl7pPr marL="27432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7pPr>
                  <a:lvl8pPr marL="32004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8pPr>
                  <a:lvl9pPr marL="36576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9pPr>
                </a:lstStyle>
                <a:p>
                  <a:pPr algn="l"/>
                  <a:endParaRPr lang="zh-CN" altLang="zh-CN" sz="1200">
                    <a:latin typeface="Helvetica" panose="020B0604020202030204" pitchFamily="34" charset="0"/>
                    <a:ea typeface="Helvetica" panose="020B0604020202030204" pitchFamily="34" charset="0"/>
                    <a:cs typeface="Helvetica" panose="020B0604020202030204" pitchFamily="34" charset="0"/>
                    <a:sym typeface="Helvetica" panose="020B0604020202030204" pitchFamily="34" charset="0"/>
                  </a:endParaRPr>
                </a:p>
              </p:txBody>
            </p:sp>
            <p:sp>
              <p:nvSpPr>
                <p:cNvPr id="363" name="Line 113"/>
                <p:cNvSpPr>
                  <a:spLocks noChangeShapeType="1"/>
                </p:cNvSpPr>
                <p:nvPr/>
              </p:nvSpPr>
              <p:spPr bwMode="auto">
                <a:xfrm>
                  <a:off x="405898" y="753698"/>
                  <a:ext cx="1" cy="103063"/>
                </a:xfrm>
                <a:prstGeom prst="line">
                  <a:avLst/>
                </a:prstGeom>
                <a:grpFill/>
                <a:ln w="25400" cap="flat" cmpd="sng">
                  <a:solidFill>
                    <a:srgbClr val="C00000"/>
                  </a:solidFill>
                  <a:prstDash val="solid"/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 anchor="ctr"/>
                <a:lstStyle>
                  <a:defPPr>
                    <a:defRPr lang="zh-CN"/>
                  </a:defPPr>
                  <a:lvl1pPr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1pPr>
                  <a:lvl2pPr marL="2286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2pPr>
                  <a:lvl3pPr marL="4572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3pPr>
                  <a:lvl4pPr marL="6858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4pPr>
                  <a:lvl5pPr marL="9144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5pPr>
                  <a:lvl6pPr marL="22860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6pPr>
                  <a:lvl7pPr marL="27432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7pPr>
                  <a:lvl8pPr marL="32004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8pPr>
                  <a:lvl9pPr marL="36576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9pPr>
                </a:lstStyle>
                <a:p>
                  <a:pPr algn="l"/>
                  <a:endParaRPr lang="zh-CN" altLang="zh-CN" sz="1200">
                    <a:latin typeface="Helvetica" panose="020B0604020202030204" pitchFamily="34" charset="0"/>
                    <a:ea typeface="Helvetica" panose="020B0604020202030204" pitchFamily="34" charset="0"/>
                    <a:cs typeface="Helvetica" panose="020B0604020202030204" pitchFamily="34" charset="0"/>
                    <a:sym typeface="Helvetica" panose="020B0604020202030204" pitchFamily="34" charset="0"/>
                  </a:endParaRPr>
                </a:p>
              </p:txBody>
            </p:sp>
            <p:sp>
              <p:nvSpPr>
                <p:cNvPr id="364" name="Line 114"/>
                <p:cNvSpPr>
                  <a:spLocks noChangeShapeType="1"/>
                </p:cNvSpPr>
                <p:nvPr/>
              </p:nvSpPr>
              <p:spPr bwMode="auto">
                <a:xfrm>
                  <a:off x="607506" y="753698"/>
                  <a:ext cx="1" cy="103063"/>
                </a:xfrm>
                <a:prstGeom prst="line">
                  <a:avLst/>
                </a:prstGeom>
                <a:grpFill/>
                <a:ln w="25400" cap="flat" cmpd="sng">
                  <a:solidFill>
                    <a:srgbClr val="C00000"/>
                  </a:solidFill>
                  <a:prstDash val="solid"/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 anchor="ctr"/>
                <a:lstStyle>
                  <a:defPPr>
                    <a:defRPr lang="zh-CN"/>
                  </a:defPPr>
                  <a:lvl1pPr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1pPr>
                  <a:lvl2pPr marL="2286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2pPr>
                  <a:lvl3pPr marL="4572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3pPr>
                  <a:lvl4pPr marL="6858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4pPr>
                  <a:lvl5pPr marL="914400" algn="ctr" defTabSz="584200" rtl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5pPr>
                  <a:lvl6pPr marL="22860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6pPr>
                  <a:lvl7pPr marL="27432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7pPr>
                  <a:lvl8pPr marL="32004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8pPr>
                  <a:lvl9pPr marL="3657600" algn="l" defTabSz="914400" rtl="0" eaLnBrk="1" latinLnBrk="0" hangingPunct="1">
                    <a:defRPr sz="3600" kern="1200">
                      <a:solidFill>
                        <a:srgbClr val="000000"/>
                      </a:solidFill>
                      <a:latin typeface="Helvetica Light" charset="0"/>
                      <a:ea typeface="Helvetica Light" charset="0"/>
                      <a:cs typeface="Helvetica Light" charset="0"/>
                      <a:sym typeface="Helvetica Light" charset="0"/>
                    </a:defRPr>
                  </a:lvl9pPr>
                </a:lstStyle>
                <a:p>
                  <a:pPr algn="l"/>
                  <a:endParaRPr lang="zh-CN" altLang="zh-CN" sz="1200">
                    <a:latin typeface="Helvetica" panose="020B0604020202030204" pitchFamily="34" charset="0"/>
                    <a:ea typeface="Helvetica" panose="020B0604020202030204" pitchFamily="34" charset="0"/>
                    <a:cs typeface="Helvetica" panose="020B0604020202030204" pitchFamily="34" charset="0"/>
                    <a:sym typeface="Helvetica" panose="020B0604020202030204" pitchFamily="34" charset="0"/>
                  </a:endParaRPr>
                </a:p>
              </p:txBody>
            </p:sp>
          </p:grpSp>
        </p:grpSp>
        <p:grpSp>
          <p:nvGrpSpPr>
            <p:cNvPr id="43" name="Group 115"/>
            <p:cNvGrpSpPr/>
            <p:nvPr/>
          </p:nvGrpSpPr>
          <p:grpSpPr bwMode="auto">
            <a:xfrm>
              <a:off x="-1" y="767283"/>
              <a:ext cx="2878997" cy="856762"/>
              <a:chOff x="-1" y="0"/>
              <a:chExt cx="2878997" cy="856762"/>
            </a:xfrm>
            <a:grpFill/>
          </p:grpSpPr>
          <p:grpSp>
            <p:nvGrpSpPr>
              <p:cNvPr id="187" name="Group 116"/>
              <p:cNvGrpSpPr/>
              <p:nvPr/>
            </p:nvGrpSpPr>
            <p:grpSpPr bwMode="auto">
              <a:xfrm>
                <a:off x="-1" y="0"/>
                <a:ext cx="1500488" cy="856762"/>
                <a:chOff x="-1" y="0"/>
                <a:chExt cx="1500488" cy="856762"/>
              </a:xfrm>
              <a:grpFill/>
            </p:grpSpPr>
            <p:grpSp>
              <p:nvGrpSpPr>
                <p:cNvPr id="259" name="Group 117"/>
                <p:cNvGrpSpPr/>
                <p:nvPr/>
              </p:nvGrpSpPr>
              <p:grpSpPr bwMode="auto">
                <a:xfrm>
                  <a:off x="-1" y="1"/>
                  <a:ext cx="811233" cy="856761"/>
                  <a:chOff x="-1" y="0"/>
                  <a:chExt cx="811233" cy="856761"/>
                </a:xfrm>
                <a:grpFill/>
              </p:grpSpPr>
              <p:sp>
                <p:nvSpPr>
                  <p:cNvPr id="295" name="AutoShape 118"/>
                  <p:cNvSpPr/>
                  <p:nvPr/>
                </p:nvSpPr>
                <p:spPr bwMode="auto">
                  <a:xfrm>
                    <a:off x="141543" y="626915"/>
                    <a:ext cx="126755" cy="126830"/>
                  </a:xfrm>
                  <a:custGeom>
                    <a:avLst/>
                    <a:gdLst>
                      <a:gd name="T0" fmla="+- 0 10800 961"/>
                      <a:gd name="T1" fmla="*/ T0 w 19679"/>
                      <a:gd name="T2" fmla="+- 0 10800 961"/>
                      <a:gd name="T3" fmla="*/ 10800 h 19679"/>
                      <a:gd name="T4" fmla="+- 0 10800 961"/>
                      <a:gd name="T5" fmla="*/ T4 w 19679"/>
                      <a:gd name="T6" fmla="+- 0 10800 961"/>
                      <a:gd name="T7" fmla="*/ 10800 h 19679"/>
                      <a:gd name="T8" fmla="+- 0 10800 961"/>
                      <a:gd name="T9" fmla="*/ T8 w 19679"/>
                      <a:gd name="T10" fmla="+- 0 10800 961"/>
                      <a:gd name="T11" fmla="*/ 10800 h 19679"/>
                      <a:gd name="T12" fmla="+- 0 10800 961"/>
                      <a:gd name="T13" fmla="*/ T12 w 19679"/>
                      <a:gd name="T14" fmla="+- 0 10800 961"/>
                      <a:gd name="T15" fmla="*/ 10800 h 19679"/>
                    </a:gdLst>
                    <a:ahLst/>
                    <a:cxnLst>
                      <a:cxn ang="0">
                        <a:pos x="T1" y="T3"/>
                      </a:cxn>
                      <a:cxn ang="0">
                        <a:pos x="T5" y="T7"/>
                      </a:cxn>
                      <a:cxn ang="0">
                        <a:pos x="T9" y="T11"/>
                      </a:cxn>
                      <a:cxn ang="0">
                        <a:pos x="T13" y="T15"/>
                      </a:cxn>
                    </a:cxnLst>
                    <a:rect l="0" t="0" r="r" b="b"/>
                    <a:pathLst>
                      <a:path w="19679" h="19679">
                        <a:moveTo>
                          <a:pt x="16796" y="2881"/>
                        </a:moveTo>
                        <a:cubicBezTo>
                          <a:pt x="20639" y="6724"/>
                          <a:pt x="20639" y="12953"/>
                          <a:pt x="16796" y="16796"/>
                        </a:cubicBezTo>
                        <a:cubicBezTo>
                          <a:pt x="12953" y="20638"/>
                          <a:pt x="6723" y="20638"/>
                          <a:pt x="2881" y="16796"/>
                        </a:cubicBezTo>
                        <a:cubicBezTo>
                          <a:pt x="-961" y="12953"/>
                          <a:pt x="-961" y="6724"/>
                          <a:pt x="2881" y="2881"/>
                        </a:cubicBezTo>
                        <a:cubicBezTo>
                          <a:pt x="6723" y="-961"/>
                          <a:pt x="12953" y="-961"/>
                          <a:pt x="16796" y="2881"/>
                        </a:cubicBezTo>
                      </a:path>
                    </a:pathLst>
                  </a:cu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miter lim="0"/>
                  </a:ln>
                  <a:effectLst>
                    <a:outerShdw blurRad="127000" dist="76201" dir="2700000" algn="ctr" rotWithShape="0">
                      <a:srgbClr val="000000">
                        <a:alpha val="75000"/>
                      </a:srgbClr>
                    </a:outerShdw>
                  </a:effec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endParaRPr lang="zh-CN" altLang="zh-CN" sz="300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Gill Sans" charset="0"/>
                      <a:ea typeface="Gill Sans" charset="0"/>
                      <a:cs typeface="Gill Sans" charset="0"/>
                      <a:sym typeface="Gill Sans" charset="0"/>
                    </a:endParaRPr>
                  </a:p>
                </p:txBody>
              </p:sp>
              <p:sp>
                <p:nvSpPr>
                  <p:cNvPr id="296" name="AutoShape 119"/>
                  <p:cNvSpPr/>
                  <p:nvPr/>
                </p:nvSpPr>
                <p:spPr bwMode="auto">
                  <a:xfrm>
                    <a:off x="342238" y="626915"/>
                    <a:ext cx="126755" cy="126830"/>
                  </a:xfrm>
                  <a:custGeom>
                    <a:avLst/>
                    <a:gdLst>
                      <a:gd name="T0" fmla="+- 0 10800 961"/>
                      <a:gd name="T1" fmla="*/ T0 w 19679"/>
                      <a:gd name="T2" fmla="+- 0 10800 961"/>
                      <a:gd name="T3" fmla="*/ 10800 h 19679"/>
                      <a:gd name="T4" fmla="+- 0 10800 961"/>
                      <a:gd name="T5" fmla="*/ T4 w 19679"/>
                      <a:gd name="T6" fmla="+- 0 10800 961"/>
                      <a:gd name="T7" fmla="*/ 10800 h 19679"/>
                      <a:gd name="T8" fmla="+- 0 10800 961"/>
                      <a:gd name="T9" fmla="*/ T8 w 19679"/>
                      <a:gd name="T10" fmla="+- 0 10800 961"/>
                      <a:gd name="T11" fmla="*/ 10800 h 19679"/>
                      <a:gd name="T12" fmla="+- 0 10800 961"/>
                      <a:gd name="T13" fmla="*/ T12 w 19679"/>
                      <a:gd name="T14" fmla="+- 0 10800 961"/>
                      <a:gd name="T15" fmla="*/ 10800 h 19679"/>
                    </a:gdLst>
                    <a:ahLst/>
                    <a:cxnLst>
                      <a:cxn ang="0">
                        <a:pos x="T1" y="T3"/>
                      </a:cxn>
                      <a:cxn ang="0">
                        <a:pos x="T5" y="T7"/>
                      </a:cxn>
                      <a:cxn ang="0">
                        <a:pos x="T9" y="T11"/>
                      </a:cxn>
                      <a:cxn ang="0">
                        <a:pos x="T13" y="T15"/>
                      </a:cxn>
                    </a:cxnLst>
                    <a:rect l="0" t="0" r="r" b="b"/>
                    <a:pathLst>
                      <a:path w="19679" h="19679">
                        <a:moveTo>
                          <a:pt x="16796" y="2881"/>
                        </a:moveTo>
                        <a:cubicBezTo>
                          <a:pt x="20639" y="6724"/>
                          <a:pt x="20639" y="12953"/>
                          <a:pt x="16796" y="16796"/>
                        </a:cubicBezTo>
                        <a:cubicBezTo>
                          <a:pt x="12953" y="20638"/>
                          <a:pt x="6723" y="20638"/>
                          <a:pt x="2881" y="16796"/>
                        </a:cubicBezTo>
                        <a:cubicBezTo>
                          <a:pt x="-961" y="12953"/>
                          <a:pt x="-961" y="6724"/>
                          <a:pt x="2881" y="2881"/>
                        </a:cubicBezTo>
                        <a:cubicBezTo>
                          <a:pt x="6723" y="-961"/>
                          <a:pt x="12953" y="-961"/>
                          <a:pt x="16796" y="2881"/>
                        </a:cubicBezTo>
                      </a:path>
                    </a:pathLst>
                  </a:cu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miter lim="0"/>
                  </a:ln>
                  <a:effectLst>
                    <a:outerShdw blurRad="127000" dist="76201" dir="2700000" algn="ctr" rotWithShape="0">
                      <a:srgbClr val="000000">
                        <a:alpha val="75000"/>
                      </a:srgbClr>
                    </a:outerShdw>
                  </a:effec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endParaRPr lang="zh-CN" altLang="zh-CN" sz="300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Gill Sans" charset="0"/>
                      <a:ea typeface="Gill Sans" charset="0"/>
                      <a:cs typeface="Gill Sans" charset="0"/>
                      <a:sym typeface="Gill Sans" charset="0"/>
                    </a:endParaRPr>
                  </a:p>
                </p:txBody>
              </p:sp>
              <p:sp>
                <p:nvSpPr>
                  <p:cNvPr id="297" name="AutoShape 120"/>
                  <p:cNvSpPr/>
                  <p:nvPr/>
                </p:nvSpPr>
                <p:spPr bwMode="auto">
                  <a:xfrm>
                    <a:off x="542933" y="626915"/>
                    <a:ext cx="126756" cy="126830"/>
                  </a:xfrm>
                  <a:custGeom>
                    <a:avLst/>
                    <a:gdLst>
                      <a:gd name="T0" fmla="+- 0 10800 961"/>
                      <a:gd name="T1" fmla="*/ T0 w 19679"/>
                      <a:gd name="T2" fmla="+- 0 10800 961"/>
                      <a:gd name="T3" fmla="*/ 10800 h 19679"/>
                      <a:gd name="T4" fmla="+- 0 10800 961"/>
                      <a:gd name="T5" fmla="*/ T4 w 19679"/>
                      <a:gd name="T6" fmla="+- 0 10800 961"/>
                      <a:gd name="T7" fmla="*/ 10800 h 19679"/>
                      <a:gd name="T8" fmla="+- 0 10800 961"/>
                      <a:gd name="T9" fmla="*/ T8 w 19679"/>
                      <a:gd name="T10" fmla="+- 0 10800 961"/>
                      <a:gd name="T11" fmla="*/ 10800 h 19679"/>
                      <a:gd name="T12" fmla="+- 0 10800 961"/>
                      <a:gd name="T13" fmla="*/ T12 w 19679"/>
                      <a:gd name="T14" fmla="+- 0 10800 961"/>
                      <a:gd name="T15" fmla="*/ 10800 h 19679"/>
                    </a:gdLst>
                    <a:ahLst/>
                    <a:cxnLst>
                      <a:cxn ang="0">
                        <a:pos x="T1" y="T3"/>
                      </a:cxn>
                      <a:cxn ang="0">
                        <a:pos x="T5" y="T7"/>
                      </a:cxn>
                      <a:cxn ang="0">
                        <a:pos x="T9" y="T11"/>
                      </a:cxn>
                      <a:cxn ang="0">
                        <a:pos x="T13" y="T15"/>
                      </a:cxn>
                    </a:cxnLst>
                    <a:rect l="0" t="0" r="r" b="b"/>
                    <a:pathLst>
                      <a:path w="19679" h="19679">
                        <a:moveTo>
                          <a:pt x="16796" y="2881"/>
                        </a:moveTo>
                        <a:cubicBezTo>
                          <a:pt x="20639" y="6724"/>
                          <a:pt x="20639" y="12953"/>
                          <a:pt x="16796" y="16796"/>
                        </a:cubicBezTo>
                        <a:cubicBezTo>
                          <a:pt x="12953" y="20638"/>
                          <a:pt x="6723" y="20638"/>
                          <a:pt x="2881" y="16796"/>
                        </a:cubicBezTo>
                        <a:cubicBezTo>
                          <a:pt x="-961" y="12953"/>
                          <a:pt x="-961" y="6724"/>
                          <a:pt x="2881" y="2881"/>
                        </a:cubicBezTo>
                        <a:cubicBezTo>
                          <a:pt x="6723" y="-961"/>
                          <a:pt x="12953" y="-961"/>
                          <a:pt x="16796" y="2881"/>
                        </a:cubicBezTo>
                      </a:path>
                    </a:pathLst>
                  </a:cu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miter lim="0"/>
                  </a:ln>
                  <a:effectLst>
                    <a:outerShdw blurRad="127000" dist="76201" dir="2700000" algn="ctr" rotWithShape="0">
                      <a:srgbClr val="000000">
                        <a:alpha val="75000"/>
                      </a:srgbClr>
                    </a:outerShdw>
                  </a:effec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endParaRPr lang="zh-CN" altLang="zh-CN" sz="300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Gill Sans" charset="0"/>
                      <a:ea typeface="Gill Sans" charset="0"/>
                      <a:cs typeface="Gill Sans" charset="0"/>
                      <a:sym typeface="Gill Sans" charset="0"/>
                    </a:endParaRPr>
                  </a:p>
                </p:txBody>
              </p:sp>
              <p:sp>
                <p:nvSpPr>
                  <p:cNvPr id="298" name="AutoShape 121"/>
                  <p:cNvSpPr/>
                  <p:nvPr/>
                </p:nvSpPr>
                <p:spPr bwMode="auto">
                  <a:xfrm>
                    <a:off x="-1" y="375370"/>
                    <a:ext cx="126756" cy="126831"/>
                  </a:xfrm>
                  <a:custGeom>
                    <a:avLst/>
                    <a:gdLst>
                      <a:gd name="T0" fmla="+- 0 10800 961"/>
                      <a:gd name="T1" fmla="*/ T0 w 19679"/>
                      <a:gd name="T2" fmla="+- 0 10800 961"/>
                      <a:gd name="T3" fmla="*/ 10800 h 19679"/>
                      <a:gd name="T4" fmla="+- 0 10800 961"/>
                      <a:gd name="T5" fmla="*/ T4 w 19679"/>
                      <a:gd name="T6" fmla="+- 0 10800 961"/>
                      <a:gd name="T7" fmla="*/ 10800 h 19679"/>
                      <a:gd name="T8" fmla="+- 0 10800 961"/>
                      <a:gd name="T9" fmla="*/ T8 w 19679"/>
                      <a:gd name="T10" fmla="+- 0 10800 961"/>
                      <a:gd name="T11" fmla="*/ 10800 h 19679"/>
                      <a:gd name="T12" fmla="+- 0 10800 961"/>
                      <a:gd name="T13" fmla="*/ T12 w 19679"/>
                      <a:gd name="T14" fmla="+- 0 10800 961"/>
                      <a:gd name="T15" fmla="*/ 10800 h 19679"/>
                    </a:gdLst>
                    <a:ahLst/>
                    <a:cxnLst>
                      <a:cxn ang="0">
                        <a:pos x="T1" y="T3"/>
                      </a:cxn>
                      <a:cxn ang="0">
                        <a:pos x="T5" y="T7"/>
                      </a:cxn>
                      <a:cxn ang="0">
                        <a:pos x="T9" y="T11"/>
                      </a:cxn>
                      <a:cxn ang="0">
                        <a:pos x="T13" y="T15"/>
                      </a:cxn>
                    </a:cxnLst>
                    <a:rect l="0" t="0" r="r" b="b"/>
                    <a:pathLst>
                      <a:path w="19679" h="19679">
                        <a:moveTo>
                          <a:pt x="16796" y="2881"/>
                        </a:moveTo>
                        <a:cubicBezTo>
                          <a:pt x="20638" y="6724"/>
                          <a:pt x="20638" y="12953"/>
                          <a:pt x="16796" y="16796"/>
                        </a:cubicBezTo>
                        <a:cubicBezTo>
                          <a:pt x="12953" y="20638"/>
                          <a:pt x="6723" y="20638"/>
                          <a:pt x="2881" y="16796"/>
                        </a:cubicBezTo>
                        <a:cubicBezTo>
                          <a:pt x="-961" y="12953"/>
                          <a:pt x="-961" y="6724"/>
                          <a:pt x="2881" y="2881"/>
                        </a:cubicBezTo>
                        <a:cubicBezTo>
                          <a:pt x="6723" y="-961"/>
                          <a:pt x="12953" y="-961"/>
                          <a:pt x="16796" y="2881"/>
                        </a:cubicBezTo>
                      </a:path>
                    </a:pathLst>
                  </a:cu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miter lim="0"/>
                  </a:ln>
                  <a:effectLst>
                    <a:outerShdw blurRad="127000" dist="76201" dir="2700000" algn="ctr" rotWithShape="0">
                      <a:srgbClr val="000000">
                        <a:alpha val="75000"/>
                      </a:srgbClr>
                    </a:outerShdw>
                  </a:effec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endParaRPr lang="zh-CN" altLang="zh-CN" sz="300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Gill Sans" charset="0"/>
                      <a:ea typeface="Gill Sans" charset="0"/>
                      <a:cs typeface="Gill Sans" charset="0"/>
                      <a:sym typeface="Gill Sans" charset="0"/>
                    </a:endParaRPr>
                  </a:p>
                </p:txBody>
              </p:sp>
              <p:sp>
                <p:nvSpPr>
                  <p:cNvPr id="299" name="AutoShape 122"/>
                  <p:cNvSpPr/>
                  <p:nvPr/>
                </p:nvSpPr>
                <p:spPr bwMode="auto">
                  <a:xfrm>
                    <a:off x="228158" y="375370"/>
                    <a:ext cx="126756" cy="126831"/>
                  </a:xfrm>
                  <a:custGeom>
                    <a:avLst/>
                    <a:gdLst>
                      <a:gd name="T0" fmla="+- 0 10800 961"/>
                      <a:gd name="T1" fmla="*/ T0 w 19679"/>
                      <a:gd name="T2" fmla="+- 0 10800 961"/>
                      <a:gd name="T3" fmla="*/ 10800 h 19679"/>
                      <a:gd name="T4" fmla="+- 0 10800 961"/>
                      <a:gd name="T5" fmla="*/ T4 w 19679"/>
                      <a:gd name="T6" fmla="+- 0 10800 961"/>
                      <a:gd name="T7" fmla="*/ 10800 h 19679"/>
                      <a:gd name="T8" fmla="+- 0 10800 961"/>
                      <a:gd name="T9" fmla="*/ T8 w 19679"/>
                      <a:gd name="T10" fmla="+- 0 10800 961"/>
                      <a:gd name="T11" fmla="*/ 10800 h 19679"/>
                      <a:gd name="T12" fmla="+- 0 10800 961"/>
                      <a:gd name="T13" fmla="*/ T12 w 19679"/>
                      <a:gd name="T14" fmla="+- 0 10800 961"/>
                      <a:gd name="T15" fmla="*/ 10800 h 19679"/>
                    </a:gdLst>
                    <a:ahLst/>
                    <a:cxnLst>
                      <a:cxn ang="0">
                        <a:pos x="T1" y="T3"/>
                      </a:cxn>
                      <a:cxn ang="0">
                        <a:pos x="T5" y="T7"/>
                      </a:cxn>
                      <a:cxn ang="0">
                        <a:pos x="T9" y="T11"/>
                      </a:cxn>
                      <a:cxn ang="0">
                        <a:pos x="T13" y="T15"/>
                      </a:cxn>
                    </a:cxnLst>
                    <a:rect l="0" t="0" r="r" b="b"/>
                    <a:pathLst>
                      <a:path w="19679" h="19679">
                        <a:moveTo>
                          <a:pt x="16796" y="2881"/>
                        </a:moveTo>
                        <a:cubicBezTo>
                          <a:pt x="20638" y="6724"/>
                          <a:pt x="20638" y="12953"/>
                          <a:pt x="16796" y="16796"/>
                        </a:cubicBezTo>
                        <a:cubicBezTo>
                          <a:pt x="12953" y="20638"/>
                          <a:pt x="6723" y="20638"/>
                          <a:pt x="2881" y="16796"/>
                        </a:cubicBezTo>
                        <a:cubicBezTo>
                          <a:pt x="-961" y="12953"/>
                          <a:pt x="-961" y="6724"/>
                          <a:pt x="2881" y="2881"/>
                        </a:cubicBezTo>
                        <a:cubicBezTo>
                          <a:pt x="6723" y="-961"/>
                          <a:pt x="12953" y="-961"/>
                          <a:pt x="16796" y="2881"/>
                        </a:cubicBezTo>
                      </a:path>
                    </a:pathLst>
                  </a:cu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miter lim="0"/>
                  </a:ln>
                  <a:effectLst>
                    <a:outerShdw blurRad="127000" dist="76201" dir="2700000" algn="ctr" rotWithShape="0">
                      <a:srgbClr val="000000">
                        <a:alpha val="75000"/>
                      </a:srgbClr>
                    </a:outerShdw>
                  </a:effec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endParaRPr lang="zh-CN" altLang="zh-CN" sz="300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Gill Sans" charset="0"/>
                      <a:ea typeface="Gill Sans" charset="0"/>
                      <a:cs typeface="Gill Sans" charset="0"/>
                      <a:sym typeface="Gill Sans" charset="0"/>
                    </a:endParaRPr>
                  </a:p>
                </p:txBody>
              </p:sp>
              <p:sp>
                <p:nvSpPr>
                  <p:cNvPr id="300" name="AutoShape 123"/>
                  <p:cNvSpPr/>
                  <p:nvPr/>
                </p:nvSpPr>
                <p:spPr bwMode="auto">
                  <a:xfrm>
                    <a:off x="456317" y="375370"/>
                    <a:ext cx="126756" cy="126831"/>
                  </a:xfrm>
                  <a:custGeom>
                    <a:avLst/>
                    <a:gdLst>
                      <a:gd name="T0" fmla="+- 0 10800 961"/>
                      <a:gd name="T1" fmla="*/ T0 w 19679"/>
                      <a:gd name="T2" fmla="+- 0 10800 961"/>
                      <a:gd name="T3" fmla="*/ 10800 h 19679"/>
                      <a:gd name="T4" fmla="+- 0 10800 961"/>
                      <a:gd name="T5" fmla="*/ T4 w 19679"/>
                      <a:gd name="T6" fmla="+- 0 10800 961"/>
                      <a:gd name="T7" fmla="*/ 10800 h 19679"/>
                      <a:gd name="T8" fmla="+- 0 10800 961"/>
                      <a:gd name="T9" fmla="*/ T8 w 19679"/>
                      <a:gd name="T10" fmla="+- 0 10800 961"/>
                      <a:gd name="T11" fmla="*/ 10800 h 19679"/>
                      <a:gd name="T12" fmla="+- 0 10800 961"/>
                      <a:gd name="T13" fmla="*/ T12 w 19679"/>
                      <a:gd name="T14" fmla="+- 0 10800 961"/>
                      <a:gd name="T15" fmla="*/ 10800 h 19679"/>
                    </a:gdLst>
                    <a:ahLst/>
                    <a:cxnLst>
                      <a:cxn ang="0">
                        <a:pos x="T1" y="T3"/>
                      </a:cxn>
                      <a:cxn ang="0">
                        <a:pos x="T5" y="T7"/>
                      </a:cxn>
                      <a:cxn ang="0">
                        <a:pos x="T9" y="T11"/>
                      </a:cxn>
                      <a:cxn ang="0">
                        <a:pos x="T13" y="T15"/>
                      </a:cxn>
                    </a:cxnLst>
                    <a:rect l="0" t="0" r="r" b="b"/>
                    <a:pathLst>
                      <a:path w="19679" h="19679">
                        <a:moveTo>
                          <a:pt x="16796" y="2881"/>
                        </a:moveTo>
                        <a:cubicBezTo>
                          <a:pt x="20638" y="6724"/>
                          <a:pt x="20638" y="12953"/>
                          <a:pt x="16796" y="16796"/>
                        </a:cubicBezTo>
                        <a:cubicBezTo>
                          <a:pt x="12953" y="20638"/>
                          <a:pt x="6723" y="20638"/>
                          <a:pt x="2881" y="16796"/>
                        </a:cubicBezTo>
                        <a:cubicBezTo>
                          <a:pt x="-961" y="12953"/>
                          <a:pt x="-961" y="6724"/>
                          <a:pt x="2881" y="2881"/>
                        </a:cubicBezTo>
                        <a:cubicBezTo>
                          <a:pt x="6723" y="-961"/>
                          <a:pt x="12953" y="-961"/>
                          <a:pt x="16796" y="2881"/>
                        </a:cubicBezTo>
                      </a:path>
                    </a:pathLst>
                  </a:cu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miter lim="0"/>
                  </a:ln>
                  <a:effectLst>
                    <a:outerShdw blurRad="127000" dist="76201" dir="2700000" algn="ctr" rotWithShape="0">
                      <a:srgbClr val="000000">
                        <a:alpha val="75000"/>
                      </a:srgbClr>
                    </a:outerShdw>
                  </a:effec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endParaRPr lang="zh-CN" altLang="zh-CN" sz="300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Gill Sans" charset="0"/>
                      <a:ea typeface="Gill Sans" charset="0"/>
                      <a:cs typeface="Gill Sans" charset="0"/>
                      <a:sym typeface="Gill Sans" charset="0"/>
                    </a:endParaRPr>
                  </a:p>
                </p:txBody>
              </p:sp>
              <p:sp>
                <p:nvSpPr>
                  <p:cNvPr id="301" name="AutoShape 124"/>
                  <p:cNvSpPr/>
                  <p:nvPr/>
                </p:nvSpPr>
                <p:spPr bwMode="auto">
                  <a:xfrm>
                    <a:off x="684476" y="375370"/>
                    <a:ext cx="126756" cy="126831"/>
                  </a:xfrm>
                  <a:custGeom>
                    <a:avLst/>
                    <a:gdLst>
                      <a:gd name="T0" fmla="+- 0 10800 961"/>
                      <a:gd name="T1" fmla="*/ T0 w 19679"/>
                      <a:gd name="T2" fmla="+- 0 10800 961"/>
                      <a:gd name="T3" fmla="*/ 10800 h 19679"/>
                      <a:gd name="T4" fmla="+- 0 10800 961"/>
                      <a:gd name="T5" fmla="*/ T4 w 19679"/>
                      <a:gd name="T6" fmla="+- 0 10800 961"/>
                      <a:gd name="T7" fmla="*/ 10800 h 19679"/>
                      <a:gd name="T8" fmla="+- 0 10800 961"/>
                      <a:gd name="T9" fmla="*/ T8 w 19679"/>
                      <a:gd name="T10" fmla="+- 0 10800 961"/>
                      <a:gd name="T11" fmla="*/ 10800 h 19679"/>
                      <a:gd name="T12" fmla="+- 0 10800 961"/>
                      <a:gd name="T13" fmla="*/ T12 w 19679"/>
                      <a:gd name="T14" fmla="+- 0 10800 961"/>
                      <a:gd name="T15" fmla="*/ 10800 h 19679"/>
                    </a:gdLst>
                    <a:ahLst/>
                    <a:cxnLst>
                      <a:cxn ang="0">
                        <a:pos x="T1" y="T3"/>
                      </a:cxn>
                      <a:cxn ang="0">
                        <a:pos x="T5" y="T7"/>
                      </a:cxn>
                      <a:cxn ang="0">
                        <a:pos x="T9" y="T11"/>
                      </a:cxn>
                      <a:cxn ang="0">
                        <a:pos x="T13" y="T15"/>
                      </a:cxn>
                    </a:cxnLst>
                    <a:rect l="0" t="0" r="r" b="b"/>
                    <a:pathLst>
                      <a:path w="19679" h="19679">
                        <a:moveTo>
                          <a:pt x="16796" y="2881"/>
                        </a:moveTo>
                        <a:cubicBezTo>
                          <a:pt x="20638" y="6724"/>
                          <a:pt x="20638" y="12953"/>
                          <a:pt x="16796" y="16796"/>
                        </a:cubicBezTo>
                        <a:cubicBezTo>
                          <a:pt x="12953" y="20638"/>
                          <a:pt x="6723" y="20638"/>
                          <a:pt x="2881" y="16796"/>
                        </a:cubicBezTo>
                        <a:cubicBezTo>
                          <a:pt x="-961" y="12953"/>
                          <a:pt x="-961" y="6724"/>
                          <a:pt x="2881" y="2881"/>
                        </a:cubicBezTo>
                        <a:cubicBezTo>
                          <a:pt x="6723" y="-961"/>
                          <a:pt x="12953" y="-961"/>
                          <a:pt x="16796" y="2881"/>
                        </a:cubicBezTo>
                      </a:path>
                    </a:pathLst>
                  </a:cu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miter lim="0"/>
                  </a:ln>
                  <a:effectLst>
                    <a:outerShdw blurRad="127000" dist="76201" dir="2700000" algn="ctr" rotWithShape="0">
                      <a:srgbClr val="000000">
                        <a:alpha val="75000"/>
                      </a:srgbClr>
                    </a:outerShdw>
                  </a:effec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endParaRPr lang="zh-CN" altLang="zh-CN" sz="300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Gill Sans" charset="0"/>
                      <a:ea typeface="Gill Sans" charset="0"/>
                      <a:cs typeface="Gill Sans" charset="0"/>
                      <a:sym typeface="Gill Sans" charset="0"/>
                    </a:endParaRPr>
                  </a:p>
                </p:txBody>
              </p:sp>
              <p:sp>
                <p:nvSpPr>
                  <p:cNvPr id="302" name="Line 125"/>
                  <p:cNvSpPr>
                    <a:spLocks noChangeShapeType="1"/>
                  </p:cNvSpPr>
                  <p:nvPr/>
                </p:nvSpPr>
                <p:spPr bwMode="auto">
                  <a:xfrm>
                    <a:off x="88637" y="461665"/>
                    <a:ext cx="112240" cy="175447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303" name="Line 126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99281" y="495953"/>
                    <a:ext cx="86469" cy="136726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304" name="Line 127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00875" y="502276"/>
                    <a:ext cx="323052" cy="122805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305" name="Line 128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99282" y="501016"/>
                    <a:ext cx="540550" cy="129137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306" name="Line 129"/>
                  <p:cNvSpPr>
                    <a:spLocks noChangeShapeType="1"/>
                  </p:cNvSpPr>
                  <p:nvPr/>
                </p:nvSpPr>
                <p:spPr bwMode="auto">
                  <a:xfrm>
                    <a:off x="95843" y="475687"/>
                    <a:ext cx="293879" cy="157626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307" name="Line 130"/>
                  <p:cNvSpPr>
                    <a:spLocks noChangeShapeType="1"/>
                  </p:cNvSpPr>
                  <p:nvPr/>
                </p:nvSpPr>
                <p:spPr bwMode="auto">
                  <a:xfrm>
                    <a:off x="280977" y="496583"/>
                    <a:ext cx="113518" cy="137368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308" name="Line 131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95558" y="502906"/>
                    <a:ext cx="127310" cy="129775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309" name="Line 132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92372" y="494681"/>
                    <a:ext cx="351168" cy="137996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310" name="Line 133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597134" y="495953"/>
                    <a:ext cx="138448" cy="135454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311" name="Line 134"/>
                  <p:cNvSpPr>
                    <a:spLocks noChangeShapeType="1"/>
                  </p:cNvSpPr>
                  <p:nvPr/>
                </p:nvSpPr>
                <p:spPr bwMode="auto">
                  <a:xfrm>
                    <a:off x="522868" y="499115"/>
                    <a:ext cx="77446" cy="129761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312" name="Line 135"/>
                  <p:cNvSpPr>
                    <a:spLocks noChangeShapeType="1"/>
                  </p:cNvSpPr>
                  <p:nvPr/>
                </p:nvSpPr>
                <p:spPr bwMode="auto">
                  <a:xfrm>
                    <a:off x="284691" y="502276"/>
                    <a:ext cx="316158" cy="126602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313" name="Line 136"/>
                  <p:cNvSpPr>
                    <a:spLocks noChangeShapeType="1"/>
                  </p:cNvSpPr>
                  <p:nvPr/>
                </p:nvSpPr>
                <p:spPr bwMode="auto">
                  <a:xfrm>
                    <a:off x="101143" y="477589"/>
                    <a:ext cx="492277" cy="151295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314" name="AutoShape 137"/>
                  <p:cNvSpPr/>
                  <p:nvPr/>
                </p:nvSpPr>
                <p:spPr bwMode="auto">
                  <a:xfrm>
                    <a:off x="181681" y="98459"/>
                    <a:ext cx="126756" cy="126831"/>
                  </a:xfrm>
                  <a:custGeom>
                    <a:avLst/>
                    <a:gdLst>
                      <a:gd name="T0" fmla="+- 0 10800 961"/>
                      <a:gd name="T1" fmla="*/ T0 w 19679"/>
                      <a:gd name="T2" fmla="+- 0 10800 961"/>
                      <a:gd name="T3" fmla="*/ 10800 h 19679"/>
                      <a:gd name="T4" fmla="+- 0 10800 961"/>
                      <a:gd name="T5" fmla="*/ T4 w 19679"/>
                      <a:gd name="T6" fmla="+- 0 10800 961"/>
                      <a:gd name="T7" fmla="*/ 10800 h 19679"/>
                      <a:gd name="T8" fmla="+- 0 10800 961"/>
                      <a:gd name="T9" fmla="*/ T8 w 19679"/>
                      <a:gd name="T10" fmla="+- 0 10800 961"/>
                      <a:gd name="T11" fmla="*/ 10800 h 19679"/>
                      <a:gd name="T12" fmla="+- 0 10800 961"/>
                      <a:gd name="T13" fmla="*/ T12 w 19679"/>
                      <a:gd name="T14" fmla="+- 0 10800 961"/>
                      <a:gd name="T15" fmla="*/ 10800 h 19679"/>
                    </a:gdLst>
                    <a:ahLst/>
                    <a:cxnLst>
                      <a:cxn ang="0">
                        <a:pos x="T1" y="T3"/>
                      </a:cxn>
                      <a:cxn ang="0">
                        <a:pos x="T5" y="T7"/>
                      </a:cxn>
                      <a:cxn ang="0">
                        <a:pos x="T9" y="T11"/>
                      </a:cxn>
                      <a:cxn ang="0">
                        <a:pos x="T13" y="T15"/>
                      </a:cxn>
                    </a:cxnLst>
                    <a:rect l="0" t="0" r="r" b="b"/>
                    <a:pathLst>
                      <a:path w="19679" h="19679">
                        <a:moveTo>
                          <a:pt x="16796" y="2881"/>
                        </a:moveTo>
                        <a:cubicBezTo>
                          <a:pt x="20639" y="6724"/>
                          <a:pt x="20639" y="12953"/>
                          <a:pt x="16796" y="16796"/>
                        </a:cubicBezTo>
                        <a:cubicBezTo>
                          <a:pt x="12953" y="20638"/>
                          <a:pt x="6724" y="20638"/>
                          <a:pt x="2881" y="16796"/>
                        </a:cubicBezTo>
                        <a:cubicBezTo>
                          <a:pt x="-961" y="12953"/>
                          <a:pt x="-961" y="6724"/>
                          <a:pt x="2881" y="2881"/>
                        </a:cubicBezTo>
                        <a:cubicBezTo>
                          <a:pt x="6724" y="-961"/>
                          <a:pt x="12953" y="-961"/>
                          <a:pt x="16796" y="2881"/>
                        </a:cubicBezTo>
                      </a:path>
                    </a:pathLst>
                  </a:cu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miter lim="0"/>
                  </a:ln>
                  <a:effectLst>
                    <a:outerShdw blurRad="127000" dist="76201" dir="2700000" algn="ctr" rotWithShape="0">
                      <a:srgbClr val="000000">
                        <a:alpha val="75000"/>
                      </a:srgbClr>
                    </a:outerShdw>
                  </a:effec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endParaRPr lang="zh-CN" altLang="zh-CN" sz="300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Gill Sans" charset="0"/>
                      <a:ea typeface="Gill Sans" charset="0"/>
                      <a:cs typeface="Gill Sans" charset="0"/>
                      <a:sym typeface="Gill Sans" charset="0"/>
                    </a:endParaRPr>
                  </a:p>
                </p:txBody>
              </p:sp>
              <p:sp>
                <p:nvSpPr>
                  <p:cNvPr id="315" name="AutoShape 138"/>
                  <p:cNvSpPr/>
                  <p:nvPr/>
                </p:nvSpPr>
                <p:spPr bwMode="auto">
                  <a:xfrm>
                    <a:off x="500681" y="98459"/>
                    <a:ext cx="126756" cy="126831"/>
                  </a:xfrm>
                  <a:custGeom>
                    <a:avLst/>
                    <a:gdLst>
                      <a:gd name="T0" fmla="+- 0 10800 961"/>
                      <a:gd name="T1" fmla="*/ T0 w 19679"/>
                      <a:gd name="T2" fmla="+- 0 10800 961"/>
                      <a:gd name="T3" fmla="*/ 10800 h 19679"/>
                      <a:gd name="T4" fmla="+- 0 10800 961"/>
                      <a:gd name="T5" fmla="*/ T4 w 19679"/>
                      <a:gd name="T6" fmla="+- 0 10800 961"/>
                      <a:gd name="T7" fmla="*/ 10800 h 19679"/>
                      <a:gd name="T8" fmla="+- 0 10800 961"/>
                      <a:gd name="T9" fmla="*/ T8 w 19679"/>
                      <a:gd name="T10" fmla="+- 0 10800 961"/>
                      <a:gd name="T11" fmla="*/ 10800 h 19679"/>
                      <a:gd name="T12" fmla="+- 0 10800 961"/>
                      <a:gd name="T13" fmla="*/ T12 w 19679"/>
                      <a:gd name="T14" fmla="+- 0 10800 961"/>
                      <a:gd name="T15" fmla="*/ 10800 h 19679"/>
                    </a:gdLst>
                    <a:ahLst/>
                    <a:cxnLst>
                      <a:cxn ang="0">
                        <a:pos x="T1" y="T3"/>
                      </a:cxn>
                      <a:cxn ang="0">
                        <a:pos x="T5" y="T7"/>
                      </a:cxn>
                      <a:cxn ang="0">
                        <a:pos x="T9" y="T11"/>
                      </a:cxn>
                      <a:cxn ang="0">
                        <a:pos x="T13" y="T15"/>
                      </a:cxn>
                    </a:cxnLst>
                    <a:rect l="0" t="0" r="r" b="b"/>
                    <a:pathLst>
                      <a:path w="19679" h="19679">
                        <a:moveTo>
                          <a:pt x="16796" y="2881"/>
                        </a:moveTo>
                        <a:cubicBezTo>
                          <a:pt x="20639" y="6724"/>
                          <a:pt x="20639" y="12953"/>
                          <a:pt x="16796" y="16796"/>
                        </a:cubicBezTo>
                        <a:cubicBezTo>
                          <a:pt x="12953" y="20638"/>
                          <a:pt x="6724" y="20638"/>
                          <a:pt x="2881" y="16796"/>
                        </a:cubicBezTo>
                        <a:cubicBezTo>
                          <a:pt x="-961" y="12953"/>
                          <a:pt x="-961" y="6724"/>
                          <a:pt x="2881" y="2881"/>
                        </a:cubicBezTo>
                        <a:cubicBezTo>
                          <a:pt x="6724" y="-961"/>
                          <a:pt x="12953" y="-961"/>
                          <a:pt x="16796" y="2881"/>
                        </a:cubicBezTo>
                      </a:path>
                    </a:pathLst>
                  </a:cu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miter lim="0"/>
                  </a:ln>
                  <a:effectLst>
                    <a:outerShdw blurRad="127000" dist="76201" dir="2700000" algn="ctr" rotWithShape="0">
                      <a:srgbClr val="000000">
                        <a:alpha val="75000"/>
                      </a:srgbClr>
                    </a:outerShdw>
                  </a:effec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endParaRPr lang="zh-CN" altLang="zh-CN" sz="300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Gill Sans" charset="0"/>
                      <a:ea typeface="Gill Sans" charset="0"/>
                      <a:cs typeface="Gill Sans" charset="0"/>
                      <a:sym typeface="Gill Sans" charset="0"/>
                    </a:endParaRPr>
                  </a:p>
                </p:txBody>
              </p:sp>
              <p:sp>
                <p:nvSpPr>
                  <p:cNvPr id="316" name="Line 139"/>
                  <p:cNvSpPr>
                    <a:spLocks noChangeShapeType="1"/>
                  </p:cNvSpPr>
                  <p:nvPr/>
                </p:nvSpPr>
                <p:spPr bwMode="auto">
                  <a:xfrm>
                    <a:off x="567835" y="214550"/>
                    <a:ext cx="177749" cy="166402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317" name="Line 140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516400" y="200228"/>
                    <a:ext cx="53029" cy="177850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318" name="Line 141"/>
                  <p:cNvSpPr>
                    <a:spLocks noChangeShapeType="1"/>
                  </p:cNvSpPr>
                  <p:nvPr/>
                </p:nvSpPr>
                <p:spPr bwMode="auto">
                  <a:xfrm>
                    <a:off x="246310" y="219333"/>
                    <a:ext cx="272183" cy="156042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319" name="Line 142"/>
                  <p:cNvSpPr>
                    <a:spLocks noChangeShapeType="1"/>
                  </p:cNvSpPr>
                  <p:nvPr/>
                </p:nvSpPr>
                <p:spPr bwMode="auto">
                  <a:xfrm>
                    <a:off x="248432" y="216942"/>
                    <a:ext cx="501929" cy="166372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320" name="Line 143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85040" y="214550"/>
                    <a:ext cx="287040" cy="169583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321" name="Line 144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59544" y="216149"/>
                    <a:ext cx="500870" cy="160807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322" name="Line 145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62731" y="217734"/>
                    <a:ext cx="189417" cy="164006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323" name="Line 146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250025" y="210573"/>
                    <a:ext cx="30773" cy="167190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324" name="Line 147"/>
                  <p:cNvSpPr>
                    <a:spLocks noChangeShapeType="1"/>
                  </p:cNvSpPr>
                  <p:nvPr/>
                </p:nvSpPr>
                <p:spPr bwMode="auto">
                  <a:xfrm>
                    <a:off x="249892" y="0"/>
                    <a:ext cx="1" cy="103062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325" name="Line 148"/>
                  <p:cNvSpPr>
                    <a:spLocks noChangeShapeType="1"/>
                  </p:cNvSpPr>
                  <p:nvPr/>
                </p:nvSpPr>
                <p:spPr bwMode="auto">
                  <a:xfrm>
                    <a:off x="561904" y="0"/>
                    <a:ext cx="1" cy="103062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326" name="Line 149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01890" y="753698"/>
                    <a:ext cx="1" cy="103063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327" name="Line 150"/>
                  <p:cNvSpPr>
                    <a:spLocks noChangeShapeType="1"/>
                  </p:cNvSpPr>
                  <p:nvPr/>
                </p:nvSpPr>
                <p:spPr bwMode="auto">
                  <a:xfrm>
                    <a:off x="405898" y="753698"/>
                    <a:ext cx="1" cy="103063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328" name="Line 151"/>
                  <p:cNvSpPr>
                    <a:spLocks noChangeShapeType="1"/>
                  </p:cNvSpPr>
                  <p:nvPr/>
                </p:nvSpPr>
                <p:spPr bwMode="auto">
                  <a:xfrm>
                    <a:off x="607506" y="753698"/>
                    <a:ext cx="1" cy="103063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</p:grpSp>
            <p:grpSp>
              <p:nvGrpSpPr>
                <p:cNvPr id="260" name="Group 152"/>
                <p:cNvGrpSpPr/>
                <p:nvPr/>
              </p:nvGrpSpPr>
              <p:grpSpPr bwMode="auto">
                <a:xfrm>
                  <a:off x="689254" y="0"/>
                  <a:ext cx="811233" cy="856761"/>
                  <a:chOff x="-1" y="0"/>
                  <a:chExt cx="811233" cy="856761"/>
                </a:xfrm>
                <a:grpFill/>
              </p:grpSpPr>
              <p:sp>
                <p:nvSpPr>
                  <p:cNvPr id="261" name="AutoShape 153"/>
                  <p:cNvSpPr/>
                  <p:nvPr/>
                </p:nvSpPr>
                <p:spPr bwMode="auto">
                  <a:xfrm>
                    <a:off x="141543" y="626915"/>
                    <a:ext cx="126755" cy="126830"/>
                  </a:xfrm>
                  <a:custGeom>
                    <a:avLst/>
                    <a:gdLst>
                      <a:gd name="T0" fmla="+- 0 10800 961"/>
                      <a:gd name="T1" fmla="*/ T0 w 19679"/>
                      <a:gd name="T2" fmla="+- 0 10800 961"/>
                      <a:gd name="T3" fmla="*/ 10800 h 19679"/>
                      <a:gd name="T4" fmla="+- 0 10800 961"/>
                      <a:gd name="T5" fmla="*/ T4 w 19679"/>
                      <a:gd name="T6" fmla="+- 0 10800 961"/>
                      <a:gd name="T7" fmla="*/ 10800 h 19679"/>
                      <a:gd name="T8" fmla="+- 0 10800 961"/>
                      <a:gd name="T9" fmla="*/ T8 w 19679"/>
                      <a:gd name="T10" fmla="+- 0 10800 961"/>
                      <a:gd name="T11" fmla="*/ 10800 h 19679"/>
                      <a:gd name="T12" fmla="+- 0 10800 961"/>
                      <a:gd name="T13" fmla="*/ T12 w 19679"/>
                      <a:gd name="T14" fmla="+- 0 10800 961"/>
                      <a:gd name="T15" fmla="*/ 10800 h 19679"/>
                    </a:gdLst>
                    <a:ahLst/>
                    <a:cxnLst>
                      <a:cxn ang="0">
                        <a:pos x="T1" y="T3"/>
                      </a:cxn>
                      <a:cxn ang="0">
                        <a:pos x="T5" y="T7"/>
                      </a:cxn>
                      <a:cxn ang="0">
                        <a:pos x="T9" y="T11"/>
                      </a:cxn>
                      <a:cxn ang="0">
                        <a:pos x="T13" y="T15"/>
                      </a:cxn>
                    </a:cxnLst>
                    <a:rect l="0" t="0" r="r" b="b"/>
                    <a:pathLst>
                      <a:path w="19679" h="19679">
                        <a:moveTo>
                          <a:pt x="16796" y="2881"/>
                        </a:moveTo>
                        <a:cubicBezTo>
                          <a:pt x="20639" y="6724"/>
                          <a:pt x="20639" y="12953"/>
                          <a:pt x="16796" y="16796"/>
                        </a:cubicBezTo>
                        <a:cubicBezTo>
                          <a:pt x="12953" y="20638"/>
                          <a:pt x="6723" y="20638"/>
                          <a:pt x="2881" y="16796"/>
                        </a:cubicBezTo>
                        <a:cubicBezTo>
                          <a:pt x="-961" y="12953"/>
                          <a:pt x="-961" y="6724"/>
                          <a:pt x="2881" y="2881"/>
                        </a:cubicBezTo>
                        <a:cubicBezTo>
                          <a:pt x="6723" y="-961"/>
                          <a:pt x="12953" y="-961"/>
                          <a:pt x="16796" y="2881"/>
                        </a:cubicBezTo>
                      </a:path>
                    </a:pathLst>
                  </a:cu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miter lim="0"/>
                  </a:ln>
                  <a:effectLst>
                    <a:outerShdw blurRad="127000" dist="76201" dir="2700000" algn="ctr" rotWithShape="0">
                      <a:srgbClr val="000000">
                        <a:alpha val="75000"/>
                      </a:srgbClr>
                    </a:outerShdw>
                  </a:effec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endParaRPr lang="zh-CN" altLang="zh-CN" sz="300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Gill Sans" charset="0"/>
                      <a:ea typeface="Gill Sans" charset="0"/>
                      <a:cs typeface="Gill Sans" charset="0"/>
                      <a:sym typeface="Gill Sans" charset="0"/>
                    </a:endParaRPr>
                  </a:p>
                </p:txBody>
              </p:sp>
              <p:sp>
                <p:nvSpPr>
                  <p:cNvPr id="262" name="AutoShape 154"/>
                  <p:cNvSpPr/>
                  <p:nvPr/>
                </p:nvSpPr>
                <p:spPr bwMode="auto">
                  <a:xfrm>
                    <a:off x="342238" y="626915"/>
                    <a:ext cx="126755" cy="126830"/>
                  </a:xfrm>
                  <a:custGeom>
                    <a:avLst/>
                    <a:gdLst>
                      <a:gd name="T0" fmla="+- 0 10800 961"/>
                      <a:gd name="T1" fmla="*/ T0 w 19679"/>
                      <a:gd name="T2" fmla="+- 0 10800 961"/>
                      <a:gd name="T3" fmla="*/ 10800 h 19679"/>
                      <a:gd name="T4" fmla="+- 0 10800 961"/>
                      <a:gd name="T5" fmla="*/ T4 w 19679"/>
                      <a:gd name="T6" fmla="+- 0 10800 961"/>
                      <a:gd name="T7" fmla="*/ 10800 h 19679"/>
                      <a:gd name="T8" fmla="+- 0 10800 961"/>
                      <a:gd name="T9" fmla="*/ T8 w 19679"/>
                      <a:gd name="T10" fmla="+- 0 10800 961"/>
                      <a:gd name="T11" fmla="*/ 10800 h 19679"/>
                      <a:gd name="T12" fmla="+- 0 10800 961"/>
                      <a:gd name="T13" fmla="*/ T12 w 19679"/>
                      <a:gd name="T14" fmla="+- 0 10800 961"/>
                      <a:gd name="T15" fmla="*/ 10800 h 19679"/>
                    </a:gdLst>
                    <a:ahLst/>
                    <a:cxnLst>
                      <a:cxn ang="0">
                        <a:pos x="T1" y="T3"/>
                      </a:cxn>
                      <a:cxn ang="0">
                        <a:pos x="T5" y="T7"/>
                      </a:cxn>
                      <a:cxn ang="0">
                        <a:pos x="T9" y="T11"/>
                      </a:cxn>
                      <a:cxn ang="0">
                        <a:pos x="T13" y="T15"/>
                      </a:cxn>
                    </a:cxnLst>
                    <a:rect l="0" t="0" r="r" b="b"/>
                    <a:pathLst>
                      <a:path w="19679" h="19679">
                        <a:moveTo>
                          <a:pt x="16796" y="2881"/>
                        </a:moveTo>
                        <a:cubicBezTo>
                          <a:pt x="20639" y="6724"/>
                          <a:pt x="20639" y="12953"/>
                          <a:pt x="16796" y="16796"/>
                        </a:cubicBezTo>
                        <a:cubicBezTo>
                          <a:pt x="12953" y="20638"/>
                          <a:pt x="6723" y="20638"/>
                          <a:pt x="2881" y="16796"/>
                        </a:cubicBezTo>
                        <a:cubicBezTo>
                          <a:pt x="-961" y="12953"/>
                          <a:pt x="-961" y="6724"/>
                          <a:pt x="2881" y="2881"/>
                        </a:cubicBezTo>
                        <a:cubicBezTo>
                          <a:pt x="6723" y="-961"/>
                          <a:pt x="12953" y="-961"/>
                          <a:pt x="16796" y="2881"/>
                        </a:cubicBezTo>
                      </a:path>
                    </a:pathLst>
                  </a:cu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miter lim="0"/>
                  </a:ln>
                  <a:effectLst>
                    <a:outerShdw blurRad="127000" dist="76201" dir="2700000" algn="ctr" rotWithShape="0">
                      <a:srgbClr val="000000">
                        <a:alpha val="75000"/>
                      </a:srgbClr>
                    </a:outerShdw>
                  </a:effec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endParaRPr lang="zh-CN" altLang="zh-CN" sz="300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Gill Sans" charset="0"/>
                      <a:ea typeface="Gill Sans" charset="0"/>
                      <a:cs typeface="Gill Sans" charset="0"/>
                      <a:sym typeface="Gill Sans" charset="0"/>
                    </a:endParaRPr>
                  </a:p>
                </p:txBody>
              </p:sp>
              <p:sp>
                <p:nvSpPr>
                  <p:cNvPr id="263" name="AutoShape 155"/>
                  <p:cNvSpPr/>
                  <p:nvPr/>
                </p:nvSpPr>
                <p:spPr bwMode="auto">
                  <a:xfrm>
                    <a:off x="542933" y="626915"/>
                    <a:ext cx="126756" cy="126830"/>
                  </a:xfrm>
                  <a:custGeom>
                    <a:avLst/>
                    <a:gdLst>
                      <a:gd name="T0" fmla="+- 0 10800 961"/>
                      <a:gd name="T1" fmla="*/ T0 w 19679"/>
                      <a:gd name="T2" fmla="+- 0 10800 961"/>
                      <a:gd name="T3" fmla="*/ 10800 h 19679"/>
                      <a:gd name="T4" fmla="+- 0 10800 961"/>
                      <a:gd name="T5" fmla="*/ T4 w 19679"/>
                      <a:gd name="T6" fmla="+- 0 10800 961"/>
                      <a:gd name="T7" fmla="*/ 10800 h 19679"/>
                      <a:gd name="T8" fmla="+- 0 10800 961"/>
                      <a:gd name="T9" fmla="*/ T8 w 19679"/>
                      <a:gd name="T10" fmla="+- 0 10800 961"/>
                      <a:gd name="T11" fmla="*/ 10800 h 19679"/>
                      <a:gd name="T12" fmla="+- 0 10800 961"/>
                      <a:gd name="T13" fmla="*/ T12 w 19679"/>
                      <a:gd name="T14" fmla="+- 0 10800 961"/>
                      <a:gd name="T15" fmla="*/ 10800 h 19679"/>
                    </a:gdLst>
                    <a:ahLst/>
                    <a:cxnLst>
                      <a:cxn ang="0">
                        <a:pos x="T1" y="T3"/>
                      </a:cxn>
                      <a:cxn ang="0">
                        <a:pos x="T5" y="T7"/>
                      </a:cxn>
                      <a:cxn ang="0">
                        <a:pos x="T9" y="T11"/>
                      </a:cxn>
                      <a:cxn ang="0">
                        <a:pos x="T13" y="T15"/>
                      </a:cxn>
                    </a:cxnLst>
                    <a:rect l="0" t="0" r="r" b="b"/>
                    <a:pathLst>
                      <a:path w="19679" h="19679">
                        <a:moveTo>
                          <a:pt x="16796" y="2881"/>
                        </a:moveTo>
                        <a:cubicBezTo>
                          <a:pt x="20639" y="6724"/>
                          <a:pt x="20639" y="12953"/>
                          <a:pt x="16796" y="16796"/>
                        </a:cubicBezTo>
                        <a:cubicBezTo>
                          <a:pt x="12953" y="20638"/>
                          <a:pt x="6723" y="20638"/>
                          <a:pt x="2881" y="16796"/>
                        </a:cubicBezTo>
                        <a:cubicBezTo>
                          <a:pt x="-961" y="12953"/>
                          <a:pt x="-961" y="6724"/>
                          <a:pt x="2881" y="2881"/>
                        </a:cubicBezTo>
                        <a:cubicBezTo>
                          <a:pt x="6723" y="-961"/>
                          <a:pt x="12953" y="-961"/>
                          <a:pt x="16796" y="2881"/>
                        </a:cubicBezTo>
                      </a:path>
                    </a:pathLst>
                  </a:cu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miter lim="0"/>
                  </a:ln>
                  <a:effectLst>
                    <a:outerShdw blurRad="127000" dist="76201" dir="2700000" algn="ctr" rotWithShape="0">
                      <a:srgbClr val="000000">
                        <a:alpha val="75000"/>
                      </a:srgbClr>
                    </a:outerShdw>
                  </a:effec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endParaRPr lang="zh-CN" altLang="zh-CN" sz="300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Gill Sans" charset="0"/>
                      <a:ea typeface="Gill Sans" charset="0"/>
                      <a:cs typeface="Gill Sans" charset="0"/>
                      <a:sym typeface="Gill Sans" charset="0"/>
                    </a:endParaRPr>
                  </a:p>
                </p:txBody>
              </p:sp>
              <p:sp>
                <p:nvSpPr>
                  <p:cNvPr id="264" name="AutoShape 156"/>
                  <p:cNvSpPr/>
                  <p:nvPr/>
                </p:nvSpPr>
                <p:spPr bwMode="auto">
                  <a:xfrm>
                    <a:off x="-1" y="375370"/>
                    <a:ext cx="126756" cy="126831"/>
                  </a:xfrm>
                  <a:custGeom>
                    <a:avLst/>
                    <a:gdLst>
                      <a:gd name="T0" fmla="+- 0 10800 961"/>
                      <a:gd name="T1" fmla="*/ T0 w 19679"/>
                      <a:gd name="T2" fmla="+- 0 10800 961"/>
                      <a:gd name="T3" fmla="*/ 10800 h 19679"/>
                      <a:gd name="T4" fmla="+- 0 10800 961"/>
                      <a:gd name="T5" fmla="*/ T4 w 19679"/>
                      <a:gd name="T6" fmla="+- 0 10800 961"/>
                      <a:gd name="T7" fmla="*/ 10800 h 19679"/>
                      <a:gd name="T8" fmla="+- 0 10800 961"/>
                      <a:gd name="T9" fmla="*/ T8 w 19679"/>
                      <a:gd name="T10" fmla="+- 0 10800 961"/>
                      <a:gd name="T11" fmla="*/ 10800 h 19679"/>
                      <a:gd name="T12" fmla="+- 0 10800 961"/>
                      <a:gd name="T13" fmla="*/ T12 w 19679"/>
                      <a:gd name="T14" fmla="+- 0 10800 961"/>
                      <a:gd name="T15" fmla="*/ 10800 h 19679"/>
                    </a:gdLst>
                    <a:ahLst/>
                    <a:cxnLst>
                      <a:cxn ang="0">
                        <a:pos x="T1" y="T3"/>
                      </a:cxn>
                      <a:cxn ang="0">
                        <a:pos x="T5" y="T7"/>
                      </a:cxn>
                      <a:cxn ang="0">
                        <a:pos x="T9" y="T11"/>
                      </a:cxn>
                      <a:cxn ang="0">
                        <a:pos x="T13" y="T15"/>
                      </a:cxn>
                    </a:cxnLst>
                    <a:rect l="0" t="0" r="r" b="b"/>
                    <a:pathLst>
                      <a:path w="19679" h="19679">
                        <a:moveTo>
                          <a:pt x="16796" y="2881"/>
                        </a:moveTo>
                        <a:cubicBezTo>
                          <a:pt x="20638" y="6724"/>
                          <a:pt x="20638" y="12953"/>
                          <a:pt x="16796" y="16796"/>
                        </a:cubicBezTo>
                        <a:cubicBezTo>
                          <a:pt x="12953" y="20638"/>
                          <a:pt x="6723" y="20638"/>
                          <a:pt x="2881" y="16796"/>
                        </a:cubicBezTo>
                        <a:cubicBezTo>
                          <a:pt x="-961" y="12953"/>
                          <a:pt x="-961" y="6724"/>
                          <a:pt x="2881" y="2881"/>
                        </a:cubicBezTo>
                        <a:cubicBezTo>
                          <a:pt x="6723" y="-961"/>
                          <a:pt x="12953" y="-961"/>
                          <a:pt x="16796" y="2881"/>
                        </a:cubicBezTo>
                      </a:path>
                    </a:pathLst>
                  </a:cu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miter lim="0"/>
                  </a:ln>
                  <a:effectLst>
                    <a:outerShdw blurRad="127000" dist="76201" dir="2700000" algn="ctr" rotWithShape="0">
                      <a:srgbClr val="000000">
                        <a:alpha val="75000"/>
                      </a:srgbClr>
                    </a:outerShdw>
                  </a:effec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endParaRPr lang="zh-CN" altLang="zh-CN" sz="300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Gill Sans" charset="0"/>
                      <a:ea typeface="Gill Sans" charset="0"/>
                      <a:cs typeface="Gill Sans" charset="0"/>
                      <a:sym typeface="Gill Sans" charset="0"/>
                    </a:endParaRPr>
                  </a:p>
                </p:txBody>
              </p:sp>
              <p:sp>
                <p:nvSpPr>
                  <p:cNvPr id="265" name="AutoShape 157"/>
                  <p:cNvSpPr/>
                  <p:nvPr/>
                </p:nvSpPr>
                <p:spPr bwMode="auto">
                  <a:xfrm>
                    <a:off x="228158" y="375370"/>
                    <a:ext cx="126756" cy="126831"/>
                  </a:xfrm>
                  <a:custGeom>
                    <a:avLst/>
                    <a:gdLst>
                      <a:gd name="T0" fmla="+- 0 10800 961"/>
                      <a:gd name="T1" fmla="*/ T0 w 19679"/>
                      <a:gd name="T2" fmla="+- 0 10800 961"/>
                      <a:gd name="T3" fmla="*/ 10800 h 19679"/>
                      <a:gd name="T4" fmla="+- 0 10800 961"/>
                      <a:gd name="T5" fmla="*/ T4 w 19679"/>
                      <a:gd name="T6" fmla="+- 0 10800 961"/>
                      <a:gd name="T7" fmla="*/ 10800 h 19679"/>
                      <a:gd name="T8" fmla="+- 0 10800 961"/>
                      <a:gd name="T9" fmla="*/ T8 w 19679"/>
                      <a:gd name="T10" fmla="+- 0 10800 961"/>
                      <a:gd name="T11" fmla="*/ 10800 h 19679"/>
                      <a:gd name="T12" fmla="+- 0 10800 961"/>
                      <a:gd name="T13" fmla="*/ T12 w 19679"/>
                      <a:gd name="T14" fmla="+- 0 10800 961"/>
                      <a:gd name="T15" fmla="*/ 10800 h 19679"/>
                    </a:gdLst>
                    <a:ahLst/>
                    <a:cxnLst>
                      <a:cxn ang="0">
                        <a:pos x="T1" y="T3"/>
                      </a:cxn>
                      <a:cxn ang="0">
                        <a:pos x="T5" y="T7"/>
                      </a:cxn>
                      <a:cxn ang="0">
                        <a:pos x="T9" y="T11"/>
                      </a:cxn>
                      <a:cxn ang="0">
                        <a:pos x="T13" y="T15"/>
                      </a:cxn>
                    </a:cxnLst>
                    <a:rect l="0" t="0" r="r" b="b"/>
                    <a:pathLst>
                      <a:path w="19679" h="19679">
                        <a:moveTo>
                          <a:pt x="16796" y="2881"/>
                        </a:moveTo>
                        <a:cubicBezTo>
                          <a:pt x="20638" y="6724"/>
                          <a:pt x="20638" y="12953"/>
                          <a:pt x="16796" y="16796"/>
                        </a:cubicBezTo>
                        <a:cubicBezTo>
                          <a:pt x="12953" y="20638"/>
                          <a:pt x="6723" y="20638"/>
                          <a:pt x="2881" y="16796"/>
                        </a:cubicBezTo>
                        <a:cubicBezTo>
                          <a:pt x="-961" y="12953"/>
                          <a:pt x="-961" y="6724"/>
                          <a:pt x="2881" y="2881"/>
                        </a:cubicBezTo>
                        <a:cubicBezTo>
                          <a:pt x="6723" y="-961"/>
                          <a:pt x="12953" y="-961"/>
                          <a:pt x="16796" y="2881"/>
                        </a:cubicBezTo>
                      </a:path>
                    </a:pathLst>
                  </a:cu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miter lim="0"/>
                  </a:ln>
                  <a:effectLst>
                    <a:outerShdw blurRad="127000" dist="76201" dir="2700000" algn="ctr" rotWithShape="0">
                      <a:srgbClr val="000000">
                        <a:alpha val="75000"/>
                      </a:srgbClr>
                    </a:outerShdw>
                  </a:effec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endParaRPr lang="zh-CN" altLang="zh-CN" sz="300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Gill Sans" charset="0"/>
                      <a:ea typeface="Gill Sans" charset="0"/>
                      <a:cs typeface="Gill Sans" charset="0"/>
                      <a:sym typeface="Gill Sans" charset="0"/>
                    </a:endParaRPr>
                  </a:p>
                </p:txBody>
              </p:sp>
              <p:sp>
                <p:nvSpPr>
                  <p:cNvPr id="266" name="AutoShape 158"/>
                  <p:cNvSpPr/>
                  <p:nvPr/>
                </p:nvSpPr>
                <p:spPr bwMode="auto">
                  <a:xfrm>
                    <a:off x="456317" y="375370"/>
                    <a:ext cx="126756" cy="126831"/>
                  </a:xfrm>
                  <a:custGeom>
                    <a:avLst/>
                    <a:gdLst>
                      <a:gd name="T0" fmla="+- 0 10800 961"/>
                      <a:gd name="T1" fmla="*/ T0 w 19679"/>
                      <a:gd name="T2" fmla="+- 0 10800 961"/>
                      <a:gd name="T3" fmla="*/ 10800 h 19679"/>
                      <a:gd name="T4" fmla="+- 0 10800 961"/>
                      <a:gd name="T5" fmla="*/ T4 w 19679"/>
                      <a:gd name="T6" fmla="+- 0 10800 961"/>
                      <a:gd name="T7" fmla="*/ 10800 h 19679"/>
                      <a:gd name="T8" fmla="+- 0 10800 961"/>
                      <a:gd name="T9" fmla="*/ T8 w 19679"/>
                      <a:gd name="T10" fmla="+- 0 10800 961"/>
                      <a:gd name="T11" fmla="*/ 10800 h 19679"/>
                      <a:gd name="T12" fmla="+- 0 10800 961"/>
                      <a:gd name="T13" fmla="*/ T12 w 19679"/>
                      <a:gd name="T14" fmla="+- 0 10800 961"/>
                      <a:gd name="T15" fmla="*/ 10800 h 19679"/>
                    </a:gdLst>
                    <a:ahLst/>
                    <a:cxnLst>
                      <a:cxn ang="0">
                        <a:pos x="T1" y="T3"/>
                      </a:cxn>
                      <a:cxn ang="0">
                        <a:pos x="T5" y="T7"/>
                      </a:cxn>
                      <a:cxn ang="0">
                        <a:pos x="T9" y="T11"/>
                      </a:cxn>
                      <a:cxn ang="0">
                        <a:pos x="T13" y="T15"/>
                      </a:cxn>
                    </a:cxnLst>
                    <a:rect l="0" t="0" r="r" b="b"/>
                    <a:pathLst>
                      <a:path w="19679" h="19679">
                        <a:moveTo>
                          <a:pt x="16796" y="2881"/>
                        </a:moveTo>
                        <a:cubicBezTo>
                          <a:pt x="20638" y="6724"/>
                          <a:pt x="20638" y="12953"/>
                          <a:pt x="16796" y="16796"/>
                        </a:cubicBezTo>
                        <a:cubicBezTo>
                          <a:pt x="12953" y="20638"/>
                          <a:pt x="6723" y="20638"/>
                          <a:pt x="2881" y="16796"/>
                        </a:cubicBezTo>
                        <a:cubicBezTo>
                          <a:pt x="-961" y="12953"/>
                          <a:pt x="-961" y="6724"/>
                          <a:pt x="2881" y="2881"/>
                        </a:cubicBezTo>
                        <a:cubicBezTo>
                          <a:pt x="6723" y="-961"/>
                          <a:pt x="12953" y="-961"/>
                          <a:pt x="16796" y="2881"/>
                        </a:cubicBezTo>
                      </a:path>
                    </a:pathLst>
                  </a:cu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miter lim="0"/>
                  </a:ln>
                  <a:effectLst>
                    <a:outerShdw blurRad="127000" dist="76201" dir="2700000" algn="ctr" rotWithShape="0">
                      <a:srgbClr val="000000">
                        <a:alpha val="75000"/>
                      </a:srgbClr>
                    </a:outerShdw>
                  </a:effec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endParaRPr lang="zh-CN" altLang="zh-CN" sz="300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Gill Sans" charset="0"/>
                      <a:ea typeface="Gill Sans" charset="0"/>
                      <a:cs typeface="Gill Sans" charset="0"/>
                      <a:sym typeface="Gill Sans" charset="0"/>
                    </a:endParaRPr>
                  </a:p>
                </p:txBody>
              </p:sp>
              <p:sp>
                <p:nvSpPr>
                  <p:cNvPr id="267" name="AutoShape 159"/>
                  <p:cNvSpPr/>
                  <p:nvPr/>
                </p:nvSpPr>
                <p:spPr bwMode="auto">
                  <a:xfrm>
                    <a:off x="684476" y="375370"/>
                    <a:ext cx="126756" cy="126831"/>
                  </a:xfrm>
                  <a:custGeom>
                    <a:avLst/>
                    <a:gdLst>
                      <a:gd name="T0" fmla="+- 0 10800 961"/>
                      <a:gd name="T1" fmla="*/ T0 w 19679"/>
                      <a:gd name="T2" fmla="+- 0 10800 961"/>
                      <a:gd name="T3" fmla="*/ 10800 h 19679"/>
                      <a:gd name="T4" fmla="+- 0 10800 961"/>
                      <a:gd name="T5" fmla="*/ T4 w 19679"/>
                      <a:gd name="T6" fmla="+- 0 10800 961"/>
                      <a:gd name="T7" fmla="*/ 10800 h 19679"/>
                      <a:gd name="T8" fmla="+- 0 10800 961"/>
                      <a:gd name="T9" fmla="*/ T8 w 19679"/>
                      <a:gd name="T10" fmla="+- 0 10800 961"/>
                      <a:gd name="T11" fmla="*/ 10800 h 19679"/>
                      <a:gd name="T12" fmla="+- 0 10800 961"/>
                      <a:gd name="T13" fmla="*/ T12 w 19679"/>
                      <a:gd name="T14" fmla="+- 0 10800 961"/>
                      <a:gd name="T15" fmla="*/ 10800 h 19679"/>
                    </a:gdLst>
                    <a:ahLst/>
                    <a:cxnLst>
                      <a:cxn ang="0">
                        <a:pos x="T1" y="T3"/>
                      </a:cxn>
                      <a:cxn ang="0">
                        <a:pos x="T5" y="T7"/>
                      </a:cxn>
                      <a:cxn ang="0">
                        <a:pos x="T9" y="T11"/>
                      </a:cxn>
                      <a:cxn ang="0">
                        <a:pos x="T13" y="T15"/>
                      </a:cxn>
                    </a:cxnLst>
                    <a:rect l="0" t="0" r="r" b="b"/>
                    <a:pathLst>
                      <a:path w="19679" h="19679">
                        <a:moveTo>
                          <a:pt x="16796" y="2881"/>
                        </a:moveTo>
                        <a:cubicBezTo>
                          <a:pt x="20638" y="6724"/>
                          <a:pt x="20638" y="12953"/>
                          <a:pt x="16796" y="16796"/>
                        </a:cubicBezTo>
                        <a:cubicBezTo>
                          <a:pt x="12953" y="20638"/>
                          <a:pt x="6723" y="20638"/>
                          <a:pt x="2881" y="16796"/>
                        </a:cubicBezTo>
                        <a:cubicBezTo>
                          <a:pt x="-961" y="12953"/>
                          <a:pt x="-961" y="6724"/>
                          <a:pt x="2881" y="2881"/>
                        </a:cubicBezTo>
                        <a:cubicBezTo>
                          <a:pt x="6723" y="-961"/>
                          <a:pt x="12953" y="-961"/>
                          <a:pt x="16796" y="2881"/>
                        </a:cubicBezTo>
                      </a:path>
                    </a:pathLst>
                  </a:cu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miter lim="0"/>
                  </a:ln>
                  <a:effectLst>
                    <a:outerShdw blurRad="127000" dist="76201" dir="2700000" algn="ctr" rotWithShape="0">
                      <a:srgbClr val="000000">
                        <a:alpha val="75000"/>
                      </a:srgbClr>
                    </a:outerShdw>
                  </a:effec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endParaRPr lang="zh-CN" altLang="zh-CN" sz="300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Gill Sans" charset="0"/>
                      <a:ea typeface="Gill Sans" charset="0"/>
                      <a:cs typeface="Gill Sans" charset="0"/>
                      <a:sym typeface="Gill Sans" charset="0"/>
                    </a:endParaRPr>
                  </a:p>
                </p:txBody>
              </p:sp>
              <p:sp>
                <p:nvSpPr>
                  <p:cNvPr id="268" name="Line 160"/>
                  <p:cNvSpPr>
                    <a:spLocks noChangeShapeType="1"/>
                  </p:cNvSpPr>
                  <p:nvPr/>
                </p:nvSpPr>
                <p:spPr bwMode="auto">
                  <a:xfrm>
                    <a:off x="88637" y="461665"/>
                    <a:ext cx="112240" cy="175447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269" name="Line 161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99281" y="495953"/>
                    <a:ext cx="86469" cy="136726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270" name="Line 162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00875" y="502276"/>
                    <a:ext cx="323052" cy="122805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271" name="Line 163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99282" y="501016"/>
                    <a:ext cx="540550" cy="129137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272" name="Line 164"/>
                  <p:cNvSpPr>
                    <a:spLocks noChangeShapeType="1"/>
                  </p:cNvSpPr>
                  <p:nvPr/>
                </p:nvSpPr>
                <p:spPr bwMode="auto">
                  <a:xfrm>
                    <a:off x="95843" y="475687"/>
                    <a:ext cx="293879" cy="157626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273" name="Line 165"/>
                  <p:cNvSpPr>
                    <a:spLocks noChangeShapeType="1"/>
                  </p:cNvSpPr>
                  <p:nvPr/>
                </p:nvSpPr>
                <p:spPr bwMode="auto">
                  <a:xfrm>
                    <a:off x="280977" y="496583"/>
                    <a:ext cx="113518" cy="137368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274" name="Line 166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95558" y="502906"/>
                    <a:ext cx="127310" cy="129775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275" name="Line 167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92372" y="494681"/>
                    <a:ext cx="351168" cy="137996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276" name="Line 168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597134" y="495953"/>
                    <a:ext cx="138448" cy="135454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277" name="Line 169"/>
                  <p:cNvSpPr>
                    <a:spLocks noChangeShapeType="1"/>
                  </p:cNvSpPr>
                  <p:nvPr/>
                </p:nvSpPr>
                <p:spPr bwMode="auto">
                  <a:xfrm>
                    <a:off x="522868" y="499115"/>
                    <a:ext cx="77446" cy="129761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278" name="Line 170"/>
                  <p:cNvSpPr>
                    <a:spLocks noChangeShapeType="1"/>
                  </p:cNvSpPr>
                  <p:nvPr/>
                </p:nvSpPr>
                <p:spPr bwMode="auto">
                  <a:xfrm>
                    <a:off x="284691" y="502276"/>
                    <a:ext cx="316158" cy="126602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279" name="Line 171"/>
                  <p:cNvSpPr>
                    <a:spLocks noChangeShapeType="1"/>
                  </p:cNvSpPr>
                  <p:nvPr/>
                </p:nvSpPr>
                <p:spPr bwMode="auto">
                  <a:xfrm>
                    <a:off x="101143" y="477589"/>
                    <a:ext cx="492277" cy="151295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280" name="AutoShape 172"/>
                  <p:cNvSpPr/>
                  <p:nvPr/>
                </p:nvSpPr>
                <p:spPr bwMode="auto">
                  <a:xfrm>
                    <a:off x="181681" y="98459"/>
                    <a:ext cx="126756" cy="126831"/>
                  </a:xfrm>
                  <a:custGeom>
                    <a:avLst/>
                    <a:gdLst>
                      <a:gd name="T0" fmla="+- 0 10800 961"/>
                      <a:gd name="T1" fmla="*/ T0 w 19679"/>
                      <a:gd name="T2" fmla="+- 0 10800 961"/>
                      <a:gd name="T3" fmla="*/ 10800 h 19679"/>
                      <a:gd name="T4" fmla="+- 0 10800 961"/>
                      <a:gd name="T5" fmla="*/ T4 w 19679"/>
                      <a:gd name="T6" fmla="+- 0 10800 961"/>
                      <a:gd name="T7" fmla="*/ 10800 h 19679"/>
                      <a:gd name="T8" fmla="+- 0 10800 961"/>
                      <a:gd name="T9" fmla="*/ T8 w 19679"/>
                      <a:gd name="T10" fmla="+- 0 10800 961"/>
                      <a:gd name="T11" fmla="*/ 10800 h 19679"/>
                      <a:gd name="T12" fmla="+- 0 10800 961"/>
                      <a:gd name="T13" fmla="*/ T12 w 19679"/>
                      <a:gd name="T14" fmla="+- 0 10800 961"/>
                      <a:gd name="T15" fmla="*/ 10800 h 19679"/>
                    </a:gdLst>
                    <a:ahLst/>
                    <a:cxnLst>
                      <a:cxn ang="0">
                        <a:pos x="T1" y="T3"/>
                      </a:cxn>
                      <a:cxn ang="0">
                        <a:pos x="T5" y="T7"/>
                      </a:cxn>
                      <a:cxn ang="0">
                        <a:pos x="T9" y="T11"/>
                      </a:cxn>
                      <a:cxn ang="0">
                        <a:pos x="T13" y="T15"/>
                      </a:cxn>
                    </a:cxnLst>
                    <a:rect l="0" t="0" r="r" b="b"/>
                    <a:pathLst>
                      <a:path w="19679" h="19679">
                        <a:moveTo>
                          <a:pt x="16796" y="2881"/>
                        </a:moveTo>
                        <a:cubicBezTo>
                          <a:pt x="20639" y="6724"/>
                          <a:pt x="20639" y="12953"/>
                          <a:pt x="16796" y="16796"/>
                        </a:cubicBezTo>
                        <a:cubicBezTo>
                          <a:pt x="12953" y="20638"/>
                          <a:pt x="6724" y="20638"/>
                          <a:pt x="2881" y="16796"/>
                        </a:cubicBezTo>
                        <a:cubicBezTo>
                          <a:pt x="-961" y="12953"/>
                          <a:pt x="-961" y="6724"/>
                          <a:pt x="2881" y="2881"/>
                        </a:cubicBezTo>
                        <a:cubicBezTo>
                          <a:pt x="6724" y="-961"/>
                          <a:pt x="12953" y="-961"/>
                          <a:pt x="16796" y="2881"/>
                        </a:cubicBezTo>
                      </a:path>
                    </a:pathLst>
                  </a:cu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miter lim="0"/>
                  </a:ln>
                  <a:effectLst>
                    <a:outerShdw blurRad="127000" dist="76201" dir="2700000" algn="ctr" rotWithShape="0">
                      <a:srgbClr val="000000">
                        <a:alpha val="75000"/>
                      </a:srgbClr>
                    </a:outerShdw>
                  </a:effec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endParaRPr lang="zh-CN" altLang="zh-CN" sz="300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Gill Sans" charset="0"/>
                      <a:ea typeface="Gill Sans" charset="0"/>
                      <a:cs typeface="Gill Sans" charset="0"/>
                      <a:sym typeface="Gill Sans" charset="0"/>
                    </a:endParaRPr>
                  </a:p>
                </p:txBody>
              </p:sp>
              <p:sp>
                <p:nvSpPr>
                  <p:cNvPr id="281" name="AutoShape 173"/>
                  <p:cNvSpPr/>
                  <p:nvPr/>
                </p:nvSpPr>
                <p:spPr bwMode="auto">
                  <a:xfrm>
                    <a:off x="500681" y="98459"/>
                    <a:ext cx="126756" cy="126831"/>
                  </a:xfrm>
                  <a:custGeom>
                    <a:avLst/>
                    <a:gdLst>
                      <a:gd name="T0" fmla="+- 0 10800 961"/>
                      <a:gd name="T1" fmla="*/ T0 w 19679"/>
                      <a:gd name="T2" fmla="+- 0 10800 961"/>
                      <a:gd name="T3" fmla="*/ 10800 h 19679"/>
                      <a:gd name="T4" fmla="+- 0 10800 961"/>
                      <a:gd name="T5" fmla="*/ T4 w 19679"/>
                      <a:gd name="T6" fmla="+- 0 10800 961"/>
                      <a:gd name="T7" fmla="*/ 10800 h 19679"/>
                      <a:gd name="T8" fmla="+- 0 10800 961"/>
                      <a:gd name="T9" fmla="*/ T8 w 19679"/>
                      <a:gd name="T10" fmla="+- 0 10800 961"/>
                      <a:gd name="T11" fmla="*/ 10800 h 19679"/>
                      <a:gd name="T12" fmla="+- 0 10800 961"/>
                      <a:gd name="T13" fmla="*/ T12 w 19679"/>
                      <a:gd name="T14" fmla="+- 0 10800 961"/>
                      <a:gd name="T15" fmla="*/ 10800 h 19679"/>
                    </a:gdLst>
                    <a:ahLst/>
                    <a:cxnLst>
                      <a:cxn ang="0">
                        <a:pos x="T1" y="T3"/>
                      </a:cxn>
                      <a:cxn ang="0">
                        <a:pos x="T5" y="T7"/>
                      </a:cxn>
                      <a:cxn ang="0">
                        <a:pos x="T9" y="T11"/>
                      </a:cxn>
                      <a:cxn ang="0">
                        <a:pos x="T13" y="T15"/>
                      </a:cxn>
                    </a:cxnLst>
                    <a:rect l="0" t="0" r="r" b="b"/>
                    <a:pathLst>
                      <a:path w="19679" h="19679">
                        <a:moveTo>
                          <a:pt x="16796" y="2881"/>
                        </a:moveTo>
                        <a:cubicBezTo>
                          <a:pt x="20639" y="6724"/>
                          <a:pt x="20639" y="12953"/>
                          <a:pt x="16796" y="16796"/>
                        </a:cubicBezTo>
                        <a:cubicBezTo>
                          <a:pt x="12953" y="20638"/>
                          <a:pt x="6724" y="20638"/>
                          <a:pt x="2881" y="16796"/>
                        </a:cubicBezTo>
                        <a:cubicBezTo>
                          <a:pt x="-961" y="12953"/>
                          <a:pt x="-961" y="6724"/>
                          <a:pt x="2881" y="2881"/>
                        </a:cubicBezTo>
                        <a:cubicBezTo>
                          <a:pt x="6724" y="-961"/>
                          <a:pt x="12953" y="-961"/>
                          <a:pt x="16796" y="2881"/>
                        </a:cubicBezTo>
                      </a:path>
                    </a:pathLst>
                  </a:cu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miter lim="0"/>
                  </a:ln>
                  <a:effectLst>
                    <a:outerShdw blurRad="127000" dist="76201" dir="2700000" algn="ctr" rotWithShape="0">
                      <a:srgbClr val="000000">
                        <a:alpha val="75000"/>
                      </a:srgbClr>
                    </a:outerShdw>
                  </a:effec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endParaRPr lang="zh-CN" altLang="zh-CN" sz="300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Gill Sans" charset="0"/>
                      <a:ea typeface="Gill Sans" charset="0"/>
                      <a:cs typeface="Gill Sans" charset="0"/>
                      <a:sym typeface="Gill Sans" charset="0"/>
                    </a:endParaRPr>
                  </a:p>
                </p:txBody>
              </p:sp>
              <p:sp>
                <p:nvSpPr>
                  <p:cNvPr id="282" name="Line 174"/>
                  <p:cNvSpPr>
                    <a:spLocks noChangeShapeType="1"/>
                  </p:cNvSpPr>
                  <p:nvPr/>
                </p:nvSpPr>
                <p:spPr bwMode="auto">
                  <a:xfrm>
                    <a:off x="567835" y="214550"/>
                    <a:ext cx="177749" cy="166402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283" name="Line 175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516400" y="200228"/>
                    <a:ext cx="53029" cy="177850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284" name="Line 176"/>
                  <p:cNvSpPr>
                    <a:spLocks noChangeShapeType="1"/>
                  </p:cNvSpPr>
                  <p:nvPr/>
                </p:nvSpPr>
                <p:spPr bwMode="auto">
                  <a:xfrm>
                    <a:off x="246310" y="219333"/>
                    <a:ext cx="272183" cy="156042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285" name="Line 177"/>
                  <p:cNvSpPr>
                    <a:spLocks noChangeShapeType="1"/>
                  </p:cNvSpPr>
                  <p:nvPr/>
                </p:nvSpPr>
                <p:spPr bwMode="auto">
                  <a:xfrm>
                    <a:off x="248432" y="216942"/>
                    <a:ext cx="501929" cy="166372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286" name="Line 178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85040" y="214550"/>
                    <a:ext cx="287040" cy="169583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287" name="Line 179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59544" y="216149"/>
                    <a:ext cx="500870" cy="160807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288" name="Line 180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62731" y="217734"/>
                    <a:ext cx="189417" cy="164006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289" name="Line 181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250025" y="210573"/>
                    <a:ext cx="30773" cy="167190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290" name="Line 182"/>
                  <p:cNvSpPr>
                    <a:spLocks noChangeShapeType="1"/>
                  </p:cNvSpPr>
                  <p:nvPr/>
                </p:nvSpPr>
                <p:spPr bwMode="auto">
                  <a:xfrm>
                    <a:off x="249892" y="0"/>
                    <a:ext cx="1" cy="103062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291" name="Line 183"/>
                  <p:cNvSpPr>
                    <a:spLocks noChangeShapeType="1"/>
                  </p:cNvSpPr>
                  <p:nvPr/>
                </p:nvSpPr>
                <p:spPr bwMode="auto">
                  <a:xfrm>
                    <a:off x="561904" y="0"/>
                    <a:ext cx="1" cy="103062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292" name="Line 184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01890" y="753698"/>
                    <a:ext cx="1" cy="103063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293" name="Line 185"/>
                  <p:cNvSpPr>
                    <a:spLocks noChangeShapeType="1"/>
                  </p:cNvSpPr>
                  <p:nvPr/>
                </p:nvSpPr>
                <p:spPr bwMode="auto">
                  <a:xfrm>
                    <a:off x="405898" y="753698"/>
                    <a:ext cx="1" cy="103063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294" name="Line 186"/>
                  <p:cNvSpPr>
                    <a:spLocks noChangeShapeType="1"/>
                  </p:cNvSpPr>
                  <p:nvPr/>
                </p:nvSpPr>
                <p:spPr bwMode="auto">
                  <a:xfrm>
                    <a:off x="607506" y="753698"/>
                    <a:ext cx="1" cy="103063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</p:grpSp>
          </p:grpSp>
          <p:grpSp>
            <p:nvGrpSpPr>
              <p:cNvPr id="188" name="Group 187"/>
              <p:cNvGrpSpPr/>
              <p:nvPr/>
            </p:nvGrpSpPr>
            <p:grpSpPr bwMode="auto">
              <a:xfrm>
                <a:off x="1378509" y="0"/>
                <a:ext cx="1500487" cy="856762"/>
                <a:chOff x="-1" y="0"/>
                <a:chExt cx="1500488" cy="856762"/>
              </a:xfrm>
              <a:grpFill/>
            </p:grpSpPr>
            <p:grpSp>
              <p:nvGrpSpPr>
                <p:cNvPr id="189" name="Group 188"/>
                <p:cNvGrpSpPr/>
                <p:nvPr/>
              </p:nvGrpSpPr>
              <p:grpSpPr bwMode="auto">
                <a:xfrm>
                  <a:off x="-1" y="1"/>
                  <a:ext cx="811233" cy="856761"/>
                  <a:chOff x="-1" y="0"/>
                  <a:chExt cx="811233" cy="856761"/>
                </a:xfrm>
                <a:grpFill/>
              </p:grpSpPr>
              <p:sp>
                <p:nvSpPr>
                  <p:cNvPr id="225" name="AutoShape 189"/>
                  <p:cNvSpPr/>
                  <p:nvPr/>
                </p:nvSpPr>
                <p:spPr bwMode="auto">
                  <a:xfrm>
                    <a:off x="141543" y="626915"/>
                    <a:ext cx="126755" cy="126830"/>
                  </a:xfrm>
                  <a:custGeom>
                    <a:avLst/>
                    <a:gdLst>
                      <a:gd name="T0" fmla="+- 0 10800 961"/>
                      <a:gd name="T1" fmla="*/ T0 w 19679"/>
                      <a:gd name="T2" fmla="+- 0 10800 961"/>
                      <a:gd name="T3" fmla="*/ 10800 h 19679"/>
                      <a:gd name="T4" fmla="+- 0 10800 961"/>
                      <a:gd name="T5" fmla="*/ T4 w 19679"/>
                      <a:gd name="T6" fmla="+- 0 10800 961"/>
                      <a:gd name="T7" fmla="*/ 10800 h 19679"/>
                      <a:gd name="T8" fmla="+- 0 10800 961"/>
                      <a:gd name="T9" fmla="*/ T8 w 19679"/>
                      <a:gd name="T10" fmla="+- 0 10800 961"/>
                      <a:gd name="T11" fmla="*/ 10800 h 19679"/>
                      <a:gd name="T12" fmla="+- 0 10800 961"/>
                      <a:gd name="T13" fmla="*/ T12 w 19679"/>
                      <a:gd name="T14" fmla="+- 0 10800 961"/>
                      <a:gd name="T15" fmla="*/ 10800 h 19679"/>
                    </a:gdLst>
                    <a:ahLst/>
                    <a:cxnLst>
                      <a:cxn ang="0">
                        <a:pos x="T1" y="T3"/>
                      </a:cxn>
                      <a:cxn ang="0">
                        <a:pos x="T5" y="T7"/>
                      </a:cxn>
                      <a:cxn ang="0">
                        <a:pos x="T9" y="T11"/>
                      </a:cxn>
                      <a:cxn ang="0">
                        <a:pos x="T13" y="T15"/>
                      </a:cxn>
                    </a:cxnLst>
                    <a:rect l="0" t="0" r="r" b="b"/>
                    <a:pathLst>
                      <a:path w="19679" h="19679">
                        <a:moveTo>
                          <a:pt x="16796" y="2881"/>
                        </a:moveTo>
                        <a:cubicBezTo>
                          <a:pt x="20639" y="6724"/>
                          <a:pt x="20639" y="12953"/>
                          <a:pt x="16796" y="16796"/>
                        </a:cubicBezTo>
                        <a:cubicBezTo>
                          <a:pt x="12953" y="20638"/>
                          <a:pt x="6723" y="20638"/>
                          <a:pt x="2881" y="16796"/>
                        </a:cubicBezTo>
                        <a:cubicBezTo>
                          <a:pt x="-961" y="12953"/>
                          <a:pt x="-961" y="6724"/>
                          <a:pt x="2881" y="2881"/>
                        </a:cubicBezTo>
                        <a:cubicBezTo>
                          <a:pt x="6723" y="-961"/>
                          <a:pt x="12953" y="-961"/>
                          <a:pt x="16796" y="2881"/>
                        </a:cubicBezTo>
                      </a:path>
                    </a:pathLst>
                  </a:cu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miter lim="0"/>
                  </a:ln>
                  <a:effectLst>
                    <a:outerShdw blurRad="127000" dist="76201" dir="2700000" algn="ctr" rotWithShape="0">
                      <a:srgbClr val="000000">
                        <a:alpha val="75000"/>
                      </a:srgbClr>
                    </a:outerShdw>
                  </a:effec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endParaRPr lang="zh-CN" altLang="zh-CN" sz="300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Gill Sans" charset="0"/>
                      <a:ea typeface="Gill Sans" charset="0"/>
                      <a:cs typeface="Gill Sans" charset="0"/>
                      <a:sym typeface="Gill Sans" charset="0"/>
                    </a:endParaRPr>
                  </a:p>
                </p:txBody>
              </p:sp>
              <p:sp>
                <p:nvSpPr>
                  <p:cNvPr id="226" name="AutoShape 190"/>
                  <p:cNvSpPr/>
                  <p:nvPr/>
                </p:nvSpPr>
                <p:spPr bwMode="auto">
                  <a:xfrm>
                    <a:off x="342238" y="626915"/>
                    <a:ext cx="126755" cy="126830"/>
                  </a:xfrm>
                  <a:custGeom>
                    <a:avLst/>
                    <a:gdLst>
                      <a:gd name="T0" fmla="+- 0 10800 961"/>
                      <a:gd name="T1" fmla="*/ T0 w 19679"/>
                      <a:gd name="T2" fmla="+- 0 10800 961"/>
                      <a:gd name="T3" fmla="*/ 10800 h 19679"/>
                      <a:gd name="T4" fmla="+- 0 10800 961"/>
                      <a:gd name="T5" fmla="*/ T4 w 19679"/>
                      <a:gd name="T6" fmla="+- 0 10800 961"/>
                      <a:gd name="T7" fmla="*/ 10800 h 19679"/>
                      <a:gd name="T8" fmla="+- 0 10800 961"/>
                      <a:gd name="T9" fmla="*/ T8 w 19679"/>
                      <a:gd name="T10" fmla="+- 0 10800 961"/>
                      <a:gd name="T11" fmla="*/ 10800 h 19679"/>
                      <a:gd name="T12" fmla="+- 0 10800 961"/>
                      <a:gd name="T13" fmla="*/ T12 w 19679"/>
                      <a:gd name="T14" fmla="+- 0 10800 961"/>
                      <a:gd name="T15" fmla="*/ 10800 h 19679"/>
                    </a:gdLst>
                    <a:ahLst/>
                    <a:cxnLst>
                      <a:cxn ang="0">
                        <a:pos x="T1" y="T3"/>
                      </a:cxn>
                      <a:cxn ang="0">
                        <a:pos x="T5" y="T7"/>
                      </a:cxn>
                      <a:cxn ang="0">
                        <a:pos x="T9" y="T11"/>
                      </a:cxn>
                      <a:cxn ang="0">
                        <a:pos x="T13" y="T15"/>
                      </a:cxn>
                    </a:cxnLst>
                    <a:rect l="0" t="0" r="r" b="b"/>
                    <a:pathLst>
                      <a:path w="19679" h="19679">
                        <a:moveTo>
                          <a:pt x="16796" y="2881"/>
                        </a:moveTo>
                        <a:cubicBezTo>
                          <a:pt x="20639" y="6724"/>
                          <a:pt x="20639" y="12953"/>
                          <a:pt x="16796" y="16796"/>
                        </a:cubicBezTo>
                        <a:cubicBezTo>
                          <a:pt x="12953" y="20638"/>
                          <a:pt x="6723" y="20638"/>
                          <a:pt x="2881" y="16796"/>
                        </a:cubicBezTo>
                        <a:cubicBezTo>
                          <a:pt x="-961" y="12953"/>
                          <a:pt x="-961" y="6724"/>
                          <a:pt x="2881" y="2881"/>
                        </a:cubicBezTo>
                        <a:cubicBezTo>
                          <a:pt x="6723" y="-961"/>
                          <a:pt x="12953" y="-961"/>
                          <a:pt x="16796" y="2881"/>
                        </a:cubicBezTo>
                      </a:path>
                    </a:pathLst>
                  </a:cu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miter lim="0"/>
                  </a:ln>
                  <a:effectLst>
                    <a:outerShdw blurRad="127000" dist="76201" dir="2700000" algn="ctr" rotWithShape="0">
                      <a:srgbClr val="000000">
                        <a:alpha val="75000"/>
                      </a:srgbClr>
                    </a:outerShdw>
                  </a:effec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endParaRPr lang="zh-CN" altLang="zh-CN" sz="300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Gill Sans" charset="0"/>
                      <a:ea typeface="Gill Sans" charset="0"/>
                      <a:cs typeface="Gill Sans" charset="0"/>
                      <a:sym typeface="Gill Sans" charset="0"/>
                    </a:endParaRPr>
                  </a:p>
                </p:txBody>
              </p:sp>
              <p:sp>
                <p:nvSpPr>
                  <p:cNvPr id="227" name="AutoShape 191"/>
                  <p:cNvSpPr/>
                  <p:nvPr/>
                </p:nvSpPr>
                <p:spPr bwMode="auto">
                  <a:xfrm>
                    <a:off x="542933" y="626915"/>
                    <a:ext cx="126756" cy="126830"/>
                  </a:xfrm>
                  <a:custGeom>
                    <a:avLst/>
                    <a:gdLst>
                      <a:gd name="T0" fmla="+- 0 10800 961"/>
                      <a:gd name="T1" fmla="*/ T0 w 19679"/>
                      <a:gd name="T2" fmla="+- 0 10800 961"/>
                      <a:gd name="T3" fmla="*/ 10800 h 19679"/>
                      <a:gd name="T4" fmla="+- 0 10800 961"/>
                      <a:gd name="T5" fmla="*/ T4 w 19679"/>
                      <a:gd name="T6" fmla="+- 0 10800 961"/>
                      <a:gd name="T7" fmla="*/ 10800 h 19679"/>
                      <a:gd name="T8" fmla="+- 0 10800 961"/>
                      <a:gd name="T9" fmla="*/ T8 w 19679"/>
                      <a:gd name="T10" fmla="+- 0 10800 961"/>
                      <a:gd name="T11" fmla="*/ 10800 h 19679"/>
                      <a:gd name="T12" fmla="+- 0 10800 961"/>
                      <a:gd name="T13" fmla="*/ T12 w 19679"/>
                      <a:gd name="T14" fmla="+- 0 10800 961"/>
                      <a:gd name="T15" fmla="*/ 10800 h 19679"/>
                    </a:gdLst>
                    <a:ahLst/>
                    <a:cxnLst>
                      <a:cxn ang="0">
                        <a:pos x="T1" y="T3"/>
                      </a:cxn>
                      <a:cxn ang="0">
                        <a:pos x="T5" y="T7"/>
                      </a:cxn>
                      <a:cxn ang="0">
                        <a:pos x="T9" y="T11"/>
                      </a:cxn>
                      <a:cxn ang="0">
                        <a:pos x="T13" y="T15"/>
                      </a:cxn>
                    </a:cxnLst>
                    <a:rect l="0" t="0" r="r" b="b"/>
                    <a:pathLst>
                      <a:path w="19679" h="19679">
                        <a:moveTo>
                          <a:pt x="16796" y="2881"/>
                        </a:moveTo>
                        <a:cubicBezTo>
                          <a:pt x="20639" y="6724"/>
                          <a:pt x="20639" y="12953"/>
                          <a:pt x="16796" y="16796"/>
                        </a:cubicBezTo>
                        <a:cubicBezTo>
                          <a:pt x="12953" y="20638"/>
                          <a:pt x="6723" y="20638"/>
                          <a:pt x="2881" y="16796"/>
                        </a:cubicBezTo>
                        <a:cubicBezTo>
                          <a:pt x="-961" y="12953"/>
                          <a:pt x="-961" y="6724"/>
                          <a:pt x="2881" y="2881"/>
                        </a:cubicBezTo>
                        <a:cubicBezTo>
                          <a:pt x="6723" y="-961"/>
                          <a:pt x="12953" y="-961"/>
                          <a:pt x="16796" y="2881"/>
                        </a:cubicBezTo>
                      </a:path>
                    </a:pathLst>
                  </a:cu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miter lim="0"/>
                  </a:ln>
                  <a:effectLst>
                    <a:outerShdw blurRad="127000" dist="76201" dir="2700000" algn="ctr" rotWithShape="0">
                      <a:srgbClr val="000000">
                        <a:alpha val="75000"/>
                      </a:srgbClr>
                    </a:outerShdw>
                  </a:effec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endParaRPr lang="zh-CN" altLang="zh-CN" sz="300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Gill Sans" charset="0"/>
                      <a:ea typeface="Gill Sans" charset="0"/>
                      <a:cs typeface="Gill Sans" charset="0"/>
                      <a:sym typeface="Gill Sans" charset="0"/>
                    </a:endParaRPr>
                  </a:p>
                </p:txBody>
              </p:sp>
              <p:sp>
                <p:nvSpPr>
                  <p:cNvPr id="228" name="AutoShape 192"/>
                  <p:cNvSpPr/>
                  <p:nvPr/>
                </p:nvSpPr>
                <p:spPr bwMode="auto">
                  <a:xfrm>
                    <a:off x="-1" y="375370"/>
                    <a:ext cx="126756" cy="126831"/>
                  </a:xfrm>
                  <a:custGeom>
                    <a:avLst/>
                    <a:gdLst>
                      <a:gd name="T0" fmla="+- 0 10800 961"/>
                      <a:gd name="T1" fmla="*/ T0 w 19679"/>
                      <a:gd name="T2" fmla="+- 0 10800 961"/>
                      <a:gd name="T3" fmla="*/ 10800 h 19679"/>
                      <a:gd name="T4" fmla="+- 0 10800 961"/>
                      <a:gd name="T5" fmla="*/ T4 w 19679"/>
                      <a:gd name="T6" fmla="+- 0 10800 961"/>
                      <a:gd name="T7" fmla="*/ 10800 h 19679"/>
                      <a:gd name="T8" fmla="+- 0 10800 961"/>
                      <a:gd name="T9" fmla="*/ T8 w 19679"/>
                      <a:gd name="T10" fmla="+- 0 10800 961"/>
                      <a:gd name="T11" fmla="*/ 10800 h 19679"/>
                      <a:gd name="T12" fmla="+- 0 10800 961"/>
                      <a:gd name="T13" fmla="*/ T12 w 19679"/>
                      <a:gd name="T14" fmla="+- 0 10800 961"/>
                      <a:gd name="T15" fmla="*/ 10800 h 19679"/>
                    </a:gdLst>
                    <a:ahLst/>
                    <a:cxnLst>
                      <a:cxn ang="0">
                        <a:pos x="T1" y="T3"/>
                      </a:cxn>
                      <a:cxn ang="0">
                        <a:pos x="T5" y="T7"/>
                      </a:cxn>
                      <a:cxn ang="0">
                        <a:pos x="T9" y="T11"/>
                      </a:cxn>
                      <a:cxn ang="0">
                        <a:pos x="T13" y="T15"/>
                      </a:cxn>
                    </a:cxnLst>
                    <a:rect l="0" t="0" r="r" b="b"/>
                    <a:pathLst>
                      <a:path w="19679" h="19679">
                        <a:moveTo>
                          <a:pt x="16796" y="2881"/>
                        </a:moveTo>
                        <a:cubicBezTo>
                          <a:pt x="20638" y="6724"/>
                          <a:pt x="20638" y="12953"/>
                          <a:pt x="16796" y="16796"/>
                        </a:cubicBezTo>
                        <a:cubicBezTo>
                          <a:pt x="12953" y="20638"/>
                          <a:pt x="6723" y="20638"/>
                          <a:pt x="2881" y="16796"/>
                        </a:cubicBezTo>
                        <a:cubicBezTo>
                          <a:pt x="-961" y="12953"/>
                          <a:pt x="-961" y="6724"/>
                          <a:pt x="2881" y="2881"/>
                        </a:cubicBezTo>
                        <a:cubicBezTo>
                          <a:pt x="6723" y="-961"/>
                          <a:pt x="12953" y="-961"/>
                          <a:pt x="16796" y="2881"/>
                        </a:cubicBezTo>
                      </a:path>
                    </a:pathLst>
                  </a:cu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miter lim="0"/>
                  </a:ln>
                  <a:effectLst>
                    <a:outerShdw blurRad="127000" dist="76201" dir="2700000" algn="ctr" rotWithShape="0">
                      <a:srgbClr val="000000">
                        <a:alpha val="75000"/>
                      </a:srgbClr>
                    </a:outerShdw>
                  </a:effec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endParaRPr lang="zh-CN" altLang="zh-CN" sz="300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Gill Sans" charset="0"/>
                      <a:ea typeface="Gill Sans" charset="0"/>
                      <a:cs typeface="Gill Sans" charset="0"/>
                      <a:sym typeface="Gill Sans" charset="0"/>
                    </a:endParaRPr>
                  </a:p>
                </p:txBody>
              </p:sp>
              <p:sp>
                <p:nvSpPr>
                  <p:cNvPr id="229" name="AutoShape 193"/>
                  <p:cNvSpPr/>
                  <p:nvPr/>
                </p:nvSpPr>
                <p:spPr bwMode="auto">
                  <a:xfrm>
                    <a:off x="228158" y="375370"/>
                    <a:ext cx="126756" cy="126831"/>
                  </a:xfrm>
                  <a:custGeom>
                    <a:avLst/>
                    <a:gdLst>
                      <a:gd name="T0" fmla="+- 0 10800 961"/>
                      <a:gd name="T1" fmla="*/ T0 w 19679"/>
                      <a:gd name="T2" fmla="+- 0 10800 961"/>
                      <a:gd name="T3" fmla="*/ 10800 h 19679"/>
                      <a:gd name="T4" fmla="+- 0 10800 961"/>
                      <a:gd name="T5" fmla="*/ T4 w 19679"/>
                      <a:gd name="T6" fmla="+- 0 10800 961"/>
                      <a:gd name="T7" fmla="*/ 10800 h 19679"/>
                      <a:gd name="T8" fmla="+- 0 10800 961"/>
                      <a:gd name="T9" fmla="*/ T8 w 19679"/>
                      <a:gd name="T10" fmla="+- 0 10800 961"/>
                      <a:gd name="T11" fmla="*/ 10800 h 19679"/>
                      <a:gd name="T12" fmla="+- 0 10800 961"/>
                      <a:gd name="T13" fmla="*/ T12 w 19679"/>
                      <a:gd name="T14" fmla="+- 0 10800 961"/>
                      <a:gd name="T15" fmla="*/ 10800 h 19679"/>
                    </a:gdLst>
                    <a:ahLst/>
                    <a:cxnLst>
                      <a:cxn ang="0">
                        <a:pos x="T1" y="T3"/>
                      </a:cxn>
                      <a:cxn ang="0">
                        <a:pos x="T5" y="T7"/>
                      </a:cxn>
                      <a:cxn ang="0">
                        <a:pos x="T9" y="T11"/>
                      </a:cxn>
                      <a:cxn ang="0">
                        <a:pos x="T13" y="T15"/>
                      </a:cxn>
                    </a:cxnLst>
                    <a:rect l="0" t="0" r="r" b="b"/>
                    <a:pathLst>
                      <a:path w="19679" h="19679">
                        <a:moveTo>
                          <a:pt x="16796" y="2881"/>
                        </a:moveTo>
                        <a:cubicBezTo>
                          <a:pt x="20638" y="6724"/>
                          <a:pt x="20638" y="12953"/>
                          <a:pt x="16796" y="16796"/>
                        </a:cubicBezTo>
                        <a:cubicBezTo>
                          <a:pt x="12953" y="20638"/>
                          <a:pt x="6723" y="20638"/>
                          <a:pt x="2881" y="16796"/>
                        </a:cubicBezTo>
                        <a:cubicBezTo>
                          <a:pt x="-961" y="12953"/>
                          <a:pt x="-961" y="6724"/>
                          <a:pt x="2881" y="2881"/>
                        </a:cubicBezTo>
                        <a:cubicBezTo>
                          <a:pt x="6723" y="-961"/>
                          <a:pt x="12953" y="-961"/>
                          <a:pt x="16796" y="2881"/>
                        </a:cubicBezTo>
                      </a:path>
                    </a:pathLst>
                  </a:cu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miter lim="0"/>
                  </a:ln>
                  <a:effectLst>
                    <a:outerShdw blurRad="127000" dist="76201" dir="2700000" algn="ctr" rotWithShape="0">
                      <a:srgbClr val="000000">
                        <a:alpha val="75000"/>
                      </a:srgbClr>
                    </a:outerShdw>
                  </a:effec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endParaRPr lang="zh-CN" altLang="zh-CN" sz="300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Gill Sans" charset="0"/>
                      <a:ea typeface="Gill Sans" charset="0"/>
                      <a:cs typeface="Gill Sans" charset="0"/>
                      <a:sym typeface="Gill Sans" charset="0"/>
                    </a:endParaRPr>
                  </a:p>
                </p:txBody>
              </p:sp>
              <p:sp>
                <p:nvSpPr>
                  <p:cNvPr id="230" name="AutoShape 194"/>
                  <p:cNvSpPr/>
                  <p:nvPr/>
                </p:nvSpPr>
                <p:spPr bwMode="auto">
                  <a:xfrm>
                    <a:off x="456317" y="375370"/>
                    <a:ext cx="126756" cy="126831"/>
                  </a:xfrm>
                  <a:custGeom>
                    <a:avLst/>
                    <a:gdLst>
                      <a:gd name="T0" fmla="+- 0 10800 961"/>
                      <a:gd name="T1" fmla="*/ T0 w 19679"/>
                      <a:gd name="T2" fmla="+- 0 10800 961"/>
                      <a:gd name="T3" fmla="*/ 10800 h 19679"/>
                      <a:gd name="T4" fmla="+- 0 10800 961"/>
                      <a:gd name="T5" fmla="*/ T4 w 19679"/>
                      <a:gd name="T6" fmla="+- 0 10800 961"/>
                      <a:gd name="T7" fmla="*/ 10800 h 19679"/>
                      <a:gd name="T8" fmla="+- 0 10800 961"/>
                      <a:gd name="T9" fmla="*/ T8 w 19679"/>
                      <a:gd name="T10" fmla="+- 0 10800 961"/>
                      <a:gd name="T11" fmla="*/ 10800 h 19679"/>
                      <a:gd name="T12" fmla="+- 0 10800 961"/>
                      <a:gd name="T13" fmla="*/ T12 w 19679"/>
                      <a:gd name="T14" fmla="+- 0 10800 961"/>
                      <a:gd name="T15" fmla="*/ 10800 h 19679"/>
                    </a:gdLst>
                    <a:ahLst/>
                    <a:cxnLst>
                      <a:cxn ang="0">
                        <a:pos x="T1" y="T3"/>
                      </a:cxn>
                      <a:cxn ang="0">
                        <a:pos x="T5" y="T7"/>
                      </a:cxn>
                      <a:cxn ang="0">
                        <a:pos x="T9" y="T11"/>
                      </a:cxn>
                      <a:cxn ang="0">
                        <a:pos x="T13" y="T15"/>
                      </a:cxn>
                    </a:cxnLst>
                    <a:rect l="0" t="0" r="r" b="b"/>
                    <a:pathLst>
                      <a:path w="19679" h="19679">
                        <a:moveTo>
                          <a:pt x="16796" y="2881"/>
                        </a:moveTo>
                        <a:cubicBezTo>
                          <a:pt x="20638" y="6724"/>
                          <a:pt x="20638" y="12953"/>
                          <a:pt x="16796" y="16796"/>
                        </a:cubicBezTo>
                        <a:cubicBezTo>
                          <a:pt x="12953" y="20638"/>
                          <a:pt x="6723" y="20638"/>
                          <a:pt x="2881" y="16796"/>
                        </a:cubicBezTo>
                        <a:cubicBezTo>
                          <a:pt x="-961" y="12953"/>
                          <a:pt x="-961" y="6724"/>
                          <a:pt x="2881" y="2881"/>
                        </a:cubicBezTo>
                        <a:cubicBezTo>
                          <a:pt x="6723" y="-961"/>
                          <a:pt x="12953" y="-961"/>
                          <a:pt x="16796" y="2881"/>
                        </a:cubicBezTo>
                      </a:path>
                    </a:pathLst>
                  </a:cu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miter lim="0"/>
                  </a:ln>
                  <a:effectLst>
                    <a:outerShdw blurRad="127000" dist="76201" dir="2700000" algn="ctr" rotWithShape="0">
                      <a:srgbClr val="000000">
                        <a:alpha val="75000"/>
                      </a:srgbClr>
                    </a:outerShdw>
                  </a:effec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endParaRPr lang="zh-CN" altLang="zh-CN" sz="300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Gill Sans" charset="0"/>
                      <a:ea typeface="Gill Sans" charset="0"/>
                      <a:cs typeface="Gill Sans" charset="0"/>
                      <a:sym typeface="Gill Sans" charset="0"/>
                    </a:endParaRPr>
                  </a:p>
                </p:txBody>
              </p:sp>
              <p:sp>
                <p:nvSpPr>
                  <p:cNvPr id="231" name="AutoShape 195"/>
                  <p:cNvSpPr/>
                  <p:nvPr/>
                </p:nvSpPr>
                <p:spPr bwMode="auto">
                  <a:xfrm>
                    <a:off x="684476" y="375370"/>
                    <a:ext cx="126756" cy="126831"/>
                  </a:xfrm>
                  <a:custGeom>
                    <a:avLst/>
                    <a:gdLst>
                      <a:gd name="T0" fmla="+- 0 10800 961"/>
                      <a:gd name="T1" fmla="*/ T0 w 19679"/>
                      <a:gd name="T2" fmla="+- 0 10800 961"/>
                      <a:gd name="T3" fmla="*/ 10800 h 19679"/>
                      <a:gd name="T4" fmla="+- 0 10800 961"/>
                      <a:gd name="T5" fmla="*/ T4 w 19679"/>
                      <a:gd name="T6" fmla="+- 0 10800 961"/>
                      <a:gd name="T7" fmla="*/ 10800 h 19679"/>
                      <a:gd name="T8" fmla="+- 0 10800 961"/>
                      <a:gd name="T9" fmla="*/ T8 w 19679"/>
                      <a:gd name="T10" fmla="+- 0 10800 961"/>
                      <a:gd name="T11" fmla="*/ 10800 h 19679"/>
                      <a:gd name="T12" fmla="+- 0 10800 961"/>
                      <a:gd name="T13" fmla="*/ T12 w 19679"/>
                      <a:gd name="T14" fmla="+- 0 10800 961"/>
                      <a:gd name="T15" fmla="*/ 10800 h 19679"/>
                    </a:gdLst>
                    <a:ahLst/>
                    <a:cxnLst>
                      <a:cxn ang="0">
                        <a:pos x="T1" y="T3"/>
                      </a:cxn>
                      <a:cxn ang="0">
                        <a:pos x="T5" y="T7"/>
                      </a:cxn>
                      <a:cxn ang="0">
                        <a:pos x="T9" y="T11"/>
                      </a:cxn>
                      <a:cxn ang="0">
                        <a:pos x="T13" y="T15"/>
                      </a:cxn>
                    </a:cxnLst>
                    <a:rect l="0" t="0" r="r" b="b"/>
                    <a:pathLst>
                      <a:path w="19679" h="19679">
                        <a:moveTo>
                          <a:pt x="16796" y="2881"/>
                        </a:moveTo>
                        <a:cubicBezTo>
                          <a:pt x="20638" y="6724"/>
                          <a:pt x="20638" y="12953"/>
                          <a:pt x="16796" y="16796"/>
                        </a:cubicBezTo>
                        <a:cubicBezTo>
                          <a:pt x="12953" y="20638"/>
                          <a:pt x="6723" y="20638"/>
                          <a:pt x="2881" y="16796"/>
                        </a:cubicBezTo>
                        <a:cubicBezTo>
                          <a:pt x="-961" y="12953"/>
                          <a:pt x="-961" y="6724"/>
                          <a:pt x="2881" y="2881"/>
                        </a:cubicBezTo>
                        <a:cubicBezTo>
                          <a:pt x="6723" y="-961"/>
                          <a:pt x="12953" y="-961"/>
                          <a:pt x="16796" y="2881"/>
                        </a:cubicBezTo>
                      </a:path>
                    </a:pathLst>
                  </a:cu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miter lim="0"/>
                  </a:ln>
                  <a:effectLst>
                    <a:outerShdw blurRad="127000" dist="76201" dir="2700000" algn="ctr" rotWithShape="0">
                      <a:srgbClr val="000000">
                        <a:alpha val="75000"/>
                      </a:srgbClr>
                    </a:outerShdw>
                  </a:effec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endParaRPr lang="zh-CN" altLang="zh-CN" sz="300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Gill Sans" charset="0"/>
                      <a:ea typeface="Gill Sans" charset="0"/>
                      <a:cs typeface="Gill Sans" charset="0"/>
                      <a:sym typeface="Gill Sans" charset="0"/>
                    </a:endParaRPr>
                  </a:p>
                </p:txBody>
              </p:sp>
              <p:sp>
                <p:nvSpPr>
                  <p:cNvPr id="232" name="Line 196"/>
                  <p:cNvSpPr>
                    <a:spLocks noChangeShapeType="1"/>
                  </p:cNvSpPr>
                  <p:nvPr/>
                </p:nvSpPr>
                <p:spPr bwMode="auto">
                  <a:xfrm>
                    <a:off x="88637" y="461665"/>
                    <a:ext cx="112240" cy="175447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233" name="Line 197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99281" y="495953"/>
                    <a:ext cx="86469" cy="136726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234" name="Line 198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00875" y="502276"/>
                    <a:ext cx="323052" cy="122805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235" name="Line 199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99282" y="501016"/>
                    <a:ext cx="540550" cy="129137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236" name="Line 200"/>
                  <p:cNvSpPr>
                    <a:spLocks noChangeShapeType="1"/>
                  </p:cNvSpPr>
                  <p:nvPr/>
                </p:nvSpPr>
                <p:spPr bwMode="auto">
                  <a:xfrm>
                    <a:off x="95843" y="475687"/>
                    <a:ext cx="293879" cy="157626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237" name="Line 201"/>
                  <p:cNvSpPr>
                    <a:spLocks noChangeShapeType="1"/>
                  </p:cNvSpPr>
                  <p:nvPr/>
                </p:nvSpPr>
                <p:spPr bwMode="auto">
                  <a:xfrm>
                    <a:off x="280977" y="496583"/>
                    <a:ext cx="113518" cy="137368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238" name="Line 202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95558" y="502906"/>
                    <a:ext cx="127310" cy="129775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239" name="Line 203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92372" y="494681"/>
                    <a:ext cx="351168" cy="137996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240" name="Line 204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597134" y="495953"/>
                    <a:ext cx="138448" cy="135454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241" name="Line 205"/>
                  <p:cNvSpPr>
                    <a:spLocks noChangeShapeType="1"/>
                  </p:cNvSpPr>
                  <p:nvPr/>
                </p:nvSpPr>
                <p:spPr bwMode="auto">
                  <a:xfrm>
                    <a:off x="522868" y="499115"/>
                    <a:ext cx="77446" cy="129761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242" name="Line 206"/>
                  <p:cNvSpPr>
                    <a:spLocks noChangeShapeType="1"/>
                  </p:cNvSpPr>
                  <p:nvPr/>
                </p:nvSpPr>
                <p:spPr bwMode="auto">
                  <a:xfrm>
                    <a:off x="284691" y="502276"/>
                    <a:ext cx="316158" cy="126602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243" name="Line 207"/>
                  <p:cNvSpPr>
                    <a:spLocks noChangeShapeType="1"/>
                  </p:cNvSpPr>
                  <p:nvPr/>
                </p:nvSpPr>
                <p:spPr bwMode="auto">
                  <a:xfrm>
                    <a:off x="101143" y="477589"/>
                    <a:ext cx="492277" cy="151295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244" name="AutoShape 208"/>
                  <p:cNvSpPr/>
                  <p:nvPr/>
                </p:nvSpPr>
                <p:spPr bwMode="auto">
                  <a:xfrm>
                    <a:off x="181681" y="98459"/>
                    <a:ext cx="126756" cy="126831"/>
                  </a:xfrm>
                  <a:custGeom>
                    <a:avLst/>
                    <a:gdLst>
                      <a:gd name="T0" fmla="+- 0 10800 961"/>
                      <a:gd name="T1" fmla="*/ T0 w 19679"/>
                      <a:gd name="T2" fmla="+- 0 10800 961"/>
                      <a:gd name="T3" fmla="*/ 10800 h 19679"/>
                      <a:gd name="T4" fmla="+- 0 10800 961"/>
                      <a:gd name="T5" fmla="*/ T4 w 19679"/>
                      <a:gd name="T6" fmla="+- 0 10800 961"/>
                      <a:gd name="T7" fmla="*/ 10800 h 19679"/>
                      <a:gd name="T8" fmla="+- 0 10800 961"/>
                      <a:gd name="T9" fmla="*/ T8 w 19679"/>
                      <a:gd name="T10" fmla="+- 0 10800 961"/>
                      <a:gd name="T11" fmla="*/ 10800 h 19679"/>
                      <a:gd name="T12" fmla="+- 0 10800 961"/>
                      <a:gd name="T13" fmla="*/ T12 w 19679"/>
                      <a:gd name="T14" fmla="+- 0 10800 961"/>
                      <a:gd name="T15" fmla="*/ 10800 h 19679"/>
                    </a:gdLst>
                    <a:ahLst/>
                    <a:cxnLst>
                      <a:cxn ang="0">
                        <a:pos x="T1" y="T3"/>
                      </a:cxn>
                      <a:cxn ang="0">
                        <a:pos x="T5" y="T7"/>
                      </a:cxn>
                      <a:cxn ang="0">
                        <a:pos x="T9" y="T11"/>
                      </a:cxn>
                      <a:cxn ang="0">
                        <a:pos x="T13" y="T15"/>
                      </a:cxn>
                    </a:cxnLst>
                    <a:rect l="0" t="0" r="r" b="b"/>
                    <a:pathLst>
                      <a:path w="19679" h="19679">
                        <a:moveTo>
                          <a:pt x="16796" y="2881"/>
                        </a:moveTo>
                        <a:cubicBezTo>
                          <a:pt x="20639" y="6724"/>
                          <a:pt x="20639" y="12953"/>
                          <a:pt x="16796" y="16796"/>
                        </a:cubicBezTo>
                        <a:cubicBezTo>
                          <a:pt x="12953" y="20638"/>
                          <a:pt x="6724" y="20638"/>
                          <a:pt x="2881" y="16796"/>
                        </a:cubicBezTo>
                        <a:cubicBezTo>
                          <a:pt x="-961" y="12953"/>
                          <a:pt x="-961" y="6724"/>
                          <a:pt x="2881" y="2881"/>
                        </a:cubicBezTo>
                        <a:cubicBezTo>
                          <a:pt x="6724" y="-961"/>
                          <a:pt x="12953" y="-961"/>
                          <a:pt x="16796" y="2881"/>
                        </a:cubicBezTo>
                      </a:path>
                    </a:pathLst>
                  </a:cu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miter lim="0"/>
                  </a:ln>
                  <a:effectLst>
                    <a:outerShdw blurRad="127000" dist="76201" dir="2700000" algn="ctr" rotWithShape="0">
                      <a:srgbClr val="000000">
                        <a:alpha val="75000"/>
                      </a:srgbClr>
                    </a:outerShdw>
                  </a:effec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endParaRPr lang="zh-CN" altLang="zh-CN" sz="300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Gill Sans" charset="0"/>
                      <a:ea typeface="Gill Sans" charset="0"/>
                      <a:cs typeface="Gill Sans" charset="0"/>
                      <a:sym typeface="Gill Sans" charset="0"/>
                    </a:endParaRPr>
                  </a:p>
                </p:txBody>
              </p:sp>
              <p:sp>
                <p:nvSpPr>
                  <p:cNvPr id="245" name="AutoShape 209"/>
                  <p:cNvSpPr/>
                  <p:nvPr/>
                </p:nvSpPr>
                <p:spPr bwMode="auto">
                  <a:xfrm>
                    <a:off x="500681" y="98459"/>
                    <a:ext cx="126756" cy="126831"/>
                  </a:xfrm>
                  <a:custGeom>
                    <a:avLst/>
                    <a:gdLst>
                      <a:gd name="T0" fmla="+- 0 10800 961"/>
                      <a:gd name="T1" fmla="*/ T0 w 19679"/>
                      <a:gd name="T2" fmla="+- 0 10800 961"/>
                      <a:gd name="T3" fmla="*/ 10800 h 19679"/>
                      <a:gd name="T4" fmla="+- 0 10800 961"/>
                      <a:gd name="T5" fmla="*/ T4 w 19679"/>
                      <a:gd name="T6" fmla="+- 0 10800 961"/>
                      <a:gd name="T7" fmla="*/ 10800 h 19679"/>
                      <a:gd name="T8" fmla="+- 0 10800 961"/>
                      <a:gd name="T9" fmla="*/ T8 w 19679"/>
                      <a:gd name="T10" fmla="+- 0 10800 961"/>
                      <a:gd name="T11" fmla="*/ 10800 h 19679"/>
                      <a:gd name="T12" fmla="+- 0 10800 961"/>
                      <a:gd name="T13" fmla="*/ T12 w 19679"/>
                      <a:gd name="T14" fmla="+- 0 10800 961"/>
                      <a:gd name="T15" fmla="*/ 10800 h 19679"/>
                    </a:gdLst>
                    <a:ahLst/>
                    <a:cxnLst>
                      <a:cxn ang="0">
                        <a:pos x="T1" y="T3"/>
                      </a:cxn>
                      <a:cxn ang="0">
                        <a:pos x="T5" y="T7"/>
                      </a:cxn>
                      <a:cxn ang="0">
                        <a:pos x="T9" y="T11"/>
                      </a:cxn>
                      <a:cxn ang="0">
                        <a:pos x="T13" y="T15"/>
                      </a:cxn>
                    </a:cxnLst>
                    <a:rect l="0" t="0" r="r" b="b"/>
                    <a:pathLst>
                      <a:path w="19679" h="19679">
                        <a:moveTo>
                          <a:pt x="16796" y="2881"/>
                        </a:moveTo>
                        <a:cubicBezTo>
                          <a:pt x="20639" y="6724"/>
                          <a:pt x="20639" y="12953"/>
                          <a:pt x="16796" y="16796"/>
                        </a:cubicBezTo>
                        <a:cubicBezTo>
                          <a:pt x="12953" y="20638"/>
                          <a:pt x="6724" y="20638"/>
                          <a:pt x="2881" y="16796"/>
                        </a:cubicBezTo>
                        <a:cubicBezTo>
                          <a:pt x="-961" y="12953"/>
                          <a:pt x="-961" y="6724"/>
                          <a:pt x="2881" y="2881"/>
                        </a:cubicBezTo>
                        <a:cubicBezTo>
                          <a:pt x="6724" y="-961"/>
                          <a:pt x="12953" y="-961"/>
                          <a:pt x="16796" y="2881"/>
                        </a:cubicBezTo>
                      </a:path>
                    </a:pathLst>
                  </a:cu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miter lim="0"/>
                  </a:ln>
                  <a:effectLst>
                    <a:outerShdw blurRad="127000" dist="76201" dir="2700000" algn="ctr" rotWithShape="0">
                      <a:srgbClr val="000000">
                        <a:alpha val="75000"/>
                      </a:srgbClr>
                    </a:outerShdw>
                  </a:effec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endParaRPr lang="zh-CN" altLang="zh-CN" sz="300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Gill Sans" charset="0"/>
                      <a:ea typeface="Gill Sans" charset="0"/>
                      <a:cs typeface="Gill Sans" charset="0"/>
                      <a:sym typeface="Gill Sans" charset="0"/>
                    </a:endParaRPr>
                  </a:p>
                </p:txBody>
              </p:sp>
              <p:sp>
                <p:nvSpPr>
                  <p:cNvPr id="246" name="Line 210"/>
                  <p:cNvSpPr>
                    <a:spLocks noChangeShapeType="1"/>
                  </p:cNvSpPr>
                  <p:nvPr/>
                </p:nvSpPr>
                <p:spPr bwMode="auto">
                  <a:xfrm>
                    <a:off x="567835" y="214550"/>
                    <a:ext cx="177749" cy="166402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247" name="Line 211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516400" y="200228"/>
                    <a:ext cx="53029" cy="177850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248" name="Line 212"/>
                  <p:cNvSpPr>
                    <a:spLocks noChangeShapeType="1"/>
                  </p:cNvSpPr>
                  <p:nvPr/>
                </p:nvSpPr>
                <p:spPr bwMode="auto">
                  <a:xfrm>
                    <a:off x="246310" y="219333"/>
                    <a:ext cx="272183" cy="156042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249" name="Line 213"/>
                  <p:cNvSpPr>
                    <a:spLocks noChangeShapeType="1"/>
                  </p:cNvSpPr>
                  <p:nvPr/>
                </p:nvSpPr>
                <p:spPr bwMode="auto">
                  <a:xfrm>
                    <a:off x="248432" y="216942"/>
                    <a:ext cx="501929" cy="166372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250" name="Line 214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85040" y="214550"/>
                    <a:ext cx="287040" cy="169583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251" name="Line 215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59544" y="216149"/>
                    <a:ext cx="500870" cy="160807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252" name="Line 216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62731" y="217734"/>
                    <a:ext cx="189417" cy="164006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253" name="Line 217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250025" y="210573"/>
                    <a:ext cx="30773" cy="167190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254" name="Line 218"/>
                  <p:cNvSpPr>
                    <a:spLocks noChangeShapeType="1"/>
                  </p:cNvSpPr>
                  <p:nvPr/>
                </p:nvSpPr>
                <p:spPr bwMode="auto">
                  <a:xfrm>
                    <a:off x="249892" y="0"/>
                    <a:ext cx="1" cy="103062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255" name="Line 219"/>
                  <p:cNvSpPr>
                    <a:spLocks noChangeShapeType="1"/>
                  </p:cNvSpPr>
                  <p:nvPr/>
                </p:nvSpPr>
                <p:spPr bwMode="auto">
                  <a:xfrm>
                    <a:off x="561904" y="0"/>
                    <a:ext cx="1" cy="103062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256" name="Line 220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01890" y="753698"/>
                    <a:ext cx="1" cy="103063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257" name="Line 221"/>
                  <p:cNvSpPr>
                    <a:spLocks noChangeShapeType="1"/>
                  </p:cNvSpPr>
                  <p:nvPr/>
                </p:nvSpPr>
                <p:spPr bwMode="auto">
                  <a:xfrm>
                    <a:off x="405898" y="753698"/>
                    <a:ext cx="1" cy="103063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258" name="Line 222"/>
                  <p:cNvSpPr>
                    <a:spLocks noChangeShapeType="1"/>
                  </p:cNvSpPr>
                  <p:nvPr/>
                </p:nvSpPr>
                <p:spPr bwMode="auto">
                  <a:xfrm>
                    <a:off x="607506" y="753698"/>
                    <a:ext cx="1" cy="103063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</p:grpSp>
            <p:grpSp>
              <p:nvGrpSpPr>
                <p:cNvPr id="190" name="Group 223"/>
                <p:cNvGrpSpPr/>
                <p:nvPr/>
              </p:nvGrpSpPr>
              <p:grpSpPr bwMode="auto">
                <a:xfrm>
                  <a:off x="689254" y="0"/>
                  <a:ext cx="811233" cy="856761"/>
                  <a:chOff x="-1" y="0"/>
                  <a:chExt cx="811233" cy="856761"/>
                </a:xfrm>
                <a:grpFill/>
              </p:grpSpPr>
              <p:sp>
                <p:nvSpPr>
                  <p:cNvPr id="191" name="AutoShape 224"/>
                  <p:cNvSpPr/>
                  <p:nvPr/>
                </p:nvSpPr>
                <p:spPr bwMode="auto">
                  <a:xfrm>
                    <a:off x="141543" y="626915"/>
                    <a:ext cx="126755" cy="126830"/>
                  </a:xfrm>
                  <a:custGeom>
                    <a:avLst/>
                    <a:gdLst>
                      <a:gd name="T0" fmla="+- 0 10800 961"/>
                      <a:gd name="T1" fmla="*/ T0 w 19679"/>
                      <a:gd name="T2" fmla="+- 0 10800 961"/>
                      <a:gd name="T3" fmla="*/ 10800 h 19679"/>
                      <a:gd name="T4" fmla="+- 0 10800 961"/>
                      <a:gd name="T5" fmla="*/ T4 w 19679"/>
                      <a:gd name="T6" fmla="+- 0 10800 961"/>
                      <a:gd name="T7" fmla="*/ 10800 h 19679"/>
                      <a:gd name="T8" fmla="+- 0 10800 961"/>
                      <a:gd name="T9" fmla="*/ T8 w 19679"/>
                      <a:gd name="T10" fmla="+- 0 10800 961"/>
                      <a:gd name="T11" fmla="*/ 10800 h 19679"/>
                      <a:gd name="T12" fmla="+- 0 10800 961"/>
                      <a:gd name="T13" fmla="*/ T12 w 19679"/>
                      <a:gd name="T14" fmla="+- 0 10800 961"/>
                      <a:gd name="T15" fmla="*/ 10800 h 19679"/>
                    </a:gdLst>
                    <a:ahLst/>
                    <a:cxnLst>
                      <a:cxn ang="0">
                        <a:pos x="T1" y="T3"/>
                      </a:cxn>
                      <a:cxn ang="0">
                        <a:pos x="T5" y="T7"/>
                      </a:cxn>
                      <a:cxn ang="0">
                        <a:pos x="T9" y="T11"/>
                      </a:cxn>
                      <a:cxn ang="0">
                        <a:pos x="T13" y="T15"/>
                      </a:cxn>
                    </a:cxnLst>
                    <a:rect l="0" t="0" r="r" b="b"/>
                    <a:pathLst>
                      <a:path w="19679" h="19679">
                        <a:moveTo>
                          <a:pt x="16796" y="2881"/>
                        </a:moveTo>
                        <a:cubicBezTo>
                          <a:pt x="20639" y="6724"/>
                          <a:pt x="20639" y="12953"/>
                          <a:pt x="16796" y="16796"/>
                        </a:cubicBezTo>
                        <a:cubicBezTo>
                          <a:pt x="12953" y="20638"/>
                          <a:pt x="6723" y="20638"/>
                          <a:pt x="2881" y="16796"/>
                        </a:cubicBezTo>
                        <a:cubicBezTo>
                          <a:pt x="-961" y="12953"/>
                          <a:pt x="-961" y="6724"/>
                          <a:pt x="2881" y="2881"/>
                        </a:cubicBezTo>
                        <a:cubicBezTo>
                          <a:pt x="6723" y="-961"/>
                          <a:pt x="12953" y="-961"/>
                          <a:pt x="16796" y="2881"/>
                        </a:cubicBezTo>
                      </a:path>
                    </a:pathLst>
                  </a:cu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miter lim="0"/>
                  </a:ln>
                  <a:effectLst>
                    <a:outerShdw blurRad="127000" dist="76201" dir="2700000" algn="ctr" rotWithShape="0">
                      <a:srgbClr val="000000">
                        <a:alpha val="75000"/>
                      </a:srgbClr>
                    </a:outerShdw>
                  </a:effec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endParaRPr lang="zh-CN" altLang="zh-CN" sz="300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Gill Sans" charset="0"/>
                      <a:ea typeface="Gill Sans" charset="0"/>
                      <a:cs typeface="Gill Sans" charset="0"/>
                      <a:sym typeface="Gill Sans" charset="0"/>
                    </a:endParaRPr>
                  </a:p>
                </p:txBody>
              </p:sp>
              <p:sp>
                <p:nvSpPr>
                  <p:cNvPr id="192" name="AutoShape 225"/>
                  <p:cNvSpPr/>
                  <p:nvPr/>
                </p:nvSpPr>
                <p:spPr bwMode="auto">
                  <a:xfrm>
                    <a:off x="342238" y="626915"/>
                    <a:ext cx="126755" cy="126830"/>
                  </a:xfrm>
                  <a:custGeom>
                    <a:avLst/>
                    <a:gdLst>
                      <a:gd name="T0" fmla="+- 0 10800 961"/>
                      <a:gd name="T1" fmla="*/ T0 w 19679"/>
                      <a:gd name="T2" fmla="+- 0 10800 961"/>
                      <a:gd name="T3" fmla="*/ 10800 h 19679"/>
                      <a:gd name="T4" fmla="+- 0 10800 961"/>
                      <a:gd name="T5" fmla="*/ T4 w 19679"/>
                      <a:gd name="T6" fmla="+- 0 10800 961"/>
                      <a:gd name="T7" fmla="*/ 10800 h 19679"/>
                      <a:gd name="T8" fmla="+- 0 10800 961"/>
                      <a:gd name="T9" fmla="*/ T8 w 19679"/>
                      <a:gd name="T10" fmla="+- 0 10800 961"/>
                      <a:gd name="T11" fmla="*/ 10800 h 19679"/>
                      <a:gd name="T12" fmla="+- 0 10800 961"/>
                      <a:gd name="T13" fmla="*/ T12 w 19679"/>
                      <a:gd name="T14" fmla="+- 0 10800 961"/>
                      <a:gd name="T15" fmla="*/ 10800 h 19679"/>
                    </a:gdLst>
                    <a:ahLst/>
                    <a:cxnLst>
                      <a:cxn ang="0">
                        <a:pos x="T1" y="T3"/>
                      </a:cxn>
                      <a:cxn ang="0">
                        <a:pos x="T5" y="T7"/>
                      </a:cxn>
                      <a:cxn ang="0">
                        <a:pos x="T9" y="T11"/>
                      </a:cxn>
                      <a:cxn ang="0">
                        <a:pos x="T13" y="T15"/>
                      </a:cxn>
                    </a:cxnLst>
                    <a:rect l="0" t="0" r="r" b="b"/>
                    <a:pathLst>
                      <a:path w="19679" h="19679">
                        <a:moveTo>
                          <a:pt x="16796" y="2881"/>
                        </a:moveTo>
                        <a:cubicBezTo>
                          <a:pt x="20639" y="6724"/>
                          <a:pt x="20639" y="12953"/>
                          <a:pt x="16796" y="16796"/>
                        </a:cubicBezTo>
                        <a:cubicBezTo>
                          <a:pt x="12953" y="20638"/>
                          <a:pt x="6723" y="20638"/>
                          <a:pt x="2881" y="16796"/>
                        </a:cubicBezTo>
                        <a:cubicBezTo>
                          <a:pt x="-961" y="12953"/>
                          <a:pt x="-961" y="6724"/>
                          <a:pt x="2881" y="2881"/>
                        </a:cubicBezTo>
                        <a:cubicBezTo>
                          <a:pt x="6723" y="-961"/>
                          <a:pt x="12953" y="-961"/>
                          <a:pt x="16796" y="2881"/>
                        </a:cubicBezTo>
                      </a:path>
                    </a:pathLst>
                  </a:cu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miter lim="0"/>
                  </a:ln>
                  <a:effectLst>
                    <a:outerShdw blurRad="127000" dist="76201" dir="2700000" algn="ctr" rotWithShape="0">
                      <a:srgbClr val="000000">
                        <a:alpha val="75000"/>
                      </a:srgbClr>
                    </a:outerShdw>
                  </a:effec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endParaRPr lang="zh-CN" altLang="zh-CN" sz="300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Gill Sans" charset="0"/>
                      <a:ea typeface="Gill Sans" charset="0"/>
                      <a:cs typeface="Gill Sans" charset="0"/>
                      <a:sym typeface="Gill Sans" charset="0"/>
                    </a:endParaRPr>
                  </a:p>
                </p:txBody>
              </p:sp>
              <p:sp>
                <p:nvSpPr>
                  <p:cNvPr id="193" name="AutoShape 226"/>
                  <p:cNvSpPr/>
                  <p:nvPr/>
                </p:nvSpPr>
                <p:spPr bwMode="auto">
                  <a:xfrm>
                    <a:off x="542933" y="626915"/>
                    <a:ext cx="126756" cy="126830"/>
                  </a:xfrm>
                  <a:custGeom>
                    <a:avLst/>
                    <a:gdLst>
                      <a:gd name="T0" fmla="+- 0 10800 961"/>
                      <a:gd name="T1" fmla="*/ T0 w 19679"/>
                      <a:gd name="T2" fmla="+- 0 10800 961"/>
                      <a:gd name="T3" fmla="*/ 10800 h 19679"/>
                      <a:gd name="T4" fmla="+- 0 10800 961"/>
                      <a:gd name="T5" fmla="*/ T4 w 19679"/>
                      <a:gd name="T6" fmla="+- 0 10800 961"/>
                      <a:gd name="T7" fmla="*/ 10800 h 19679"/>
                      <a:gd name="T8" fmla="+- 0 10800 961"/>
                      <a:gd name="T9" fmla="*/ T8 w 19679"/>
                      <a:gd name="T10" fmla="+- 0 10800 961"/>
                      <a:gd name="T11" fmla="*/ 10800 h 19679"/>
                      <a:gd name="T12" fmla="+- 0 10800 961"/>
                      <a:gd name="T13" fmla="*/ T12 w 19679"/>
                      <a:gd name="T14" fmla="+- 0 10800 961"/>
                      <a:gd name="T15" fmla="*/ 10800 h 19679"/>
                    </a:gdLst>
                    <a:ahLst/>
                    <a:cxnLst>
                      <a:cxn ang="0">
                        <a:pos x="T1" y="T3"/>
                      </a:cxn>
                      <a:cxn ang="0">
                        <a:pos x="T5" y="T7"/>
                      </a:cxn>
                      <a:cxn ang="0">
                        <a:pos x="T9" y="T11"/>
                      </a:cxn>
                      <a:cxn ang="0">
                        <a:pos x="T13" y="T15"/>
                      </a:cxn>
                    </a:cxnLst>
                    <a:rect l="0" t="0" r="r" b="b"/>
                    <a:pathLst>
                      <a:path w="19679" h="19679">
                        <a:moveTo>
                          <a:pt x="16796" y="2881"/>
                        </a:moveTo>
                        <a:cubicBezTo>
                          <a:pt x="20639" y="6724"/>
                          <a:pt x="20639" y="12953"/>
                          <a:pt x="16796" y="16796"/>
                        </a:cubicBezTo>
                        <a:cubicBezTo>
                          <a:pt x="12953" y="20638"/>
                          <a:pt x="6723" y="20638"/>
                          <a:pt x="2881" y="16796"/>
                        </a:cubicBezTo>
                        <a:cubicBezTo>
                          <a:pt x="-961" y="12953"/>
                          <a:pt x="-961" y="6724"/>
                          <a:pt x="2881" y="2881"/>
                        </a:cubicBezTo>
                        <a:cubicBezTo>
                          <a:pt x="6723" y="-961"/>
                          <a:pt x="12953" y="-961"/>
                          <a:pt x="16796" y="2881"/>
                        </a:cubicBezTo>
                      </a:path>
                    </a:pathLst>
                  </a:cu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miter lim="0"/>
                  </a:ln>
                  <a:effectLst>
                    <a:outerShdw blurRad="127000" dist="76201" dir="2700000" algn="ctr" rotWithShape="0">
                      <a:srgbClr val="000000">
                        <a:alpha val="75000"/>
                      </a:srgbClr>
                    </a:outerShdw>
                  </a:effec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endParaRPr lang="zh-CN" altLang="zh-CN" sz="300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Gill Sans" charset="0"/>
                      <a:ea typeface="Gill Sans" charset="0"/>
                      <a:cs typeface="Gill Sans" charset="0"/>
                      <a:sym typeface="Gill Sans" charset="0"/>
                    </a:endParaRPr>
                  </a:p>
                </p:txBody>
              </p:sp>
              <p:sp>
                <p:nvSpPr>
                  <p:cNvPr id="194" name="AutoShape 227"/>
                  <p:cNvSpPr/>
                  <p:nvPr/>
                </p:nvSpPr>
                <p:spPr bwMode="auto">
                  <a:xfrm>
                    <a:off x="-1" y="375370"/>
                    <a:ext cx="126756" cy="126831"/>
                  </a:xfrm>
                  <a:custGeom>
                    <a:avLst/>
                    <a:gdLst>
                      <a:gd name="T0" fmla="+- 0 10800 961"/>
                      <a:gd name="T1" fmla="*/ T0 w 19679"/>
                      <a:gd name="T2" fmla="+- 0 10800 961"/>
                      <a:gd name="T3" fmla="*/ 10800 h 19679"/>
                      <a:gd name="T4" fmla="+- 0 10800 961"/>
                      <a:gd name="T5" fmla="*/ T4 w 19679"/>
                      <a:gd name="T6" fmla="+- 0 10800 961"/>
                      <a:gd name="T7" fmla="*/ 10800 h 19679"/>
                      <a:gd name="T8" fmla="+- 0 10800 961"/>
                      <a:gd name="T9" fmla="*/ T8 w 19679"/>
                      <a:gd name="T10" fmla="+- 0 10800 961"/>
                      <a:gd name="T11" fmla="*/ 10800 h 19679"/>
                      <a:gd name="T12" fmla="+- 0 10800 961"/>
                      <a:gd name="T13" fmla="*/ T12 w 19679"/>
                      <a:gd name="T14" fmla="+- 0 10800 961"/>
                      <a:gd name="T15" fmla="*/ 10800 h 19679"/>
                    </a:gdLst>
                    <a:ahLst/>
                    <a:cxnLst>
                      <a:cxn ang="0">
                        <a:pos x="T1" y="T3"/>
                      </a:cxn>
                      <a:cxn ang="0">
                        <a:pos x="T5" y="T7"/>
                      </a:cxn>
                      <a:cxn ang="0">
                        <a:pos x="T9" y="T11"/>
                      </a:cxn>
                      <a:cxn ang="0">
                        <a:pos x="T13" y="T15"/>
                      </a:cxn>
                    </a:cxnLst>
                    <a:rect l="0" t="0" r="r" b="b"/>
                    <a:pathLst>
                      <a:path w="19679" h="19679">
                        <a:moveTo>
                          <a:pt x="16796" y="2881"/>
                        </a:moveTo>
                        <a:cubicBezTo>
                          <a:pt x="20638" y="6724"/>
                          <a:pt x="20638" y="12953"/>
                          <a:pt x="16796" y="16796"/>
                        </a:cubicBezTo>
                        <a:cubicBezTo>
                          <a:pt x="12953" y="20638"/>
                          <a:pt x="6723" y="20638"/>
                          <a:pt x="2881" y="16796"/>
                        </a:cubicBezTo>
                        <a:cubicBezTo>
                          <a:pt x="-961" y="12953"/>
                          <a:pt x="-961" y="6724"/>
                          <a:pt x="2881" y="2881"/>
                        </a:cubicBezTo>
                        <a:cubicBezTo>
                          <a:pt x="6723" y="-961"/>
                          <a:pt x="12953" y="-961"/>
                          <a:pt x="16796" y="2881"/>
                        </a:cubicBezTo>
                      </a:path>
                    </a:pathLst>
                  </a:cu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miter lim="0"/>
                  </a:ln>
                  <a:effectLst>
                    <a:outerShdw blurRad="127000" dist="76201" dir="2700000" algn="ctr" rotWithShape="0">
                      <a:srgbClr val="000000">
                        <a:alpha val="75000"/>
                      </a:srgbClr>
                    </a:outerShdw>
                  </a:effec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endParaRPr lang="zh-CN" altLang="zh-CN" sz="300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Gill Sans" charset="0"/>
                      <a:ea typeface="Gill Sans" charset="0"/>
                      <a:cs typeface="Gill Sans" charset="0"/>
                      <a:sym typeface="Gill Sans" charset="0"/>
                    </a:endParaRPr>
                  </a:p>
                </p:txBody>
              </p:sp>
              <p:sp>
                <p:nvSpPr>
                  <p:cNvPr id="195" name="AutoShape 228"/>
                  <p:cNvSpPr/>
                  <p:nvPr/>
                </p:nvSpPr>
                <p:spPr bwMode="auto">
                  <a:xfrm>
                    <a:off x="228158" y="375370"/>
                    <a:ext cx="126756" cy="126831"/>
                  </a:xfrm>
                  <a:custGeom>
                    <a:avLst/>
                    <a:gdLst>
                      <a:gd name="T0" fmla="+- 0 10800 961"/>
                      <a:gd name="T1" fmla="*/ T0 w 19679"/>
                      <a:gd name="T2" fmla="+- 0 10800 961"/>
                      <a:gd name="T3" fmla="*/ 10800 h 19679"/>
                      <a:gd name="T4" fmla="+- 0 10800 961"/>
                      <a:gd name="T5" fmla="*/ T4 w 19679"/>
                      <a:gd name="T6" fmla="+- 0 10800 961"/>
                      <a:gd name="T7" fmla="*/ 10800 h 19679"/>
                      <a:gd name="T8" fmla="+- 0 10800 961"/>
                      <a:gd name="T9" fmla="*/ T8 w 19679"/>
                      <a:gd name="T10" fmla="+- 0 10800 961"/>
                      <a:gd name="T11" fmla="*/ 10800 h 19679"/>
                      <a:gd name="T12" fmla="+- 0 10800 961"/>
                      <a:gd name="T13" fmla="*/ T12 w 19679"/>
                      <a:gd name="T14" fmla="+- 0 10800 961"/>
                      <a:gd name="T15" fmla="*/ 10800 h 19679"/>
                    </a:gdLst>
                    <a:ahLst/>
                    <a:cxnLst>
                      <a:cxn ang="0">
                        <a:pos x="T1" y="T3"/>
                      </a:cxn>
                      <a:cxn ang="0">
                        <a:pos x="T5" y="T7"/>
                      </a:cxn>
                      <a:cxn ang="0">
                        <a:pos x="T9" y="T11"/>
                      </a:cxn>
                      <a:cxn ang="0">
                        <a:pos x="T13" y="T15"/>
                      </a:cxn>
                    </a:cxnLst>
                    <a:rect l="0" t="0" r="r" b="b"/>
                    <a:pathLst>
                      <a:path w="19679" h="19679">
                        <a:moveTo>
                          <a:pt x="16796" y="2881"/>
                        </a:moveTo>
                        <a:cubicBezTo>
                          <a:pt x="20638" y="6724"/>
                          <a:pt x="20638" y="12953"/>
                          <a:pt x="16796" y="16796"/>
                        </a:cubicBezTo>
                        <a:cubicBezTo>
                          <a:pt x="12953" y="20638"/>
                          <a:pt x="6723" y="20638"/>
                          <a:pt x="2881" y="16796"/>
                        </a:cubicBezTo>
                        <a:cubicBezTo>
                          <a:pt x="-961" y="12953"/>
                          <a:pt x="-961" y="6724"/>
                          <a:pt x="2881" y="2881"/>
                        </a:cubicBezTo>
                        <a:cubicBezTo>
                          <a:pt x="6723" y="-961"/>
                          <a:pt x="12953" y="-961"/>
                          <a:pt x="16796" y="2881"/>
                        </a:cubicBezTo>
                      </a:path>
                    </a:pathLst>
                  </a:cu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miter lim="0"/>
                  </a:ln>
                  <a:effectLst>
                    <a:outerShdw blurRad="127000" dist="76201" dir="2700000" algn="ctr" rotWithShape="0">
                      <a:srgbClr val="000000">
                        <a:alpha val="75000"/>
                      </a:srgbClr>
                    </a:outerShdw>
                  </a:effec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endParaRPr lang="zh-CN" altLang="zh-CN" sz="300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Gill Sans" charset="0"/>
                      <a:ea typeface="Gill Sans" charset="0"/>
                      <a:cs typeface="Gill Sans" charset="0"/>
                      <a:sym typeface="Gill Sans" charset="0"/>
                    </a:endParaRPr>
                  </a:p>
                </p:txBody>
              </p:sp>
              <p:sp>
                <p:nvSpPr>
                  <p:cNvPr id="196" name="AutoShape 229"/>
                  <p:cNvSpPr/>
                  <p:nvPr/>
                </p:nvSpPr>
                <p:spPr bwMode="auto">
                  <a:xfrm>
                    <a:off x="456317" y="375370"/>
                    <a:ext cx="126756" cy="126831"/>
                  </a:xfrm>
                  <a:custGeom>
                    <a:avLst/>
                    <a:gdLst>
                      <a:gd name="T0" fmla="+- 0 10800 961"/>
                      <a:gd name="T1" fmla="*/ T0 w 19679"/>
                      <a:gd name="T2" fmla="+- 0 10800 961"/>
                      <a:gd name="T3" fmla="*/ 10800 h 19679"/>
                      <a:gd name="T4" fmla="+- 0 10800 961"/>
                      <a:gd name="T5" fmla="*/ T4 w 19679"/>
                      <a:gd name="T6" fmla="+- 0 10800 961"/>
                      <a:gd name="T7" fmla="*/ 10800 h 19679"/>
                      <a:gd name="T8" fmla="+- 0 10800 961"/>
                      <a:gd name="T9" fmla="*/ T8 w 19679"/>
                      <a:gd name="T10" fmla="+- 0 10800 961"/>
                      <a:gd name="T11" fmla="*/ 10800 h 19679"/>
                      <a:gd name="T12" fmla="+- 0 10800 961"/>
                      <a:gd name="T13" fmla="*/ T12 w 19679"/>
                      <a:gd name="T14" fmla="+- 0 10800 961"/>
                      <a:gd name="T15" fmla="*/ 10800 h 19679"/>
                    </a:gdLst>
                    <a:ahLst/>
                    <a:cxnLst>
                      <a:cxn ang="0">
                        <a:pos x="T1" y="T3"/>
                      </a:cxn>
                      <a:cxn ang="0">
                        <a:pos x="T5" y="T7"/>
                      </a:cxn>
                      <a:cxn ang="0">
                        <a:pos x="T9" y="T11"/>
                      </a:cxn>
                      <a:cxn ang="0">
                        <a:pos x="T13" y="T15"/>
                      </a:cxn>
                    </a:cxnLst>
                    <a:rect l="0" t="0" r="r" b="b"/>
                    <a:pathLst>
                      <a:path w="19679" h="19679">
                        <a:moveTo>
                          <a:pt x="16796" y="2881"/>
                        </a:moveTo>
                        <a:cubicBezTo>
                          <a:pt x="20638" y="6724"/>
                          <a:pt x="20638" y="12953"/>
                          <a:pt x="16796" y="16796"/>
                        </a:cubicBezTo>
                        <a:cubicBezTo>
                          <a:pt x="12953" y="20638"/>
                          <a:pt x="6723" y="20638"/>
                          <a:pt x="2881" y="16796"/>
                        </a:cubicBezTo>
                        <a:cubicBezTo>
                          <a:pt x="-961" y="12953"/>
                          <a:pt x="-961" y="6724"/>
                          <a:pt x="2881" y="2881"/>
                        </a:cubicBezTo>
                        <a:cubicBezTo>
                          <a:pt x="6723" y="-961"/>
                          <a:pt x="12953" y="-961"/>
                          <a:pt x="16796" y="2881"/>
                        </a:cubicBezTo>
                      </a:path>
                    </a:pathLst>
                  </a:cu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miter lim="0"/>
                  </a:ln>
                  <a:effectLst>
                    <a:outerShdw blurRad="127000" dist="76201" dir="2700000" algn="ctr" rotWithShape="0">
                      <a:srgbClr val="000000">
                        <a:alpha val="75000"/>
                      </a:srgbClr>
                    </a:outerShdw>
                  </a:effec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endParaRPr lang="zh-CN" altLang="zh-CN" sz="300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Gill Sans" charset="0"/>
                      <a:ea typeface="Gill Sans" charset="0"/>
                      <a:cs typeface="Gill Sans" charset="0"/>
                      <a:sym typeface="Gill Sans" charset="0"/>
                    </a:endParaRPr>
                  </a:p>
                </p:txBody>
              </p:sp>
              <p:sp>
                <p:nvSpPr>
                  <p:cNvPr id="197" name="AutoShape 230"/>
                  <p:cNvSpPr/>
                  <p:nvPr/>
                </p:nvSpPr>
                <p:spPr bwMode="auto">
                  <a:xfrm>
                    <a:off x="684476" y="375370"/>
                    <a:ext cx="126756" cy="126831"/>
                  </a:xfrm>
                  <a:custGeom>
                    <a:avLst/>
                    <a:gdLst>
                      <a:gd name="T0" fmla="+- 0 10800 961"/>
                      <a:gd name="T1" fmla="*/ T0 w 19679"/>
                      <a:gd name="T2" fmla="+- 0 10800 961"/>
                      <a:gd name="T3" fmla="*/ 10800 h 19679"/>
                      <a:gd name="T4" fmla="+- 0 10800 961"/>
                      <a:gd name="T5" fmla="*/ T4 w 19679"/>
                      <a:gd name="T6" fmla="+- 0 10800 961"/>
                      <a:gd name="T7" fmla="*/ 10800 h 19679"/>
                      <a:gd name="T8" fmla="+- 0 10800 961"/>
                      <a:gd name="T9" fmla="*/ T8 w 19679"/>
                      <a:gd name="T10" fmla="+- 0 10800 961"/>
                      <a:gd name="T11" fmla="*/ 10800 h 19679"/>
                      <a:gd name="T12" fmla="+- 0 10800 961"/>
                      <a:gd name="T13" fmla="*/ T12 w 19679"/>
                      <a:gd name="T14" fmla="+- 0 10800 961"/>
                      <a:gd name="T15" fmla="*/ 10800 h 19679"/>
                    </a:gdLst>
                    <a:ahLst/>
                    <a:cxnLst>
                      <a:cxn ang="0">
                        <a:pos x="T1" y="T3"/>
                      </a:cxn>
                      <a:cxn ang="0">
                        <a:pos x="T5" y="T7"/>
                      </a:cxn>
                      <a:cxn ang="0">
                        <a:pos x="T9" y="T11"/>
                      </a:cxn>
                      <a:cxn ang="0">
                        <a:pos x="T13" y="T15"/>
                      </a:cxn>
                    </a:cxnLst>
                    <a:rect l="0" t="0" r="r" b="b"/>
                    <a:pathLst>
                      <a:path w="19679" h="19679">
                        <a:moveTo>
                          <a:pt x="16796" y="2881"/>
                        </a:moveTo>
                        <a:cubicBezTo>
                          <a:pt x="20638" y="6724"/>
                          <a:pt x="20638" y="12953"/>
                          <a:pt x="16796" y="16796"/>
                        </a:cubicBezTo>
                        <a:cubicBezTo>
                          <a:pt x="12953" y="20638"/>
                          <a:pt x="6723" y="20638"/>
                          <a:pt x="2881" y="16796"/>
                        </a:cubicBezTo>
                        <a:cubicBezTo>
                          <a:pt x="-961" y="12953"/>
                          <a:pt x="-961" y="6724"/>
                          <a:pt x="2881" y="2881"/>
                        </a:cubicBezTo>
                        <a:cubicBezTo>
                          <a:pt x="6723" y="-961"/>
                          <a:pt x="12953" y="-961"/>
                          <a:pt x="16796" y="2881"/>
                        </a:cubicBezTo>
                      </a:path>
                    </a:pathLst>
                  </a:cu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miter lim="0"/>
                  </a:ln>
                  <a:effectLst>
                    <a:outerShdw blurRad="127000" dist="76201" dir="2700000" algn="ctr" rotWithShape="0">
                      <a:srgbClr val="000000">
                        <a:alpha val="75000"/>
                      </a:srgbClr>
                    </a:outerShdw>
                  </a:effec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endParaRPr lang="zh-CN" altLang="zh-CN" sz="300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Gill Sans" charset="0"/>
                      <a:ea typeface="Gill Sans" charset="0"/>
                      <a:cs typeface="Gill Sans" charset="0"/>
                      <a:sym typeface="Gill Sans" charset="0"/>
                    </a:endParaRPr>
                  </a:p>
                </p:txBody>
              </p:sp>
              <p:sp>
                <p:nvSpPr>
                  <p:cNvPr id="198" name="Line 231"/>
                  <p:cNvSpPr>
                    <a:spLocks noChangeShapeType="1"/>
                  </p:cNvSpPr>
                  <p:nvPr/>
                </p:nvSpPr>
                <p:spPr bwMode="auto">
                  <a:xfrm>
                    <a:off x="88637" y="461665"/>
                    <a:ext cx="112240" cy="175447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199" name="Line 232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99281" y="495953"/>
                    <a:ext cx="86469" cy="136726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200" name="Line 233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00875" y="502276"/>
                    <a:ext cx="323052" cy="122805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201" name="Line 234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99282" y="501016"/>
                    <a:ext cx="540550" cy="129137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202" name="Line 235"/>
                  <p:cNvSpPr>
                    <a:spLocks noChangeShapeType="1"/>
                  </p:cNvSpPr>
                  <p:nvPr/>
                </p:nvSpPr>
                <p:spPr bwMode="auto">
                  <a:xfrm>
                    <a:off x="95843" y="475687"/>
                    <a:ext cx="293879" cy="157626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203" name="Line 236"/>
                  <p:cNvSpPr>
                    <a:spLocks noChangeShapeType="1"/>
                  </p:cNvSpPr>
                  <p:nvPr/>
                </p:nvSpPr>
                <p:spPr bwMode="auto">
                  <a:xfrm>
                    <a:off x="280977" y="496583"/>
                    <a:ext cx="113518" cy="137368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204" name="Line 237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95558" y="502906"/>
                    <a:ext cx="127310" cy="129775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205" name="Line 238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92372" y="494681"/>
                    <a:ext cx="351168" cy="137996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206" name="Line 239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597134" y="495953"/>
                    <a:ext cx="138448" cy="135454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207" name="Line 240"/>
                  <p:cNvSpPr>
                    <a:spLocks noChangeShapeType="1"/>
                  </p:cNvSpPr>
                  <p:nvPr/>
                </p:nvSpPr>
                <p:spPr bwMode="auto">
                  <a:xfrm>
                    <a:off x="522868" y="499115"/>
                    <a:ext cx="77446" cy="129761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208" name="Line 241"/>
                  <p:cNvSpPr>
                    <a:spLocks noChangeShapeType="1"/>
                  </p:cNvSpPr>
                  <p:nvPr/>
                </p:nvSpPr>
                <p:spPr bwMode="auto">
                  <a:xfrm>
                    <a:off x="284691" y="502276"/>
                    <a:ext cx="316158" cy="126602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209" name="Line 242"/>
                  <p:cNvSpPr>
                    <a:spLocks noChangeShapeType="1"/>
                  </p:cNvSpPr>
                  <p:nvPr/>
                </p:nvSpPr>
                <p:spPr bwMode="auto">
                  <a:xfrm>
                    <a:off x="101143" y="477589"/>
                    <a:ext cx="492277" cy="151295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210" name="AutoShape 243"/>
                  <p:cNvSpPr/>
                  <p:nvPr/>
                </p:nvSpPr>
                <p:spPr bwMode="auto">
                  <a:xfrm>
                    <a:off x="181681" y="98459"/>
                    <a:ext cx="126756" cy="126831"/>
                  </a:xfrm>
                  <a:custGeom>
                    <a:avLst/>
                    <a:gdLst>
                      <a:gd name="T0" fmla="+- 0 10800 961"/>
                      <a:gd name="T1" fmla="*/ T0 w 19679"/>
                      <a:gd name="T2" fmla="+- 0 10800 961"/>
                      <a:gd name="T3" fmla="*/ 10800 h 19679"/>
                      <a:gd name="T4" fmla="+- 0 10800 961"/>
                      <a:gd name="T5" fmla="*/ T4 w 19679"/>
                      <a:gd name="T6" fmla="+- 0 10800 961"/>
                      <a:gd name="T7" fmla="*/ 10800 h 19679"/>
                      <a:gd name="T8" fmla="+- 0 10800 961"/>
                      <a:gd name="T9" fmla="*/ T8 w 19679"/>
                      <a:gd name="T10" fmla="+- 0 10800 961"/>
                      <a:gd name="T11" fmla="*/ 10800 h 19679"/>
                      <a:gd name="T12" fmla="+- 0 10800 961"/>
                      <a:gd name="T13" fmla="*/ T12 w 19679"/>
                      <a:gd name="T14" fmla="+- 0 10800 961"/>
                      <a:gd name="T15" fmla="*/ 10800 h 19679"/>
                    </a:gdLst>
                    <a:ahLst/>
                    <a:cxnLst>
                      <a:cxn ang="0">
                        <a:pos x="T1" y="T3"/>
                      </a:cxn>
                      <a:cxn ang="0">
                        <a:pos x="T5" y="T7"/>
                      </a:cxn>
                      <a:cxn ang="0">
                        <a:pos x="T9" y="T11"/>
                      </a:cxn>
                      <a:cxn ang="0">
                        <a:pos x="T13" y="T15"/>
                      </a:cxn>
                    </a:cxnLst>
                    <a:rect l="0" t="0" r="r" b="b"/>
                    <a:pathLst>
                      <a:path w="19679" h="19679">
                        <a:moveTo>
                          <a:pt x="16796" y="2881"/>
                        </a:moveTo>
                        <a:cubicBezTo>
                          <a:pt x="20639" y="6724"/>
                          <a:pt x="20639" y="12953"/>
                          <a:pt x="16796" y="16796"/>
                        </a:cubicBezTo>
                        <a:cubicBezTo>
                          <a:pt x="12953" y="20638"/>
                          <a:pt x="6724" y="20638"/>
                          <a:pt x="2881" y="16796"/>
                        </a:cubicBezTo>
                        <a:cubicBezTo>
                          <a:pt x="-961" y="12953"/>
                          <a:pt x="-961" y="6724"/>
                          <a:pt x="2881" y="2881"/>
                        </a:cubicBezTo>
                        <a:cubicBezTo>
                          <a:pt x="6724" y="-961"/>
                          <a:pt x="12953" y="-961"/>
                          <a:pt x="16796" y="2881"/>
                        </a:cubicBezTo>
                      </a:path>
                    </a:pathLst>
                  </a:cu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miter lim="0"/>
                  </a:ln>
                  <a:effectLst>
                    <a:outerShdw blurRad="127000" dist="76201" dir="2700000" algn="ctr" rotWithShape="0">
                      <a:srgbClr val="000000">
                        <a:alpha val="75000"/>
                      </a:srgbClr>
                    </a:outerShdw>
                  </a:effec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endParaRPr lang="zh-CN" altLang="zh-CN" sz="300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Gill Sans" charset="0"/>
                      <a:ea typeface="Gill Sans" charset="0"/>
                      <a:cs typeface="Gill Sans" charset="0"/>
                      <a:sym typeface="Gill Sans" charset="0"/>
                    </a:endParaRPr>
                  </a:p>
                </p:txBody>
              </p:sp>
              <p:sp>
                <p:nvSpPr>
                  <p:cNvPr id="211" name="AutoShape 244"/>
                  <p:cNvSpPr/>
                  <p:nvPr/>
                </p:nvSpPr>
                <p:spPr bwMode="auto">
                  <a:xfrm>
                    <a:off x="500681" y="98459"/>
                    <a:ext cx="126756" cy="126831"/>
                  </a:xfrm>
                  <a:custGeom>
                    <a:avLst/>
                    <a:gdLst>
                      <a:gd name="T0" fmla="+- 0 10800 961"/>
                      <a:gd name="T1" fmla="*/ T0 w 19679"/>
                      <a:gd name="T2" fmla="+- 0 10800 961"/>
                      <a:gd name="T3" fmla="*/ 10800 h 19679"/>
                      <a:gd name="T4" fmla="+- 0 10800 961"/>
                      <a:gd name="T5" fmla="*/ T4 w 19679"/>
                      <a:gd name="T6" fmla="+- 0 10800 961"/>
                      <a:gd name="T7" fmla="*/ 10800 h 19679"/>
                      <a:gd name="T8" fmla="+- 0 10800 961"/>
                      <a:gd name="T9" fmla="*/ T8 w 19679"/>
                      <a:gd name="T10" fmla="+- 0 10800 961"/>
                      <a:gd name="T11" fmla="*/ 10800 h 19679"/>
                      <a:gd name="T12" fmla="+- 0 10800 961"/>
                      <a:gd name="T13" fmla="*/ T12 w 19679"/>
                      <a:gd name="T14" fmla="+- 0 10800 961"/>
                      <a:gd name="T15" fmla="*/ 10800 h 19679"/>
                    </a:gdLst>
                    <a:ahLst/>
                    <a:cxnLst>
                      <a:cxn ang="0">
                        <a:pos x="T1" y="T3"/>
                      </a:cxn>
                      <a:cxn ang="0">
                        <a:pos x="T5" y="T7"/>
                      </a:cxn>
                      <a:cxn ang="0">
                        <a:pos x="T9" y="T11"/>
                      </a:cxn>
                      <a:cxn ang="0">
                        <a:pos x="T13" y="T15"/>
                      </a:cxn>
                    </a:cxnLst>
                    <a:rect l="0" t="0" r="r" b="b"/>
                    <a:pathLst>
                      <a:path w="19679" h="19679">
                        <a:moveTo>
                          <a:pt x="16796" y="2881"/>
                        </a:moveTo>
                        <a:cubicBezTo>
                          <a:pt x="20639" y="6724"/>
                          <a:pt x="20639" y="12953"/>
                          <a:pt x="16796" y="16796"/>
                        </a:cubicBezTo>
                        <a:cubicBezTo>
                          <a:pt x="12953" y="20638"/>
                          <a:pt x="6724" y="20638"/>
                          <a:pt x="2881" y="16796"/>
                        </a:cubicBezTo>
                        <a:cubicBezTo>
                          <a:pt x="-961" y="12953"/>
                          <a:pt x="-961" y="6724"/>
                          <a:pt x="2881" y="2881"/>
                        </a:cubicBezTo>
                        <a:cubicBezTo>
                          <a:pt x="6724" y="-961"/>
                          <a:pt x="12953" y="-961"/>
                          <a:pt x="16796" y="2881"/>
                        </a:cubicBezTo>
                      </a:path>
                    </a:pathLst>
                  </a:cu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miter lim="0"/>
                  </a:ln>
                  <a:effectLst>
                    <a:outerShdw blurRad="127000" dist="76201" dir="2700000" algn="ctr" rotWithShape="0">
                      <a:srgbClr val="000000">
                        <a:alpha val="75000"/>
                      </a:srgbClr>
                    </a:outerShdw>
                  </a:effec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endParaRPr lang="zh-CN" altLang="zh-CN" sz="300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Gill Sans" charset="0"/>
                      <a:ea typeface="Gill Sans" charset="0"/>
                      <a:cs typeface="Gill Sans" charset="0"/>
                      <a:sym typeface="Gill Sans" charset="0"/>
                    </a:endParaRPr>
                  </a:p>
                </p:txBody>
              </p:sp>
              <p:sp>
                <p:nvSpPr>
                  <p:cNvPr id="212" name="Line 245"/>
                  <p:cNvSpPr>
                    <a:spLocks noChangeShapeType="1"/>
                  </p:cNvSpPr>
                  <p:nvPr/>
                </p:nvSpPr>
                <p:spPr bwMode="auto">
                  <a:xfrm>
                    <a:off x="567835" y="214550"/>
                    <a:ext cx="177749" cy="166402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213" name="Line 246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516400" y="200228"/>
                    <a:ext cx="53029" cy="177850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214" name="Line 247"/>
                  <p:cNvSpPr>
                    <a:spLocks noChangeShapeType="1"/>
                  </p:cNvSpPr>
                  <p:nvPr/>
                </p:nvSpPr>
                <p:spPr bwMode="auto">
                  <a:xfrm>
                    <a:off x="246310" y="219333"/>
                    <a:ext cx="272183" cy="156042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215" name="Line 248"/>
                  <p:cNvSpPr>
                    <a:spLocks noChangeShapeType="1"/>
                  </p:cNvSpPr>
                  <p:nvPr/>
                </p:nvSpPr>
                <p:spPr bwMode="auto">
                  <a:xfrm>
                    <a:off x="248432" y="216942"/>
                    <a:ext cx="501929" cy="166372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216" name="Line 249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85040" y="214550"/>
                    <a:ext cx="287040" cy="169583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217" name="Line 250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59544" y="216149"/>
                    <a:ext cx="500870" cy="160807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218" name="Line 251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62731" y="217734"/>
                    <a:ext cx="189417" cy="164006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219" name="Line 252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250025" y="210573"/>
                    <a:ext cx="30773" cy="167190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220" name="Line 253"/>
                  <p:cNvSpPr>
                    <a:spLocks noChangeShapeType="1"/>
                  </p:cNvSpPr>
                  <p:nvPr/>
                </p:nvSpPr>
                <p:spPr bwMode="auto">
                  <a:xfrm>
                    <a:off x="249892" y="0"/>
                    <a:ext cx="1" cy="103062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221" name="Line 254"/>
                  <p:cNvSpPr>
                    <a:spLocks noChangeShapeType="1"/>
                  </p:cNvSpPr>
                  <p:nvPr/>
                </p:nvSpPr>
                <p:spPr bwMode="auto">
                  <a:xfrm>
                    <a:off x="561904" y="0"/>
                    <a:ext cx="1" cy="103062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222" name="Line 255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01890" y="753698"/>
                    <a:ext cx="1" cy="103063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223" name="Line 256"/>
                  <p:cNvSpPr>
                    <a:spLocks noChangeShapeType="1"/>
                  </p:cNvSpPr>
                  <p:nvPr/>
                </p:nvSpPr>
                <p:spPr bwMode="auto">
                  <a:xfrm>
                    <a:off x="405898" y="753698"/>
                    <a:ext cx="1" cy="103063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224" name="Line 257"/>
                  <p:cNvSpPr>
                    <a:spLocks noChangeShapeType="1"/>
                  </p:cNvSpPr>
                  <p:nvPr/>
                </p:nvSpPr>
                <p:spPr bwMode="auto">
                  <a:xfrm>
                    <a:off x="607506" y="753698"/>
                    <a:ext cx="1" cy="103063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</p:grpSp>
          </p:grpSp>
        </p:grpSp>
        <p:grpSp>
          <p:nvGrpSpPr>
            <p:cNvPr id="44" name="Group 258"/>
            <p:cNvGrpSpPr/>
            <p:nvPr/>
          </p:nvGrpSpPr>
          <p:grpSpPr bwMode="auto">
            <a:xfrm>
              <a:off x="0" y="1547571"/>
              <a:ext cx="2878995" cy="856762"/>
              <a:chOff x="-1" y="0"/>
              <a:chExt cx="2878997" cy="856762"/>
            </a:xfrm>
            <a:grpFill/>
          </p:grpSpPr>
          <p:grpSp>
            <p:nvGrpSpPr>
              <p:cNvPr id="45" name="Group 259"/>
              <p:cNvGrpSpPr/>
              <p:nvPr/>
            </p:nvGrpSpPr>
            <p:grpSpPr bwMode="auto">
              <a:xfrm>
                <a:off x="-1" y="0"/>
                <a:ext cx="1500488" cy="856762"/>
                <a:chOff x="-1" y="0"/>
                <a:chExt cx="1500488" cy="856762"/>
              </a:xfrm>
              <a:grpFill/>
            </p:grpSpPr>
            <p:grpSp>
              <p:nvGrpSpPr>
                <p:cNvPr id="117" name="Group 260"/>
                <p:cNvGrpSpPr/>
                <p:nvPr/>
              </p:nvGrpSpPr>
              <p:grpSpPr bwMode="auto">
                <a:xfrm>
                  <a:off x="-1" y="1"/>
                  <a:ext cx="811233" cy="856761"/>
                  <a:chOff x="-1" y="0"/>
                  <a:chExt cx="811233" cy="856761"/>
                </a:xfrm>
                <a:grpFill/>
              </p:grpSpPr>
              <p:sp>
                <p:nvSpPr>
                  <p:cNvPr id="153" name="AutoShape 261"/>
                  <p:cNvSpPr/>
                  <p:nvPr/>
                </p:nvSpPr>
                <p:spPr bwMode="auto">
                  <a:xfrm>
                    <a:off x="141543" y="626915"/>
                    <a:ext cx="126755" cy="126830"/>
                  </a:xfrm>
                  <a:custGeom>
                    <a:avLst/>
                    <a:gdLst>
                      <a:gd name="T0" fmla="+- 0 10800 961"/>
                      <a:gd name="T1" fmla="*/ T0 w 19679"/>
                      <a:gd name="T2" fmla="+- 0 10800 961"/>
                      <a:gd name="T3" fmla="*/ 10800 h 19679"/>
                      <a:gd name="T4" fmla="+- 0 10800 961"/>
                      <a:gd name="T5" fmla="*/ T4 w 19679"/>
                      <a:gd name="T6" fmla="+- 0 10800 961"/>
                      <a:gd name="T7" fmla="*/ 10800 h 19679"/>
                      <a:gd name="T8" fmla="+- 0 10800 961"/>
                      <a:gd name="T9" fmla="*/ T8 w 19679"/>
                      <a:gd name="T10" fmla="+- 0 10800 961"/>
                      <a:gd name="T11" fmla="*/ 10800 h 19679"/>
                      <a:gd name="T12" fmla="+- 0 10800 961"/>
                      <a:gd name="T13" fmla="*/ T12 w 19679"/>
                      <a:gd name="T14" fmla="+- 0 10800 961"/>
                      <a:gd name="T15" fmla="*/ 10800 h 19679"/>
                    </a:gdLst>
                    <a:ahLst/>
                    <a:cxnLst>
                      <a:cxn ang="0">
                        <a:pos x="T1" y="T3"/>
                      </a:cxn>
                      <a:cxn ang="0">
                        <a:pos x="T5" y="T7"/>
                      </a:cxn>
                      <a:cxn ang="0">
                        <a:pos x="T9" y="T11"/>
                      </a:cxn>
                      <a:cxn ang="0">
                        <a:pos x="T13" y="T15"/>
                      </a:cxn>
                    </a:cxnLst>
                    <a:rect l="0" t="0" r="r" b="b"/>
                    <a:pathLst>
                      <a:path w="19679" h="19679">
                        <a:moveTo>
                          <a:pt x="16796" y="2881"/>
                        </a:moveTo>
                        <a:cubicBezTo>
                          <a:pt x="20639" y="6724"/>
                          <a:pt x="20639" y="12953"/>
                          <a:pt x="16796" y="16796"/>
                        </a:cubicBezTo>
                        <a:cubicBezTo>
                          <a:pt x="12953" y="20638"/>
                          <a:pt x="6723" y="20638"/>
                          <a:pt x="2881" y="16796"/>
                        </a:cubicBezTo>
                        <a:cubicBezTo>
                          <a:pt x="-961" y="12953"/>
                          <a:pt x="-961" y="6724"/>
                          <a:pt x="2881" y="2881"/>
                        </a:cubicBezTo>
                        <a:cubicBezTo>
                          <a:pt x="6723" y="-961"/>
                          <a:pt x="12953" y="-961"/>
                          <a:pt x="16796" y="2881"/>
                        </a:cubicBezTo>
                      </a:path>
                    </a:pathLst>
                  </a:cu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miter lim="0"/>
                  </a:ln>
                  <a:effectLst>
                    <a:outerShdw blurRad="127000" dist="76201" dir="2700000" algn="ctr" rotWithShape="0">
                      <a:srgbClr val="000000">
                        <a:alpha val="75000"/>
                      </a:srgbClr>
                    </a:outerShdw>
                  </a:effec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endParaRPr lang="zh-CN" altLang="zh-CN" sz="300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Gill Sans" charset="0"/>
                      <a:ea typeface="Gill Sans" charset="0"/>
                      <a:cs typeface="Gill Sans" charset="0"/>
                      <a:sym typeface="Gill Sans" charset="0"/>
                    </a:endParaRPr>
                  </a:p>
                </p:txBody>
              </p:sp>
              <p:sp>
                <p:nvSpPr>
                  <p:cNvPr id="154" name="AutoShape 262"/>
                  <p:cNvSpPr/>
                  <p:nvPr/>
                </p:nvSpPr>
                <p:spPr bwMode="auto">
                  <a:xfrm>
                    <a:off x="342238" y="626915"/>
                    <a:ext cx="126755" cy="126830"/>
                  </a:xfrm>
                  <a:custGeom>
                    <a:avLst/>
                    <a:gdLst>
                      <a:gd name="T0" fmla="+- 0 10800 961"/>
                      <a:gd name="T1" fmla="*/ T0 w 19679"/>
                      <a:gd name="T2" fmla="+- 0 10800 961"/>
                      <a:gd name="T3" fmla="*/ 10800 h 19679"/>
                      <a:gd name="T4" fmla="+- 0 10800 961"/>
                      <a:gd name="T5" fmla="*/ T4 w 19679"/>
                      <a:gd name="T6" fmla="+- 0 10800 961"/>
                      <a:gd name="T7" fmla="*/ 10800 h 19679"/>
                      <a:gd name="T8" fmla="+- 0 10800 961"/>
                      <a:gd name="T9" fmla="*/ T8 w 19679"/>
                      <a:gd name="T10" fmla="+- 0 10800 961"/>
                      <a:gd name="T11" fmla="*/ 10800 h 19679"/>
                      <a:gd name="T12" fmla="+- 0 10800 961"/>
                      <a:gd name="T13" fmla="*/ T12 w 19679"/>
                      <a:gd name="T14" fmla="+- 0 10800 961"/>
                      <a:gd name="T15" fmla="*/ 10800 h 19679"/>
                    </a:gdLst>
                    <a:ahLst/>
                    <a:cxnLst>
                      <a:cxn ang="0">
                        <a:pos x="T1" y="T3"/>
                      </a:cxn>
                      <a:cxn ang="0">
                        <a:pos x="T5" y="T7"/>
                      </a:cxn>
                      <a:cxn ang="0">
                        <a:pos x="T9" y="T11"/>
                      </a:cxn>
                      <a:cxn ang="0">
                        <a:pos x="T13" y="T15"/>
                      </a:cxn>
                    </a:cxnLst>
                    <a:rect l="0" t="0" r="r" b="b"/>
                    <a:pathLst>
                      <a:path w="19679" h="19679">
                        <a:moveTo>
                          <a:pt x="16796" y="2881"/>
                        </a:moveTo>
                        <a:cubicBezTo>
                          <a:pt x="20639" y="6724"/>
                          <a:pt x="20639" y="12953"/>
                          <a:pt x="16796" y="16796"/>
                        </a:cubicBezTo>
                        <a:cubicBezTo>
                          <a:pt x="12953" y="20638"/>
                          <a:pt x="6723" y="20638"/>
                          <a:pt x="2881" y="16796"/>
                        </a:cubicBezTo>
                        <a:cubicBezTo>
                          <a:pt x="-961" y="12953"/>
                          <a:pt x="-961" y="6724"/>
                          <a:pt x="2881" y="2881"/>
                        </a:cubicBezTo>
                        <a:cubicBezTo>
                          <a:pt x="6723" y="-961"/>
                          <a:pt x="12953" y="-961"/>
                          <a:pt x="16796" y="2881"/>
                        </a:cubicBezTo>
                      </a:path>
                    </a:pathLst>
                  </a:cu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miter lim="0"/>
                  </a:ln>
                  <a:effectLst>
                    <a:outerShdw blurRad="127000" dist="76201" dir="2700000" algn="ctr" rotWithShape="0">
                      <a:srgbClr val="000000">
                        <a:alpha val="75000"/>
                      </a:srgbClr>
                    </a:outerShdw>
                  </a:effec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endParaRPr lang="zh-CN" altLang="zh-CN" sz="300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Gill Sans" charset="0"/>
                      <a:ea typeface="Gill Sans" charset="0"/>
                      <a:cs typeface="Gill Sans" charset="0"/>
                      <a:sym typeface="Gill Sans" charset="0"/>
                    </a:endParaRPr>
                  </a:p>
                </p:txBody>
              </p:sp>
              <p:sp>
                <p:nvSpPr>
                  <p:cNvPr id="155" name="AutoShape 263"/>
                  <p:cNvSpPr/>
                  <p:nvPr/>
                </p:nvSpPr>
                <p:spPr bwMode="auto">
                  <a:xfrm>
                    <a:off x="542933" y="626915"/>
                    <a:ext cx="126756" cy="126830"/>
                  </a:xfrm>
                  <a:custGeom>
                    <a:avLst/>
                    <a:gdLst>
                      <a:gd name="T0" fmla="+- 0 10800 961"/>
                      <a:gd name="T1" fmla="*/ T0 w 19679"/>
                      <a:gd name="T2" fmla="+- 0 10800 961"/>
                      <a:gd name="T3" fmla="*/ 10800 h 19679"/>
                      <a:gd name="T4" fmla="+- 0 10800 961"/>
                      <a:gd name="T5" fmla="*/ T4 w 19679"/>
                      <a:gd name="T6" fmla="+- 0 10800 961"/>
                      <a:gd name="T7" fmla="*/ 10800 h 19679"/>
                      <a:gd name="T8" fmla="+- 0 10800 961"/>
                      <a:gd name="T9" fmla="*/ T8 w 19679"/>
                      <a:gd name="T10" fmla="+- 0 10800 961"/>
                      <a:gd name="T11" fmla="*/ 10800 h 19679"/>
                      <a:gd name="T12" fmla="+- 0 10800 961"/>
                      <a:gd name="T13" fmla="*/ T12 w 19679"/>
                      <a:gd name="T14" fmla="+- 0 10800 961"/>
                      <a:gd name="T15" fmla="*/ 10800 h 19679"/>
                    </a:gdLst>
                    <a:ahLst/>
                    <a:cxnLst>
                      <a:cxn ang="0">
                        <a:pos x="T1" y="T3"/>
                      </a:cxn>
                      <a:cxn ang="0">
                        <a:pos x="T5" y="T7"/>
                      </a:cxn>
                      <a:cxn ang="0">
                        <a:pos x="T9" y="T11"/>
                      </a:cxn>
                      <a:cxn ang="0">
                        <a:pos x="T13" y="T15"/>
                      </a:cxn>
                    </a:cxnLst>
                    <a:rect l="0" t="0" r="r" b="b"/>
                    <a:pathLst>
                      <a:path w="19679" h="19679">
                        <a:moveTo>
                          <a:pt x="16796" y="2881"/>
                        </a:moveTo>
                        <a:cubicBezTo>
                          <a:pt x="20639" y="6724"/>
                          <a:pt x="20639" y="12953"/>
                          <a:pt x="16796" y="16796"/>
                        </a:cubicBezTo>
                        <a:cubicBezTo>
                          <a:pt x="12953" y="20638"/>
                          <a:pt x="6723" y="20638"/>
                          <a:pt x="2881" y="16796"/>
                        </a:cubicBezTo>
                        <a:cubicBezTo>
                          <a:pt x="-961" y="12953"/>
                          <a:pt x="-961" y="6724"/>
                          <a:pt x="2881" y="2881"/>
                        </a:cubicBezTo>
                        <a:cubicBezTo>
                          <a:pt x="6723" y="-961"/>
                          <a:pt x="12953" y="-961"/>
                          <a:pt x="16796" y="2881"/>
                        </a:cubicBezTo>
                      </a:path>
                    </a:pathLst>
                  </a:cu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miter lim="0"/>
                  </a:ln>
                  <a:effectLst>
                    <a:outerShdw blurRad="127000" dist="76201" dir="2700000" algn="ctr" rotWithShape="0">
                      <a:srgbClr val="000000">
                        <a:alpha val="75000"/>
                      </a:srgbClr>
                    </a:outerShdw>
                  </a:effec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endParaRPr lang="zh-CN" altLang="zh-CN" sz="300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Gill Sans" charset="0"/>
                      <a:ea typeface="Gill Sans" charset="0"/>
                      <a:cs typeface="Gill Sans" charset="0"/>
                      <a:sym typeface="Gill Sans" charset="0"/>
                    </a:endParaRPr>
                  </a:p>
                </p:txBody>
              </p:sp>
              <p:sp>
                <p:nvSpPr>
                  <p:cNvPr id="156" name="AutoShape 264"/>
                  <p:cNvSpPr/>
                  <p:nvPr/>
                </p:nvSpPr>
                <p:spPr bwMode="auto">
                  <a:xfrm>
                    <a:off x="-1" y="375370"/>
                    <a:ext cx="126756" cy="126831"/>
                  </a:xfrm>
                  <a:custGeom>
                    <a:avLst/>
                    <a:gdLst>
                      <a:gd name="T0" fmla="+- 0 10800 961"/>
                      <a:gd name="T1" fmla="*/ T0 w 19679"/>
                      <a:gd name="T2" fmla="+- 0 10800 961"/>
                      <a:gd name="T3" fmla="*/ 10800 h 19679"/>
                      <a:gd name="T4" fmla="+- 0 10800 961"/>
                      <a:gd name="T5" fmla="*/ T4 w 19679"/>
                      <a:gd name="T6" fmla="+- 0 10800 961"/>
                      <a:gd name="T7" fmla="*/ 10800 h 19679"/>
                      <a:gd name="T8" fmla="+- 0 10800 961"/>
                      <a:gd name="T9" fmla="*/ T8 w 19679"/>
                      <a:gd name="T10" fmla="+- 0 10800 961"/>
                      <a:gd name="T11" fmla="*/ 10800 h 19679"/>
                      <a:gd name="T12" fmla="+- 0 10800 961"/>
                      <a:gd name="T13" fmla="*/ T12 w 19679"/>
                      <a:gd name="T14" fmla="+- 0 10800 961"/>
                      <a:gd name="T15" fmla="*/ 10800 h 19679"/>
                    </a:gdLst>
                    <a:ahLst/>
                    <a:cxnLst>
                      <a:cxn ang="0">
                        <a:pos x="T1" y="T3"/>
                      </a:cxn>
                      <a:cxn ang="0">
                        <a:pos x="T5" y="T7"/>
                      </a:cxn>
                      <a:cxn ang="0">
                        <a:pos x="T9" y="T11"/>
                      </a:cxn>
                      <a:cxn ang="0">
                        <a:pos x="T13" y="T15"/>
                      </a:cxn>
                    </a:cxnLst>
                    <a:rect l="0" t="0" r="r" b="b"/>
                    <a:pathLst>
                      <a:path w="19679" h="19679">
                        <a:moveTo>
                          <a:pt x="16796" y="2881"/>
                        </a:moveTo>
                        <a:cubicBezTo>
                          <a:pt x="20638" y="6724"/>
                          <a:pt x="20638" y="12953"/>
                          <a:pt x="16796" y="16796"/>
                        </a:cubicBezTo>
                        <a:cubicBezTo>
                          <a:pt x="12953" y="20638"/>
                          <a:pt x="6723" y="20638"/>
                          <a:pt x="2881" y="16796"/>
                        </a:cubicBezTo>
                        <a:cubicBezTo>
                          <a:pt x="-961" y="12953"/>
                          <a:pt x="-961" y="6724"/>
                          <a:pt x="2881" y="2881"/>
                        </a:cubicBezTo>
                        <a:cubicBezTo>
                          <a:pt x="6723" y="-961"/>
                          <a:pt x="12953" y="-961"/>
                          <a:pt x="16796" y="2881"/>
                        </a:cubicBezTo>
                      </a:path>
                    </a:pathLst>
                  </a:cu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miter lim="0"/>
                  </a:ln>
                  <a:effectLst>
                    <a:outerShdw blurRad="127000" dist="76201" dir="2700000" algn="ctr" rotWithShape="0">
                      <a:srgbClr val="000000">
                        <a:alpha val="75000"/>
                      </a:srgbClr>
                    </a:outerShdw>
                  </a:effec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endParaRPr lang="zh-CN" altLang="zh-CN" sz="300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Gill Sans" charset="0"/>
                      <a:ea typeface="Gill Sans" charset="0"/>
                      <a:cs typeface="Gill Sans" charset="0"/>
                      <a:sym typeface="Gill Sans" charset="0"/>
                    </a:endParaRPr>
                  </a:p>
                </p:txBody>
              </p:sp>
              <p:sp>
                <p:nvSpPr>
                  <p:cNvPr id="157" name="AutoShape 265"/>
                  <p:cNvSpPr/>
                  <p:nvPr/>
                </p:nvSpPr>
                <p:spPr bwMode="auto">
                  <a:xfrm>
                    <a:off x="228158" y="375370"/>
                    <a:ext cx="126756" cy="126831"/>
                  </a:xfrm>
                  <a:custGeom>
                    <a:avLst/>
                    <a:gdLst>
                      <a:gd name="T0" fmla="+- 0 10800 961"/>
                      <a:gd name="T1" fmla="*/ T0 w 19679"/>
                      <a:gd name="T2" fmla="+- 0 10800 961"/>
                      <a:gd name="T3" fmla="*/ 10800 h 19679"/>
                      <a:gd name="T4" fmla="+- 0 10800 961"/>
                      <a:gd name="T5" fmla="*/ T4 w 19679"/>
                      <a:gd name="T6" fmla="+- 0 10800 961"/>
                      <a:gd name="T7" fmla="*/ 10800 h 19679"/>
                      <a:gd name="T8" fmla="+- 0 10800 961"/>
                      <a:gd name="T9" fmla="*/ T8 w 19679"/>
                      <a:gd name="T10" fmla="+- 0 10800 961"/>
                      <a:gd name="T11" fmla="*/ 10800 h 19679"/>
                      <a:gd name="T12" fmla="+- 0 10800 961"/>
                      <a:gd name="T13" fmla="*/ T12 w 19679"/>
                      <a:gd name="T14" fmla="+- 0 10800 961"/>
                      <a:gd name="T15" fmla="*/ 10800 h 19679"/>
                    </a:gdLst>
                    <a:ahLst/>
                    <a:cxnLst>
                      <a:cxn ang="0">
                        <a:pos x="T1" y="T3"/>
                      </a:cxn>
                      <a:cxn ang="0">
                        <a:pos x="T5" y="T7"/>
                      </a:cxn>
                      <a:cxn ang="0">
                        <a:pos x="T9" y="T11"/>
                      </a:cxn>
                      <a:cxn ang="0">
                        <a:pos x="T13" y="T15"/>
                      </a:cxn>
                    </a:cxnLst>
                    <a:rect l="0" t="0" r="r" b="b"/>
                    <a:pathLst>
                      <a:path w="19679" h="19679">
                        <a:moveTo>
                          <a:pt x="16796" y="2881"/>
                        </a:moveTo>
                        <a:cubicBezTo>
                          <a:pt x="20638" y="6724"/>
                          <a:pt x="20638" y="12953"/>
                          <a:pt x="16796" y="16796"/>
                        </a:cubicBezTo>
                        <a:cubicBezTo>
                          <a:pt x="12953" y="20638"/>
                          <a:pt x="6723" y="20638"/>
                          <a:pt x="2881" y="16796"/>
                        </a:cubicBezTo>
                        <a:cubicBezTo>
                          <a:pt x="-961" y="12953"/>
                          <a:pt x="-961" y="6724"/>
                          <a:pt x="2881" y="2881"/>
                        </a:cubicBezTo>
                        <a:cubicBezTo>
                          <a:pt x="6723" y="-961"/>
                          <a:pt x="12953" y="-961"/>
                          <a:pt x="16796" y="2881"/>
                        </a:cubicBezTo>
                      </a:path>
                    </a:pathLst>
                  </a:cu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miter lim="0"/>
                  </a:ln>
                  <a:effectLst>
                    <a:outerShdw blurRad="127000" dist="76201" dir="2700000" algn="ctr" rotWithShape="0">
                      <a:srgbClr val="000000">
                        <a:alpha val="75000"/>
                      </a:srgbClr>
                    </a:outerShdw>
                  </a:effec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endParaRPr lang="zh-CN" altLang="zh-CN" sz="300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Gill Sans" charset="0"/>
                      <a:ea typeface="Gill Sans" charset="0"/>
                      <a:cs typeface="Gill Sans" charset="0"/>
                      <a:sym typeface="Gill Sans" charset="0"/>
                    </a:endParaRPr>
                  </a:p>
                </p:txBody>
              </p:sp>
              <p:sp>
                <p:nvSpPr>
                  <p:cNvPr id="158" name="AutoShape 266"/>
                  <p:cNvSpPr/>
                  <p:nvPr/>
                </p:nvSpPr>
                <p:spPr bwMode="auto">
                  <a:xfrm>
                    <a:off x="456317" y="375370"/>
                    <a:ext cx="126756" cy="126831"/>
                  </a:xfrm>
                  <a:custGeom>
                    <a:avLst/>
                    <a:gdLst>
                      <a:gd name="T0" fmla="+- 0 10800 961"/>
                      <a:gd name="T1" fmla="*/ T0 w 19679"/>
                      <a:gd name="T2" fmla="+- 0 10800 961"/>
                      <a:gd name="T3" fmla="*/ 10800 h 19679"/>
                      <a:gd name="T4" fmla="+- 0 10800 961"/>
                      <a:gd name="T5" fmla="*/ T4 w 19679"/>
                      <a:gd name="T6" fmla="+- 0 10800 961"/>
                      <a:gd name="T7" fmla="*/ 10800 h 19679"/>
                      <a:gd name="T8" fmla="+- 0 10800 961"/>
                      <a:gd name="T9" fmla="*/ T8 w 19679"/>
                      <a:gd name="T10" fmla="+- 0 10800 961"/>
                      <a:gd name="T11" fmla="*/ 10800 h 19679"/>
                      <a:gd name="T12" fmla="+- 0 10800 961"/>
                      <a:gd name="T13" fmla="*/ T12 w 19679"/>
                      <a:gd name="T14" fmla="+- 0 10800 961"/>
                      <a:gd name="T15" fmla="*/ 10800 h 19679"/>
                    </a:gdLst>
                    <a:ahLst/>
                    <a:cxnLst>
                      <a:cxn ang="0">
                        <a:pos x="T1" y="T3"/>
                      </a:cxn>
                      <a:cxn ang="0">
                        <a:pos x="T5" y="T7"/>
                      </a:cxn>
                      <a:cxn ang="0">
                        <a:pos x="T9" y="T11"/>
                      </a:cxn>
                      <a:cxn ang="0">
                        <a:pos x="T13" y="T15"/>
                      </a:cxn>
                    </a:cxnLst>
                    <a:rect l="0" t="0" r="r" b="b"/>
                    <a:pathLst>
                      <a:path w="19679" h="19679">
                        <a:moveTo>
                          <a:pt x="16796" y="2881"/>
                        </a:moveTo>
                        <a:cubicBezTo>
                          <a:pt x="20638" y="6724"/>
                          <a:pt x="20638" y="12953"/>
                          <a:pt x="16796" y="16796"/>
                        </a:cubicBezTo>
                        <a:cubicBezTo>
                          <a:pt x="12953" y="20638"/>
                          <a:pt x="6723" y="20638"/>
                          <a:pt x="2881" y="16796"/>
                        </a:cubicBezTo>
                        <a:cubicBezTo>
                          <a:pt x="-961" y="12953"/>
                          <a:pt x="-961" y="6724"/>
                          <a:pt x="2881" y="2881"/>
                        </a:cubicBezTo>
                        <a:cubicBezTo>
                          <a:pt x="6723" y="-961"/>
                          <a:pt x="12953" y="-961"/>
                          <a:pt x="16796" y="2881"/>
                        </a:cubicBezTo>
                      </a:path>
                    </a:pathLst>
                  </a:cu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miter lim="0"/>
                  </a:ln>
                  <a:effectLst>
                    <a:outerShdw blurRad="127000" dist="76201" dir="2700000" algn="ctr" rotWithShape="0">
                      <a:srgbClr val="000000">
                        <a:alpha val="75000"/>
                      </a:srgbClr>
                    </a:outerShdw>
                  </a:effec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endParaRPr lang="zh-CN" altLang="zh-CN" sz="300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Gill Sans" charset="0"/>
                      <a:ea typeface="Gill Sans" charset="0"/>
                      <a:cs typeface="Gill Sans" charset="0"/>
                      <a:sym typeface="Gill Sans" charset="0"/>
                    </a:endParaRPr>
                  </a:p>
                </p:txBody>
              </p:sp>
              <p:sp>
                <p:nvSpPr>
                  <p:cNvPr id="159" name="AutoShape 267"/>
                  <p:cNvSpPr/>
                  <p:nvPr/>
                </p:nvSpPr>
                <p:spPr bwMode="auto">
                  <a:xfrm>
                    <a:off x="684476" y="375370"/>
                    <a:ext cx="126756" cy="126831"/>
                  </a:xfrm>
                  <a:custGeom>
                    <a:avLst/>
                    <a:gdLst>
                      <a:gd name="T0" fmla="+- 0 10800 961"/>
                      <a:gd name="T1" fmla="*/ T0 w 19679"/>
                      <a:gd name="T2" fmla="+- 0 10800 961"/>
                      <a:gd name="T3" fmla="*/ 10800 h 19679"/>
                      <a:gd name="T4" fmla="+- 0 10800 961"/>
                      <a:gd name="T5" fmla="*/ T4 w 19679"/>
                      <a:gd name="T6" fmla="+- 0 10800 961"/>
                      <a:gd name="T7" fmla="*/ 10800 h 19679"/>
                      <a:gd name="T8" fmla="+- 0 10800 961"/>
                      <a:gd name="T9" fmla="*/ T8 w 19679"/>
                      <a:gd name="T10" fmla="+- 0 10800 961"/>
                      <a:gd name="T11" fmla="*/ 10800 h 19679"/>
                      <a:gd name="T12" fmla="+- 0 10800 961"/>
                      <a:gd name="T13" fmla="*/ T12 w 19679"/>
                      <a:gd name="T14" fmla="+- 0 10800 961"/>
                      <a:gd name="T15" fmla="*/ 10800 h 19679"/>
                    </a:gdLst>
                    <a:ahLst/>
                    <a:cxnLst>
                      <a:cxn ang="0">
                        <a:pos x="T1" y="T3"/>
                      </a:cxn>
                      <a:cxn ang="0">
                        <a:pos x="T5" y="T7"/>
                      </a:cxn>
                      <a:cxn ang="0">
                        <a:pos x="T9" y="T11"/>
                      </a:cxn>
                      <a:cxn ang="0">
                        <a:pos x="T13" y="T15"/>
                      </a:cxn>
                    </a:cxnLst>
                    <a:rect l="0" t="0" r="r" b="b"/>
                    <a:pathLst>
                      <a:path w="19679" h="19679">
                        <a:moveTo>
                          <a:pt x="16796" y="2881"/>
                        </a:moveTo>
                        <a:cubicBezTo>
                          <a:pt x="20638" y="6724"/>
                          <a:pt x="20638" y="12953"/>
                          <a:pt x="16796" y="16796"/>
                        </a:cubicBezTo>
                        <a:cubicBezTo>
                          <a:pt x="12953" y="20638"/>
                          <a:pt x="6723" y="20638"/>
                          <a:pt x="2881" y="16796"/>
                        </a:cubicBezTo>
                        <a:cubicBezTo>
                          <a:pt x="-961" y="12953"/>
                          <a:pt x="-961" y="6724"/>
                          <a:pt x="2881" y="2881"/>
                        </a:cubicBezTo>
                        <a:cubicBezTo>
                          <a:pt x="6723" y="-961"/>
                          <a:pt x="12953" y="-961"/>
                          <a:pt x="16796" y="2881"/>
                        </a:cubicBezTo>
                      </a:path>
                    </a:pathLst>
                  </a:cu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miter lim="0"/>
                  </a:ln>
                  <a:effectLst>
                    <a:outerShdw blurRad="127000" dist="76201" dir="2700000" algn="ctr" rotWithShape="0">
                      <a:srgbClr val="000000">
                        <a:alpha val="75000"/>
                      </a:srgbClr>
                    </a:outerShdw>
                  </a:effec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endParaRPr lang="zh-CN" altLang="zh-CN" sz="300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Gill Sans" charset="0"/>
                      <a:ea typeface="Gill Sans" charset="0"/>
                      <a:cs typeface="Gill Sans" charset="0"/>
                      <a:sym typeface="Gill Sans" charset="0"/>
                    </a:endParaRPr>
                  </a:p>
                </p:txBody>
              </p:sp>
              <p:sp>
                <p:nvSpPr>
                  <p:cNvPr id="160" name="Line 268"/>
                  <p:cNvSpPr>
                    <a:spLocks noChangeShapeType="1"/>
                  </p:cNvSpPr>
                  <p:nvPr/>
                </p:nvSpPr>
                <p:spPr bwMode="auto">
                  <a:xfrm>
                    <a:off x="88637" y="461665"/>
                    <a:ext cx="112240" cy="175447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161" name="Line 269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99281" y="495953"/>
                    <a:ext cx="86469" cy="136726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162" name="Line 270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00875" y="502276"/>
                    <a:ext cx="323052" cy="122805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163" name="Line 271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99282" y="501016"/>
                    <a:ext cx="540550" cy="129137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164" name="Line 272"/>
                  <p:cNvSpPr>
                    <a:spLocks noChangeShapeType="1"/>
                  </p:cNvSpPr>
                  <p:nvPr/>
                </p:nvSpPr>
                <p:spPr bwMode="auto">
                  <a:xfrm>
                    <a:off x="95843" y="475687"/>
                    <a:ext cx="293879" cy="157626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165" name="Line 273"/>
                  <p:cNvSpPr>
                    <a:spLocks noChangeShapeType="1"/>
                  </p:cNvSpPr>
                  <p:nvPr/>
                </p:nvSpPr>
                <p:spPr bwMode="auto">
                  <a:xfrm>
                    <a:off x="280977" y="496583"/>
                    <a:ext cx="113518" cy="137368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166" name="Line 274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95558" y="502906"/>
                    <a:ext cx="127310" cy="129775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167" name="Line 275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92372" y="494681"/>
                    <a:ext cx="351168" cy="137996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168" name="Line 276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597134" y="495953"/>
                    <a:ext cx="138448" cy="135454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169" name="Line 277"/>
                  <p:cNvSpPr>
                    <a:spLocks noChangeShapeType="1"/>
                  </p:cNvSpPr>
                  <p:nvPr/>
                </p:nvSpPr>
                <p:spPr bwMode="auto">
                  <a:xfrm>
                    <a:off x="522868" y="499115"/>
                    <a:ext cx="77446" cy="129761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170" name="Line 278"/>
                  <p:cNvSpPr>
                    <a:spLocks noChangeShapeType="1"/>
                  </p:cNvSpPr>
                  <p:nvPr/>
                </p:nvSpPr>
                <p:spPr bwMode="auto">
                  <a:xfrm>
                    <a:off x="284691" y="502276"/>
                    <a:ext cx="316158" cy="126602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171" name="Line 279"/>
                  <p:cNvSpPr>
                    <a:spLocks noChangeShapeType="1"/>
                  </p:cNvSpPr>
                  <p:nvPr/>
                </p:nvSpPr>
                <p:spPr bwMode="auto">
                  <a:xfrm>
                    <a:off x="101143" y="477589"/>
                    <a:ext cx="492277" cy="151295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172" name="AutoShape 280"/>
                  <p:cNvSpPr/>
                  <p:nvPr/>
                </p:nvSpPr>
                <p:spPr bwMode="auto">
                  <a:xfrm>
                    <a:off x="181681" y="98459"/>
                    <a:ext cx="126756" cy="126831"/>
                  </a:xfrm>
                  <a:custGeom>
                    <a:avLst/>
                    <a:gdLst>
                      <a:gd name="T0" fmla="+- 0 10800 961"/>
                      <a:gd name="T1" fmla="*/ T0 w 19679"/>
                      <a:gd name="T2" fmla="+- 0 10800 961"/>
                      <a:gd name="T3" fmla="*/ 10800 h 19679"/>
                      <a:gd name="T4" fmla="+- 0 10800 961"/>
                      <a:gd name="T5" fmla="*/ T4 w 19679"/>
                      <a:gd name="T6" fmla="+- 0 10800 961"/>
                      <a:gd name="T7" fmla="*/ 10800 h 19679"/>
                      <a:gd name="T8" fmla="+- 0 10800 961"/>
                      <a:gd name="T9" fmla="*/ T8 w 19679"/>
                      <a:gd name="T10" fmla="+- 0 10800 961"/>
                      <a:gd name="T11" fmla="*/ 10800 h 19679"/>
                      <a:gd name="T12" fmla="+- 0 10800 961"/>
                      <a:gd name="T13" fmla="*/ T12 w 19679"/>
                      <a:gd name="T14" fmla="+- 0 10800 961"/>
                      <a:gd name="T15" fmla="*/ 10800 h 19679"/>
                    </a:gdLst>
                    <a:ahLst/>
                    <a:cxnLst>
                      <a:cxn ang="0">
                        <a:pos x="T1" y="T3"/>
                      </a:cxn>
                      <a:cxn ang="0">
                        <a:pos x="T5" y="T7"/>
                      </a:cxn>
                      <a:cxn ang="0">
                        <a:pos x="T9" y="T11"/>
                      </a:cxn>
                      <a:cxn ang="0">
                        <a:pos x="T13" y="T15"/>
                      </a:cxn>
                    </a:cxnLst>
                    <a:rect l="0" t="0" r="r" b="b"/>
                    <a:pathLst>
                      <a:path w="19679" h="19679">
                        <a:moveTo>
                          <a:pt x="16796" y="2881"/>
                        </a:moveTo>
                        <a:cubicBezTo>
                          <a:pt x="20639" y="6724"/>
                          <a:pt x="20639" y="12953"/>
                          <a:pt x="16796" y="16796"/>
                        </a:cubicBezTo>
                        <a:cubicBezTo>
                          <a:pt x="12953" y="20638"/>
                          <a:pt x="6724" y="20638"/>
                          <a:pt x="2881" y="16796"/>
                        </a:cubicBezTo>
                        <a:cubicBezTo>
                          <a:pt x="-961" y="12953"/>
                          <a:pt x="-961" y="6724"/>
                          <a:pt x="2881" y="2881"/>
                        </a:cubicBezTo>
                        <a:cubicBezTo>
                          <a:pt x="6724" y="-961"/>
                          <a:pt x="12953" y="-961"/>
                          <a:pt x="16796" y="2881"/>
                        </a:cubicBezTo>
                      </a:path>
                    </a:pathLst>
                  </a:cu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miter lim="0"/>
                  </a:ln>
                  <a:effectLst>
                    <a:outerShdw blurRad="127000" dist="76201" dir="2700000" algn="ctr" rotWithShape="0">
                      <a:srgbClr val="000000">
                        <a:alpha val="75000"/>
                      </a:srgbClr>
                    </a:outerShdw>
                  </a:effec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endParaRPr lang="zh-CN" altLang="zh-CN" sz="300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Gill Sans" charset="0"/>
                      <a:ea typeface="Gill Sans" charset="0"/>
                      <a:cs typeface="Gill Sans" charset="0"/>
                      <a:sym typeface="Gill Sans" charset="0"/>
                    </a:endParaRPr>
                  </a:p>
                </p:txBody>
              </p:sp>
              <p:sp>
                <p:nvSpPr>
                  <p:cNvPr id="173" name="AutoShape 281"/>
                  <p:cNvSpPr/>
                  <p:nvPr/>
                </p:nvSpPr>
                <p:spPr bwMode="auto">
                  <a:xfrm>
                    <a:off x="500681" y="98459"/>
                    <a:ext cx="126756" cy="126831"/>
                  </a:xfrm>
                  <a:custGeom>
                    <a:avLst/>
                    <a:gdLst>
                      <a:gd name="T0" fmla="+- 0 10800 961"/>
                      <a:gd name="T1" fmla="*/ T0 w 19679"/>
                      <a:gd name="T2" fmla="+- 0 10800 961"/>
                      <a:gd name="T3" fmla="*/ 10800 h 19679"/>
                      <a:gd name="T4" fmla="+- 0 10800 961"/>
                      <a:gd name="T5" fmla="*/ T4 w 19679"/>
                      <a:gd name="T6" fmla="+- 0 10800 961"/>
                      <a:gd name="T7" fmla="*/ 10800 h 19679"/>
                      <a:gd name="T8" fmla="+- 0 10800 961"/>
                      <a:gd name="T9" fmla="*/ T8 w 19679"/>
                      <a:gd name="T10" fmla="+- 0 10800 961"/>
                      <a:gd name="T11" fmla="*/ 10800 h 19679"/>
                      <a:gd name="T12" fmla="+- 0 10800 961"/>
                      <a:gd name="T13" fmla="*/ T12 w 19679"/>
                      <a:gd name="T14" fmla="+- 0 10800 961"/>
                      <a:gd name="T15" fmla="*/ 10800 h 19679"/>
                    </a:gdLst>
                    <a:ahLst/>
                    <a:cxnLst>
                      <a:cxn ang="0">
                        <a:pos x="T1" y="T3"/>
                      </a:cxn>
                      <a:cxn ang="0">
                        <a:pos x="T5" y="T7"/>
                      </a:cxn>
                      <a:cxn ang="0">
                        <a:pos x="T9" y="T11"/>
                      </a:cxn>
                      <a:cxn ang="0">
                        <a:pos x="T13" y="T15"/>
                      </a:cxn>
                    </a:cxnLst>
                    <a:rect l="0" t="0" r="r" b="b"/>
                    <a:pathLst>
                      <a:path w="19679" h="19679">
                        <a:moveTo>
                          <a:pt x="16796" y="2881"/>
                        </a:moveTo>
                        <a:cubicBezTo>
                          <a:pt x="20639" y="6724"/>
                          <a:pt x="20639" y="12953"/>
                          <a:pt x="16796" y="16796"/>
                        </a:cubicBezTo>
                        <a:cubicBezTo>
                          <a:pt x="12953" y="20638"/>
                          <a:pt x="6724" y="20638"/>
                          <a:pt x="2881" y="16796"/>
                        </a:cubicBezTo>
                        <a:cubicBezTo>
                          <a:pt x="-961" y="12953"/>
                          <a:pt x="-961" y="6724"/>
                          <a:pt x="2881" y="2881"/>
                        </a:cubicBezTo>
                        <a:cubicBezTo>
                          <a:pt x="6724" y="-961"/>
                          <a:pt x="12953" y="-961"/>
                          <a:pt x="16796" y="2881"/>
                        </a:cubicBezTo>
                      </a:path>
                    </a:pathLst>
                  </a:cu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miter lim="0"/>
                  </a:ln>
                  <a:effectLst>
                    <a:outerShdw blurRad="127000" dist="76201" dir="2700000" algn="ctr" rotWithShape="0">
                      <a:srgbClr val="000000">
                        <a:alpha val="75000"/>
                      </a:srgbClr>
                    </a:outerShdw>
                  </a:effec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endParaRPr lang="zh-CN" altLang="zh-CN" sz="300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Gill Sans" charset="0"/>
                      <a:ea typeface="Gill Sans" charset="0"/>
                      <a:cs typeface="Gill Sans" charset="0"/>
                      <a:sym typeface="Gill Sans" charset="0"/>
                    </a:endParaRPr>
                  </a:p>
                </p:txBody>
              </p:sp>
              <p:sp>
                <p:nvSpPr>
                  <p:cNvPr id="174" name="Line 282"/>
                  <p:cNvSpPr>
                    <a:spLocks noChangeShapeType="1"/>
                  </p:cNvSpPr>
                  <p:nvPr/>
                </p:nvSpPr>
                <p:spPr bwMode="auto">
                  <a:xfrm>
                    <a:off x="567835" y="214550"/>
                    <a:ext cx="177749" cy="166402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175" name="Line 283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516400" y="200228"/>
                    <a:ext cx="53029" cy="177850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176" name="Line 284"/>
                  <p:cNvSpPr>
                    <a:spLocks noChangeShapeType="1"/>
                  </p:cNvSpPr>
                  <p:nvPr/>
                </p:nvSpPr>
                <p:spPr bwMode="auto">
                  <a:xfrm>
                    <a:off x="246310" y="219333"/>
                    <a:ext cx="272183" cy="156042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177" name="Line 285"/>
                  <p:cNvSpPr>
                    <a:spLocks noChangeShapeType="1"/>
                  </p:cNvSpPr>
                  <p:nvPr/>
                </p:nvSpPr>
                <p:spPr bwMode="auto">
                  <a:xfrm>
                    <a:off x="248432" y="216942"/>
                    <a:ext cx="501929" cy="166372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178" name="Line 286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85040" y="214550"/>
                    <a:ext cx="287040" cy="169583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179" name="Line 287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59544" y="216149"/>
                    <a:ext cx="500870" cy="160807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180" name="Line 288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62731" y="217734"/>
                    <a:ext cx="189417" cy="164006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181" name="Line 289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250025" y="210573"/>
                    <a:ext cx="30773" cy="167190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182" name="Line 290"/>
                  <p:cNvSpPr>
                    <a:spLocks noChangeShapeType="1"/>
                  </p:cNvSpPr>
                  <p:nvPr/>
                </p:nvSpPr>
                <p:spPr bwMode="auto">
                  <a:xfrm>
                    <a:off x="249892" y="0"/>
                    <a:ext cx="1" cy="103062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183" name="Line 291"/>
                  <p:cNvSpPr>
                    <a:spLocks noChangeShapeType="1"/>
                  </p:cNvSpPr>
                  <p:nvPr/>
                </p:nvSpPr>
                <p:spPr bwMode="auto">
                  <a:xfrm>
                    <a:off x="561904" y="0"/>
                    <a:ext cx="1" cy="103062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184" name="Line 292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01890" y="753698"/>
                    <a:ext cx="1" cy="103063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185" name="Line 293"/>
                  <p:cNvSpPr>
                    <a:spLocks noChangeShapeType="1"/>
                  </p:cNvSpPr>
                  <p:nvPr/>
                </p:nvSpPr>
                <p:spPr bwMode="auto">
                  <a:xfrm>
                    <a:off x="405898" y="753698"/>
                    <a:ext cx="1" cy="103063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186" name="Line 294"/>
                  <p:cNvSpPr>
                    <a:spLocks noChangeShapeType="1"/>
                  </p:cNvSpPr>
                  <p:nvPr/>
                </p:nvSpPr>
                <p:spPr bwMode="auto">
                  <a:xfrm>
                    <a:off x="607506" y="753698"/>
                    <a:ext cx="1" cy="103063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</p:grpSp>
            <p:grpSp>
              <p:nvGrpSpPr>
                <p:cNvPr id="118" name="Group 295"/>
                <p:cNvGrpSpPr/>
                <p:nvPr/>
              </p:nvGrpSpPr>
              <p:grpSpPr bwMode="auto">
                <a:xfrm>
                  <a:off x="689254" y="0"/>
                  <a:ext cx="811233" cy="856761"/>
                  <a:chOff x="-1" y="0"/>
                  <a:chExt cx="811233" cy="856761"/>
                </a:xfrm>
                <a:grpFill/>
              </p:grpSpPr>
              <p:sp>
                <p:nvSpPr>
                  <p:cNvPr id="119" name="AutoShape 296"/>
                  <p:cNvSpPr/>
                  <p:nvPr/>
                </p:nvSpPr>
                <p:spPr bwMode="auto">
                  <a:xfrm>
                    <a:off x="141543" y="626915"/>
                    <a:ext cx="126755" cy="126830"/>
                  </a:xfrm>
                  <a:custGeom>
                    <a:avLst/>
                    <a:gdLst>
                      <a:gd name="T0" fmla="+- 0 10800 961"/>
                      <a:gd name="T1" fmla="*/ T0 w 19679"/>
                      <a:gd name="T2" fmla="+- 0 10800 961"/>
                      <a:gd name="T3" fmla="*/ 10800 h 19679"/>
                      <a:gd name="T4" fmla="+- 0 10800 961"/>
                      <a:gd name="T5" fmla="*/ T4 w 19679"/>
                      <a:gd name="T6" fmla="+- 0 10800 961"/>
                      <a:gd name="T7" fmla="*/ 10800 h 19679"/>
                      <a:gd name="T8" fmla="+- 0 10800 961"/>
                      <a:gd name="T9" fmla="*/ T8 w 19679"/>
                      <a:gd name="T10" fmla="+- 0 10800 961"/>
                      <a:gd name="T11" fmla="*/ 10800 h 19679"/>
                      <a:gd name="T12" fmla="+- 0 10800 961"/>
                      <a:gd name="T13" fmla="*/ T12 w 19679"/>
                      <a:gd name="T14" fmla="+- 0 10800 961"/>
                      <a:gd name="T15" fmla="*/ 10800 h 19679"/>
                    </a:gdLst>
                    <a:ahLst/>
                    <a:cxnLst>
                      <a:cxn ang="0">
                        <a:pos x="T1" y="T3"/>
                      </a:cxn>
                      <a:cxn ang="0">
                        <a:pos x="T5" y="T7"/>
                      </a:cxn>
                      <a:cxn ang="0">
                        <a:pos x="T9" y="T11"/>
                      </a:cxn>
                      <a:cxn ang="0">
                        <a:pos x="T13" y="T15"/>
                      </a:cxn>
                    </a:cxnLst>
                    <a:rect l="0" t="0" r="r" b="b"/>
                    <a:pathLst>
                      <a:path w="19679" h="19679">
                        <a:moveTo>
                          <a:pt x="16796" y="2881"/>
                        </a:moveTo>
                        <a:cubicBezTo>
                          <a:pt x="20639" y="6724"/>
                          <a:pt x="20639" y="12953"/>
                          <a:pt x="16796" y="16796"/>
                        </a:cubicBezTo>
                        <a:cubicBezTo>
                          <a:pt x="12953" y="20638"/>
                          <a:pt x="6723" y="20638"/>
                          <a:pt x="2881" y="16796"/>
                        </a:cubicBezTo>
                        <a:cubicBezTo>
                          <a:pt x="-961" y="12953"/>
                          <a:pt x="-961" y="6724"/>
                          <a:pt x="2881" y="2881"/>
                        </a:cubicBezTo>
                        <a:cubicBezTo>
                          <a:pt x="6723" y="-961"/>
                          <a:pt x="12953" y="-961"/>
                          <a:pt x="16796" y="2881"/>
                        </a:cubicBezTo>
                      </a:path>
                    </a:pathLst>
                  </a:cu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miter lim="0"/>
                  </a:ln>
                  <a:effectLst>
                    <a:outerShdw blurRad="127000" dist="76201" dir="2700000" algn="ctr" rotWithShape="0">
                      <a:srgbClr val="000000">
                        <a:alpha val="75000"/>
                      </a:srgbClr>
                    </a:outerShdw>
                  </a:effec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endParaRPr lang="zh-CN" altLang="zh-CN" sz="300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Gill Sans" charset="0"/>
                      <a:ea typeface="Gill Sans" charset="0"/>
                      <a:cs typeface="Gill Sans" charset="0"/>
                      <a:sym typeface="Gill Sans" charset="0"/>
                    </a:endParaRPr>
                  </a:p>
                </p:txBody>
              </p:sp>
              <p:sp>
                <p:nvSpPr>
                  <p:cNvPr id="120" name="AutoShape 297"/>
                  <p:cNvSpPr/>
                  <p:nvPr/>
                </p:nvSpPr>
                <p:spPr bwMode="auto">
                  <a:xfrm>
                    <a:off x="342238" y="626915"/>
                    <a:ext cx="126755" cy="126830"/>
                  </a:xfrm>
                  <a:custGeom>
                    <a:avLst/>
                    <a:gdLst>
                      <a:gd name="T0" fmla="+- 0 10800 961"/>
                      <a:gd name="T1" fmla="*/ T0 w 19679"/>
                      <a:gd name="T2" fmla="+- 0 10800 961"/>
                      <a:gd name="T3" fmla="*/ 10800 h 19679"/>
                      <a:gd name="T4" fmla="+- 0 10800 961"/>
                      <a:gd name="T5" fmla="*/ T4 w 19679"/>
                      <a:gd name="T6" fmla="+- 0 10800 961"/>
                      <a:gd name="T7" fmla="*/ 10800 h 19679"/>
                      <a:gd name="T8" fmla="+- 0 10800 961"/>
                      <a:gd name="T9" fmla="*/ T8 w 19679"/>
                      <a:gd name="T10" fmla="+- 0 10800 961"/>
                      <a:gd name="T11" fmla="*/ 10800 h 19679"/>
                      <a:gd name="T12" fmla="+- 0 10800 961"/>
                      <a:gd name="T13" fmla="*/ T12 w 19679"/>
                      <a:gd name="T14" fmla="+- 0 10800 961"/>
                      <a:gd name="T15" fmla="*/ 10800 h 19679"/>
                    </a:gdLst>
                    <a:ahLst/>
                    <a:cxnLst>
                      <a:cxn ang="0">
                        <a:pos x="T1" y="T3"/>
                      </a:cxn>
                      <a:cxn ang="0">
                        <a:pos x="T5" y="T7"/>
                      </a:cxn>
                      <a:cxn ang="0">
                        <a:pos x="T9" y="T11"/>
                      </a:cxn>
                      <a:cxn ang="0">
                        <a:pos x="T13" y="T15"/>
                      </a:cxn>
                    </a:cxnLst>
                    <a:rect l="0" t="0" r="r" b="b"/>
                    <a:pathLst>
                      <a:path w="19679" h="19679">
                        <a:moveTo>
                          <a:pt x="16796" y="2881"/>
                        </a:moveTo>
                        <a:cubicBezTo>
                          <a:pt x="20639" y="6724"/>
                          <a:pt x="20639" y="12953"/>
                          <a:pt x="16796" y="16796"/>
                        </a:cubicBezTo>
                        <a:cubicBezTo>
                          <a:pt x="12953" y="20638"/>
                          <a:pt x="6723" y="20638"/>
                          <a:pt x="2881" y="16796"/>
                        </a:cubicBezTo>
                        <a:cubicBezTo>
                          <a:pt x="-961" y="12953"/>
                          <a:pt x="-961" y="6724"/>
                          <a:pt x="2881" y="2881"/>
                        </a:cubicBezTo>
                        <a:cubicBezTo>
                          <a:pt x="6723" y="-961"/>
                          <a:pt x="12953" y="-961"/>
                          <a:pt x="16796" y="2881"/>
                        </a:cubicBezTo>
                      </a:path>
                    </a:pathLst>
                  </a:cu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miter lim="0"/>
                  </a:ln>
                  <a:effectLst>
                    <a:outerShdw blurRad="127000" dist="76201" dir="2700000" algn="ctr" rotWithShape="0">
                      <a:srgbClr val="000000">
                        <a:alpha val="75000"/>
                      </a:srgbClr>
                    </a:outerShdw>
                  </a:effec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endParaRPr lang="zh-CN" altLang="zh-CN" sz="300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Gill Sans" charset="0"/>
                      <a:ea typeface="Gill Sans" charset="0"/>
                      <a:cs typeface="Gill Sans" charset="0"/>
                      <a:sym typeface="Gill Sans" charset="0"/>
                    </a:endParaRPr>
                  </a:p>
                </p:txBody>
              </p:sp>
              <p:sp>
                <p:nvSpPr>
                  <p:cNvPr id="121" name="AutoShape 298"/>
                  <p:cNvSpPr/>
                  <p:nvPr/>
                </p:nvSpPr>
                <p:spPr bwMode="auto">
                  <a:xfrm>
                    <a:off x="542933" y="626915"/>
                    <a:ext cx="126756" cy="126830"/>
                  </a:xfrm>
                  <a:custGeom>
                    <a:avLst/>
                    <a:gdLst>
                      <a:gd name="T0" fmla="+- 0 10800 961"/>
                      <a:gd name="T1" fmla="*/ T0 w 19679"/>
                      <a:gd name="T2" fmla="+- 0 10800 961"/>
                      <a:gd name="T3" fmla="*/ 10800 h 19679"/>
                      <a:gd name="T4" fmla="+- 0 10800 961"/>
                      <a:gd name="T5" fmla="*/ T4 w 19679"/>
                      <a:gd name="T6" fmla="+- 0 10800 961"/>
                      <a:gd name="T7" fmla="*/ 10800 h 19679"/>
                      <a:gd name="T8" fmla="+- 0 10800 961"/>
                      <a:gd name="T9" fmla="*/ T8 w 19679"/>
                      <a:gd name="T10" fmla="+- 0 10800 961"/>
                      <a:gd name="T11" fmla="*/ 10800 h 19679"/>
                      <a:gd name="T12" fmla="+- 0 10800 961"/>
                      <a:gd name="T13" fmla="*/ T12 w 19679"/>
                      <a:gd name="T14" fmla="+- 0 10800 961"/>
                      <a:gd name="T15" fmla="*/ 10800 h 19679"/>
                    </a:gdLst>
                    <a:ahLst/>
                    <a:cxnLst>
                      <a:cxn ang="0">
                        <a:pos x="T1" y="T3"/>
                      </a:cxn>
                      <a:cxn ang="0">
                        <a:pos x="T5" y="T7"/>
                      </a:cxn>
                      <a:cxn ang="0">
                        <a:pos x="T9" y="T11"/>
                      </a:cxn>
                      <a:cxn ang="0">
                        <a:pos x="T13" y="T15"/>
                      </a:cxn>
                    </a:cxnLst>
                    <a:rect l="0" t="0" r="r" b="b"/>
                    <a:pathLst>
                      <a:path w="19679" h="19679">
                        <a:moveTo>
                          <a:pt x="16796" y="2881"/>
                        </a:moveTo>
                        <a:cubicBezTo>
                          <a:pt x="20639" y="6724"/>
                          <a:pt x="20639" y="12953"/>
                          <a:pt x="16796" y="16796"/>
                        </a:cubicBezTo>
                        <a:cubicBezTo>
                          <a:pt x="12953" y="20638"/>
                          <a:pt x="6723" y="20638"/>
                          <a:pt x="2881" y="16796"/>
                        </a:cubicBezTo>
                        <a:cubicBezTo>
                          <a:pt x="-961" y="12953"/>
                          <a:pt x="-961" y="6724"/>
                          <a:pt x="2881" y="2881"/>
                        </a:cubicBezTo>
                        <a:cubicBezTo>
                          <a:pt x="6723" y="-961"/>
                          <a:pt x="12953" y="-961"/>
                          <a:pt x="16796" y="2881"/>
                        </a:cubicBezTo>
                      </a:path>
                    </a:pathLst>
                  </a:cu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miter lim="0"/>
                  </a:ln>
                  <a:effectLst>
                    <a:outerShdw blurRad="127000" dist="76201" dir="2700000" algn="ctr" rotWithShape="0">
                      <a:srgbClr val="000000">
                        <a:alpha val="75000"/>
                      </a:srgbClr>
                    </a:outerShdw>
                  </a:effec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endParaRPr lang="zh-CN" altLang="zh-CN" sz="300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Gill Sans" charset="0"/>
                      <a:ea typeface="Gill Sans" charset="0"/>
                      <a:cs typeface="Gill Sans" charset="0"/>
                      <a:sym typeface="Gill Sans" charset="0"/>
                    </a:endParaRPr>
                  </a:p>
                </p:txBody>
              </p:sp>
              <p:sp>
                <p:nvSpPr>
                  <p:cNvPr id="122" name="AutoShape 299"/>
                  <p:cNvSpPr/>
                  <p:nvPr/>
                </p:nvSpPr>
                <p:spPr bwMode="auto">
                  <a:xfrm>
                    <a:off x="-1" y="375370"/>
                    <a:ext cx="126756" cy="126831"/>
                  </a:xfrm>
                  <a:custGeom>
                    <a:avLst/>
                    <a:gdLst>
                      <a:gd name="T0" fmla="+- 0 10800 961"/>
                      <a:gd name="T1" fmla="*/ T0 w 19679"/>
                      <a:gd name="T2" fmla="+- 0 10800 961"/>
                      <a:gd name="T3" fmla="*/ 10800 h 19679"/>
                      <a:gd name="T4" fmla="+- 0 10800 961"/>
                      <a:gd name="T5" fmla="*/ T4 w 19679"/>
                      <a:gd name="T6" fmla="+- 0 10800 961"/>
                      <a:gd name="T7" fmla="*/ 10800 h 19679"/>
                      <a:gd name="T8" fmla="+- 0 10800 961"/>
                      <a:gd name="T9" fmla="*/ T8 w 19679"/>
                      <a:gd name="T10" fmla="+- 0 10800 961"/>
                      <a:gd name="T11" fmla="*/ 10800 h 19679"/>
                      <a:gd name="T12" fmla="+- 0 10800 961"/>
                      <a:gd name="T13" fmla="*/ T12 w 19679"/>
                      <a:gd name="T14" fmla="+- 0 10800 961"/>
                      <a:gd name="T15" fmla="*/ 10800 h 19679"/>
                    </a:gdLst>
                    <a:ahLst/>
                    <a:cxnLst>
                      <a:cxn ang="0">
                        <a:pos x="T1" y="T3"/>
                      </a:cxn>
                      <a:cxn ang="0">
                        <a:pos x="T5" y="T7"/>
                      </a:cxn>
                      <a:cxn ang="0">
                        <a:pos x="T9" y="T11"/>
                      </a:cxn>
                      <a:cxn ang="0">
                        <a:pos x="T13" y="T15"/>
                      </a:cxn>
                    </a:cxnLst>
                    <a:rect l="0" t="0" r="r" b="b"/>
                    <a:pathLst>
                      <a:path w="19679" h="19679">
                        <a:moveTo>
                          <a:pt x="16796" y="2881"/>
                        </a:moveTo>
                        <a:cubicBezTo>
                          <a:pt x="20638" y="6724"/>
                          <a:pt x="20638" y="12953"/>
                          <a:pt x="16796" y="16796"/>
                        </a:cubicBezTo>
                        <a:cubicBezTo>
                          <a:pt x="12953" y="20638"/>
                          <a:pt x="6723" y="20638"/>
                          <a:pt x="2881" y="16796"/>
                        </a:cubicBezTo>
                        <a:cubicBezTo>
                          <a:pt x="-961" y="12953"/>
                          <a:pt x="-961" y="6724"/>
                          <a:pt x="2881" y="2881"/>
                        </a:cubicBezTo>
                        <a:cubicBezTo>
                          <a:pt x="6723" y="-961"/>
                          <a:pt x="12953" y="-961"/>
                          <a:pt x="16796" y="2881"/>
                        </a:cubicBezTo>
                      </a:path>
                    </a:pathLst>
                  </a:cu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miter lim="0"/>
                  </a:ln>
                  <a:effectLst>
                    <a:outerShdw blurRad="127000" dist="76201" dir="2700000" algn="ctr" rotWithShape="0">
                      <a:srgbClr val="000000">
                        <a:alpha val="75000"/>
                      </a:srgbClr>
                    </a:outerShdw>
                  </a:effec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endParaRPr lang="zh-CN" altLang="zh-CN" sz="300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Gill Sans" charset="0"/>
                      <a:ea typeface="Gill Sans" charset="0"/>
                      <a:cs typeface="Gill Sans" charset="0"/>
                      <a:sym typeface="Gill Sans" charset="0"/>
                    </a:endParaRPr>
                  </a:p>
                </p:txBody>
              </p:sp>
              <p:sp>
                <p:nvSpPr>
                  <p:cNvPr id="123" name="AutoShape 300"/>
                  <p:cNvSpPr/>
                  <p:nvPr/>
                </p:nvSpPr>
                <p:spPr bwMode="auto">
                  <a:xfrm>
                    <a:off x="228158" y="375370"/>
                    <a:ext cx="126756" cy="126831"/>
                  </a:xfrm>
                  <a:custGeom>
                    <a:avLst/>
                    <a:gdLst>
                      <a:gd name="T0" fmla="+- 0 10800 961"/>
                      <a:gd name="T1" fmla="*/ T0 w 19679"/>
                      <a:gd name="T2" fmla="+- 0 10800 961"/>
                      <a:gd name="T3" fmla="*/ 10800 h 19679"/>
                      <a:gd name="T4" fmla="+- 0 10800 961"/>
                      <a:gd name="T5" fmla="*/ T4 w 19679"/>
                      <a:gd name="T6" fmla="+- 0 10800 961"/>
                      <a:gd name="T7" fmla="*/ 10800 h 19679"/>
                      <a:gd name="T8" fmla="+- 0 10800 961"/>
                      <a:gd name="T9" fmla="*/ T8 w 19679"/>
                      <a:gd name="T10" fmla="+- 0 10800 961"/>
                      <a:gd name="T11" fmla="*/ 10800 h 19679"/>
                      <a:gd name="T12" fmla="+- 0 10800 961"/>
                      <a:gd name="T13" fmla="*/ T12 w 19679"/>
                      <a:gd name="T14" fmla="+- 0 10800 961"/>
                      <a:gd name="T15" fmla="*/ 10800 h 19679"/>
                    </a:gdLst>
                    <a:ahLst/>
                    <a:cxnLst>
                      <a:cxn ang="0">
                        <a:pos x="T1" y="T3"/>
                      </a:cxn>
                      <a:cxn ang="0">
                        <a:pos x="T5" y="T7"/>
                      </a:cxn>
                      <a:cxn ang="0">
                        <a:pos x="T9" y="T11"/>
                      </a:cxn>
                      <a:cxn ang="0">
                        <a:pos x="T13" y="T15"/>
                      </a:cxn>
                    </a:cxnLst>
                    <a:rect l="0" t="0" r="r" b="b"/>
                    <a:pathLst>
                      <a:path w="19679" h="19679">
                        <a:moveTo>
                          <a:pt x="16796" y="2881"/>
                        </a:moveTo>
                        <a:cubicBezTo>
                          <a:pt x="20638" y="6724"/>
                          <a:pt x="20638" y="12953"/>
                          <a:pt x="16796" y="16796"/>
                        </a:cubicBezTo>
                        <a:cubicBezTo>
                          <a:pt x="12953" y="20638"/>
                          <a:pt x="6723" y="20638"/>
                          <a:pt x="2881" y="16796"/>
                        </a:cubicBezTo>
                        <a:cubicBezTo>
                          <a:pt x="-961" y="12953"/>
                          <a:pt x="-961" y="6724"/>
                          <a:pt x="2881" y="2881"/>
                        </a:cubicBezTo>
                        <a:cubicBezTo>
                          <a:pt x="6723" y="-961"/>
                          <a:pt x="12953" y="-961"/>
                          <a:pt x="16796" y="2881"/>
                        </a:cubicBezTo>
                      </a:path>
                    </a:pathLst>
                  </a:cu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miter lim="0"/>
                  </a:ln>
                  <a:effectLst>
                    <a:outerShdw blurRad="127000" dist="76201" dir="2700000" algn="ctr" rotWithShape="0">
                      <a:srgbClr val="000000">
                        <a:alpha val="75000"/>
                      </a:srgbClr>
                    </a:outerShdw>
                  </a:effec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endParaRPr lang="zh-CN" altLang="zh-CN" sz="300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Gill Sans" charset="0"/>
                      <a:ea typeface="Gill Sans" charset="0"/>
                      <a:cs typeface="Gill Sans" charset="0"/>
                      <a:sym typeface="Gill Sans" charset="0"/>
                    </a:endParaRPr>
                  </a:p>
                </p:txBody>
              </p:sp>
              <p:sp>
                <p:nvSpPr>
                  <p:cNvPr id="124" name="AutoShape 301"/>
                  <p:cNvSpPr/>
                  <p:nvPr/>
                </p:nvSpPr>
                <p:spPr bwMode="auto">
                  <a:xfrm>
                    <a:off x="456317" y="375370"/>
                    <a:ext cx="126756" cy="126831"/>
                  </a:xfrm>
                  <a:custGeom>
                    <a:avLst/>
                    <a:gdLst>
                      <a:gd name="T0" fmla="+- 0 10800 961"/>
                      <a:gd name="T1" fmla="*/ T0 w 19679"/>
                      <a:gd name="T2" fmla="+- 0 10800 961"/>
                      <a:gd name="T3" fmla="*/ 10800 h 19679"/>
                      <a:gd name="T4" fmla="+- 0 10800 961"/>
                      <a:gd name="T5" fmla="*/ T4 w 19679"/>
                      <a:gd name="T6" fmla="+- 0 10800 961"/>
                      <a:gd name="T7" fmla="*/ 10800 h 19679"/>
                      <a:gd name="T8" fmla="+- 0 10800 961"/>
                      <a:gd name="T9" fmla="*/ T8 w 19679"/>
                      <a:gd name="T10" fmla="+- 0 10800 961"/>
                      <a:gd name="T11" fmla="*/ 10800 h 19679"/>
                      <a:gd name="T12" fmla="+- 0 10800 961"/>
                      <a:gd name="T13" fmla="*/ T12 w 19679"/>
                      <a:gd name="T14" fmla="+- 0 10800 961"/>
                      <a:gd name="T15" fmla="*/ 10800 h 19679"/>
                    </a:gdLst>
                    <a:ahLst/>
                    <a:cxnLst>
                      <a:cxn ang="0">
                        <a:pos x="T1" y="T3"/>
                      </a:cxn>
                      <a:cxn ang="0">
                        <a:pos x="T5" y="T7"/>
                      </a:cxn>
                      <a:cxn ang="0">
                        <a:pos x="T9" y="T11"/>
                      </a:cxn>
                      <a:cxn ang="0">
                        <a:pos x="T13" y="T15"/>
                      </a:cxn>
                    </a:cxnLst>
                    <a:rect l="0" t="0" r="r" b="b"/>
                    <a:pathLst>
                      <a:path w="19679" h="19679">
                        <a:moveTo>
                          <a:pt x="16796" y="2881"/>
                        </a:moveTo>
                        <a:cubicBezTo>
                          <a:pt x="20638" y="6724"/>
                          <a:pt x="20638" y="12953"/>
                          <a:pt x="16796" y="16796"/>
                        </a:cubicBezTo>
                        <a:cubicBezTo>
                          <a:pt x="12953" y="20638"/>
                          <a:pt x="6723" y="20638"/>
                          <a:pt x="2881" y="16796"/>
                        </a:cubicBezTo>
                        <a:cubicBezTo>
                          <a:pt x="-961" y="12953"/>
                          <a:pt x="-961" y="6724"/>
                          <a:pt x="2881" y="2881"/>
                        </a:cubicBezTo>
                        <a:cubicBezTo>
                          <a:pt x="6723" y="-961"/>
                          <a:pt x="12953" y="-961"/>
                          <a:pt x="16796" y="2881"/>
                        </a:cubicBezTo>
                      </a:path>
                    </a:pathLst>
                  </a:cu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miter lim="0"/>
                  </a:ln>
                  <a:effectLst>
                    <a:outerShdw blurRad="127000" dist="76201" dir="2700000" algn="ctr" rotWithShape="0">
                      <a:srgbClr val="000000">
                        <a:alpha val="75000"/>
                      </a:srgbClr>
                    </a:outerShdw>
                  </a:effec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endParaRPr lang="zh-CN" altLang="zh-CN" sz="300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Gill Sans" charset="0"/>
                      <a:ea typeface="Gill Sans" charset="0"/>
                      <a:cs typeface="Gill Sans" charset="0"/>
                      <a:sym typeface="Gill Sans" charset="0"/>
                    </a:endParaRPr>
                  </a:p>
                </p:txBody>
              </p:sp>
              <p:sp>
                <p:nvSpPr>
                  <p:cNvPr id="125" name="AutoShape 302"/>
                  <p:cNvSpPr/>
                  <p:nvPr/>
                </p:nvSpPr>
                <p:spPr bwMode="auto">
                  <a:xfrm>
                    <a:off x="684476" y="375370"/>
                    <a:ext cx="126756" cy="126831"/>
                  </a:xfrm>
                  <a:custGeom>
                    <a:avLst/>
                    <a:gdLst>
                      <a:gd name="T0" fmla="+- 0 10800 961"/>
                      <a:gd name="T1" fmla="*/ T0 w 19679"/>
                      <a:gd name="T2" fmla="+- 0 10800 961"/>
                      <a:gd name="T3" fmla="*/ 10800 h 19679"/>
                      <a:gd name="T4" fmla="+- 0 10800 961"/>
                      <a:gd name="T5" fmla="*/ T4 w 19679"/>
                      <a:gd name="T6" fmla="+- 0 10800 961"/>
                      <a:gd name="T7" fmla="*/ 10800 h 19679"/>
                      <a:gd name="T8" fmla="+- 0 10800 961"/>
                      <a:gd name="T9" fmla="*/ T8 w 19679"/>
                      <a:gd name="T10" fmla="+- 0 10800 961"/>
                      <a:gd name="T11" fmla="*/ 10800 h 19679"/>
                      <a:gd name="T12" fmla="+- 0 10800 961"/>
                      <a:gd name="T13" fmla="*/ T12 w 19679"/>
                      <a:gd name="T14" fmla="+- 0 10800 961"/>
                      <a:gd name="T15" fmla="*/ 10800 h 19679"/>
                    </a:gdLst>
                    <a:ahLst/>
                    <a:cxnLst>
                      <a:cxn ang="0">
                        <a:pos x="T1" y="T3"/>
                      </a:cxn>
                      <a:cxn ang="0">
                        <a:pos x="T5" y="T7"/>
                      </a:cxn>
                      <a:cxn ang="0">
                        <a:pos x="T9" y="T11"/>
                      </a:cxn>
                      <a:cxn ang="0">
                        <a:pos x="T13" y="T15"/>
                      </a:cxn>
                    </a:cxnLst>
                    <a:rect l="0" t="0" r="r" b="b"/>
                    <a:pathLst>
                      <a:path w="19679" h="19679">
                        <a:moveTo>
                          <a:pt x="16796" y="2881"/>
                        </a:moveTo>
                        <a:cubicBezTo>
                          <a:pt x="20638" y="6724"/>
                          <a:pt x="20638" y="12953"/>
                          <a:pt x="16796" y="16796"/>
                        </a:cubicBezTo>
                        <a:cubicBezTo>
                          <a:pt x="12953" y="20638"/>
                          <a:pt x="6723" y="20638"/>
                          <a:pt x="2881" y="16796"/>
                        </a:cubicBezTo>
                        <a:cubicBezTo>
                          <a:pt x="-961" y="12953"/>
                          <a:pt x="-961" y="6724"/>
                          <a:pt x="2881" y="2881"/>
                        </a:cubicBezTo>
                        <a:cubicBezTo>
                          <a:pt x="6723" y="-961"/>
                          <a:pt x="12953" y="-961"/>
                          <a:pt x="16796" y="2881"/>
                        </a:cubicBezTo>
                      </a:path>
                    </a:pathLst>
                  </a:cu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miter lim="0"/>
                  </a:ln>
                  <a:effectLst>
                    <a:outerShdw blurRad="127000" dist="76201" dir="2700000" algn="ctr" rotWithShape="0">
                      <a:srgbClr val="000000">
                        <a:alpha val="75000"/>
                      </a:srgbClr>
                    </a:outerShdw>
                  </a:effec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endParaRPr lang="zh-CN" altLang="zh-CN" sz="300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Gill Sans" charset="0"/>
                      <a:ea typeface="Gill Sans" charset="0"/>
                      <a:cs typeface="Gill Sans" charset="0"/>
                      <a:sym typeface="Gill Sans" charset="0"/>
                    </a:endParaRPr>
                  </a:p>
                </p:txBody>
              </p:sp>
              <p:sp>
                <p:nvSpPr>
                  <p:cNvPr id="126" name="Line 303"/>
                  <p:cNvSpPr>
                    <a:spLocks noChangeShapeType="1"/>
                  </p:cNvSpPr>
                  <p:nvPr/>
                </p:nvSpPr>
                <p:spPr bwMode="auto">
                  <a:xfrm>
                    <a:off x="88637" y="461665"/>
                    <a:ext cx="112240" cy="175447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127" name="Line 304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99281" y="495953"/>
                    <a:ext cx="86469" cy="136726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128" name="Line 305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00875" y="502276"/>
                    <a:ext cx="323052" cy="122805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129" name="Line 306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99282" y="501016"/>
                    <a:ext cx="540550" cy="129137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130" name="Line 307"/>
                  <p:cNvSpPr>
                    <a:spLocks noChangeShapeType="1"/>
                  </p:cNvSpPr>
                  <p:nvPr/>
                </p:nvSpPr>
                <p:spPr bwMode="auto">
                  <a:xfrm>
                    <a:off x="95843" y="475687"/>
                    <a:ext cx="293879" cy="157626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131" name="Line 308"/>
                  <p:cNvSpPr>
                    <a:spLocks noChangeShapeType="1"/>
                  </p:cNvSpPr>
                  <p:nvPr/>
                </p:nvSpPr>
                <p:spPr bwMode="auto">
                  <a:xfrm>
                    <a:off x="280977" y="496583"/>
                    <a:ext cx="113518" cy="137368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132" name="Line 309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95558" y="502906"/>
                    <a:ext cx="127310" cy="129775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133" name="Line 310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92372" y="494681"/>
                    <a:ext cx="351168" cy="137996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134" name="Line 311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597134" y="495953"/>
                    <a:ext cx="138448" cy="135454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135" name="Line 312"/>
                  <p:cNvSpPr>
                    <a:spLocks noChangeShapeType="1"/>
                  </p:cNvSpPr>
                  <p:nvPr/>
                </p:nvSpPr>
                <p:spPr bwMode="auto">
                  <a:xfrm>
                    <a:off x="522868" y="499115"/>
                    <a:ext cx="77446" cy="129761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136" name="Line 313"/>
                  <p:cNvSpPr>
                    <a:spLocks noChangeShapeType="1"/>
                  </p:cNvSpPr>
                  <p:nvPr/>
                </p:nvSpPr>
                <p:spPr bwMode="auto">
                  <a:xfrm>
                    <a:off x="284691" y="502276"/>
                    <a:ext cx="316158" cy="126602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137" name="Line 314"/>
                  <p:cNvSpPr>
                    <a:spLocks noChangeShapeType="1"/>
                  </p:cNvSpPr>
                  <p:nvPr/>
                </p:nvSpPr>
                <p:spPr bwMode="auto">
                  <a:xfrm>
                    <a:off x="101143" y="477589"/>
                    <a:ext cx="492277" cy="151295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138" name="AutoShape 315"/>
                  <p:cNvSpPr/>
                  <p:nvPr/>
                </p:nvSpPr>
                <p:spPr bwMode="auto">
                  <a:xfrm>
                    <a:off x="181681" y="98459"/>
                    <a:ext cx="126756" cy="126831"/>
                  </a:xfrm>
                  <a:custGeom>
                    <a:avLst/>
                    <a:gdLst>
                      <a:gd name="T0" fmla="+- 0 10800 961"/>
                      <a:gd name="T1" fmla="*/ T0 w 19679"/>
                      <a:gd name="T2" fmla="+- 0 10800 961"/>
                      <a:gd name="T3" fmla="*/ 10800 h 19679"/>
                      <a:gd name="T4" fmla="+- 0 10800 961"/>
                      <a:gd name="T5" fmla="*/ T4 w 19679"/>
                      <a:gd name="T6" fmla="+- 0 10800 961"/>
                      <a:gd name="T7" fmla="*/ 10800 h 19679"/>
                      <a:gd name="T8" fmla="+- 0 10800 961"/>
                      <a:gd name="T9" fmla="*/ T8 w 19679"/>
                      <a:gd name="T10" fmla="+- 0 10800 961"/>
                      <a:gd name="T11" fmla="*/ 10800 h 19679"/>
                      <a:gd name="T12" fmla="+- 0 10800 961"/>
                      <a:gd name="T13" fmla="*/ T12 w 19679"/>
                      <a:gd name="T14" fmla="+- 0 10800 961"/>
                      <a:gd name="T15" fmla="*/ 10800 h 19679"/>
                    </a:gdLst>
                    <a:ahLst/>
                    <a:cxnLst>
                      <a:cxn ang="0">
                        <a:pos x="T1" y="T3"/>
                      </a:cxn>
                      <a:cxn ang="0">
                        <a:pos x="T5" y="T7"/>
                      </a:cxn>
                      <a:cxn ang="0">
                        <a:pos x="T9" y="T11"/>
                      </a:cxn>
                      <a:cxn ang="0">
                        <a:pos x="T13" y="T15"/>
                      </a:cxn>
                    </a:cxnLst>
                    <a:rect l="0" t="0" r="r" b="b"/>
                    <a:pathLst>
                      <a:path w="19679" h="19679">
                        <a:moveTo>
                          <a:pt x="16796" y="2881"/>
                        </a:moveTo>
                        <a:cubicBezTo>
                          <a:pt x="20639" y="6724"/>
                          <a:pt x="20639" y="12953"/>
                          <a:pt x="16796" y="16796"/>
                        </a:cubicBezTo>
                        <a:cubicBezTo>
                          <a:pt x="12953" y="20638"/>
                          <a:pt x="6724" y="20638"/>
                          <a:pt x="2881" y="16796"/>
                        </a:cubicBezTo>
                        <a:cubicBezTo>
                          <a:pt x="-961" y="12953"/>
                          <a:pt x="-961" y="6724"/>
                          <a:pt x="2881" y="2881"/>
                        </a:cubicBezTo>
                        <a:cubicBezTo>
                          <a:pt x="6724" y="-961"/>
                          <a:pt x="12953" y="-961"/>
                          <a:pt x="16796" y="2881"/>
                        </a:cubicBezTo>
                      </a:path>
                    </a:pathLst>
                  </a:cu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miter lim="0"/>
                  </a:ln>
                  <a:effectLst>
                    <a:outerShdw blurRad="127000" dist="76201" dir="2700000" algn="ctr" rotWithShape="0">
                      <a:srgbClr val="000000">
                        <a:alpha val="75000"/>
                      </a:srgbClr>
                    </a:outerShdw>
                  </a:effec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endParaRPr lang="zh-CN" altLang="zh-CN" sz="300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Gill Sans" charset="0"/>
                      <a:ea typeface="Gill Sans" charset="0"/>
                      <a:cs typeface="Gill Sans" charset="0"/>
                      <a:sym typeface="Gill Sans" charset="0"/>
                    </a:endParaRPr>
                  </a:p>
                </p:txBody>
              </p:sp>
              <p:sp>
                <p:nvSpPr>
                  <p:cNvPr id="139" name="AutoShape 316"/>
                  <p:cNvSpPr/>
                  <p:nvPr/>
                </p:nvSpPr>
                <p:spPr bwMode="auto">
                  <a:xfrm>
                    <a:off x="500681" y="98459"/>
                    <a:ext cx="126756" cy="126831"/>
                  </a:xfrm>
                  <a:custGeom>
                    <a:avLst/>
                    <a:gdLst>
                      <a:gd name="T0" fmla="+- 0 10800 961"/>
                      <a:gd name="T1" fmla="*/ T0 w 19679"/>
                      <a:gd name="T2" fmla="+- 0 10800 961"/>
                      <a:gd name="T3" fmla="*/ 10800 h 19679"/>
                      <a:gd name="T4" fmla="+- 0 10800 961"/>
                      <a:gd name="T5" fmla="*/ T4 w 19679"/>
                      <a:gd name="T6" fmla="+- 0 10800 961"/>
                      <a:gd name="T7" fmla="*/ 10800 h 19679"/>
                      <a:gd name="T8" fmla="+- 0 10800 961"/>
                      <a:gd name="T9" fmla="*/ T8 w 19679"/>
                      <a:gd name="T10" fmla="+- 0 10800 961"/>
                      <a:gd name="T11" fmla="*/ 10800 h 19679"/>
                      <a:gd name="T12" fmla="+- 0 10800 961"/>
                      <a:gd name="T13" fmla="*/ T12 w 19679"/>
                      <a:gd name="T14" fmla="+- 0 10800 961"/>
                      <a:gd name="T15" fmla="*/ 10800 h 19679"/>
                    </a:gdLst>
                    <a:ahLst/>
                    <a:cxnLst>
                      <a:cxn ang="0">
                        <a:pos x="T1" y="T3"/>
                      </a:cxn>
                      <a:cxn ang="0">
                        <a:pos x="T5" y="T7"/>
                      </a:cxn>
                      <a:cxn ang="0">
                        <a:pos x="T9" y="T11"/>
                      </a:cxn>
                      <a:cxn ang="0">
                        <a:pos x="T13" y="T15"/>
                      </a:cxn>
                    </a:cxnLst>
                    <a:rect l="0" t="0" r="r" b="b"/>
                    <a:pathLst>
                      <a:path w="19679" h="19679">
                        <a:moveTo>
                          <a:pt x="16796" y="2881"/>
                        </a:moveTo>
                        <a:cubicBezTo>
                          <a:pt x="20639" y="6724"/>
                          <a:pt x="20639" y="12953"/>
                          <a:pt x="16796" y="16796"/>
                        </a:cubicBezTo>
                        <a:cubicBezTo>
                          <a:pt x="12953" y="20638"/>
                          <a:pt x="6724" y="20638"/>
                          <a:pt x="2881" y="16796"/>
                        </a:cubicBezTo>
                        <a:cubicBezTo>
                          <a:pt x="-961" y="12953"/>
                          <a:pt x="-961" y="6724"/>
                          <a:pt x="2881" y="2881"/>
                        </a:cubicBezTo>
                        <a:cubicBezTo>
                          <a:pt x="6724" y="-961"/>
                          <a:pt x="12953" y="-961"/>
                          <a:pt x="16796" y="2881"/>
                        </a:cubicBezTo>
                      </a:path>
                    </a:pathLst>
                  </a:cu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miter lim="0"/>
                  </a:ln>
                  <a:effectLst>
                    <a:outerShdw blurRad="127000" dist="76201" dir="2700000" algn="ctr" rotWithShape="0">
                      <a:srgbClr val="000000">
                        <a:alpha val="75000"/>
                      </a:srgbClr>
                    </a:outerShdw>
                  </a:effec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endParaRPr lang="zh-CN" altLang="zh-CN" sz="300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Gill Sans" charset="0"/>
                      <a:ea typeface="Gill Sans" charset="0"/>
                      <a:cs typeface="Gill Sans" charset="0"/>
                      <a:sym typeface="Gill Sans" charset="0"/>
                    </a:endParaRPr>
                  </a:p>
                </p:txBody>
              </p:sp>
              <p:sp>
                <p:nvSpPr>
                  <p:cNvPr id="140" name="Line 317"/>
                  <p:cNvSpPr>
                    <a:spLocks noChangeShapeType="1"/>
                  </p:cNvSpPr>
                  <p:nvPr/>
                </p:nvSpPr>
                <p:spPr bwMode="auto">
                  <a:xfrm>
                    <a:off x="567835" y="214550"/>
                    <a:ext cx="177749" cy="166402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141" name="Line 318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516400" y="200228"/>
                    <a:ext cx="53029" cy="177850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142" name="Line 319"/>
                  <p:cNvSpPr>
                    <a:spLocks noChangeShapeType="1"/>
                  </p:cNvSpPr>
                  <p:nvPr/>
                </p:nvSpPr>
                <p:spPr bwMode="auto">
                  <a:xfrm>
                    <a:off x="246310" y="219333"/>
                    <a:ext cx="272183" cy="156042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143" name="Line 320"/>
                  <p:cNvSpPr>
                    <a:spLocks noChangeShapeType="1"/>
                  </p:cNvSpPr>
                  <p:nvPr/>
                </p:nvSpPr>
                <p:spPr bwMode="auto">
                  <a:xfrm>
                    <a:off x="248432" y="216942"/>
                    <a:ext cx="501929" cy="166372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144" name="Line 321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85040" y="214550"/>
                    <a:ext cx="287040" cy="169583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145" name="Line 322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59544" y="216149"/>
                    <a:ext cx="500870" cy="160807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146" name="Line 323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62731" y="217734"/>
                    <a:ext cx="189417" cy="164006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147" name="Line 324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250025" y="210573"/>
                    <a:ext cx="30773" cy="167190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148" name="Line 325"/>
                  <p:cNvSpPr>
                    <a:spLocks noChangeShapeType="1"/>
                  </p:cNvSpPr>
                  <p:nvPr/>
                </p:nvSpPr>
                <p:spPr bwMode="auto">
                  <a:xfrm>
                    <a:off x="249892" y="0"/>
                    <a:ext cx="1" cy="103062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149" name="Line 326"/>
                  <p:cNvSpPr>
                    <a:spLocks noChangeShapeType="1"/>
                  </p:cNvSpPr>
                  <p:nvPr/>
                </p:nvSpPr>
                <p:spPr bwMode="auto">
                  <a:xfrm>
                    <a:off x="561904" y="0"/>
                    <a:ext cx="1" cy="103062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150" name="Line 327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01890" y="753698"/>
                    <a:ext cx="1" cy="103063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151" name="Line 328"/>
                  <p:cNvSpPr>
                    <a:spLocks noChangeShapeType="1"/>
                  </p:cNvSpPr>
                  <p:nvPr/>
                </p:nvSpPr>
                <p:spPr bwMode="auto">
                  <a:xfrm>
                    <a:off x="405898" y="753698"/>
                    <a:ext cx="1" cy="103063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152" name="Line 329"/>
                  <p:cNvSpPr>
                    <a:spLocks noChangeShapeType="1"/>
                  </p:cNvSpPr>
                  <p:nvPr/>
                </p:nvSpPr>
                <p:spPr bwMode="auto">
                  <a:xfrm>
                    <a:off x="607506" y="753698"/>
                    <a:ext cx="1" cy="103063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</p:grpSp>
          </p:grpSp>
          <p:grpSp>
            <p:nvGrpSpPr>
              <p:cNvPr id="46" name="Group 330"/>
              <p:cNvGrpSpPr/>
              <p:nvPr/>
            </p:nvGrpSpPr>
            <p:grpSpPr bwMode="auto">
              <a:xfrm>
                <a:off x="1378509" y="0"/>
                <a:ext cx="1500487" cy="856762"/>
                <a:chOff x="-1" y="0"/>
                <a:chExt cx="1500488" cy="856762"/>
              </a:xfrm>
              <a:grpFill/>
            </p:grpSpPr>
            <p:grpSp>
              <p:nvGrpSpPr>
                <p:cNvPr id="47" name="Group 331"/>
                <p:cNvGrpSpPr/>
                <p:nvPr/>
              </p:nvGrpSpPr>
              <p:grpSpPr bwMode="auto">
                <a:xfrm>
                  <a:off x="-1" y="1"/>
                  <a:ext cx="811233" cy="856761"/>
                  <a:chOff x="-1" y="0"/>
                  <a:chExt cx="811233" cy="856761"/>
                </a:xfrm>
                <a:grpFill/>
              </p:grpSpPr>
              <p:sp>
                <p:nvSpPr>
                  <p:cNvPr id="83" name="AutoShape 332"/>
                  <p:cNvSpPr/>
                  <p:nvPr/>
                </p:nvSpPr>
                <p:spPr bwMode="auto">
                  <a:xfrm>
                    <a:off x="141543" y="626915"/>
                    <a:ext cx="126755" cy="126830"/>
                  </a:xfrm>
                  <a:custGeom>
                    <a:avLst/>
                    <a:gdLst>
                      <a:gd name="T0" fmla="+- 0 10800 961"/>
                      <a:gd name="T1" fmla="*/ T0 w 19679"/>
                      <a:gd name="T2" fmla="+- 0 10800 961"/>
                      <a:gd name="T3" fmla="*/ 10800 h 19679"/>
                      <a:gd name="T4" fmla="+- 0 10800 961"/>
                      <a:gd name="T5" fmla="*/ T4 w 19679"/>
                      <a:gd name="T6" fmla="+- 0 10800 961"/>
                      <a:gd name="T7" fmla="*/ 10800 h 19679"/>
                      <a:gd name="T8" fmla="+- 0 10800 961"/>
                      <a:gd name="T9" fmla="*/ T8 w 19679"/>
                      <a:gd name="T10" fmla="+- 0 10800 961"/>
                      <a:gd name="T11" fmla="*/ 10800 h 19679"/>
                      <a:gd name="T12" fmla="+- 0 10800 961"/>
                      <a:gd name="T13" fmla="*/ T12 w 19679"/>
                      <a:gd name="T14" fmla="+- 0 10800 961"/>
                      <a:gd name="T15" fmla="*/ 10800 h 19679"/>
                    </a:gdLst>
                    <a:ahLst/>
                    <a:cxnLst>
                      <a:cxn ang="0">
                        <a:pos x="T1" y="T3"/>
                      </a:cxn>
                      <a:cxn ang="0">
                        <a:pos x="T5" y="T7"/>
                      </a:cxn>
                      <a:cxn ang="0">
                        <a:pos x="T9" y="T11"/>
                      </a:cxn>
                      <a:cxn ang="0">
                        <a:pos x="T13" y="T15"/>
                      </a:cxn>
                    </a:cxnLst>
                    <a:rect l="0" t="0" r="r" b="b"/>
                    <a:pathLst>
                      <a:path w="19679" h="19679">
                        <a:moveTo>
                          <a:pt x="16796" y="2881"/>
                        </a:moveTo>
                        <a:cubicBezTo>
                          <a:pt x="20639" y="6724"/>
                          <a:pt x="20639" y="12953"/>
                          <a:pt x="16796" y="16796"/>
                        </a:cubicBezTo>
                        <a:cubicBezTo>
                          <a:pt x="12953" y="20638"/>
                          <a:pt x="6723" y="20638"/>
                          <a:pt x="2881" y="16796"/>
                        </a:cubicBezTo>
                        <a:cubicBezTo>
                          <a:pt x="-961" y="12953"/>
                          <a:pt x="-961" y="6724"/>
                          <a:pt x="2881" y="2881"/>
                        </a:cubicBezTo>
                        <a:cubicBezTo>
                          <a:pt x="6723" y="-961"/>
                          <a:pt x="12953" y="-961"/>
                          <a:pt x="16796" y="2881"/>
                        </a:cubicBezTo>
                      </a:path>
                    </a:pathLst>
                  </a:cu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miter lim="0"/>
                  </a:ln>
                  <a:effectLst>
                    <a:outerShdw blurRad="127000" dist="76201" dir="2700000" algn="ctr" rotWithShape="0">
                      <a:srgbClr val="000000">
                        <a:alpha val="75000"/>
                      </a:srgbClr>
                    </a:outerShdw>
                  </a:effec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endParaRPr lang="zh-CN" altLang="zh-CN" sz="300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Gill Sans" charset="0"/>
                      <a:ea typeface="Gill Sans" charset="0"/>
                      <a:cs typeface="Gill Sans" charset="0"/>
                      <a:sym typeface="Gill Sans" charset="0"/>
                    </a:endParaRPr>
                  </a:p>
                </p:txBody>
              </p:sp>
              <p:sp>
                <p:nvSpPr>
                  <p:cNvPr id="84" name="AutoShape 333"/>
                  <p:cNvSpPr/>
                  <p:nvPr/>
                </p:nvSpPr>
                <p:spPr bwMode="auto">
                  <a:xfrm>
                    <a:off x="342238" y="626915"/>
                    <a:ext cx="126755" cy="126830"/>
                  </a:xfrm>
                  <a:custGeom>
                    <a:avLst/>
                    <a:gdLst>
                      <a:gd name="T0" fmla="+- 0 10800 961"/>
                      <a:gd name="T1" fmla="*/ T0 w 19679"/>
                      <a:gd name="T2" fmla="+- 0 10800 961"/>
                      <a:gd name="T3" fmla="*/ 10800 h 19679"/>
                      <a:gd name="T4" fmla="+- 0 10800 961"/>
                      <a:gd name="T5" fmla="*/ T4 w 19679"/>
                      <a:gd name="T6" fmla="+- 0 10800 961"/>
                      <a:gd name="T7" fmla="*/ 10800 h 19679"/>
                      <a:gd name="T8" fmla="+- 0 10800 961"/>
                      <a:gd name="T9" fmla="*/ T8 w 19679"/>
                      <a:gd name="T10" fmla="+- 0 10800 961"/>
                      <a:gd name="T11" fmla="*/ 10800 h 19679"/>
                      <a:gd name="T12" fmla="+- 0 10800 961"/>
                      <a:gd name="T13" fmla="*/ T12 w 19679"/>
                      <a:gd name="T14" fmla="+- 0 10800 961"/>
                      <a:gd name="T15" fmla="*/ 10800 h 19679"/>
                    </a:gdLst>
                    <a:ahLst/>
                    <a:cxnLst>
                      <a:cxn ang="0">
                        <a:pos x="T1" y="T3"/>
                      </a:cxn>
                      <a:cxn ang="0">
                        <a:pos x="T5" y="T7"/>
                      </a:cxn>
                      <a:cxn ang="0">
                        <a:pos x="T9" y="T11"/>
                      </a:cxn>
                      <a:cxn ang="0">
                        <a:pos x="T13" y="T15"/>
                      </a:cxn>
                    </a:cxnLst>
                    <a:rect l="0" t="0" r="r" b="b"/>
                    <a:pathLst>
                      <a:path w="19679" h="19679">
                        <a:moveTo>
                          <a:pt x="16796" y="2881"/>
                        </a:moveTo>
                        <a:cubicBezTo>
                          <a:pt x="20639" y="6724"/>
                          <a:pt x="20639" y="12953"/>
                          <a:pt x="16796" y="16796"/>
                        </a:cubicBezTo>
                        <a:cubicBezTo>
                          <a:pt x="12953" y="20638"/>
                          <a:pt x="6723" y="20638"/>
                          <a:pt x="2881" y="16796"/>
                        </a:cubicBezTo>
                        <a:cubicBezTo>
                          <a:pt x="-961" y="12953"/>
                          <a:pt x="-961" y="6724"/>
                          <a:pt x="2881" y="2881"/>
                        </a:cubicBezTo>
                        <a:cubicBezTo>
                          <a:pt x="6723" y="-961"/>
                          <a:pt x="12953" y="-961"/>
                          <a:pt x="16796" y="2881"/>
                        </a:cubicBezTo>
                      </a:path>
                    </a:pathLst>
                  </a:cu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miter lim="0"/>
                  </a:ln>
                  <a:effectLst>
                    <a:outerShdw blurRad="127000" dist="76201" dir="2700000" algn="ctr" rotWithShape="0">
                      <a:srgbClr val="000000">
                        <a:alpha val="75000"/>
                      </a:srgbClr>
                    </a:outerShdw>
                  </a:effec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endParaRPr lang="zh-CN" altLang="zh-CN" sz="300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Gill Sans" charset="0"/>
                      <a:ea typeface="Gill Sans" charset="0"/>
                      <a:cs typeface="Gill Sans" charset="0"/>
                      <a:sym typeface="Gill Sans" charset="0"/>
                    </a:endParaRPr>
                  </a:p>
                </p:txBody>
              </p:sp>
              <p:sp>
                <p:nvSpPr>
                  <p:cNvPr id="85" name="AutoShape 334"/>
                  <p:cNvSpPr/>
                  <p:nvPr/>
                </p:nvSpPr>
                <p:spPr bwMode="auto">
                  <a:xfrm>
                    <a:off x="542933" y="626915"/>
                    <a:ext cx="126756" cy="126830"/>
                  </a:xfrm>
                  <a:custGeom>
                    <a:avLst/>
                    <a:gdLst>
                      <a:gd name="T0" fmla="+- 0 10800 961"/>
                      <a:gd name="T1" fmla="*/ T0 w 19679"/>
                      <a:gd name="T2" fmla="+- 0 10800 961"/>
                      <a:gd name="T3" fmla="*/ 10800 h 19679"/>
                      <a:gd name="T4" fmla="+- 0 10800 961"/>
                      <a:gd name="T5" fmla="*/ T4 w 19679"/>
                      <a:gd name="T6" fmla="+- 0 10800 961"/>
                      <a:gd name="T7" fmla="*/ 10800 h 19679"/>
                      <a:gd name="T8" fmla="+- 0 10800 961"/>
                      <a:gd name="T9" fmla="*/ T8 w 19679"/>
                      <a:gd name="T10" fmla="+- 0 10800 961"/>
                      <a:gd name="T11" fmla="*/ 10800 h 19679"/>
                      <a:gd name="T12" fmla="+- 0 10800 961"/>
                      <a:gd name="T13" fmla="*/ T12 w 19679"/>
                      <a:gd name="T14" fmla="+- 0 10800 961"/>
                      <a:gd name="T15" fmla="*/ 10800 h 19679"/>
                    </a:gdLst>
                    <a:ahLst/>
                    <a:cxnLst>
                      <a:cxn ang="0">
                        <a:pos x="T1" y="T3"/>
                      </a:cxn>
                      <a:cxn ang="0">
                        <a:pos x="T5" y="T7"/>
                      </a:cxn>
                      <a:cxn ang="0">
                        <a:pos x="T9" y="T11"/>
                      </a:cxn>
                      <a:cxn ang="0">
                        <a:pos x="T13" y="T15"/>
                      </a:cxn>
                    </a:cxnLst>
                    <a:rect l="0" t="0" r="r" b="b"/>
                    <a:pathLst>
                      <a:path w="19679" h="19679">
                        <a:moveTo>
                          <a:pt x="16796" y="2881"/>
                        </a:moveTo>
                        <a:cubicBezTo>
                          <a:pt x="20639" y="6724"/>
                          <a:pt x="20639" y="12953"/>
                          <a:pt x="16796" y="16796"/>
                        </a:cubicBezTo>
                        <a:cubicBezTo>
                          <a:pt x="12953" y="20638"/>
                          <a:pt x="6723" y="20638"/>
                          <a:pt x="2881" y="16796"/>
                        </a:cubicBezTo>
                        <a:cubicBezTo>
                          <a:pt x="-961" y="12953"/>
                          <a:pt x="-961" y="6724"/>
                          <a:pt x="2881" y="2881"/>
                        </a:cubicBezTo>
                        <a:cubicBezTo>
                          <a:pt x="6723" y="-961"/>
                          <a:pt x="12953" y="-961"/>
                          <a:pt x="16796" y="2881"/>
                        </a:cubicBezTo>
                      </a:path>
                    </a:pathLst>
                  </a:cu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miter lim="0"/>
                  </a:ln>
                  <a:effectLst>
                    <a:outerShdw blurRad="127000" dist="76201" dir="2700000" algn="ctr" rotWithShape="0">
                      <a:srgbClr val="000000">
                        <a:alpha val="75000"/>
                      </a:srgbClr>
                    </a:outerShdw>
                  </a:effec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endParaRPr lang="zh-CN" altLang="zh-CN" sz="300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Gill Sans" charset="0"/>
                      <a:ea typeface="Gill Sans" charset="0"/>
                      <a:cs typeface="Gill Sans" charset="0"/>
                      <a:sym typeface="Gill Sans" charset="0"/>
                    </a:endParaRPr>
                  </a:p>
                </p:txBody>
              </p:sp>
              <p:sp>
                <p:nvSpPr>
                  <p:cNvPr id="86" name="AutoShape 335"/>
                  <p:cNvSpPr/>
                  <p:nvPr/>
                </p:nvSpPr>
                <p:spPr bwMode="auto">
                  <a:xfrm>
                    <a:off x="-1" y="375370"/>
                    <a:ext cx="126756" cy="126831"/>
                  </a:xfrm>
                  <a:custGeom>
                    <a:avLst/>
                    <a:gdLst>
                      <a:gd name="T0" fmla="+- 0 10800 961"/>
                      <a:gd name="T1" fmla="*/ T0 w 19679"/>
                      <a:gd name="T2" fmla="+- 0 10800 961"/>
                      <a:gd name="T3" fmla="*/ 10800 h 19679"/>
                      <a:gd name="T4" fmla="+- 0 10800 961"/>
                      <a:gd name="T5" fmla="*/ T4 w 19679"/>
                      <a:gd name="T6" fmla="+- 0 10800 961"/>
                      <a:gd name="T7" fmla="*/ 10800 h 19679"/>
                      <a:gd name="T8" fmla="+- 0 10800 961"/>
                      <a:gd name="T9" fmla="*/ T8 w 19679"/>
                      <a:gd name="T10" fmla="+- 0 10800 961"/>
                      <a:gd name="T11" fmla="*/ 10800 h 19679"/>
                      <a:gd name="T12" fmla="+- 0 10800 961"/>
                      <a:gd name="T13" fmla="*/ T12 w 19679"/>
                      <a:gd name="T14" fmla="+- 0 10800 961"/>
                      <a:gd name="T15" fmla="*/ 10800 h 19679"/>
                    </a:gdLst>
                    <a:ahLst/>
                    <a:cxnLst>
                      <a:cxn ang="0">
                        <a:pos x="T1" y="T3"/>
                      </a:cxn>
                      <a:cxn ang="0">
                        <a:pos x="T5" y="T7"/>
                      </a:cxn>
                      <a:cxn ang="0">
                        <a:pos x="T9" y="T11"/>
                      </a:cxn>
                      <a:cxn ang="0">
                        <a:pos x="T13" y="T15"/>
                      </a:cxn>
                    </a:cxnLst>
                    <a:rect l="0" t="0" r="r" b="b"/>
                    <a:pathLst>
                      <a:path w="19679" h="19679">
                        <a:moveTo>
                          <a:pt x="16796" y="2881"/>
                        </a:moveTo>
                        <a:cubicBezTo>
                          <a:pt x="20638" y="6724"/>
                          <a:pt x="20638" y="12953"/>
                          <a:pt x="16796" y="16796"/>
                        </a:cubicBezTo>
                        <a:cubicBezTo>
                          <a:pt x="12953" y="20638"/>
                          <a:pt x="6723" y="20638"/>
                          <a:pt x="2881" y="16796"/>
                        </a:cubicBezTo>
                        <a:cubicBezTo>
                          <a:pt x="-961" y="12953"/>
                          <a:pt x="-961" y="6724"/>
                          <a:pt x="2881" y="2881"/>
                        </a:cubicBezTo>
                        <a:cubicBezTo>
                          <a:pt x="6723" y="-961"/>
                          <a:pt x="12953" y="-961"/>
                          <a:pt x="16796" y="2881"/>
                        </a:cubicBezTo>
                      </a:path>
                    </a:pathLst>
                  </a:cu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miter lim="0"/>
                  </a:ln>
                  <a:effectLst>
                    <a:outerShdw blurRad="127000" dist="76201" dir="2700000" algn="ctr" rotWithShape="0">
                      <a:srgbClr val="000000">
                        <a:alpha val="75000"/>
                      </a:srgbClr>
                    </a:outerShdw>
                  </a:effec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endParaRPr lang="zh-CN" altLang="zh-CN" sz="300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Gill Sans" charset="0"/>
                      <a:ea typeface="Gill Sans" charset="0"/>
                      <a:cs typeface="Gill Sans" charset="0"/>
                      <a:sym typeface="Gill Sans" charset="0"/>
                    </a:endParaRPr>
                  </a:p>
                </p:txBody>
              </p:sp>
              <p:sp>
                <p:nvSpPr>
                  <p:cNvPr id="87" name="AutoShape 336"/>
                  <p:cNvSpPr/>
                  <p:nvPr/>
                </p:nvSpPr>
                <p:spPr bwMode="auto">
                  <a:xfrm>
                    <a:off x="228158" y="375370"/>
                    <a:ext cx="126756" cy="126831"/>
                  </a:xfrm>
                  <a:custGeom>
                    <a:avLst/>
                    <a:gdLst>
                      <a:gd name="T0" fmla="+- 0 10800 961"/>
                      <a:gd name="T1" fmla="*/ T0 w 19679"/>
                      <a:gd name="T2" fmla="+- 0 10800 961"/>
                      <a:gd name="T3" fmla="*/ 10800 h 19679"/>
                      <a:gd name="T4" fmla="+- 0 10800 961"/>
                      <a:gd name="T5" fmla="*/ T4 w 19679"/>
                      <a:gd name="T6" fmla="+- 0 10800 961"/>
                      <a:gd name="T7" fmla="*/ 10800 h 19679"/>
                      <a:gd name="T8" fmla="+- 0 10800 961"/>
                      <a:gd name="T9" fmla="*/ T8 w 19679"/>
                      <a:gd name="T10" fmla="+- 0 10800 961"/>
                      <a:gd name="T11" fmla="*/ 10800 h 19679"/>
                      <a:gd name="T12" fmla="+- 0 10800 961"/>
                      <a:gd name="T13" fmla="*/ T12 w 19679"/>
                      <a:gd name="T14" fmla="+- 0 10800 961"/>
                      <a:gd name="T15" fmla="*/ 10800 h 19679"/>
                    </a:gdLst>
                    <a:ahLst/>
                    <a:cxnLst>
                      <a:cxn ang="0">
                        <a:pos x="T1" y="T3"/>
                      </a:cxn>
                      <a:cxn ang="0">
                        <a:pos x="T5" y="T7"/>
                      </a:cxn>
                      <a:cxn ang="0">
                        <a:pos x="T9" y="T11"/>
                      </a:cxn>
                      <a:cxn ang="0">
                        <a:pos x="T13" y="T15"/>
                      </a:cxn>
                    </a:cxnLst>
                    <a:rect l="0" t="0" r="r" b="b"/>
                    <a:pathLst>
                      <a:path w="19679" h="19679">
                        <a:moveTo>
                          <a:pt x="16796" y="2881"/>
                        </a:moveTo>
                        <a:cubicBezTo>
                          <a:pt x="20638" y="6724"/>
                          <a:pt x="20638" y="12953"/>
                          <a:pt x="16796" y="16796"/>
                        </a:cubicBezTo>
                        <a:cubicBezTo>
                          <a:pt x="12953" y="20638"/>
                          <a:pt x="6723" y="20638"/>
                          <a:pt x="2881" y="16796"/>
                        </a:cubicBezTo>
                        <a:cubicBezTo>
                          <a:pt x="-961" y="12953"/>
                          <a:pt x="-961" y="6724"/>
                          <a:pt x="2881" y="2881"/>
                        </a:cubicBezTo>
                        <a:cubicBezTo>
                          <a:pt x="6723" y="-961"/>
                          <a:pt x="12953" y="-961"/>
                          <a:pt x="16796" y="2881"/>
                        </a:cubicBezTo>
                      </a:path>
                    </a:pathLst>
                  </a:cu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miter lim="0"/>
                  </a:ln>
                  <a:effectLst>
                    <a:outerShdw blurRad="127000" dist="76201" dir="2700000" algn="ctr" rotWithShape="0">
                      <a:srgbClr val="000000">
                        <a:alpha val="75000"/>
                      </a:srgbClr>
                    </a:outerShdw>
                  </a:effec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endParaRPr lang="zh-CN" altLang="zh-CN" sz="300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Gill Sans" charset="0"/>
                      <a:ea typeface="Gill Sans" charset="0"/>
                      <a:cs typeface="Gill Sans" charset="0"/>
                      <a:sym typeface="Gill Sans" charset="0"/>
                    </a:endParaRPr>
                  </a:p>
                </p:txBody>
              </p:sp>
              <p:sp>
                <p:nvSpPr>
                  <p:cNvPr id="88" name="AutoShape 337"/>
                  <p:cNvSpPr/>
                  <p:nvPr/>
                </p:nvSpPr>
                <p:spPr bwMode="auto">
                  <a:xfrm>
                    <a:off x="456317" y="375370"/>
                    <a:ext cx="126756" cy="126831"/>
                  </a:xfrm>
                  <a:custGeom>
                    <a:avLst/>
                    <a:gdLst>
                      <a:gd name="T0" fmla="+- 0 10800 961"/>
                      <a:gd name="T1" fmla="*/ T0 w 19679"/>
                      <a:gd name="T2" fmla="+- 0 10800 961"/>
                      <a:gd name="T3" fmla="*/ 10800 h 19679"/>
                      <a:gd name="T4" fmla="+- 0 10800 961"/>
                      <a:gd name="T5" fmla="*/ T4 w 19679"/>
                      <a:gd name="T6" fmla="+- 0 10800 961"/>
                      <a:gd name="T7" fmla="*/ 10800 h 19679"/>
                      <a:gd name="T8" fmla="+- 0 10800 961"/>
                      <a:gd name="T9" fmla="*/ T8 w 19679"/>
                      <a:gd name="T10" fmla="+- 0 10800 961"/>
                      <a:gd name="T11" fmla="*/ 10800 h 19679"/>
                      <a:gd name="T12" fmla="+- 0 10800 961"/>
                      <a:gd name="T13" fmla="*/ T12 w 19679"/>
                      <a:gd name="T14" fmla="+- 0 10800 961"/>
                      <a:gd name="T15" fmla="*/ 10800 h 19679"/>
                    </a:gdLst>
                    <a:ahLst/>
                    <a:cxnLst>
                      <a:cxn ang="0">
                        <a:pos x="T1" y="T3"/>
                      </a:cxn>
                      <a:cxn ang="0">
                        <a:pos x="T5" y="T7"/>
                      </a:cxn>
                      <a:cxn ang="0">
                        <a:pos x="T9" y="T11"/>
                      </a:cxn>
                      <a:cxn ang="0">
                        <a:pos x="T13" y="T15"/>
                      </a:cxn>
                    </a:cxnLst>
                    <a:rect l="0" t="0" r="r" b="b"/>
                    <a:pathLst>
                      <a:path w="19679" h="19679">
                        <a:moveTo>
                          <a:pt x="16796" y="2881"/>
                        </a:moveTo>
                        <a:cubicBezTo>
                          <a:pt x="20638" y="6724"/>
                          <a:pt x="20638" y="12953"/>
                          <a:pt x="16796" y="16796"/>
                        </a:cubicBezTo>
                        <a:cubicBezTo>
                          <a:pt x="12953" y="20638"/>
                          <a:pt x="6723" y="20638"/>
                          <a:pt x="2881" y="16796"/>
                        </a:cubicBezTo>
                        <a:cubicBezTo>
                          <a:pt x="-961" y="12953"/>
                          <a:pt x="-961" y="6724"/>
                          <a:pt x="2881" y="2881"/>
                        </a:cubicBezTo>
                        <a:cubicBezTo>
                          <a:pt x="6723" y="-961"/>
                          <a:pt x="12953" y="-961"/>
                          <a:pt x="16796" y="2881"/>
                        </a:cubicBezTo>
                      </a:path>
                    </a:pathLst>
                  </a:cu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miter lim="0"/>
                  </a:ln>
                  <a:effectLst>
                    <a:outerShdw blurRad="127000" dist="76201" dir="2700000" algn="ctr" rotWithShape="0">
                      <a:srgbClr val="000000">
                        <a:alpha val="75000"/>
                      </a:srgbClr>
                    </a:outerShdw>
                  </a:effec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endParaRPr lang="zh-CN" altLang="zh-CN" sz="300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Gill Sans" charset="0"/>
                      <a:ea typeface="Gill Sans" charset="0"/>
                      <a:cs typeface="Gill Sans" charset="0"/>
                      <a:sym typeface="Gill Sans" charset="0"/>
                    </a:endParaRPr>
                  </a:p>
                </p:txBody>
              </p:sp>
              <p:sp>
                <p:nvSpPr>
                  <p:cNvPr id="89" name="AutoShape 338"/>
                  <p:cNvSpPr/>
                  <p:nvPr/>
                </p:nvSpPr>
                <p:spPr bwMode="auto">
                  <a:xfrm>
                    <a:off x="684476" y="375370"/>
                    <a:ext cx="126756" cy="126831"/>
                  </a:xfrm>
                  <a:custGeom>
                    <a:avLst/>
                    <a:gdLst>
                      <a:gd name="T0" fmla="+- 0 10800 961"/>
                      <a:gd name="T1" fmla="*/ T0 w 19679"/>
                      <a:gd name="T2" fmla="+- 0 10800 961"/>
                      <a:gd name="T3" fmla="*/ 10800 h 19679"/>
                      <a:gd name="T4" fmla="+- 0 10800 961"/>
                      <a:gd name="T5" fmla="*/ T4 w 19679"/>
                      <a:gd name="T6" fmla="+- 0 10800 961"/>
                      <a:gd name="T7" fmla="*/ 10800 h 19679"/>
                      <a:gd name="T8" fmla="+- 0 10800 961"/>
                      <a:gd name="T9" fmla="*/ T8 w 19679"/>
                      <a:gd name="T10" fmla="+- 0 10800 961"/>
                      <a:gd name="T11" fmla="*/ 10800 h 19679"/>
                      <a:gd name="T12" fmla="+- 0 10800 961"/>
                      <a:gd name="T13" fmla="*/ T12 w 19679"/>
                      <a:gd name="T14" fmla="+- 0 10800 961"/>
                      <a:gd name="T15" fmla="*/ 10800 h 19679"/>
                    </a:gdLst>
                    <a:ahLst/>
                    <a:cxnLst>
                      <a:cxn ang="0">
                        <a:pos x="T1" y="T3"/>
                      </a:cxn>
                      <a:cxn ang="0">
                        <a:pos x="T5" y="T7"/>
                      </a:cxn>
                      <a:cxn ang="0">
                        <a:pos x="T9" y="T11"/>
                      </a:cxn>
                      <a:cxn ang="0">
                        <a:pos x="T13" y="T15"/>
                      </a:cxn>
                    </a:cxnLst>
                    <a:rect l="0" t="0" r="r" b="b"/>
                    <a:pathLst>
                      <a:path w="19679" h="19679">
                        <a:moveTo>
                          <a:pt x="16796" y="2881"/>
                        </a:moveTo>
                        <a:cubicBezTo>
                          <a:pt x="20638" y="6724"/>
                          <a:pt x="20638" y="12953"/>
                          <a:pt x="16796" y="16796"/>
                        </a:cubicBezTo>
                        <a:cubicBezTo>
                          <a:pt x="12953" y="20638"/>
                          <a:pt x="6723" y="20638"/>
                          <a:pt x="2881" y="16796"/>
                        </a:cubicBezTo>
                        <a:cubicBezTo>
                          <a:pt x="-961" y="12953"/>
                          <a:pt x="-961" y="6724"/>
                          <a:pt x="2881" y="2881"/>
                        </a:cubicBezTo>
                        <a:cubicBezTo>
                          <a:pt x="6723" y="-961"/>
                          <a:pt x="12953" y="-961"/>
                          <a:pt x="16796" y="2881"/>
                        </a:cubicBezTo>
                      </a:path>
                    </a:pathLst>
                  </a:cu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miter lim="0"/>
                  </a:ln>
                  <a:effectLst>
                    <a:outerShdw blurRad="127000" dist="76201" dir="2700000" algn="ctr" rotWithShape="0">
                      <a:srgbClr val="000000">
                        <a:alpha val="75000"/>
                      </a:srgbClr>
                    </a:outerShdw>
                  </a:effec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endParaRPr lang="zh-CN" altLang="zh-CN" sz="300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Gill Sans" charset="0"/>
                      <a:ea typeface="Gill Sans" charset="0"/>
                      <a:cs typeface="Gill Sans" charset="0"/>
                      <a:sym typeface="Gill Sans" charset="0"/>
                    </a:endParaRPr>
                  </a:p>
                </p:txBody>
              </p:sp>
              <p:sp>
                <p:nvSpPr>
                  <p:cNvPr id="90" name="Line 339"/>
                  <p:cNvSpPr>
                    <a:spLocks noChangeShapeType="1"/>
                  </p:cNvSpPr>
                  <p:nvPr/>
                </p:nvSpPr>
                <p:spPr bwMode="auto">
                  <a:xfrm>
                    <a:off x="88637" y="461665"/>
                    <a:ext cx="112240" cy="175447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91" name="Line 340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99281" y="495953"/>
                    <a:ext cx="86469" cy="136726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92" name="Line 341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00875" y="502276"/>
                    <a:ext cx="323052" cy="122805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93" name="Line 342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99282" y="501016"/>
                    <a:ext cx="540550" cy="129137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94" name="Line 343"/>
                  <p:cNvSpPr>
                    <a:spLocks noChangeShapeType="1"/>
                  </p:cNvSpPr>
                  <p:nvPr/>
                </p:nvSpPr>
                <p:spPr bwMode="auto">
                  <a:xfrm>
                    <a:off x="95843" y="475687"/>
                    <a:ext cx="293879" cy="157626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95" name="Line 344"/>
                  <p:cNvSpPr>
                    <a:spLocks noChangeShapeType="1"/>
                  </p:cNvSpPr>
                  <p:nvPr/>
                </p:nvSpPr>
                <p:spPr bwMode="auto">
                  <a:xfrm>
                    <a:off x="280977" y="496583"/>
                    <a:ext cx="113518" cy="137368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96" name="Line 345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95558" y="502906"/>
                    <a:ext cx="127310" cy="129775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97" name="Line 346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92372" y="494681"/>
                    <a:ext cx="351168" cy="137996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98" name="Line 347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597134" y="495953"/>
                    <a:ext cx="138448" cy="135454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99" name="Line 348"/>
                  <p:cNvSpPr>
                    <a:spLocks noChangeShapeType="1"/>
                  </p:cNvSpPr>
                  <p:nvPr/>
                </p:nvSpPr>
                <p:spPr bwMode="auto">
                  <a:xfrm>
                    <a:off x="522868" y="499115"/>
                    <a:ext cx="77446" cy="129761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100" name="Line 349"/>
                  <p:cNvSpPr>
                    <a:spLocks noChangeShapeType="1"/>
                  </p:cNvSpPr>
                  <p:nvPr/>
                </p:nvSpPr>
                <p:spPr bwMode="auto">
                  <a:xfrm>
                    <a:off x="284691" y="502276"/>
                    <a:ext cx="316158" cy="126602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101" name="Line 350"/>
                  <p:cNvSpPr>
                    <a:spLocks noChangeShapeType="1"/>
                  </p:cNvSpPr>
                  <p:nvPr/>
                </p:nvSpPr>
                <p:spPr bwMode="auto">
                  <a:xfrm>
                    <a:off x="101143" y="477589"/>
                    <a:ext cx="492277" cy="151295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102" name="AutoShape 351"/>
                  <p:cNvSpPr/>
                  <p:nvPr/>
                </p:nvSpPr>
                <p:spPr bwMode="auto">
                  <a:xfrm>
                    <a:off x="181681" y="98459"/>
                    <a:ext cx="126756" cy="126831"/>
                  </a:xfrm>
                  <a:custGeom>
                    <a:avLst/>
                    <a:gdLst>
                      <a:gd name="T0" fmla="+- 0 10800 961"/>
                      <a:gd name="T1" fmla="*/ T0 w 19679"/>
                      <a:gd name="T2" fmla="+- 0 10800 961"/>
                      <a:gd name="T3" fmla="*/ 10800 h 19679"/>
                      <a:gd name="T4" fmla="+- 0 10800 961"/>
                      <a:gd name="T5" fmla="*/ T4 w 19679"/>
                      <a:gd name="T6" fmla="+- 0 10800 961"/>
                      <a:gd name="T7" fmla="*/ 10800 h 19679"/>
                      <a:gd name="T8" fmla="+- 0 10800 961"/>
                      <a:gd name="T9" fmla="*/ T8 w 19679"/>
                      <a:gd name="T10" fmla="+- 0 10800 961"/>
                      <a:gd name="T11" fmla="*/ 10800 h 19679"/>
                      <a:gd name="T12" fmla="+- 0 10800 961"/>
                      <a:gd name="T13" fmla="*/ T12 w 19679"/>
                      <a:gd name="T14" fmla="+- 0 10800 961"/>
                      <a:gd name="T15" fmla="*/ 10800 h 19679"/>
                    </a:gdLst>
                    <a:ahLst/>
                    <a:cxnLst>
                      <a:cxn ang="0">
                        <a:pos x="T1" y="T3"/>
                      </a:cxn>
                      <a:cxn ang="0">
                        <a:pos x="T5" y="T7"/>
                      </a:cxn>
                      <a:cxn ang="0">
                        <a:pos x="T9" y="T11"/>
                      </a:cxn>
                      <a:cxn ang="0">
                        <a:pos x="T13" y="T15"/>
                      </a:cxn>
                    </a:cxnLst>
                    <a:rect l="0" t="0" r="r" b="b"/>
                    <a:pathLst>
                      <a:path w="19679" h="19679">
                        <a:moveTo>
                          <a:pt x="16796" y="2881"/>
                        </a:moveTo>
                        <a:cubicBezTo>
                          <a:pt x="20639" y="6724"/>
                          <a:pt x="20639" y="12953"/>
                          <a:pt x="16796" y="16796"/>
                        </a:cubicBezTo>
                        <a:cubicBezTo>
                          <a:pt x="12953" y="20638"/>
                          <a:pt x="6724" y="20638"/>
                          <a:pt x="2881" y="16796"/>
                        </a:cubicBezTo>
                        <a:cubicBezTo>
                          <a:pt x="-961" y="12953"/>
                          <a:pt x="-961" y="6724"/>
                          <a:pt x="2881" y="2881"/>
                        </a:cubicBezTo>
                        <a:cubicBezTo>
                          <a:pt x="6724" y="-961"/>
                          <a:pt x="12953" y="-961"/>
                          <a:pt x="16796" y="2881"/>
                        </a:cubicBezTo>
                      </a:path>
                    </a:pathLst>
                  </a:cu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miter lim="0"/>
                  </a:ln>
                  <a:effectLst>
                    <a:outerShdw blurRad="127000" dist="76201" dir="2700000" algn="ctr" rotWithShape="0">
                      <a:srgbClr val="000000">
                        <a:alpha val="75000"/>
                      </a:srgbClr>
                    </a:outerShdw>
                  </a:effec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endParaRPr lang="zh-CN" altLang="zh-CN" sz="300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Gill Sans" charset="0"/>
                      <a:ea typeface="Gill Sans" charset="0"/>
                      <a:cs typeface="Gill Sans" charset="0"/>
                      <a:sym typeface="Gill Sans" charset="0"/>
                    </a:endParaRPr>
                  </a:p>
                </p:txBody>
              </p:sp>
              <p:sp>
                <p:nvSpPr>
                  <p:cNvPr id="103" name="AutoShape 352"/>
                  <p:cNvSpPr/>
                  <p:nvPr/>
                </p:nvSpPr>
                <p:spPr bwMode="auto">
                  <a:xfrm>
                    <a:off x="500681" y="98459"/>
                    <a:ext cx="126756" cy="126831"/>
                  </a:xfrm>
                  <a:custGeom>
                    <a:avLst/>
                    <a:gdLst>
                      <a:gd name="T0" fmla="+- 0 10800 961"/>
                      <a:gd name="T1" fmla="*/ T0 w 19679"/>
                      <a:gd name="T2" fmla="+- 0 10800 961"/>
                      <a:gd name="T3" fmla="*/ 10800 h 19679"/>
                      <a:gd name="T4" fmla="+- 0 10800 961"/>
                      <a:gd name="T5" fmla="*/ T4 w 19679"/>
                      <a:gd name="T6" fmla="+- 0 10800 961"/>
                      <a:gd name="T7" fmla="*/ 10800 h 19679"/>
                      <a:gd name="T8" fmla="+- 0 10800 961"/>
                      <a:gd name="T9" fmla="*/ T8 w 19679"/>
                      <a:gd name="T10" fmla="+- 0 10800 961"/>
                      <a:gd name="T11" fmla="*/ 10800 h 19679"/>
                      <a:gd name="T12" fmla="+- 0 10800 961"/>
                      <a:gd name="T13" fmla="*/ T12 w 19679"/>
                      <a:gd name="T14" fmla="+- 0 10800 961"/>
                      <a:gd name="T15" fmla="*/ 10800 h 19679"/>
                    </a:gdLst>
                    <a:ahLst/>
                    <a:cxnLst>
                      <a:cxn ang="0">
                        <a:pos x="T1" y="T3"/>
                      </a:cxn>
                      <a:cxn ang="0">
                        <a:pos x="T5" y="T7"/>
                      </a:cxn>
                      <a:cxn ang="0">
                        <a:pos x="T9" y="T11"/>
                      </a:cxn>
                      <a:cxn ang="0">
                        <a:pos x="T13" y="T15"/>
                      </a:cxn>
                    </a:cxnLst>
                    <a:rect l="0" t="0" r="r" b="b"/>
                    <a:pathLst>
                      <a:path w="19679" h="19679">
                        <a:moveTo>
                          <a:pt x="16796" y="2881"/>
                        </a:moveTo>
                        <a:cubicBezTo>
                          <a:pt x="20639" y="6724"/>
                          <a:pt x="20639" y="12953"/>
                          <a:pt x="16796" y="16796"/>
                        </a:cubicBezTo>
                        <a:cubicBezTo>
                          <a:pt x="12953" y="20638"/>
                          <a:pt x="6724" y="20638"/>
                          <a:pt x="2881" y="16796"/>
                        </a:cubicBezTo>
                        <a:cubicBezTo>
                          <a:pt x="-961" y="12953"/>
                          <a:pt x="-961" y="6724"/>
                          <a:pt x="2881" y="2881"/>
                        </a:cubicBezTo>
                        <a:cubicBezTo>
                          <a:pt x="6724" y="-961"/>
                          <a:pt x="12953" y="-961"/>
                          <a:pt x="16796" y="2881"/>
                        </a:cubicBezTo>
                      </a:path>
                    </a:pathLst>
                  </a:cu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miter lim="0"/>
                  </a:ln>
                  <a:effectLst>
                    <a:outerShdw blurRad="127000" dist="76201" dir="2700000" algn="ctr" rotWithShape="0">
                      <a:srgbClr val="000000">
                        <a:alpha val="75000"/>
                      </a:srgbClr>
                    </a:outerShdw>
                  </a:effec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endParaRPr lang="zh-CN" altLang="zh-CN" sz="300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Gill Sans" charset="0"/>
                      <a:ea typeface="Gill Sans" charset="0"/>
                      <a:cs typeface="Gill Sans" charset="0"/>
                      <a:sym typeface="Gill Sans" charset="0"/>
                    </a:endParaRPr>
                  </a:p>
                </p:txBody>
              </p:sp>
              <p:sp>
                <p:nvSpPr>
                  <p:cNvPr id="104" name="Line 353"/>
                  <p:cNvSpPr>
                    <a:spLocks noChangeShapeType="1"/>
                  </p:cNvSpPr>
                  <p:nvPr/>
                </p:nvSpPr>
                <p:spPr bwMode="auto">
                  <a:xfrm>
                    <a:off x="567835" y="214550"/>
                    <a:ext cx="177749" cy="166402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105" name="Line 354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516400" y="200228"/>
                    <a:ext cx="53029" cy="177850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106" name="Line 355"/>
                  <p:cNvSpPr>
                    <a:spLocks noChangeShapeType="1"/>
                  </p:cNvSpPr>
                  <p:nvPr/>
                </p:nvSpPr>
                <p:spPr bwMode="auto">
                  <a:xfrm>
                    <a:off x="246310" y="219333"/>
                    <a:ext cx="272183" cy="156042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107" name="Line 356"/>
                  <p:cNvSpPr>
                    <a:spLocks noChangeShapeType="1"/>
                  </p:cNvSpPr>
                  <p:nvPr/>
                </p:nvSpPr>
                <p:spPr bwMode="auto">
                  <a:xfrm>
                    <a:off x="248432" y="216942"/>
                    <a:ext cx="501929" cy="166372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108" name="Line 357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85040" y="214550"/>
                    <a:ext cx="287040" cy="169583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109" name="Line 358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59544" y="216149"/>
                    <a:ext cx="500870" cy="160807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110" name="Line 359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62731" y="217734"/>
                    <a:ext cx="189417" cy="164006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111" name="Line 360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250025" y="210573"/>
                    <a:ext cx="30773" cy="167190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112" name="Line 361"/>
                  <p:cNvSpPr>
                    <a:spLocks noChangeShapeType="1"/>
                  </p:cNvSpPr>
                  <p:nvPr/>
                </p:nvSpPr>
                <p:spPr bwMode="auto">
                  <a:xfrm>
                    <a:off x="249892" y="0"/>
                    <a:ext cx="1" cy="103062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113" name="Line 362"/>
                  <p:cNvSpPr>
                    <a:spLocks noChangeShapeType="1"/>
                  </p:cNvSpPr>
                  <p:nvPr/>
                </p:nvSpPr>
                <p:spPr bwMode="auto">
                  <a:xfrm>
                    <a:off x="561904" y="0"/>
                    <a:ext cx="1" cy="103062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114" name="Line 363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01890" y="753698"/>
                    <a:ext cx="1" cy="103063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115" name="Line 364"/>
                  <p:cNvSpPr>
                    <a:spLocks noChangeShapeType="1"/>
                  </p:cNvSpPr>
                  <p:nvPr/>
                </p:nvSpPr>
                <p:spPr bwMode="auto">
                  <a:xfrm>
                    <a:off x="405898" y="753698"/>
                    <a:ext cx="1" cy="103063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116" name="Line 365"/>
                  <p:cNvSpPr>
                    <a:spLocks noChangeShapeType="1"/>
                  </p:cNvSpPr>
                  <p:nvPr/>
                </p:nvSpPr>
                <p:spPr bwMode="auto">
                  <a:xfrm>
                    <a:off x="607506" y="753698"/>
                    <a:ext cx="1" cy="103063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</p:grpSp>
            <p:grpSp>
              <p:nvGrpSpPr>
                <p:cNvPr id="48" name="Group 366"/>
                <p:cNvGrpSpPr/>
                <p:nvPr/>
              </p:nvGrpSpPr>
              <p:grpSpPr bwMode="auto">
                <a:xfrm>
                  <a:off x="689254" y="0"/>
                  <a:ext cx="811233" cy="856761"/>
                  <a:chOff x="-1" y="0"/>
                  <a:chExt cx="811233" cy="856761"/>
                </a:xfrm>
                <a:grpFill/>
              </p:grpSpPr>
              <p:sp>
                <p:nvSpPr>
                  <p:cNvPr id="49" name="AutoShape 367"/>
                  <p:cNvSpPr/>
                  <p:nvPr/>
                </p:nvSpPr>
                <p:spPr bwMode="auto">
                  <a:xfrm>
                    <a:off x="141543" y="626915"/>
                    <a:ext cx="126755" cy="126830"/>
                  </a:xfrm>
                  <a:custGeom>
                    <a:avLst/>
                    <a:gdLst>
                      <a:gd name="T0" fmla="+- 0 10800 961"/>
                      <a:gd name="T1" fmla="*/ T0 w 19679"/>
                      <a:gd name="T2" fmla="+- 0 10800 961"/>
                      <a:gd name="T3" fmla="*/ 10800 h 19679"/>
                      <a:gd name="T4" fmla="+- 0 10800 961"/>
                      <a:gd name="T5" fmla="*/ T4 w 19679"/>
                      <a:gd name="T6" fmla="+- 0 10800 961"/>
                      <a:gd name="T7" fmla="*/ 10800 h 19679"/>
                      <a:gd name="T8" fmla="+- 0 10800 961"/>
                      <a:gd name="T9" fmla="*/ T8 w 19679"/>
                      <a:gd name="T10" fmla="+- 0 10800 961"/>
                      <a:gd name="T11" fmla="*/ 10800 h 19679"/>
                      <a:gd name="T12" fmla="+- 0 10800 961"/>
                      <a:gd name="T13" fmla="*/ T12 w 19679"/>
                      <a:gd name="T14" fmla="+- 0 10800 961"/>
                      <a:gd name="T15" fmla="*/ 10800 h 19679"/>
                    </a:gdLst>
                    <a:ahLst/>
                    <a:cxnLst>
                      <a:cxn ang="0">
                        <a:pos x="T1" y="T3"/>
                      </a:cxn>
                      <a:cxn ang="0">
                        <a:pos x="T5" y="T7"/>
                      </a:cxn>
                      <a:cxn ang="0">
                        <a:pos x="T9" y="T11"/>
                      </a:cxn>
                      <a:cxn ang="0">
                        <a:pos x="T13" y="T15"/>
                      </a:cxn>
                    </a:cxnLst>
                    <a:rect l="0" t="0" r="r" b="b"/>
                    <a:pathLst>
                      <a:path w="19679" h="19679">
                        <a:moveTo>
                          <a:pt x="16796" y="2881"/>
                        </a:moveTo>
                        <a:cubicBezTo>
                          <a:pt x="20639" y="6724"/>
                          <a:pt x="20639" y="12953"/>
                          <a:pt x="16796" y="16796"/>
                        </a:cubicBezTo>
                        <a:cubicBezTo>
                          <a:pt x="12953" y="20638"/>
                          <a:pt x="6723" y="20638"/>
                          <a:pt x="2881" y="16796"/>
                        </a:cubicBezTo>
                        <a:cubicBezTo>
                          <a:pt x="-961" y="12953"/>
                          <a:pt x="-961" y="6724"/>
                          <a:pt x="2881" y="2881"/>
                        </a:cubicBezTo>
                        <a:cubicBezTo>
                          <a:pt x="6723" y="-961"/>
                          <a:pt x="12953" y="-961"/>
                          <a:pt x="16796" y="2881"/>
                        </a:cubicBezTo>
                      </a:path>
                    </a:pathLst>
                  </a:cu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miter lim="0"/>
                  </a:ln>
                  <a:effectLst>
                    <a:outerShdw blurRad="127000" dist="76201" dir="2700000" algn="ctr" rotWithShape="0">
                      <a:srgbClr val="000000">
                        <a:alpha val="75000"/>
                      </a:srgbClr>
                    </a:outerShdw>
                  </a:effec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endParaRPr lang="zh-CN" altLang="zh-CN" sz="300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Gill Sans" charset="0"/>
                      <a:ea typeface="Gill Sans" charset="0"/>
                      <a:cs typeface="Gill Sans" charset="0"/>
                      <a:sym typeface="Gill Sans" charset="0"/>
                    </a:endParaRPr>
                  </a:p>
                </p:txBody>
              </p:sp>
              <p:sp>
                <p:nvSpPr>
                  <p:cNvPr id="50" name="AutoShape 368"/>
                  <p:cNvSpPr/>
                  <p:nvPr/>
                </p:nvSpPr>
                <p:spPr bwMode="auto">
                  <a:xfrm>
                    <a:off x="342238" y="626915"/>
                    <a:ext cx="126755" cy="126830"/>
                  </a:xfrm>
                  <a:custGeom>
                    <a:avLst/>
                    <a:gdLst>
                      <a:gd name="T0" fmla="+- 0 10800 961"/>
                      <a:gd name="T1" fmla="*/ T0 w 19679"/>
                      <a:gd name="T2" fmla="+- 0 10800 961"/>
                      <a:gd name="T3" fmla="*/ 10800 h 19679"/>
                      <a:gd name="T4" fmla="+- 0 10800 961"/>
                      <a:gd name="T5" fmla="*/ T4 w 19679"/>
                      <a:gd name="T6" fmla="+- 0 10800 961"/>
                      <a:gd name="T7" fmla="*/ 10800 h 19679"/>
                      <a:gd name="T8" fmla="+- 0 10800 961"/>
                      <a:gd name="T9" fmla="*/ T8 w 19679"/>
                      <a:gd name="T10" fmla="+- 0 10800 961"/>
                      <a:gd name="T11" fmla="*/ 10800 h 19679"/>
                      <a:gd name="T12" fmla="+- 0 10800 961"/>
                      <a:gd name="T13" fmla="*/ T12 w 19679"/>
                      <a:gd name="T14" fmla="+- 0 10800 961"/>
                      <a:gd name="T15" fmla="*/ 10800 h 19679"/>
                    </a:gdLst>
                    <a:ahLst/>
                    <a:cxnLst>
                      <a:cxn ang="0">
                        <a:pos x="T1" y="T3"/>
                      </a:cxn>
                      <a:cxn ang="0">
                        <a:pos x="T5" y="T7"/>
                      </a:cxn>
                      <a:cxn ang="0">
                        <a:pos x="T9" y="T11"/>
                      </a:cxn>
                      <a:cxn ang="0">
                        <a:pos x="T13" y="T15"/>
                      </a:cxn>
                    </a:cxnLst>
                    <a:rect l="0" t="0" r="r" b="b"/>
                    <a:pathLst>
                      <a:path w="19679" h="19679">
                        <a:moveTo>
                          <a:pt x="16796" y="2881"/>
                        </a:moveTo>
                        <a:cubicBezTo>
                          <a:pt x="20639" y="6724"/>
                          <a:pt x="20639" y="12953"/>
                          <a:pt x="16796" y="16796"/>
                        </a:cubicBezTo>
                        <a:cubicBezTo>
                          <a:pt x="12953" y="20638"/>
                          <a:pt x="6723" y="20638"/>
                          <a:pt x="2881" y="16796"/>
                        </a:cubicBezTo>
                        <a:cubicBezTo>
                          <a:pt x="-961" y="12953"/>
                          <a:pt x="-961" y="6724"/>
                          <a:pt x="2881" y="2881"/>
                        </a:cubicBezTo>
                        <a:cubicBezTo>
                          <a:pt x="6723" y="-961"/>
                          <a:pt x="12953" y="-961"/>
                          <a:pt x="16796" y="2881"/>
                        </a:cubicBezTo>
                      </a:path>
                    </a:pathLst>
                  </a:cu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miter lim="0"/>
                  </a:ln>
                  <a:effectLst>
                    <a:outerShdw blurRad="127000" dist="76201" dir="2700000" algn="ctr" rotWithShape="0">
                      <a:srgbClr val="000000">
                        <a:alpha val="75000"/>
                      </a:srgbClr>
                    </a:outerShdw>
                  </a:effec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endParaRPr lang="zh-CN" altLang="zh-CN" sz="300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Gill Sans" charset="0"/>
                      <a:ea typeface="Gill Sans" charset="0"/>
                      <a:cs typeface="Gill Sans" charset="0"/>
                      <a:sym typeface="Gill Sans" charset="0"/>
                    </a:endParaRPr>
                  </a:p>
                </p:txBody>
              </p:sp>
              <p:sp>
                <p:nvSpPr>
                  <p:cNvPr id="51" name="AutoShape 369"/>
                  <p:cNvSpPr/>
                  <p:nvPr/>
                </p:nvSpPr>
                <p:spPr bwMode="auto">
                  <a:xfrm>
                    <a:off x="542933" y="626915"/>
                    <a:ext cx="126756" cy="126830"/>
                  </a:xfrm>
                  <a:custGeom>
                    <a:avLst/>
                    <a:gdLst>
                      <a:gd name="T0" fmla="+- 0 10800 961"/>
                      <a:gd name="T1" fmla="*/ T0 w 19679"/>
                      <a:gd name="T2" fmla="+- 0 10800 961"/>
                      <a:gd name="T3" fmla="*/ 10800 h 19679"/>
                      <a:gd name="T4" fmla="+- 0 10800 961"/>
                      <a:gd name="T5" fmla="*/ T4 w 19679"/>
                      <a:gd name="T6" fmla="+- 0 10800 961"/>
                      <a:gd name="T7" fmla="*/ 10800 h 19679"/>
                      <a:gd name="T8" fmla="+- 0 10800 961"/>
                      <a:gd name="T9" fmla="*/ T8 w 19679"/>
                      <a:gd name="T10" fmla="+- 0 10800 961"/>
                      <a:gd name="T11" fmla="*/ 10800 h 19679"/>
                      <a:gd name="T12" fmla="+- 0 10800 961"/>
                      <a:gd name="T13" fmla="*/ T12 w 19679"/>
                      <a:gd name="T14" fmla="+- 0 10800 961"/>
                      <a:gd name="T15" fmla="*/ 10800 h 19679"/>
                    </a:gdLst>
                    <a:ahLst/>
                    <a:cxnLst>
                      <a:cxn ang="0">
                        <a:pos x="T1" y="T3"/>
                      </a:cxn>
                      <a:cxn ang="0">
                        <a:pos x="T5" y="T7"/>
                      </a:cxn>
                      <a:cxn ang="0">
                        <a:pos x="T9" y="T11"/>
                      </a:cxn>
                      <a:cxn ang="0">
                        <a:pos x="T13" y="T15"/>
                      </a:cxn>
                    </a:cxnLst>
                    <a:rect l="0" t="0" r="r" b="b"/>
                    <a:pathLst>
                      <a:path w="19679" h="19679">
                        <a:moveTo>
                          <a:pt x="16796" y="2881"/>
                        </a:moveTo>
                        <a:cubicBezTo>
                          <a:pt x="20639" y="6724"/>
                          <a:pt x="20639" y="12953"/>
                          <a:pt x="16796" y="16796"/>
                        </a:cubicBezTo>
                        <a:cubicBezTo>
                          <a:pt x="12953" y="20638"/>
                          <a:pt x="6723" y="20638"/>
                          <a:pt x="2881" y="16796"/>
                        </a:cubicBezTo>
                        <a:cubicBezTo>
                          <a:pt x="-961" y="12953"/>
                          <a:pt x="-961" y="6724"/>
                          <a:pt x="2881" y="2881"/>
                        </a:cubicBezTo>
                        <a:cubicBezTo>
                          <a:pt x="6723" y="-961"/>
                          <a:pt x="12953" y="-961"/>
                          <a:pt x="16796" y="2881"/>
                        </a:cubicBezTo>
                      </a:path>
                    </a:pathLst>
                  </a:cu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miter lim="0"/>
                  </a:ln>
                  <a:effectLst>
                    <a:outerShdw blurRad="127000" dist="76201" dir="2700000" algn="ctr" rotWithShape="0">
                      <a:srgbClr val="000000">
                        <a:alpha val="75000"/>
                      </a:srgbClr>
                    </a:outerShdw>
                  </a:effec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endParaRPr lang="zh-CN" altLang="zh-CN" sz="300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Gill Sans" charset="0"/>
                      <a:ea typeface="Gill Sans" charset="0"/>
                      <a:cs typeface="Gill Sans" charset="0"/>
                      <a:sym typeface="Gill Sans" charset="0"/>
                    </a:endParaRPr>
                  </a:p>
                </p:txBody>
              </p:sp>
              <p:sp>
                <p:nvSpPr>
                  <p:cNvPr id="52" name="AutoShape 370"/>
                  <p:cNvSpPr/>
                  <p:nvPr/>
                </p:nvSpPr>
                <p:spPr bwMode="auto">
                  <a:xfrm>
                    <a:off x="-1" y="375370"/>
                    <a:ext cx="126756" cy="126831"/>
                  </a:xfrm>
                  <a:custGeom>
                    <a:avLst/>
                    <a:gdLst>
                      <a:gd name="T0" fmla="+- 0 10800 961"/>
                      <a:gd name="T1" fmla="*/ T0 w 19679"/>
                      <a:gd name="T2" fmla="+- 0 10800 961"/>
                      <a:gd name="T3" fmla="*/ 10800 h 19679"/>
                      <a:gd name="T4" fmla="+- 0 10800 961"/>
                      <a:gd name="T5" fmla="*/ T4 w 19679"/>
                      <a:gd name="T6" fmla="+- 0 10800 961"/>
                      <a:gd name="T7" fmla="*/ 10800 h 19679"/>
                      <a:gd name="T8" fmla="+- 0 10800 961"/>
                      <a:gd name="T9" fmla="*/ T8 w 19679"/>
                      <a:gd name="T10" fmla="+- 0 10800 961"/>
                      <a:gd name="T11" fmla="*/ 10800 h 19679"/>
                      <a:gd name="T12" fmla="+- 0 10800 961"/>
                      <a:gd name="T13" fmla="*/ T12 w 19679"/>
                      <a:gd name="T14" fmla="+- 0 10800 961"/>
                      <a:gd name="T15" fmla="*/ 10800 h 19679"/>
                    </a:gdLst>
                    <a:ahLst/>
                    <a:cxnLst>
                      <a:cxn ang="0">
                        <a:pos x="T1" y="T3"/>
                      </a:cxn>
                      <a:cxn ang="0">
                        <a:pos x="T5" y="T7"/>
                      </a:cxn>
                      <a:cxn ang="0">
                        <a:pos x="T9" y="T11"/>
                      </a:cxn>
                      <a:cxn ang="0">
                        <a:pos x="T13" y="T15"/>
                      </a:cxn>
                    </a:cxnLst>
                    <a:rect l="0" t="0" r="r" b="b"/>
                    <a:pathLst>
                      <a:path w="19679" h="19679">
                        <a:moveTo>
                          <a:pt x="16796" y="2881"/>
                        </a:moveTo>
                        <a:cubicBezTo>
                          <a:pt x="20638" y="6724"/>
                          <a:pt x="20638" y="12953"/>
                          <a:pt x="16796" y="16796"/>
                        </a:cubicBezTo>
                        <a:cubicBezTo>
                          <a:pt x="12953" y="20638"/>
                          <a:pt x="6723" y="20638"/>
                          <a:pt x="2881" y="16796"/>
                        </a:cubicBezTo>
                        <a:cubicBezTo>
                          <a:pt x="-961" y="12953"/>
                          <a:pt x="-961" y="6724"/>
                          <a:pt x="2881" y="2881"/>
                        </a:cubicBezTo>
                        <a:cubicBezTo>
                          <a:pt x="6723" y="-961"/>
                          <a:pt x="12953" y="-961"/>
                          <a:pt x="16796" y="2881"/>
                        </a:cubicBezTo>
                      </a:path>
                    </a:pathLst>
                  </a:cu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miter lim="0"/>
                  </a:ln>
                  <a:effectLst>
                    <a:outerShdw blurRad="127000" dist="76201" dir="2700000" algn="ctr" rotWithShape="0">
                      <a:srgbClr val="000000">
                        <a:alpha val="75000"/>
                      </a:srgbClr>
                    </a:outerShdw>
                  </a:effec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endParaRPr lang="zh-CN" altLang="zh-CN" sz="300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Gill Sans" charset="0"/>
                      <a:ea typeface="Gill Sans" charset="0"/>
                      <a:cs typeface="Gill Sans" charset="0"/>
                      <a:sym typeface="Gill Sans" charset="0"/>
                    </a:endParaRPr>
                  </a:p>
                </p:txBody>
              </p:sp>
              <p:sp>
                <p:nvSpPr>
                  <p:cNvPr id="53" name="AutoShape 371"/>
                  <p:cNvSpPr/>
                  <p:nvPr/>
                </p:nvSpPr>
                <p:spPr bwMode="auto">
                  <a:xfrm>
                    <a:off x="228158" y="375370"/>
                    <a:ext cx="126756" cy="126831"/>
                  </a:xfrm>
                  <a:custGeom>
                    <a:avLst/>
                    <a:gdLst>
                      <a:gd name="T0" fmla="+- 0 10800 961"/>
                      <a:gd name="T1" fmla="*/ T0 w 19679"/>
                      <a:gd name="T2" fmla="+- 0 10800 961"/>
                      <a:gd name="T3" fmla="*/ 10800 h 19679"/>
                      <a:gd name="T4" fmla="+- 0 10800 961"/>
                      <a:gd name="T5" fmla="*/ T4 w 19679"/>
                      <a:gd name="T6" fmla="+- 0 10800 961"/>
                      <a:gd name="T7" fmla="*/ 10800 h 19679"/>
                      <a:gd name="T8" fmla="+- 0 10800 961"/>
                      <a:gd name="T9" fmla="*/ T8 w 19679"/>
                      <a:gd name="T10" fmla="+- 0 10800 961"/>
                      <a:gd name="T11" fmla="*/ 10800 h 19679"/>
                      <a:gd name="T12" fmla="+- 0 10800 961"/>
                      <a:gd name="T13" fmla="*/ T12 w 19679"/>
                      <a:gd name="T14" fmla="+- 0 10800 961"/>
                      <a:gd name="T15" fmla="*/ 10800 h 19679"/>
                    </a:gdLst>
                    <a:ahLst/>
                    <a:cxnLst>
                      <a:cxn ang="0">
                        <a:pos x="T1" y="T3"/>
                      </a:cxn>
                      <a:cxn ang="0">
                        <a:pos x="T5" y="T7"/>
                      </a:cxn>
                      <a:cxn ang="0">
                        <a:pos x="T9" y="T11"/>
                      </a:cxn>
                      <a:cxn ang="0">
                        <a:pos x="T13" y="T15"/>
                      </a:cxn>
                    </a:cxnLst>
                    <a:rect l="0" t="0" r="r" b="b"/>
                    <a:pathLst>
                      <a:path w="19679" h="19679">
                        <a:moveTo>
                          <a:pt x="16796" y="2881"/>
                        </a:moveTo>
                        <a:cubicBezTo>
                          <a:pt x="20638" y="6724"/>
                          <a:pt x="20638" y="12953"/>
                          <a:pt x="16796" y="16796"/>
                        </a:cubicBezTo>
                        <a:cubicBezTo>
                          <a:pt x="12953" y="20638"/>
                          <a:pt x="6723" y="20638"/>
                          <a:pt x="2881" y="16796"/>
                        </a:cubicBezTo>
                        <a:cubicBezTo>
                          <a:pt x="-961" y="12953"/>
                          <a:pt x="-961" y="6724"/>
                          <a:pt x="2881" y="2881"/>
                        </a:cubicBezTo>
                        <a:cubicBezTo>
                          <a:pt x="6723" y="-961"/>
                          <a:pt x="12953" y="-961"/>
                          <a:pt x="16796" y="2881"/>
                        </a:cubicBezTo>
                      </a:path>
                    </a:pathLst>
                  </a:cu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miter lim="0"/>
                  </a:ln>
                  <a:effectLst>
                    <a:outerShdw blurRad="127000" dist="76201" dir="2700000" algn="ctr" rotWithShape="0">
                      <a:srgbClr val="000000">
                        <a:alpha val="75000"/>
                      </a:srgbClr>
                    </a:outerShdw>
                  </a:effec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endParaRPr lang="zh-CN" altLang="zh-CN" sz="300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Gill Sans" charset="0"/>
                      <a:ea typeface="Gill Sans" charset="0"/>
                      <a:cs typeface="Gill Sans" charset="0"/>
                      <a:sym typeface="Gill Sans" charset="0"/>
                    </a:endParaRPr>
                  </a:p>
                </p:txBody>
              </p:sp>
              <p:sp>
                <p:nvSpPr>
                  <p:cNvPr id="54" name="AutoShape 372"/>
                  <p:cNvSpPr/>
                  <p:nvPr/>
                </p:nvSpPr>
                <p:spPr bwMode="auto">
                  <a:xfrm>
                    <a:off x="456317" y="375370"/>
                    <a:ext cx="126756" cy="126831"/>
                  </a:xfrm>
                  <a:custGeom>
                    <a:avLst/>
                    <a:gdLst>
                      <a:gd name="T0" fmla="+- 0 10800 961"/>
                      <a:gd name="T1" fmla="*/ T0 w 19679"/>
                      <a:gd name="T2" fmla="+- 0 10800 961"/>
                      <a:gd name="T3" fmla="*/ 10800 h 19679"/>
                      <a:gd name="T4" fmla="+- 0 10800 961"/>
                      <a:gd name="T5" fmla="*/ T4 w 19679"/>
                      <a:gd name="T6" fmla="+- 0 10800 961"/>
                      <a:gd name="T7" fmla="*/ 10800 h 19679"/>
                      <a:gd name="T8" fmla="+- 0 10800 961"/>
                      <a:gd name="T9" fmla="*/ T8 w 19679"/>
                      <a:gd name="T10" fmla="+- 0 10800 961"/>
                      <a:gd name="T11" fmla="*/ 10800 h 19679"/>
                      <a:gd name="T12" fmla="+- 0 10800 961"/>
                      <a:gd name="T13" fmla="*/ T12 w 19679"/>
                      <a:gd name="T14" fmla="+- 0 10800 961"/>
                      <a:gd name="T15" fmla="*/ 10800 h 19679"/>
                    </a:gdLst>
                    <a:ahLst/>
                    <a:cxnLst>
                      <a:cxn ang="0">
                        <a:pos x="T1" y="T3"/>
                      </a:cxn>
                      <a:cxn ang="0">
                        <a:pos x="T5" y="T7"/>
                      </a:cxn>
                      <a:cxn ang="0">
                        <a:pos x="T9" y="T11"/>
                      </a:cxn>
                      <a:cxn ang="0">
                        <a:pos x="T13" y="T15"/>
                      </a:cxn>
                    </a:cxnLst>
                    <a:rect l="0" t="0" r="r" b="b"/>
                    <a:pathLst>
                      <a:path w="19679" h="19679">
                        <a:moveTo>
                          <a:pt x="16796" y="2881"/>
                        </a:moveTo>
                        <a:cubicBezTo>
                          <a:pt x="20638" y="6724"/>
                          <a:pt x="20638" y="12953"/>
                          <a:pt x="16796" y="16796"/>
                        </a:cubicBezTo>
                        <a:cubicBezTo>
                          <a:pt x="12953" y="20638"/>
                          <a:pt x="6723" y="20638"/>
                          <a:pt x="2881" y="16796"/>
                        </a:cubicBezTo>
                        <a:cubicBezTo>
                          <a:pt x="-961" y="12953"/>
                          <a:pt x="-961" y="6724"/>
                          <a:pt x="2881" y="2881"/>
                        </a:cubicBezTo>
                        <a:cubicBezTo>
                          <a:pt x="6723" y="-961"/>
                          <a:pt x="12953" y="-961"/>
                          <a:pt x="16796" y="2881"/>
                        </a:cubicBezTo>
                      </a:path>
                    </a:pathLst>
                  </a:cu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miter lim="0"/>
                  </a:ln>
                  <a:effectLst>
                    <a:outerShdw blurRad="127000" dist="76201" dir="2700000" algn="ctr" rotWithShape="0">
                      <a:srgbClr val="000000">
                        <a:alpha val="75000"/>
                      </a:srgbClr>
                    </a:outerShdw>
                  </a:effec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endParaRPr lang="zh-CN" altLang="zh-CN" sz="300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Gill Sans" charset="0"/>
                      <a:ea typeface="Gill Sans" charset="0"/>
                      <a:cs typeface="Gill Sans" charset="0"/>
                      <a:sym typeface="Gill Sans" charset="0"/>
                    </a:endParaRPr>
                  </a:p>
                </p:txBody>
              </p:sp>
              <p:sp>
                <p:nvSpPr>
                  <p:cNvPr id="55" name="AutoShape 373"/>
                  <p:cNvSpPr/>
                  <p:nvPr/>
                </p:nvSpPr>
                <p:spPr bwMode="auto">
                  <a:xfrm>
                    <a:off x="684476" y="375370"/>
                    <a:ext cx="126756" cy="126831"/>
                  </a:xfrm>
                  <a:custGeom>
                    <a:avLst/>
                    <a:gdLst>
                      <a:gd name="T0" fmla="+- 0 10800 961"/>
                      <a:gd name="T1" fmla="*/ T0 w 19679"/>
                      <a:gd name="T2" fmla="+- 0 10800 961"/>
                      <a:gd name="T3" fmla="*/ 10800 h 19679"/>
                      <a:gd name="T4" fmla="+- 0 10800 961"/>
                      <a:gd name="T5" fmla="*/ T4 w 19679"/>
                      <a:gd name="T6" fmla="+- 0 10800 961"/>
                      <a:gd name="T7" fmla="*/ 10800 h 19679"/>
                      <a:gd name="T8" fmla="+- 0 10800 961"/>
                      <a:gd name="T9" fmla="*/ T8 w 19679"/>
                      <a:gd name="T10" fmla="+- 0 10800 961"/>
                      <a:gd name="T11" fmla="*/ 10800 h 19679"/>
                      <a:gd name="T12" fmla="+- 0 10800 961"/>
                      <a:gd name="T13" fmla="*/ T12 w 19679"/>
                      <a:gd name="T14" fmla="+- 0 10800 961"/>
                      <a:gd name="T15" fmla="*/ 10800 h 19679"/>
                    </a:gdLst>
                    <a:ahLst/>
                    <a:cxnLst>
                      <a:cxn ang="0">
                        <a:pos x="T1" y="T3"/>
                      </a:cxn>
                      <a:cxn ang="0">
                        <a:pos x="T5" y="T7"/>
                      </a:cxn>
                      <a:cxn ang="0">
                        <a:pos x="T9" y="T11"/>
                      </a:cxn>
                      <a:cxn ang="0">
                        <a:pos x="T13" y="T15"/>
                      </a:cxn>
                    </a:cxnLst>
                    <a:rect l="0" t="0" r="r" b="b"/>
                    <a:pathLst>
                      <a:path w="19679" h="19679">
                        <a:moveTo>
                          <a:pt x="16796" y="2881"/>
                        </a:moveTo>
                        <a:cubicBezTo>
                          <a:pt x="20638" y="6724"/>
                          <a:pt x="20638" y="12953"/>
                          <a:pt x="16796" y="16796"/>
                        </a:cubicBezTo>
                        <a:cubicBezTo>
                          <a:pt x="12953" y="20638"/>
                          <a:pt x="6723" y="20638"/>
                          <a:pt x="2881" y="16796"/>
                        </a:cubicBezTo>
                        <a:cubicBezTo>
                          <a:pt x="-961" y="12953"/>
                          <a:pt x="-961" y="6724"/>
                          <a:pt x="2881" y="2881"/>
                        </a:cubicBezTo>
                        <a:cubicBezTo>
                          <a:pt x="6723" y="-961"/>
                          <a:pt x="12953" y="-961"/>
                          <a:pt x="16796" y="2881"/>
                        </a:cubicBezTo>
                      </a:path>
                    </a:pathLst>
                  </a:cu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miter lim="0"/>
                  </a:ln>
                  <a:effectLst>
                    <a:outerShdw blurRad="127000" dist="76201" dir="2700000" algn="ctr" rotWithShape="0">
                      <a:srgbClr val="000000">
                        <a:alpha val="75000"/>
                      </a:srgbClr>
                    </a:outerShdw>
                  </a:effec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endParaRPr lang="zh-CN" altLang="zh-CN" sz="300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Gill Sans" charset="0"/>
                      <a:ea typeface="Gill Sans" charset="0"/>
                      <a:cs typeface="Gill Sans" charset="0"/>
                      <a:sym typeface="Gill Sans" charset="0"/>
                    </a:endParaRPr>
                  </a:p>
                </p:txBody>
              </p:sp>
              <p:sp>
                <p:nvSpPr>
                  <p:cNvPr id="56" name="Line 374"/>
                  <p:cNvSpPr>
                    <a:spLocks noChangeShapeType="1"/>
                  </p:cNvSpPr>
                  <p:nvPr/>
                </p:nvSpPr>
                <p:spPr bwMode="auto">
                  <a:xfrm>
                    <a:off x="88637" y="461665"/>
                    <a:ext cx="112240" cy="175447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57" name="Line 375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99281" y="495953"/>
                    <a:ext cx="86469" cy="136726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58" name="Line 376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00875" y="502276"/>
                    <a:ext cx="323052" cy="122805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59" name="Line 377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99282" y="501016"/>
                    <a:ext cx="540550" cy="129137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60" name="Line 378"/>
                  <p:cNvSpPr>
                    <a:spLocks noChangeShapeType="1"/>
                  </p:cNvSpPr>
                  <p:nvPr/>
                </p:nvSpPr>
                <p:spPr bwMode="auto">
                  <a:xfrm>
                    <a:off x="95843" y="475687"/>
                    <a:ext cx="293879" cy="157626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61" name="Line 379"/>
                  <p:cNvSpPr>
                    <a:spLocks noChangeShapeType="1"/>
                  </p:cNvSpPr>
                  <p:nvPr/>
                </p:nvSpPr>
                <p:spPr bwMode="auto">
                  <a:xfrm>
                    <a:off x="280977" y="496583"/>
                    <a:ext cx="113518" cy="137368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62" name="Line 380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95558" y="502906"/>
                    <a:ext cx="127310" cy="129775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63" name="Line 381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92372" y="494681"/>
                    <a:ext cx="351168" cy="137996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64" name="Line 382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597134" y="495953"/>
                    <a:ext cx="138448" cy="135454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65" name="Line 383"/>
                  <p:cNvSpPr>
                    <a:spLocks noChangeShapeType="1"/>
                  </p:cNvSpPr>
                  <p:nvPr/>
                </p:nvSpPr>
                <p:spPr bwMode="auto">
                  <a:xfrm>
                    <a:off x="522868" y="499115"/>
                    <a:ext cx="77446" cy="129761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66" name="Line 384"/>
                  <p:cNvSpPr>
                    <a:spLocks noChangeShapeType="1"/>
                  </p:cNvSpPr>
                  <p:nvPr/>
                </p:nvSpPr>
                <p:spPr bwMode="auto">
                  <a:xfrm>
                    <a:off x="284691" y="502276"/>
                    <a:ext cx="316158" cy="126602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67" name="Line 385"/>
                  <p:cNvSpPr>
                    <a:spLocks noChangeShapeType="1"/>
                  </p:cNvSpPr>
                  <p:nvPr/>
                </p:nvSpPr>
                <p:spPr bwMode="auto">
                  <a:xfrm>
                    <a:off x="101143" y="477589"/>
                    <a:ext cx="492277" cy="151295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68" name="AutoShape 386"/>
                  <p:cNvSpPr/>
                  <p:nvPr/>
                </p:nvSpPr>
                <p:spPr bwMode="auto">
                  <a:xfrm>
                    <a:off x="181681" y="98459"/>
                    <a:ext cx="126756" cy="126831"/>
                  </a:xfrm>
                  <a:custGeom>
                    <a:avLst/>
                    <a:gdLst>
                      <a:gd name="T0" fmla="+- 0 10800 961"/>
                      <a:gd name="T1" fmla="*/ T0 w 19679"/>
                      <a:gd name="T2" fmla="+- 0 10800 961"/>
                      <a:gd name="T3" fmla="*/ 10800 h 19679"/>
                      <a:gd name="T4" fmla="+- 0 10800 961"/>
                      <a:gd name="T5" fmla="*/ T4 w 19679"/>
                      <a:gd name="T6" fmla="+- 0 10800 961"/>
                      <a:gd name="T7" fmla="*/ 10800 h 19679"/>
                      <a:gd name="T8" fmla="+- 0 10800 961"/>
                      <a:gd name="T9" fmla="*/ T8 w 19679"/>
                      <a:gd name="T10" fmla="+- 0 10800 961"/>
                      <a:gd name="T11" fmla="*/ 10800 h 19679"/>
                      <a:gd name="T12" fmla="+- 0 10800 961"/>
                      <a:gd name="T13" fmla="*/ T12 w 19679"/>
                      <a:gd name="T14" fmla="+- 0 10800 961"/>
                      <a:gd name="T15" fmla="*/ 10800 h 19679"/>
                    </a:gdLst>
                    <a:ahLst/>
                    <a:cxnLst>
                      <a:cxn ang="0">
                        <a:pos x="T1" y="T3"/>
                      </a:cxn>
                      <a:cxn ang="0">
                        <a:pos x="T5" y="T7"/>
                      </a:cxn>
                      <a:cxn ang="0">
                        <a:pos x="T9" y="T11"/>
                      </a:cxn>
                      <a:cxn ang="0">
                        <a:pos x="T13" y="T15"/>
                      </a:cxn>
                    </a:cxnLst>
                    <a:rect l="0" t="0" r="r" b="b"/>
                    <a:pathLst>
                      <a:path w="19679" h="19679">
                        <a:moveTo>
                          <a:pt x="16796" y="2881"/>
                        </a:moveTo>
                        <a:cubicBezTo>
                          <a:pt x="20639" y="6724"/>
                          <a:pt x="20639" y="12953"/>
                          <a:pt x="16796" y="16796"/>
                        </a:cubicBezTo>
                        <a:cubicBezTo>
                          <a:pt x="12953" y="20638"/>
                          <a:pt x="6724" y="20638"/>
                          <a:pt x="2881" y="16796"/>
                        </a:cubicBezTo>
                        <a:cubicBezTo>
                          <a:pt x="-961" y="12953"/>
                          <a:pt x="-961" y="6724"/>
                          <a:pt x="2881" y="2881"/>
                        </a:cubicBezTo>
                        <a:cubicBezTo>
                          <a:pt x="6724" y="-961"/>
                          <a:pt x="12953" y="-961"/>
                          <a:pt x="16796" y="2881"/>
                        </a:cubicBezTo>
                      </a:path>
                    </a:pathLst>
                  </a:cu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miter lim="0"/>
                  </a:ln>
                  <a:effectLst>
                    <a:outerShdw blurRad="127000" dist="76201" dir="2700000" algn="ctr" rotWithShape="0">
                      <a:srgbClr val="000000">
                        <a:alpha val="75000"/>
                      </a:srgbClr>
                    </a:outerShdw>
                  </a:effec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endParaRPr lang="zh-CN" altLang="zh-CN" sz="300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Gill Sans" charset="0"/>
                      <a:ea typeface="Gill Sans" charset="0"/>
                      <a:cs typeface="Gill Sans" charset="0"/>
                      <a:sym typeface="Gill Sans" charset="0"/>
                    </a:endParaRPr>
                  </a:p>
                </p:txBody>
              </p:sp>
              <p:sp>
                <p:nvSpPr>
                  <p:cNvPr id="69" name="AutoShape 387"/>
                  <p:cNvSpPr/>
                  <p:nvPr/>
                </p:nvSpPr>
                <p:spPr bwMode="auto">
                  <a:xfrm>
                    <a:off x="500681" y="98459"/>
                    <a:ext cx="126756" cy="126831"/>
                  </a:xfrm>
                  <a:custGeom>
                    <a:avLst/>
                    <a:gdLst>
                      <a:gd name="T0" fmla="+- 0 10800 961"/>
                      <a:gd name="T1" fmla="*/ T0 w 19679"/>
                      <a:gd name="T2" fmla="+- 0 10800 961"/>
                      <a:gd name="T3" fmla="*/ 10800 h 19679"/>
                      <a:gd name="T4" fmla="+- 0 10800 961"/>
                      <a:gd name="T5" fmla="*/ T4 w 19679"/>
                      <a:gd name="T6" fmla="+- 0 10800 961"/>
                      <a:gd name="T7" fmla="*/ 10800 h 19679"/>
                      <a:gd name="T8" fmla="+- 0 10800 961"/>
                      <a:gd name="T9" fmla="*/ T8 w 19679"/>
                      <a:gd name="T10" fmla="+- 0 10800 961"/>
                      <a:gd name="T11" fmla="*/ 10800 h 19679"/>
                      <a:gd name="T12" fmla="+- 0 10800 961"/>
                      <a:gd name="T13" fmla="*/ T12 w 19679"/>
                      <a:gd name="T14" fmla="+- 0 10800 961"/>
                      <a:gd name="T15" fmla="*/ 10800 h 19679"/>
                    </a:gdLst>
                    <a:ahLst/>
                    <a:cxnLst>
                      <a:cxn ang="0">
                        <a:pos x="T1" y="T3"/>
                      </a:cxn>
                      <a:cxn ang="0">
                        <a:pos x="T5" y="T7"/>
                      </a:cxn>
                      <a:cxn ang="0">
                        <a:pos x="T9" y="T11"/>
                      </a:cxn>
                      <a:cxn ang="0">
                        <a:pos x="T13" y="T15"/>
                      </a:cxn>
                    </a:cxnLst>
                    <a:rect l="0" t="0" r="r" b="b"/>
                    <a:pathLst>
                      <a:path w="19679" h="19679">
                        <a:moveTo>
                          <a:pt x="16796" y="2881"/>
                        </a:moveTo>
                        <a:cubicBezTo>
                          <a:pt x="20639" y="6724"/>
                          <a:pt x="20639" y="12953"/>
                          <a:pt x="16796" y="16796"/>
                        </a:cubicBezTo>
                        <a:cubicBezTo>
                          <a:pt x="12953" y="20638"/>
                          <a:pt x="6724" y="20638"/>
                          <a:pt x="2881" y="16796"/>
                        </a:cubicBezTo>
                        <a:cubicBezTo>
                          <a:pt x="-961" y="12953"/>
                          <a:pt x="-961" y="6724"/>
                          <a:pt x="2881" y="2881"/>
                        </a:cubicBezTo>
                        <a:cubicBezTo>
                          <a:pt x="6724" y="-961"/>
                          <a:pt x="12953" y="-961"/>
                          <a:pt x="16796" y="2881"/>
                        </a:cubicBezTo>
                      </a:path>
                    </a:pathLst>
                  </a:cu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miter lim="0"/>
                  </a:ln>
                  <a:effectLst>
                    <a:outerShdw blurRad="127000" dist="76201" dir="2700000" algn="ctr" rotWithShape="0">
                      <a:srgbClr val="000000">
                        <a:alpha val="75000"/>
                      </a:srgbClr>
                    </a:outerShdw>
                  </a:effec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endParaRPr lang="zh-CN" altLang="zh-CN" sz="300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Gill Sans" charset="0"/>
                      <a:ea typeface="Gill Sans" charset="0"/>
                      <a:cs typeface="Gill Sans" charset="0"/>
                      <a:sym typeface="Gill Sans" charset="0"/>
                    </a:endParaRPr>
                  </a:p>
                </p:txBody>
              </p:sp>
              <p:sp>
                <p:nvSpPr>
                  <p:cNvPr id="70" name="Line 388"/>
                  <p:cNvSpPr>
                    <a:spLocks noChangeShapeType="1"/>
                  </p:cNvSpPr>
                  <p:nvPr/>
                </p:nvSpPr>
                <p:spPr bwMode="auto">
                  <a:xfrm>
                    <a:off x="567835" y="214550"/>
                    <a:ext cx="177749" cy="166402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71" name="Line 389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516400" y="200228"/>
                    <a:ext cx="53029" cy="177850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72" name="Line 390"/>
                  <p:cNvSpPr>
                    <a:spLocks noChangeShapeType="1"/>
                  </p:cNvSpPr>
                  <p:nvPr/>
                </p:nvSpPr>
                <p:spPr bwMode="auto">
                  <a:xfrm>
                    <a:off x="246310" y="219333"/>
                    <a:ext cx="272183" cy="156042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73" name="Line 391"/>
                  <p:cNvSpPr>
                    <a:spLocks noChangeShapeType="1"/>
                  </p:cNvSpPr>
                  <p:nvPr/>
                </p:nvSpPr>
                <p:spPr bwMode="auto">
                  <a:xfrm>
                    <a:off x="248432" y="216942"/>
                    <a:ext cx="501929" cy="166372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74" name="Line 392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85040" y="214550"/>
                    <a:ext cx="287040" cy="169583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75" name="Line 393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59544" y="216149"/>
                    <a:ext cx="500870" cy="160807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76" name="Line 394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62731" y="217734"/>
                    <a:ext cx="189417" cy="164006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77" name="Line 395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250025" y="210573"/>
                    <a:ext cx="30773" cy="167190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78" name="Line 396"/>
                  <p:cNvSpPr>
                    <a:spLocks noChangeShapeType="1"/>
                  </p:cNvSpPr>
                  <p:nvPr/>
                </p:nvSpPr>
                <p:spPr bwMode="auto">
                  <a:xfrm>
                    <a:off x="249892" y="0"/>
                    <a:ext cx="1" cy="103062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79" name="Line 397"/>
                  <p:cNvSpPr>
                    <a:spLocks noChangeShapeType="1"/>
                  </p:cNvSpPr>
                  <p:nvPr/>
                </p:nvSpPr>
                <p:spPr bwMode="auto">
                  <a:xfrm>
                    <a:off x="561904" y="0"/>
                    <a:ext cx="1" cy="103062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80" name="Line 398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01890" y="753698"/>
                    <a:ext cx="1" cy="103063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81" name="Line 399"/>
                  <p:cNvSpPr>
                    <a:spLocks noChangeShapeType="1"/>
                  </p:cNvSpPr>
                  <p:nvPr/>
                </p:nvSpPr>
                <p:spPr bwMode="auto">
                  <a:xfrm>
                    <a:off x="405898" y="753698"/>
                    <a:ext cx="1" cy="103063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  <p:sp>
                <p:nvSpPr>
                  <p:cNvPr id="82" name="Line 400"/>
                  <p:cNvSpPr>
                    <a:spLocks noChangeShapeType="1"/>
                  </p:cNvSpPr>
                  <p:nvPr/>
                </p:nvSpPr>
                <p:spPr bwMode="auto">
                  <a:xfrm>
                    <a:off x="607506" y="753698"/>
                    <a:ext cx="1" cy="103063"/>
                  </a:xfrm>
                  <a:prstGeom prst="line">
                    <a:avLst/>
                  </a:prstGeom>
                  <a:grpFill/>
                  <a:ln w="25400" cap="flat" cmpd="sng">
                    <a:solidFill>
                      <a:srgbClr val="C0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defPPr>
                      <a:defRPr lang="zh-CN"/>
                    </a:defPPr>
                    <a:lvl1pPr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1pPr>
                    <a:lvl2pPr marL="2286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2pPr>
                    <a:lvl3pPr marL="4572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3pPr>
                    <a:lvl4pPr marL="6858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4pPr>
                    <a:lvl5pPr marL="914400" algn="ctr" defTabSz="584200" rtl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5pPr>
                    <a:lvl6pPr marL="22860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6pPr>
                    <a:lvl7pPr marL="27432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7pPr>
                    <a:lvl8pPr marL="32004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8pPr>
                    <a:lvl9pPr marL="3657600" algn="l" defTabSz="914400" rtl="0" eaLnBrk="1" latinLnBrk="0" hangingPunct="1">
                      <a:defRPr sz="3600" kern="1200">
                        <a:solidFill>
                          <a:srgbClr val="000000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  <a:sym typeface="Helvetica Light" charset="0"/>
                      </a:defRPr>
                    </a:lvl9pPr>
                  </a:lstStyle>
                  <a:p>
                    <a:pPr algn="l"/>
                    <a:endParaRPr lang="zh-CN" altLang="zh-CN" sz="1200">
                      <a:latin typeface="Helvetica" panose="020B0604020202030204" pitchFamily="34" charset="0"/>
                      <a:ea typeface="Helvetica" panose="020B0604020202030204" pitchFamily="34" charset="0"/>
                      <a:cs typeface="Helvetica" panose="020B0604020202030204" pitchFamily="34" charset="0"/>
                      <a:sym typeface="Helvetica" panose="020B0604020202030204" pitchFamily="34" charset="0"/>
                    </a:endParaRPr>
                  </a:p>
                </p:txBody>
              </p:sp>
            </p:grpSp>
          </p:grpSp>
        </p:grpSp>
      </p:grpSp>
      <p:grpSp>
        <p:nvGrpSpPr>
          <p:cNvPr id="13" name="Group 401"/>
          <p:cNvGrpSpPr/>
          <p:nvPr/>
        </p:nvGrpSpPr>
        <p:grpSpPr bwMode="auto">
          <a:xfrm>
            <a:off x="4367809" y="3712365"/>
            <a:ext cx="1357313" cy="1387477"/>
            <a:chOff x="384040" y="508198"/>
            <a:chExt cx="1356533" cy="1387934"/>
          </a:xfrm>
        </p:grpSpPr>
        <p:grpSp>
          <p:nvGrpSpPr>
            <p:cNvPr id="14" name="Group 402"/>
            <p:cNvGrpSpPr/>
            <p:nvPr/>
          </p:nvGrpSpPr>
          <p:grpSpPr bwMode="auto">
            <a:xfrm>
              <a:off x="384040" y="1296053"/>
              <a:ext cx="1356533" cy="212085"/>
              <a:chOff x="-1" y="-1"/>
              <a:chExt cx="1356533" cy="212084"/>
            </a:xfrm>
          </p:grpSpPr>
          <p:sp>
            <p:nvSpPr>
              <p:cNvPr id="38" name="AutoShape 403"/>
              <p:cNvSpPr/>
              <p:nvPr/>
            </p:nvSpPr>
            <p:spPr bwMode="auto">
              <a:xfrm>
                <a:off x="-1" y="-1"/>
                <a:ext cx="211959" cy="212084"/>
              </a:xfrm>
              <a:custGeom>
                <a:avLst/>
                <a:gdLst>
                  <a:gd name="T0" fmla="+- 0 10800 961"/>
                  <a:gd name="T1" fmla="*/ T0 w 19679"/>
                  <a:gd name="T2" fmla="+- 0 10800 961"/>
                  <a:gd name="T3" fmla="*/ 10800 h 19679"/>
                  <a:gd name="T4" fmla="+- 0 10800 961"/>
                  <a:gd name="T5" fmla="*/ T4 w 19679"/>
                  <a:gd name="T6" fmla="+- 0 10800 961"/>
                  <a:gd name="T7" fmla="*/ 10800 h 19679"/>
                  <a:gd name="T8" fmla="+- 0 10800 961"/>
                  <a:gd name="T9" fmla="*/ T8 w 19679"/>
                  <a:gd name="T10" fmla="+- 0 10800 961"/>
                  <a:gd name="T11" fmla="*/ 10800 h 19679"/>
                  <a:gd name="T12" fmla="+- 0 10800 961"/>
                  <a:gd name="T13" fmla="*/ T12 w 19679"/>
                  <a:gd name="T14" fmla="+- 0 10800 961"/>
                  <a:gd name="T15" fmla="*/ 10800 h 19679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</a:cxnLst>
                <a:rect l="0" t="0" r="r" b="b"/>
                <a:pathLst>
                  <a:path w="19679" h="19679">
                    <a:moveTo>
                      <a:pt x="16796" y="2881"/>
                    </a:moveTo>
                    <a:cubicBezTo>
                      <a:pt x="20638" y="6724"/>
                      <a:pt x="20638" y="12953"/>
                      <a:pt x="16796" y="16796"/>
                    </a:cubicBezTo>
                    <a:cubicBezTo>
                      <a:pt x="12953" y="20638"/>
                      <a:pt x="6723" y="20638"/>
                      <a:pt x="2881" y="16796"/>
                    </a:cubicBezTo>
                    <a:cubicBezTo>
                      <a:pt x="-961" y="12953"/>
                      <a:pt x="-961" y="6724"/>
                      <a:pt x="2881" y="2881"/>
                    </a:cubicBezTo>
                    <a:cubicBezTo>
                      <a:pt x="6723" y="-961"/>
                      <a:pt x="12953" y="-961"/>
                      <a:pt x="16796" y="2881"/>
                    </a:cubicBezTo>
                  </a:path>
                </a:pathLst>
              </a:custGeom>
              <a:solidFill>
                <a:srgbClr val="53585F"/>
              </a:solidFill>
              <a:ln w="25400" cap="flat" cmpd="sng">
                <a:solidFill>
                  <a:srgbClr val="53585F"/>
                </a:solidFill>
                <a:prstDash val="solid"/>
                <a:miter lim="0"/>
              </a:ln>
              <a:effectLst>
                <a:outerShdw blurRad="127000" dist="76201" dir="2700000" algn="ctr" rotWithShape="0">
                  <a:srgbClr val="000000">
                    <a:alpha val="75000"/>
                  </a:srgbClr>
                </a:outerShdw>
              </a:effectLst>
            </p:spPr>
            <p:txBody>
              <a:bodyPr lIns="0" tIns="0" rIns="0" bIns="0" anchor="ctr"/>
              <a:lstStyle>
                <a:defPPr>
                  <a:defRPr lang="zh-CN"/>
                </a:defPPr>
                <a:lvl1pPr algn="ctr" defTabSz="584200" rtl="0" fontAlgn="base" hangingPunct="0">
                  <a:spcBef>
                    <a:spcPct val="0"/>
                  </a:spcBef>
                  <a:spcAft>
                    <a:spcPct val="0"/>
                  </a:spcAft>
                  <a:defRPr sz="3600" kern="1200">
                    <a:solidFill>
                      <a:srgbClr val="000000"/>
                    </a:solidFill>
                    <a:latin typeface="Helvetica Light" charset="0"/>
                    <a:ea typeface="Helvetica Light" charset="0"/>
                    <a:cs typeface="Helvetica Light" charset="0"/>
                    <a:sym typeface="Helvetica Light" charset="0"/>
                  </a:defRPr>
                </a:lvl1pPr>
                <a:lvl2pPr marL="228600" algn="ctr" defTabSz="584200" rtl="0" fontAlgn="base" hangingPunct="0">
                  <a:spcBef>
                    <a:spcPct val="0"/>
                  </a:spcBef>
                  <a:spcAft>
                    <a:spcPct val="0"/>
                  </a:spcAft>
                  <a:defRPr sz="3600" kern="1200">
                    <a:solidFill>
                      <a:srgbClr val="000000"/>
                    </a:solidFill>
                    <a:latin typeface="Helvetica Light" charset="0"/>
                    <a:ea typeface="Helvetica Light" charset="0"/>
                    <a:cs typeface="Helvetica Light" charset="0"/>
                    <a:sym typeface="Helvetica Light" charset="0"/>
                  </a:defRPr>
                </a:lvl2pPr>
                <a:lvl3pPr marL="457200" algn="ctr" defTabSz="584200" rtl="0" fontAlgn="base" hangingPunct="0">
                  <a:spcBef>
                    <a:spcPct val="0"/>
                  </a:spcBef>
                  <a:spcAft>
                    <a:spcPct val="0"/>
                  </a:spcAft>
                  <a:defRPr sz="3600" kern="1200">
                    <a:solidFill>
                      <a:srgbClr val="000000"/>
                    </a:solidFill>
                    <a:latin typeface="Helvetica Light" charset="0"/>
                    <a:ea typeface="Helvetica Light" charset="0"/>
                    <a:cs typeface="Helvetica Light" charset="0"/>
                    <a:sym typeface="Helvetica Light" charset="0"/>
                  </a:defRPr>
                </a:lvl3pPr>
                <a:lvl4pPr marL="685800" algn="ctr" defTabSz="584200" rtl="0" fontAlgn="base" hangingPunct="0">
                  <a:spcBef>
                    <a:spcPct val="0"/>
                  </a:spcBef>
                  <a:spcAft>
                    <a:spcPct val="0"/>
                  </a:spcAft>
                  <a:defRPr sz="3600" kern="1200">
                    <a:solidFill>
                      <a:srgbClr val="000000"/>
                    </a:solidFill>
                    <a:latin typeface="Helvetica Light" charset="0"/>
                    <a:ea typeface="Helvetica Light" charset="0"/>
                    <a:cs typeface="Helvetica Light" charset="0"/>
                    <a:sym typeface="Helvetica Light" charset="0"/>
                  </a:defRPr>
                </a:lvl4pPr>
                <a:lvl5pPr marL="914400" algn="ctr" defTabSz="584200" rtl="0" fontAlgn="base" hangingPunct="0">
                  <a:spcBef>
                    <a:spcPct val="0"/>
                  </a:spcBef>
                  <a:spcAft>
                    <a:spcPct val="0"/>
                  </a:spcAft>
                  <a:defRPr sz="3600" kern="1200">
                    <a:solidFill>
                      <a:srgbClr val="000000"/>
                    </a:solidFill>
                    <a:latin typeface="Helvetica Light" charset="0"/>
                    <a:ea typeface="Helvetica Light" charset="0"/>
                    <a:cs typeface="Helvetica Light" charset="0"/>
                    <a:sym typeface="Helvetica Light" charset="0"/>
                  </a:defRPr>
                </a:lvl5pPr>
                <a:lvl6pPr marL="2286000" algn="l" defTabSz="914400" rtl="0" eaLnBrk="1" latinLnBrk="0" hangingPunct="1">
                  <a:defRPr sz="3600" kern="1200">
                    <a:solidFill>
                      <a:srgbClr val="000000"/>
                    </a:solidFill>
                    <a:latin typeface="Helvetica Light" charset="0"/>
                    <a:ea typeface="Helvetica Light" charset="0"/>
                    <a:cs typeface="Helvetica Light" charset="0"/>
                    <a:sym typeface="Helvetica Light" charset="0"/>
                  </a:defRPr>
                </a:lvl6pPr>
                <a:lvl7pPr marL="2743200" algn="l" defTabSz="914400" rtl="0" eaLnBrk="1" latinLnBrk="0" hangingPunct="1">
                  <a:defRPr sz="3600" kern="1200">
                    <a:solidFill>
                      <a:srgbClr val="000000"/>
                    </a:solidFill>
                    <a:latin typeface="Helvetica Light" charset="0"/>
                    <a:ea typeface="Helvetica Light" charset="0"/>
                    <a:cs typeface="Helvetica Light" charset="0"/>
                    <a:sym typeface="Helvetica Light" charset="0"/>
                  </a:defRPr>
                </a:lvl7pPr>
                <a:lvl8pPr marL="3200400" algn="l" defTabSz="914400" rtl="0" eaLnBrk="1" latinLnBrk="0" hangingPunct="1">
                  <a:defRPr sz="3600" kern="1200">
                    <a:solidFill>
                      <a:srgbClr val="000000"/>
                    </a:solidFill>
                    <a:latin typeface="Helvetica Light" charset="0"/>
                    <a:ea typeface="Helvetica Light" charset="0"/>
                    <a:cs typeface="Helvetica Light" charset="0"/>
                    <a:sym typeface="Helvetica Light" charset="0"/>
                  </a:defRPr>
                </a:lvl8pPr>
                <a:lvl9pPr marL="3657600" algn="l" defTabSz="914400" rtl="0" eaLnBrk="1" latinLnBrk="0" hangingPunct="1">
                  <a:defRPr sz="3600" kern="1200">
                    <a:solidFill>
                      <a:srgbClr val="000000"/>
                    </a:solidFill>
                    <a:latin typeface="Helvetica Light" charset="0"/>
                    <a:ea typeface="Helvetica Light" charset="0"/>
                    <a:cs typeface="Helvetica Light" charset="0"/>
                    <a:sym typeface="Helvetica Light" charset="0"/>
                  </a:defRPr>
                </a:lvl9pPr>
              </a:lstStyle>
              <a:p>
                <a:endParaRPr lang="zh-CN" altLang="zh-CN" sz="300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Gill Sans" charset="0"/>
                  <a:ea typeface="Gill Sans" charset="0"/>
                  <a:cs typeface="Gill Sans" charset="0"/>
                  <a:sym typeface="Gill Sans" charset="0"/>
                </a:endParaRPr>
              </a:p>
            </p:txBody>
          </p:sp>
          <p:sp>
            <p:nvSpPr>
              <p:cNvPr id="39" name="AutoShape 404"/>
              <p:cNvSpPr/>
              <p:nvPr/>
            </p:nvSpPr>
            <p:spPr bwMode="auto">
              <a:xfrm>
                <a:off x="381524" y="-1"/>
                <a:ext cx="211959" cy="212084"/>
              </a:xfrm>
              <a:custGeom>
                <a:avLst/>
                <a:gdLst>
                  <a:gd name="T0" fmla="+- 0 10800 961"/>
                  <a:gd name="T1" fmla="*/ T0 w 19679"/>
                  <a:gd name="T2" fmla="+- 0 10800 961"/>
                  <a:gd name="T3" fmla="*/ 10800 h 19679"/>
                  <a:gd name="T4" fmla="+- 0 10800 961"/>
                  <a:gd name="T5" fmla="*/ T4 w 19679"/>
                  <a:gd name="T6" fmla="+- 0 10800 961"/>
                  <a:gd name="T7" fmla="*/ 10800 h 19679"/>
                  <a:gd name="T8" fmla="+- 0 10800 961"/>
                  <a:gd name="T9" fmla="*/ T8 w 19679"/>
                  <a:gd name="T10" fmla="+- 0 10800 961"/>
                  <a:gd name="T11" fmla="*/ 10800 h 19679"/>
                  <a:gd name="T12" fmla="+- 0 10800 961"/>
                  <a:gd name="T13" fmla="*/ T12 w 19679"/>
                  <a:gd name="T14" fmla="+- 0 10800 961"/>
                  <a:gd name="T15" fmla="*/ 10800 h 19679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</a:cxnLst>
                <a:rect l="0" t="0" r="r" b="b"/>
                <a:pathLst>
                  <a:path w="19679" h="19679">
                    <a:moveTo>
                      <a:pt x="16796" y="2881"/>
                    </a:moveTo>
                    <a:cubicBezTo>
                      <a:pt x="20638" y="6724"/>
                      <a:pt x="20638" y="12953"/>
                      <a:pt x="16796" y="16796"/>
                    </a:cubicBezTo>
                    <a:cubicBezTo>
                      <a:pt x="12953" y="20638"/>
                      <a:pt x="6723" y="20638"/>
                      <a:pt x="2881" y="16796"/>
                    </a:cubicBezTo>
                    <a:cubicBezTo>
                      <a:pt x="-961" y="12953"/>
                      <a:pt x="-961" y="6724"/>
                      <a:pt x="2881" y="2881"/>
                    </a:cubicBezTo>
                    <a:cubicBezTo>
                      <a:pt x="6723" y="-961"/>
                      <a:pt x="12953" y="-961"/>
                      <a:pt x="16796" y="2881"/>
                    </a:cubicBezTo>
                  </a:path>
                </a:pathLst>
              </a:custGeom>
              <a:solidFill>
                <a:srgbClr val="53585F"/>
              </a:solidFill>
              <a:ln w="25400" cap="flat" cmpd="sng">
                <a:solidFill>
                  <a:srgbClr val="53585F"/>
                </a:solidFill>
                <a:prstDash val="solid"/>
                <a:miter lim="0"/>
              </a:ln>
              <a:effectLst>
                <a:outerShdw blurRad="127000" dist="76201" dir="2700000" algn="ctr" rotWithShape="0">
                  <a:srgbClr val="000000">
                    <a:alpha val="75000"/>
                  </a:srgbClr>
                </a:outerShdw>
              </a:effectLst>
            </p:spPr>
            <p:txBody>
              <a:bodyPr lIns="0" tIns="0" rIns="0" bIns="0" anchor="ctr"/>
              <a:lstStyle>
                <a:defPPr>
                  <a:defRPr lang="zh-CN"/>
                </a:defPPr>
                <a:lvl1pPr algn="ctr" defTabSz="584200" rtl="0" fontAlgn="base" hangingPunct="0">
                  <a:spcBef>
                    <a:spcPct val="0"/>
                  </a:spcBef>
                  <a:spcAft>
                    <a:spcPct val="0"/>
                  </a:spcAft>
                  <a:defRPr sz="3600" kern="1200">
                    <a:solidFill>
                      <a:srgbClr val="000000"/>
                    </a:solidFill>
                    <a:latin typeface="Helvetica Light" charset="0"/>
                    <a:ea typeface="Helvetica Light" charset="0"/>
                    <a:cs typeface="Helvetica Light" charset="0"/>
                    <a:sym typeface="Helvetica Light" charset="0"/>
                  </a:defRPr>
                </a:lvl1pPr>
                <a:lvl2pPr marL="228600" algn="ctr" defTabSz="584200" rtl="0" fontAlgn="base" hangingPunct="0">
                  <a:spcBef>
                    <a:spcPct val="0"/>
                  </a:spcBef>
                  <a:spcAft>
                    <a:spcPct val="0"/>
                  </a:spcAft>
                  <a:defRPr sz="3600" kern="1200">
                    <a:solidFill>
                      <a:srgbClr val="000000"/>
                    </a:solidFill>
                    <a:latin typeface="Helvetica Light" charset="0"/>
                    <a:ea typeface="Helvetica Light" charset="0"/>
                    <a:cs typeface="Helvetica Light" charset="0"/>
                    <a:sym typeface="Helvetica Light" charset="0"/>
                  </a:defRPr>
                </a:lvl2pPr>
                <a:lvl3pPr marL="457200" algn="ctr" defTabSz="584200" rtl="0" fontAlgn="base" hangingPunct="0">
                  <a:spcBef>
                    <a:spcPct val="0"/>
                  </a:spcBef>
                  <a:spcAft>
                    <a:spcPct val="0"/>
                  </a:spcAft>
                  <a:defRPr sz="3600" kern="1200">
                    <a:solidFill>
                      <a:srgbClr val="000000"/>
                    </a:solidFill>
                    <a:latin typeface="Helvetica Light" charset="0"/>
                    <a:ea typeface="Helvetica Light" charset="0"/>
                    <a:cs typeface="Helvetica Light" charset="0"/>
                    <a:sym typeface="Helvetica Light" charset="0"/>
                  </a:defRPr>
                </a:lvl3pPr>
                <a:lvl4pPr marL="685800" algn="ctr" defTabSz="584200" rtl="0" fontAlgn="base" hangingPunct="0">
                  <a:spcBef>
                    <a:spcPct val="0"/>
                  </a:spcBef>
                  <a:spcAft>
                    <a:spcPct val="0"/>
                  </a:spcAft>
                  <a:defRPr sz="3600" kern="1200">
                    <a:solidFill>
                      <a:srgbClr val="000000"/>
                    </a:solidFill>
                    <a:latin typeface="Helvetica Light" charset="0"/>
                    <a:ea typeface="Helvetica Light" charset="0"/>
                    <a:cs typeface="Helvetica Light" charset="0"/>
                    <a:sym typeface="Helvetica Light" charset="0"/>
                  </a:defRPr>
                </a:lvl4pPr>
                <a:lvl5pPr marL="914400" algn="ctr" defTabSz="584200" rtl="0" fontAlgn="base" hangingPunct="0">
                  <a:spcBef>
                    <a:spcPct val="0"/>
                  </a:spcBef>
                  <a:spcAft>
                    <a:spcPct val="0"/>
                  </a:spcAft>
                  <a:defRPr sz="3600" kern="1200">
                    <a:solidFill>
                      <a:srgbClr val="000000"/>
                    </a:solidFill>
                    <a:latin typeface="Helvetica Light" charset="0"/>
                    <a:ea typeface="Helvetica Light" charset="0"/>
                    <a:cs typeface="Helvetica Light" charset="0"/>
                    <a:sym typeface="Helvetica Light" charset="0"/>
                  </a:defRPr>
                </a:lvl5pPr>
                <a:lvl6pPr marL="2286000" algn="l" defTabSz="914400" rtl="0" eaLnBrk="1" latinLnBrk="0" hangingPunct="1">
                  <a:defRPr sz="3600" kern="1200">
                    <a:solidFill>
                      <a:srgbClr val="000000"/>
                    </a:solidFill>
                    <a:latin typeface="Helvetica Light" charset="0"/>
                    <a:ea typeface="Helvetica Light" charset="0"/>
                    <a:cs typeface="Helvetica Light" charset="0"/>
                    <a:sym typeface="Helvetica Light" charset="0"/>
                  </a:defRPr>
                </a:lvl6pPr>
                <a:lvl7pPr marL="2743200" algn="l" defTabSz="914400" rtl="0" eaLnBrk="1" latinLnBrk="0" hangingPunct="1">
                  <a:defRPr sz="3600" kern="1200">
                    <a:solidFill>
                      <a:srgbClr val="000000"/>
                    </a:solidFill>
                    <a:latin typeface="Helvetica Light" charset="0"/>
                    <a:ea typeface="Helvetica Light" charset="0"/>
                    <a:cs typeface="Helvetica Light" charset="0"/>
                    <a:sym typeface="Helvetica Light" charset="0"/>
                  </a:defRPr>
                </a:lvl7pPr>
                <a:lvl8pPr marL="3200400" algn="l" defTabSz="914400" rtl="0" eaLnBrk="1" latinLnBrk="0" hangingPunct="1">
                  <a:defRPr sz="3600" kern="1200">
                    <a:solidFill>
                      <a:srgbClr val="000000"/>
                    </a:solidFill>
                    <a:latin typeface="Helvetica Light" charset="0"/>
                    <a:ea typeface="Helvetica Light" charset="0"/>
                    <a:cs typeface="Helvetica Light" charset="0"/>
                    <a:sym typeface="Helvetica Light" charset="0"/>
                  </a:defRPr>
                </a:lvl8pPr>
                <a:lvl9pPr marL="3657600" algn="l" defTabSz="914400" rtl="0" eaLnBrk="1" latinLnBrk="0" hangingPunct="1">
                  <a:defRPr sz="3600" kern="1200">
                    <a:solidFill>
                      <a:srgbClr val="000000"/>
                    </a:solidFill>
                    <a:latin typeface="Helvetica Light" charset="0"/>
                    <a:ea typeface="Helvetica Light" charset="0"/>
                    <a:cs typeface="Helvetica Light" charset="0"/>
                    <a:sym typeface="Helvetica Light" charset="0"/>
                  </a:defRPr>
                </a:lvl9pPr>
              </a:lstStyle>
              <a:p>
                <a:endParaRPr lang="zh-CN" altLang="zh-CN" sz="300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Gill Sans" charset="0"/>
                  <a:ea typeface="Gill Sans" charset="0"/>
                  <a:cs typeface="Gill Sans" charset="0"/>
                  <a:sym typeface="Gill Sans" charset="0"/>
                </a:endParaRPr>
              </a:p>
            </p:txBody>
          </p:sp>
          <p:sp>
            <p:nvSpPr>
              <p:cNvPr id="40" name="AutoShape 405"/>
              <p:cNvSpPr/>
              <p:nvPr/>
            </p:nvSpPr>
            <p:spPr bwMode="auto">
              <a:xfrm>
                <a:off x="763048" y="-1"/>
                <a:ext cx="211959" cy="212084"/>
              </a:xfrm>
              <a:custGeom>
                <a:avLst/>
                <a:gdLst>
                  <a:gd name="T0" fmla="+- 0 10800 961"/>
                  <a:gd name="T1" fmla="*/ T0 w 19679"/>
                  <a:gd name="T2" fmla="+- 0 10800 961"/>
                  <a:gd name="T3" fmla="*/ 10800 h 19679"/>
                  <a:gd name="T4" fmla="+- 0 10800 961"/>
                  <a:gd name="T5" fmla="*/ T4 w 19679"/>
                  <a:gd name="T6" fmla="+- 0 10800 961"/>
                  <a:gd name="T7" fmla="*/ 10800 h 19679"/>
                  <a:gd name="T8" fmla="+- 0 10800 961"/>
                  <a:gd name="T9" fmla="*/ T8 w 19679"/>
                  <a:gd name="T10" fmla="+- 0 10800 961"/>
                  <a:gd name="T11" fmla="*/ 10800 h 19679"/>
                  <a:gd name="T12" fmla="+- 0 10800 961"/>
                  <a:gd name="T13" fmla="*/ T12 w 19679"/>
                  <a:gd name="T14" fmla="+- 0 10800 961"/>
                  <a:gd name="T15" fmla="*/ 10800 h 19679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</a:cxnLst>
                <a:rect l="0" t="0" r="r" b="b"/>
                <a:pathLst>
                  <a:path w="19679" h="19679">
                    <a:moveTo>
                      <a:pt x="16796" y="2881"/>
                    </a:moveTo>
                    <a:cubicBezTo>
                      <a:pt x="20638" y="6724"/>
                      <a:pt x="20638" y="12953"/>
                      <a:pt x="16796" y="16796"/>
                    </a:cubicBezTo>
                    <a:cubicBezTo>
                      <a:pt x="12953" y="20638"/>
                      <a:pt x="6723" y="20638"/>
                      <a:pt x="2881" y="16796"/>
                    </a:cubicBezTo>
                    <a:cubicBezTo>
                      <a:pt x="-961" y="12953"/>
                      <a:pt x="-961" y="6724"/>
                      <a:pt x="2881" y="2881"/>
                    </a:cubicBezTo>
                    <a:cubicBezTo>
                      <a:pt x="6723" y="-961"/>
                      <a:pt x="12953" y="-961"/>
                      <a:pt x="16796" y="2881"/>
                    </a:cubicBezTo>
                  </a:path>
                </a:pathLst>
              </a:custGeom>
              <a:solidFill>
                <a:srgbClr val="53585F"/>
              </a:solidFill>
              <a:ln w="25400" cap="flat" cmpd="sng">
                <a:solidFill>
                  <a:srgbClr val="53585F"/>
                </a:solidFill>
                <a:prstDash val="solid"/>
                <a:miter lim="0"/>
              </a:ln>
              <a:effectLst>
                <a:outerShdw blurRad="127000" dist="76201" dir="2700000" algn="ctr" rotWithShape="0">
                  <a:srgbClr val="000000">
                    <a:alpha val="75000"/>
                  </a:srgbClr>
                </a:outerShdw>
              </a:effectLst>
            </p:spPr>
            <p:txBody>
              <a:bodyPr lIns="0" tIns="0" rIns="0" bIns="0" anchor="ctr"/>
              <a:lstStyle>
                <a:defPPr>
                  <a:defRPr lang="zh-CN"/>
                </a:defPPr>
                <a:lvl1pPr algn="ctr" defTabSz="584200" rtl="0" fontAlgn="base" hangingPunct="0">
                  <a:spcBef>
                    <a:spcPct val="0"/>
                  </a:spcBef>
                  <a:spcAft>
                    <a:spcPct val="0"/>
                  </a:spcAft>
                  <a:defRPr sz="3600" kern="1200">
                    <a:solidFill>
                      <a:srgbClr val="000000"/>
                    </a:solidFill>
                    <a:latin typeface="Helvetica Light" charset="0"/>
                    <a:ea typeface="Helvetica Light" charset="0"/>
                    <a:cs typeface="Helvetica Light" charset="0"/>
                    <a:sym typeface="Helvetica Light" charset="0"/>
                  </a:defRPr>
                </a:lvl1pPr>
                <a:lvl2pPr marL="228600" algn="ctr" defTabSz="584200" rtl="0" fontAlgn="base" hangingPunct="0">
                  <a:spcBef>
                    <a:spcPct val="0"/>
                  </a:spcBef>
                  <a:spcAft>
                    <a:spcPct val="0"/>
                  </a:spcAft>
                  <a:defRPr sz="3600" kern="1200">
                    <a:solidFill>
                      <a:srgbClr val="000000"/>
                    </a:solidFill>
                    <a:latin typeface="Helvetica Light" charset="0"/>
                    <a:ea typeface="Helvetica Light" charset="0"/>
                    <a:cs typeface="Helvetica Light" charset="0"/>
                    <a:sym typeface="Helvetica Light" charset="0"/>
                  </a:defRPr>
                </a:lvl2pPr>
                <a:lvl3pPr marL="457200" algn="ctr" defTabSz="584200" rtl="0" fontAlgn="base" hangingPunct="0">
                  <a:spcBef>
                    <a:spcPct val="0"/>
                  </a:spcBef>
                  <a:spcAft>
                    <a:spcPct val="0"/>
                  </a:spcAft>
                  <a:defRPr sz="3600" kern="1200">
                    <a:solidFill>
                      <a:srgbClr val="000000"/>
                    </a:solidFill>
                    <a:latin typeface="Helvetica Light" charset="0"/>
                    <a:ea typeface="Helvetica Light" charset="0"/>
                    <a:cs typeface="Helvetica Light" charset="0"/>
                    <a:sym typeface="Helvetica Light" charset="0"/>
                  </a:defRPr>
                </a:lvl3pPr>
                <a:lvl4pPr marL="685800" algn="ctr" defTabSz="584200" rtl="0" fontAlgn="base" hangingPunct="0">
                  <a:spcBef>
                    <a:spcPct val="0"/>
                  </a:spcBef>
                  <a:spcAft>
                    <a:spcPct val="0"/>
                  </a:spcAft>
                  <a:defRPr sz="3600" kern="1200">
                    <a:solidFill>
                      <a:srgbClr val="000000"/>
                    </a:solidFill>
                    <a:latin typeface="Helvetica Light" charset="0"/>
                    <a:ea typeface="Helvetica Light" charset="0"/>
                    <a:cs typeface="Helvetica Light" charset="0"/>
                    <a:sym typeface="Helvetica Light" charset="0"/>
                  </a:defRPr>
                </a:lvl4pPr>
                <a:lvl5pPr marL="914400" algn="ctr" defTabSz="584200" rtl="0" fontAlgn="base" hangingPunct="0">
                  <a:spcBef>
                    <a:spcPct val="0"/>
                  </a:spcBef>
                  <a:spcAft>
                    <a:spcPct val="0"/>
                  </a:spcAft>
                  <a:defRPr sz="3600" kern="1200">
                    <a:solidFill>
                      <a:srgbClr val="000000"/>
                    </a:solidFill>
                    <a:latin typeface="Helvetica Light" charset="0"/>
                    <a:ea typeface="Helvetica Light" charset="0"/>
                    <a:cs typeface="Helvetica Light" charset="0"/>
                    <a:sym typeface="Helvetica Light" charset="0"/>
                  </a:defRPr>
                </a:lvl5pPr>
                <a:lvl6pPr marL="2286000" algn="l" defTabSz="914400" rtl="0" eaLnBrk="1" latinLnBrk="0" hangingPunct="1">
                  <a:defRPr sz="3600" kern="1200">
                    <a:solidFill>
                      <a:srgbClr val="000000"/>
                    </a:solidFill>
                    <a:latin typeface="Helvetica Light" charset="0"/>
                    <a:ea typeface="Helvetica Light" charset="0"/>
                    <a:cs typeface="Helvetica Light" charset="0"/>
                    <a:sym typeface="Helvetica Light" charset="0"/>
                  </a:defRPr>
                </a:lvl6pPr>
                <a:lvl7pPr marL="2743200" algn="l" defTabSz="914400" rtl="0" eaLnBrk="1" latinLnBrk="0" hangingPunct="1">
                  <a:defRPr sz="3600" kern="1200">
                    <a:solidFill>
                      <a:srgbClr val="000000"/>
                    </a:solidFill>
                    <a:latin typeface="Helvetica Light" charset="0"/>
                    <a:ea typeface="Helvetica Light" charset="0"/>
                    <a:cs typeface="Helvetica Light" charset="0"/>
                    <a:sym typeface="Helvetica Light" charset="0"/>
                  </a:defRPr>
                </a:lvl7pPr>
                <a:lvl8pPr marL="3200400" algn="l" defTabSz="914400" rtl="0" eaLnBrk="1" latinLnBrk="0" hangingPunct="1">
                  <a:defRPr sz="3600" kern="1200">
                    <a:solidFill>
                      <a:srgbClr val="000000"/>
                    </a:solidFill>
                    <a:latin typeface="Helvetica Light" charset="0"/>
                    <a:ea typeface="Helvetica Light" charset="0"/>
                    <a:cs typeface="Helvetica Light" charset="0"/>
                    <a:sym typeface="Helvetica Light" charset="0"/>
                  </a:defRPr>
                </a:lvl8pPr>
                <a:lvl9pPr marL="3657600" algn="l" defTabSz="914400" rtl="0" eaLnBrk="1" latinLnBrk="0" hangingPunct="1">
                  <a:defRPr sz="3600" kern="1200">
                    <a:solidFill>
                      <a:srgbClr val="000000"/>
                    </a:solidFill>
                    <a:latin typeface="Helvetica Light" charset="0"/>
                    <a:ea typeface="Helvetica Light" charset="0"/>
                    <a:cs typeface="Helvetica Light" charset="0"/>
                    <a:sym typeface="Helvetica Light" charset="0"/>
                  </a:defRPr>
                </a:lvl9pPr>
              </a:lstStyle>
              <a:p>
                <a:endParaRPr lang="zh-CN" altLang="zh-CN" sz="300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Gill Sans" charset="0"/>
                  <a:ea typeface="Gill Sans" charset="0"/>
                  <a:cs typeface="Gill Sans" charset="0"/>
                  <a:sym typeface="Gill Sans" charset="0"/>
                </a:endParaRPr>
              </a:p>
            </p:txBody>
          </p:sp>
          <p:sp>
            <p:nvSpPr>
              <p:cNvPr id="41" name="AutoShape 406"/>
              <p:cNvSpPr/>
              <p:nvPr/>
            </p:nvSpPr>
            <p:spPr bwMode="auto">
              <a:xfrm>
                <a:off x="1144573" y="-1"/>
                <a:ext cx="211959" cy="212084"/>
              </a:xfrm>
              <a:custGeom>
                <a:avLst/>
                <a:gdLst>
                  <a:gd name="T0" fmla="+- 0 10800 961"/>
                  <a:gd name="T1" fmla="*/ T0 w 19679"/>
                  <a:gd name="T2" fmla="+- 0 10800 961"/>
                  <a:gd name="T3" fmla="*/ 10800 h 19679"/>
                  <a:gd name="T4" fmla="+- 0 10800 961"/>
                  <a:gd name="T5" fmla="*/ T4 w 19679"/>
                  <a:gd name="T6" fmla="+- 0 10800 961"/>
                  <a:gd name="T7" fmla="*/ 10800 h 19679"/>
                  <a:gd name="T8" fmla="+- 0 10800 961"/>
                  <a:gd name="T9" fmla="*/ T8 w 19679"/>
                  <a:gd name="T10" fmla="+- 0 10800 961"/>
                  <a:gd name="T11" fmla="*/ 10800 h 19679"/>
                  <a:gd name="T12" fmla="+- 0 10800 961"/>
                  <a:gd name="T13" fmla="*/ T12 w 19679"/>
                  <a:gd name="T14" fmla="+- 0 10800 961"/>
                  <a:gd name="T15" fmla="*/ 10800 h 19679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</a:cxnLst>
                <a:rect l="0" t="0" r="r" b="b"/>
                <a:pathLst>
                  <a:path w="19679" h="19679">
                    <a:moveTo>
                      <a:pt x="16796" y="2881"/>
                    </a:moveTo>
                    <a:cubicBezTo>
                      <a:pt x="20638" y="6724"/>
                      <a:pt x="20638" y="12953"/>
                      <a:pt x="16796" y="16796"/>
                    </a:cubicBezTo>
                    <a:cubicBezTo>
                      <a:pt x="12953" y="20638"/>
                      <a:pt x="6723" y="20638"/>
                      <a:pt x="2881" y="16796"/>
                    </a:cubicBezTo>
                    <a:cubicBezTo>
                      <a:pt x="-961" y="12953"/>
                      <a:pt x="-961" y="6724"/>
                      <a:pt x="2881" y="2881"/>
                    </a:cubicBezTo>
                    <a:cubicBezTo>
                      <a:pt x="6723" y="-961"/>
                      <a:pt x="12953" y="-961"/>
                      <a:pt x="16796" y="2881"/>
                    </a:cubicBezTo>
                  </a:path>
                </a:pathLst>
              </a:custGeom>
              <a:solidFill>
                <a:srgbClr val="53585F"/>
              </a:solidFill>
              <a:ln w="25400" cap="flat" cmpd="sng">
                <a:solidFill>
                  <a:srgbClr val="53585F"/>
                </a:solidFill>
                <a:prstDash val="solid"/>
                <a:miter lim="0"/>
              </a:ln>
              <a:effectLst>
                <a:outerShdw blurRad="127000" dist="76201" dir="2700000" algn="ctr" rotWithShape="0">
                  <a:srgbClr val="000000">
                    <a:alpha val="75000"/>
                  </a:srgbClr>
                </a:outerShdw>
              </a:effectLst>
            </p:spPr>
            <p:txBody>
              <a:bodyPr lIns="0" tIns="0" rIns="0" bIns="0" anchor="ctr"/>
              <a:lstStyle>
                <a:defPPr>
                  <a:defRPr lang="zh-CN"/>
                </a:defPPr>
                <a:lvl1pPr algn="ctr" defTabSz="584200" rtl="0" fontAlgn="base" hangingPunct="0">
                  <a:spcBef>
                    <a:spcPct val="0"/>
                  </a:spcBef>
                  <a:spcAft>
                    <a:spcPct val="0"/>
                  </a:spcAft>
                  <a:defRPr sz="3600" kern="1200">
                    <a:solidFill>
                      <a:srgbClr val="000000"/>
                    </a:solidFill>
                    <a:latin typeface="Helvetica Light" charset="0"/>
                    <a:ea typeface="Helvetica Light" charset="0"/>
                    <a:cs typeface="Helvetica Light" charset="0"/>
                    <a:sym typeface="Helvetica Light" charset="0"/>
                  </a:defRPr>
                </a:lvl1pPr>
                <a:lvl2pPr marL="228600" algn="ctr" defTabSz="584200" rtl="0" fontAlgn="base" hangingPunct="0">
                  <a:spcBef>
                    <a:spcPct val="0"/>
                  </a:spcBef>
                  <a:spcAft>
                    <a:spcPct val="0"/>
                  </a:spcAft>
                  <a:defRPr sz="3600" kern="1200">
                    <a:solidFill>
                      <a:srgbClr val="000000"/>
                    </a:solidFill>
                    <a:latin typeface="Helvetica Light" charset="0"/>
                    <a:ea typeface="Helvetica Light" charset="0"/>
                    <a:cs typeface="Helvetica Light" charset="0"/>
                    <a:sym typeface="Helvetica Light" charset="0"/>
                  </a:defRPr>
                </a:lvl2pPr>
                <a:lvl3pPr marL="457200" algn="ctr" defTabSz="584200" rtl="0" fontAlgn="base" hangingPunct="0">
                  <a:spcBef>
                    <a:spcPct val="0"/>
                  </a:spcBef>
                  <a:spcAft>
                    <a:spcPct val="0"/>
                  </a:spcAft>
                  <a:defRPr sz="3600" kern="1200">
                    <a:solidFill>
                      <a:srgbClr val="000000"/>
                    </a:solidFill>
                    <a:latin typeface="Helvetica Light" charset="0"/>
                    <a:ea typeface="Helvetica Light" charset="0"/>
                    <a:cs typeface="Helvetica Light" charset="0"/>
                    <a:sym typeface="Helvetica Light" charset="0"/>
                  </a:defRPr>
                </a:lvl3pPr>
                <a:lvl4pPr marL="685800" algn="ctr" defTabSz="584200" rtl="0" fontAlgn="base" hangingPunct="0">
                  <a:spcBef>
                    <a:spcPct val="0"/>
                  </a:spcBef>
                  <a:spcAft>
                    <a:spcPct val="0"/>
                  </a:spcAft>
                  <a:defRPr sz="3600" kern="1200">
                    <a:solidFill>
                      <a:srgbClr val="000000"/>
                    </a:solidFill>
                    <a:latin typeface="Helvetica Light" charset="0"/>
                    <a:ea typeface="Helvetica Light" charset="0"/>
                    <a:cs typeface="Helvetica Light" charset="0"/>
                    <a:sym typeface="Helvetica Light" charset="0"/>
                  </a:defRPr>
                </a:lvl4pPr>
                <a:lvl5pPr marL="914400" algn="ctr" defTabSz="584200" rtl="0" fontAlgn="base" hangingPunct="0">
                  <a:spcBef>
                    <a:spcPct val="0"/>
                  </a:spcBef>
                  <a:spcAft>
                    <a:spcPct val="0"/>
                  </a:spcAft>
                  <a:defRPr sz="3600" kern="1200">
                    <a:solidFill>
                      <a:srgbClr val="000000"/>
                    </a:solidFill>
                    <a:latin typeface="Helvetica Light" charset="0"/>
                    <a:ea typeface="Helvetica Light" charset="0"/>
                    <a:cs typeface="Helvetica Light" charset="0"/>
                    <a:sym typeface="Helvetica Light" charset="0"/>
                  </a:defRPr>
                </a:lvl5pPr>
                <a:lvl6pPr marL="2286000" algn="l" defTabSz="914400" rtl="0" eaLnBrk="1" latinLnBrk="0" hangingPunct="1">
                  <a:defRPr sz="3600" kern="1200">
                    <a:solidFill>
                      <a:srgbClr val="000000"/>
                    </a:solidFill>
                    <a:latin typeface="Helvetica Light" charset="0"/>
                    <a:ea typeface="Helvetica Light" charset="0"/>
                    <a:cs typeface="Helvetica Light" charset="0"/>
                    <a:sym typeface="Helvetica Light" charset="0"/>
                  </a:defRPr>
                </a:lvl6pPr>
                <a:lvl7pPr marL="2743200" algn="l" defTabSz="914400" rtl="0" eaLnBrk="1" latinLnBrk="0" hangingPunct="1">
                  <a:defRPr sz="3600" kern="1200">
                    <a:solidFill>
                      <a:srgbClr val="000000"/>
                    </a:solidFill>
                    <a:latin typeface="Helvetica Light" charset="0"/>
                    <a:ea typeface="Helvetica Light" charset="0"/>
                    <a:cs typeface="Helvetica Light" charset="0"/>
                    <a:sym typeface="Helvetica Light" charset="0"/>
                  </a:defRPr>
                </a:lvl7pPr>
                <a:lvl8pPr marL="3200400" algn="l" defTabSz="914400" rtl="0" eaLnBrk="1" latinLnBrk="0" hangingPunct="1">
                  <a:defRPr sz="3600" kern="1200">
                    <a:solidFill>
                      <a:srgbClr val="000000"/>
                    </a:solidFill>
                    <a:latin typeface="Helvetica Light" charset="0"/>
                    <a:ea typeface="Helvetica Light" charset="0"/>
                    <a:cs typeface="Helvetica Light" charset="0"/>
                    <a:sym typeface="Helvetica Light" charset="0"/>
                  </a:defRPr>
                </a:lvl8pPr>
                <a:lvl9pPr marL="3657600" algn="l" defTabSz="914400" rtl="0" eaLnBrk="1" latinLnBrk="0" hangingPunct="1">
                  <a:defRPr sz="3600" kern="1200">
                    <a:solidFill>
                      <a:srgbClr val="000000"/>
                    </a:solidFill>
                    <a:latin typeface="Helvetica Light" charset="0"/>
                    <a:ea typeface="Helvetica Light" charset="0"/>
                    <a:cs typeface="Helvetica Light" charset="0"/>
                    <a:sym typeface="Helvetica Light" charset="0"/>
                  </a:defRPr>
                </a:lvl9pPr>
              </a:lstStyle>
              <a:p>
                <a:endParaRPr lang="zh-CN" altLang="zh-CN" sz="300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Gill Sans" charset="0"/>
                  <a:ea typeface="Gill Sans" charset="0"/>
                  <a:cs typeface="Gill Sans" charset="0"/>
                  <a:sym typeface="Gill Sans" charset="0"/>
                </a:endParaRPr>
              </a:p>
            </p:txBody>
          </p:sp>
        </p:grpSp>
        <p:sp>
          <p:nvSpPr>
            <p:cNvPr id="15" name="Line 407"/>
            <p:cNvSpPr>
              <a:spLocks noChangeShapeType="1"/>
            </p:cNvSpPr>
            <p:nvPr/>
          </p:nvSpPr>
          <p:spPr bwMode="auto">
            <a:xfrm flipH="1">
              <a:off x="498587" y="721702"/>
              <a:ext cx="1" cy="997414"/>
            </a:xfrm>
            <a:prstGeom prst="line">
              <a:avLst/>
            </a:prstGeom>
            <a:noFill/>
            <a:ln w="25400" cap="flat" cmpd="sng">
              <a:solidFill>
                <a:srgbClr val="53585F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>
              <a:defPPr>
                <a:defRPr lang="zh-CN"/>
              </a:defPPr>
              <a:lvl1pPr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1pPr>
              <a:lvl2pPr marL="228600"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2pPr>
              <a:lvl3pPr marL="457200"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3pPr>
              <a:lvl4pPr marL="685800"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4pPr>
              <a:lvl5pPr marL="914400"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5pPr>
              <a:lvl6pPr marL="2286000" algn="l" defTabSz="914400" rtl="0" eaLnBrk="1" latinLnBrk="0" hangingPunct="1"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6pPr>
              <a:lvl7pPr marL="2743200" algn="l" defTabSz="914400" rtl="0" eaLnBrk="1" latinLnBrk="0" hangingPunct="1"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7pPr>
              <a:lvl8pPr marL="3200400" algn="l" defTabSz="914400" rtl="0" eaLnBrk="1" latinLnBrk="0" hangingPunct="1"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8pPr>
              <a:lvl9pPr marL="3657600" algn="l" defTabSz="914400" rtl="0" eaLnBrk="1" latinLnBrk="0" hangingPunct="1"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9pPr>
            </a:lstStyle>
            <a:p>
              <a:pPr algn="l"/>
              <a:endParaRPr lang="zh-CN" altLang="zh-CN" sz="1200">
                <a:latin typeface="Helvetica" panose="020B0604020202030204" pitchFamily="34" charset="0"/>
                <a:ea typeface="Helvetica" panose="020B0604020202030204" pitchFamily="34" charset="0"/>
                <a:cs typeface="Helvetica" panose="020B0604020202030204" pitchFamily="34" charset="0"/>
                <a:sym typeface="Helvetica" panose="020B0604020202030204" pitchFamily="34" charset="0"/>
              </a:endParaRPr>
            </a:p>
          </p:txBody>
        </p:sp>
        <p:grpSp>
          <p:nvGrpSpPr>
            <p:cNvPr id="16" name="Group 408"/>
            <p:cNvGrpSpPr/>
            <p:nvPr/>
          </p:nvGrpSpPr>
          <p:grpSpPr bwMode="auto">
            <a:xfrm>
              <a:off x="384040" y="908059"/>
              <a:ext cx="1356533" cy="212084"/>
              <a:chOff x="-1" y="-1"/>
              <a:chExt cx="1356533" cy="212084"/>
            </a:xfrm>
          </p:grpSpPr>
          <p:sp>
            <p:nvSpPr>
              <p:cNvPr id="34" name="AutoShape 409"/>
              <p:cNvSpPr/>
              <p:nvPr/>
            </p:nvSpPr>
            <p:spPr bwMode="auto">
              <a:xfrm>
                <a:off x="-1" y="-1"/>
                <a:ext cx="211959" cy="212084"/>
              </a:xfrm>
              <a:custGeom>
                <a:avLst/>
                <a:gdLst>
                  <a:gd name="T0" fmla="+- 0 10800 961"/>
                  <a:gd name="T1" fmla="*/ T0 w 19679"/>
                  <a:gd name="T2" fmla="+- 0 10800 961"/>
                  <a:gd name="T3" fmla="*/ 10800 h 19679"/>
                  <a:gd name="T4" fmla="+- 0 10800 961"/>
                  <a:gd name="T5" fmla="*/ T4 w 19679"/>
                  <a:gd name="T6" fmla="+- 0 10800 961"/>
                  <a:gd name="T7" fmla="*/ 10800 h 19679"/>
                  <a:gd name="T8" fmla="+- 0 10800 961"/>
                  <a:gd name="T9" fmla="*/ T8 w 19679"/>
                  <a:gd name="T10" fmla="+- 0 10800 961"/>
                  <a:gd name="T11" fmla="*/ 10800 h 19679"/>
                  <a:gd name="T12" fmla="+- 0 10800 961"/>
                  <a:gd name="T13" fmla="*/ T12 w 19679"/>
                  <a:gd name="T14" fmla="+- 0 10800 961"/>
                  <a:gd name="T15" fmla="*/ 10800 h 19679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</a:cxnLst>
                <a:rect l="0" t="0" r="r" b="b"/>
                <a:pathLst>
                  <a:path w="19679" h="19679">
                    <a:moveTo>
                      <a:pt x="16796" y="2881"/>
                    </a:moveTo>
                    <a:cubicBezTo>
                      <a:pt x="20638" y="6724"/>
                      <a:pt x="20638" y="12953"/>
                      <a:pt x="16796" y="16796"/>
                    </a:cubicBezTo>
                    <a:cubicBezTo>
                      <a:pt x="12953" y="20638"/>
                      <a:pt x="6723" y="20638"/>
                      <a:pt x="2881" y="16796"/>
                    </a:cubicBezTo>
                    <a:cubicBezTo>
                      <a:pt x="-961" y="12953"/>
                      <a:pt x="-961" y="6724"/>
                      <a:pt x="2881" y="2881"/>
                    </a:cubicBezTo>
                    <a:cubicBezTo>
                      <a:pt x="6723" y="-961"/>
                      <a:pt x="12953" y="-961"/>
                      <a:pt x="16796" y="2881"/>
                    </a:cubicBezTo>
                  </a:path>
                </a:pathLst>
              </a:custGeom>
              <a:solidFill>
                <a:srgbClr val="53585F"/>
              </a:solidFill>
              <a:ln w="25400" cap="flat" cmpd="sng">
                <a:solidFill>
                  <a:srgbClr val="53585F"/>
                </a:solidFill>
                <a:prstDash val="solid"/>
                <a:miter lim="0"/>
              </a:ln>
              <a:effectLst>
                <a:outerShdw blurRad="127000" dist="76201" dir="2700000" algn="ctr" rotWithShape="0">
                  <a:srgbClr val="000000">
                    <a:alpha val="75000"/>
                  </a:srgbClr>
                </a:outerShdw>
              </a:effectLst>
            </p:spPr>
            <p:txBody>
              <a:bodyPr lIns="0" tIns="0" rIns="0" bIns="0" anchor="ctr"/>
              <a:lstStyle>
                <a:defPPr>
                  <a:defRPr lang="zh-CN"/>
                </a:defPPr>
                <a:lvl1pPr algn="ctr" defTabSz="584200" rtl="0" fontAlgn="base" hangingPunct="0">
                  <a:spcBef>
                    <a:spcPct val="0"/>
                  </a:spcBef>
                  <a:spcAft>
                    <a:spcPct val="0"/>
                  </a:spcAft>
                  <a:defRPr sz="3600" kern="1200">
                    <a:solidFill>
                      <a:srgbClr val="000000"/>
                    </a:solidFill>
                    <a:latin typeface="Helvetica Light" charset="0"/>
                    <a:ea typeface="Helvetica Light" charset="0"/>
                    <a:cs typeface="Helvetica Light" charset="0"/>
                    <a:sym typeface="Helvetica Light" charset="0"/>
                  </a:defRPr>
                </a:lvl1pPr>
                <a:lvl2pPr marL="228600" algn="ctr" defTabSz="584200" rtl="0" fontAlgn="base" hangingPunct="0">
                  <a:spcBef>
                    <a:spcPct val="0"/>
                  </a:spcBef>
                  <a:spcAft>
                    <a:spcPct val="0"/>
                  </a:spcAft>
                  <a:defRPr sz="3600" kern="1200">
                    <a:solidFill>
                      <a:srgbClr val="000000"/>
                    </a:solidFill>
                    <a:latin typeface="Helvetica Light" charset="0"/>
                    <a:ea typeface="Helvetica Light" charset="0"/>
                    <a:cs typeface="Helvetica Light" charset="0"/>
                    <a:sym typeface="Helvetica Light" charset="0"/>
                  </a:defRPr>
                </a:lvl2pPr>
                <a:lvl3pPr marL="457200" algn="ctr" defTabSz="584200" rtl="0" fontAlgn="base" hangingPunct="0">
                  <a:spcBef>
                    <a:spcPct val="0"/>
                  </a:spcBef>
                  <a:spcAft>
                    <a:spcPct val="0"/>
                  </a:spcAft>
                  <a:defRPr sz="3600" kern="1200">
                    <a:solidFill>
                      <a:srgbClr val="000000"/>
                    </a:solidFill>
                    <a:latin typeface="Helvetica Light" charset="0"/>
                    <a:ea typeface="Helvetica Light" charset="0"/>
                    <a:cs typeface="Helvetica Light" charset="0"/>
                    <a:sym typeface="Helvetica Light" charset="0"/>
                  </a:defRPr>
                </a:lvl3pPr>
                <a:lvl4pPr marL="685800" algn="ctr" defTabSz="584200" rtl="0" fontAlgn="base" hangingPunct="0">
                  <a:spcBef>
                    <a:spcPct val="0"/>
                  </a:spcBef>
                  <a:spcAft>
                    <a:spcPct val="0"/>
                  </a:spcAft>
                  <a:defRPr sz="3600" kern="1200">
                    <a:solidFill>
                      <a:srgbClr val="000000"/>
                    </a:solidFill>
                    <a:latin typeface="Helvetica Light" charset="0"/>
                    <a:ea typeface="Helvetica Light" charset="0"/>
                    <a:cs typeface="Helvetica Light" charset="0"/>
                    <a:sym typeface="Helvetica Light" charset="0"/>
                  </a:defRPr>
                </a:lvl4pPr>
                <a:lvl5pPr marL="914400" algn="ctr" defTabSz="584200" rtl="0" fontAlgn="base" hangingPunct="0">
                  <a:spcBef>
                    <a:spcPct val="0"/>
                  </a:spcBef>
                  <a:spcAft>
                    <a:spcPct val="0"/>
                  </a:spcAft>
                  <a:defRPr sz="3600" kern="1200">
                    <a:solidFill>
                      <a:srgbClr val="000000"/>
                    </a:solidFill>
                    <a:latin typeface="Helvetica Light" charset="0"/>
                    <a:ea typeface="Helvetica Light" charset="0"/>
                    <a:cs typeface="Helvetica Light" charset="0"/>
                    <a:sym typeface="Helvetica Light" charset="0"/>
                  </a:defRPr>
                </a:lvl5pPr>
                <a:lvl6pPr marL="2286000" algn="l" defTabSz="914400" rtl="0" eaLnBrk="1" latinLnBrk="0" hangingPunct="1">
                  <a:defRPr sz="3600" kern="1200">
                    <a:solidFill>
                      <a:srgbClr val="000000"/>
                    </a:solidFill>
                    <a:latin typeface="Helvetica Light" charset="0"/>
                    <a:ea typeface="Helvetica Light" charset="0"/>
                    <a:cs typeface="Helvetica Light" charset="0"/>
                    <a:sym typeface="Helvetica Light" charset="0"/>
                  </a:defRPr>
                </a:lvl6pPr>
                <a:lvl7pPr marL="2743200" algn="l" defTabSz="914400" rtl="0" eaLnBrk="1" latinLnBrk="0" hangingPunct="1">
                  <a:defRPr sz="3600" kern="1200">
                    <a:solidFill>
                      <a:srgbClr val="000000"/>
                    </a:solidFill>
                    <a:latin typeface="Helvetica Light" charset="0"/>
                    <a:ea typeface="Helvetica Light" charset="0"/>
                    <a:cs typeface="Helvetica Light" charset="0"/>
                    <a:sym typeface="Helvetica Light" charset="0"/>
                  </a:defRPr>
                </a:lvl7pPr>
                <a:lvl8pPr marL="3200400" algn="l" defTabSz="914400" rtl="0" eaLnBrk="1" latinLnBrk="0" hangingPunct="1">
                  <a:defRPr sz="3600" kern="1200">
                    <a:solidFill>
                      <a:srgbClr val="000000"/>
                    </a:solidFill>
                    <a:latin typeface="Helvetica Light" charset="0"/>
                    <a:ea typeface="Helvetica Light" charset="0"/>
                    <a:cs typeface="Helvetica Light" charset="0"/>
                    <a:sym typeface="Helvetica Light" charset="0"/>
                  </a:defRPr>
                </a:lvl8pPr>
                <a:lvl9pPr marL="3657600" algn="l" defTabSz="914400" rtl="0" eaLnBrk="1" latinLnBrk="0" hangingPunct="1">
                  <a:defRPr sz="3600" kern="1200">
                    <a:solidFill>
                      <a:srgbClr val="000000"/>
                    </a:solidFill>
                    <a:latin typeface="Helvetica Light" charset="0"/>
                    <a:ea typeface="Helvetica Light" charset="0"/>
                    <a:cs typeface="Helvetica Light" charset="0"/>
                    <a:sym typeface="Helvetica Light" charset="0"/>
                  </a:defRPr>
                </a:lvl9pPr>
              </a:lstStyle>
              <a:p>
                <a:endParaRPr lang="zh-CN" altLang="zh-CN" sz="300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Gill Sans" charset="0"/>
                  <a:ea typeface="Gill Sans" charset="0"/>
                  <a:cs typeface="Gill Sans" charset="0"/>
                  <a:sym typeface="Gill Sans" charset="0"/>
                </a:endParaRPr>
              </a:p>
            </p:txBody>
          </p:sp>
          <p:sp>
            <p:nvSpPr>
              <p:cNvPr id="35" name="AutoShape 410"/>
              <p:cNvSpPr/>
              <p:nvPr/>
            </p:nvSpPr>
            <p:spPr bwMode="auto">
              <a:xfrm>
                <a:off x="381524" y="-1"/>
                <a:ext cx="211959" cy="212084"/>
              </a:xfrm>
              <a:custGeom>
                <a:avLst/>
                <a:gdLst>
                  <a:gd name="T0" fmla="+- 0 10800 961"/>
                  <a:gd name="T1" fmla="*/ T0 w 19679"/>
                  <a:gd name="T2" fmla="+- 0 10800 961"/>
                  <a:gd name="T3" fmla="*/ 10800 h 19679"/>
                  <a:gd name="T4" fmla="+- 0 10800 961"/>
                  <a:gd name="T5" fmla="*/ T4 w 19679"/>
                  <a:gd name="T6" fmla="+- 0 10800 961"/>
                  <a:gd name="T7" fmla="*/ 10800 h 19679"/>
                  <a:gd name="T8" fmla="+- 0 10800 961"/>
                  <a:gd name="T9" fmla="*/ T8 w 19679"/>
                  <a:gd name="T10" fmla="+- 0 10800 961"/>
                  <a:gd name="T11" fmla="*/ 10800 h 19679"/>
                  <a:gd name="T12" fmla="+- 0 10800 961"/>
                  <a:gd name="T13" fmla="*/ T12 w 19679"/>
                  <a:gd name="T14" fmla="+- 0 10800 961"/>
                  <a:gd name="T15" fmla="*/ 10800 h 19679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</a:cxnLst>
                <a:rect l="0" t="0" r="r" b="b"/>
                <a:pathLst>
                  <a:path w="19679" h="19679">
                    <a:moveTo>
                      <a:pt x="16796" y="2881"/>
                    </a:moveTo>
                    <a:cubicBezTo>
                      <a:pt x="20638" y="6724"/>
                      <a:pt x="20638" y="12953"/>
                      <a:pt x="16796" y="16796"/>
                    </a:cubicBezTo>
                    <a:cubicBezTo>
                      <a:pt x="12953" y="20638"/>
                      <a:pt x="6723" y="20638"/>
                      <a:pt x="2881" y="16796"/>
                    </a:cubicBezTo>
                    <a:cubicBezTo>
                      <a:pt x="-961" y="12953"/>
                      <a:pt x="-961" y="6724"/>
                      <a:pt x="2881" y="2881"/>
                    </a:cubicBezTo>
                    <a:cubicBezTo>
                      <a:pt x="6723" y="-961"/>
                      <a:pt x="12953" y="-961"/>
                      <a:pt x="16796" y="2881"/>
                    </a:cubicBezTo>
                  </a:path>
                </a:pathLst>
              </a:custGeom>
              <a:solidFill>
                <a:srgbClr val="53585F"/>
              </a:solidFill>
              <a:ln w="25400" cap="flat" cmpd="sng">
                <a:solidFill>
                  <a:srgbClr val="53585F"/>
                </a:solidFill>
                <a:prstDash val="solid"/>
                <a:miter lim="0"/>
              </a:ln>
              <a:effectLst>
                <a:outerShdw blurRad="127000" dist="76201" dir="2700000" algn="ctr" rotWithShape="0">
                  <a:srgbClr val="000000">
                    <a:alpha val="75000"/>
                  </a:srgbClr>
                </a:outerShdw>
              </a:effectLst>
            </p:spPr>
            <p:txBody>
              <a:bodyPr lIns="0" tIns="0" rIns="0" bIns="0" anchor="ctr"/>
              <a:lstStyle>
                <a:defPPr>
                  <a:defRPr lang="zh-CN"/>
                </a:defPPr>
                <a:lvl1pPr algn="ctr" defTabSz="584200" rtl="0" fontAlgn="base" hangingPunct="0">
                  <a:spcBef>
                    <a:spcPct val="0"/>
                  </a:spcBef>
                  <a:spcAft>
                    <a:spcPct val="0"/>
                  </a:spcAft>
                  <a:defRPr sz="3600" kern="1200">
                    <a:solidFill>
                      <a:srgbClr val="000000"/>
                    </a:solidFill>
                    <a:latin typeface="Helvetica Light" charset="0"/>
                    <a:ea typeface="Helvetica Light" charset="0"/>
                    <a:cs typeface="Helvetica Light" charset="0"/>
                    <a:sym typeface="Helvetica Light" charset="0"/>
                  </a:defRPr>
                </a:lvl1pPr>
                <a:lvl2pPr marL="228600" algn="ctr" defTabSz="584200" rtl="0" fontAlgn="base" hangingPunct="0">
                  <a:spcBef>
                    <a:spcPct val="0"/>
                  </a:spcBef>
                  <a:spcAft>
                    <a:spcPct val="0"/>
                  </a:spcAft>
                  <a:defRPr sz="3600" kern="1200">
                    <a:solidFill>
                      <a:srgbClr val="000000"/>
                    </a:solidFill>
                    <a:latin typeface="Helvetica Light" charset="0"/>
                    <a:ea typeface="Helvetica Light" charset="0"/>
                    <a:cs typeface="Helvetica Light" charset="0"/>
                    <a:sym typeface="Helvetica Light" charset="0"/>
                  </a:defRPr>
                </a:lvl2pPr>
                <a:lvl3pPr marL="457200" algn="ctr" defTabSz="584200" rtl="0" fontAlgn="base" hangingPunct="0">
                  <a:spcBef>
                    <a:spcPct val="0"/>
                  </a:spcBef>
                  <a:spcAft>
                    <a:spcPct val="0"/>
                  </a:spcAft>
                  <a:defRPr sz="3600" kern="1200">
                    <a:solidFill>
                      <a:srgbClr val="000000"/>
                    </a:solidFill>
                    <a:latin typeface="Helvetica Light" charset="0"/>
                    <a:ea typeface="Helvetica Light" charset="0"/>
                    <a:cs typeface="Helvetica Light" charset="0"/>
                    <a:sym typeface="Helvetica Light" charset="0"/>
                  </a:defRPr>
                </a:lvl3pPr>
                <a:lvl4pPr marL="685800" algn="ctr" defTabSz="584200" rtl="0" fontAlgn="base" hangingPunct="0">
                  <a:spcBef>
                    <a:spcPct val="0"/>
                  </a:spcBef>
                  <a:spcAft>
                    <a:spcPct val="0"/>
                  </a:spcAft>
                  <a:defRPr sz="3600" kern="1200">
                    <a:solidFill>
                      <a:srgbClr val="000000"/>
                    </a:solidFill>
                    <a:latin typeface="Helvetica Light" charset="0"/>
                    <a:ea typeface="Helvetica Light" charset="0"/>
                    <a:cs typeface="Helvetica Light" charset="0"/>
                    <a:sym typeface="Helvetica Light" charset="0"/>
                  </a:defRPr>
                </a:lvl4pPr>
                <a:lvl5pPr marL="914400" algn="ctr" defTabSz="584200" rtl="0" fontAlgn="base" hangingPunct="0">
                  <a:spcBef>
                    <a:spcPct val="0"/>
                  </a:spcBef>
                  <a:spcAft>
                    <a:spcPct val="0"/>
                  </a:spcAft>
                  <a:defRPr sz="3600" kern="1200">
                    <a:solidFill>
                      <a:srgbClr val="000000"/>
                    </a:solidFill>
                    <a:latin typeface="Helvetica Light" charset="0"/>
                    <a:ea typeface="Helvetica Light" charset="0"/>
                    <a:cs typeface="Helvetica Light" charset="0"/>
                    <a:sym typeface="Helvetica Light" charset="0"/>
                  </a:defRPr>
                </a:lvl5pPr>
                <a:lvl6pPr marL="2286000" algn="l" defTabSz="914400" rtl="0" eaLnBrk="1" latinLnBrk="0" hangingPunct="1">
                  <a:defRPr sz="3600" kern="1200">
                    <a:solidFill>
                      <a:srgbClr val="000000"/>
                    </a:solidFill>
                    <a:latin typeface="Helvetica Light" charset="0"/>
                    <a:ea typeface="Helvetica Light" charset="0"/>
                    <a:cs typeface="Helvetica Light" charset="0"/>
                    <a:sym typeface="Helvetica Light" charset="0"/>
                  </a:defRPr>
                </a:lvl6pPr>
                <a:lvl7pPr marL="2743200" algn="l" defTabSz="914400" rtl="0" eaLnBrk="1" latinLnBrk="0" hangingPunct="1">
                  <a:defRPr sz="3600" kern="1200">
                    <a:solidFill>
                      <a:srgbClr val="000000"/>
                    </a:solidFill>
                    <a:latin typeface="Helvetica Light" charset="0"/>
                    <a:ea typeface="Helvetica Light" charset="0"/>
                    <a:cs typeface="Helvetica Light" charset="0"/>
                    <a:sym typeface="Helvetica Light" charset="0"/>
                  </a:defRPr>
                </a:lvl7pPr>
                <a:lvl8pPr marL="3200400" algn="l" defTabSz="914400" rtl="0" eaLnBrk="1" latinLnBrk="0" hangingPunct="1">
                  <a:defRPr sz="3600" kern="1200">
                    <a:solidFill>
                      <a:srgbClr val="000000"/>
                    </a:solidFill>
                    <a:latin typeface="Helvetica Light" charset="0"/>
                    <a:ea typeface="Helvetica Light" charset="0"/>
                    <a:cs typeface="Helvetica Light" charset="0"/>
                    <a:sym typeface="Helvetica Light" charset="0"/>
                  </a:defRPr>
                </a:lvl8pPr>
                <a:lvl9pPr marL="3657600" algn="l" defTabSz="914400" rtl="0" eaLnBrk="1" latinLnBrk="0" hangingPunct="1">
                  <a:defRPr sz="3600" kern="1200">
                    <a:solidFill>
                      <a:srgbClr val="000000"/>
                    </a:solidFill>
                    <a:latin typeface="Helvetica Light" charset="0"/>
                    <a:ea typeface="Helvetica Light" charset="0"/>
                    <a:cs typeface="Helvetica Light" charset="0"/>
                    <a:sym typeface="Helvetica Light" charset="0"/>
                  </a:defRPr>
                </a:lvl9pPr>
              </a:lstStyle>
              <a:p>
                <a:endParaRPr lang="zh-CN" altLang="zh-CN" sz="300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Gill Sans" charset="0"/>
                  <a:ea typeface="Gill Sans" charset="0"/>
                  <a:cs typeface="Gill Sans" charset="0"/>
                  <a:sym typeface="Gill Sans" charset="0"/>
                </a:endParaRPr>
              </a:p>
            </p:txBody>
          </p:sp>
          <p:sp>
            <p:nvSpPr>
              <p:cNvPr id="36" name="AutoShape 411"/>
              <p:cNvSpPr/>
              <p:nvPr/>
            </p:nvSpPr>
            <p:spPr bwMode="auto">
              <a:xfrm>
                <a:off x="763048" y="-1"/>
                <a:ext cx="211959" cy="212084"/>
              </a:xfrm>
              <a:custGeom>
                <a:avLst/>
                <a:gdLst>
                  <a:gd name="T0" fmla="+- 0 10800 961"/>
                  <a:gd name="T1" fmla="*/ T0 w 19679"/>
                  <a:gd name="T2" fmla="+- 0 10800 961"/>
                  <a:gd name="T3" fmla="*/ 10800 h 19679"/>
                  <a:gd name="T4" fmla="+- 0 10800 961"/>
                  <a:gd name="T5" fmla="*/ T4 w 19679"/>
                  <a:gd name="T6" fmla="+- 0 10800 961"/>
                  <a:gd name="T7" fmla="*/ 10800 h 19679"/>
                  <a:gd name="T8" fmla="+- 0 10800 961"/>
                  <a:gd name="T9" fmla="*/ T8 w 19679"/>
                  <a:gd name="T10" fmla="+- 0 10800 961"/>
                  <a:gd name="T11" fmla="*/ 10800 h 19679"/>
                  <a:gd name="T12" fmla="+- 0 10800 961"/>
                  <a:gd name="T13" fmla="*/ T12 w 19679"/>
                  <a:gd name="T14" fmla="+- 0 10800 961"/>
                  <a:gd name="T15" fmla="*/ 10800 h 19679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</a:cxnLst>
                <a:rect l="0" t="0" r="r" b="b"/>
                <a:pathLst>
                  <a:path w="19679" h="19679">
                    <a:moveTo>
                      <a:pt x="16796" y="2881"/>
                    </a:moveTo>
                    <a:cubicBezTo>
                      <a:pt x="20638" y="6724"/>
                      <a:pt x="20638" y="12953"/>
                      <a:pt x="16796" y="16796"/>
                    </a:cubicBezTo>
                    <a:cubicBezTo>
                      <a:pt x="12953" y="20638"/>
                      <a:pt x="6723" y="20638"/>
                      <a:pt x="2881" y="16796"/>
                    </a:cubicBezTo>
                    <a:cubicBezTo>
                      <a:pt x="-961" y="12953"/>
                      <a:pt x="-961" y="6724"/>
                      <a:pt x="2881" y="2881"/>
                    </a:cubicBezTo>
                    <a:cubicBezTo>
                      <a:pt x="6723" y="-961"/>
                      <a:pt x="12953" y="-961"/>
                      <a:pt x="16796" y="2881"/>
                    </a:cubicBezTo>
                  </a:path>
                </a:pathLst>
              </a:custGeom>
              <a:solidFill>
                <a:srgbClr val="53585F"/>
              </a:solidFill>
              <a:ln w="25400" cap="flat" cmpd="sng">
                <a:solidFill>
                  <a:srgbClr val="53585F"/>
                </a:solidFill>
                <a:prstDash val="solid"/>
                <a:miter lim="0"/>
              </a:ln>
              <a:effectLst>
                <a:outerShdw blurRad="127000" dist="76201" dir="2700000" algn="ctr" rotWithShape="0">
                  <a:srgbClr val="000000">
                    <a:alpha val="75000"/>
                  </a:srgbClr>
                </a:outerShdw>
              </a:effectLst>
            </p:spPr>
            <p:txBody>
              <a:bodyPr lIns="0" tIns="0" rIns="0" bIns="0" anchor="ctr"/>
              <a:lstStyle>
                <a:defPPr>
                  <a:defRPr lang="zh-CN"/>
                </a:defPPr>
                <a:lvl1pPr algn="ctr" defTabSz="584200" rtl="0" fontAlgn="base" hangingPunct="0">
                  <a:spcBef>
                    <a:spcPct val="0"/>
                  </a:spcBef>
                  <a:spcAft>
                    <a:spcPct val="0"/>
                  </a:spcAft>
                  <a:defRPr sz="3600" kern="1200">
                    <a:solidFill>
                      <a:srgbClr val="000000"/>
                    </a:solidFill>
                    <a:latin typeface="Helvetica Light" charset="0"/>
                    <a:ea typeface="Helvetica Light" charset="0"/>
                    <a:cs typeface="Helvetica Light" charset="0"/>
                    <a:sym typeface="Helvetica Light" charset="0"/>
                  </a:defRPr>
                </a:lvl1pPr>
                <a:lvl2pPr marL="228600" algn="ctr" defTabSz="584200" rtl="0" fontAlgn="base" hangingPunct="0">
                  <a:spcBef>
                    <a:spcPct val="0"/>
                  </a:spcBef>
                  <a:spcAft>
                    <a:spcPct val="0"/>
                  </a:spcAft>
                  <a:defRPr sz="3600" kern="1200">
                    <a:solidFill>
                      <a:srgbClr val="000000"/>
                    </a:solidFill>
                    <a:latin typeface="Helvetica Light" charset="0"/>
                    <a:ea typeface="Helvetica Light" charset="0"/>
                    <a:cs typeface="Helvetica Light" charset="0"/>
                    <a:sym typeface="Helvetica Light" charset="0"/>
                  </a:defRPr>
                </a:lvl2pPr>
                <a:lvl3pPr marL="457200" algn="ctr" defTabSz="584200" rtl="0" fontAlgn="base" hangingPunct="0">
                  <a:spcBef>
                    <a:spcPct val="0"/>
                  </a:spcBef>
                  <a:spcAft>
                    <a:spcPct val="0"/>
                  </a:spcAft>
                  <a:defRPr sz="3600" kern="1200">
                    <a:solidFill>
                      <a:srgbClr val="000000"/>
                    </a:solidFill>
                    <a:latin typeface="Helvetica Light" charset="0"/>
                    <a:ea typeface="Helvetica Light" charset="0"/>
                    <a:cs typeface="Helvetica Light" charset="0"/>
                    <a:sym typeface="Helvetica Light" charset="0"/>
                  </a:defRPr>
                </a:lvl3pPr>
                <a:lvl4pPr marL="685800" algn="ctr" defTabSz="584200" rtl="0" fontAlgn="base" hangingPunct="0">
                  <a:spcBef>
                    <a:spcPct val="0"/>
                  </a:spcBef>
                  <a:spcAft>
                    <a:spcPct val="0"/>
                  </a:spcAft>
                  <a:defRPr sz="3600" kern="1200">
                    <a:solidFill>
                      <a:srgbClr val="000000"/>
                    </a:solidFill>
                    <a:latin typeface="Helvetica Light" charset="0"/>
                    <a:ea typeface="Helvetica Light" charset="0"/>
                    <a:cs typeface="Helvetica Light" charset="0"/>
                    <a:sym typeface="Helvetica Light" charset="0"/>
                  </a:defRPr>
                </a:lvl4pPr>
                <a:lvl5pPr marL="914400" algn="ctr" defTabSz="584200" rtl="0" fontAlgn="base" hangingPunct="0">
                  <a:spcBef>
                    <a:spcPct val="0"/>
                  </a:spcBef>
                  <a:spcAft>
                    <a:spcPct val="0"/>
                  </a:spcAft>
                  <a:defRPr sz="3600" kern="1200">
                    <a:solidFill>
                      <a:srgbClr val="000000"/>
                    </a:solidFill>
                    <a:latin typeface="Helvetica Light" charset="0"/>
                    <a:ea typeface="Helvetica Light" charset="0"/>
                    <a:cs typeface="Helvetica Light" charset="0"/>
                    <a:sym typeface="Helvetica Light" charset="0"/>
                  </a:defRPr>
                </a:lvl5pPr>
                <a:lvl6pPr marL="2286000" algn="l" defTabSz="914400" rtl="0" eaLnBrk="1" latinLnBrk="0" hangingPunct="1">
                  <a:defRPr sz="3600" kern="1200">
                    <a:solidFill>
                      <a:srgbClr val="000000"/>
                    </a:solidFill>
                    <a:latin typeface="Helvetica Light" charset="0"/>
                    <a:ea typeface="Helvetica Light" charset="0"/>
                    <a:cs typeface="Helvetica Light" charset="0"/>
                    <a:sym typeface="Helvetica Light" charset="0"/>
                  </a:defRPr>
                </a:lvl6pPr>
                <a:lvl7pPr marL="2743200" algn="l" defTabSz="914400" rtl="0" eaLnBrk="1" latinLnBrk="0" hangingPunct="1">
                  <a:defRPr sz="3600" kern="1200">
                    <a:solidFill>
                      <a:srgbClr val="000000"/>
                    </a:solidFill>
                    <a:latin typeface="Helvetica Light" charset="0"/>
                    <a:ea typeface="Helvetica Light" charset="0"/>
                    <a:cs typeface="Helvetica Light" charset="0"/>
                    <a:sym typeface="Helvetica Light" charset="0"/>
                  </a:defRPr>
                </a:lvl7pPr>
                <a:lvl8pPr marL="3200400" algn="l" defTabSz="914400" rtl="0" eaLnBrk="1" latinLnBrk="0" hangingPunct="1">
                  <a:defRPr sz="3600" kern="1200">
                    <a:solidFill>
                      <a:srgbClr val="000000"/>
                    </a:solidFill>
                    <a:latin typeface="Helvetica Light" charset="0"/>
                    <a:ea typeface="Helvetica Light" charset="0"/>
                    <a:cs typeface="Helvetica Light" charset="0"/>
                    <a:sym typeface="Helvetica Light" charset="0"/>
                  </a:defRPr>
                </a:lvl8pPr>
                <a:lvl9pPr marL="3657600" algn="l" defTabSz="914400" rtl="0" eaLnBrk="1" latinLnBrk="0" hangingPunct="1">
                  <a:defRPr sz="3600" kern="1200">
                    <a:solidFill>
                      <a:srgbClr val="000000"/>
                    </a:solidFill>
                    <a:latin typeface="Helvetica Light" charset="0"/>
                    <a:ea typeface="Helvetica Light" charset="0"/>
                    <a:cs typeface="Helvetica Light" charset="0"/>
                    <a:sym typeface="Helvetica Light" charset="0"/>
                  </a:defRPr>
                </a:lvl9pPr>
              </a:lstStyle>
              <a:p>
                <a:endParaRPr lang="zh-CN" altLang="zh-CN" sz="300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Gill Sans" charset="0"/>
                  <a:ea typeface="Gill Sans" charset="0"/>
                  <a:cs typeface="Gill Sans" charset="0"/>
                  <a:sym typeface="Gill Sans" charset="0"/>
                </a:endParaRPr>
              </a:p>
            </p:txBody>
          </p:sp>
          <p:sp>
            <p:nvSpPr>
              <p:cNvPr id="37" name="AutoShape 412"/>
              <p:cNvSpPr/>
              <p:nvPr/>
            </p:nvSpPr>
            <p:spPr bwMode="auto">
              <a:xfrm>
                <a:off x="1144573" y="-1"/>
                <a:ext cx="211959" cy="212084"/>
              </a:xfrm>
              <a:custGeom>
                <a:avLst/>
                <a:gdLst>
                  <a:gd name="T0" fmla="+- 0 10800 961"/>
                  <a:gd name="T1" fmla="*/ T0 w 19679"/>
                  <a:gd name="T2" fmla="+- 0 10800 961"/>
                  <a:gd name="T3" fmla="*/ 10800 h 19679"/>
                  <a:gd name="T4" fmla="+- 0 10800 961"/>
                  <a:gd name="T5" fmla="*/ T4 w 19679"/>
                  <a:gd name="T6" fmla="+- 0 10800 961"/>
                  <a:gd name="T7" fmla="*/ 10800 h 19679"/>
                  <a:gd name="T8" fmla="+- 0 10800 961"/>
                  <a:gd name="T9" fmla="*/ T8 w 19679"/>
                  <a:gd name="T10" fmla="+- 0 10800 961"/>
                  <a:gd name="T11" fmla="*/ 10800 h 19679"/>
                  <a:gd name="T12" fmla="+- 0 10800 961"/>
                  <a:gd name="T13" fmla="*/ T12 w 19679"/>
                  <a:gd name="T14" fmla="+- 0 10800 961"/>
                  <a:gd name="T15" fmla="*/ 10800 h 19679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</a:cxnLst>
                <a:rect l="0" t="0" r="r" b="b"/>
                <a:pathLst>
                  <a:path w="19679" h="19679">
                    <a:moveTo>
                      <a:pt x="16796" y="2881"/>
                    </a:moveTo>
                    <a:cubicBezTo>
                      <a:pt x="20638" y="6724"/>
                      <a:pt x="20638" y="12953"/>
                      <a:pt x="16796" y="16796"/>
                    </a:cubicBezTo>
                    <a:cubicBezTo>
                      <a:pt x="12953" y="20638"/>
                      <a:pt x="6723" y="20638"/>
                      <a:pt x="2881" y="16796"/>
                    </a:cubicBezTo>
                    <a:cubicBezTo>
                      <a:pt x="-961" y="12953"/>
                      <a:pt x="-961" y="6724"/>
                      <a:pt x="2881" y="2881"/>
                    </a:cubicBezTo>
                    <a:cubicBezTo>
                      <a:pt x="6723" y="-961"/>
                      <a:pt x="12953" y="-961"/>
                      <a:pt x="16796" y="2881"/>
                    </a:cubicBezTo>
                  </a:path>
                </a:pathLst>
              </a:custGeom>
              <a:solidFill>
                <a:srgbClr val="53585F"/>
              </a:solidFill>
              <a:ln w="25400" cap="flat" cmpd="sng">
                <a:solidFill>
                  <a:srgbClr val="53585F"/>
                </a:solidFill>
                <a:prstDash val="solid"/>
                <a:miter lim="0"/>
              </a:ln>
              <a:effectLst>
                <a:outerShdw blurRad="127000" dist="76201" dir="2700000" algn="ctr" rotWithShape="0">
                  <a:srgbClr val="000000">
                    <a:alpha val="75000"/>
                  </a:srgbClr>
                </a:outerShdw>
              </a:effectLst>
            </p:spPr>
            <p:txBody>
              <a:bodyPr lIns="0" tIns="0" rIns="0" bIns="0" anchor="ctr"/>
              <a:lstStyle>
                <a:defPPr>
                  <a:defRPr lang="zh-CN"/>
                </a:defPPr>
                <a:lvl1pPr algn="ctr" defTabSz="584200" rtl="0" fontAlgn="base" hangingPunct="0">
                  <a:spcBef>
                    <a:spcPct val="0"/>
                  </a:spcBef>
                  <a:spcAft>
                    <a:spcPct val="0"/>
                  </a:spcAft>
                  <a:defRPr sz="3600" kern="1200">
                    <a:solidFill>
                      <a:srgbClr val="000000"/>
                    </a:solidFill>
                    <a:latin typeface="Helvetica Light" charset="0"/>
                    <a:ea typeface="Helvetica Light" charset="0"/>
                    <a:cs typeface="Helvetica Light" charset="0"/>
                    <a:sym typeface="Helvetica Light" charset="0"/>
                  </a:defRPr>
                </a:lvl1pPr>
                <a:lvl2pPr marL="228600" algn="ctr" defTabSz="584200" rtl="0" fontAlgn="base" hangingPunct="0">
                  <a:spcBef>
                    <a:spcPct val="0"/>
                  </a:spcBef>
                  <a:spcAft>
                    <a:spcPct val="0"/>
                  </a:spcAft>
                  <a:defRPr sz="3600" kern="1200">
                    <a:solidFill>
                      <a:srgbClr val="000000"/>
                    </a:solidFill>
                    <a:latin typeface="Helvetica Light" charset="0"/>
                    <a:ea typeface="Helvetica Light" charset="0"/>
                    <a:cs typeface="Helvetica Light" charset="0"/>
                    <a:sym typeface="Helvetica Light" charset="0"/>
                  </a:defRPr>
                </a:lvl2pPr>
                <a:lvl3pPr marL="457200" algn="ctr" defTabSz="584200" rtl="0" fontAlgn="base" hangingPunct="0">
                  <a:spcBef>
                    <a:spcPct val="0"/>
                  </a:spcBef>
                  <a:spcAft>
                    <a:spcPct val="0"/>
                  </a:spcAft>
                  <a:defRPr sz="3600" kern="1200">
                    <a:solidFill>
                      <a:srgbClr val="000000"/>
                    </a:solidFill>
                    <a:latin typeface="Helvetica Light" charset="0"/>
                    <a:ea typeface="Helvetica Light" charset="0"/>
                    <a:cs typeface="Helvetica Light" charset="0"/>
                    <a:sym typeface="Helvetica Light" charset="0"/>
                  </a:defRPr>
                </a:lvl3pPr>
                <a:lvl4pPr marL="685800" algn="ctr" defTabSz="584200" rtl="0" fontAlgn="base" hangingPunct="0">
                  <a:spcBef>
                    <a:spcPct val="0"/>
                  </a:spcBef>
                  <a:spcAft>
                    <a:spcPct val="0"/>
                  </a:spcAft>
                  <a:defRPr sz="3600" kern="1200">
                    <a:solidFill>
                      <a:srgbClr val="000000"/>
                    </a:solidFill>
                    <a:latin typeface="Helvetica Light" charset="0"/>
                    <a:ea typeface="Helvetica Light" charset="0"/>
                    <a:cs typeface="Helvetica Light" charset="0"/>
                    <a:sym typeface="Helvetica Light" charset="0"/>
                  </a:defRPr>
                </a:lvl4pPr>
                <a:lvl5pPr marL="914400" algn="ctr" defTabSz="584200" rtl="0" fontAlgn="base" hangingPunct="0">
                  <a:spcBef>
                    <a:spcPct val="0"/>
                  </a:spcBef>
                  <a:spcAft>
                    <a:spcPct val="0"/>
                  </a:spcAft>
                  <a:defRPr sz="3600" kern="1200">
                    <a:solidFill>
                      <a:srgbClr val="000000"/>
                    </a:solidFill>
                    <a:latin typeface="Helvetica Light" charset="0"/>
                    <a:ea typeface="Helvetica Light" charset="0"/>
                    <a:cs typeface="Helvetica Light" charset="0"/>
                    <a:sym typeface="Helvetica Light" charset="0"/>
                  </a:defRPr>
                </a:lvl5pPr>
                <a:lvl6pPr marL="2286000" algn="l" defTabSz="914400" rtl="0" eaLnBrk="1" latinLnBrk="0" hangingPunct="1">
                  <a:defRPr sz="3600" kern="1200">
                    <a:solidFill>
                      <a:srgbClr val="000000"/>
                    </a:solidFill>
                    <a:latin typeface="Helvetica Light" charset="0"/>
                    <a:ea typeface="Helvetica Light" charset="0"/>
                    <a:cs typeface="Helvetica Light" charset="0"/>
                    <a:sym typeface="Helvetica Light" charset="0"/>
                  </a:defRPr>
                </a:lvl6pPr>
                <a:lvl7pPr marL="2743200" algn="l" defTabSz="914400" rtl="0" eaLnBrk="1" latinLnBrk="0" hangingPunct="1">
                  <a:defRPr sz="3600" kern="1200">
                    <a:solidFill>
                      <a:srgbClr val="000000"/>
                    </a:solidFill>
                    <a:latin typeface="Helvetica Light" charset="0"/>
                    <a:ea typeface="Helvetica Light" charset="0"/>
                    <a:cs typeface="Helvetica Light" charset="0"/>
                    <a:sym typeface="Helvetica Light" charset="0"/>
                  </a:defRPr>
                </a:lvl7pPr>
                <a:lvl8pPr marL="3200400" algn="l" defTabSz="914400" rtl="0" eaLnBrk="1" latinLnBrk="0" hangingPunct="1">
                  <a:defRPr sz="3600" kern="1200">
                    <a:solidFill>
                      <a:srgbClr val="000000"/>
                    </a:solidFill>
                    <a:latin typeface="Helvetica Light" charset="0"/>
                    <a:ea typeface="Helvetica Light" charset="0"/>
                    <a:cs typeface="Helvetica Light" charset="0"/>
                    <a:sym typeface="Helvetica Light" charset="0"/>
                  </a:defRPr>
                </a:lvl8pPr>
                <a:lvl9pPr marL="3657600" algn="l" defTabSz="914400" rtl="0" eaLnBrk="1" latinLnBrk="0" hangingPunct="1">
                  <a:defRPr sz="3600" kern="1200">
                    <a:solidFill>
                      <a:srgbClr val="000000"/>
                    </a:solidFill>
                    <a:latin typeface="Helvetica Light" charset="0"/>
                    <a:ea typeface="Helvetica Light" charset="0"/>
                    <a:cs typeface="Helvetica Light" charset="0"/>
                    <a:sym typeface="Helvetica Light" charset="0"/>
                  </a:defRPr>
                </a:lvl9pPr>
              </a:lstStyle>
              <a:p>
                <a:endParaRPr lang="zh-CN" altLang="zh-CN" sz="300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Gill Sans" charset="0"/>
                  <a:ea typeface="Gill Sans" charset="0"/>
                  <a:cs typeface="Gill Sans" charset="0"/>
                  <a:sym typeface="Gill Sans" charset="0"/>
                </a:endParaRPr>
              </a:p>
            </p:txBody>
          </p:sp>
        </p:grpSp>
        <p:grpSp>
          <p:nvGrpSpPr>
            <p:cNvPr id="17" name="Group 413"/>
            <p:cNvGrpSpPr/>
            <p:nvPr/>
          </p:nvGrpSpPr>
          <p:grpSpPr bwMode="auto">
            <a:xfrm>
              <a:off x="384040" y="508198"/>
              <a:ext cx="1356533" cy="212085"/>
              <a:chOff x="-1" y="-1"/>
              <a:chExt cx="1356533" cy="212084"/>
            </a:xfrm>
          </p:grpSpPr>
          <p:sp>
            <p:nvSpPr>
              <p:cNvPr id="30" name="AutoShape 414"/>
              <p:cNvSpPr/>
              <p:nvPr/>
            </p:nvSpPr>
            <p:spPr bwMode="auto">
              <a:xfrm>
                <a:off x="-1" y="-1"/>
                <a:ext cx="211959" cy="212084"/>
              </a:xfrm>
              <a:custGeom>
                <a:avLst/>
                <a:gdLst>
                  <a:gd name="T0" fmla="+- 0 10800 961"/>
                  <a:gd name="T1" fmla="*/ T0 w 19679"/>
                  <a:gd name="T2" fmla="+- 0 10800 961"/>
                  <a:gd name="T3" fmla="*/ 10800 h 19679"/>
                  <a:gd name="T4" fmla="+- 0 10800 961"/>
                  <a:gd name="T5" fmla="*/ T4 w 19679"/>
                  <a:gd name="T6" fmla="+- 0 10800 961"/>
                  <a:gd name="T7" fmla="*/ 10800 h 19679"/>
                  <a:gd name="T8" fmla="+- 0 10800 961"/>
                  <a:gd name="T9" fmla="*/ T8 w 19679"/>
                  <a:gd name="T10" fmla="+- 0 10800 961"/>
                  <a:gd name="T11" fmla="*/ 10800 h 19679"/>
                  <a:gd name="T12" fmla="+- 0 10800 961"/>
                  <a:gd name="T13" fmla="*/ T12 w 19679"/>
                  <a:gd name="T14" fmla="+- 0 10800 961"/>
                  <a:gd name="T15" fmla="*/ 10800 h 19679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</a:cxnLst>
                <a:rect l="0" t="0" r="r" b="b"/>
                <a:pathLst>
                  <a:path w="19679" h="19679">
                    <a:moveTo>
                      <a:pt x="16796" y="2881"/>
                    </a:moveTo>
                    <a:cubicBezTo>
                      <a:pt x="20638" y="6724"/>
                      <a:pt x="20638" y="12953"/>
                      <a:pt x="16796" y="16796"/>
                    </a:cubicBezTo>
                    <a:cubicBezTo>
                      <a:pt x="12953" y="20638"/>
                      <a:pt x="6723" y="20638"/>
                      <a:pt x="2881" y="16796"/>
                    </a:cubicBezTo>
                    <a:cubicBezTo>
                      <a:pt x="-961" y="12953"/>
                      <a:pt x="-961" y="6724"/>
                      <a:pt x="2881" y="2881"/>
                    </a:cubicBezTo>
                    <a:cubicBezTo>
                      <a:pt x="6723" y="-961"/>
                      <a:pt x="12953" y="-961"/>
                      <a:pt x="16796" y="2881"/>
                    </a:cubicBezTo>
                  </a:path>
                </a:pathLst>
              </a:custGeom>
              <a:solidFill>
                <a:srgbClr val="53585F"/>
              </a:solidFill>
              <a:ln w="25400" cap="flat" cmpd="sng">
                <a:solidFill>
                  <a:srgbClr val="53585F"/>
                </a:solidFill>
                <a:prstDash val="solid"/>
                <a:miter lim="0"/>
              </a:ln>
              <a:effectLst>
                <a:outerShdw blurRad="127000" dist="76201" dir="2700000" algn="ctr" rotWithShape="0">
                  <a:srgbClr val="000000">
                    <a:alpha val="75000"/>
                  </a:srgbClr>
                </a:outerShdw>
              </a:effectLst>
            </p:spPr>
            <p:txBody>
              <a:bodyPr lIns="0" tIns="0" rIns="0" bIns="0" anchor="ctr"/>
              <a:lstStyle>
                <a:defPPr>
                  <a:defRPr lang="zh-CN"/>
                </a:defPPr>
                <a:lvl1pPr algn="ctr" defTabSz="584200" rtl="0" fontAlgn="base" hangingPunct="0">
                  <a:spcBef>
                    <a:spcPct val="0"/>
                  </a:spcBef>
                  <a:spcAft>
                    <a:spcPct val="0"/>
                  </a:spcAft>
                  <a:defRPr sz="3600" kern="1200">
                    <a:solidFill>
                      <a:srgbClr val="000000"/>
                    </a:solidFill>
                    <a:latin typeface="Helvetica Light" charset="0"/>
                    <a:ea typeface="Helvetica Light" charset="0"/>
                    <a:cs typeface="Helvetica Light" charset="0"/>
                    <a:sym typeface="Helvetica Light" charset="0"/>
                  </a:defRPr>
                </a:lvl1pPr>
                <a:lvl2pPr marL="228600" algn="ctr" defTabSz="584200" rtl="0" fontAlgn="base" hangingPunct="0">
                  <a:spcBef>
                    <a:spcPct val="0"/>
                  </a:spcBef>
                  <a:spcAft>
                    <a:spcPct val="0"/>
                  </a:spcAft>
                  <a:defRPr sz="3600" kern="1200">
                    <a:solidFill>
                      <a:srgbClr val="000000"/>
                    </a:solidFill>
                    <a:latin typeface="Helvetica Light" charset="0"/>
                    <a:ea typeface="Helvetica Light" charset="0"/>
                    <a:cs typeface="Helvetica Light" charset="0"/>
                    <a:sym typeface="Helvetica Light" charset="0"/>
                  </a:defRPr>
                </a:lvl2pPr>
                <a:lvl3pPr marL="457200" algn="ctr" defTabSz="584200" rtl="0" fontAlgn="base" hangingPunct="0">
                  <a:spcBef>
                    <a:spcPct val="0"/>
                  </a:spcBef>
                  <a:spcAft>
                    <a:spcPct val="0"/>
                  </a:spcAft>
                  <a:defRPr sz="3600" kern="1200">
                    <a:solidFill>
                      <a:srgbClr val="000000"/>
                    </a:solidFill>
                    <a:latin typeface="Helvetica Light" charset="0"/>
                    <a:ea typeface="Helvetica Light" charset="0"/>
                    <a:cs typeface="Helvetica Light" charset="0"/>
                    <a:sym typeface="Helvetica Light" charset="0"/>
                  </a:defRPr>
                </a:lvl3pPr>
                <a:lvl4pPr marL="685800" algn="ctr" defTabSz="584200" rtl="0" fontAlgn="base" hangingPunct="0">
                  <a:spcBef>
                    <a:spcPct val="0"/>
                  </a:spcBef>
                  <a:spcAft>
                    <a:spcPct val="0"/>
                  </a:spcAft>
                  <a:defRPr sz="3600" kern="1200">
                    <a:solidFill>
                      <a:srgbClr val="000000"/>
                    </a:solidFill>
                    <a:latin typeface="Helvetica Light" charset="0"/>
                    <a:ea typeface="Helvetica Light" charset="0"/>
                    <a:cs typeface="Helvetica Light" charset="0"/>
                    <a:sym typeface="Helvetica Light" charset="0"/>
                  </a:defRPr>
                </a:lvl4pPr>
                <a:lvl5pPr marL="914400" algn="ctr" defTabSz="584200" rtl="0" fontAlgn="base" hangingPunct="0">
                  <a:spcBef>
                    <a:spcPct val="0"/>
                  </a:spcBef>
                  <a:spcAft>
                    <a:spcPct val="0"/>
                  </a:spcAft>
                  <a:defRPr sz="3600" kern="1200">
                    <a:solidFill>
                      <a:srgbClr val="000000"/>
                    </a:solidFill>
                    <a:latin typeface="Helvetica Light" charset="0"/>
                    <a:ea typeface="Helvetica Light" charset="0"/>
                    <a:cs typeface="Helvetica Light" charset="0"/>
                    <a:sym typeface="Helvetica Light" charset="0"/>
                  </a:defRPr>
                </a:lvl5pPr>
                <a:lvl6pPr marL="2286000" algn="l" defTabSz="914400" rtl="0" eaLnBrk="1" latinLnBrk="0" hangingPunct="1">
                  <a:defRPr sz="3600" kern="1200">
                    <a:solidFill>
                      <a:srgbClr val="000000"/>
                    </a:solidFill>
                    <a:latin typeface="Helvetica Light" charset="0"/>
                    <a:ea typeface="Helvetica Light" charset="0"/>
                    <a:cs typeface="Helvetica Light" charset="0"/>
                    <a:sym typeface="Helvetica Light" charset="0"/>
                  </a:defRPr>
                </a:lvl6pPr>
                <a:lvl7pPr marL="2743200" algn="l" defTabSz="914400" rtl="0" eaLnBrk="1" latinLnBrk="0" hangingPunct="1">
                  <a:defRPr sz="3600" kern="1200">
                    <a:solidFill>
                      <a:srgbClr val="000000"/>
                    </a:solidFill>
                    <a:latin typeface="Helvetica Light" charset="0"/>
                    <a:ea typeface="Helvetica Light" charset="0"/>
                    <a:cs typeface="Helvetica Light" charset="0"/>
                    <a:sym typeface="Helvetica Light" charset="0"/>
                  </a:defRPr>
                </a:lvl7pPr>
                <a:lvl8pPr marL="3200400" algn="l" defTabSz="914400" rtl="0" eaLnBrk="1" latinLnBrk="0" hangingPunct="1">
                  <a:defRPr sz="3600" kern="1200">
                    <a:solidFill>
                      <a:srgbClr val="000000"/>
                    </a:solidFill>
                    <a:latin typeface="Helvetica Light" charset="0"/>
                    <a:ea typeface="Helvetica Light" charset="0"/>
                    <a:cs typeface="Helvetica Light" charset="0"/>
                    <a:sym typeface="Helvetica Light" charset="0"/>
                  </a:defRPr>
                </a:lvl8pPr>
                <a:lvl9pPr marL="3657600" algn="l" defTabSz="914400" rtl="0" eaLnBrk="1" latinLnBrk="0" hangingPunct="1">
                  <a:defRPr sz="3600" kern="1200">
                    <a:solidFill>
                      <a:srgbClr val="000000"/>
                    </a:solidFill>
                    <a:latin typeface="Helvetica Light" charset="0"/>
                    <a:ea typeface="Helvetica Light" charset="0"/>
                    <a:cs typeface="Helvetica Light" charset="0"/>
                    <a:sym typeface="Helvetica Light" charset="0"/>
                  </a:defRPr>
                </a:lvl9pPr>
              </a:lstStyle>
              <a:p>
                <a:endParaRPr lang="zh-CN" altLang="zh-CN" sz="300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Gill Sans" charset="0"/>
                  <a:ea typeface="Gill Sans" charset="0"/>
                  <a:cs typeface="Gill Sans" charset="0"/>
                  <a:sym typeface="Gill Sans" charset="0"/>
                </a:endParaRPr>
              </a:p>
            </p:txBody>
          </p:sp>
          <p:sp>
            <p:nvSpPr>
              <p:cNvPr id="31" name="AutoShape 415"/>
              <p:cNvSpPr/>
              <p:nvPr/>
            </p:nvSpPr>
            <p:spPr bwMode="auto">
              <a:xfrm>
                <a:off x="381524" y="-1"/>
                <a:ext cx="211959" cy="212084"/>
              </a:xfrm>
              <a:custGeom>
                <a:avLst/>
                <a:gdLst>
                  <a:gd name="T0" fmla="+- 0 10800 961"/>
                  <a:gd name="T1" fmla="*/ T0 w 19679"/>
                  <a:gd name="T2" fmla="+- 0 10800 961"/>
                  <a:gd name="T3" fmla="*/ 10800 h 19679"/>
                  <a:gd name="T4" fmla="+- 0 10800 961"/>
                  <a:gd name="T5" fmla="*/ T4 w 19679"/>
                  <a:gd name="T6" fmla="+- 0 10800 961"/>
                  <a:gd name="T7" fmla="*/ 10800 h 19679"/>
                  <a:gd name="T8" fmla="+- 0 10800 961"/>
                  <a:gd name="T9" fmla="*/ T8 w 19679"/>
                  <a:gd name="T10" fmla="+- 0 10800 961"/>
                  <a:gd name="T11" fmla="*/ 10800 h 19679"/>
                  <a:gd name="T12" fmla="+- 0 10800 961"/>
                  <a:gd name="T13" fmla="*/ T12 w 19679"/>
                  <a:gd name="T14" fmla="+- 0 10800 961"/>
                  <a:gd name="T15" fmla="*/ 10800 h 19679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</a:cxnLst>
                <a:rect l="0" t="0" r="r" b="b"/>
                <a:pathLst>
                  <a:path w="19679" h="19679">
                    <a:moveTo>
                      <a:pt x="16796" y="2881"/>
                    </a:moveTo>
                    <a:cubicBezTo>
                      <a:pt x="20638" y="6724"/>
                      <a:pt x="20638" y="12953"/>
                      <a:pt x="16796" y="16796"/>
                    </a:cubicBezTo>
                    <a:cubicBezTo>
                      <a:pt x="12953" y="20638"/>
                      <a:pt x="6723" y="20638"/>
                      <a:pt x="2881" y="16796"/>
                    </a:cubicBezTo>
                    <a:cubicBezTo>
                      <a:pt x="-961" y="12953"/>
                      <a:pt x="-961" y="6724"/>
                      <a:pt x="2881" y="2881"/>
                    </a:cubicBezTo>
                    <a:cubicBezTo>
                      <a:pt x="6723" y="-961"/>
                      <a:pt x="12953" y="-961"/>
                      <a:pt x="16796" y="2881"/>
                    </a:cubicBezTo>
                  </a:path>
                </a:pathLst>
              </a:custGeom>
              <a:solidFill>
                <a:srgbClr val="53585F"/>
              </a:solidFill>
              <a:ln w="25400" cap="flat" cmpd="sng">
                <a:solidFill>
                  <a:srgbClr val="53585F"/>
                </a:solidFill>
                <a:prstDash val="solid"/>
                <a:miter lim="0"/>
              </a:ln>
              <a:effectLst>
                <a:outerShdw blurRad="127000" dist="76201" dir="2700000" algn="ctr" rotWithShape="0">
                  <a:srgbClr val="000000">
                    <a:alpha val="75000"/>
                  </a:srgbClr>
                </a:outerShdw>
              </a:effectLst>
            </p:spPr>
            <p:txBody>
              <a:bodyPr lIns="0" tIns="0" rIns="0" bIns="0" anchor="ctr"/>
              <a:lstStyle>
                <a:defPPr>
                  <a:defRPr lang="zh-CN"/>
                </a:defPPr>
                <a:lvl1pPr algn="ctr" defTabSz="584200" rtl="0" fontAlgn="base" hangingPunct="0">
                  <a:spcBef>
                    <a:spcPct val="0"/>
                  </a:spcBef>
                  <a:spcAft>
                    <a:spcPct val="0"/>
                  </a:spcAft>
                  <a:defRPr sz="3600" kern="1200">
                    <a:solidFill>
                      <a:srgbClr val="000000"/>
                    </a:solidFill>
                    <a:latin typeface="Helvetica Light" charset="0"/>
                    <a:ea typeface="Helvetica Light" charset="0"/>
                    <a:cs typeface="Helvetica Light" charset="0"/>
                    <a:sym typeface="Helvetica Light" charset="0"/>
                  </a:defRPr>
                </a:lvl1pPr>
                <a:lvl2pPr marL="228600" algn="ctr" defTabSz="584200" rtl="0" fontAlgn="base" hangingPunct="0">
                  <a:spcBef>
                    <a:spcPct val="0"/>
                  </a:spcBef>
                  <a:spcAft>
                    <a:spcPct val="0"/>
                  </a:spcAft>
                  <a:defRPr sz="3600" kern="1200">
                    <a:solidFill>
                      <a:srgbClr val="000000"/>
                    </a:solidFill>
                    <a:latin typeface="Helvetica Light" charset="0"/>
                    <a:ea typeface="Helvetica Light" charset="0"/>
                    <a:cs typeface="Helvetica Light" charset="0"/>
                    <a:sym typeface="Helvetica Light" charset="0"/>
                  </a:defRPr>
                </a:lvl2pPr>
                <a:lvl3pPr marL="457200" algn="ctr" defTabSz="584200" rtl="0" fontAlgn="base" hangingPunct="0">
                  <a:spcBef>
                    <a:spcPct val="0"/>
                  </a:spcBef>
                  <a:spcAft>
                    <a:spcPct val="0"/>
                  </a:spcAft>
                  <a:defRPr sz="3600" kern="1200">
                    <a:solidFill>
                      <a:srgbClr val="000000"/>
                    </a:solidFill>
                    <a:latin typeface="Helvetica Light" charset="0"/>
                    <a:ea typeface="Helvetica Light" charset="0"/>
                    <a:cs typeface="Helvetica Light" charset="0"/>
                    <a:sym typeface="Helvetica Light" charset="0"/>
                  </a:defRPr>
                </a:lvl3pPr>
                <a:lvl4pPr marL="685800" algn="ctr" defTabSz="584200" rtl="0" fontAlgn="base" hangingPunct="0">
                  <a:spcBef>
                    <a:spcPct val="0"/>
                  </a:spcBef>
                  <a:spcAft>
                    <a:spcPct val="0"/>
                  </a:spcAft>
                  <a:defRPr sz="3600" kern="1200">
                    <a:solidFill>
                      <a:srgbClr val="000000"/>
                    </a:solidFill>
                    <a:latin typeface="Helvetica Light" charset="0"/>
                    <a:ea typeface="Helvetica Light" charset="0"/>
                    <a:cs typeface="Helvetica Light" charset="0"/>
                    <a:sym typeface="Helvetica Light" charset="0"/>
                  </a:defRPr>
                </a:lvl4pPr>
                <a:lvl5pPr marL="914400" algn="ctr" defTabSz="584200" rtl="0" fontAlgn="base" hangingPunct="0">
                  <a:spcBef>
                    <a:spcPct val="0"/>
                  </a:spcBef>
                  <a:spcAft>
                    <a:spcPct val="0"/>
                  </a:spcAft>
                  <a:defRPr sz="3600" kern="1200">
                    <a:solidFill>
                      <a:srgbClr val="000000"/>
                    </a:solidFill>
                    <a:latin typeface="Helvetica Light" charset="0"/>
                    <a:ea typeface="Helvetica Light" charset="0"/>
                    <a:cs typeface="Helvetica Light" charset="0"/>
                    <a:sym typeface="Helvetica Light" charset="0"/>
                  </a:defRPr>
                </a:lvl5pPr>
                <a:lvl6pPr marL="2286000" algn="l" defTabSz="914400" rtl="0" eaLnBrk="1" latinLnBrk="0" hangingPunct="1">
                  <a:defRPr sz="3600" kern="1200">
                    <a:solidFill>
                      <a:srgbClr val="000000"/>
                    </a:solidFill>
                    <a:latin typeface="Helvetica Light" charset="0"/>
                    <a:ea typeface="Helvetica Light" charset="0"/>
                    <a:cs typeface="Helvetica Light" charset="0"/>
                    <a:sym typeface="Helvetica Light" charset="0"/>
                  </a:defRPr>
                </a:lvl6pPr>
                <a:lvl7pPr marL="2743200" algn="l" defTabSz="914400" rtl="0" eaLnBrk="1" latinLnBrk="0" hangingPunct="1">
                  <a:defRPr sz="3600" kern="1200">
                    <a:solidFill>
                      <a:srgbClr val="000000"/>
                    </a:solidFill>
                    <a:latin typeface="Helvetica Light" charset="0"/>
                    <a:ea typeface="Helvetica Light" charset="0"/>
                    <a:cs typeface="Helvetica Light" charset="0"/>
                    <a:sym typeface="Helvetica Light" charset="0"/>
                  </a:defRPr>
                </a:lvl7pPr>
                <a:lvl8pPr marL="3200400" algn="l" defTabSz="914400" rtl="0" eaLnBrk="1" latinLnBrk="0" hangingPunct="1">
                  <a:defRPr sz="3600" kern="1200">
                    <a:solidFill>
                      <a:srgbClr val="000000"/>
                    </a:solidFill>
                    <a:latin typeface="Helvetica Light" charset="0"/>
                    <a:ea typeface="Helvetica Light" charset="0"/>
                    <a:cs typeface="Helvetica Light" charset="0"/>
                    <a:sym typeface="Helvetica Light" charset="0"/>
                  </a:defRPr>
                </a:lvl8pPr>
                <a:lvl9pPr marL="3657600" algn="l" defTabSz="914400" rtl="0" eaLnBrk="1" latinLnBrk="0" hangingPunct="1">
                  <a:defRPr sz="3600" kern="1200">
                    <a:solidFill>
                      <a:srgbClr val="000000"/>
                    </a:solidFill>
                    <a:latin typeface="Helvetica Light" charset="0"/>
                    <a:ea typeface="Helvetica Light" charset="0"/>
                    <a:cs typeface="Helvetica Light" charset="0"/>
                    <a:sym typeface="Helvetica Light" charset="0"/>
                  </a:defRPr>
                </a:lvl9pPr>
              </a:lstStyle>
              <a:p>
                <a:endParaRPr lang="zh-CN" altLang="zh-CN" sz="300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Gill Sans" charset="0"/>
                  <a:ea typeface="Gill Sans" charset="0"/>
                  <a:cs typeface="Gill Sans" charset="0"/>
                  <a:sym typeface="Gill Sans" charset="0"/>
                </a:endParaRPr>
              </a:p>
            </p:txBody>
          </p:sp>
          <p:sp>
            <p:nvSpPr>
              <p:cNvPr id="32" name="AutoShape 416"/>
              <p:cNvSpPr/>
              <p:nvPr/>
            </p:nvSpPr>
            <p:spPr bwMode="auto">
              <a:xfrm>
                <a:off x="763048" y="-1"/>
                <a:ext cx="211959" cy="212084"/>
              </a:xfrm>
              <a:custGeom>
                <a:avLst/>
                <a:gdLst>
                  <a:gd name="T0" fmla="+- 0 10800 961"/>
                  <a:gd name="T1" fmla="*/ T0 w 19679"/>
                  <a:gd name="T2" fmla="+- 0 10800 961"/>
                  <a:gd name="T3" fmla="*/ 10800 h 19679"/>
                  <a:gd name="T4" fmla="+- 0 10800 961"/>
                  <a:gd name="T5" fmla="*/ T4 w 19679"/>
                  <a:gd name="T6" fmla="+- 0 10800 961"/>
                  <a:gd name="T7" fmla="*/ 10800 h 19679"/>
                  <a:gd name="T8" fmla="+- 0 10800 961"/>
                  <a:gd name="T9" fmla="*/ T8 w 19679"/>
                  <a:gd name="T10" fmla="+- 0 10800 961"/>
                  <a:gd name="T11" fmla="*/ 10800 h 19679"/>
                  <a:gd name="T12" fmla="+- 0 10800 961"/>
                  <a:gd name="T13" fmla="*/ T12 w 19679"/>
                  <a:gd name="T14" fmla="+- 0 10800 961"/>
                  <a:gd name="T15" fmla="*/ 10800 h 19679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</a:cxnLst>
                <a:rect l="0" t="0" r="r" b="b"/>
                <a:pathLst>
                  <a:path w="19679" h="19679">
                    <a:moveTo>
                      <a:pt x="16796" y="2881"/>
                    </a:moveTo>
                    <a:cubicBezTo>
                      <a:pt x="20638" y="6724"/>
                      <a:pt x="20638" y="12953"/>
                      <a:pt x="16796" y="16796"/>
                    </a:cubicBezTo>
                    <a:cubicBezTo>
                      <a:pt x="12953" y="20638"/>
                      <a:pt x="6723" y="20638"/>
                      <a:pt x="2881" y="16796"/>
                    </a:cubicBezTo>
                    <a:cubicBezTo>
                      <a:pt x="-961" y="12953"/>
                      <a:pt x="-961" y="6724"/>
                      <a:pt x="2881" y="2881"/>
                    </a:cubicBezTo>
                    <a:cubicBezTo>
                      <a:pt x="6723" y="-961"/>
                      <a:pt x="12953" y="-961"/>
                      <a:pt x="16796" y="2881"/>
                    </a:cubicBezTo>
                  </a:path>
                </a:pathLst>
              </a:custGeom>
              <a:solidFill>
                <a:srgbClr val="53585F"/>
              </a:solidFill>
              <a:ln w="25400" cap="flat" cmpd="sng">
                <a:solidFill>
                  <a:srgbClr val="53585F"/>
                </a:solidFill>
                <a:prstDash val="solid"/>
                <a:miter lim="0"/>
              </a:ln>
              <a:effectLst>
                <a:outerShdw blurRad="127000" dist="76201" dir="2700000" algn="ctr" rotWithShape="0">
                  <a:srgbClr val="000000">
                    <a:alpha val="75000"/>
                  </a:srgbClr>
                </a:outerShdw>
              </a:effectLst>
            </p:spPr>
            <p:txBody>
              <a:bodyPr lIns="0" tIns="0" rIns="0" bIns="0" anchor="ctr"/>
              <a:lstStyle>
                <a:defPPr>
                  <a:defRPr lang="zh-CN"/>
                </a:defPPr>
                <a:lvl1pPr algn="ctr" defTabSz="584200" rtl="0" fontAlgn="base" hangingPunct="0">
                  <a:spcBef>
                    <a:spcPct val="0"/>
                  </a:spcBef>
                  <a:spcAft>
                    <a:spcPct val="0"/>
                  </a:spcAft>
                  <a:defRPr sz="3600" kern="1200">
                    <a:solidFill>
                      <a:srgbClr val="000000"/>
                    </a:solidFill>
                    <a:latin typeface="Helvetica Light" charset="0"/>
                    <a:ea typeface="Helvetica Light" charset="0"/>
                    <a:cs typeface="Helvetica Light" charset="0"/>
                    <a:sym typeface="Helvetica Light" charset="0"/>
                  </a:defRPr>
                </a:lvl1pPr>
                <a:lvl2pPr marL="228600" algn="ctr" defTabSz="584200" rtl="0" fontAlgn="base" hangingPunct="0">
                  <a:spcBef>
                    <a:spcPct val="0"/>
                  </a:spcBef>
                  <a:spcAft>
                    <a:spcPct val="0"/>
                  </a:spcAft>
                  <a:defRPr sz="3600" kern="1200">
                    <a:solidFill>
                      <a:srgbClr val="000000"/>
                    </a:solidFill>
                    <a:latin typeface="Helvetica Light" charset="0"/>
                    <a:ea typeface="Helvetica Light" charset="0"/>
                    <a:cs typeface="Helvetica Light" charset="0"/>
                    <a:sym typeface="Helvetica Light" charset="0"/>
                  </a:defRPr>
                </a:lvl2pPr>
                <a:lvl3pPr marL="457200" algn="ctr" defTabSz="584200" rtl="0" fontAlgn="base" hangingPunct="0">
                  <a:spcBef>
                    <a:spcPct val="0"/>
                  </a:spcBef>
                  <a:spcAft>
                    <a:spcPct val="0"/>
                  </a:spcAft>
                  <a:defRPr sz="3600" kern="1200">
                    <a:solidFill>
                      <a:srgbClr val="000000"/>
                    </a:solidFill>
                    <a:latin typeface="Helvetica Light" charset="0"/>
                    <a:ea typeface="Helvetica Light" charset="0"/>
                    <a:cs typeface="Helvetica Light" charset="0"/>
                    <a:sym typeface="Helvetica Light" charset="0"/>
                  </a:defRPr>
                </a:lvl3pPr>
                <a:lvl4pPr marL="685800" algn="ctr" defTabSz="584200" rtl="0" fontAlgn="base" hangingPunct="0">
                  <a:spcBef>
                    <a:spcPct val="0"/>
                  </a:spcBef>
                  <a:spcAft>
                    <a:spcPct val="0"/>
                  </a:spcAft>
                  <a:defRPr sz="3600" kern="1200">
                    <a:solidFill>
                      <a:srgbClr val="000000"/>
                    </a:solidFill>
                    <a:latin typeface="Helvetica Light" charset="0"/>
                    <a:ea typeface="Helvetica Light" charset="0"/>
                    <a:cs typeface="Helvetica Light" charset="0"/>
                    <a:sym typeface="Helvetica Light" charset="0"/>
                  </a:defRPr>
                </a:lvl4pPr>
                <a:lvl5pPr marL="914400" algn="ctr" defTabSz="584200" rtl="0" fontAlgn="base" hangingPunct="0">
                  <a:spcBef>
                    <a:spcPct val="0"/>
                  </a:spcBef>
                  <a:spcAft>
                    <a:spcPct val="0"/>
                  </a:spcAft>
                  <a:defRPr sz="3600" kern="1200">
                    <a:solidFill>
                      <a:srgbClr val="000000"/>
                    </a:solidFill>
                    <a:latin typeface="Helvetica Light" charset="0"/>
                    <a:ea typeface="Helvetica Light" charset="0"/>
                    <a:cs typeface="Helvetica Light" charset="0"/>
                    <a:sym typeface="Helvetica Light" charset="0"/>
                  </a:defRPr>
                </a:lvl5pPr>
                <a:lvl6pPr marL="2286000" algn="l" defTabSz="914400" rtl="0" eaLnBrk="1" latinLnBrk="0" hangingPunct="1">
                  <a:defRPr sz="3600" kern="1200">
                    <a:solidFill>
                      <a:srgbClr val="000000"/>
                    </a:solidFill>
                    <a:latin typeface="Helvetica Light" charset="0"/>
                    <a:ea typeface="Helvetica Light" charset="0"/>
                    <a:cs typeface="Helvetica Light" charset="0"/>
                    <a:sym typeface="Helvetica Light" charset="0"/>
                  </a:defRPr>
                </a:lvl6pPr>
                <a:lvl7pPr marL="2743200" algn="l" defTabSz="914400" rtl="0" eaLnBrk="1" latinLnBrk="0" hangingPunct="1">
                  <a:defRPr sz="3600" kern="1200">
                    <a:solidFill>
                      <a:srgbClr val="000000"/>
                    </a:solidFill>
                    <a:latin typeface="Helvetica Light" charset="0"/>
                    <a:ea typeface="Helvetica Light" charset="0"/>
                    <a:cs typeface="Helvetica Light" charset="0"/>
                    <a:sym typeface="Helvetica Light" charset="0"/>
                  </a:defRPr>
                </a:lvl7pPr>
                <a:lvl8pPr marL="3200400" algn="l" defTabSz="914400" rtl="0" eaLnBrk="1" latinLnBrk="0" hangingPunct="1">
                  <a:defRPr sz="3600" kern="1200">
                    <a:solidFill>
                      <a:srgbClr val="000000"/>
                    </a:solidFill>
                    <a:latin typeface="Helvetica Light" charset="0"/>
                    <a:ea typeface="Helvetica Light" charset="0"/>
                    <a:cs typeface="Helvetica Light" charset="0"/>
                    <a:sym typeface="Helvetica Light" charset="0"/>
                  </a:defRPr>
                </a:lvl8pPr>
                <a:lvl9pPr marL="3657600" algn="l" defTabSz="914400" rtl="0" eaLnBrk="1" latinLnBrk="0" hangingPunct="1">
                  <a:defRPr sz="3600" kern="1200">
                    <a:solidFill>
                      <a:srgbClr val="000000"/>
                    </a:solidFill>
                    <a:latin typeface="Helvetica Light" charset="0"/>
                    <a:ea typeface="Helvetica Light" charset="0"/>
                    <a:cs typeface="Helvetica Light" charset="0"/>
                    <a:sym typeface="Helvetica Light" charset="0"/>
                  </a:defRPr>
                </a:lvl9pPr>
              </a:lstStyle>
              <a:p>
                <a:endParaRPr lang="zh-CN" altLang="zh-CN" sz="300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Gill Sans" charset="0"/>
                  <a:ea typeface="Gill Sans" charset="0"/>
                  <a:cs typeface="Gill Sans" charset="0"/>
                  <a:sym typeface="Gill Sans" charset="0"/>
                </a:endParaRPr>
              </a:p>
            </p:txBody>
          </p:sp>
          <p:sp>
            <p:nvSpPr>
              <p:cNvPr id="33" name="AutoShape 417"/>
              <p:cNvSpPr/>
              <p:nvPr/>
            </p:nvSpPr>
            <p:spPr bwMode="auto">
              <a:xfrm>
                <a:off x="1144573" y="-1"/>
                <a:ext cx="211959" cy="212084"/>
              </a:xfrm>
              <a:custGeom>
                <a:avLst/>
                <a:gdLst>
                  <a:gd name="T0" fmla="+- 0 10800 961"/>
                  <a:gd name="T1" fmla="*/ T0 w 19679"/>
                  <a:gd name="T2" fmla="+- 0 10800 961"/>
                  <a:gd name="T3" fmla="*/ 10800 h 19679"/>
                  <a:gd name="T4" fmla="+- 0 10800 961"/>
                  <a:gd name="T5" fmla="*/ T4 w 19679"/>
                  <a:gd name="T6" fmla="+- 0 10800 961"/>
                  <a:gd name="T7" fmla="*/ 10800 h 19679"/>
                  <a:gd name="T8" fmla="+- 0 10800 961"/>
                  <a:gd name="T9" fmla="*/ T8 w 19679"/>
                  <a:gd name="T10" fmla="+- 0 10800 961"/>
                  <a:gd name="T11" fmla="*/ 10800 h 19679"/>
                  <a:gd name="T12" fmla="+- 0 10800 961"/>
                  <a:gd name="T13" fmla="*/ T12 w 19679"/>
                  <a:gd name="T14" fmla="+- 0 10800 961"/>
                  <a:gd name="T15" fmla="*/ 10800 h 19679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</a:cxnLst>
                <a:rect l="0" t="0" r="r" b="b"/>
                <a:pathLst>
                  <a:path w="19679" h="19679">
                    <a:moveTo>
                      <a:pt x="16796" y="2881"/>
                    </a:moveTo>
                    <a:cubicBezTo>
                      <a:pt x="20638" y="6724"/>
                      <a:pt x="20638" y="12953"/>
                      <a:pt x="16796" y="16796"/>
                    </a:cubicBezTo>
                    <a:cubicBezTo>
                      <a:pt x="12953" y="20638"/>
                      <a:pt x="6723" y="20638"/>
                      <a:pt x="2881" y="16796"/>
                    </a:cubicBezTo>
                    <a:cubicBezTo>
                      <a:pt x="-961" y="12953"/>
                      <a:pt x="-961" y="6724"/>
                      <a:pt x="2881" y="2881"/>
                    </a:cubicBezTo>
                    <a:cubicBezTo>
                      <a:pt x="6723" y="-961"/>
                      <a:pt x="12953" y="-961"/>
                      <a:pt x="16796" y="2881"/>
                    </a:cubicBezTo>
                  </a:path>
                </a:pathLst>
              </a:custGeom>
              <a:solidFill>
                <a:srgbClr val="53585F"/>
              </a:solidFill>
              <a:ln w="25400" cap="flat" cmpd="sng">
                <a:solidFill>
                  <a:srgbClr val="53585F"/>
                </a:solidFill>
                <a:prstDash val="solid"/>
                <a:miter lim="0"/>
              </a:ln>
              <a:effectLst>
                <a:outerShdw blurRad="127000" dist="76201" dir="2700000" algn="ctr" rotWithShape="0">
                  <a:srgbClr val="000000">
                    <a:alpha val="75000"/>
                  </a:srgbClr>
                </a:outerShdw>
              </a:effectLst>
            </p:spPr>
            <p:txBody>
              <a:bodyPr lIns="0" tIns="0" rIns="0" bIns="0" anchor="ctr"/>
              <a:lstStyle>
                <a:defPPr>
                  <a:defRPr lang="zh-CN"/>
                </a:defPPr>
                <a:lvl1pPr algn="ctr" defTabSz="584200" rtl="0" fontAlgn="base" hangingPunct="0">
                  <a:spcBef>
                    <a:spcPct val="0"/>
                  </a:spcBef>
                  <a:spcAft>
                    <a:spcPct val="0"/>
                  </a:spcAft>
                  <a:defRPr sz="3600" kern="1200">
                    <a:solidFill>
                      <a:srgbClr val="000000"/>
                    </a:solidFill>
                    <a:latin typeface="Helvetica Light" charset="0"/>
                    <a:ea typeface="Helvetica Light" charset="0"/>
                    <a:cs typeface="Helvetica Light" charset="0"/>
                    <a:sym typeface="Helvetica Light" charset="0"/>
                  </a:defRPr>
                </a:lvl1pPr>
                <a:lvl2pPr marL="228600" algn="ctr" defTabSz="584200" rtl="0" fontAlgn="base" hangingPunct="0">
                  <a:spcBef>
                    <a:spcPct val="0"/>
                  </a:spcBef>
                  <a:spcAft>
                    <a:spcPct val="0"/>
                  </a:spcAft>
                  <a:defRPr sz="3600" kern="1200">
                    <a:solidFill>
                      <a:srgbClr val="000000"/>
                    </a:solidFill>
                    <a:latin typeface="Helvetica Light" charset="0"/>
                    <a:ea typeface="Helvetica Light" charset="0"/>
                    <a:cs typeface="Helvetica Light" charset="0"/>
                    <a:sym typeface="Helvetica Light" charset="0"/>
                  </a:defRPr>
                </a:lvl2pPr>
                <a:lvl3pPr marL="457200" algn="ctr" defTabSz="584200" rtl="0" fontAlgn="base" hangingPunct="0">
                  <a:spcBef>
                    <a:spcPct val="0"/>
                  </a:spcBef>
                  <a:spcAft>
                    <a:spcPct val="0"/>
                  </a:spcAft>
                  <a:defRPr sz="3600" kern="1200">
                    <a:solidFill>
                      <a:srgbClr val="000000"/>
                    </a:solidFill>
                    <a:latin typeface="Helvetica Light" charset="0"/>
                    <a:ea typeface="Helvetica Light" charset="0"/>
                    <a:cs typeface="Helvetica Light" charset="0"/>
                    <a:sym typeface="Helvetica Light" charset="0"/>
                  </a:defRPr>
                </a:lvl3pPr>
                <a:lvl4pPr marL="685800" algn="ctr" defTabSz="584200" rtl="0" fontAlgn="base" hangingPunct="0">
                  <a:spcBef>
                    <a:spcPct val="0"/>
                  </a:spcBef>
                  <a:spcAft>
                    <a:spcPct val="0"/>
                  </a:spcAft>
                  <a:defRPr sz="3600" kern="1200">
                    <a:solidFill>
                      <a:srgbClr val="000000"/>
                    </a:solidFill>
                    <a:latin typeface="Helvetica Light" charset="0"/>
                    <a:ea typeface="Helvetica Light" charset="0"/>
                    <a:cs typeface="Helvetica Light" charset="0"/>
                    <a:sym typeface="Helvetica Light" charset="0"/>
                  </a:defRPr>
                </a:lvl4pPr>
                <a:lvl5pPr marL="914400" algn="ctr" defTabSz="584200" rtl="0" fontAlgn="base" hangingPunct="0">
                  <a:spcBef>
                    <a:spcPct val="0"/>
                  </a:spcBef>
                  <a:spcAft>
                    <a:spcPct val="0"/>
                  </a:spcAft>
                  <a:defRPr sz="3600" kern="1200">
                    <a:solidFill>
                      <a:srgbClr val="000000"/>
                    </a:solidFill>
                    <a:latin typeface="Helvetica Light" charset="0"/>
                    <a:ea typeface="Helvetica Light" charset="0"/>
                    <a:cs typeface="Helvetica Light" charset="0"/>
                    <a:sym typeface="Helvetica Light" charset="0"/>
                  </a:defRPr>
                </a:lvl5pPr>
                <a:lvl6pPr marL="2286000" algn="l" defTabSz="914400" rtl="0" eaLnBrk="1" latinLnBrk="0" hangingPunct="1">
                  <a:defRPr sz="3600" kern="1200">
                    <a:solidFill>
                      <a:srgbClr val="000000"/>
                    </a:solidFill>
                    <a:latin typeface="Helvetica Light" charset="0"/>
                    <a:ea typeface="Helvetica Light" charset="0"/>
                    <a:cs typeface="Helvetica Light" charset="0"/>
                    <a:sym typeface="Helvetica Light" charset="0"/>
                  </a:defRPr>
                </a:lvl6pPr>
                <a:lvl7pPr marL="2743200" algn="l" defTabSz="914400" rtl="0" eaLnBrk="1" latinLnBrk="0" hangingPunct="1">
                  <a:defRPr sz="3600" kern="1200">
                    <a:solidFill>
                      <a:srgbClr val="000000"/>
                    </a:solidFill>
                    <a:latin typeface="Helvetica Light" charset="0"/>
                    <a:ea typeface="Helvetica Light" charset="0"/>
                    <a:cs typeface="Helvetica Light" charset="0"/>
                    <a:sym typeface="Helvetica Light" charset="0"/>
                  </a:defRPr>
                </a:lvl7pPr>
                <a:lvl8pPr marL="3200400" algn="l" defTabSz="914400" rtl="0" eaLnBrk="1" latinLnBrk="0" hangingPunct="1">
                  <a:defRPr sz="3600" kern="1200">
                    <a:solidFill>
                      <a:srgbClr val="000000"/>
                    </a:solidFill>
                    <a:latin typeface="Helvetica Light" charset="0"/>
                    <a:ea typeface="Helvetica Light" charset="0"/>
                    <a:cs typeface="Helvetica Light" charset="0"/>
                    <a:sym typeface="Helvetica Light" charset="0"/>
                  </a:defRPr>
                </a:lvl8pPr>
                <a:lvl9pPr marL="3657600" algn="l" defTabSz="914400" rtl="0" eaLnBrk="1" latinLnBrk="0" hangingPunct="1">
                  <a:defRPr sz="3600" kern="1200">
                    <a:solidFill>
                      <a:srgbClr val="000000"/>
                    </a:solidFill>
                    <a:latin typeface="Helvetica Light" charset="0"/>
                    <a:ea typeface="Helvetica Light" charset="0"/>
                    <a:cs typeface="Helvetica Light" charset="0"/>
                    <a:sym typeface="Helvetica Light" charset="0"/>
                  </a:defRPr>
                </a:lvl9pPr>
              </a:lstStyle>
              <a:p>
                <a:endParaRPr lang="zh-CN" altLang="zh-CN" sz="300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Gill Sans" charset="0"/>
                  <a:ea typeface="Gill Sans" charset="0"/>
                  <a:cs typeface="Gill Sans" charset="0"/>
                  <a:sym typeface="Gill Sans" charset="0"/>
                </a:endParaRPr>
              </a:p>
            </p:txBody>
          </p:sp>
        </p:grpSp>
        <p:grpSp>
          <p:nvGrpSpPr>
            <p:cNvPr id="18" name="Group 418"/>
            <p:cNvGrpSpPr/>
            <p:nvPr/>
          </p:nvGrpSpPr>
          <p:grpSpPr bwMode="auto">
            <a:xfrm>
              <a:off x="384040" y="1684047"/>
              <a:ext cx="1356533" cy="212085"/>
              <a:chOff x="-1" y="-1"/>
              <a:chExt cx="1356533" cy="212084"/>
            </a:xfrm>
          </p:grpSpPr>
          <p:sp>
            <p:nvSpPr>
              <p:cNvPr id="26" name="AutoShape 419"/>
              <p:cNvSpPr/>
              <p:nvPr/>
            </p:nvSpPr>
            <p:spPr bwMode="auto">
              <a:xfrm>
                <a:off x="-1" y="-1"/>
                <a:ext cx="211959" cy="212084"/>
              </a:xfrm>
              <a:custGeom>
                <a:avLst/>
                <a:gdLst>
                  <a:gd name="T0" fmla="+- 0 10800 961"/>
                  <a:gd name="T1" fmla="*/ T0 w 19679"/>
                  <a:gd name="T2" fmla="+- 0 10800 961"/>
                  <a:gd name="T3" fmla="*/ 10800 h 19679"/>
                  <a:gd name="T4" fmla="+- 0 10800 961"/>
                  <a:gd name="T5" fmla="*/ T4 w 19679"/>
                  <a:gd name="T6" fmla="+- 0 10800 961"/>
                  <a:gd name="T7" fmla="*/ 10800 h 19679"/>
                  <a:gd name="T8" fmla="+- 0 10800 961"/>
                  <a:gd name="T9" fmla="*/ T8 w 19679"/>
                  <a:gd name="T10" fmla="+- 0 10800 961"/>
                  <a:gd name="T11" fmla="*/ 10800 h 19679"/>
                  <a:gd name="T12" fmla="+- 0 10800 961"/>
                  <a:gd name="T13" fmla="*/ T12 w 19679"/>
                  <a:gd name="T14" fmla="+- 0 10800 961"/>
                  <a:gd name="T15" fmla="*/ 10800 h 19679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</a:cxnLst>
                <a:rect l="0" t="0" r="r" b="b"/>
                <a:pathLst>
                  <a:path w="19679" h="19679">
                    <a:moveTo>
                      <a:pt x="16796" y="2881"/>
                    </a:moveTo>
                    <a:cubicBezTo>
                      <a:pt x="20638" y="6724"/>
                      <a:pt x="20638" y="12953"/>
                      <a:pt x="16796" y="16796"/>
                    </a:cubicBezTo>
                    <a:cubicBezTo>
                      <a:pt x="12953" y="20638"/>
                      <a:pt x="6723" y="20638"/>
                      <a:pt x="2881" y="16796"/>
                    </a:cubicBezTo>
                    <a:cubicBezTo>
                      <a:pt x="-961" y="12953"/>
                      <a:pt x="-961" y="6724"/>
                      <a:pt x="2881" y="2881"/>
                    </a:cubicBezTo>
                    <a:cubicBezTo>
                      <a:pt x="6723" y="-961"/>
                      <a:pt x="12953" y="-961"/>
                      <a:pt x="16796" y="2881"/>
                    </a:cubicBezTo>
                  </a:path>
                </a:pathLst>
              </a:custGeom>
              <a:solidFill>
                <a:srgbClr val="53585F"/>
              </a:solidFill>
              <a:ln w="25400" cap="flat" cmpd="sng">
                <a:solidFill>
                  <a:srgbClr val="53585F"/>
                </a:solidFill>
                <a:prstDash val="solid"/>
                <a:miter lim="0"/>
              </a:ln>
              <a:effectLst>
                <a:outerShdw blurRad="127000" dist="76201" dir="2700000" algn="ctr" rotWithShape="0">
                  <a:srgbClr val="000000">
                    <a:alpha val="75000"/>
                  </a:srgbClr>
                </a:outerShdw>
              </a:effectLst>
            </p:spPr>
            <p:txBody>
              <a:bodyPr lIns="0" tIns="0" rIns="0" bIns="0" anchor="ctr"/>
              <a:lstStyle>
                <a:defPPr>
                  <a:defRPr lang="zh-CN"/>
                </a:defPPr>
                <a:lvl1pPr algn="ctr" defTabSz="584200" rtl="0" fontAlgn="base" hangingPunct="0">
                  <a:spcBef>
                    <a:spcPct val="0"/>
                  </a:spcBef>
                  <a:spcAft>
                    <a:spcPct val="0"/>
                  </a:spcAft>
                  <a:defRPr sz="3600" kern="1200">
                    <a:solidFill>
                      <a:srgbClr val="000000"/>
                    </a:solidFill>
                    <a:latin typeface="Helvetica Light" charset="0"/>
                    <a:ea typeface="Helvetica Light" charset="0"/>
                    <a:cs typeface="Helvetica Light" charset="0"/>
                    <a:sym typeface="Helvetica Light" charset="0"/>
                  </a:defRPr>
                </a:lvl1pPr>
                <a:lvl2pPr marL="228600" algn="ctr" defTabSz="584200" rtl="0" fontAlgn="base" hangingPunct="0">
                  <a:spcBef>
                    <a:spcPct val="0"/>
                  </a:spcBef>
                  <a:spcAft>
                    <a:spcPct val="0"/>
                  </a:spcAft>
                  <a:defRPr sz="3600" kern="1200">
                    <a:solidFill>
                      <a:srgbClr val="000000"/>
                    </a:solidFill>
                    <a:latin typeface="Helvetica Light" charset="0"/>
                    <a:ea typeface="Helvetica Light" charset="0"/>
                    <a:cs typeface="Helvetica Light" charset="0"/>
                    <a:sym typeface="Helvetica Light" charset="0"/>
                  </a:defRPr>
                </a:lvl2pPr>
                <a:lvl3pPr marL="457200" algn="ctr" defTabSz="584200" rtl="0" fontAlgn="base" hangingPunct="0">
                  <a:spcBef>
                    <a:spcPct val="0"/>
                  </a:spcBef>
                  <a:spcAft>
                    <a:spcPct val="0"/>
                  </a:spcAft>
                  <a:defRPr sz="3600" kern="1200">
                    <a:solidFill>
                      <a:srgbClr val="000000"/>
                    </a:solidFill>
                    <a:latin typeface="Helvetica Light" charset="0"/>
                    <a:ea typeface="Helvetica Light" charset="0"/>
                    <a:cs typeface="Helvetica Light" charset="0"/>
                    <a:sym typeface="Helvetica Light" charset="0"/>
                  </a:defRPr>
                </a:lvl3pPr>
                <a:lvl4pPr marL="685800" algn="ctr" defTabSz="584200" rtl="0" fontAlgn="base" hangingPunct="0">
                  <a:spcBef>
                    <a:spcPct val="0"/>
                  </a:spcBef>
                  <a:spcAft>
                    <a:spcPct val="0"/>
                  </a:spcAft>
                  <a:defRPr sz="3600" kern="1200">
                    <a:solidFill>
                      <a:srgbClr val="000000"/>
                    </a:solidFill>
                    <a:latin typeface="Helvetica Light" charset="0"/>
                    <a:ea typeface="Helvetica Light" charset="0"/>
                    <a:cs typeface="Helvetica Light" charset="0"/>
                    <a:sym typeface="Helvetica Light" charset="0"/>
                  </a:defRPr>
                </a:lvl4pPr>
                <a:lvl5pPr marL="914400" algn="ctr" defTabSz="584200" rtl="0" fontAlgn="base" hangingPunct="0">
                  <a:spcBef>
                    <a:spcPct val="0"/>
                  </a:spcBef>
                  <a:spcAft>
                    <a:spcPct val="0"/>
                  </a:spcAft>
                  <a:defRPr sz="3600" kern="1200">
                    <a:solidFill>
                      <a:srgbClr val="000000"/>
                    </a:solidFill>
                    <a:latin typeface="Helvetica Light" charset="0"/>
                    <a:ea typeface="Helvetica Light" charset="0"/>
                    <a:cs typeface="Helvetica Light" charset="0"/>
                    <a:sym typeface="Helvetica Light" charset="0"/>
                  </a:defRPr>
                </a:lvl5pPr>
                <a:lvl6pPr marL="2286000" algn="l" defTabSz="914400" rtl="0" eaLnBrk="1" latinLnBrk="0" hangingPunct="1">
                  <a:defRPr sz="3600" kern="1200">
                    <a:solidFill>
                      <a:srgbClr val="000000"/>
                    </a:solidFill>
                    <a:latin typeface="Helvetica Light" charset="0"/>
                    <a:ea typeface="Helvetica Light" charset="0"/>
                    <a:cs typeface="Helvetica Light" charset="0"/>
                    <a:sym typeface="Helvetica Light" charset="0"/>
                  </a:defRPr>
                </a:lvl6pPr>
                <a:lvl7pPr marL="2743200" algn="l" defTabSz="914400" rtl="0" eaLnBrk="1" latinLnBrk="0" hangingPunct="1">
                  <a:defRPr sz="3600" kern="1200">
                    <a:solidFill>
                      <a:srgbClr val="000000"/>
                    </a:solidFill>
                    <a:latin typeface="Helvetica Light" charset="0"/>
                    <a:ea typeface="Helvetica Light" charset="0"/>
                    <a:cs typeface="Helvetica Light" charset="0"/>
                    <a:sym typeface="Helvetica Light" charset="0"/>
                  </a:defRPr>
                </a:lvl7pPr>
                <a:lvl8pPr marL="3200400" algn="l" defTabSz="914400" rtl="0" eaLnBrk="1" latinLnBrk="0" hangingPunct="1">
                  <a:defRPr sz="3600" kern="1200">
                    <a:solidFill>
                      <a:srgbClr val="000000"/>
                    </a:solidFill>
                    <a:latin typeface="Helvetica Light" charset="0"/>
                    <a:ea typeface="Helvetica Light" charset="0"/>
                    <a:cs typeface="Helvetica Light" charset="0"/>
                    <a:sym typeface="Helvetica Light" charset="0"/>
                  </a:defRPr>
                </a:lvl8pPr>
                <a:lvl9pPr marL="3657600" algn="l" defTabSz="914400" rtl="0" eaLnBrk="1" latinLnBrk="0" hangingPunct="1">
                  <a:defRPr sz="3600" kern="1200">
                    <a:solidFill>
                      <a:srgbClr val="000000"/>
                    </a:solidFill>
                    <a:latin typeface="Helvetica Light" charset="0"/>
                    <a:ea typeface="Helvetica Light" charset="0"/>
                    <a:cs typeface="Helvetica Light" charset="0"/>
                    <a:sym typeface="Helvetica Light" charset="0"/>
                  </a:defRPr>
                </a:lvl9pPr>
              </a:lstStyle>
              <a:p>
                <a:endParaRPr lang="zh-CN" altLang="zh-CN" sz="300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Gill Sans" charset="0"/>
                  <a:ea typeface="Gill Sans" charset="0"/>
                  <a:cs typeface="Gill Sans" charset="0"/>
                  <a:sym typeface="Gill Sans" charset="0"/>
                </a:endParaRPr>
              </a:p>
            </p:txBody>
          </p:sp>
          <p:sp>
            <p:nvSpPr>
              <p:cNvPr id="27" name="AutoShape 420"/>
              <p:cNvSpPr/>
              <p:nvPr/>
            </p:nvSpPr>
            <p:spPr bwMode="auto">
              <a:xfrm>
                <a:off x="381524" y="-1"/>
                <a:ext cx="211959" cy="212084"/>
              </a:xfrm>
              <a:custGeom>
                <a:avLst/>
                <a:gdLst>
                  <a:gd name="T0" fmla="+- 0 10800 961"/>
                  <a:gd name="T1" fmla="*/ T0 w 19679"/>
                  <a:gd name="T2" fmla="+- 0 10800 961"/>
                  <a:gd name="T3" fmla="*/ 10800 h 19679"/>
                  <a:gd name="T4" fmla="+- 0 10800 961"/>
                  <a:gd name="T5" fmla="*/ T4 w 19679"/>
                  <a:gd name="T6" fmla="+- 0 10800 961"/>
                  <a:gd name="T7" fmla="*/ 10800 h 19679"/>
                  <a:gd name="T8" fmla="+- 0 10800 961"/>
                  <a:gd name="T9" fmla="*/ T8 w 19679"/>
                  <a:gd name="T10" fmla="+- 0 10800 961"/>
                  <a:gd name="T11" fmla="*/ 10800 h 19679"/>
                  <a:gd name="T12" fmla="+- 0 10800 961"/>
                  <a:gd name="T13" fmla="*/ T12 w 19679"/>
                  <a:gd name="T14" fmla="+- 0 10800 961"/>
                  <a:gd name="T15" fmla="*/ 10800 h 19679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</a:cxnLst>
                <a:rect l="0" t="0" r="r" b="b"/>
                <a:pathLst>
                  <a:path w="19679" h="19679">
                    <a:moveTo>
                      <a:pt x="16796" y="2881"/>
                    </a:moveTo>
                    <a:cubicBezTo>
                      <a:pt x="20638" y="6724"/>
                      <a:pt x="20638" y="12953"/>
                      <a:pt x="16796" y="16796"/>
                    </a:cubicBezTo>
                    <a:cubicBezTo>
                      <a:pt x="12953" y="20638"/>
                      <a:pt x="6723" y="20638"/>
                      <a:pt x="2881" y="16796"/>
                    </a:cubicBezTo>
                    <a:cubicBezTo>
                      <a:pt x="-961" y="12953"/>
                      <a:pt x="-961" y="6724"/>
                      <a:pt x="2881" y="2881"/>
                    </a:cubicBezTo>
                    <a:cubicBezTo>
                      <a:pt x="6723" y="-961"/>
                      <a:pt x="12953" y="-961"/>
                      <a:pt x="16796" y="2881"/>
                    </a:cubicBezTo>
                  </a:path>
                </a:pathLst>
              </a:custGeom>
              <a:solidFill>
                <a:srgbClr val="53585F"/>
              </a:solidFill>
              <a:ln w="25400" cap="flat" cmpd="sng">
                <a:solidFill>
                  <a:srgbClr val="53585F"/>
                </a:solidFill>
                <a:prstDash val="solid"/>
                <a:miter lim="0"/>
              </a:ln>
              <a:effectLst>
                <a:outerShdw blurRad="127000" dist="76201" dir="2700000" algn="ctr" rotWithShape="0">
                  <a:srgbClr val="000000">
                    <a:alpha val="75000"/>
                  </a:srgbClr>
                </a:outerShdw>
              </a:effectLst>
            </p:spPr>
            <p:txBody>
              <a:bodyPr lIns="0" tIns="0" rIns="0" bIns="0" anchor="ctr"/>
              <a:lstStyle>
                <a:defPPr>
                  <a:defRPr lang="zh-CN"/>
                </a:defPPr>
                <a:lvl1pPr algn="ctr" defTabSz="584200" rtl="0" fontAlgn="base" hangingPunct="0">
                  <a:spcBef>
                    <a:spcPct val="0"/>
                  </a:spcBef>
                  <a:spcAft>
                    <a:spcPct val="0"/>
                  </a:spcAft>
                  <a:defRPr sz="3600" kern="1200">
                    <a:solidFill>
                      <a:srgbClr val="000000"/>
                    </a:solidFill>
                    <a:latin typeface="Helvetica Light" charset="0"/>
                    <a:ea typeface="Helvetica Light" charset="0"/>
                    <a:cs typeface="Helvetica Light" charset="0"/>
                    <a:sym typeface="Helvetica Light" charset="0"/>
                  </a:defRPr>
                </a:lvl1pPr>
                <a:lvl2pPr marL="228600" algn="ctr" defTabSz="584200" rtl="0" fontAlgn="base" hangingPunct="0">
                  <a:spcBef>
                    <a:spcPct val="0"/>
                  </a:spcBef>
                  <a:spcAft>
                    <a:spcPct val="0"/>
                  </a:spcAft>
                  <a:defRPr sz="3600" kern="1200">
                    <a:solidFill>
                      <a:srgbClr val="000000"/>
                    </a:solidFill>
                    <a:latin typeface="Helvetica Light" charset="0"/>
                    <a:ea typeface="Helvetica Light" charset="0"/>
                    <a:cs typeface="Helvetica Light" charset="0"/>
                    <a:sym typeface="Helvetica Light" charset="0"/>
                  </a:defRPr>
                </a:lvl2pPr>
                <a:lvl3pPr marL="457200" algn="ctr" defTabSz="584200" rtl="0" fontAlgn="base" hangingPunct="0">
                  <a:spcBef>
                    <a:spcPct val="0"/>
                  </a:spcBef>
                  <a:spcAft>
                    <a:spcPct val="0"/>
                  </a:spcAft>
                  <a:defRPr sz="3600" kern="1200">
                    <a:solidFill>
                      <a:srgbClr val="000000"/>
                    </a:solidFill>
                    <a:latin typeface="Helvetica Light" charset="0"/>
                    <a:ea typeface="Helvetica Light" charset="0"/>
                    <a:cs typeface="Helvetica Light" charset="0"/>
                    <a:sym typeface="Helvetica Light" charset="0"/>
                  </a:defRPr>
                </a:lvl3pPr>
                <a:lvl4pPr marL="685800" algn="ctr" defTabSz="584200" rtl="0" fontAlgn="base" hangingPunct="0">
                  <a:spcBef>
                    <a:spcPct val="0"/>
                  </a:spcBef>
                  <a:spcAft>
                    <a:spcPct val="0"/>
                  </a:spcAft>
                  <a:defRPr sz="3600" kern="1200">
                    <a:solidFill>
                      <a:srgbClr val="000000"/>
                    </a:solidFill>
                    <a:latin typeface="Helvetica Light" charset="0"/>
                    <a:ea typeface="Helvetica Light" charset="0"/>
                    <a:cs typeface="Helvetica Light" charset="0"/>
                    <a:sym typeface="Helvetica Light" charset="0"/>
                  </a:defRPr>
                </a:lvl4pPr>
                <a:lvl5pPr marL="914400" algn="ctr" defTabSz="584200" rtl="0" fontAlgn="base" hangingPunct="0">
                  <a:spcBef>
                    <a:spcPct val="0"/>
                  </a:spcBef>
                  <a:spcAft>
                    <a:spcPct val="0"/>
                  </a:spcAft>
                  <a:defRPr sz="3600" kern="1200">
                    <a:solidFill>
                      <a:srgbClr val="000000"/>
                    </a:solidFill>
                    <a:latin typeface="Helvetica Light" charset="0"/>
                    <a:ea typeface="Helvetica Light" charset="0"/>
                    <a:cs typeface="Helvetica Light" charset="0"/>
                    <a:sym typeface="Helvetica Light" charset="0"/>
                  </a:defRPr>
                </a:lvl5pPr>
                <a:lvl6pPr marL="2286000" algn="l" defTabSz="914400" rtl="0" eaLnBrk="1" latinLnBrk="0" hangingPunct="1">
                  <a:defRPr sz="3600" kern="1200">
                    <a:solidFill>
                      <a:srgbClr val="000000"/>
                    </a:solidFill>
                    <a:latin typeface="Helvetica Light" charset="0"/>
                    <a:ea typeface="Helvetica Light" charset="0"/>
                    <a:cs typeface="Helvetica Light" charset="0"/>
                    <a:sym typeface="Helvetica Light" charset="0"/>
                  </a:defRPr>
                </a:lvl6pPr>
                <a:lvl7pPr marL="2743200" algn="l" defTabSz="914400" rtl="0" eaLnBrk="1" latinLnBrk="0" hangingPunct="1">
                  <a:defRPr sz="3600" kern="1200">
                    <a:solidFill>
                      <a:srgbClr val="000000"/>
                    </a:solidFill>
                    <a:latin typeface="Helvetica Light" charset="0"/>
                    <a:ea typeface="Helvetica Light" charset="0"/>
                    <a:cs typeface="Helvetica Light" charset="0"/>
                    <a:sym typeface="Helvetica Light" charset="0"/>
                  </a:defRPr>
                </a:lvl7pPr>
                <a:lvl8pPr marL="3200400" algn="l" defTabSz="914400" rtl="0" eaLnBrk="1" latinLnBrk="0" hangingPunct="1">
                  <a:defRPr sz="3600" kern="1200">
                    <a:solidFill>
                      <a:srgbClr val="000000"/>
                    </a:solidFill>
                    <a:latin typeface="Helvetica Light" charset="0"/>
                    <a:ea typeface="Helvetica Light" charset="0"/>
                    <a:cs typeface="Helvetica Light" charset="0"/>
                    <a:sym typeface="Helvetica Light" charset="0"/>
                  </a:defRPr>
                </a:lvl8pPr>
                <a:lvl9pPr marL="3657600" algn="l" defTabSz="914400" rtl="0" eaLnBrk="1" latinLnBrk="0" hangingPunct="1">
                  <a:defRPr sz="3600" kern="1200">
                    <a:solidFill>
                      <a:srgbClr val="000000"/>
                    </a:solidFill>
                    <a:latin typeface="Helvetica Light" charset="0"/>
                    <a:ea typeface="Helvetica Light" charset="0"/>
                    <a:cs typeface="Helvetica Light" charset="0"/>
                    <a:sym typeface="Helvetica Light" charset="0"/>
                  </a:defRPr>
                </a:lvl9pPr>
              </a:lstStyle>
              <a:p>
                <a:endParaRPr lang="zh-CN" altLang="zh-CN" sz="300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Gill Sans" charset="0"/>
                  <a:ea typeface="Gill Sans" charset="0"/>
                  <a:cs typeface="Gill Sans" charset="0"/>
                  <a:sym typeface="Gill Sans" charset="0"/>
                </a:endParaRPr>
              </a:p>
            </p:txBody>
          </p:sp>
          <p:sp>
            <p:nvSpPr>
              <p:cNvPr id="28" name="AutoShape 421"/>
              <p:cNvSpPr/>
              <p:nvPr/>
            </p:nvSpPr>
            <p:spPr bwMode="auto">
              <a:xfrm>
                <a:off x="763048" y="-1"/>
                <a:ext cx="211959" cy="212084"/>
              </a:xfrm>
              <a:custGeom>
                <a:avLst/>
                <a:gdLst>
                  <a:gd name="T0" fmla="+- 0 10800 961"/>
                  <a:gd name="T1" fmla="*/ T0 w 19679"/>
                  <a:gd name="T2" fmla="+- 0 10800 961"/>
                  <a:gd name="T3" fmla="*/ 10800 h 19679"/>
                  <a:gd name="T4" fmla="+- 0 10800 961"/>
                  <a:gd name="T5" fmla="*/ T4 w 19679"/>
                  <a:gd name="T6" fmla="+- 0 10800 961"/>
                  <a:gd name="T7" fmla="*/ 10800 h 19679"/>
                  <a:gd name="T8" fmla="+- 0 10800 961"/>
                  <a:gd name="T9" fmla="*/ T8 w 19679"/>
                  <a:gd name="T10" fmla="+- 0 10800 961"/>
                  <a:gd name="T11" fmla="*/ 10800 h 19679"/>
                  <a:gd name="T12" fmla="+- 0 10800 961"/>
                  <a:gd name="T13" fmla="*/ T12 w 19679"/>
                  <a:gd name="T14" fmla="+- 0 10800 961"/>
                  <a:gd name="T15" fmla="*/ 10800 h 19679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</a:cxnLst>
                <a:rect l="0" t="0" r="r" b="b"/>
                <a:pathLst>
                  <a:path w="19679" h="19679">
                    <a:moveTo>
                      <a:pt x="16796" y="2881"/>
                    </a:moveTo>
                    <a:cubicBezTo>
                      <a:pt x="20638" y="6724"/>
                      <a:pt x="20638" y="12953"/>
                      <a:pt x="16796" y="16796"/>
                    </a:cubicBezTo>
                    <a:cubicBezTo>
                      <a:pt x="12953" y="20638"/>
                      <a:pt x="6723" y="20638"/>
                      <a:pt x="2881" y="16796"/>
                    </a:cubicBezTo>
                    <a:cubicBezTo>
                      <a:pt x="-961" y="12953"/>
                      <a:pt x="-961" y="6724"/>
                      <a:pt x="2881" y="2881"/>
                    </a:cubicBezTo>
                    <a:cubicBezTo>
                      <a:pt x="6723" y="-961"/>
                      <a:pt x="12953" y="-961"/>
                      <a:pt x="16796" y="2881"/>
                    </a:cubicBezTo>
                  </a:path>
                </a:pathLst>
              </a:custGeom>
              <a:solidFill>
                <a:srgbClr val="53585F"/>
              </a:solidFill>
              <a:ln w="25400" cap="flat" cmpd="sng">
                <a:solidFill>
                  <a:srgbClr val="53585F"/>
                </a:solidFill>
                <a:prstDash val="solid"/>
                <a:miter lim="0"/>
              </a:ln>
              <a:effectLst>
                <a:outerShdw blurRad="127000" dist="76201" dir="2700000" algn="ctr" rotWithShape="0">
                  <a:srgbClr val="000000">
                    <a:alpha val="75000"/>
                  </a:srgbClr>
                </a:outerShdw>
              </a:effectLst>
            </p:spPr>
            <p:txBody>
              <a:bodyPr lIns="0" tIns="0" rIns="0" bIns="0" anchor="ctr"/>
              <a:lstStyle>
                <a:defPPr>
                  <a:defRPr lang="zh-CN"/>
                </a:defPPr>
                <a:lvl1pPr algn="ctr" defTabSz="584200" rtl="0" fontAlgn="base" hangingPunct="0">
                  <a:spcBef>
                    <a:spcPct val="0"/>
                  </a:spcBef>
                  <a:spcAft>
                    <a:spcPct val="0"/>
                  </a:spcAft>
                  <a:defRPr sz="3600" kern="1200">
                    <a:solidFill>
                      <a:srgbClr val="000000"/>
                    </a:solidFill>
                    <a:latin typeface="Helvetica Light" charset="0"/>
                    <a:ea typeface="Helvetica Light" charset="0"/>
                    <a:cs typeface="Helvetica Light" charset="0"/>
                    <a:sym typeface="Helvetica Light" charset="0"/>
                  </a:defRPr>
                </a:lvl1pPr>
                <a:lvl2pPr marL="228600" algn="ctr" defTabSz="584200" rtl="0" fontAlgn="base" hangingPunct="0">
                  <a:spcBef>
                    <a:spcPct val="0"/>
                  </a:spcBef>
                  <a:spcAft>
                    <a:spcPct val="0"/>
                  </a:spcAft>
                  <a:defRPr sz="3600" kern="1200">
                    <a:solidFill>
                      <a:srgbClr val="000000"/>
                    </a:solidFill>
                    <a:latin typeface="Helvetica Light" charset="0"/>
                    <a:ea typeface="Helvetica Light" charset="0"/>
                    <a:cs typeface="Helvetica Light" charset="0"/>
                    <a:sym typeface="Helvetica Light" charset="0"/>
                  </a:defRPr>
                </a:lvl2pPr>
                <a:lvl3pPr marL="457200" algn="ctr" defTabSz="584200" rtl="0" fontAlgn="base" hangingPunct="0">
                  <a:spcBef>
                    <a:spcPct val="0"/>
                  </a:spcBef>
                  <a:spcAft>
                    <a:spcPct val="0"/>
                  </a:spcAft>
                  <a:defRPr sz="3600" kern="1200">
                    <a:solidFill>
                      <a:srgbClr val="000000"/>
                    </a:solidFill>
                    <a:latin typeface="Helvetica Light" charset="0"/>
                    <a:ea typeface="Helvetica Light" charset="0"/>
                    <a:cs typeface="Helvetica Light" charset="0"/>
                    <a:sym typeface="Helvetica Light" charset="0"/>
                  </a:defRPr>
                </a:lvl3pPr>
                <a:lvl4pPr marL="685800" algn="ctr" defTabSz="584200" rtl="0" fontAlgn="base" hangingPunct="0">
                  <a:spcBef>
                    <a:spcPct val="0"/>
                  </a:spcBef>
                  <a:spcAft>
                    <a:spcPct val="0"/>
                  </a:spcAft>
                  <a:defRPr sz="3600" kern="1200">
                    <a:solidFill>
                      <a:srgbClr val="000000"/>
                    </a:solidFill>
                    <a:latin typeface="Helvetica Light" charset="0"/>
                    <a:ea typeface="Helvetica Light" charset="0"/>
                    <a:cs typeface="Helvetica Light" charset="0"/>
                    <a:sym typeface="Helvetica Light" charset="0"/>
                  </a:defRPr>
                </a:lvl4pPr>
                <a:lvl5pPr marL="914400" algn="ctr" defTabSz="584200" rtl="0" fontAlgn="base" hangingPunct="0">
                  <a:spcBef>
                    <a:spcPct val="0"/>
                  </a:spcBef>
                  <a:spcAft>
                    <a:spcPct val="0"/>
                  </a:spcAft>
                  <a:defRPr sz="3600" kern="1200">
                    <a:solidFill>
                      <a:srgbClr val="000000"/>
                    </a:solidFill>
                    <a:latin typeface="Helvetica Light" charset="0"/>
                    <a:ea typeface="Helvetica Light" charset="0"/>
                    <a:cs typeface="Helvetica Light" charset="0"/>
                    <a:sym typeface="Helvetica Light" charset="0"/>
                  </a:defRPr>
                </a:lvl5pPr>
                <a:lvl6pPr marL="2286000" algn="l" defTabSz="914400" rtl="0" eaLnBrk="1" latinLnBrk="0" hangingPunct="1">
                  <a:defRPr sz="3600" kern="1200">
                    <a:solidFill>
                      <a:srgbClr val="000000"/>
                    </a:solidFill>
                    <a:latin typeface="Helvetica Light" charset="0"/>
                    <a:ea typeface="Helvetica Light" charset="0"/>
                    <a:cs typeface="Helvetica Light" charset="0"/>
                    <a:sym typeface="Helvetica Light" charset="0"/>
                  </a:defRPr>
                </a:lvl6pPr>
                <a:lvl7pPr marL="2743200" algn="l" defTabSz="914400" rtl="0" eaLnBrk="1" latinLnBrk="0" hangingPunct="1">
                  <a:defRPr sz="3600" kern="1200">
                    <a:solidFill>
                      <a:srgbClr val="000000"/>
                    </a:solidFill>
                    <a:latin typeface="Helvetica Light" charset="0"/>
                    <a:ea typeface="Helvetica Light" charset="0"/>
                    <a:cs typeface="Helvetica Light" charset="0"/>
                    <a:sym typeface="Helvetica Light" charset="0"/>
                  </a:defRPr>
                </a:lvl7pPr>
                <a:lvl8pPr marL="3200400" algn="l" defTabSz="914400" rtl="0" eaLnBrk="1" latinLnBrk="0" hangingPunct="1">
                  <a:defRPr sz="3600" kern="1200">
                    <a:solidFill>
                      <a:srgbClr val="000000"/>
                    </a:solidFill>
                    <a:latin typeface="Helvetica Light" charset="0"/>
                    <a:ea typeface="Helvetica Light" charset="0"/>
                    <a:cs typeface="Helvetica Light" charset="0"/>
                    <a:sym typeface="Helvetica Light" charset="0"/>
                  </a:defRPr>
                </a:lvl8pPr>
                <a:lvl9pPr marL="3657600" algn="l" defTabSz="914400" rtl="0" eaLnBrk="1" latinLnBrk="0" hangingPunct="1">
                  <a:defRPr sz="3600" kern="1200">
                    <a:solidFill>
                      <a:srgbClr val="000000"/>
                    </a:solidFill>
                    <a:latin typeface="Helvetica Light" charset="0"/>
                    <a:ea typeface="Helvetica Light" charset="0"/>
                    <a:cs typeface="Helvetica Light" charset="0"/>
                    <a:sym typeface="Helvetica Light" charset="0"/>
                  </a:defRPr>
                </a:lvl9pPr>
              </a:lstStyle>
              <a:p>
                <a:endParaRPr lang="zh-CN" altLang="zh-CN" sz="300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Gill Sans" charset="0"/>
                  <a:ea typeface="Gill Sans" charset="0"/>
                  <a:cs typeface="Gill Sans" charset="0"/>
                  <a:sym typeface="Gill Sans" charset="0"/>
                </a:endParaRPr>
              </a:p>
            </p:txBody>
          </p:sp>
          <p:sp>
            <p:nvSpPr>
              <p:cNvPr id="29" name="AutoShape 422"/>
              <p:cNvSpPr/>
              <p:nvPr/>
            </p:nvSpPr>
            <p:spPr bwMode="auto">
              <a:xfrm>
                <a:off x="1144573" y="-1"/>
                <a:ext cx="211959" cy="212084"/>
              </a:xfrm>
              <a:custGeom>
                <a:avLst/>
                <a:gdLst>
                  <a:gd name="T0" fmla="+- 0 10800 961"/>
                  <a:gd name="T1" fmla="*/ T0 w 19679"/>
                  <a:gd name="T2" fmla="+- 0 10800 961"/>
                  <a:gd name="T3" fmla="*/ 10800 h 19679"/>
                  <a:gd name="T4" fmla="+- 0 10800 961"/>
                  <a:gd name="T5" fmla="*/ T4 w 19679"/>
                  <a:gd name="T6" fmla="+- 0 10800 961"/>
                  <a:gd name="T7" fmla="*/ 10800 h 19679"/>
                  <a:gd name="T8" fmla="+- 0 10800 961"/>
                  <a:gd name="T9" fmla="*/ T8 w 19679"/>
                  <a:gd name="T10" fmla="+- 0 10800 961"/>
                  <a:gd name="T11" fmla="*/ 10800 h 19679"/>
                  <a:gd name="T12" fmla="+- 0 10800 961"/>
                  <a:gd name="T13" fmla="*/ T12 w 19679"/>
                  <a:gd name="T14" fmla="+- 0 10800 961"/>
                  <a:gd name="T15" fmla="*/ 10800 h 19679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</a:cxnLst>
                <a:rect l="0" t="0" r="r" b="b"/>
                <a:pathLst>
                  <a:path w="19679" h="19679">
                    <a:moveTo>
                      <a:pt x="16796" y="2881"/>
                    </a:moveTo>
                    <a:cubicBezTo>
                      <a:pt x="20638" y="6724"/>
                      <a:pt x="20638" y="12953"/>
                      <a:pt x="16796" y="16796"/>
                    </a:cubicBezTo>
                    <a:cubicBezTo>
                      <a:pt x="12953" y="20638"/>
                      <a:pt x="6723" y="20638"/>
                      <a:pt x="2881" y="16796"/>
                    </a:cubicBezTo>
                    <a:cubicBezTo>
                      <a:pt x="-961" y="12953"/>
                      <a:pt x="-961" y="6724"/>
                      <a:pt x="2881" y="2881"/>
                    </a:cubicBezTo>
                    <a:cubicBezTo>
                      <a:pt x="6723" y="-961"/>
                      <a:pt x="12953" y="-961"/>
                      <a:pt x="16796" y="2881"/>
                    </a:cubicBezTo>
                  </a:path>
                </a:pathLst>
              </a:custGeom>
              <a:solidFill>
                <a:srgbClr val="53585F"/>
              </a:solidFill>
              <a:ln w="25400" cap="flat" cmpd="sng">
                <a:solidFill>
                  <a:srgbClr val="53585F"/>
                </a:solidFill>
                <a:prstDash val="solid"/>
                <a:miter lim="0"/>
              </a:ln>
              <a:effectLst>
                <a:outerShdw blurRad="127000" dist="76201" dir="2700000" algn="ctr" rotWithShape="0">
                  <a:srgbClr val="000000">
                    <a:alpha val="75000"/>
                  </a:srgbClr>
                </a:outerShdw>
              </a:effectLst>
            </p:spPr>
            <p:txBody>
              <a:bodyPr lIns="0" tIns="0" rIns="0" bIns="0" anchor="ctr"/>
              <a:lstStyle>
                <a:defPPr>
                  <a:defRPr lang="zh-CN"/>
                </a:defPPr>
                <a:lvl1pPr algn="ctr" defTabSz="584200" rtl="0" fontAlgn="base" hangingPunct="0">
                  <a:spcBef>
                    <a:spcPct val="0"/>
                  </a:spcBef>
                  <a:spcAft>
                    <a:spcPct val="0"/>
                  </a:spcAft>
                  <a:defRPr sz="3600" kern="1200">
                    <a:solidFill>
                      <a:srgbClr val="000000"/>
                    </a:solidFill>
                    <a:latin typeface="Helvetica Light" charset="0"/>
                    <a:ea typeface="Helvetica Light" charset="0"/>
                    <a:cs typeface="Helvetica Light" charset="0"/>
                    <a:sym typeface="Helvetica Light" charset="0"/>
                  </a:defRPr>
                </a:lvl1pPr>
                <a:lvl2pPr marL="228600" algn="ctr" defTabSz="584200" rtl="0" fontAlgn="base" hangingPunct="0">
                  <a:spcBef>
                    <a:spcPct val="0"/>
                  </a:spcBef>
                  <a:spcAft>
                    <a:spcPct val="0"/>
                  </a:spcAft>
                  <a:defRPr sz="3600" kern="1200">
                    <a:solidFill>
                      <a:srgbClr val="000000"/>
                    </a:solidFill>
                    <a:latin typeface="Helvetica Light" charset="0"/>
                    <a:ea typeface="Helvetica Light" charset="0"/>
                    <a:cs typeface="Helvetica Light" charset="0"/>
                    <a:sym typeface="Helvetica Light" charset="0"/>
                  </a:defRPr>
                </a:lvl2pPr>
                <a:lvl3pPr marL="457200" algn="ctr" defTabSz="584200" rtl="0" fontAlgn="base" hangingPunct="0">
                  <a:spcBef>
                    <a:spcPct val="0"/>
                  </a:spcBef>
                  <a:spcAft>
                    <a:spcPct val="0"/>
                  </a:spcAft>
                  <a:defRPr sz="3600" kern="1200">
                    <a:solidFill>
                      <a:srgbClr val="000000"/>
                    </a:solidFill>
                    <a:latin typeface="Helvetica Light" charset="0"/>
                    <a:ea typeface="Helvetica Light" charset="0"/>
                    <a:cs typeface="Helvetica Light" charset="0"/>
                    <a:sym typeface="Helvetica Light" charset="0"/>
                  </a:defRPr>
                </a:lvl3pPr>
                <a:lvl4pPr marL="685800" algn="ctr" defTabSz="584200" rtl="0" fontAlgn="base" hangingPunct="0">
                  <a:spcBef>
                    <a:spcPct val="0"/>
                  </a:spcBef>
                  <a:spcAft>
                    <a:spcPct val="0"/>
                  </a:spcAft>
                  <a:defRPr sz="3600" kern="1200">
                    <a:solidFill>
                      <a:srgbClr val="000000"/>
                    </a:solidFill>
                    <a:latin typeface="Helvetica Light" charset="0"/>
                    <a:ea typeface="Helvetica Light" charset="0"/>
                    <a:cs typeface="Helvetica Light" charset="0"/>
                    <a:sym typeface="Helvetica Light" charset="0"/>
                  </a:defRPr>
                </a:lvl4pPr>
                <a:lvl5pPr marL="914400" algn="ctr" defTabSz="584200" rtl="0" fontAlgn="base" hangingPunct="0">
                  <a:spcBef>
                    <a:spcPct val="0"/>
                  </a:spcBef>
                  <a:spcAft>
                    <a:spcPct val="0"/>
                  </a:spcAft>
                  <a:defRPr sz="3600" kern="1200">
                    <a:solidFill>
                      <a:srgbClr val="000000"/>
                    </a:solidFill>
                    <a:latin typeface="Helvetica Light" charset="0"/>
                    <a:ea typeface="Helvetica Light" charset="0"/>
                    <a:cs typeface="Helvetica Light" charset="0"/>
                    <a:sym typeface="Helvetica Light" charset="0"/>
                  </a:defRPr>
                </a:lvl5pPr>
                <a:lvl6pPr marL="2286000" algn="l" defTabSz="914400" rtl="0" eaLnBrk="1" latinLnBrk="0" hangingPunct="1">
                  <a:defRPr sz="3600" kern="1200">
                    <a:solidFill>
                      <a:srgbClr val="000000"/>
                    </a:solidFill>
                    <a:latin typeface="Helvetica Light" charset="0"/>
                    <a:ea typeface="Helvetica Light" charset="0"/>
                    <a:cs typeface="Helvetica Light" charset="0"/>
                    <a:sym typeface="Helvetica Light" charset="0"/>
                  </a:defRPr>
                </a:lvl6pPr>
                <a:lvl7pPr marL="2743200" algn="l" defTabSz="914400" rtl="0" eaLnBrk="1" latinLnBrk="0" hangingPunct="1">
                  <a:defRPr sz="3600" kern="1200">
                    <a:solidFill>
                      <a:srgbClr val="000000"/>
                    </a:solidFill>
                    <a:latin typeface="Helvetica Light" charset="0"/>
                    <a:ea typeface="Helvetica Light" charset="0"/>
                    <a:cs typeface="Helvetica Light" charset="0"/>
                    <a:sym typeface="Helvetica Light" charset="0"/>
                  </a:defRPr>
                </a:lvl7pPr>
                <a:lvl8pPr marL="3200400" algn="l" defTabSz="914400" rtl="0" eaLnBrk="1" latinLnBrk="0" hangingPunct="1">
                  <a:defRPr sz="3600" kern="1200">
                    <a:solidFill>
                      <a:srgbClr val="000000"/>
                    </a:solidFill>
                    <a:latin typeface="Helvetica Light" charset="0"/>
                    <a:ea typeface="Helvetica Light" charset="0"/>
                    <a:cs typeface="Helvetica Light" charset="0"/>
                    <a:sym typeface="Helvetica Light" charset="0"/>
                  </a:defRPr>
                </a:lvl8pPr>
                <a:lvl9pPr marL="3657600" algn="l" defTabSz="914400" rtl="0" eaLnBrk="1" latinLnBrk="0" hangingPunct="1">
                  <a:defRPr sz="3600" kern="1200">
                    <a:solidFill>
                      <a:srgbClr val="000000"/>
                    </a:solidFill>
                    <a:latin typeface="Helvetica Light" charset="0"/>
                    <a:ea typeface="Helvetica Light" charset="0"/>
                    <a:cs typeface="Helvetica Light" charset="0"/>
                    <a:sym typeface="Helvetica Light" charset="0"/>
                  </a:defRPr>
                </a:lvl9pPr>
              </a:lstStyle>
              <a:p>
                <a:endParaRPr lang="zh-CN" altLang="zh-CN" sz="300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Gill Sans" charset="0"/>
                  <a:ea typeface="Gill Sans" charset="0"/>
                  <a:cs typeface="Gill Sans" charset="0"/>
                  <a:sym typeface="Gill Sans" charset="0"/>
                </a:endParaRPr>
              </a:p>
            </p:txBody>
          </p:sp>
        </p:grpSp>
        <p:sp>
          <p:nvSpPr>
            <p:cNvPr id="19" name="Line 423"/>
            <p:cNvSpPr>
              <a:spLocks noChangeShapeType="1"/>
            </p:cNvSpPr>
            <p:nvPr/>
          </p:nvSpPr>
          <p:spPr bwMode="auto">
            <a:xfrm>
              <a:off x="868773" y="721702"/>
              <a:ext cx="1" cy="997414"/>
            </a:xfrm>
            <a:prstGeom prst="line">
              <a:avLst/>
            </a:prstGeom>
            <a:noFill/>
            <a:ln w="25400" cap="flat" cmpd="sng">
              <a:solidFill>
                <a:srgbClr val="53585F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>
              <a:defPPr>
                <a:defRPr lang="zh-CN"/>
              </a:defPPr>
              <a:lvl1pPr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1pPr>
              <a:lvl2pPr marL="228600"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2pPr>
              <a:lvl3pPr marL="457200"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3pPr>
              <a:lvl4pPr marL="685800"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4pPr>
              <a:lvl5pPr marL="914400"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5pPr>
              <a:lvl6pPr marL="2286000" algn="l" defTabSz="914400" rtl="0" eaLnBrk="1" latinLnBrk="0" hangingPunct="1"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6pPr>
              <a:lvl7pPr marL="2743200" algn="l" defTabSz="914400" rtl="0" eaLnBrk="1" latinLnBrk="0" hangingPunct="1"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7pPr>
              <a:lvl8pPr marL="3200400" algn="l" defTabSz="914400" rtl="0" eaLnBrk="1" latinLnBrk="0" hangingPunct="1"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8pPr>
              <a:lvl9pPr marL="3657600" algn="l" defTabSz="914400" rtl="0" eaLnBrk="1" latinLnBrk="0" hangingPunct="1"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9pPr>
            </a:lstStyle>
            <a:p>
              <a:pPr algn="l"/>
              <a:endParaRPr lang="zh-CN" altLang="zh-CN" sz="1200">
                <a:latin typeface="Helvetica" panose="020B0604020202030204" pitchFamily="34" charset="0"/>
                <a:ea typeface="Helvetica" panose="020B0604020202030204" pitchFamily="34" charset="0"/>
                <a:cs typeface="Helvetica" panose="020B0604020202030204" pitchFamily="34" charset="0"/>
                <a:sym typeface="Helvetica" panose="020B0604020202030204" pitchFamily="34" charset="0"/>
              </a:endParaRPr>
            </a:p>
          </p:txBody>
        </p:sp>
        <p:sp>
          <p:nvSpPr>
            <p:cNvPr id="20" name="Line 424"/>
            <p:cNvSpPr>
              <a:spLocks noChangeShapeType="1"/>
            </p:cNvSpPr>
            <p:nvPr/>
          </p:nvSpPr>
          <p:spPr bwMode="auto">
            <a:xfrm>
              <a:off x="1251083" y="721702"/>
              <a:ext cx="1" cy="997414"/>
            </a:xfrm>
            <a:prstGeom prst="line">
              <a:avLst/>
            </a:prstGeom>
            <a:noFill/>
            <a:ln w="25400" cap="flat" cmpd="sng">
              <a:solidFill>
                <a:srgbClr val="53585F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>
              <a:defPPr>
                <a:defRPr lang="zh-CN"/>
              </a:defPPr>
              <a:lvl1pPr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1pPr>
              <a:lvl2pPr marL="228600"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2pPr>
              <a:lvl3pPr marL="457200"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3pPr>
              <a:lvl4pPr marL="685800"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4pPr>
              <a:lvl5pPr marL="914400"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5pPr>
              <a:lvl6pPr marL="2286000" algn="l" defTabSz="914400" rtl="0" eaLnBrk="1" latinLnBrk="0" hangingPunct="1"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6pPr>
              <a:lvl7pPr marL="2743200" algn="l" defTabSz="914400" rtl="0" eaLnBrk="1" latinLnBrk="0" hangingPunct="1"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7pPr>
              <a:lvl8pPr marL="3200400" algn="l" defTabSz="914400" rtl="0" eaLnBrk="1" latinLnBrk="0" hangingPunct="1"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8pPr>
              <a:lvl9pPr marL="3657600" algn="l" defTabSz="914400" rtl="0" eaLnBrk="1" latinLnBrk="0" hangingPunct="1"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9pPr>
            </a:lstStyle>
            <a:p>
              <a:pPr algn="l"/>
              <a:endParaRPr lang="zh-CN" altLang="zh-CN" sz="1200">
                <a:latin typeface="Helvetica" panose="020B0604020202030204" pitchFamily="34" charset="0"/>
                <a:ea typeface="Helvetica" panose="020B0604020202030204" pitchFamily="34" charset="0"/>
                <a:cs typeface="Helvetica" panose="020B0604020202030204" pitchFamily="34" charset="0"/>
                <a:sym typeface="Helvetica" panose="020B0604020202030204" pitchFamily="34" charset="0"/>
              </a:endParaRPr>
            </a:p>
          </p:txBody>
        </p:sp>
        <p:sp>
          <p:nvSpPr>
            <p:cNvPr id="21" name="Line 425"/>
            <p:cNvSpPr>
              <a:spLocks noChangeShapeType="1"/>
            </p:cNvSpPr>
            <p:nvPr/>
          </p:nvSpPr>
          <p:spPr bwMode="auto">
            <a:xfrm>
              <a:off x="1633394" y="721702"/>
              <a:ext cx="1" cy="997414"/>
            </a:xfrm>
            <a:prstGeom prst="line">
              <a:avLst/>
            </a:prstGeom>
            <a:noFill/>
            <a:ln w="25400" cap="flat" cmpd="sng">
              <a:solidFill>
                <a:srgbClr val="53585F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>
              <a:defPPr>
                <a:defRPr lang="zh-CN"/>
              </a:defPPr>
              <a:lvl1pPr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1pPr>
              <a:lvl2pPr marL="228600"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2pPr>
              <a:lvl3pPr marL="457200"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3pPr>
              <a:lvl4pPr marL="685800"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4pPr>
              <a:lvl5pPr marL="914400"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5pPr>
              <a:lvl6pPr marL="2286000" algn="l" defTabSz="914400" rtl="0" eaLnBrk="1" latinLnBrk="0" hangingPunct="1"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6pPr>
              <a:lvl7pPr marL="2743200" algn="l" defTabSz="914400" rtl="0" eaLnBrk="1" latinLnBrk="0" hangingPunct="1"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7pPr>
              <a:lvl8pPr marL="3200400" algn="l" defTabSz="914400" rtl="0" eaLnBrk="1" latinLnBrk="0" hangingPunct="1"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8pPr>
              <a:lvl9pPr marL="3657600" algn="l" defTabSz="914400" rtl="0" eaLnBrk="1" latinLnBrk="0" hangingPunct="1"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9pPr>
            </a:lstStyle>
            <a:p>
              <a:pPr algn="l"/>
              <a:endParaRPr lang="zh-CN" altLang="zh-CN" sz="1200">
                <a:latin typeface="Helvetica" panose="020B0604020202030204" pitchFamily="34" charset="0"/>
                <a:ea typeface="Helvetica" panose="020B0604020202030204" pitchFamily="34" charset="0"/>
                <a:cs typeface="Helvetica" panose="020B0604020202030204" pitchFamily="34" charset="0"/>
                <a:sym typeface="Helvetica" panose="020B0604020202030204" pitchFamily="34" charset="0"/>
              </a:endParaRPr>
            </a:p>
          </p:txBody>
        </p:sp>
        <p:sp>
          <p:nvSpPr>
            <p:cNvPr id="22" name="Line 426"/>
            <p:cNvSpPr>
              <a:spLocks noChangeShapeType="1"/>
            </p:cNvSpPr>
            <p:nvPr/>
          </p:nvSpPr>
          <p:spPr bwMode="auto">
            <a:xfrm flipH="1" flipV="1">
              <a:off x="451602" y="614241"/>
              <a:ext cx="1228777" cy="1"/>
            </a:xfrm>
            <a:prstGeom prst="line">
              <a:avLst/>
            </a:prstGeom>
            <a:noFill/>
            <a:ln w="25400" cap="flat" cmpd="sng">
              <a:solidFill>
                <a:srgbClr val="53585F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>
              <a:defPPr>
                <a:defRPr lang="zh-CN"/>
              </a:defPPr>
              <a:lvl1pPr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1pPr>
              <a:lvl2pPr marL="228600"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2pPr>
              <a:lvl3pPr marL="457200"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3pPr>
              <a:lvl4pPr marL="685800"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4pPr>
              <a:lvl5pPr marL="914400"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5pPr>
              <a:lvl6pPr marL="2286000" algn="l" defTabSz="914400" rtl="0" eaLnBrk="1" latinLnBrk="0" hangingPunct="1"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6pPr>
              <a:lvl7pPr marL="2743200" algn="l" defTabSz="914400" rtl="0" eaLnBrk="1" latinLnBrk="0" hangingPunct="1"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7pPr>
              <a:lvl8pPr marL="3200400" algn="l" defTabSz="914400" rtl="0" eaLnBrk="1" latinLnBrk="0" hangingPunct="1"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8pPr>
              <a:lvl9pPr marL="3657600" algn="l" defTabSz="914400" rtl="0" eaLnBrk="1" latinLnBrk="0" hangingPunct="1"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9pPr>
            </a:lstStyle>
            <a:p>
              <a:pPr algn="l"/>
              <a:endParaRPr lang="zh-CN" altLang="zh-CN" sz="1200">
                <a:latin typeface="Helvetica" panose="020B0604020202030204" pitchFamily="34" charset="0"/>
                <a:ea typeface="Helvetica" panose="020B0604020202030204" pitchFamily="34" charset="0"/>
                <a:cs typeface="Helvetica" panose="020B0604020202030204" pitchFamily="34" charset="0"/>
                <a:sym typeface="Helvetica" panose="020B0604020202030204" pitchFamily="34" charset="0"/>
              </a:endParaRPr>
            </a:p>
          </p:txBody>
        </p:sp>
        <p:sp>
          <p:nvSpPr>
            <p:cNvPr id="23" name="Line 427"/>
            <p:cNvSpPr>
              <a:spLocks noChangeShapeType="1"/>
            </p:cNvSpPr>
            <p:nvPr/>
          </p:nvSpPr>
          <p:spPr bwMode="auto">
            <a:xfrm flipH="1" flipV="1">
              <a:off x="451602" y="1008168"/>
              <a:ext cx="1228777" cy="1"/>
            </a:xfrm>
            <a:prstGeom prst="line">
              <a:avLst/>
            </a:prstGeom>
            <a:noFill/>
            <a:ln w="25400" cap="flat" cmpd="sng">
              <a:solidFill>
                <a:srgbClr val="53585F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>
              <a:defPPr>
                <a:defRPr lang="zh-CN"/>
              </a:defPPr>
              <a:lvl1pPr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1pPr>
              <a:lvl2pPr marL="228600"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2pPr>
              <a:lvl3pPr marL="457200"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3pPr>
              <a:lvl4pPr marL="685800"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4pPr>
              <a:lvl5pPr marL="914400"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5pPr>
              <a:lvl6pPr marL="2286000" algn="l" defTabSz="914400" rtl="0" eaLnBrk="1" latinLnBrk="0" hangingPunct="1"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6pPr>
              <a:lvl7pPr marL="2743200" algn="l" defTabSz="914400" rtl="0" eaLnBrk="1" latinLnBrk="0" hangingPunct="1"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7pPr>
              <a:lvl8pPr marL="3200400" algn="l" defTabSz="914400" rtl="0" eaLnBrk="1" latinLnBrk="0" hangingPunct="1"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8pPr>
              <a:lvl9pPr marL="3657600" algn="l" defTabSz="914400" rtl="0" eaLnBrk="1" latinLnBrk="0" hangingPunct="1"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9pPr>
            </a:lstStyle>
            <a:p>
              <a:pPr algn="l"/>
              <a:endParaRPr lang="zh-CN" altLang="zh-CN" sz="1200">
                <a:latin typeface="Helvetica" panose="020B0604020202030204" pitchFamily="34" charset="0"/>
                <a:ea typeface="Helvetica" panose="020B0604020202030204" pitchFamily="34" charset="0"/>
                <a:cs typeface="Helvetica" panose="020B0604020202030204" pitchFamily="34" charset="0"/>
                <a:sym typeface="Helvetica" panose="020B0604020202030204" pitchFamily="34" charset="0"/>
              </a:endParaRPr>
            </a:p>
          </p:txBody>
        </p:sp>
        <p:sp>
          <p:nvSpPr>
            <p:cNvPr id="24" name="Line 428"/>
            <p:cNvSpPr>
              <a:spLocks noChangeShapeType="1"/>
            </p:cNvSpPr>
            <p:nvPr/>
          </p:nvSpPr>
          <p:spPr bwMode="auto">
            <a:xfrm flipH="1" flipV="1">
              <a:off x="445919" y="1413936"/>
              <a:ext cx="1228777" cy="1"/>
            </a:xfrm>
            <a:prstGeom prst="line">
              <a:avLst/>
            </a:prstGeom>
            <a:noFill/>
            <a:ln w="25400" cap="flat" cmpd="sng">
              <a:solidFill>
                <a:srgbClr val="53585F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>
              <a:defPPr>
                <a:defRPr lang="zh-CN"/>
              </a:defPPr>
              <a:lvl1pPr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1pPr>
              <a:lvl2pPr marL="228600"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2pPr>
              <a:lvl3pPr marL="457200"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3pPr>
              <a:lvl4pPr marL="685800"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4pPr>
              <a:lvl5pPr marL="914400"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5pPr>
              <a:lvl6pPr marL="2286000" algn="l" defTabSz="914400" rtl="0" eaLnBrk="1" latinLnBrk="0" hangingPunct="1"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6pPr>
              <a:lvl7pPr marL="2743200" algn="l" defTabSz="914400" rtl="0" eaLnBrk="1" latinLnBrk="0" hangingPunct="1"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7pPr>
              <a:lvl8pPr marL="3200400" algn="l" defTabSz="914400" rtl="0" eaLnBrk="1" latinLnBrk="0" hangingPunct="1"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8pPr>
              <a:lvl9pPr marL="3657600" algn="l" defTabSz="914400" rtl="0" eaLnBrk="1" latinLnBrk="0" hangingPunct="1"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9pPr>
            </a:lstStyle>
            <a:p>
              <a:pPr algn="l"/>
              <a:endParaRPr lang="zh-CN" altLang="zh-CN" sz="1200">
                <a:latin typeface="Helvetica" panose="020B0604020202030204" pitchFamily="34" charset="0"/>
                <a:ea typeface="Helvetica" panose="020B0604020202030204" pitchFamily="34" charset="0"/>
                <a:cs typeface="Helvetica" panose="020B0604020202030204" pitchFamily="34" charset="0"/>
                <a:sym typeface="Helvetica" panose="020B0604020202030204" pitchFamily="34" charset="0"/>
              </a:endParaRPr>
            </a:p>
          </p:txBody>
        </p:sp>
        <p:sp>
          <p:nvSpPr>
            <p:cNvPr id="25" name="Line 429"/>
            <p:cNvSpPr>
              <a:spLocks noChangeShapeType="1"/>
            </p:cNvSpPr>
            <p:nvPr/>
          </p:nvSpPr>
          <p:spPr bwMode="auto">
            <a:xfrm flipH="1" flipV="1">
              <a:off x="451602" y="1790090"/>
              <a:ext cx="1228777" cy="1"/>
            </a:xfrm>
            <a:prstGeom prst="line">
              <a:avLst/>
            </a:prstGeom>
            <a:noFill/>
            <a:ln w="25400" cap="flat" cmpd="sng">
              <a:solidFill>
                <a:srgbClr val="53585F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>
              <a:defPPr>
                <a:defRPr lang="zh-CN"/>
              </a:defPPr>
              <a:lvl1pPr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1pPr>
              <a:lvl2pPr marL="228600"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2pPr>
              <a:lvl3pPr marL="457200"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3pPr>
              <a:lvl4pPr marL="685800"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4pPr>
              <a:lvl5pPr marL="914400" algn="ctr" defTabSz="584200" rtl="0" fontAlgn="base" hangingPunct="0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5pPr>
              <a:lvl6pPr marL="2286000" algn="l" defTabSz="914400" rtl="0" eaLnBrk="1" latinLnBrk="0" hangingPunct="1"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6pPr>
              <a:lvl7pPr marL="2743200" algn="l" defTabSz="914400" rtl="0" eaLnBrk="1" latinLnBrk="0" hangingPunct="1"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7pPr>
              <a:lvl8pPr marL="3200400" algn="l" defTabSz="914400" rtl="0" eaLnBrk="1" latinLnBrk="0" hangingPunct="1"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8pPr>
              <a:lvl9pPr marL="3657600" algn="l" defTabSz="914400" rtl="0" eaLnBrk="1" latinLnBrk="0" hangingPunct="1">
                <a:defRPr sz="3600" kern="1200">
                  <a:solidFill>
                    <a:srgbClr val="000000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9pPr>
            </a:lstStyle>
            <a:p>
              <a:pPr algn="l"/>
              <a:endParaRPr lang="zh-CN" altLang="zh-CN" sz="1200">
                <a:latin typeface="Helvetica" panose="020B0604020202030204" pitchFamily="34" charset="0"/>
                <a:ea typeface="Helvetica" panose="020B0604020202030204" pitchFamily="34" charset="0"/>
                <a:cs typeface="Helvetica" panose="020B0604020202030204" pitchFamily="34" charset="0"/>
                <a:sym typeface="Helvetica" panose="020B0604020202030204" pitchFamily="34" charset="0"/>
              </a:endParaRPr>
            </a:p>
          </p:txBody>
        </p:sp>
      </p:grpSp>
      <p:sp>
        <p:nvSpPr>
          <p:cNvPr id="433" name="灯片编号占位符 43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B54BD4-5486-4A33-9B83-769ED7785D49}" type="slidenum">
              <a:rPr lang="zh-CN" altLang="en-US" smtClean="0"/>
              <a:t>21</a:t>
            </a:fld>
            <a:endParaRPr lang="en-US" altLang="zh-CN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深而大的深度神经网络</a:t>
            </a:r>
          </a:p>
        </p:txBody>
      </p:sp>
      <p:sp>
        <p:nvSpPr>
          <p:cNvPr id="15" name="灯片编号占位符 1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B54BD4-5486-4A33-9B83-769ED7785D49}" type="slidenum">
              <a:rPr lang="zh-CN" altLang="en-US" smtClean="0"/>
              <a:t>22</a:t>
            </a:fld>
            <a:endParaRPr lang="en-US" altLang="zh-CN" dirty="0"/>
          </a:p>
        </p:txBody>
      </p:sp>
      <p:sp>
        <p:nvSpPr>
          <p:cNvPr id="3" name="AutoShape 5"/>
          <p:cNvSpPr/>
          <p:nvPr/>
        </p:nvSpPr>
        <p:spPr bwMode="auto">
          <a:xfrm>
            <a:off x="4694112" y="4484185"/>
            <a:ext cx="2068819" cy="4538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599" y="0"/>
                </a:lnTo>
                <a:lnTo>
                  <a:pt x="21599" y="21599"/>
                </a:lnTo>
                <a:lnTo>
                  <a:pt x="0" y="21599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prstDash val="solid"/>
                <a:miter lim="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十亿参数</a:t>
            </a:r>
            <a:endParaRPr lang="zh-CN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Picture 6" descr="droppedImage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4111" y="1560715"/>
            <a:ext cx="1631806" cy="2469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prstDash val="solid"/>
                <a:miter lim="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5" name="AutoShape 7"/>
          <p:cNvSpPr/>
          <p:nvPr/>
        </p:nvSpPr>
        <p:spPr bwMode="auto">
          <a:xfrm>
            <a:off x="4694111" y="5424481"/>
            <a:ext cx="2910118" cy="1114898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599" y="0"/>
                </a:lnTo>
                <a:lnTo>
                  <a:pt x="21599" y="21599"/>
                </a:lnTo>
                <a:lnTo>
                  <a:pt x="0" y="21599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prstDash val="solid"/>
                <a:miter lim="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/>
          <a:p>
            <a:r>
              <a:rPr lang="zh-CN" altLang="zh-CN" sz="1400" i="1" dirty="0">
                <a:solidFill>
                  <a:schemeClr val="bg1">
                    <a:lumMod val="65000"/>
                  </a:schemeClr>
                </a:solidFill>
              </a:rPr>
              <a:t>Le, Q. V., Ranzato, M. A., Monga, R., Devin, M., Chen, K., Corrado, G. S., … Ng, A. Y. (2012). Building High-level Features Using Large Scale Unsupervised Learning. In International Conference on Machine Learning.</a:t>
            </a:r>
            <a:endParaRPr lang="zh-CN" altLang="zh-CN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6" name="Picture 8" descr="droppedImage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2064" y="1669586"/>
            <a:ext cx="2274140" cy="23007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prstDash val="solid"/>
                <a:miter lim="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7" name="AutoShape 9"/>
          <p:cNvSpPr/>
          <p:nvPr/>
        </p:nvSpPr>
        <p:spPr bwMode="auto">
          <a:xfrm>
            <a:off x="7075208" y="4463909"/>
            <a:ext cx="1838949" cy="519561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599" y="0"/>
                </a:lnTo>
                <a:lnTo>
                  <a:pt x="21599" y="21599"/>
                </a:lnTo>
                <a:lnTo>
                  <a:pt x="0" y="21599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prstDash val="solid"/>
                <a:miter lim="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110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亿参数</a:t>
            </a:r>
            <a:endParaRPr lang="zh-CN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AutoShape 10"/>
          <p:cNvSpPr/>
          <p:nvPr/>
        </p:nvSpPr>
        <p:spPr bwMode="auto">
          <a:xfrm>
            <a:off x="7604229" y="5292749"/>
            <a:ext cx="2894020" cy="1027579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599" y="0"/>
                </a:lnTo>
                <a:lnTo>
                  <a:pt x="21599" y="21599"/>
                </a:lnTo>
                <a:lnTo>
                  <a:pt x="0" y="21599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prstDash val="solid"/>
                <a:miter lim="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/>
          <a:p>
            <a:r>
              <a:rPr lang="zh-CN" altLang="zh-CN" sz="1400" i="1" dirty="0">
                <a:solidFill>
                  <a:schemeClr val="bg1">
                    <a:lumMod val="65000"/>
                  </a:schemeClr>
                </a:solidFill>
              </a:rPr>
              <a:t>Coates, A., Huval, B., Wang, T., Wu, D. J., &amp; Ng, A. Y. (2013). Deep learning with cots hpc systems. In International Conference on Machine Learning. </a:t>
            </a:r>
            <a:endParaRPr lang="zh-CN" altLang="zh-CN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9" name="Picture 11" descr="Screen Shot 2014-02-11 at 23.40.53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5648" y="2309377"/>
            <a:ext cx="2676350" cy="8755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prstDash val="solid"/>
                <a:miter lim="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0" name="AutoShape 12"/>
          <p:cNvSpPr/>
          <p:nvPr/>
        </p:nvSpPr>
        <p:spPr bwMode="auto">
          <a:xfrm>
            <a:off x="1919536" y="4490154"/>
            <a:ext cx="1872208" cy="459737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599" y="0"/>
                </a:lnTo>
                <a:lnTo>
                  <a:pt x="21599" y="21599"/>
                </a:lnTo>
                <a:lnTo>
                  <a:pt x="0" y="21599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prstDash val="solid"/>
                <a:miter lim="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千万参数</a:t>
            </a:r>
            <a:endParaRPr lang="zh-CN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AutoShape 13"/>
          <p:cNvSpPr/>
          <p:nvPr/>
        </p:nvSpPr>
        <p:spPr bwMode="auto">
          <a:xfrm>
            <a:off x="1629972" y="5449540"/>
            <a:ext cx="3218160" cy="942596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599" y="0"/>
                </a:lnTo>
                <a:lnTo>
                  <a:pt x="21599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prstDash val="solid"/>
                <a:miter lim="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/>
          <a:p>
            <a:r>
              <a:rPr lang="zh-CN" altLang="zh-CN" sz="1400" i="1" dirty="0">
                <a:solidFill>
                  <a:schemeClr val="bg1">
                    <a:lumMod val="65000"/>
                  </a:schemeClr>
                </a:solidFill>
              </a:rPr>
              <a:t>Krizhevsky, A., Sutskever, I., &amp; Hinton, G. (2012). Imagenet classification with deep convolutional neural networks. In Advances in Neural Information Processing Systems (pp. 1–9).</a:t>
            </a:r>
            <a:endParaRPr lang="zh-CN" altLang="zh-CN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9051239" y="1687441"/>
            <a:ext cx="186675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ResNet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 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152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某些商业网络：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512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深而大的深度神经网络</a:t>
            </a:r>
          </a:p>
        </p:txBody>
      </p:sp>
      <p:pic>
        <p:nvPicPr>
          <p:cNvPr id="5" name="图片 4"/>
          <p:cNvPicPr/>
          <p:nvPr/>
        </p:nvPicPr>
        <p:blipFill>
          <a:blip r:embed="rId3"/>
          <a:stretch>
            <a:fillRect/>
          </a:stretch>
        </p:blipFill>
        <p:spPr>
          <a:xfrm>
            <a:off x="2384570" y="1569263"/>
            <a:ext cx="8969230" cy="3379812"/>
          </a:xfrm>
          <a:prstGeom prst="rect">
            <a:avLst/>
          </a:prstGeom>
        </p:spPr>
      </p:pic>
      <p:pic>
        <p:nvPicPr>
          <p:cNvPr id="6" name="Picture 384"/>
          <p:cNvPicPr>
            <a:picLocks noChangeAspect="1" noChangeArrowheads="1"/>
          </p:cNvPicPr>
          <p:nvPr/>
        </p:nvPicPr>
        <p:blipFill>
          <a:blip r:embed="rId4" cstate="email"/>
          <a:srcRect/>
          <a:stretch>
            <a:fillRect/>
          </a:stretch>
        </p:blipFill>
        <p:spPr bwMode="auto">
          <a:xfrm>
            <a:off x="374810" y="3596219"/>
            <a:ext cx="3206590" cy="20564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文本框 6"/>
          <p:cNvSpPr txBox="1"/>
          <p:nvPr/>
        </p:nvSpPr>
        <p:spPr>
          <a:xfrm>
            <a:off x="4867739" y="5360324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chemeClr val="accen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多层大规模人工神经网络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B54BD4-5486-4A33-9B83-769ED7785D49}" type="slidenum">
              <a:rPr lang="zh-CN" altLang="en-US" smtClean="0"/>
              <a:t>23</a:t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深度神经网络的组织方式</a:t>
            </a:r>
          </a:p>
        </p:txBody>
      </p:sp>
      <p:grpSp>
        <p:nvGrpSpPr>
          <p:cNvPr id="149" name="组合 148"/>
          <p:cNvGrpSpPr/>
          <p:nvPr/>
        </p:nvGrpSpPr>
        <p:grpSpPr>
          <a:xfrm>
            <a:off x="1768870" y="1369609"/>
            <a:ext cx="8808862" cy="5131135"/>
            <a:chOff x="217488" y="1562100"/>
            <a:chExt cx="12981848" cy="7893580"/>
          </a:xfrm>
        </p:grpSpPr>
        <p:cxnSp>
          <p:nvCxnSpPr>
            <p:cNvPr id="5" name="AutoShape 3"/>
            <p:cNvCxnSpPr>
              <a:cxnSpLocks noChangeShapeType="1"/>
              <a:stCxn id="66" idx="0"/>
              <a:endCxn id="59" idx="0"/>
            </p:cNvCxnSpPr>
            <p:nvPr/>
          </p:nvCxnSpPr>
          <p:spPr bwMode="auto">
            <a:xfrm flipV="1">
              <a:off x="6816725" y="1981200"/>
              <a:ext cx="3027363" cy="3235325"/>
            </a:xfrm>
            <a:prstGeom prst="straightConnector1">
              <a:avLst/>
            </a:prstGeom>
            <a:noFill/>
            <a:ln w="25400" cap="flat" cmpd="sng">
              <a:solidFill>
                <a:srgbClr val="C82506"/>
              </a:solidFill>
              <a:prstDash val="solid"/>
              <a:miter lim="0"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sp>
          <p:nvSpPr>
            <p:cNvPr id="6" name="AutoShape 4"/>
            <p:cNvSpPr/>
            <p:nvPr/>
          </p:nvSpPr>
          <p:spPr bwMode="auto">
            <a:xfrm>
              <a:off x="655638" y="4378325"/>
              <a:ext cx="1647825" cy="1687513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25400" cap="flat" cmpd="sng">
              <a:solidFill>
                <a:srgbClr val="85888D"/>
              </a:solidFill>
              <a:prstDash val="solid"/>
              <a:miter lim="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endParaRPr lang="zh-CN" altLang="zh-CN" sz="2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AutoShape 5"/>
            <p:cNvSpPr/>
            <p:nvPr/>
          </p:nvSpPr>
          <p:spPr bwMode="auto">
            <a:xfrm>
              <a:off x="3895725" y="7115175"/>
              <a:ext cx="1647825" cy="1687513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25400" cap="flat" cmpd="sng">
              <a:solidFill>
                <a:srgbClr val="53585F"/>
              </a:solidFill>
              <a:prstDash val="solid"/>
              <a:miter lim="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endParaRPr lang="zh-CN" altLang="zh-CN" sz="2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AutoShape 6"/>
            <p:cNvSpPr/>
            <p:nvPr/>
          </p:nvSpPr>
          <p:spPr bwMode="auto">
            <a:xfrm>
              <a:off x="3895725" y="1641475"/>
              <a:ext cx="1647825" cy="1687513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25400" cap="flat" cmpd="sng">
              <a:solidFill>
                <a:srgbClr val="53585F"/>
              </a:solidFill>
              <a:prstDash val="solid"/>
              <a:miter lim="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endParaRPr lang="zh-CN" altLang="zh-CN" sz="2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Line 7"/>
            <p:cNvSpPr>
              <a:spLocks noChangeShapeType="1"/>
            </p:cNvSpPr>
            <p:nvPr/>
          </p:nvSpPr>
          <p:spPr bwMode="auto">
            <a:xfrm flipV="1">
              <a:off x="4705350" y="1974850"/>
              <a:ext cx="395288" cy="395288"/>
            </a:xfrm>
            <a:prstGeom prst="line">
              <a:avLst/>
            </a:prstGeom>
            <a:noFill/>
            <a:ln w="127000" cap="flat" cmpd="sng">
              <a:solidFill>
                <a:srgbClr val="53585F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endParaRPr lang="zh-CN" altLang="zh-CN" sz="2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Line 8"/>
            <p:cNvSpPr>
              <a:spLocks noChangeShapeType="1"/>
            </p:cNvSpPr>
            <p:nvPr/>
          </p:nvSpPr>
          <p:spPr bwMode="auto">
            <a:xfrm flipV="1">
              <a:off x="4235450" y="2741613"/>
              <a:ext cx="396875" cy="395287"/>
            </a:xfrm>
            <a:prstGeom prst="line">
              <a:avLst/>
            </a:prstGeom>
            <a:noFill/>
            <a:ln w="127000" cap="flat" cmpd="sng">
              <a:solidFill>
                <a:srgbClr val="53585F">
                  <a:alpha val="75000"/>
                </a:srgbClr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endParaRPr lang="zh-CN" altLang="zh-CN" sz="2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Line 9"/>
            <p:cNvSpPr>
              <a:spLocks noChangeShapeType="1"/>
            </p:cNvSpPr>
            <p:nvPr/>
          </p:nvSpPr>
          <p:spPr bwMode="auto">
            <a:xfrm flipV="1">
              <a:off x="4014788" y="2570163"/>
              <a:ext cx="395287" cy="395287"/>
            </a:xfrm>
            <a:prstGeom prst="line">
              <a:avLst/>
            </a:prstGeom>
            <a:noFill/>
            <a:ln w="127000" cap="flat" cmpd="sng">
              <a:solidFill>
                <a:srgbClr val="53585F">
                  <a:alpha val="49869"/>
                </a:srgbClr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endParaRPr lang="zh-CN" altLang="zh-CN" sz="2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AutoShape 10"/>
            <p:cNvSpPr/>
            <p:nvPr/>
          </p:nvSpPr>
          <p:spPr bwMode="auto">
            <a:xfrm>
              <a:off x="3895725" y="3465513"/>
              <a:ext cx="1647825" cy="1687512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25400" cap="flat" cmpd="sng">
              <a:solidFill>
                <a:srgbClr val="53585F"/>
              </a:solidFill>
              <a:prstDash val="solid"/>
              <a:miter lim="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endParaRPr lang="zh-CN" altLang="zh-CN" sz="2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Line 11"/>
            <p:cNvSpPr>
              <a:spLocks noChangeShapeType="1"/>
            </p:cNvSpPr>
            <p:nvPr/>
          </p:nvSpPr>
          <p:spPr bwMode="auto">
            <a:xfrm>
              <a:off x="4645025" y="3736975"/>
              <a:ext cx="481013" cy="0"/>
            </a:xfrm>
            <a:prstGeom prst="line">
              <a:avLst/>
            </a:prstGeom>
            <a:noFill/>
            <a:ln w="127000" cap="flat" cmpd="sng">
              <a:solidFill>
                <a:srgbClr val="53585F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endParaRPr lang="zh-CN" altLang="zh-CN" sz="2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Line 12"/>
            <p:cNvSpPr>
              <a:spLocks noChangeShapeType="1"/>
            </p:cNvSpPr>
            <p:nvPr/>
          </p:nvSpPr>
          <p:spPr bwMode="auto">
            <a:xfrm>
              <a:off x="4094163" y="4721225"/>
              <a:ext cx="481012" cy="0"/>
            </a:xfrm>
            <a:prstGeom prst="line">
              <a:avLst/>
            </a:prstGeom>
            <a:noFill/>
            <a:ln w="127000" cap="flat" cmpd="sng">
              <a:solidFill>
                <a:srgbClr val="53585F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endParaRPr lang="zh-CN" altLang="zh-CN" sz="2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AutoShape 13"/>
            <p:cNvSpPr/>
            <p:nvPr/>
          </p:nvSpPr>
          <p:spPr bwMode="auto">
            <a:xfrm>
              <a:off x="3895725" y="5291138"/>
              <a:ext cx="1647825" cy="1687512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25400" cap="flat" cmpd="sng">
              <a:solidFill>
                <a:srgbClr val="53585F"/>
              </a:solidFill>
              <a:prstDash val="solid"/>
              <a:miter lim="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endParaRPr lang="zh-CN" altLang="zh-CN" sz="2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Line 14"/>
            <p:cNvSpPr>
              <a:spLocks noChangeShapeType="1"/>
            </p:cNvSpPr>
            <p:nvPr/>
          </p:nvSpPr>
          <p:spPr bwMode="auto">
            <a:xfrm flipV="1">
              <a:off x="4213225" y="6267450"/>
              <a:ext cx="0" cy="488950"/>
            </a:xfrm>
            <a:prstGeom prst="line">
              <a:avLst/>
            </a:prstGeom>
            <a:noFill/>
            <a:ln w="127000" cap="flat" cmpd="sng">
              <a:solidFill>
                <a:srgbClr val="53585F">
                  <a:alpha val="50000"/>
                </a:srgbClr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endParaRPr lang="zh-CN" altLang="zh-CN" sz="2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Line 15"/>
            <p:cNvSpPr>
              <a:spLocks noChangeShapeType="1"/>
            </p:cNvSpPr>
            <p:nvPr/>
          </p:nvSpPr>
          <p:spPr bwMode="auto">
            <a:xfrm flipV="1">
              <a:off x="4500563" y="6291263"/>
              <a:ext cx="0" cy="488950"/>
            </a:xfrm>
            <a:prstGeom prst="line">
              <a:avLst/>
            </a:prstGeom>
            <a:noFill/>
            <a:ln w="127000" cap="flat" cmpd="sng">
              <a:solidFill>
                <a:srgbClr val="53585F">
                  <a:alpha val="89671"/>
                </a:srgbClr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endParaRPr lang="zh-CN" altLang="zh-CN" sz="2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Line 16"/>
            <p:cNvSpPr>
              <a:spLocks noChangeShapeType="1"/>
            </p:cNvSpPr>
            <p:nvPr/>
          </p:nvSpPr>
          <p:spPr bwMode="auto">
            <a:xfrm>
              <a:off x="2852738" y="4311650"/>
              <a:ext cx="481012" cy="0"/>
            </a:xfrm>
            <a:prstGeom prst="line">
              <a:avLst/>
            </a:prstGeom>
            <a:noFill/>
            <a:ln w="127000" cap="flat" cmpd="sng">
              <a:solidFill>
                <a:srgbClr val="C82506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endParaRPr lang="zh-CN" altLang="zh-CN" sz="2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Line 17"/>
            <p:cNvSpPr>
              <a:spLocks noChangeShapeType="1"/>
            </p:cNvSpPr>
            <p:nvPr/>
          </p:nvSpPr>
          <p:spPr bwMode="auto">
            <a:xfrm flipV="1">
              <a:off x="2895600" y="2289175"/>
              <a:ext cx="395288" cy="396875"/>
            </a:xfrm>
            <a:prstGeom prst="line">
              <a:avLst/>
            </a:prstGeom>
            <a:noFill/>
            <a:ln w="127000" cap="flat" cmpd="sng">
              <a:solidFill>
                <a:srgbClr val="C82506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endParaRPr lang="zh-CN" altLang="zh-CN" sz="2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Line 18"/>
            <p:cNvSpPr>
              <a:spLocks noChangeShapeType="1"/>
            </p:cNvSpPr>
            <p:nvPr/>
          </p:nvSpPr>
          <p:spPr bwMode="auto">
            <a:xfrm flipH="1" flipV="1">
              <a:off x="2895600" y="7758113"/>
              <a:ext cx="395288" cy="395287"/>
            </a:xfrm>
            <a:prstGeom prst="line">
              <a:avLst/>
            </a:prstGeom>
            <a:noFill/>
            <a:ln w="127000" cap="flat" cmpd="sng">
              <a:solidFill>
                <a:srgbClr val="C82506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endParaRPr lang="zh-CN" altLang="zh-CN" sz="2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Line 19"/>
            <p:cNvSpPr>
              <a:spLocks noChangeShapeType="1"/>
            </p:cNvSpPr>
            <p:nvPr/>
          </p:nvSpPr>
          <p:spPr bwMode="auto">
            <a:xfrm flipV="1">
              <a:off x="3094038" y="5897563"/>
              <a:ext cx="0" cy="488950"/>
            </a:xfrm>
            <a:prstGeom prst="line">
              <a:avLst/>
            </a:prstGeom>
            <a:noFill/>
            <a:ln w="127000" cap="flat" cmpd="sng">
              <a:solidFill>
                <a:srgbClr val="C82506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endParaRPr lang="zh-CN" altLang="zh-CN" sz="2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AutoShape 20"/>
            <p:cNvSpPr/>
            <p:nvPr/>
          </p:nvSpPr>
          <p:spPr bwMode="auto">
            <a:xfrm>
              <a:off x="6407150" y="7551738"/>
              <a:ext cx="782638" cy="80327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25400" cap="flat" cmpd="sng">
              <a:solidFill>
                <a:srgbClr val="53585F"/>
              </a:solidFill>
              <a:prstDash val="solid"/>
              <a:miter lim="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endParaRPr lang="zh-CN" altLang="zh-CN" sz="2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AutoShape 21"/>
            <p:cNvSpPr/>
            <p:nvPr/>
          </p:nvSpPr>
          <p:spPr bwMode="auto">
            <a:xfrm>
              <a:off x="6407150" y="2078038"/>
              <a:ext cx="817563" cy="838200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25400" cap="flat" cmpd="sng">
              <a:solidFill>
                <a:srgbClr val="53585F"/>
              </a:solidFill>
              <a:prstDash val="solid"/>
              <a:miter lim="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endParaRPr lang="zh-CN" altLang="zh-CN" sz="2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Line 22"/>
            <p:cNvSpPr>
              <a:spLocks noChangeShapeType="1"/>
            </p:cNvSpPr>
            <p:nvPr/>
          </p:nvSpPr>
          <p:spPr bwMode="auto">
            <a:xfrm flipV="1">
              <a:off x="6808788" y="2243138"/>
              <a:ext cx="196850" cy="196850"/>
            </a:xfrm>
            <a:prstGeom prst="line">
              <a:avLst/>
            </a:prstGeom>
            <a:noFill/>
            <a:ln w="127000" cap="flat" cmpd="sng">
              <a:solidFill>
                <a:srgbClr val="53585F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endParaRPr lang="zh-CN" altLang="zh-CN" sz="2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Line 23"/>
            <p:cNvSpPr>
              <a:spLocks noChangeShapeType="1"/>
            </p:cNvSpPr>
            <p:nvPr/>
          </p:nvSpPr>
          <p:spPr bwMode="auto">
            <a:xfrm flipV="1">
              <a:off x="6575425" y="2624138"/>
              <a:ext cx="196850" cy="196850"/>
            </a:xfrm>
            <a:prstGeom prst="line">
              <a:avLst/>
            </a:prstGeom>
            <a:noFill/>
            <a:ln w="127000" cap="flat" cmpd="sng">
              <a:solidFill>
                <a:srgbClr val="53585F">
                  <a:alpha val="75000"/>
                </a:srgbClr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endParaRPr lang="zh-CN" altLang="zh-CN" sz="2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Line 24"/>
            <p:cNvSpPr>
              <a:spLocks noChangeShapeType="1"/>
            </p:cNvSpPr>
            <p:nvPr/>
          </p:nvSpPr>
          <p:spPr bwMode="auto">
            <a:xfrm flipV="1">
              <a:off x="6465888" y="2540000"/>
              <a:ext cx="196850" cy="195263"/>
            </a:xfrm>
            <a:prstGeom prst="line">
              <a:avLst/>
            </a:prstGeom>
            <a:noFill/>
            <a:ln w="127000" cap="flat" cmpd="sng">
              <a:solidFill>
                <a:srgbClr val="53585F">
                  <a:alpha val="49869"/>
                </a:srgbClr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endParaRPr lang="zh-CN" altLang="zh-CN" sz="2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AutoShape 25"/>
            <p:cNvSpPr/>
            <p:nvPr/>
          </p:nvSpPr>
          <p:spPr bwMode="auto">
            <a:xfrm>
              <a:off x="6407150" y="3902075"/>
              <a:ext cx="817563" cy="838200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25400" cap="flat" cmpd="sng">
              <a:solidFill>
                <a:srgbClr val="53585F"/>
              </a:solidFill>
              <a:prstDash val="solid"/>
              <a:miter lim="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endParaRPr lang="zh-CN" altLang="zh-CN" sz="2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Line 26"/>
            <p:cNvSpPr>
              <a:spLocks noChangeShapeType="1"/>
            </p:cNvSpPr>
            <p:nvPr/>
          </p:nvSpPr>
          <p:spPr bwMode="auto">
            <a:xfrm>
              <a:off x="6780213" y="4037013"/>
              <a:ext cx="238125" cy="0"/>
            </a:xfrm>
            <a:prstGeom prst="line">
              <a:avLst/>
            </a:prstGeom>
            <a:noFill/>
            <a:ln w="127000" cap="flat" cmpd="sng">
              <a:solidFill>
                <a:srgbClr val="53585F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endParaRPr lang="zh-CN" altLang="zh-CN" sz="2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Line 27"/>
            <p:cNvSpPr>
              <a:spLocks noChangeShapeType="1"/>
            </p:cNvSpPr>
            <p:nvPr/>
          </p:nvSpPr>
          <p:spPr bwMode="auto">
            <a:xfrm>
              <a:off x="6505575" y="4525963"/>
              <a:ext cx="239713" cy="0"/>
            </a:xfrm>
            <a:prstGeom prst="line">
              <a:avLst/>
            </a:prstGeom>
            <a:noFill/>
            <a:ln w="127000" cap="flat" cmpd="sng">
              <a:solidFill>
                <a:srgbClr val="53585F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endParaRPr lang="zh-CN" altLang="zh-CN" sz="2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AutoShape 28"/>
            <p:cNvSpPr/>
            <p:nvPr/>
          </p:nvSpPr>
          <p:spPr bwMode="auto">
            <a:xfrm>
              <a:off x="6407150" y="5727700"/>
              <a:ext cx="806450" cy="825500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25400" cap="flat" cmpd="sng">
              <a:solidFill>
                <a:srgbClr val="53585F"/>
              </a:solidFill>
              <a:prstDash val="solid"/>
              <a:miter lim="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endParaRPr lang="zh-CN" altLang="zh-CN" sz="2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Line 29"/>
            <p:cNvSpPr>
              <a:spLocks noChangeShapeType="1"/>
            </p:cNvSpPr>
            <p:nvPr/>
          </p:nvSpPr>
          <p:spPr bwMode="auto">
            <a:xfrm flipV="1">
              <a:off x="6562725" y="6205538"/>
              <a:ext cx="0" cy="239712"/>
            </a:xfrm>
            <a:prstGeom prst="line">
              <a:avLst/>
            </a:prstGeom>
            <a:noFill/>
            <a:ln w="127000" cap="flat" cmpd="sng">
              <a:solidFill>
                <a:srgbClr val="53585F">
                  <a:alpha val="50000"/>
                </a:srgbClr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endParaRPr lang="zh-CN" altLang="zh-CN" sz="2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Line 30"/>
            <p:cNvSpPr>
              <a:spLocks noChangeShapeType="1"/>
            </p:cNvSpPr>
            <p:nvPr/>
          </p:nvSpPr>
          <p:spPr bwMode="auto">
            <a:xfrm flipV="1">
              <a:off x="6702425" y="6218238"/>
              <a:ext cx="0" cy="238125"/>
            </a:xfrm>
            <a:prstGeom prst="line">
              <a:avLst/>
            </a:prstGeom>
            <a:noFill/>
            <a:ln w="127000" cap="flat" cmpd="sng">
              <a:solidFill>
                <a:srgbClr val="53585F">
                  <a:alpha val="89999"/>
                </a:srgbClr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endParaRPr lang="zh-CN" altLang="zh-CN" sz="2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33" name="Group 31"/>
            <p:cNvGrpSpPr/>
            <p:nvPr/>
          </p:nvGrpSpPr>
          <p:grpSpPr bwMode="auto">
            <a:xfrm>
              <a:off x="8237538" y="1806575"/>
              <a:ext cx="506412" cy="6738938"/>
              <a:chOff x="-26108" y="0"/>
              <a:chExt cx="507533" cy="6737776"/>
            </a:xfrm>
          </p:grpSpPr>
          <p:grpSp>
            <p:nvGrpSpPr>
              <p:cNvPr id="34" name="Group 32"/>
              <p:cNvGrpSpPr/>
              <p:nvPr/>
            </p:nvGrpSpPr>
            <p:grpSpPr bwMode="auto">
              <a:xfrm>
                <a:off x="103510" y="0"/>
                <a:ext cx="274404" cy="244358"/>
                <a:chOff x="0" y="0"/>
                <a:chExt cx="274404" cy="244358"/>
              </a:xfrm>
            </p:grpSpPr>
            <p:sp>
              <p:nvSpPr>
                <p:cNvPr id="56" name="Line 33"/>
                <p:cNvSpPr>
                  <a:spLocks noChangeShapeType="1"/>
                </p:cNvSpPr>
                <p:nvPr/>
              </p:nvSpPr>
              <p:spPr bwMode="auto">
                <a:xfrm>
                  <a:off x="0" y="0"/>
                  <a:ext cx="274404" cy="0"/>
                </a:xfrm>
                <a:prstGeom prst="line">
                  <a:avLst/>
                </a:prstGeom>
                <a:noFill/>
                <a:ln w="127000" cap="flat" cmpd="sng">
                  <a:solidFill>
                    <a:srgbClr val="C82506"/>
                  </a:solidFill>
                  <a:prstDash val="solid"/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 anchor="ctr"/>
                <a:lstStyle/>
                <a:p>
                  <a:endParaRPr lang="zh-CN" altLang="zh-CN" sz="24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7" name="Line 34"/>
                <p:cNvSpPr>
                  <a:spLocks noChangeShapeType="1"/>
                </p:cNvSpPr>
                <p:nvPr/>
              </p:nvSpPr>
              <p:spPr bwMode="auto">
                <a:xfrm flipV="1">
                  <a:off x="24312" y="18579"/>
                  <a:ext cx="225779" cy="225779"/>
                </a:xfrm>
                <a:prstGeom prst="line">
                  <a:avLst/>
                </a:prstGeom>
                <a:noFill/>
                <a:ln w="127000" cap="flat" cmpd="sng">
                  <a:solidFill>
                    <a:srgbClr val="C82506"/>
                  </a:solidFill>
                  <a:prstDash val="solid"/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 anchor="ctr"/>
                <a:lstStyle/>
                <a:p>
                  <a:endParaRPr lang="zh-CN" altLang="zh-CN" sz="24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35" name="Group 35"/>
              <p:cNvGrpSpPr/>
              <p:nvPr/>
            </p:nvGrpSpPr>
            <p:grpSpPr bwMode="auto">
              <a:xfrm>
                <a:off x="103510" y="924631"/>
                <a:ext cx="274404" cy="279120"/>
                <a:chOff x="0" y="0"/>
                <a:chExt cx="274404" cy="279120"/>
              </a:xfrm>
            </p:grpSpPr>
            <p:sp>
              <p:nvSpPr>
                <p:cNvPr id="54" name="Line 36"/>
                <p:cNvSpPr>
                  <a:spLocks noChangeShapeType="1"/>
                </p:cNvSpPr>
                <p:nvPr/>
              </p:nvSpPr>
              <p:spPr bwMode="auto">
                <a:xfrm>
                  <a:off x="0" y="139559"/>
                  <a:ext cx="274404" cy="1"/>
                </a:xfrm>
                <a:prstGeom prst="line">
                  <a:avLst/>
                </a:prstGeom>
                <a:noFill/>
                <a:ln w="127000" cap="flat" cmpd="sng">
                  <a:solidFill>
                    <a:srgbClr val="C82506"/>
                  </a:solidFill>
                  <a:prstDash val="solid"/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 anchor="ctr"/>
                <a:lstStyle/>
                <a:p>
                  <a:endParaRPr lang="zh-CN" altLang="zh-CN" sz="24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5" name="Line 37"/>
                <p:cNvSpPr>
                  <a:spLocks noChangeShapeType="1"/>
                </p:cNvSpPr>
                <p:nvPr/>
              </p:nvSpPr>
              <p:spPr bwMode="auto">
                <a:xfrm flipV="1">
                  <a:off x="137201" y="0"/>
                  <a:ext cx="1" cy="279120"/>
                </a:xfrm>
                <a:prstGeom prst="line">
                  <a:avLst/>
                </a:prstGeom>
                <a:noFill/>
                <a:ln w="127000" cap="flat" cmpd="sng">
                  <a:solidFill>
                    <a:srgbClr val="C82506"/>
                  </a:solidFill>
                  <a:prstDash val="solid"/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 anchor="ctr"/>
                <a:lstStyle/>
                <a:p>
                  <a:endParaRPr lang="zh-CN" altLang="zh-CN" sz="24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36" name="Group 38"/>
              <p:cNvGrpSpPr/>
              <p:nvPr/>
            </p:nvGrpSpPr>
            <p:grpSpPr bwMode="auto">
              <a:xfrm>
                <a:off x="134158" y="3666871"/>
                <a:ext cx="225779" cy="318102"/>
                <a:chOff x="0" y="0"/>
                <a:chExt cx="225778" cy="318101"/>
              </a:xfrm>
            </p:grpSpPr>
            <p:sp>
              <p:nvSpPr>
                <p:cNvPr id="52" name="Line 39"/>
                <p:cNvSpPr>
                  <a:spLocks noChangeShapeType="1"/>
                </p:cNvSpPr>
                <p:nvPr/>
              </p:nvSpPr>
              <p:spPr bwMode="auto">
                <a:xfrm flipH="1" flipV="1">
                  <a:off x="0" y="92322"/>
                  <a:ext cx="225778" cy="225779"/>
                </a:xfrm>
                <a:prstGeom prst="line">
                  <a:avLst/>
                </a:prstGeom>
                <a:noFill/>
                <a:ln w="127000" cap="flat" cmpd="sng">
                  <a:solidFill>
                    <a:srgbClr val="C82506"/>
                  </a:solidFill>
                  <a:prstDash val="solid"/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 anchor="ctr"/>
                <a:lstStyle/>
                <a:p>
                  <a:endParaRPr lang="zh-CN" altLang="zh-CN" sz="24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3" name="Line 40"/>
                <p:cNvSpPr>
                  <a:spLocks noChangeShapeType="1"/>
                </p:cNvSpPr>
                <p:nvPr/>
              </p:nvSpPr>
              <p:spPr bwMode="auto">
                <a:xfrm flipV="1">
                  <a:off x="204375" y="0"/>
                  <a:ext cx="1" cy="279120"/>
                </a:xfrm>
                <a:prstGeom prst="line">
                  <a:avLst/>
                </a:prstGeom>
                <a:noFill/>
                <a:ln w="127000" cap="flat" cmpd="sng">
                  <a:solidFill>
                    <a:srgbClr val="C82506"/>
                  </a:solidFill>
                  <a:prstDash val="solid"/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 anchor="ctr"/>
                <a:lstStyle/>
                <a:p>
                  <a:endParaRPr lang="zh-CN" altLang="zh-CN" sz="24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37" name="Group 41"/>
              <p:cNvGrpSpPr/>
              <p:nvPr/>
            </p:nvGrpSpPr>
            <p:grpSpPr bwMode="auto">
              <a:xfrm>
                <a:off x="134158" y="1795843"/>
                <a:ext cx="225779" cy="398250"/>
                <a:chOff x="-1" y="0"/>
                <a:chExt cx="225779" cy="398250"/>
              </a:xfrm>
            </p:grpSpPr>
            <p:sp>
              <p:nvSpPr>
                <p:cNvPr id="50" name="Line 42"/>
                <p:cNvSpPr>
                  <a:spLocks noChangeShapeType="1"/>
                </p:cNvSpPr>
                <p:nvPr/>
              </p:nvSpPr>
              <p:spPr bwMode="auto">
                <a:xfrm flipV="1">
                  <a:off x="-1" y="0"/>
                  <a:ext cx="225779" cy="225778"/>
                </a:xfrm>
                <a:prstGeom prst="line">
                  <a:avLst/>
                </a:prstGeom>
                <a:noFill/>
                <a:ln w="127000" cap="flat" cmpd="sng">
                  <a:solidFill>
                    <a:srgbClr val="C82506"/>
                  </a:solidFill>
                  <a:prstDash val="solid"/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 anchor="ctr"/>
                <a:lstStyle/>
                <a:p>
                  <a:endParaRPr lang="zh-CN" altLang="zh-CN" sz="24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1" name="Line 43"/>
                <p:cNvSpPr>
                  <a:spLocks noChangeShapeType="1"/>
                </p:cNvSpPr>
                <p:nvPr/>
              </p:nvSpPr>
              <p:spPr bwMode="auto">
                <a:xfrm flipH="1" flipV="1">
                  <a:off x="0" y="172471"/>
                  <a:ext cx="225778" cy="225779"/>
                </a:xfrm>
                <a:prstGeom prst="line">
                  <a:avLst/>
                </a:prstGeom>
                <a:noFill/>
                <a:ln w="127000" cap="flat" cmpd="sng">
                  <a:solidFill>
                    <a:srgbClr val="C82506"/>
                  </a:solidFill>
                  <a:prstDash val="solid"/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 anchor="ctr"/>
                <a:lstStyle/>
                <a:p>
                  <a:endParaRPr lang="zh-CN" altLang="zh-CN" sz="24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38" name="Group 44"/>
              <p:cNvGrpSpPr/>
              <p:nvPr/>
            </p:nvGrpSpPr>
            <p:grpSpPr bwMode="auto">
              <a:xfrm>
                <a:off x="134158" y="2796210"/>
                <a:ext cx="225779" cy="225779"/>
                <a:chOff x="-1" y="0"/>
                <a:chExt cx="225779" cy="225778"/>
              </a:xfrm>
            </p:grpSpPr>
            <p:sp>
              <p:nvSpPr>
                <p:cNvPr id="48" name="Line 45"/>
                <p:cNvSpPr>
                  <a:spLocks noChangeShapeType="1"/>
                </p:cNvSpPr>
                <p:nvPr/>
              </p:nvSpPr>
              <p:spPr bwMode="auto">
                <a:xfrm flipV="1">
                  <a:off x="-1" y="0"/>
                  <a:ext cx="225779" cy="225778"/>
                </a:xfrm>
                <a:prstGeom prst="line">
                  <a:avLst/>
                </a:prstGeom>
                <a:noFill/>
                <a:ln w="127000" cap="flat" cmpd="sng">
                  <a:solidFill>
                    <a:srgbClr val="C82506"/>
                  </a:solidFill>
                  <a:prstDash val="solid"/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 anchor="ctr"/>
                <a:lstStyle/>
                <a:p>
                  <a:endParaRPr lang="zh-CN" altLang="zh-CN" sz="24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9" name="Line 46"/>
                <p:cNvSpPr>
                  <a:spLocks noChangeShapeType="1"/>
                </p:cNvSpPr>
                <p:nvPr/>
              </p:nvSpPr>
              <p:spPr bwMode="auto">
                <a:xfrm flipH="1" flipV="1">
                  <a:off x="0" y="0"/>
                  <a:ext cx="225778" cy="225778"/>
                </a:xfrm>
                <a:prstGeom prst="line">
                  <a:avLst/>
                </a:prstGeom>
                <a:noFill/>
                <a:ln w="127000" cap="flat" cmpd="sng">
                  <a:solidFill>
                    <a:srgbClr val="C82506"/>
                  </a:solidFill>
                  <a:prstDash val="solid"/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 anchor="ctr"/>
                <a:lstStyle/>
                <a:p>
                  <a:endParaRPr lang="zh-CN" altLang="zh-CN" sz="24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39" name="Group 47"/>
              <p:cNvGrpSpPr/>
              <p:nvPr/>
            </p:nvGrpSpPr>
            <p:grpSpPr bwMode="auto">
              <a:xfrm>
                <a:off x="-1" y="4644526"/>
                <a:ext cx="481426" cy="225779"/>
                <a:chOff x="-1" y="0"/>
                <a:chExt cx="481426" cy="225778"/>
              </a:xfrm>
            </p:grpSpPr>
            <p:sp>
              <p:nvSpPr>
                <p:cNvPr id="46" name="Line 48"/>
                <p:cNvSpPr>
                  <a:spLocks noChangeShapeType="1"/>
                </p:cNvSpPr>
                <p:nvPr/>
              </p:nvSpPr>
              <p:spPr bwMode="auto">
                <a:xfrm>
                  <a:off x="207021" y="14549"/>
                  <a:ext cx="274404" cy="1"/>
                </a:xfrm>
                <a:prstGeom prst="line">
                  <a:avLst/>
                </a:prstGeom>
                <a:noFill/>
                <a:ln w="127000" cap="flat" cmpd="sng">
                  <a:solidFill>
                    <a:srgbClr val="C82506"/>
                  </a:solidFill>
                  <a:prstDash val="solid"/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 anchor="ctr"/>
                <a:lstStyle/>
                <a:p>
                  <a:endParaRPr lang="zh-CN" altLang="zh-CN" sz="24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7" name="Line 49"/>
                <p:cNvSpPr>
                  <a:spLocks noChangeShapeType="1"/>
                </p:cNvSpPr>
                <p:nvPr/>
              </p:nvSpPr>
              <p:spPr bwMode="auto">
                <a:xfrm flipV="1">
                  <a:off x="-1" y="0"/>
                  <a:ext cx="225779" cy="225778"/>
                </a:xfrm>
                <a:prstGeom prst="line">
                  <a:avLst/>
                </a:prstGeom>
                <a:noFill/>
                <a:ln w="127000" cap="flat" cmpd="sng">
                  <a:solidFill>
                    <a:srgbClr val="C82506"/>
                  </a:solidFill>
                  <a:prstDash val="solid"/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 anchor="ctr"/>
                <a:lstStyle/>
                <a:p>
                  <a:endParaRPr lang="zh-CN" altLang="zh-CN" sz="24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40" name="Group 50"/>
              <p:cNvGrpSpPr/>
              <p:nvPr/>
            </p:nvGrpSpPr>
            <p:grpSpPr bwMode="auto">
              <a:xfrm>
                <a:off x="118514" y="5556495"/>
                <a:ext cx="274404" cy="279120"/>
                <a:chOff x="0" y="-1"/>
                <a:chExt cx="274404" cy="279121"/>
              </a:xfrm>
            </p:grpSpPr>
            <p:sp>
              <p:nvSpPr>
                <p:cNvPr id="44" name="Line 51"/>
                <p:cNvSpPr>
                  <a:spLocks noChangeShapeType="1"/>
                </p:cNvSpPr>
                <p:nvPr/>
              </p:nvSpPr>
              <p:spPr bwMode="auto">
                <a:xfrm>
                  <a:off x="0" y="220171"/>
                  <a:ext cx="274404" cy="1"/>
                </a:xfrm>
                <a:prstGeom prst="line">
                  <a:avLst/>
                </a:prstGeom>
                <a:noFill/>
                <a:ln w="127000" cap="flat" cmpd="sng">
                  <a:solidFill>
                    <a:srgbClr val="C82506"/>
                  </a:solidFill>
                  <a:prstDash val="solid"/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 anchor="ctr"/>
                <a:lstStyle/>
                <a:p>
                  <a:endParaRPr lang="zh-CN" altLang="zh-CN" sz="24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5" name="Line 52"/>
                <p:cNvSpPr>
                  <a:spLocks noChangeShapeType="1"/>
                </p:cNvSpPr>
                <p:nvPr/>
              </p:nvSpPr>
              <p:spPr bwMode="auto">
                <a:xfrm flipH="1">
                  <a:off x="8223" y="0"/>
                  <a:ext cx="1" cy="279120"/>
                </a:xfrm>
                <a:prstGeom prst="line">
                  <a:avLst/>
                </a:prstGeom>
                <a:noFill/>
                <a:ln w="127000" cap="flat" cmpd="sng">
                  <a:solidFill>
                    <a:srgbClr val="C82506"/>
                  </a:solidFill>
                  <a:prstDash val="solid"/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 anchor="ctr"/>
                <a:lstStyle/>
                <a:p>
                  <a:endParaRPr lang="zh-CN" altLang="zh-CN" sz="24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41" name="Group 53"/>
              <p:cNvGrpSpPr/>
              <p:nvPr/>
            </p:nvGrpSpPr>
            <p:grpSpPr bwMode="auto">
              <a:xfrm>
                <a:off x="-26108" y="6489129"/>
                <a:ext cx="500503" cy="248647"/>
                <a:chOff x="0" y="0"/>
                <a:chExt cx="500502" cy="248647"/>
              </a:xfrm>
            </p:grpSpPr>
            <p:sp>
              <p:nvSpPr>
                <p:cNvPr id="42" name="Line 54"/>
                <p:cNvSpPr>
                  <a:spLocks noChangeShapeType="1"/>
                </p:cNvSpPr>
                <p:nvPr/>
              </p:nvSpPr>
              <p:spPr bwMode="auto">
                <a:xfrm flipV="1">
                  <a:off x="251855" y="-1"/>
                  <a:ext cx="248647" cy="248648"/>
                </a:xfrm>
                <a:prstGeom prst="line">
                  <a:avLst/>
                </a:prstGeom>
                <a:noFill/>
                <a:ln w="127000" cap="flat" cmpd="sng">
                  <a:solidFill>
                    <a:srgbClr val="C82506"/>
                  </a:solidFill>
                  <a:prstDash val="solid"/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 anchor="ctr"/>
                <a:lstStyle/>
                <a:p>
                  <a:endParaRPr lang="zh-CN" altLang="zh-CN" sz="24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3" name="Line 55"/>
                <p:cNvSpPr>
                  <a:spLocks noChangeShapeType="1"/>
                </p:cNvSpPr>
                <p:nvPr/>
              </p:nvSpPr>
              <p:spPr bwMode="auto">
                <a:xfrm flipH="1" flipV="1">
                  <a:off x="0" y="215350"/>
                  <a:ext cx="319299" cy="1"/>
                </a:xfrm>
                <a:prstGeom prst="line">
                  <a:avLst/>
                </a:prstGeom>
                <a:noFill/>
                <a:ln w="127000" cap="flat" cmpd="sng">
                  <a:solidFill>
                    <a:srgbClr val="C82506"/>
                  </a:solidFill>
                  <a:prstDash val="solid"/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 anchor="ctr"/>
                <a:lstStyle/>
                <a:p>
                  <a:endParaRPr lang="zh-CN" altLang="zh-CN" sz="24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  <p:sp>
          <p:nvSpPr>
            <p:cNvPr id="58" name="AutoShape 56"/>
            <p:cNvSpPr/>
            <p:nvPr/>
          </p:nvSpPr>
          <p:spPr bwMode="auto">
            <a:xfrm>
              <a:off x="9451975" y="4364038"/>
              <a:ext cx="784225" cy="801687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25400" cap="flat" cmpd="sng">
              <a:solidFill>
                <a:srgbClr val="85888D"/>
              </a:solidFill>
              <a:prstDash val="solid"/>
              <a:miter lim="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endParaRPr lang="zh-CN" altLang="zh-CN" sz="2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9" name="AutoShape 57"/>
            <p:cNvSpPr/>
            <p:nvPr/>
          </p:nvSpPr>
          <p:spPr bwMode="auto">
            <a:xfrm>
              <a:off x="9434513" y="1562100"/>
              <a:ext cx="819150" cy="838200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25400" cap="flat" cmpd="sng">
              <a:solidFill>
                <a:srgbClr val="85888D"/>
              </a:solidFill>
              <a:prstDash val="solid"/>
              <a:miter lim="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endParaRPr lang="zh-CN" altLang="zh-CN" sz="2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0" name="AutoShape 58"/>
            <p:cNvSpPr/>
            <p:nvPr/>
          </p:nvSpPr>
          <p:spPr bwMode="auto">
            <a:xfrm>
              <a:off x="9434513" y="2500313"/>
              <a:ext cx="819150" cy="838200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25400" cap="flat" cmpd="sng">
              <a:solidFill>
                <a:srgbClr val="85888D"/>
              </a:solidFill>
              <a:prstDash val="solid"/>
              <a:miter lim="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endParaRPr lang="zh-CN" altLang="zh-CN" sz="2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1" name="AutoShape 59"/>
            <p:cNvSpPr/>
            <p:nvPr/>
          </p:nvSpPr>
          <p:spPr bwMode="auto">
            <a:xfrm>
              <a:off x="9440863" y="3438525"/>
              <a:ext cx="806450" cy="825500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25400" cap="flat" cmpd="sng">
              <a:solidFill>
                <a:srgbClr val="85888D"/>
              </a:solidFill>
              <a:prstDash val="solid"/>
              <a:miter lim="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endParaRPr lang="zh-CN" altLang="zh-CN" sz="2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2" name="AutoShape 60"/>
            <p:cNvSpPr/>
            <p:nvPr/>
          </p:nvSpPr>
          <p:spPr bwMode="auto">
            <a:xfrm>
              <a:off x="9451975" y="8067675"/>
              <a:ext cx="784225" cy="801688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25400" cap="flat" cmpd="sng">
              <a:solidFill>
                <a:srgbClr val="85888D"/>
              </a:solidFill>
              <a:prstDash val="solid"/>
              <a:miter lim="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endParaRPr lang="zh-CN" altLang="zh-CN" sz="2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3" name="AutoShape 61"/>
            <p:cNvSpPr/>
            <p:nvPr/>
          </p:nvSpPr>
          <p:spPr bwMode="auto">
            <a:xfrm>
              <a:off x="9434513" y="5265738"/>
              <a:ext cx="819150" cy="838200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25400" cap="flat" cmpd="sng">
              <a:solidFill>
                <a:srgbClr val="85888D"/>
              </a:solidFill>
              <a:prstDash val="solid"/>
              <a:miter lim="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endParaRPr lang="zh-CN" altLang="zh-CN" sz="2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4" name="AutoShape 62"/>
            <p:cNvSpPr/>
            <p:nvPr/>
          </p:nvSpPr>
          <p:spPr bwMode="auto">
            <a:xfrm>
              <a:off x="9434513" y="6203950"/>
              <a:ext cx="819150" cy="838200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25400" cap="flat" cmpd="sng">
              <a:solidFill>
                <a:srgbClr val="85888D"/>
              </a:solidFill>
              <a:prstDash val="solid"/>
              <a:miter lim="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endParaRPr lang="zh-CN" altLang="zh-CN" sz="2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5" name="AutoShape 63"/>
            <p:cNvSpPr/>
            <p:nvPr/>
          </p:nvSpPr>
          <p:spPr bwMode="auto">
            <a:xfrm>
              <a:off x="9440863" y="7142163"/>
              <a:ext cx="806450" cy="825500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25400" cap="flat" cmpd="sng">
              <a:solidFill>
                <a:srgbClr val="85888D"/>
              </a:solidFill>
              <a:prstDash val="solid"/>
              <a:miter lim="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endParaRPr lang="zh-CN" altLang="zh-CN" sz="2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6" name="AutoShape 64"/>
            <p:cNvSpPr/>
            <p:nvPr/>
          </p:nvSpPr>
          <p:spPr bwMode="auto">
            <a:xfrm>
              <a:off x="6257925" y="1949450"/>
              <a:ext cx="1116013" cy="6534150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599"/>
                  </a:lnTo>
                  <a:lnTo>
                    <a:pt x="0" y="21599"/>
                  </a:lnTo>
                  <a:close/>
                </a:path>
              </a:pathLst>
            </a:custGeom>
            <a:noFill/>
            <a:ln w="25400" cap="flat" cmpd="sng">
              <a:solidFill>
                <a:srgbClr val="53585F"/>
              </a:solidFill>
              <a:prstDash val="dash"/>
              <a:miter lim="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endParaRPr lang="zh-CN" altLang="zh-CN" sz="2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7" name="AutoShape 65"/>
            <p:cNvSpPr/>
            <p:nvPr/>
          </p:nvSpPr>
          <p:spPr bwMode="auto">
            <a:xfrm>
              <a:off x="9863138" y="1714500"/>
              <a:ext cx="239712" cy="239713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599"/>
                  </a:lnTo>
                  <a:lnTo>
                    <a:pt x="0" y="21599"/>
                  </a:lnTo>
                  <a:close/>
                </a:path>
              </a:pathLst>
            </a:custGeom>
            <a:solidFill>
              <a:srgbClr val="53585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8" name="AutoShape 66"/>
            <p:cNvSpPr/>
            <p:nvPr/>
          </p:nvSpPr>
          <p:spPr bwMode="auto">
            <a:xfrm>
              <a:off x="9563100" y="2065338"/>
              <a:ext cx="239713" cy="239712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599"/>
                  </a:lnTo>
                  <a:lnTo>
                    <a:pt x="0" y="21599"/>
                  </a:lnTo>
                  <a:close/>
                </a:path>
              </a:pathLst>
            </a:custGeom>
            <a:solidFill>
              <a:srgbClr val="53585F">
                <a:alpha val="25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9" name="AutoShape 67"/>
            <p:cNvSpPr/>
            <p:nvPr/>
          </p:nvSpPr>
          <p:spPr bwMode="auto">
            <a:xfrm>
              <a:off x="9874250" y="2633663"/>
              <a:ext cx="239713" cy="239712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599"/>
                  </a:lnTo>
                  <a:lnTo>
                    <a:pt x="0" y="21599"/>
                  </a:lnTo>
                  <a:close/>
                </a:path>
              </a:pathLst>
            </a:custGeom>
            <a:solidFill>
              <a:srgbClr val="53585F">
                <a:alpha val="25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0" name="AutoShape 68"/>
            <p:cNvSpPr/>
            <p:nvPr/>
          </p:nvSpPr>
          <p:spPr bwMode="auto">
            <a:xfrm>
              <a:off x="9575800" y="2984500"/>
              <a:ext cx="239713" cy="239713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599"/>
                  </a:lnTo>
                  <a:lnTo>
                    <a:pt x="0" y="21599"/>
                  </a:lnTo>
                  <a:close/>
                </a:path>
              </a:pathLst>
            </a:custGeom>
            <a:solidFill>
              <a:srgbClr val="53585F">
                <a:alpha val="5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1" name="AutoShape 69"/>
            <p:cNvSpPr/>
            <p:nvPr/>
          </p:nvSpPr>
          <p:spPr bwMode="auto">
            <a:xfrm>
              <a:off x="9863138" y="3548063"/>
              <a:ext cx="239712" cy="239712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599"/>
                  </a:lnTo>
                  <a:lnTo>
                    <a:pt x="0" y="21599"/>
                  </a:lnTo>
                  <a:close/>
                </a:path>
              </a:pathLst>
            </a:custGeom>
            <a:solidFill>
              <a:srgbClr val="53585F">
                <a:alpha val="25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2" name="AutoShape 70"/>
            <p:cNvSpPr/>
            <p:nvPr/>
          </p:nvSpPr>
          <p:spPr bwMode="auto">
            <a:xfrm>
              <a:off x="9563100" y="3898900"/>
              <a:ext cx="239713" cy="239713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599"/>
                  </a:lnTo>
                  <a:lnTo>
                    <a:pt x="0" y="21599"/>
                  </a:lnTo>
                  <a:close/>
                </a:path>
              </a:pathLst>
            </a:custGeom>
            <a:solidFill>
              <a:srgbClr val="53585F">
                <a:alpha val="5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3" name="AutoShape 71"/>
            <p:cNvSpPr/>
            <p:nvPr/>
          </p:nvSpPr>
          <p:spPr bwMode="auto">
            <a:xfrm>
              <a:off x="9863138" y="4476750"/>
              <a:ext cx="239712" cy="239713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599"/>
                  </a:lnTo>
                  <a:lnTo>
                    <a:pt x="0" y="21599"/>
                  </a:lnTo>
                  <a:close/>
                </a:path>
              </a:pathLst>
            </a:custGeom>
            <a:solidFill>
              <a:srgbClr val="53585F">
                <a:alpha val="5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4" name="AutoShape 72"/>
            <p:cNvSpPr/>
            <p:nvPr/>
          </p:nvSpPr>
          <p:spPr bwMode="auto">
            <a:xfrm>
              <a:off x="9563100" y="4827588"/>
              <a:ext cx="239713" cy="239712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599"/>
                  </a:lnTo>
                  <a:lnTo>
                    <a:pt x="0" y="21599"/>
                  </a:lnTo>
                  <a:close/>
                </a:path>
              </a:pathLst>
            </a:custGeom>
            <a:solidFill>
              <a:srgbClr val="53585F">
                <a:alpha val="5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5" name="AutoShape 73"/>
            <p:cNvSpPr/>
            <p:nvPr/>
          </p:nvSpPr>
          <p:spPr bwMode="auto">
            <a:xfrm>
              <a:off x="9863138" y="5402263"/>
              <a:ext cx="239712" cy="239712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599"/>
                  </a:lnTo>
                  <a:lnTo>
                    <a:pt x="0" y="21599"/>
                  </a:lnTo>
                  <a:close/>
                </a:path>
              </a:pathLst>
            </a:custGeom>
            <a:solidFill>
              <a:srgbClr val="53585F">
                <a:alpha val="25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6" name="AutoShape 74"/>
            <p:cNvSpPr/>
            <p:nvPr/>
          </p:nvSpPr>
          <p:spPr bwMode="auto">
            <a:xfrm>
              <a:off x="9563100" y="5753100"/>
              <a:ext cx="239713" cy="239713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599"/>
                  </a:lnTo>
                  <a:lnTo>
                    <a:pt x="0" y="21599"/>
                  </a:lnTo>
                  <a:close/>
                </a:path>
              </a:pathLst>
            </a:custGeom>
            <a:solidFill>
              <a:srgbClr val="53585F">
                <a:alpha val="25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7" name="AutoShape 75"/>
            <p:cNvSpPr/>
            <p:nvPr/>
          </p:nvSpPr>
          <p:spPr bwMode="auto">
            <a:xfrm>
              <a:off x="9863138" y="6327775"/>
              <a:ext cx="239712" cy="239713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599"/>
                  </a:lnTo>
                  <a:lnTo>
                    <a:pt x="0" y="21599"/>
                  </a:lnTo>
                  <a:close/>
                </a:path>
              </a:pathLst>
            </a:custGeom>
            <a:solidFill>
              <a:srgbClr val="53585F">
                <a:alpha val="25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8" name="AutoShape 76"/>
            <p:cNvSpPr/>
            <p:nvPr/>
          </p:nvSpPr>
          <p:spPr bwMode="auto">
            <a:xfrm>
              <a:off x="9563100" y="6678613"/>
              <a:ext cx="239713" cy="239712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599"/>
                  </a:lnTo>
                  <a:lnTo>
                    <a:pt x="0" y="21599"/>
                  </a:lnTo>
                  <a:close/>
                </a:path>
              </a:pathLst>
            </a:custGeom>
            <a:solidFill>
              <a:srgbClr val="53585F">
                <a:alpha val="25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9" name="AutoShape 77"/>
            <p:cNvSpPr/>
            <p:nvPr/>
          </p:nvSpPr>
          <p:spPr bwMode="auto">
            <a:xfrm>
              <a:off x="9863138" y="7251700"/>
              <a:ext cx="239712" cy="239713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599"/>
                  </a:lnTo>
                  <a:lnTo>
                    <a:pt x="0" y="21599"/>
                  </a:lnTo>
                  <a:close/>
                </a:path>
              </a:pathLst>
            </a:custGeom>
            <a:solidFill>
              <a:srgbClr val="53585F">
                <a:alpha val="25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0" name="AutoShape 78"/>
            <p:cNvSpPr/>
            <p:nvPr/>
          </p:nvSpPr>
          <p:spPr bwMode="auto">
            <a:xfrm>
              <a:off x="9563100" y="7604125"/>
              <a:ext cx="239713" cy="23812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599"/>
                  </a:lnTo>
                  <a:lnTo>
                    <a:pt x="0" y="21599"/>
                  </a:lnTo>
                  <a:close/>
                </a:path>
              </a:pathLst>
            </a:custGeom>
            <a:solidFill>
              <a:srgbClr val="53585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1" name="AutoShape 79"/>
            <p:cNvSpPr/>
            <p:nvPr/>
          </p:nvSpPr>
          <p:spPr bwMode="auto">
            <a:xfrm>
              <a:off x="9874250" y="8177213"/>
              <a:ext cx="239713" cy="239712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599"/>
                  </a:lnTo>
                  <a:lnTo>
                    <a:pt x="0" y="21599"/>
                  </a:lnTo>
                  <a:close/>
                </a:path>
              </a:pathLst>
            </a:custGeom>
            <a:solidFill>
              <a:srgbClr val="53585F">
                <a:alpha val="25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2" name="AutoShape 80"/>
            <p:cNvSpPr/>
            <p:nvPr/>
          </p:nvSpPr>
          <p:spPr bwMode="auto">
            <a:xfrm>
              <a:off x="9575800" y="8528050"/>
              <a:ext cx="239713" cy="239713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599"/>
                  </a:lnTo>
                  <a:lnTo>
                    <a:pt x="0" y="21599"/>
                  </a:lnTo>
                  <a:close/>
                </a:path>
              </a:pathLst>
            </a:custGeom>
            <a:solidFill>
              <a:srgbClr val="53585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3" name="AutoShape 81"/>
            <p:cNvSpPr/>
            <p:nvPr/>
          </p:nvSpPr>
          <p:spPr bwMode="auto">
            <a:xfrm rot="5400000">
              <a:off x="11486356" y="3552032"/>
              <a:ext cx="1509713" cy="838200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25400" cap="flat" cmpd="sng">
              <a:solidFill>
                <a:srgbClr val="85888D"/>
              </a:solidFill>
              <a:prstDash val="solid"/>
              <a:miter lim="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r>
                <a:rPr lang="zh-CN" altLang="zh-CN" sz="2400" b="1">
                  <a:solidFill>
                    <a:srgbClr val="53585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Tree</a:t>
              </a:r>
              <a:endParaRPr lang="zh-CN" altLang="zh-CN" sz="2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4" name="AutoShape 82"/>
            <p:cNvSpPr/>
            <p:nvPr/>
          </p:nvSpPr>
          <p:spPr bwMode="auto">
            <a:xfrm rot="5400000">
              <a:off x="11490324" y="6101557"/>
              <a:ext cx="1584325" cy="838199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25400" cap="flat" cmpd="sng">
              <a:solidFill>
                <a:srgbClr val="85888D"/>
              </a:solidFill>
              <a:prstDash val="solid"/>
              <a:miter lim="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r>
                <a:rPr lang="zh-CN" altLang="zh-CN" sz="2400" b="1" dirty="0">
                  <a:solidFill>
                    <a:srgbClr val="53585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Car</a:t>
              </a:r>
              <a:endPara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85" name="AutoShape 83"/>
            <p:cNvCxnSpPr>
              <a:cxnSpLocks noChangeShapeType="1"/>
              <a:stCxn id="60" idx="0"/>
              <a:endCxn id="66" idx="0"/>
            </p:cNvCxnSpPr>
            <p:nvPr/>
          </p:nvCxnSpPr>
          <p:spPr bwMode="auto">
            <a:xfrm flipH="1">
              <a:off x="6816725" y="2919413"/>
              <a:ext cx="3027363" cy="2297112"/>
            </a:xfrm>
            <a:prstGeom prst="straightConnector1">
              <a:avLst/>
            </a:prstGeom>
            <a:noFill/>
            <a:ln w="25400" cap="flat" cmpd="sng">
              <a:solidFill>
                <a:srgbClr val="C82506"/>
              </a:solidFill>
              <a:prstDash val="solid"/>
              <a:miter lim="0"/>
              <a:head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86" name="AutoShape 84"/>
            <p:cNvCxnSpPr>
              <a:cxnSpLocks noChangeShapeType="1"/>
              <a:stCxn id="61" idx="0"/>
              <a:endCxn id="66" idx="0"/>
            </p:cNvCxnSpPr>
            <p:nvPr/>
          </p:nvCxnSpPr>
          <p:spPr bwMode="auto">
            <a:xfrm flipH="1">
              <a:off x="6816725" y="3851275"/>
              <a:ext cx="3027363" cy="1365250"/>
            </a:xfrm>
            <a:prstGeom prst="straightConnector1">
              <a:avLst/>
            </a:prstGeom>
            <a:noFill/>
            <a:ln w="25400" cap="flat" cmpd="sng">
              <a:solidFill>
                <a:srgbClr val="C82506"/>
              </a:solidFill>
              <a:prstDash val="solid"/>
              <a:miter lim="0"/>
              <a:head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87" name="AutoShape 85"/>
            <p:cNvCxnSpPr>
              <a:cxnSpLocks noChangeShapeType="1"/>
              <a:stCxn id="58" idx="0"/>
              <a:endCxn id="66" idx="0"/>
            </p:cNvCxnSpPr>
            <p:nvPr/>
          </p:nvCxnSpPr>
          <p:spPr bwMode="auto">
            <a:xfrm flipH="1">
              <a:off x="6816725" y="4765675"/>
              <a:ext cx="3027363" cy="450850"/>
            </a:xfrm>
            <a:prstGeom prst="straightConnector1">
              <a:avLst/>
            </a:prstGeom>
            <a:noFill/>
            <a:ln w="25400" cap="flat" cmpd="sng">
              <a:solidFill>
                <a:srgbClr val="C82506"/>
              </a:solidFill>
              <a:prstDash val="solid"/>
              <a:miter lim="0"/>
              <a:head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88" name="AutoShape 86"/>
            <p:cNvCxnSpPr>
              <a:cxnSpLocks noChangeShapeType="1"/>
              <a:stCxn id="63" idx="0"/>
              <a:endCxn id="66" idx="0"/>
            </p:cNvCxnSpPr>
            <p:nvPr/>
          </p:nvCxnSpPr>
          <p:spPr bwMode="auto">
            <a:xfrm flipH="1" flipV="1">
              <a:off x="6816725" y="5216525"/>
              <a:ext cx="3027363" cy="468313"/>
            </a:xfrm>
            <a:prstGeom prst="straightConnector1">
              <a:avLst/>
            </a:prstGeom>
            <a:noFill/>
            <a:ln w="25400" cap="flat" cmpd="sng">
              <a:solidFill>
                <a:srgbClr val="C82506"/>
              </a:solidFill>
              <a:prstDash val="solid"/>
              <a:miter lim="0"/>
              <a:head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89" name="AutoShape 87"/>
            <p:cNvCxnSpPr>
              <a:cxnSpLocks noChangeShapeType="1"/>
              <a:stCxn id="64" idx="0"/>
              <a:endCxn id="66" idx="0"/>
            </p:cNvCxnSpPr>
            <p:nvPr/>
          </p:nvCxnSpPr>
          <p:spPr bwMode="auto">
            <a:xfrm flipH="1" flipV="1">
              <a:off x="6816725" y="5216525"/>
              <a:ext cx="3027363" cy="1406525"/>
            </a:xfrm>
            <a:prstGeom prst="straightConnector1">
              <a:avLst/>
            </a:prstGeom>
            <a:noFill/>
            <a:ln w="25400" cap="flat" cmpd="sng">
              <a:solidFill>
                <a:srgbClr val="C82506"/>
              </a:solidFill>
              <a:prstDash val="solid"/>
              <a:miter lim="0"/>
              <a:head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90" name="AutoShape 88"/>
            <p:cNvCxnSpPr>
              <a:cxnSpLocks noChangeShapeType="1"/>
              <a:stCxn id="65" idx="0"/>
              <a:endCxn id="66" idx="0"/>
            </p:cNvCxnSpPr>
            <p:nvPr/>
          </p:nvCxnSpPr>
          <p:spPr bwMode="auto">
            <a:xfrm flipH="1" flipV="1">
              <a:off x="6816725" y="5216525"/>
              <a:ext cx="3027363" cy="2338388"/>
            </a:xfrm>
            <a:prstGeom prst="straightConnector1">
              <a:avLst/>
            </a:prstGeom>
            <a:noFill/>
            <a:ln w="25400" cap="flat" cmpd="sng">
              <a:solidFill>
                <a:srgbClr val="C82506"/>
              </a:solidFill>
              <a:prstDash val="solid"/>
              <a:miter lim="0"/>
              <a:head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91" name="AutoShape 89"/>
            <p:cNvCxnSpPr>
              <a:cxnSpLocks noChangeShapeType="1"/>
              <a:stCxn id="62" idx="0"/>
              <a:endCxn id="66" idx="0"/>
            </p:cNvCxnSpPr>
            <p:nvPr/>
          </p:nvCxnSpPr>
          <p:spPr bwMode="auto">
            <a:xfrm flipH="1" flipV="1">
              <a:off x="6816725" y="5216525"/>
              <a:ext cx="3027363" cy="3252788"/>
            </a:xfrm>
            <a:prstGeom prst="straightConnector1">
              <a:avLst/>
            </a:prstGeom>
            <a:noFill/>
            <a:ln w="25400" cap="flat" cmpd="sng">
              <a:solidFill>
                <a:srgbClr val="C82506"/>
              </a:solidFill>
              <a:prstDash val="solid"/>
              <a:miter lim="0"/>
              <a:head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92" name="AutoShape 90"/>
            <p:cNvCxnSpPr>
              <a:cxnSpLocks noChangeShapeType="1"/>
              <a:stCxn id="83" idx="0"/>
              <a:endCxn id="59" idx="0"/>
            </p:cNvCxnSpPr>
            <p:nvPr/>
          </p:nvCxnSpPr>
          <p:spPr bwMode="auto">
            <a:xfrm flipH="1" flipV="1">
              <a:off x="9844088" y="1981200"/>
              <a:ext cx="2397125" cy="1989138"/>
            </a:xfrm>
            <a:prstGeom prst="straightConnector1">
              <a:avLst/>
            </a:prstGeom>
            <a:noFill/>
            <a:ln w="25400" cap="flat" cmpd="sng">
              <a:solidFill>
                <a:srgbClr val="C82506"/>
              </a:solidFill>
              <a:prstDash val="solid"/>
              <a:miter lim="0"/>
              <a:head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93" name="AutoShape 91"/>
            <p:cNvCxnSpPr>
              <a:cxnSpLocks noChangeShapeType="1"/>
              <a:stCxn id="6" idx="0"/>
              <a:endCxn id="8" idx="0"/>
            </p:cNvCxnSpPr>
            <p:nvPr/>
          </p:nvCxnSpPr>
          <p:spPr bwMode="auto">
            <a:xfrm flipV="1">
              <a:off x="1479550" y="2484438"/>
              <a:ext cx="3240088" cy="2736850"/>
            </a:xfrm>
            <a:prstGeom prst="straightConnector1">
              <a:avLst/>
            </a:prstGeom>
            <a:noFill/>
            <a:ln w="25400" cap="flat" cmpd="sng">
              <a:solidFill>
                <a:srgbClr val="C82506"/>
              </a:solidFill>
              <a:prstDash val="solid"/>
              <a:miter lim="0"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94" name="AutoShape 92"/>
            <p:cNvCxnSpPr>
              <a:cxnSpLocks noChangeShapeType="1"/>
              <a:stCxn id="6" idx="0"/>
              <a:endCxn id="12" idx="0"/>
            </p:cNvCxnSpPr>
            <p:nvPr/>
          </p:nvCxnSpPr>
          <p:spPr bwMode="auto">
            <a:xfrm flipV="1">
              <a:off x="1479550" y="4310063"/>
              <a:ext cx="3240088" cy="911225"/>
            </a:xfrm>
            <a:prstGeom prst="straightConnector1">
              <a:avLst/>
            </a:prstGeom>
            <a:noFill/>
            <a:ln w="25400" cap="flat" cmpd="sng">
              <a:solidFill>
                <a:srgbClr val="C82506"/>
              </a:solidFill>
              <a:prstDash val="solid"/>
              <a:miter lim="0"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95" name="AutoShape 93"/>
            <p:cNvCxnSpPr>
              <a:cxnSpLocks noChangeShapeType="1"/>
              <a:stCxn id="6" idx="0"/>
              <a:endCxn id="15" idx="0"/>
            </p:cNvCxnSpPr>
            <p:nvPr/>
          </p:nvCxnSpPr>
          <p:spPr bwMode="auto">
            <a:xfrm>
              <a:off x="1479550" y="5221288"/>
              <a:ext cx="3240088" cy="912812"/>
            </a:xfrm>
            <a:prstGeom prst="straightConnector1">
              <a:avLst/>
            </a:prstGeom>
            <a:noFill/>
            <a:ln w="25400" cap="flat" cmpd="sng">
              <a:solidFill>
                <a:srgbClr val="C82506"/>
              </a:solidFill>
              <a:prstDash val="solid"/>
              <a:miter lim="0"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96" name="AutoShape 94"/>
            <p:cNvCxnSpPr>
              <a:cxnSpLocks noChangeShapeType="1"/>
              <a:stCxn id="6" idx="0"/>
              <a:endCxn id="7" idx="0"/>
            </p:cNvCxnSpPr>
            <p:nvPr/>
          </p:nvCxnSpPr>
          <p:spPr bwMode="auto">
            <a:xfrm>
              <a:off x="1479550" y="5221288"/>
              <a:ext cx="3240088" cy="2738437"/>
            </a:xfrm>
            <a:prstGeom prst="straightConnector1">
              <a:avLst/>
            </a:prstGeom>
            <a:noFill/>
            <a:ln w="25400" cap="flat" cmpd="sng">
              <a:solidFill>
                <a:srgbClr val="C82506"/>
              </a:solidFill>
              <a:prstDash val="solid"/>
              <a:miter lim="0"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97" name="AutoShape 95"/>
            <p:cNvCxnSpPr>
              <a:cxnSpLocks noChangeShapeType="1"/>
              <a:stCxn id="83" idx="0"/>
              <a:endCxn id="60" idx="0"/>
            </p:cNvCxnSpPr>
            <p:nvPr/>
          </p:nvCxnSpPr>
          <p:spPr bwMode="auto">
            <a:xfrm flipH="1" flipV="1">
              <a:off x="9844088" y="2919413"/>
              <a:ext cx="2397125" cy="1050925"/>
            </a:xfrm>
            <a:prstGeom prst="straightConnector1">
              <a:avLst/>
            </a:prstGeom>
            <a:noFill/>
            <a:ln w="25400" cap="flat" cmpd="sng">
              <a:solidFill>
                <a:srgbClr val="C82506"/>
              </a:solidFill>
              <a:prstDash val="solid"/>
              <a:miter lim="0"/>
              <a:head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98" name="AutoShape 96"/>
            <p:cNvCxnSpPr>
              <a:cxnSpLocks noChangeShapeType="1"/>
              <a:stCxn id="83" idx="0"/>
              <a:endCxn id="61" idx="0"/>
            </p:cNvCxnSpPr>
            <p:nvPr/>
          </p:nvCxnSpPr>
          <p:spPr bwMode="auto">
            <a:xfrm flipH="1" flipV="1">
              <a:off x="9844088" y="3851275"/>
              <a:ext cx="2397125" cy="119063"/>
            </a:xfrm>
            <a:prstGeom prst="straightConnector1">
              <a:avLst/>
            </a:prstGeom>
            <a:noFill/>
            <a:ln w="25400" cap="flat" cmpd="sng">
              <a:solidFill>
                <a:srgbClr val="C82506"/>
              </a:solidFill>
              <a:prstDash val="solid"/>
              <a:miter lim="0"/>
              <a:head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99" name="AutoShape 97"/>
            <p:cNvCxnSpPr>
              <a:cxnSpLocks noChangeShapeType="1"/>
              <a:stCxn id="83" idx="0"/>
              <a:endCxn id="62" idx="0"/>
            </p:cNvCxnSpPr>
            <p:nvPr/>
          </p:nvCxnSpPr>
          <p:spPr bwMode="auto">
            <a:xfrm flipH="1">
              <a:off x="9844088" y="3970338"/>
              <a:ext cx="2397125" cy="4498975"/>
            </a:xfrm>
            <a:prstGeom prst="straightConnector1">
              <a:avLst/>
            </a:prstGeom>
            <a:noFill/>
            <a:ln w="25400" cap="flat" cmpd="sng">
              <a:solidFill>
                <a:srgbClr val="C82506"/>
              </a:solidFill>
              <a:prstDash val="solid"/>
              <a:miter lim="0"/>
              <a:head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100" name="AutoShape 98"/>
            <p:cNvCxnSpPr>
              <a:cxnSpLocks noChangeShapeType="1"/>
              <a:stCxn id="83" idx="0"/>
              <a:endCxn id="65" idx="0"/>
            </p:cNvCxnSpPr>
            <p:nvPr/>
          </p:nvCxnSpPr>
          <p:spPr bwMode="auto">
            <a:xfrm flipH="1">
              <a:off x="9844088" y="3970338"/>
              <a:ext cx="2397125" cy="3584575"/>
            </a:xfrm>
            <a:prstGeom prst="straightConnector1">
              <a:avLst/>
            </a:prstGeom>
            <a:noFill/>
            <a:ln w="25400" cap="flat" cmpd="sng">
              <a:solidFill>
                <a:srgbClr val="C82506"/>
              </a:solidFill>
              <a:prstDash val="solid"/>
              <a:miter lim="0"/>
              <a:head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101" name="AutoShape 99"/>
            <p:cNvCxnSpPr>
              <a:cxnSpLocks noChangeShapeType="1"/>
              <a:stCxn id="83" idx="0"/>
              <a:endCxn id="63" idx="0"/>
            </p:cNvCxnSpPr>
            <p:nvPr/>
          </p:nvCxnSpPr>
          <p:spPr bwMode="auto">
            <a:xfrm flipH="1">
              <a:off x="9844088" y="3970338"/>
              <a:ext cx="2397125" cy="1714500"/>
            </a:xfrm>
            <a:prstGeom prst="straightConnector1">
              <a:avLst/>
            </a:prstGeom>
            <a:noFill/>
            <a:ln w="25400" cap="flat" cmpd="sng">
              <a:solidFill>
                <a:srgbClr val="C82506"/>
              </a:solidFill>
              <a:prstDash val="solid"/>
              <a:miter lim="0"/>
              <a:head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102" name="AutoShape 100"/>
            <p:cNvCxnSpPr>
              <a:cxnSpLocks noChangeShapeType="1"/>
              <a:stCxn id="83" idx="0"/>
              <a:endCxn id="58" idx="0"/>
            </p:cNvCxnSpPr>
            <p:nvPr/>
          </p:nvCxnSpPr>
          <p:spPr bwMode="auto">
            <a:xfrm flipH="1">
              <a:off x="9844088" y="3970338"/>
              <a:ext cx="2397125" cy="795337"/>
            </a:xfrm>
            <a:prstGeom prst="straightConnector1">
              <a:avLst/>
            </a:prstGeom>
            <a:noFill/>
            <a:ln w="25400" cap="flat" cmpd="sng">
              <a:solidFill>
                <a:srgbClr val="C82506"/>
              </a:solidFill>
              <a:prstDash val="solid"/>
              <a:miter lim="0"/>
              <a:head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103" name="AutoShape 101"/>
            <p:cNvCxnSpPr>
              <a:cxnSpLocks noChangeShapeType="1"/>
              <a:stCxn id="83" idx="0"/>
              <a:endCxn id="64" idx="0"/>
            </p:cNvCxnSpPr>
            <p:nvPr/>
          </p:nvCxnSpPr>
          <p:spPr bwMode="auto">
            <a:xfrm flipH="1">
              <a:off x="9844088" y="3970338"/>
              <a:ext cx="2397125" cy="2652712"/>
            </a:xfrm>
            <a:prstGeom prst="straightConnector1">
              <a:avLst/>
            </a:prstGeom>
            <a:noFill/>
            <a:ln w="25400" cap="flat" cmpd="sng">
              <a:solidFill>
                <a:srgbClr val="C82506"/>
              </a:solidFill>
              <a:prstDash val="solid"/>
              <a:miter lim="0"/>
              <a:head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104" name="AutoShape 102"/>
            <p:cNvCxnSpPr>
              <a:cxnSpLocks noChangeShapeType="1"/>
              <a:stCxn id="8" idx="0"/>
              <a:endCxn id="23" idx="0"/>
            </p:cNvCxnSpPr>
            <p:nvPr/>
          </p:nvCxnSpPr>
          <p:spPr bwMode="auto">
            <a:xfrm>
              <a:off x="4719638" y="2484438"/>
              <a:ext cx="2097087" cy="12700"/>
            </a:xfrm>
            <a:prstGeom prst="straightConnector1">
              <a:avLst/>
            </a:prstGeom>
            <a:noFill/>
            <a:ln w="25400" cap="flat" cmpd="sng">
              <a:solidFill>
                <a:srgbClr val="C82506"/>
              </a:solidFill>
              <a:prstDash val="solid"/>
              <a:miter lim="0"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105" name="AutoShape 103"/>
            <p:cNvCxnSpPr>
              <a:cxnSpLocks noChangeShapeType="1"/>
              <a:stCxn id="12" idx="0"/>
              <a:endCxn id="27" idx="0"/>
            </p:cNvCxnSpPr>
            <p:nvPr/>
          </p:nvCxnSpPr>
          <p:spPr bwMode="auto">
            <a:xfrm>
              <a:off x="4719638" y="4310063"/>
              <a:ext cx="2097087" cy="11112"/>
            </a:xfrm>
            <a:prstGeom prst="straightConnector1">
              <a:avLst/>
            </a:prstGeom>
            <a:noFill/>
            <a:ln w="25400" cap="flat" cmpd="sng">
              <a:solidFill>
                <a:srgbClr val="C82506"/>
              </a:solidFill>
              <a:prstDash val="solid"/>
              <a:miter lim="0"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106" name="AutoShape 104"/>
            <p:cNvCxnSpPr>
              <a:cxnSpLocks noChangeShapeType="1"/>
              <a:stCxn id="15" idx="0"/>
              <a:endCxn id="30" idx="0"/>
            </p:cNvCxnSpPr>
            <p:nvPr/>
          </p:nvCxnSpPr>
          <p:spPr bwMode="auto">
            <a:xfrm>
              <a:off x="4719638" y="6134100"/>
              <a:ext cx="2090737" cy="6350"/>
            </a:xfrm>
            <a:prstGeom prst="straightConnector1">
              <a:avLst/>
            </a:prstGeom>
            <a:noFill/>
            <a:ln w="25400" cap="flat" cmpd="sng">
              <a:solidFill>
                <a:srgbClr val="C82506"/>
              </a:solidFill>
              <a:prstDash val="solid"/>
              <a:miter lim="0"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107" name="AutoShape 105"/>
            <p:cNvCxnSpPr>
              <a:cxnSpLocks noChangeShapeType="1"/>
              <a:stCxn id="7" idx="0"/>
              <a:endCxn id="22" idx="0"/>
            </p:cNvCxnSpPr>
            <p:nvPr/>
          </p:nvCxnSpPr>
          <p:spPr bwMode="auto">
            <a:xfrm flipV="1">
              <a:off x="4719638" y="7953375"/>
              <a:ext cx="2078037" cy="6350"/>
            </a:xfrm>
            <a:prstGeom prst="straightConnector1">
              <a:avLst/>
            </a:prstGeom>
            <a:noFill/>
            <a:ln w="25400" cap="flat" cmpd="sng">
              <a:solidFill>
                <a:srgbClr val="C82506"/>
              </a:solidFill>
              <a:prstDash val="solid"/>
              <a:miter lim="0"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sp>
          <p:nvSpPr>
            <p:cNvPr id="108" name="AutoShape 106"/>
            <p:cNvSpPr/>
            <p:nvPr/>
          </p:nvSpPr>
          <p:spPr bwMode="auto">
            <a:xfrm>
              <a:off x="1445418" y="8857618"/>
              <a:ext cx="3095625" cy="558800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599"/>
                  </a:lnTo>
                  <a:lnTo>
                    <a:pt x="0" y="21599"/>
                  </a:lnTo>
                  <a:close/>
                </a:path>
              </a:pathLst>
            </a:cu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r>
                <a:rPr lang="zh-CN" altLang="zh-CN" sz="2400" b="1" dirty="0">
                  <a:solidFill>
                    <a:srgbClr val="C8250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Convolution</a:t>
              </a:r>
              <a:endPara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9" name="AutoShape 107"/>
            <p:cNvSpPr/>
            <p:nvPr/>
          </p:nvSpPr>
          <p:spPr bwMode="auto">
            <a:xfrm>
              <a:off x="6625431" y="8896880"/>
              <a:ext cx="3163888" cy="558800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599"/>
                  </a:lnTo>
                  <a:lnTo>
                    <a:pt x="0" y="21599"/>
                  </a:lnTo>
                  <a:close/>
                </a:path>
              </a:pathLst>
            </a:cu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r>
                <a:rPr lang="zh-CN" altLang="zh-CN" sz="2400" b="1" dirty="0">
                  <a:solidFill>
                    <a:srgbClr val="C8250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Convolution</a:t>
              </a:r>
              <a:endPara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10" name="AutoShape 108"/>
            <p:cNvCxnSpPr>
              <a:cxnSpLocks noChangeShapeType="1"/>
              <a:stCxn id="84" idx="0"/>
              <a:endCxn id="59" idx="0"/>
            </p:cNvCxnSpPr>
            <p:nvPr/>
          </p:nvCxnSpPr>
          <p:spPr bwMode="auto">
            <a:xfrm flipH="1" flipV="1">
              <a:off x="9844088" y="1981201"/>
              <a:ext cx="2438399" cy="4539457"/>
            </a:xfrm>
            <a:prstGeom prst="straightConnector1">
              <a:avLst/>
            </a:prstGeom>
            <a:noFill/>
            <a:ln w="25400" cap="flat" cmpd="sng">
              <a:solidFill>
                <a:srgbClr val="C82506"/>
              </a:solidFill>
              <a:prstDash val="solid"/>
              <a:miter lim="0"/>
              <a:head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111" name="AutoShape 109"/>
            <p:cNvCxnSpPr>
              <a:cxnSpLocks noChangeShapeType="1"/>
              <a:stCxn id="84" idx="0"/>
              <a:endCxn id="60" idx="0"/>
            </p:cNvCxnSpPr>
            <p:nvPr/>
          </p:nvCxnSpPr>
          <p:spPr bwMode="auto">
            <a:xfrm flipH="1" flipV="1">
              <a:off x="9844088" y="2919414"/>
              <a:ext cx="2438399" cy="3601244"/>
            </a:xfrm>
            <a:prstGeom prst="straightConnector1">
              <a:avLst/>
            </a:prstGeom>
            <a:noFill/>
            <a:ln w="25400" cap="flat" cmpd="sng">
              <a:solidFill>
                <a:srgbClr val="C82506"/>
              </a:solidFill>
              <a:prstDash val="solid"/>
              <a:miter lim="0"/>
              <a:head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112" name="AutoShape 110"/>
            <p:cNvCxnSpPr>
              <a:cxnSpLocks noChangeShapeType="1"/>
              <a:stCxn id="84" idx="0"/>
              <a:endCxn id="61" idx="0"/>
            </p:cNvCxnSpPr>
            <p:nvPr/>
          </p:nvCxnSpPr>
          <p:spPr bwMode="auto">
            <a:xfrm flipH="1" flipV="1">
              <a:off x="9844088" y="3851275"/>
              <a:ext cx="2438399" cy="2669383"/>
            </a:xfrm>
            <a:prstGeom prst="straightConnector1">
              <a:avLst/>
            </a:prstGeom>
            <a:noFill/>
            <a:ln w="25400" cap="flat" cmpd="sng">
              <a:solidFill>
                <a:srgbClr val="C82506"/>
              </a:solidFill>
              <a:prstDash val="solid"/>
              <a:miter lim="0"/>
              <a:head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113" name="AutoShape 111"/>
            <p:cNvCxnSpPr>
              <a:cxnSpLocks noChangeShapeType="1"/>
              <a:stCxn id="84" idx="0"/>
              <a:endCxn id="58" idx="0"/>
            </p:cNvCxnSpPr>
            <p:nvPr/>
          </p:nvCxnSpPr>
          <p:spPr bwMode="auto">
            <a:xfrm flipH="1" flipV="1">
              <a:off x="9844088" y="4764882"/>
              <a:ext cx="2438399" cy="1755776"/>
            </a:xfrm>
            <a:prstGeom prst="straightConnector1">
              <a:avLst/>
            </a:prstGeom>
            <a:noFill/>
            <a:ln w="25400" cap="flat" cmpd="sng">
              <a:solidFill>
                <a:srgbClr val="C82506"/>
              </a:solidFill>
              <a:prstDash val="solid"/>
              <a:miter lim="0"/>
              <a:head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114" name="AutoShape 112"/>
            <p:cNvCxnSpPr>
              <a:cxnSpLocks noChangeShapeType="1"/>
              <a:stCxn id="84" idx="0"/>
              <a:endCxn id="63" idx="0"/>
            </p:cNvCxnSpPr>
            <p:nvPr/>
          </p:nvCxnSpPr>
          <p:spPr bwMode="auto">
            <a:xfrm flipH="1" flipV="1">
              <a:off x="9844088" y="5684839"/>
              <a:ext cx="2438399" cy="835819"/>
            </a:xfrm>
            <a:prstGeom prst="straightConnector1">
              <a:avLst/>
            </a:prstGeom>
            <a:noFill/>
            <a:ln w="25400" cap="flat" cmpd="sng">
              <a:solidFill>
                <a:srgbClr val="C82506"/>
              </a:solidFill>
              <a:prstDash val="solid"/>
              <a:miter lim="0"/>
              <a:head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115" name="AutoShape 113"/>
            <p:cNvCxnSpPr>
              <a:cxnSpLocks noChangeShapeType="1"/>
              <a:stCxn id="84" idx="0"/>
              <a:endCxn id="64" idx="0"/>
            </p:cNvCxnSpPr>
            <p:nvPr/>
          </p:nvCxnSpPr>
          <p:spPr bwMode="auto">
            <a:xfrm flipH="1">
              <a:off x="9844088" y="6520658"/>
              <a:ext cx="2438399" cy="102392"/>
            </a:xfrm>
            <a:prstGeom prst="straightConnector1">
              <a:avLst/>
            </a:prstGeom>
            <a:noFill/>
            <a:ln w="25400" cap="flat" cmpd="sng">
              <a:solidFill>
                <a:srgbClr val="C82506"/>
              </a:solidFill>
              <a:prstDash val="solid"/>
              <a:miter lim="0"/>
              <a:head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116" name="AutoShape 114"/>
            <p:cNvCxnSpPr>
              <a:cxnSpLocks noChangeShapeType="1"/>
              <a:stCxn id="84" idx="0"/>
              <a:endCxn id="65" idx="0"/>
            </p:cNvCxnSpPr>
            <p:nvPr/>
          </p:nvCxnSpPr>
          <p:spPr bwMode="auto">
            <a:xfrm flipH="1">
              <a:off x="9844088" y="6520658"/>
              <a:ext cx="2438399" cy="1034255"/>
            </a:xfrm>
            <a:prstGeom prst="straightConnector1">
              <a:avLst/>
            </a:prstGeom>
            <a:noFill/>
            <a:ln w="25400" cap="flat" cmpd="sng">
              <a:solidFill>
                <a:srgbClr val="C82506"/>
              </a:solidFill>
              <a:prstDash val="solid"/>
              <a:miter lim="0"/>
              <a:head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117" name="AutoShape 115"/>
            <p:cNvCxnSpPr>
              <a:cxnSpLocks noChangeShapeType="1"/>
              <a:stCxn id="84" idx="0"/>
              <a:endCxn id="62" idx="0"/>
            </p:cNvCxnSpPr>
            <p:nvPr/>
          </p:nvCxnSpPr>
          <p:spPr bwMode="auto">
            <a:xfrm flipH="1">
              <a:off x="9844088" y="6520658"/>
              <a:ext cx="2438399" cy="1947860"/>
            </a:xfrm>
            <a:prstGeom prst="straightConnector1">
              <a:avLst/>
            </a:prstGeom>
            <a:noFill/>
            <a:ln w="25400" cap="flat" cmpd="sng">
              <a:solidFill>
                <a:srgbClr val="C82506"/>
              </a:solidFill>
              <a:prstDash val="solid"/>
              <a:miter lim="0"/>
              <a:head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sp>
          <p:nvSpPr>
            <p:cNvPr id="118" name="AutoShape 116"/>
            <p:cNvSpPr/>
            <p:nvPr/>
          </p:nvSpPr>
          <p:spPr bwMode="auto">
            <a:xfrm>
              <a:off x="9802813" y="8869362"/>
              <a:ext cx="3396523" cy="558800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599"/>
                  </a:lnTo>
                  <a:lnTo>
                    <a:pt x="0" y="21599"/>
                  </a:lnTo>
                  <a:close/>
                </a:path>
              </a:pathLst>
            </a:cu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r>
                <a:rPr lang="zh-CN" altLang="zh-CN" sz="2400" b="1" dirty="0">
                  <a:solidFill>
                    <a:srgbClr val="C8250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Classification</a:t>
              </a:r>
              <a:endPara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19" name="Group 117"/>
            <p:cNvGrpSpPr/>
            <p:nvPr/>
          </p:nvGrpSpPr>
          <p:grpSpPr bwMode="auto">
            <a:xfrm>
              <a:off x="10868025" y="2830513"/>
              <a:ext cx="219075" cy="4743450"/>
              <a:chOff x="0" y="0"/>
              <a:chExt cx="219116" cy="4743879"/>
            </a:xfrm>
          </p:grpSpPr>
          <p:sp>
            <p:nvSpPr>
              <p:cNvPr id="120" name="AutoShape 118" descr="tile_paper_medgray.png"/>
              <p:cNvSpPr/>
              <p:nvPr/>
            </p:nvSpPr>
            <p:spPr bwMode="auto">
              <a:xfrm>
                <a:off x="0" y="0"/>
                <a:ext cx="219116" cy="219116"/>
              </a:xfrm>
              <a:prstGeom prst="roundRect">
                <a:avLst>
                  <a:gd name="adj" fmla="val 11069"/>
                </a:avLst>
              </a:prstGeom>
              <a:blipFill dpi="0" rotWithShape="0">
                <a:blip r:embed="rId2"/>
                <a:srcRect/>
                <a:tile tx="0" ty="0" sx="100000" sy="100000" flip="none" algn="tl"/>
              </a:blipFill>
              <a:ln>
                <a:noFill/>
              </a:ln>
              <a:effectLst>
                <a:outerShdw blurRad="38100" dist="25400" dir="5400000" algn="ctr" rotWithShape="0">
                  <a:srgbClr val="000000">
                    <a:alpha val="50000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</a:extLst>
            </p:spPr>
            <p:txBody>
              <a:bodyPr lIns="50800" tIns="50800" rIns="50800" bIns="50800" anchor="ctr"/>
              <a:lstStyle/>
              <a:p>
                <a:endParaRPr lang="zh-CN" altLang="zh-CN" sz="240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1" name="AutoShape 119" descr="tile_paper_medgray.jpeg"/>
              <p:cNvSpPr/>
              <p:nvPr/>
            </p:nvSpPr>
            <p:spPr bwMode="auto">
              <a:xfrm>
                <a:off x="0" y="495632"/>
                <a:ext cx="219116" cy="219117"/>
              </a:xfrm>
              <a:prstGeom prst="roundRect">
                <a:avLst>
                  <a:gd name="adj" fmla="val 11069"/>
                </a:avLst>
              </a:prstGeom>
              <a:blipFill dpi="0" rotWithShape="0">
                <a:blip r:embed="rId2"/>
                <a:srcRect/>
                <a:tile tx="0" ty="0" sx="100000" sy="100000" flip="none" algn="tl"/>
              </a:blipFill>
              <a:ln>
                <a:noFill/>
              </a:ln>
              <a:effectLst>
                <a:outerShdw blurRad="38100" dist="25400" dir="5400000" algn="ctr" rotWithShape="0">
                  <a:srgbClr val="000000">
                    <a:alpha val="50000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</a:extLst>
            </p:spPr>
            <p:txBody>
              <a:bodyPr lIns="50800" tIns="50800" rIns="50800" bIns="50800" anchor="ctr"/>
              <a:lstStyle/>
              <a:p>
                <a:endParaRPr lang="zh-CN" altLang="zh-CN" sz="240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2" name="AutoShape 120" descr="tile_paper_medgray.jpeg"/>
              <p:cNvSpPr/>
              <p:nvPr/>
            </p:nvSpPr>
            <p:spPr bwMode="auto">
              <a:xfrm>
                <a:off x="0" y="1540613"/>
                <a:ext cx="219116" cy="219116"/>
              </a:xfrm>
              <a:prstGeom prst="roundRect">
                <a:avLst>
                  <a:gd name="adj" fmla="val 11069"/>
                </a:avLst>
              </a:prstGeom>
              <a:blipFill dpi="0" rotWithShape="0">
                <a:blip r:embed="rId2"/>
                <a:srcRect/>
                <a:tile tx="0" ty="0" sx="100000" sy="100000" flip="none" algn="tl"/>
              </a:blipFill>
              <a:ln>
                <a:noFill/>
              </a:ln>
              <a:effectLst>
                <a:outerShdw blurRad="38100" dist="25400" dir="5400000" algn="ctr" rotWithShape="0">
                  <a:srgbClr val="000000">
                    <a:alpha val="50000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</a:extLst>
            </p:spPr>
            <p:txBody>
              <a:bodyPr lIns="50800" tIns="50800" rIns="50800" bIns="50800" anchor="ctr"/>
              <a:lstStyle/>
              <a:p>
                <a:endParaRPr lang="zh-CN" altLang="zh-CN" sz="240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3" name="AutoShape 121" descr="tile_paper_medgray.jpeg"/>
              <p:cNvSpPr/>
              <p:nvPr/>
            </p:nvSpPr>
            <p:spPr bwMode="auto">
              <a:xfrm>
                <a:off x="0" y="828921"/>
                <a:ext cx="219116" cy="219117"/>
              </a:xfrm>
              <a:prstGeom prst="roundRect">
                <a:avLst>
                  <a:gd name="adj" fmla="val 11069"/>
                </a:avLst>
              </a:prstGeom>
              <a:blipFill dpi="0" rotWithShape="0">
                <a:blip r:embed="rId2"/>
                <a:srcRect/>
                <a:tile tx="0" ty="0" sx="100000" sy="100000" flip="none" algn="tl"/>
              </a:blipFill>
              <a:ln>
                <a:noFill/>
              </a:ln>
              <a:effectLst>
                <a:outerShdw blurRad="38100" dist="25400" dir="5400000" algn="ctr" rotWithShape="0">
                  <a:srgbClr val="000000">
                    <a:alpha val="50000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</a:extLst>
            </p:spPr>
            <p:txBody>
              <a:bodyPr lIns="50800" tIns="50800" rIns="50800" bIns="50800" anchor="ctr"/>
              <a:lstStyle/>
              <a:p>
                <a:endParaRPr lang="zh-CN" altLang="zh-CN" sz="240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4" name="AutoShape 122" descr="tile_paper_medgray.jpeg"/>
              <p:cNvSpPr/>
              <p:nvPr/>
            </p:nvSpPr>
            <p:spPr bwMode="auto">
              <a:xfrm>
                <a:off x="0" y="1072031"/>
                <a:ext cx="219116" cy="219117"/>
              </a:xfrm>
              <a:prstGeom prst="roundRect">
                <a:avLst>
                  <a:gd name="adj" fmla="val 11069"/>
                </a:avLst>
              </a:prstGeom>
              <a:blipFill dpi="0" rotWithShape="0">
                <a:blip r:embed="rId2"/>
                <a:srcRect/>
                <a:tile tx="0" ty="0" sx="100000" sy="100000" flip="none" algn="tl"/>
              </a:blipFill>
              <a:ln>
                <a:noFill/>
              </a:ln>
              <a:effectLst>
                <a:outerShdw blurRad="38100" dist="25400" dir="5400000" algn="ctr" rotWithShape="0">
                  <a:srgbClr val="000000">
                    <a:alpha val="50000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</a:extLst>
            </p:spPr>
            <p:txBody>
              <a:bodyPr lIns="50800" tIns="50800" rIns="50800" bIns="50800" anchor="ctr"/>
              <a:lstStyle/>
              <a:p>
                <a:endParaRPr lang="zh-CN" altLang="zh-CN" sz="240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5" name="AutoShape 123" descr="tile_paper_medgray.jpeg"/>
              <p:cNvSpPr/>
              <p:nvPr/>
            </p:nvSpPr>
            <p:spPr bwMode="auto">
              <a:xfrm>
                <a:off x="0" y="1996148"/>
                <a:ext cx="219116" cy="219117"/>
              </a:xfrm>
              <a:prstGeom prst="roundRect">
                <a:avLst>
                  <a:gd name="adj" fmla="val 11069"/>
                </a:avLst>
              </a:prstGeom>
              <a:blipFill dpi="0" rotWithShape="0">
                <a:blip r:embed="rId2"/>
                <a:srcRect/>
                <a:tile tx="0" ty="0" sx="100000" sy="100000" flip="none" algn="tl"/>
              </a:blipFill>
              <a:ln>
                <a:noFill/>
              </a:ln>
              <a:effectLst>
                <a:outerShdw blurRad="38100" dist="25400" dir="5400000" algn="ctr" rotWithShape="0">
                  <a:srgbClr val="000000">
                    <a:alpha val="50000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</a:extLst>
            </p:spPr>
            <p:txBody>
              <a:bodyPr lIns="50800" tIns="50800" rIns="50800" bIns="50800" anchor="ctr"/>
              <a:lstStyle/>
              <a:p>
                <a:endParaRPr lang="zh-CN" altLang="zh-CN" sz="240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6" name="AutoShape 124" descr="tile_paper_medgray.jpeg"/>
              <p:cNvSpPr/>
              <p:nvPr/>
            </p:nvSpPr>
            <p:spPr bwMode="auto">
              <a:xfrm>
                <a:off x="0" y="2448907"/>
                <a:ext cx="219116" cy="219116"/>
              </a:xfrm>
              <a:prstGeom prst="roundRect">
                <a:avLst>
                  <a:gd name="adj" fmla="val 11069"/>
                </a:avLst>
              </a:prstGeom>
              <a:blipFill dpi="0" rotWithShape="0">
                <a:blip r:embed="rId2"/>
                <a:srcRect/>
                <a:tile tx="0" ty="0" sx="100000" sy="100000" flip="none" algn="tl"/>
              </a:blipFill>
              <a:ln>
                <a:noFill/>
              </a:ln>
              <a:effectLst>
                <a:outerShdw blurRad="38100" dist="25400" dir="5400000" algn="ctr" rotWithShape="0">
                  <a:srgbClr val="000000">
                    <a:alpha val="50000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</a:extLst>
            </p:spPr>
            <p:txBody>
              <a:bodyPr lIns="50800" tIns="50800" rIns="50800" bIns="50800" anchor="ctr"/>
              <a:lstStyle/>
              <a:p>
                <a:endParaRPr lang="zh-CN" altLang="zh-CN" sz="240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7" name="AutoShape 125" descr="tile_paper_medgray.jpeg"/>
              <p:cNvSpPr/>
              <p:nvPr/>
            </p:nvSpPr>
            <p:spPr bwMode="auto">
              <a:xfrm>
                <a:off x="0" y="2996043"/>
                <a:ext cx="219116" cy="219116"/>
              </a:xfrm>
              <a:prstGeom prst="roundRect">
                <a:avLst>
                  <a:gd name="adj" fmla="val 11069"/>
                </a:avLst>
              </a:prstGeom>
              <a:blipFill dpi="0" rotWithShape="0">
                <a:blip r:embed="rId2"/>
                <a:srcRect/>
                <a:tile tx="0" ty="0" sx="100000" sy="100000" flip="none" algn="tl"/>
              </a:blipFill>
              <a:ln>
                <a:noFill/>
              </a:ln>
              <a:effectLst>
                <a:outerShdw blurRad="38100" dist="25400" dir="5400000" algn="ctr" rotWithShape="0">
                  <a:srgbClr val="000000">
                    <a:alpha val="50000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</a:extLst>
            </p:spPr>
            <p:txBody>
              <a:bodyPr lIns="50800" tIns="50800" rIns="50800" bIns="50800" anchor="ctr"/>
              <a:lstStyle/>
              <a:p>
                <a:endParaRPr lang="zh-CN" altLang="zh-CN" sz="240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8" name="AutoShape 126" descr="tile_paper_medgray.jpeg"/>
              <p:cNvSpPr/>
              <p:nvPr/>
            </p:nvSpPr>
            <p:spPr bwMode="auto">
              <a:xfrm>
                <a:off x="0" y="3497793"/>
                <a:ext cx="219116" cy="219117"/>
              </a:xfrm>
              <a:prstGeom prst="roundRect">
                <a:avLst>
                  <a:gd name="adj" fmla="val 11069"/>
                </a:avLst>
              </a:prstGeom>
              <a:blipFill dpi="0" rotWithShape="0">
                <a:blip r:embed="rId2"/>
                <a:srcRect/>
                <a:tile tx="0" ty="0" sx="100000" sy="100000" flip="none" algn="tl"/>
              </a:blipFill>
              <a:ln>
                <a:noFill/>
              </a:ln>
              <a:effectLst>
                <a:outerShdw blurRad="38100" dist="25400" dir="5400000" algn="ctr" rotWithShape="0">
                  <a:srgbClr val="000000">
                    <a:alpha val="50000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</a:extLst>
            </p:spPr>
            <p:txBody>
              <a:bodyPr lIns="50800" tIns="50800" rIns="50800" bIns="50800" anchor="ctr"/>
              <a:lstStyle/>
              <a:p>
                <a:endParaRPr lang="zh-CN" altLang="zh-CN" sz="240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9" name="AutoShape 127" descr="tile_paper_medgray.jpeg"/>
              <p:cNvSpPr/>
              <p:nvPr/>
            </p:nvSpPr>
            <p:spPr bwMode="auto">
              <a:xfrm>
                <a:off x="0" y="3995154"/>
                <a:ext cx="219116" cy="219116"/>
              </a:xfrm>
              <a:prstGeom prst="roundRect">
                <a:avLst>
                  <a:gd name="adj" fmla="val 11069"/>
                </a:avLst>
              </a:prstGeom>
              <a:blipFill dpi="0" rotWithShape="0">
                <a:blip r:embed="rId2"/>
                <a:srcRect/>
                <a:tile tx="0" ty="0" sx="100000" sy="100000" flip="none" algn="tl"/>
              </a:blipFill>
              <a:ln>
                <a:noFill/>
              </a:ln>
              <a:effectLst>
                <a:outerShdw blurRad="38100" dist="25400" dir="5400000" algn="ctr" rotWithShape="0">
                  <a:srgbClr val="000000">
                    <a:alpha val="50000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</a:extLst>
            </p:spPr>
            <p:txBody>
              <a:bodyPr lIns="50800" tIns="50800" rIns="50800" bIns="50800" anchor="ctr"/>
              <a:lstStyle/>
              <a:p>
                <a:endParaRPr lang="zh-CN" altLang="zh-CN" sz="240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0" name="AutoShape 128" descr="tile_paper_medgray.jpeg"/>
              <p:cNvSpPr/>
              <p:nvPr/>
            </p:nvSpPr>
            <p:spPr bwMode="auto">
              <a:xfrm>
                <a:off x="0" y="4524763"/>
                <a:ext cx="219116" cy="219116"/>
              </a:xfrm>
              <a:prstGeom prst="roundRect">
                <a:avLst>
                  <a:gd name="adj" fmla="val 11069"/>
                </a:avLst>
              </a:prstGeom>
              <a:blipFill dpi="0" rotWithShape="0">
                <a:blip r:embed="rId2"/>
                <a:srcRect/>
                <a:tile tx="0" ty="0" sx="100000" sy="100000" flip="none" algn="tl"/>
              </a:blipFill>
              <a:ln>
                <a:noFill/>
              </a:ln>
              <a:effectLst>
                <a:outerShdw blurRad="38100" dist="25400" dir="5400000" algn="ctr" rotWithShape="0">
                  <a:srgbClr val="000000">
                    <a:alpha val="50000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</a:extLst>
            </p:spPr>
            <p:txBody>
              <a:bodyPr lIns="50800" tIns="50800" rIns="50800" bIns="50800" anchor="ctr"/>
              <a:lstStyle/>
              <a:p>
                <a:endParaRPr lang="zh-CN" altLang="zh-CN" sz="240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31" name="AutoShape 129"/>
            <p:cNvSpPr/>
            <p:nvPr/>
          </p:nvSpPr>
          <p:spPr bwMode="auto">
            <a:xfrm>
              <a:off x="217488" y="1644650"/>
              <a:ext cx="2455862" cy="558800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599"/>
                  </a:lnTo>
                  <a:lnTo>
                    <a:pt x="0" y="21599"/>
                  </a:lnTo>
                  <a:close/>
                </a:path>
              </a:pathLst>
            </a:cu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r>
                <a:rPr lang="zh-CN" altLang="zh-CN" sz="2400">
                  <a:solidFill>
                    <a:srgbClr val="53585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Feature map</a:t>
              </a:r>
              <a:endParaRPr lang="zh-CN" altLang="zh-CN" sz="2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32" name="AutoShape 130"/>
            <p:cNvCxnSpPr>
              <a:cxnSpLocks noChangeShapeType="1"/>
              <a:stCxn id="8" idx="0"/>
              <a:endCxn id="131" idx="0"/>
            </p:cNvCxnSpPr>
            <p:nvPr/>
          </p:nvCxnSpPr>
          <p:spPr bwMode="auto">
            <a:xfrm flipH="1" flipV="1">
              <a:off x="1446213" y="1924050"/>
              <a:ext cx="3273425" cy="560388"/>
            </a:xfrm>
            <a:prstGeom prst="straightConnector1">
              <a:avLst/>
            </a:prstGeom>
            <a:noFill/>
            <a:ln w="12700" cap="flat" cmpd="sng">
              <a:solidFill>
                <a:srgbClr val="000000"/>
              </a:solidFill>
              <a:prstDash val="dash"/>
              <a:miter lim="0"/>
              <a:head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sp>
          <p:nvSpPr>
            <p:cNvPr id="135" name="AutoShape 167"/>
            <p:cNvSpPr/>
            <p:nvPr/>
          </p:nvSpPr>
          <p:spPr bwMode="auto">
            <a:xfrm>
              <a:off x="4601177" y="8895396"/>
              <a:ext cx="2899077" cy="559122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599"/>
                  </a:lnTo>
                  <a:lnTo>
                    <a:pt x="0" y="21599"/>
                  </a:lnTo>
                  <a:close/>
                </a:path>
              </a:pathLst>
            </a:cu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r>
                <a:rPr lang="zh-CN" altLang="zh-CN" sz="2400" b="1" dirty="0">
                  <a:solidFill>
                    <a:srgbClr val="C8250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Pooling</a:t>
              </a:r>
              <a:endPara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136" name="Picture 168" descr="tree.jpg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04875" y="4435475"/>
              <a:ext cx="1150938" cy="15351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137" name="AutoShape 169"/>
            <p:cNvSpPr/>
            <p:nvPr/>
          </p:nvSpPr>
          <p:spPr bwMode="auto">
            <a:xfrm>
              <a:off x="2762250" y="2171700"/>
              <a:ext cx="660400" cy="65087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12700" cap="flat" cmpd="sng">
              <a:solidFill>
                <a:srgbClr val="53585F"/>
              </a:solidFill>
              <a:prstDash val="solid"/>
              <a:miter lim="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endParaRPr lang="zh-CN" altLang="zh-CN" sz="240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Gill Sans" charset="0"/>
                <a:sym typeface="Gill Sans" charset="0"/>
              </a:endParaRPr>
            </a:p>
          </p:txBody>
        </p:sp>
        <p:sp>
          <p:nvSpPr>
            <p:cNvPr id="138" name="AutoShape 170"/>
            <p:cNvSpPr/>
            <p:nvPr/>
          </p:nvSpPr>
          <p:spPr bwMode="auto">
            <a:xfrm>
              <a:off x="2762250" y="3978275"/>
              <a:ext cx="660400" cy="65087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12700" cap="flat" cmpd="sng">
              <a:solidFill>
                <a:srgbClr val="53585F"/>
              </a:solidFill>
              <a:prstDash val="solid"/>
              <a:miter lim="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endParaRPr lang="zh-CN" altLang="zh-CN" sz="240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Gill Sans" charset="0"/>
                <a:sym typeface="Gill Sans" charset="0"/>
              </a:endParaRPr>
            </a:p>
          </p:txBody>
        </p:sp>
        <p:sp>
          <p:nvSpPr>
            <p:cNvPr id="139" name="AutoShape 171"/>
            <p:cNvSpPr/>
            <p:nvPr/>
          </p:nvSpPr>
          <p:spPr bwMode="auto">
            <a:xfrm>
              <a:off x="2759075" y="5821363"/>
              <a:ext cx="660400" cy="65087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12700" cap="flat" cmpd="sng">
              <a:solidFill>
                <a:srgbClr val="53585F"/>
              </a:solidFill>
              <a:prstDash val="solid"/>
              <a:miter lim="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endParaRPr lang="zh-CN" altLang="zh-CN" sz="240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Gill Sans" charset="0"/>
                <a:sym typeface="Gill Sans" charset="0"/>
              </a:endParaRPr>
            </a:p>
          </p:txBody>
        </p:sp>
        <p:sp>
          <p:nvSpPr>
            <p:cNvPr id="140" name="AutoShape 172"/>
            <p:cNvSpPr/>
            <p:nvPr/>
          </p:nvSpPr>
          <p:spPr bwMode="auto">
            <a:xfrm>
              <a:off x="2759075" y="7653338"/>
              <a:ext cx="660400" cy="649287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12700" cap="flat" cmpd="sng">
              <a:solidFill>
                <a:srgbClr val="53585F"/>
              </a:solidFill>
              <a:prstDash val="solid"/>
              <a:miter lim="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endParaRPr lang="zh-CN" altLang="zh-CN" sz="240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Gill Sans" charset="0"/>
                <a:sym typeface="Gill Sans" charset="0"/>
              </a:endParaRPr>
            </a:p>
          </p:txBody>
        </p:sp>
        <p:sp>
          <p:nvSpPr>
            <p:cNvPr id="141" name="AutoShape 173"/>
            <p:cNvSpPr/>
            <p:nvPr/>
          </p:nvSpPr>
          <p:spPr bwMode="auto">
            <a:xfrm>
              <a:off x="8137525" y="1601788"/>
              <a:ext cx="660400" cy="65087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12700" cap="flat" cmpd="sng">
              <a:solidFill>
                <a:srgbClr val="53585F"/>
              </a:solidFill>
              <a:prstDash val="solid"/>
              <a:miter lim="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endParaRPr lang="zh-CN" altLang="zh-CN" sz="240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Gill Sans" charset="0"/>
                <a:sym typeface="Gill Sans" charset="0"/>
              </a:endParaRPr>
            </a:p>
          </p:txBody>
        </p:sp>
        <p:sp>
          <p:nvSpPr>
            <p:cNvPr id="142" name="AutoShape 174"/>
            <p:cNvSpPr/>
            <p:nvPr/>
          </p:nvSpPr>
          <p:spPr bwMode="auto">
            <a:xfrm>
              <a:off x="8147050" y="2571750"/>
              <a:ext cx="660400" cy="65087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12700" cap="flat" cmpd="sng">
              <a:solidFill>
                <a:srgbClr val="53585F"/>
              </a:solidFill>
              <a:prstDash val="solid"/>
              <a:miter lim="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endParaRPr lang="zh-CN" altLang="zh-CN" sz="240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Gill Sans" charset="0"/>
                <a:sym typeface="Gill Sans" charset="0"/>
              </a:endParaRPr>
            </a:p>
          </p:txBody>
        </p:sp>
        <p:sp>
          <p:nvSpPr>
            <p:cNvPr id="143" name="AutoShape 175"/>
            <p:cNvSpPr/>
            <p:nvPr/>
          </p:nvSpPr>
          <p:spPr bwMode="auto">
            <a:xfrm>
              <a:off x="8150225" y="3487738"/>
              <a:ext cx="660400" cy="65087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12700" cap="flat" cmpd="sng">
              <a:solidFill>
                <a:srgbClr val="53585F"/>
              </a:solidFill>
              <a:prstDash val="solid"/>
              <a:miter lim="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endParaRPr lang="zh-CN" altLang="zh-CN" sz="240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Gill Sans" charset="0"/>
                <a:sym typeface="Gill Sans" charset="0"/>
              </a:endParaRPr>
            </a:p>
          </p:txBody>
        </p:sp>
        <p:sp>
          <p:nvSpPr>
            <p:cNvPr id="144" name="AutoShape 176"/>
            <p:cNvSpPr/>
            <p:nvPr/>
          </p:nvSpPr>
          <p:spPr bwMode="auto">
            <a:xfrm>
              <a:off x="8158163" y="4384675"/>
              <a:ext cx="660400" cy="65087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12700" cap="flat" cmpd="sng">
              <a:solidFill>
                <a:srgbClr val="53585F"/>
              </a:solidFill>
              <a:prstDash val="solid"/>
              <a:miter lim="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endParaRPr lang="zh-CN" altLang="zh-CN" sz="240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Gill Sans" charset="0"/>
                <a:sym typeface="Gill Sans" charset="0"/>
              </a:endParaRPr>
            </a:p>
          </p:txBody>
        </p:sp>
        <p:sp>
          <p:nvSpPr>
            <p:cNvPr id="145" name="AutoShape 177"/>
            <p:cNvSpPr/>
            <p:nvPr/>
          </p:nvSpPr>
          <p:spPr bwMode="auto">
            <a:xfrm>
              <a:off x="8158163" y="5359400"/>
              <a:ext cx="660400" cy="65087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12700" cap="flat" cmpd="sng">
              <a:solidFill>
                <a:srgbClr val="53585F"/>
              </a:solidFill>
              <a:prstDash val="solid"/>
              <a:miter lim="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endParaRPr lang="zh-CN" altLang="zh-CN" sz="240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Gill Sans" charset="0"/>
                <a:sym typeface="Gill Sans" charset="0"/>
              </a:endParaRPr>
            </a:p>
          </p:txBody>
        </p:sp>
        <p:sp>
          <p:nvSpPr>
            <p:cNvPr id="146" name="AutoShape 178"/>
            <p:cNvSpPr/>
            <p:nvPr/>
          </p:nvSpPr>
          <p:spPr bwMode="auto">
            <a:xfrm>
              <a:off x="8158163" y="6221413"/>
              <a:ext cx="660400" cy="65087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12700" cap="flat" cmpd="sng">
              <a:solidFill>
                <a:srgbClr val="53585F"/>
              </a:solidFill>
              <a:prstDash val="solid"/>
              <a:miter lim="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endParaRPr lang="zh-CN" altLang="zh-CN" sz="240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Gill Sans" charset="0"/>
                <a:sym typeface="Gill Sans" charset="0"/>
              </a:endParaRPr>
            </a:p>
          </p:txBody>
        </p:sp>
        <p:sp>
          <p:nvSpPr>
            <p:cNvPr id="147" name="AutoShape 179"/>
            <p:cNvSpPr/>
            <p:nvPr/>
          </p:nvSpPr>
          <p:spPr bwMode="auto">
            <a:xfrm>
              <a:off x="8158163" y="7167563"/>
              <a:ext cx="660400" cy="65087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12700" cap="flat" cmpd="sng">
              <a:solidFill>
                <a:srgbClr val="53585F"/>
              </a:solidFill>
              <a:prstDash val="solid"/>
              <a:miter lim="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endParaRPr lang="zh-CN" altLang="zh-CN" sz="240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Gill Sans" charset="0"/>
                <a:sym typeface="Gill Sans" charset="0"/>
              </a:endParaRPr>
            </a:p>
          </p:txBody>
        </p:sp>
        <p:sp>
          <p:nvSpPr>
            <p:cNvPr id="148" name="AutoShape 180"/>
            <p:cNvSpPr/>
            <p:nvPr/>
          </p:nvSpPr>
          <p:spPr bwMode="auto">
            <a:xfrm>
              <a:off x="8158163" y="8112125"/>
              <a:ext cx="660400" cy="65087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12700" cap="flat" cmpd="sng">
              <a:solidFill>
                <a:srgbClr val="53585F"/>
              </a:solidFill>
              <a:prstDash val="solid"/>
              <a:miter lim="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endParaRPr lang="zh-CN" altLang="zh-CN" sz="240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Gill Sans" charset="0"/>
                <a:sym typeface="Gill Sans" charset="0"/>
              </a:endParaRPr>
            </a:p>
          </p:txBody>
        </p:sp>
      </p:grpSp>
      <p:sp>
        <p:nvSpPr>
          <p:cNvPr id="133" name="灯片编号占位符 13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B54BD4-5486-4A33-9B83-769ED7785D49}" type="slidenum">
              <a:rPr lang="zh-CN" altLang="en-US" smtClean="0"/>
              <a:t>24</a:t>
            </a:fld>
            <a:endParaRPr lang="en-US" altLang="zh-CN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深度学习工作机理</a:t>
            </a:r>
          </a:p>
        </p:txBody>
      </p:sp>
      <p:sp>
        <p:nvSpPr>
          <p:cNvPr id="5" name="Title 1"/>
          <p:cNvSpPr txBox="1"/>
          <p:nvPr/>
        </p:nvSpPr>
        <p:spPr>
          <a:xfrm>
            <a:off x="2286777" y="1064180"/>
            <a:ext cx="7419967" cy="966634"/>
          </a:xfrm>
          <a:prstGeom prst="rect">
            <a:avLst/>
          </a:prstGeom>
        </p:spPr>
        <p:txBody>
          <a:bodyPr vert="horz" anchor="b" anchorCtr="0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400" b="1" kern="1200">
                <a:solidFill>
                  <a:schemeClr val="tx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defRPr>
            </a:lvl1pPr>
          </a:lstStyle>
          <a:p>
            <a:r>
              <a:rPr lang="en-US"/>
              <a:t>What’s does network see?</a:t>
            </a:r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2286777" y="2389743"/>
            <a:ext cx="7419967" cy="3827601"/>
          </a:xfrm>
        </p:spPr>
        <p:txBody>
          <a:bodyPr/>
          <a:lstStyle/>
          <a:p>
            <a:r>
              <a:rPr lang="en-US" dirty="0" err="1"/>
              <a:t>Zieler’s</a:t>
            </a:r>
            <a:r>
              <a:rPr lang="en-US" dirty="0"/>
              <a:t> network visualization</a:t>
            </a:r>
          </a:p>
        </p:txBody>
      </p:sp>
      <p:pic>
        <p:nvPicPr>
          <p:cNvPr id="7" name="Picture 3" descr="Screen Shot 2014-10-18 at 9.51.39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1388183"/>
            <a:ext cx="7006389" cy="4968167"/>
          </a:xfrm>
          <a:prstGeom prst="rect">
            <a:avLst/>
          </a:prstGeom>
        </p:spPr>
      </p:pic>
      <p:sp>
        <p:nvSpPr>
          <p:cNvPr id="8" name="灯片编号占位符 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B54BD4-5486-4A33-9B83-769ED7785D49}" type="slidenum">
              <a:rPr lang="zh-CN" altLang="en-US" smtClean="0"/>
              <a:t>25</a:t>
            </a:fld>
            <a:endParaRPr lang="en-US" altLang="zh-CN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深度学习工作机理</a:t>
            </a:r>
          </a:p>
        </p:txBody>
      </p:sp>
      <p:pic>
        <p:nvPicPr>
          <p:cNvPr id="5" name="Picture 3" descr="Screen Shot 2014-10-18 at 9.52.00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6735" y="1695915"/>
            <a:ext cx="7692317" cy="466043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98830" y="1232969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分类器</a:t>
            </a:r>
            <a:endParaRPr 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8" name="Straight Arrow Connector 7"/>
          <p:cNvCxnSpPr>
            <a:stCxn id="6" idx="1"/>
          </p:cNvCxnSpPr>
          <p:nvPr/>
        </p:nvCxnSpPr>
        <p:spPr>
          <a:xfrm flipH="1">
            <a:off x="2471537" y="1417636"/>
            <a:ext cx="3227293" cy="28875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9"/>
          <p:cNvCxnSpPr>
            <a:stCxn id="6" idx="3"/>
          </p:cNvCxnSpPr>
          <p:nvPr/>
        </p:nvCxnSpPr>
        <p:spPr>
          <a:xfrm>
            <a:off x="6575992" y="1417636"/>
            <a:ext cx="2664296" cy="28875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B54BD4-5486-4A33-9B83-769ED7785D49}" type="slidenum">
              <a:rPr lang="zh-CN" altLang="en-US" smtClean="0"/>
              <a:t>26</a:t>
            </a:fld>
            <a:endParaRPr lang="en-US" altLang="zh-CN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深度学习</a:t>
            </a:r>
            <a:r>
              <a:rPr lang="en-US" altLang="zh-CN" dirty="0"/>
              <a:t>20</a:t>
            </a:r>
            <a:r>
              <a:rPr lang="zh-CN" altLang="en-US" dirty="0"/>
              <a:t>个有意思的小应用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 algn="ctr">
              <a:buNone/>
            </a:pPr>
            <a:r>
              <a:rPr lang="en-US" altLang="zh-CN" sz="2000" dirty="0"/>
              <a:t>https://www.cnblogs.com/czaoth/p/6755609.html</a:t>
            </a:r>
            <a:endParaRPr lang="zh-CN" altLang="en-US" sz="2000" dirty="0"/>
          </a:p>
        </p:txBody>
      </p:sp>
      <p:pic>
        <p:nvPicPr>
          <p:cNvPr id="10242" name="Picture 2" descr="http://img.mp.itc.cn/upload/20170416/1cefd0643e0c47e1bf25ba8aa00fb024_th.jpe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9500" y="2016550"/>
            <a:ext cx="7661275" cy="21726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B54BD4-5486-4A33-9B83-769ED7785D49}" type="slidenum">
              <a:rPr lang="zh-CN" altLang="en-US" smtClean="0"/>
              <a:t>27</a:t>
            </a:fld>
            <a:endParaRPr lang="en-US" altLang="zh-CN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深度学习的局限性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 dirty="0"/>
              <a:t>深度学习是一把梯子，而不是火箭</a:t>
            </a:r>
            <a:endParaRPr lang="en-US" altLang="zh-CN" dirty="0"/>
          </a:p>
          <a:p>
            <a:endParaRPr lang="en-US" altLang="zh-CN" dirty="0"/>
          </a:p>
          <a:p>
            <a:pPr lvl="1"/>
            <a:r>
              <a:rPr lang="zh-CN" altLang="en-US" sz="3600" dirty="0"/>
              <a:t>泛化能力有限</a:t>
            </a:r>
            <a:endParaRPr lang="en-US" altLang="zh-CN" sz="3600" dirty="0"/>
          </a:p>
          <a:p>
            <a:pPr lvl="1"/>
            <a:r>
              <a:rPr lang="zh-CN" altLang="en-US" sz="3600" dirty="0"/>
              <a:t>缺乏推理能力</a:t>
            </a:r>
            <a:endParaRPr lang="en-US" altLang="zh-CN" sz="3600" dirty="0"/>
          </a:p>
          <a:p>
            <a:pPr lvl="1"/>
            <a:r>
              <a:rPr lang="zh-CN" altLang="en-US" sz="3600" dirty="0"/>
              <a:t>缺乏可解释性</a:t>
            </a:r>
            <a:endParaRPr lang="en-US" altLang="zh-CN" sz="3600" dirty="0"/>
          </a:p>
          <a:p>
            <a:pPr lvl="1"/>
            <a:r>
              <a:rPr lang="zh-CN" altLang="en-US" sz="3600" dirty="0"/>
              <a:t>鲁棒性欠佳</a:t>
            </a:r>
            <a:endParaRPr lang="en-US" altLang="zh-CN" sz="360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B54BD4-5486-4A33-9B83-769ED7785D49}" type="slidenum">
              <a:rPr lang="zh-CN" altLang="en-US" smtClean="0"/>
              <a:t>28</a:t>
            </a:fld>
            <a:endParaRPr lang="en-US" altLang="zh-CN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753226"/>
            <a:ext cx="10515600" cy="810879"/>
          </a:xfrm>
        </p:spPr>
        <p:txBody>
          <a:bodyPr/>
          <a:lstStyle/>
          <a:p>
            <a:r>
              <a:rPr lang="zh-CN" altLang="en-US" dirty="0"/>
              <a:t>“星空”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1067968"/>
            <a:ext cx="9144000" cy="5536406"/>
          </a:xfrm>
          <a:prstGeom prst="rect">
            <a:avLst/>
          </a:prstGeom>
        </p:spPr>
      </p:pic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B54BD4-5486-4A33-9B83-769ED7785D49}" type="slidenum">
              <a:rPr lang="zh-CN" altLang="en-US" smtClean="0"/>
              <a:t>29</a:t>
            </a:fld>
            <a:endParaRPr lang="en-US" altLang="zh-CN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662529"/>
            <a:ext cx="10515600" cy="810879"/>
          </a:xfrm>
        </p:spPr>
        <p:txBody>
          <a:bodyPr/>
          <a:lstStyle/>
          <a:p>
            <a:r>
              <a:rPr lang="zh-CN" altLang="en-US" dirty="0"/>
              <a:t>“星空”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1080001"/>
            <a:ext cx="9144000" cy="5536407"/>
          </a:xfrm>
          <a:prstGeom prst="rect">
            <a:avLst/>
          </a:prstGeom>
        </p:spPr>
      </p:pic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B54BD4-5486-4A33-9B83-769ED7785D49}" type="slidenum">
              <a:rPr lang="zh-CN" altLang="en-US" smtClean="0"/>
              <a:t>30</a:t>
            </a:fld>
            <a:endParaRPr lang="en-US" altLang="zh-CN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如何解决一个</a:t>
            </a:r>
            <a:r>
              <a:rPr lang="en-US" altLang="zh-CN" dirty="0"/>
              <a:t>AI</a:t>
            </a:r>
            <a:r>
              <a:rPr lang="zh-CN" altLang="en-US" dirty="0"/>
              <a:t>的任务？</a:t>
            </a:r>
          </a:p>
        </p:txBody>
      </p:sp>
      <p:grpSp>
        <p:nvGrpSpPr>
          <p:cNvPr id="9" name="组合 8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/>
          <p:nvPr/>
        </p:nvGrpSpPr>
        <p:grpSpPr>
          <a:xfrm>
            <a:off x="6091039" y="2367569"/>
            <a:ext cx="1809700" cy="1244249"/>
            <a:chOff x="2774950" y="1127125"/>
            <a:chExt cx="6691313" cy="4600575"/>
          </a:xfrm>
        </p:grpSpPr>
        <p:sp>
          <p:nvSpPr>
            <p:cNvPr id="10" name="îšlïďé"/>
            <p:cNvSpPr/>
            <p:nvPr/>
          </p:nvSpPr>
          <p:spPr bwMode="auto">
            <a:xfrm>
              <a:off x="2987675" y="5026025"/>
              <a:ext cx="6478588" cy="701675"/>
            </a:xfrm>
            <a:custGeom>
              <a:avLst/>
              <a:gdLst>
                <a:gd name="T0" fmla="*/ 1808 w 3903"/>
                <a:gd name="T1" fmla="*/ 0 h 423"/>
                <a:gd name="T2" fmla="*/ 1781 w 3903"/>
                <a:gd name="T3" fmla="*/ 0 h 423"/>
                <a:gd name="T4" fmla="*/ 1443 w 3903"/>
                <a:gd name="T5" fmla="*/ 15 h 423"/>
                <a:gd name="T6" fmla="*/ 1316 w 3903"/>
                <a:gd name="T7" fmla="*/ 35 h 423"/>
                <a:gd name="T8" fmla="*/ 1063 w 3903"/>
                <a:gd name="T9" fmla="*/ 66 h 423"/>
                <a:gd name="T10" fmla="*/ 857 w 3903"/>
                <a:gd name="T11" fmla="*/ 82 h 423"/>
                <a:gd name="T12" fmla="*/ 778 w 3903"/>
                <a:gd name="T13" fmla="*/ 86 h 423"/>
                <a:gd name="T14" fmla="*/ 658 w 3903"/>
                <a:gd name="T15" fmla="*/ 76 h 423"/>
                <a:gd name="T16" fmla="*/ 517 w 3903"/>
                <a:gd name="T17" fmla="*/ 49 h 423"/>
                <a:gd name="T18" fmla="*/ 357 w 3903"/>
                <a:gd name="T19" fmla="*/ 24 h 423"/>
                <a:gd name="T20" fmla="*/ 354 w 3903"/>
                <a:gd name="T21" fmla="*/ 24 h 423"/>
                <a:gd name="T22" fmla="*/ 129 w 3903"/>
                <a:gd name="T23" fmla="*/ 51 h 423"/>
                <a:gd name="T24" fmla="*/ 51 w 3903"/>
                <a:gd name="T25" fmla="*/ 96 h 423"/>
                <a:gd name="T26" fmla="*/ 45 w 3903"/>
                <a:gd name="T27" fmla="*/ 300 h 423"/>
                <a:gd name="T28" fmla="*/ 388 w 3903"/>
                <a:gd name="T29" fmla="*/ 411 h 423"/>
                <a:gd name="T30" fmla="*/ 417 w 3903"/>
                <a:gd name="T31" fmla="*/ 412 h 423"/>
                <a:gd name="T32" fmla="*/ 734 w 3903"/>
                <a:gd name="T33" fmla="*/ 399 h 423"/>
                <a:gd name="T34" fmla="*/ 1053 w 3903"/>
                <a:gd name="T35" fmla="*/ 388 h 423"/>
                <a:gd name="T36" fmla="*/ 1059 w 3903"/>
                <a:gd name="T37" fmla="*/ 388 h 423"/>
                <a:gd name="T38" fmla="*/ 1146 w 3903"/>
                <a:gd name="T39" fmla="*/ 388 h 423"/>
                <a:gd name="T40" fmla="*/ 1722 w 3903"/>
                <a:gd name="T41" fmla="*/ 373 h 423"/>
                <a:gd name="T42" fmla="*/ 2092 w 3903"/>
                <a:gd name="T43" fmla="*/ 363 h 423"/>
                <a:gd name="T44" fmla="*/ 2346 w 3903"/>
                <a:gd name="T45" fmla="*/ 364 h 423"/>
                <a:gd name="T46" fmla="*/ 2983 w 3903"/>
                <a:gd name="T47" fmla="*/ 394 h 423"/>
                <a:gd name="T48" fmla="*/ 3262 w 3903"/>
                <a:gd name="T49" fmla="*/ 420 h 423"/>
                <a:gd name="T50" fmla="*/ 3334 w 3903"/>
                <a:gd name="T51" fmla="*/ 423 h 423"/>
                <a:gd name="T52" fmla="*/ 3507 w 3903"/>
                <a:gd name="T53" fmla="*/ 412 h 423"/>
                <a:gd name="T54" fmla="*/ 3709 w 3903"/>
                <a:gd name="T55" fmla="*/ 358 h 423"/>
                <a:gd name="T56" fmla="*/ 3863 w 3903"/>
                <a:gd name="T57" fmla="*/ 203 h 423"/>
                <a:gd name="T58" fmla="*/ 3188 w 3903"/>
                <a:gd name="T59" fmla="*/ 48 h 423"/>
                <a:gd name="T60" fmla="*/ 3158 w 3903"/>
                <a:gd name="T61" fmla="*/ 48 h 423"/>
                <a:gd name="T62" fmla="*/ 2944 w 3903"/>
                <a:gd name="T63" fmla="*/ 50 h 423"/>
                <a:gd name="T64" fmla="*/ 2824 w 3903"/>
                <a:gd name="T65" fmla="*/ 48 h 423"/>
                <a:gd name="T66" fmla="*/ 2685 w 3903"/>
                <a:gd name="T67" fmla="*/ 27 h 423"/>
                <a:gd name="T68" fmla="*/ 2548 w 3903"/>
                <a:gd name="T69" fmla="*/ 15 h 423"/>
                <a:gd name="T70" fmla="*/ 2100 w 3903"/>
                <a:gd name="T71" fmla="*/ 0 h 423"/>
                <a:gd name="T72" fmla="*/ 1969 w 3903"/>
                <a:gd name="T73" fmla="*/ 0 h 423"/>
                <a:gd name="T74" fmla="*/ 1808 w 3903"/>
                <a:gd name="T75" fmla="*/ 0 h 4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3903" h="423">
                  <a:moveTo>
                    <a:pt x="1808" y="0"/>
                  </a:moveTo>
                  <a:cubicBezTo>
                    <a:pt x="1799" y="0"/>
                    <a:pt x="1790" y="0"/>
                    <a:pt x="1781" y="0"/>
                  </a:cubicBezTo>
                  <a:cubicBezTo>
                    <a:pt x="1668" y="0"/>
                    <a:pt x="1555" y="3"/>
                    <a:pt x="1443" y="15"/>
                  </a:cubicBezTo>
                  <a:cubicBezTo>
                    <a:pt x="1400" y="20"/>
                    <a:pt x="1359" y="30"/>
                    <a:pt x="1316" y="35"/>
                  </a:cubicBezTo>
                  <a:cubicBezTo>
                    <a:pt x="1231" y="43"/>
                    <a:pt x="1148" y="59"/>
                    <a:pt x="1063" y="66"/>
                  </a:cubicBezTo>
                  <a:cubicBezTo>
                    <a:pt x="994" y="72"/>
                    <a:pt x="925" y="75"/>
                    <a:pt x="857" y="82"/>
                  </a:cubicBezTo>
                  <a:cubicBezTo>
                    <a:pt x="831" y="85"/>
                    <a:pt x="805" y="86"/>
                    <a:pt x="778" y="86"/>
                  </a:cubicBezTo>
                  <a:cubicBezTo>
                    <a:pt x="737" y="86"/>
                    <a:pt x="696" y="83"/>
                    <a:pt x="658" y="76"/>
                  </a:cubicBezTo>
                  <a:cubicBezTo>
                    <a:pt x="610" y="68"/>
                    <a:pt x="563" y="63"/>
                    <a:pt x="517" y="49"/>
                  </a:cubicBezTo>
                  <a:cubicBezTo>
                    <a:pt x="466" y="35"/>
                    <a:pt x="410" y="24"/>
                    <a:pt x="357" y="24"/>
                  </a:cubicBezTo>
                  <a:cubicBezTo>
                    <a:pt x="356" y="24"/>
                    <a:pt x="355" y="24"/>
                    <a:pt x="354" y="24"/>
                  </a:cubicBezTo>
                  <a:cubicBezTo>
                    <a:pt x="277" y="24"/>
                    <a:pt x="202" y="25"/>
                    <a:pt x="129" y="51"/>
                  </a:cubicBezTo>
                  <a:cubicBezTo>
                    <a:pt x="103" y="61"/>
                    <a:pt x="71" y="76"/>
                    <a:pt x="51" y="96"/>
                  </a:cubicBezTo>
                  <a:cubicBezTo>
                    <a:pt x="6" y="141"/>
                    <a:pt x="0" y="254"/>
                    <a:pt x="45" y="300"/>
                  </a:cubicBezTo>
                  <a:cubicBezTo>
                    <a:pt x="121" y="379"/>
                    <a:pt x="282" y="410"/>
                    <a:pt x="388" y="411"/>
                  </a:cubicBezTo>
                  <a:cubicBezTo>
                    <a:pt x="398" y="412"/>
                    <a:pt x="408" y="412"/>
                    <a:pt x="417" y="412"/>
                  </a:cubicBezTo>
                  <a:cubicBezTo>
                    <a:pt x="523" y="412"/>
                    <a:pt x="627" y="404"/>
                    <a:pt x="734" y="399"/>
                  </a:cubicBezTo>
                  <a:cubicBezTo>
                    <a:pt x="840" y="395"/>
                    <a:pt x="946" y="388"/>
                    <a:pt x="1053" y="388"/>
                  </a:cubicBezTo>
                  <a:cubicBezTo>
                    <a:pt x="1055" y="388"/>
                    <a:pt x="1057" y="388"/>
                    <a:pt x="1059" y="388"/>
                  </a:cubicBezTo>
                  <a:cubicBezTo>
                    <a:pt x="1088" y="388"/>
                    <a:pt x="1117" y="388"/>
                    <a:pt x="1146" y="388"/>
                  </a:cubicBezTo>
                  <a:cubicBezTo>
                    <a:pt x="1338" y="388"/>
                    <a:pt x="1530" y="386"/>
                    <a:pt x="1722" y="373"/>
                  </a:cubicBezTo>
                  <a:cubicBezTo>
                    <a:pt x="1845" y="365"/>
                    <a:pt x="1968" y="363"/>
                    <a:pt x="2092" y="363"/>
                  </a:cubicBezTo>
                  <a:cubicBezTo>
                    <a:pt x="2176" y="363"/>
                    <a:pt x="2261" y="364"/>
                    <a:pt x="2346" y="364"/>
                  </a:cubicBezTo>
                  <a:cubicBezTo>
                    <a:pt x="2559" y="364"/>
                    <a:pt x="2771" y="366"/>
                    <a:pt x="2983" y="394"/>
                  </a:cubicBezTo>
                  <a:cubicBezTo>
                    <a:pt x="3075" y="407"/>
                    <a:pt x="3169" y="411"/>
                    <a:pt x="3262" y="420"/>
                  </a:cubicBezTo>
                  <a:cubicBezTo>
                    <a:pt x="3286" y="422"/>
                    <a:pt x="3310" y="423"/>
                    <a:pt x="3334" y="423"/>
                  </a:cubicBezTo>
                  <a:cubicBezTo>
                    <a:pt x="3392" y="423"/>
                    <a:pt x="3449" y="417"/>
                    <a:pt x="3507" y="412"/>
                  </a:cubicBezTo>
                  <a:cubicBezTo>
                    <a:pt x="3577" y="406"/>
                    <a:pt x="3646" y="388"/>
                    <a:pt x="3709" y="358"/>
                  </a:cubicBezTo>
                  <a:cubicBezTo>
                    <a:pt x="3759" y="334"/>
                    <a:pt x="3848" y="260"/>
                    <a:pt x="3863" y="203"/>
                  </a:cubicBezTo>
                  <a:cubicBezTo>
                    <a:pt x="3903" y="55"/>
                    <a:pt x="3347" y="48"/>
                    <a:pt x="3188" y="48"/>
                  </a:cubicBezTo>
                  <a:cubicBezTo>
                    <a:pt x="3175" y="48"/>
                    <a:pt x="3166" y="48"/>
                    <a:pt x="3158" y="48"/>
                  </a:cubicBezTo>
                  <a:cubicBezTo>
                    <a:pt x="3087" y="48"/>
                    <a:pt x="3016" y="50"/>
                    <a:pt x="2944" y="50"/>
                  </a:cubicBezTo>
                  <a:cubicBezTo>
                    <a:pt x="2904" y="50"/>
                    <a:pt x="2864" y="49"/>
                    <a:pt x="2824" y="48"/>
                  </a:cubicBezTo>
                  <a:cubicBezTo>
                    <a:pt x="2777" y="46"/>
                    <a:pt x="2731" y="37"/>
                    <a:pt x="2685" y="27"/>
                  </a:cubicBezTo>
                  <a:cubicBezTo>
                    <a:pt x="2640" y="17"/>
                    <a:pt x="2594" y="19"/>
                    <a:pt x="2548" y="15"/>
                  </a:cubicBezTo>
                  <a:cubicBezTo>
                    <a:pt x="2399" y="1"/>
                    <a:pt x="2250" y="0"/>
                    <a:pt x="2100" y="0"/>
                  </a:cubicBezTo>
                  <a:cubicBezTo>
                    <a:pt x="2057" y="0"/>
                    <a:pt x="2013" y="0"/>
                    <a:pt x="1969" y="0"/>
                  </a:cubicBezTo>
                  <a:cubicBezTo>
                    <a:pt x="1916" y="0"/>
                    <a:pt x="1862" y="0"/>
                    <a:pt x="1808" y="0"/>
                  </a:cubicBezTo>
                </a:path>
              </a:pathLst>
            </a:custGeom>
            <a:solidFill>
              <a:srgbClr val="FAEA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" name="işľîdé"/>
            <p:cNvSpPr/>
            <p:nvPr/>
          </p:nvSpPr>
          <p:spPr bwMode="auto">
            <a:xfrm>
              <a:off x="8689975" y="3749675"/>
              <a:ext cx="338138" cy="1406525"/>
            </a:xfrm>
            <a:custGeom>
              <a:avLst/>
              <a:gdLst>
                <a:gd name="T0" fmla="*/ 194 w 213"/>
                <a:gd name="T1" fmla="*/ 0 h 886"/>
                <a:gd name="T2" fmla="*/ 213 w 213"/>
                <a:gd name="T3" fmla="*/ 133 h 886"/>
                <a:gd name="T4" fmla="*/ 174 w 213"/>
                <a:gd name="T5" fmla="*/ 886 h 886"/>
                <a:gd name="T6" fmla="*/ 109 w 213"/>
                <a:gd name="T7" fmla="*/ 872 h 886"/>
                <a:gd name="T8" fmla="*/ 0 w 213"/>
                <a:gd name="T9" fmla="*/ 16 h 886"/>
                <a:gd name="T10" fmla="*/ 194 w 213"/>
                <a:gd name="T11" fmla="*/ 0 h 8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13" h="886">
                  <a:moveTo>
                    <a:pt x="194" y="0"/>
                  </a:moveTo>
                  <a:lnTo>
                    <a:pt x="213" y="133"/>
                  </a:lnTo>
                  <a:lnTo>
                    <a:pt x="174" y="886"/>
                  </a:lnTo>
                  <a:lnTo>
                    <a:pt x="109" y="872"/>
                  </a:lnTo>
                  <a:lnTo>
                    <a:pt x="0" y="16"/>
                  </a:lnTo>
                  <a:lnTo>
                    <a:pt x="194" y="0"/>
                  </a:lnTo>
                  <a:close/>
                </a:path>
              </a:pathLst>
            </a:custGeom>
            <a:solidFill>
              <a:srgbClr val="2424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" name="iṩlíḑé"/>
            <p:cNvSpPr/>
            <p:nvPr/>
          </p:nvSpPr>
          <p:spPr bwMode="auto">
            <a:xfrm>
              <a:off x="8467725" y="3702050"/>
              <a:ext cx="319088" cy="1482725"/>
            </a:xfrm>
            <a:custGeom>
              <a:avLst/>
              <a:gdLst>
                <a:gd name="T0" fmla="*/ 13 w 201"/>
                <a:gd name="T1" fmla="*/ 5 h 934"/>
                <a:gd name="T2" fmla="*/ 0 w 201"/>
                <a:gd name="T3" fmla="*/ 504 h 934"/>
                <a:gd name="T4" fmla="*/ 127 w 201"/>
                <a:gd name="T5" fmla="*/ 934 h 934"/>
                <a:gd name="T6" fmla="*/ 201 w 201"/>
                <a:gd name="T7" fmla="*/ 906 h 934"/>
                <a:gd name="T8" fmla="*/ 138 w 201"/>
                <a:gd name="T9" fmla="*/ 523 h 934"/>
                <a:gd name="T10" fmla="*/ 196 w 201"/>
                <a:gd name="T11" fmla="*/ 0 h 934"/>
                <a:gd name="T12" fmla="*/ 13 w 201"/>
                <a:gd name="T13" fmla="*/ 5 h 9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1" h="934">
                  <a:moveTo>
                    <a:pt x="13" y="5"/>
                  </a:moveTo>
                  <a:lnTo>
                    <a:pt x="0" y="504"/>
                  </a:lnTo>
                  <a:lnTo>
                    <a:pt x="127" y="934"/>
                  </a:lnTo>
                  <a:lnTo>
                    <a:pt x="201" y="906"/>
                  </a:lnTo>
                  <a:lnTo>
                    <a:pt x="138" y="523"/>
                  </a:lnTo>
                  <a:lnTo>
                    <a:pt x="196" y="0"/>
                  </a:lnTo>
                  <a:lnTo>
                    <a:pt x="13" y="5"/>
                  </a:lnTo>
                  <a:close/>
                </a:path>
              </a:pathLst>
            </a:custGeom>
            <a:solidFill>
              <a:srgbClr val="2424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" name="iṩļiḓê"/>
            <p:cNvSpPr/>
            <p:nvPr/>
          </p:nvSpPr>
          <p:spPr bwMode="auto">
            <a:xfrm>
              <a:off x="8612188" y="5076825"/>
              <a:ext cx="211138" cy="284163"/>
            </a:xfrm>
            <a:custGeom>
              <a:avLst/>
              <a:gdLst>
                <a:gd name="T0" fmla="*/ 105 w 127"/>
                <a:gd name="T1" fmla="*/ 0 h 171"/>
                <a:gd name="T2" fmla="*/ 20 w 127"/>
                <a:gd name="T3" fmla="*/ 39 h 171"/>
                <a:gd name="T4" fmla="*/ 49 w 127"/>
                <a:gd name="T5" fmla="*/ 98 h 171"/>
                <a:gd name="T6" fmla="*/ 4 w 127"/>
                <a:gd name="T7" fmla="*/ 126 h 171"/>
                <a:gd name="T8" fmla="*/ 15 w 127"/>
                <a:gd name="T9" fmla="*/ 161 h 171"/>
                <a:gd name="T10" fmla="*/ 127 w 127"/>
                <a:gd name="T11" fmla="*/ 90 h 171"/>
                <a:gd name="T12" fmla="*/ 105 w 127"/>
                <a:gd name="T13" fmla="*/ 0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7" h="171">
                  <a:moveTo>
                    <a:pt x="105" y="0"/>
                  </a:moveTo>
                  <a:cubicBezTo>
                    <a:pt x="20" y="39"/>
                    <a:pt x="20" y="39"/>
                    <a:pt x="20" y="39"/>
                  </a:cubicBezTo>
                  <a:cubicBezTo>
                    <a:pt x="49" y="98"/>
                    <a:pt x="49" y="98"/>
                    <a:pt x="49" y="98"/>
                  </a:cubicBezTo>
                  <a:cubicBezTo>
                    <a:pt x="4" y="126"/>
                    <a:pt x="4" y="126"/>
                    <a:pt x="4" y="126"/>
                  </a:cubicBezTo>
                  <a:cubicBezTo>
                    <a:pt x="4" y="126"/>
                    <a:pt x="0" y="150"/>
                    <a:pt x="15" y="161"/>
                  </a:cubicBezTo>
                  <a:cubicBezTo>
                    <a:pt x="30" y="171"/>
                    <a:pt x="127" y="90"/>
                    <a:pt x="127" y="90"/>
                  </a:cubicBezTo>
                  <a:lnTo>
                    <a:pt x="105" y="0"/>
                  </a:lnTo>
                  <a:close/>
                </a:path>
              </a:pathLst>
            </a:custGeom>
            <a:solidFill>
              <a:srgbClr val="1616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" name="iSḻiḍè"/>
            <p:cNvSpPr/>
            <p:nvPr/>
          </p:nvSpPr>
          <p:spPr bwMode="auto">
            <a:xfrm>
              <a:off x="8763000" y="5100638"/>
              <a:ext cx="234950" cy="242888"/>
            </a:xfrm>
            <a:custGeom>
              <a:avLst/>
              <a:gdLst>
                <a:gd name="T0" fmla="*/ 141 w 141"/>
                <a:gd name="T1" fmla="*/ 0 h 146"/>
                <a:gd name="T2" fmla="*/ 49 w 141"/>
                <a:gd name="T3" fmla="*/ 15 h 146"/>
                <a:gd name="T4" fmla="*/ 61 w 141"/>
                <a:gd name="T5" fmla="*/ 80 h 146"/>
                <a:gd name="T6" fmla="*/ 11 w 141"/>
                <a:gd name="T7" fmla="*/ 95 h 146"/>
                <a:gd name="T8" fmla="*/ 12 w 141"/>
                <a:gd name="T9" fmla="*/ 132 h 146"/>
                <a:gd name="T10" fmla="*/ 138 w 141"/>
                <a:gd name="T11" fmla="*/ 93 h 146"/>
                <a:gd name="T12" fmla="*/ 141 w 141"/>
                <a:gd name="T13" fmla="*/ 0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1" h="146">
                  <a:moveTo>
                    <a:pt x="141" y="0"/>
                  </a:moveTo>
                  <a:cubicBezTo>
                    <a:pt x="49" y="15"/>
                    <a:pt x="49" y="15"/>
                    <a:pt x="49" y="15"/>
                  </a:cubicBezTo>
                  <a:cubicBezTo>
                    <a:pt x="61" y="80"/>
                    <a:pt x="61" y="80"/>
                    <a:pt x="61" y="80"/>
                  </a:cubicBezTo>
                  <a:cubicBezTo>
                    <a:pt x="11" y="95"/>
                    <a:pt x="11" y="95"/>
                    <a:pt x="11" y="95"/>
                  </a:cubicBezTo>
                  <a:cubicBezTo>
                    <a:pt x="11" y="95"/>
                    <a:pt x="0" y="118"/>
                    <a:pt x="12" y="132"/>
                  </a:cubicBezTo>
                  <a:cubicBezTo>
                    <a:pt x="24" y="146"/>
                    <a:pt x="138" y="93"/>
                    <a:pt x="138" y="93"/>
                  </a:cubicBezTo>
                  <a:lnTo>
                    <a:pt x="141" y="0"/>
                  </a:lnTo>
                  <a:close/>
                </a:path>
              </a:pathLst>
            </a:custGeom>
            <a:solidFill>
              <a:srgbClr val="1616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5" name="íṥľïḍê"/>
            <p:cNvSpPr/>
            <p:nvPr/>
          </p:nvSpPr>
          <p:spPr bwMode="auto">
            <a:xfrm>
              <a:off x="8682038" y="2287588"/>
              <a:ext cx="96838" cy="233363"/>
            </a:xfrm>
            <a:custGeom>
              <a:avLst/>
              <a:gdLst>
                <a:gd name="T0" fmla="*/ 11 w 58"/>
                <a:gd name="T1" fmla="*/ 79 h 140"/>
                <a:gd name="T2" fmla="*/ 39 w 58"/>
                <a:gd name="T3" fmla="*/ 140 h 140"/>
                <a:gd name="T4" fmla="*/ 56 w 58"/>
                <a:gd name="T5" fmla="*/ 24 h 140"/>
                <a:gd name="T6" fmla="*/ 56 w 58"/>
                <a:gd name="T7" fmla="*/ 15 h 140"/>
                <a:gd name="T8" fmla="*/ 49 w 58"/>
                <a:gd name="T9" fmla="*/ 11 h 140"/>
                <a:gd name="T10" fmla="*/ 11 w 58"/>
                <a:gd name="T11" fmla="*/ 79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8" h="140">
                  <a:moveTo>
                    <a:pt x="11" y="79"/>
                  </a:moveTo>
                  <a:cubicBezTo>
                    <a:pt x="18" y="100"/>
                    <a:pt x="27" y="121"/>
                    <a:pt x="39" y="140"/>
                  </a:cubicBezTo>
                  <a:cubicBezTo>
                    <a:pt x="39" y="101"/>
                    <a:pt x="45" y="62"/>
                    <a:pt x="56" y="24"/>
                  </a:cubicBezTo>
                  <a:cubicBezTo>
                    <a:pt x="57" y="21"/>
                    <a:pt x="58" y="18"/>
                    <a:pt x="56" y="15"/>
                  </a:cubicBezTo>
                  <a:cubicBezTo>
                    <a:pt x="55" y="13"/>
                    <a:pt x="52" y="12"/>
                    <a:pt x="49" y="11"/>
                  </a:cubicBezTo>
                  <a:cubicBezTo>
                    <a:pt x="1" y="0"/>
                    <a:pt x="0" y="42"/>
                    <a:pt x="11" y="79"/>
                  </a:cubicBezTo>
                  <a:close/>
                </a:path>
              </a:pathLst>
            </a:custGeom>
            <a:solidFill>
              <a:srgbClr val="2424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" name="íşḻíḋè"/>
            <p:cNvSpPr/>
            <p:nvPr/>
          </p:nvSpPr>
          <p:spPr bwMode="auto">
            <a:xfrm>
              <a:off x="8707438" y="2146300"/>
              <a:ext cx="398463" cy="466725"/>
            </a:xfrm>
            <a:custGeom>
              <a:avLst/>
              <a:gdLst>
                <a:gd name="T0" fmla="*/ 23 w 240"/>
                <a:gd name="T1" fmla="*/ 225 h 281"/>
                <a:gd name="T2" fmla="*/ 53 w 240"/>
                <a:gd name="T3" fmla="*/ 269 h 281"/>
                <a:gd name="T4" fmla="*/ 108 w 240"/>
                <a:gd name="T5" fmla="*/ 266 h 281"/>
                <a:gd name="T6" fmla="*/ 114 w 240"/>
                <a:gd name="T7" fmla="*/ 36 h 281"/>
                <a:gd name="T8" fmla="*/ 23 w 240"/>
                <a:gd name="T9" fmla="*/ 225 h 2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0" h="281">
                  <a:moveTo>
                    <a:pt x="23" y="225"/>
                  </a:moveTo>
                  <a:cubicBezTo>
                    <a:pt x="28" y="241"/>
                    <a:pt x="36" y="259"/>
                    <a:pt x="53" y="269"/>
                  </a:cubicBezTo>
                  <a:cubicBezTo>
                    <a:pt x="72" y="281"/>
                    <a:pt x="93" y="275"/>
                    <a:pt x="108" y="266"/>
                  </a:cubicBezTo>
                  <a:cubicBezTo>
                    <a:pt x="156" y="237"/>
                    <a:pt x="240" y="76"/>
                    <a:pt x="114" y="36"/>
                  </a:cubicBezTo>
                  <a:cubicBezTo>
                    <a:pt x="0" y="0"/>
                    <a:pt x="2" y="159"/>
                    <a:pt x="23" y="225"/>
                  </a:cubicBezTo>
                  <a:close/>
                </a:path>
              </a:pathLst>
            </a:custGeom>
            <a:solidFill>
              <a:srgbClr val="F7C1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" name="ïṣľîḑè"/>
            <p:cNvSpPr/>
            <p:nvPr/>
          </p:nvSpPr>
          <p:spPr bwMode="auto">
            <a:xfrm>
              <a:off x="8909050" y="2165350"/>
              <a:ext cx="195263" cy="374650"/>
            </a:xfrm>
            <a:custGeom>
              <a:avLst/>
              <a:gdLst>
                <a:gd name="T0" fmla="*/ 0 w 117"/>
                <a:gd name="T1" fmla="*/ 215 h 226"/>
                <a:gd name="T2" fmla="*/ 37 w 117"/>
                <a:gd name="T3" fmla="*/ 218 h 226"/>
                <a:gd name="T4" fmla="*/ 108 w 117"/>
                <a:gd name="T5" fmla="*/ 81 h 226"/>
                <a:gd name="T6" fmla="*/ 31 w 117"/>
                <a:gd name="T7" fmla="*/ 56 h 226"/>
                <a:gd name="T8" fmla="*/ 34 w 117"/>
                <a:gd name="T9" fmla="*/ 126 h 226"/>
                <a:gd name="T10" fmla="*/ 0 w 117"/>
                <a:gd name="T11" fmla="*/ 215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7" h="226">
                  <a:moveTo>
                    <a:pt x="0" y="215"/>
                  </a:moveTo>
                  <a:cubicBezTo>
                    <a:pt x="8" y="226"/>
                    <a:pt x="25" y="224"/>
                    <a:pt x="37" y="218"/>
                  </a:cubicBezTo>
                  <a:cubicBezTo>
                    <a:pt x="87" y="194"/>
                    <a:pt x="117" y="135"/>
                    <a:pt x="108" y="81"/>
                  </a:cubicBezTo>
                  <a:cubicBezTo>
                    <a:pt x="100" y="36"/>
                    <a:pt x="44" y="0"/>
                    <a:pt x="31" y="56"/>
                  </a:cubicBezTo>
                  <a:cubicBezTo>
                    <a:pt x="26" y="76"/>
                    <a:pt x="37" y="104"/>
                    <a:pt x="34" y="126"/>
                  </a:cubicBezTo>
                  <a:cubicBezTo>
                    <a:pt x="29" y="157"/>
                    <a:pt x="14" y="187"/>
                    <a:pt x="0" y="215"/>
                  </a:cubicBezTo>
                  <a:close/>
                </a:path>
              </a:pathLst>
            </a:custGeom>
            <a:solidFill>
              <a:srgbClr val="2424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8" name="ïṣľïḑé"/>
            <p:cNvSpPr/>
            <p:nvPr/>
          </p:nvSpPr>
          <p:spPr bwMode="auto">
            <a:xfrm>
              <a:off x="8482013" y="2063750"/>
              <a:ext cx="514350" cy="319088"/>
            </a:xfrm>
            <a:custGeom>
              <a:avLst/>
              <a:gdLst>
                <a:gd name="T0" fmla="*/ 135 w 310"/>
                <a:gd name="T1" fmla="*/ 28 h 192"/>
                <a:gd name="T2" fmla="*/ 0 w 310"/>
                <a:gd name="T3" fmla="*/ 169 h 192"/>
                <a:gd name="T4" fmla="*/ 151 w 310"/>
                <a:gd name="T5" fmla="*/ 173 h 192"/>
                <a:gd name="T6" fmla="*/ 296 w 310"/>
                <a:gd name="T7" fmla="*/ 77 h 192"/>
                <a:gd name="T8" fmla="*/ 135 w 310"/>
                <a:gd name="T9" fmla="*/ 28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0" h="192">
                  <a:moveTo>
                    <a:pt x="135" y="28"/>
                  </a:moveTo>
                  <a:cubicBezTo>
                    <a:pt x="78" y="60"/>
                    <a:pt x="52" y="130"/>
                    <a:pt x="0" y="169"/>
                  </a:cubicBezTo>
                  <a:cubicBezTo>
                    <a:pt x="47" y="191"/>
                    <a:pt x="103" y="192"/>
                    <a:pt x="151" y="173"/>
                  </a:cubicBezTo>
                  <a:cubicBezTo>
                    <a:pt x="198" y="154"/>
                    <a:pt x="310" y="142"/>
                    <a:pt x="296" y="77"/>
                  </a:cubicBezTo>
                  <a:cubicBezTo>
                    <a:pt x="281" y="10"/>
                    <a:pt x="186" y="0"/>
                    <a:pt x="135" y="28"/>
                  </a:cubicBezTo>
                  <a:close/>
                </a:path>
              </a:pathLst>
            </a:custGeom>
            <a:solidFill>
              <a:srgbClr val="2424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9" name="iṣ1íḓê"/>
            <p:cNvSpPr/>
            <p:nvPr/>
          </p:nvSpPr>
          <p:spPr bwMode="auto">
            <a:xfrm>
              <a:off x="8426450" y="2616200"/>
              <a:ext cx="704850" cy="1204913"/>
            </a:xfrm>
            <a:custGeom>
              <a:avLst/>
              <a:gdLst>
                <a:gd name="T0" fmla="*/ 391 w 424"/>
                <a:gd name="T1" fmla="*/ 107 h 726"/>
                <a:gd name="T2" fmla="*/ 419 w 424"/>
                <a:gd name="T3" fmla="*/ 290 h 726"/>
                <a:gd name="T4" fmla="*/ 374 w 424"/>
                <a:gd name="T5" fmla="*/ 726 h 726"/>
                <a:gd name="T6" fmla="*/ 18 w 424"/>
                <a:gd name="T7" fmla="*/ 675 h 726"/>
                <a:gd name="T8" fmla="*/ 20 w 424"/>
                <a:gd name="T9" fmla="*/ 344 h 726"/>
                <a:gd name="T10" fmla="*/ 60 w 424"/>
                <a:gd name="T11" fmla="*/ 121 h 726"/>
                <a:gd name="T12" fmla="*/ 211 w 424"/>
                <a:gd name="T13" fmla="*/ 2 h 726"/>
                <a:gd name="T14" fmla="*/ 391 w 424"/>
                <a:gd name="T15" fmla="*/ 107 h 7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24" h="726">
                  <a:moveTo>
                    <a:pt x="391" y="107"/>
                  </a:moveTo>
                  <a:cubicBezTo>
                    <a:pt x="424" y="164"/>
                    <a:pt x="423" y="229"/>
                    <a:pt x="419" y="290"/>
                  </a:cubicBezTo>
                  <a:cubicBezTo>
                    <a:pt x="409" y="430"/>
                    <a:pt x="422" y="592"/>
                    <a:pt x="374" y="726"/>
                  </a:cubicBezTo>
                  <a:cubicBezTo>
                    <a:pt x="283" y="726"/>
                    <a:pt x="108" y="684"/>
                    <a:pt x="18" y="675"/>
                  </a:cubicBezTo>
                  <a:cubicBezTo>
                    <a:pt x="0" y="553"/>
                    <a:pt x="10" y="482"/>
                    <a:pt x="20" y="344"/>
                  </a:cubicBezTo>
                  <a:cubicBezTo>
                    <a:pt x="25" y="277"/>
                    <a:pt x="36" y="186"/>
                    <a:pt x="60" y="121"/>
                  </a:cubicBezTo>
                  <a:cubicBezTo>
                    <a:pt x="80" y="68"/>
                    <a:pt x="132" y="0"/>
                    <a:pt x="211" y="2"/>
                  </a:cubicBezTo>
                  <a:cubicBezTo>
                    <a:pt x="285" y="4"/>
                    <a:pt x="361" y="55"/>
                    <a:pt x="391" y="107"/>
                  </a:cubicBezTo>
                  <a:close/>
                </a:path>
              </a:pathLst>
            </a:custGeom>
            <a:solidFill>
              <a:srgbClr val="7EAC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0" name="îsļiḋé"/>
            <p:cNvSpPr/>
            <p:nvPr/>
          </p:nvSpPr>
          <p:spPr bwMode="auto">
            <a:xfrm>
              <a:off x="8769350" y="2528888"/>
              <a:ext cx="106363" cy="144463"/>
            </a:xfrm>
            <a:custGeom>
              <a:avLst/>
              <a:gdLst>
                <a:gd name="T0" fmla="*/ 37 w 64"/>
                <a:gd name="T1" fmla="*/ 83 h 87"/>
                <a:gd name="T2" fmla="*/ 8 w 64"/>
                <a:gd name="T3" fmla="*/ 76 h 87"/>
                <a:gd name="T4" fmla="*/ 4 w 64"/>
                <a:gd name="T5" fmla="*/ 53 h 87"/>
                <a:gd name="T6" fmla="*/ 15 w 64"/>
                <a:gd name="T7" fmla="*/ 0 h 87"/>
                <a:gd name="T8" fmla="*/ 64 w 64"/>
                <a:gd name="T9" fmla="*/ 10 h 87"/>
                <a:gd name="T10" fmla="*/ 54 w 64"/>
                <a:gd name="T11" fmla="*/ 61 h 87"/>
                <a:gd name="T12" fmla="*/ 37 w 64"/>
                <a:gd name="T13" fmla="*/ 8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4" h="87">
                  <a:moveTo>
                    <a:pt x="37" y="83"/>
                  </a:moveTo>
                  <a:cubicBezTo>
                    <a:pt x="28" y="87"/>
                    <a:pt x="18" y="85"/>
                    <a:pt x="8" y="76"/>
                  </a:cubicBezTo>
                  <a:cubicBezTo>
                    <a:pt x="0" y="67"/>
                    <a:pt x="2" y="65"/>
                    <a:pt x="4" y="53"/>
                  </a:cubicBezTo>
                  <a:cubicBezTo>
                    <a:pt x="7" y="35"/>
                    <a:pt x="12" y="17"/>
                    <a:pt x="15" y="0"/>
                  </a:cubicBezTo>
                  <a:cubicBezTo>
                    <a:pt x="64" y="10"/>
                    <a:pt x="64" y="10"/>
                    <a:pt x="64" y="10"/>
                  </a:cubicBezTo>
                  <a:cubicBezTo>
                    <a:pt x="64" y="10"/>
                    <a:pt x="54" y="58"/>
                    <a:pt x="54" y="61"/>
                  </a:cubicBezTo>
                  <a:cubicBezTo>
                    <a:pt x="51" y="71"/>
                    <a:pt x="45" y="80"/>
                    <a:pt x="37" y="83"/>
                  </a:cubicBezTo>
                  <a:close/>
                </a:path>
              </a:pathLst>
            </a:custGeom>
            <a:solidFill>
              <a:srgbClr val="F7C1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1" name="i$ḻíďé"/>
            <p:cNvSpPr/>
            <p:nvPr/>
          </p:nvSpPr>
          <p:spPr bwMode="auto">
            <a:xfrm>
              <a:off x="7842250" y="2813050"/>
              <a:ext cx="174625" cy="119063"/>
            </a:xfrm>
            <a:custGeom>
              <a:avLst/>
              <a:gdLst>
                <a:gd name="T0" fmla="*/ 110 w 110"/>
                <a:gd name="T1" fmla="*/ 40 h 75"/>
                <a:gd name="T2" fmla="*/ 70 w 110"/>
                <a:gd name="T3" fmla="*/ 0 h 75"/>
                <a:gd name="T4" fmla="*/ 7 w 110"/>
                <a:gd name="T5" fmla="*/ 1 h 75"/>
                <a:gd name="T6" fmla="*/ 0 w 110"/>
                <a:gd name="T7" fmla="*/ 34 h 75"/>
                <a:gd name="T8" fmla="*/ 95 w 110"/>
                <a:gd name="T9" fmla="*/ 75 h 75"/>
                <a:gd name="T10" fmla="*/ 110 w 110"/>
                <a:gd name="T11" fmla="*/ 4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0" h="75">
                  <a:moveTo>
                    <a:pt x="110" y="40"/>
                  </a:moveTo>
                  <a:lnTo>
                    <a:pt x="70" y="0"/>
                  </a:lnTo>
                  <a:lnTo>
                    <a:pt x="7" y="1"/>
                  </a:lnTo>
                  <a:lnTo>
                    <a:pt x="0" y="34"/>
                  </a:lnTo>
                  <a:lnTo>
                    <a:pt x="95" y="75"/>
                  </a:lnTo>
                  <a:lnTo>
                    <a:pt x="110" y="40"/>
                  </a:lnTo>
                  <a:close/>
                </a:path>
              </a:pathLst>
            </a:custGeom>
            <a:solidFill>
              <a:srgbClr val="F7C1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2" name="îŝlíde"/>
            <p:cNvSpPr/>
            <p:nvPr/>
          </p:nvSpPr>
          <p:spPr bwMode="auto">
            <a:xfrm>
              <a:off x="7931150" y="2622550"/>
              <a:ext cx="830263" cy="546100"/>
            </a:xfrm>
            <a:custGeom>
              <a:avLst/>
              <a:gdLst>
                <a:gd name="T0" fmla="*/ 523 w 523"/>
                <a:gd name="T1" fmla="*/ 41 h 344"/>
                <a:gd name="T2" fmla="*/ 478 w 523"/>
                <a:gd name="T3" fmla="*/ 0 h 344"/>
                <a:gd name="T4" fmla="*/ 233 w 523"/>
                <a:gd name="T5" fmla="*/ 195 h 344"/>
                <a:gd name="T6" fmla="*/ 57 w 523"/>
                <a:gd name="T7" fmla="*/ 133 h 344"/>
                <a:gd name="T8" fmla="*/ 0 w 523"/>
                <a:gd name="T9" fmla="*/ 205 h 344"/>
                <a:gd name="T10" fmla="*/ 236 w 523"/>
                <a:gd name="T11" fmla="*/ 344 h 344"/>
                <a:gd name="T12" fmla="*/ 485 w 523"/>
                <a:gd name="T13" fmla="*/ 184 h 344"/>
                <a:gd name="T14" fmla="*/ 523 w 523"/>
                <a:gd name="T15" fmla="*/ 41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23" h="344">
                  <a:moveTo>
                    <a:pt x="523" y="41"/>
                  </a:moveTo>
                  <a:lnTo>
                    <a:pt x="478" y="0"/>
                  </a:lnTo>
                  <a:lnTo>
                    <a:pt x="233" y="195"/>
                  </a:lnTo>
                  <a:lnTo>
                    <a:pt x="57" y="133"/>
                  </a:lnTo>
                  <a:lnTo>
                    <a:pt x="0" y="205"/>
                  </a:lnTo>
                  <a:lnTo>
                    <a:pt x="236" y="344"/>
                  </a:lnTo>
                  <a:lnTo>
                    <a:pt x="485" y="184"/>
                  </a:lnTo>
                  <a:lnTo>
                    <a:pt x="523" y="41"/>
                  </a:lnTo>
                  <a:close/>
                </a:path>
              </a:pathLst>
            </a:custGeom>
            <a:solidFill>
              <a:srgbClr val="7EAC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3" name="íṩľîḋé"/>
            <p:cNvSpPr/>
            <p:nvPr/>
          </p:nvSpPr>
          <p:spPr bwMode="auto">
            <a:xfrm>
              <a:off x="3767138" y="5149850"/>
              <a:ext cx="192088" cy="104775"/>
            </a:xfrm>
            <a:custGeom>
              <a:avLst/>
              <a:gdLst>
                <a:gd name="T0" fmla="*/ 56 w 121"/>
                <a:gd name="T1" fmla="*/ 0 h 66"/>
                <a:gd name="T2" fmla="*/ 121 w 121"/>
                <a:gd name="T3" fmla="*/ 36 h 66"/>
                <a:gd name="T4" fmla="*/ 116 w 121"/>
                <a:gd name="T5" fmla="*/ 66 h 66"/>
                <a:gd name="T6" fmla="*/ 0 w 121"/>
                <a:gd name="T7" fmla="*/ 51 h 66"/>
                <a:gd name="T8" fmla="*/ 6 w 121"/>
                <a:gd name="T9" fmla="*/ 7 h 66"/>
                <a:gd name="T10" fmla="*/ 56 w 121"/>
                <a:gd name="T11" fmla="*/ 0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1" h="66">
                  <a:moveTo>
                    <a:pt x="56" y="0"/>
                  </a:moveTo>
                  <a:lnTo>
                    <a:pt x="121" y="36"/>
                  </a:lnTo>
                  <a:lnTo>
                    <a:pt x="116" y="66"/>
                  </a:lnTo>
                  <a:lnTo>
                    <a:pt x="0" y="51"/>
                  </a:lnTo>
                  <a:lnTo>
                    <a:pt x="6" y="7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rgbClr val="2424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4" name="ïṣḻïďê"/>
            <p:cNvSpPr/>
            <p:nvPr/>
          </p:nvSpPr>
          <p:spPr bwMode="auto">
            <a:xfrm>
              <a:off x="3297238" y="5202238"/>
              <a:ext cx="184150" cy="136525"/>
            </a:xfrm>
            <a:custGeom>
              <a:avLst/>
              <a:gdLst>
                <a:gd name="T0" fmla="*/ 56 w 116"/>
                <a:gd name="T1" fmla="*/ 1 h 86"/>
                <a:gd name="T2" fmla="*/ 11 w 116"/>
                <a:gd name="T3" fmla="*/ 0 h 86"/>
                <a:gd name="T4" fmla="*/ 0 w 116"/>
                <a:gd name="T5" fmla="*/ 38 h 86"/>
                <a:gd name="T6" fmla="*/ 1 w 116"/>
                <a:gd name="T7" fmla="*/ 38 h 86"/>
                <a:gd name="T8" fmla="*/ 1 w 116"/>
                <a:gd name="T9" fmla="*/ 38 h 86"/>
                <a:gd name="T10" fmla="*/ 76 w 116"/>
                <a:gd name="T11" fmla="*/ 82 h 86"/>
                <a:gd name="T12" fmla="*/ 113 w 116"/>
                <a:gd name="T13" fmla="*/ 86 h 86"/>
                <a:gd name="T14" fmla="*/ 116 w 116"/>
                <a:gd name="T15" fmla="*/ 45 h 86"/>
                <a:gd name="T16" fmla="*/ 107 w 116"/>
                <a:gd name="T17" fmla="*/ 38 h 86"/>
                <a:gd name="T18" fmla="*/ 56 w 116"/>
                <a:gd name="T19" fmla="*/ 1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86">
                  <a:moveTo>
                    <a:pt x="56" y="1"/>
                  </a:moveTo>
                  <a:lnTo>
                    <a:pt x="11" y="0"/>
                  </a:lnTo>
                  <a:lnTo>
                    <a:pt x="0" y="38"/>
                  </a:lnTo>
                  <a:lnTo>
                    <a:pt x="1" y="38"/>
                  </a:lnTo>
                  <a:lnTo>
                    <a:pt x="1" y="38"/>
                  </a:lnTo>
                  <a:lnTo>
                    <a:pt x="76" y="82"/>
                  </a:lnTo>
                  <a:lnTo>
                    <a:pt x="113" y="86"/>
                  </a:lnTo>
                  <a:lnTo>
                    <a:pt x="116" y="45"/>
                  </a:lnTo>
                  <a:lnTo>
                    <a:pt x="107" y="38"/>
                  </a:lnTo>
                  <a:lnTo>
                    <a:pt x="56" y="1"/>
                  </a:lnTo>
                  <a:close/>
                </a:path>
              </a:pathLst>
            </a:custGeom>
            <a:solidFill>
              <a:srgbClr val="2424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5" name="îSliḓe"/>
            <p:cNvSpPr/>
            <p:nvPr/>
          </p:nvSpPr>
          <p:spPr bwMode="auto">
            <a:xfrm>
              <a:off x="3105150" y="3890963"/>
              <a:ext cx="547688" cy="1328738"/>
            </a:xfrm>
            <a:custGeom>
              <a:avLst/>
              <a:gdLst>
                <a:gd name="T0" fmla="*/ 304 w 330"/>
                <a:gd name="T1" fmla="*/ 98 h 801"/>
                <a:gd name="T2" fmla="*/ 330 w 330"/>
                <a:gd name="T3" fmla="*/ 347 h 801"/>
                <a:gd name="T4" fmla="*/ 195 w 330"/>
                <a:gd name="T5" fmla="*/ 801 h 801"/>
                <a:gd name="T6" fmla="*/ 117 w 330"/>
                <a:gd name="T7" fmla="*/ 786 h 801"/>
                <a:gd name="T8" fmla="*/ 165 w 330"/>
                <a:gd name="T9" fmla="*/ 333 h 801"/>
                <a:gd name="T10" fmla="*/ 47 w 330"/>
                <a:gd name="T11" fmla="*/ 0 h 801"/>
                <a:gd name="T12" fmla="*/ 304 w 330"/>
                <a:gd name="T13" fmla="*/ 98 h 8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30" h="801">
                  <a:moveTo>
                    <a:pt x="304" y="98"/>
                  </a:moveTo>
                  <a:cubicBezTo>
                    <a:pt x="311" y="98"/>
                    <a:pt x="330" y="347"/>
                    <a:pt x="330" y="347"/>
                  </a:cubicBezTo>
                  <a:cubicBezTo>
                    <a:pt x="195" y="801"/>
                    <a:pt x="195" y="801"/>
                    <a:pt x="195" y="801"/>
                  </a:cubicBezTo>
                  <a:cubicBezTo>
                    <a:pt x="117" y="786"/>
                    <a:pt x="117" y="786"/>
                    <a:pt x="117" y="786"/>
                  </a:cubicBezTo>
                  <a:cubicBezTo>
                    <a:pt x="165" y="333"/>
                    <a:pt x="165" y="333"/>
                    <a:pt x="165" y="333"/>
                  </a:cubicBezTo>
                  <a:cubicBezTo>
                    <a:pt x="165" y="333"/>
                    <a:pt x="0" y="143"/>
                    <a:pt x="47" y="0"/>
                  </a:cubicBezTo>
                  <a:cubicBezTo>
                    <a:pt x="119" y="35"/>
                    <a:pt x="304" y="98"/>
                    <a:pt x="304" y="98"/>
                  </a:cubicBezTo>
                  <a:close/>
                </a:path>
              </a:pathLst>
            </a:custGeom>
            <a:solidFill>
              <a:srgbClr val="7EAC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6" name="îşľïḑè"/>
            <p:cNvSpPr/>
            <p:nvPr/>
          </p:nvSpPr>
          <p:spPr bwMode="auto">
            <a:xfrm>
              <a:off x="3581400" y="4057650"/>
              <a:ext cx="377825" cy="1104900"/>
            </a:xfrm>
            <a:custGeom>
              <a:avLst/>
              <a:gdLst>
                <a:gd name="T0" fmla="*/ 212 w 228"/>
                <a:gd name="T1" fmla="*/ 0 h 666"/>
                <a:gd name="T2" fmla="*/ 228 w 228"/>
                <a:gd name="T3" fmla="*/ 223 h 666"/>
                <a:gd name="T4" fmla="*/ 184 w 228"/>
                <a:gd name="T5" fmla="*/ 666 h 666"/>
                <a:gd name="T6" fmla="*/ 104 w 228"/>
                <a:gd name="T7" fmla="*/ 662 h 666"/>
                <a:gd name="T8" fmla="*/ 77 w 228"/>
                <a:gd name="T9" fmla="*/ 234 h 666"/>
                <a:gd name="T10" fmla="*/ 0 w 228"/>
                <a:gd name="T11" fmla="*/ 5 h 666"/>
                <a:gd name="T12" fmla="*/ 212 w 228"/>
                <a:gd name="T13" fmla="*/ 0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8" h="666">
                  <a:moveTo>
                    <a:pt x="212" y="0"/>
                  </a:moveTo>
                  <a:cubicBezTo>
                    <a:pt x="228" y="223"/>
                    <a:pt x="228" y="223"/>
                    <a:pt x="228" y="223"/>
                  </a:cubicBezTo>
                  <a:cubicBezTo>
                    <a:pt x="184" y="666"/>
                    <a:pt x="184" y="666"/>
                    <a:pt x="184" y="666"/>
                  </a:cubicBezTo>
                  <a:cubicBezTo>
                    <a:pt x="104" y="662"/>
                    <a:pt x="104" y="662"/>
                    <a:pt x="104" y="662"/>
                  </a:cubicBezTo>
                  <a:cubicBezTo>
                    <a:pt x="104" y="662"/>
                    <a:pt x="85" y="242"/>
                    <a:pt x="77" y="234"/>
                  </a:cubicBezTo>
                  <a:cubicBezTo>
                    <a:pt x="69" y="225"/>
                    <a:pt x="0" y="5"/>
                    <a:pt x="0" y="5"/>
                  </a:cubicBezTo>
                  <a:lnTo>
                    <a:pt x="212" y="0"/>
                  </a:lnTo>
                  <a:close/>
                </a:path>
              </a:pathLst>
            </a:custGeom>
            <a:solidFill>
              <a:srgbClr val="7EAC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7" name="íṩḷïḋê"/>
            <p:cNvSpPr/>
            <p:nvPr/>
          </p:nvSpPr>
          <p:spPr bwMode="auto">
            <a:xfrm>
              <a:off x="3117850" y="2901950"/>
              <a:ext cx="1271588" cy="1328738"/>
            </a:xfrm>
            <a:custGeom>
              <a:avLst/>
              <a:gdLst>
                <a:gd name="T0" fmla="*/ 385 w 766"/>
                <a:gd name="T1" fmla="*/ 799 h 801"/>
                <a:gd name="T2" fmla="*/ 56 w 766"/>
                <a:gd name="T3" fmla="*/ 652 h 801"/>
                <a:gd name="T4" fmla="*/ 29 w 766"/>
                <a:gd name="T5" fmla="*/ 571 h 801"/>
                <a:gd name="T6" fmla="*/ 44 w 766"/>
                <a:gd name="T7" fmla="*/ 526 h 801"/>
                <a:gd name="T8" fmla="*/ 175 w 766"/>
                <a:gd name="T9" fmla="*/ 269 h 801"/>
                <a:gd name="T10" fmla="*/ 314 w 766"/>
                <a:gd name="T11" fmla="*/ 110 h 801"/>
                <a:gd name="T12" fmla="*/ 573 w 766"/>
                <a:gd name="T13" fmla="*/ 0 h 801"/>
                <a:gd name="T14" fmla="*/ 700 w 766"/>
                <a:gd name="T15" fmla="*/ 175 h 801"/>
                <a:gd name="T16" fmla="*/ 557 w 766"/>
                <a:gd name="T17" fmla="*/ 413 h 801"/>
                <a:gd name="T18" fmla="*/ 535 w 766"/>
                <a:gd name="T19" fmla="*/ 652 h 801"/>
                <a:gd name="T20" fmla="*/ 549 w 766"/>
                <a:gd name="T21" fmla="*/ 739 h 801"/>
                <a:gd name="T22" fmla="*/ 385 w 766"/>
                <a:gd name="T23" fmla="*/ 799 h 8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66" h="801">
                  <a:moveTo>
                    <a:pt x="385" y="799"/>
                  </a:moveTo>
                  <a:cubicBezTo>
                    <a:pt x="131" y="794"/>
                    <a:pt x="112" y="666"/>
                    <a:pt x="56" y="652"/>
                  </a:cubicBezTo>
                  <a:cubicBezTo>
                    <a:pt x="0" y="638"/>
                    <a:pt x="29" y="571"/>
                    <a:pt x="29" y="571"/>
                  </a:cubicBezTo>
                  <a:cubicBezTo>
                    <a:pt x="29" y="571"/>
                    <a:pt x="40" y="541"/>
                    <a:pt x="44" y="526"/>
                  </a:cubicBezTo>
                  <a:cubicBezTo>
                    <a:pt x="77" y="413"/>
                    <a:pt x="175" y="269"/>
                    <a:pt x="175" y="269"/>
                  </a:cubicBezTo>
                  <a:cubicBezTo>
                    <a:pt x="224" y="203"/>
                    <a:pt x="272" y="145"/>
                    <a:pt x="314" y="110"/>
                  </a:cubicBezTo>
                  <a:cubicBezTo>
                    <a:pt x="439" y="5"/>
                    <a:pt x="573" y="0"/>
                    <a:pt x="573" y="0"/>
                  </a:cubicBezTo>
                  <a:cubicBezTo>
                    <a:pt x="766" y="60"/>
                    <a:pt x="698" y="151"/>
                    <a:pt x="700" y="175"/>
                  </a:cubicBezTo>
                  <a:cubicBezTo>
                    <a:pt x="636" y="233"/>
                    <a:pt x="591" y="320"/>
                    <a:pt x="557" y="413"/>
                  </a:cubicBezTo>
                  <a:cubicBezTo>
                    <a:pt x="541" y="463"/>
                    <a:pt x="522" y="548"/>
                    <a:pt x="535" y="652"/>
                  </a:cubicBezTo>
                  <a:cubicBezTo>
                    <a:pt x="539" y="685"/>
                    <a:pt x="544" y="714"/>
                    <a:pt x="549" y="739"/>
                  </a:cubicBezTo>
                  <a:cubicBezTo>
                    <a:pt x="550" y="772"/>
                    <a:pt x="518" y="801"/>
                    <a:pt x="385" y="799"/>
                  </a:cubicBezTo>
                  <a:close/>
                </a:path>
              </a:pathLst>
            </a:custGeom>
            <a:solidFill>
              <a:srgbClr val="5966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8" name="íŝľiďe"/>
            <p:cNvSpPr/>
            <p:nvPr/>
          </p:nvSpPr>
          <p:spPr bwMode="auto">
            <a:xfrm>
              <a:off x="3449638" y="2897188"/>
              <a:ext cx="788988" cy="1368425"/>
            </a:xfrm>
            <a:custGeom>
              <a:avLst/>
              <a:gdLst>
                <a:gd name="T0" fmla="*/ 374 w 475"/>
                <a:gd name="T1" fmla="*/ 23 h 825"/>
                <a:gd name="T2" fmla="*/ 443 w 475"/>
                <a:gd name="T3" fmla="*/ 41 h 825"/>
                <a:gd name="T4" fmla="*/ 297 w 475"/>
                <a:gd name="T5" fmla="*/ 792 h 825"/>
                <a:gd name="T6" fmla="*/ 0 w 475"/>
                <a:gd name="T7" fmla="*/ 765 h 825"/>
                <a:gd name="T8" fmla="*/ 374 w 475"/>
                <a:gd name="T9" fmla="*/ 23 h 8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5" h="825">
                  <a:moveTo>
                    <a:pt x="374" y="23"/>
                  </a:moveTo>
                  <a:cubicBezTo>
                    <a:pt x="374" y="23"/>
                    <a:pt x="417" y="0"/>
                    <a:pt x="443" y="41"/>
                  </a:cubicBezTo>
                  <a:cubicBezTo>
                    <a:pt x="475" y="90"/>
                    <a:pt x="293" y="314"/>
                    <a:pt x="297" y="792"/>
                  </a:cubicBezTo>
                  <a:cubicBezTo>
                    <a:pt x="250" y="802"/>
                    <a:pt x="127" y="825"/>
                    <a:pt x="0" y="765"/>
                  </a:cubicBezTo>
                  <a:cubicBezTo>
                    <a:pt x="28" y="623"/>
                    <a:pt x="153" y="194"/>
                    <a:pt x="374" y="2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9" name="íSḻïdé"/>
            <p:cNvSpPr/>
            <p:nvPr/>
          </p:nvSpPr>
          <p:spPr bwMode="auto">
            <a:xfrm>
              <a:off x="4157663" y="2628900"/>
              <a:ext cx="222250" cy="442913"/>
            </a:xfrm>
            <a:custGeom>
              <a:avLst/>
              <a:gdLst>
                <a:gd name="T0" fmla="*/ 41 w 133"/>
                <a:gd name="T1" fmla="*/ 33 h 267"/>
                <a:gd name="T2" fmla="*/ 74 w 133"/>
                <a:gd name="T3" fmla="*/ 114 h 267"/>
                <a:gd name="T4" fmla="*/ 57 w 133"/>
                <a:gd name="T5" fmla="*/ 151 h 267"/>
                <a:gd name="T6" fmla="*/ 22 w 133"/>
                <a:gd name="T7" fmla="*/ 235 h 267"/>
                <a:gd name="T8" fmla="*/ 73 w 133"/>
                <a:gd name="T9" fmla="*/ 266 h 267"/>
                <a:gd name="T10" fmla="*/ 80 w 133"/>
                <a:gd name="T11" fmla="*/ 267 h 267"/>
                <a:gd name="T12" fmla="*/ 88 w 133"/>
                <a:gd name="T13" fmla="*/ 258 h 267"/>
                <a:gd name="T14" fmla="*/ 87 w 133"/>
                <a:gd name="T15" fmla="*/ 246 h 267"/>
                <a:gd name="T16" fmla="*/ 122 w 133"/>
                <a:gd name="T17" fmla="*/ 121 h 267"/>
                <a:gd name="T18" fmla="*/ 104 w 133"/>
                <a:gd name="T19" fmla="*/ 2 h 267"/>
                <a:gd name="T20" fmla="*/ 56 w 133"/>
                <a:gd name="T21" fmla="*/ 18 h 267"/>
                <a:gd name="T22" fmla="*/ 41 w 133"/>
                <a:gd name="T23" fmla="*/ 33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3" h="267">
                  <a:moveTo>
                    <a:pt x="41" y="33"/>
                  </a:moveTo>
                  <a:cubicBezTo>
                    <a:pt x="63" y="50"/>
                    <a:pt x="81" y="86"/>
                    <a:pt x="74" y="114"/>
                  </a:cubicBezTo>
                  <a:cubicBezTo>
                    <a:pt x="70" y="128"/>
                    <a:pt x="60" y="137"/>
                    <a:pt x="57" y="151"/>
                  </a:cubicBezTo>
                  <a:cubicBezTo>
                    <a:pt x="51" y="180"/>
                    <a:pt x="0" y="202"/>
                    <a:pt x="22" y="235"/>
                  </a:cubicBezTo>
                  <a:cubicBezTo>
                    <a:pt x="32" y="252"/>
                    <a:pt x="53" y="260"/>
                    <a:pt x="73" y="266"/>
                  </a:cubicBezTo>
                  <a:cubicBezTo>
                    <a:pt x="75" y="266"/>
                    <a:pt x="78" y="267"/>
                    <a:pt x="80" y="267"/>
                  </a:cubicBezTo>
                  <a:cubicBezTo>
                    <a:pt x="84" y="266"/>
                    <a:pt x="87" y="262"/>
                    <a:pt x="88" y="258"/>
                  </a:cubicBezTo>
                  <a:cubicBezTo>
                    <a:pt x="88" y="254"/>
                    <a:pt x="88" y="250"/>
                    <a:pt x="87" y="246"/>
                  </a:cubicBezTo>
                  <a:cubicBezTo>
                    <a:pt x="83" y="203"/>
                    <a:pt x="111" y="161"/>
                    <a:pt x="122" y="121"/>
                  </a:cubicBezTo>
                  <a:cubicBezTo>
                    <a:pt x="133" y="81"/>
                    <a:pt x="132" y="36"/>
                    <a:pt x="104" y="2"/>
                  </a:cubicBezTo>
                  <a:cubicBezTo>
                    <a:pt x="81" y="5"/>
                    <a:pt x="71" y="0"/>
                    <a:pt x="56" y="18"/>
                  </a:cubicBezTo>
                  <a:lnTo>
                    <a:pt x="41" y="33"/>
                  </a:lnTo>
                  <a:close/>
                </a:path>
              </a:pathLst>
            </a:custGeom>
            <a:solidFill>
              <a:srgbClr val="2424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0" name="îśliḓê"/>
            <p:cNvSpPr/>
            <p:nvPr/>
          </p:nvSpPr>
          <p:spPr bwMode="auto">
            <a:xfrm>
              <a:off x="3981450" y="2578100"/>
              <a:ext cx="369888" cy="392113"/>
            </a:xfrm>
            <a:custGeom>
              <a:avLst/>
              <a:gdLst>
                <a:gd name="T0" fmla="*/ 97 w 223"/>
                <a:gd name="T1" fmla="*/ 233 h 236"/>
                <a:gd name="T2" fmla="*/ 171 w 223"/>
                <a:gd name="T3" fmla="*/ 198 h 236"/>
                <a:gd name="T4" fmla="*/ 204 w 223"/>
                <a:gd name="T5" fmla="*/ 121 h 236"/>
                <a:gd name="T6" fmla="*/ 52 w 223"/>
                <a:gd name="T7" fmla="*/ 56 h 236"/>
                <a:gd name="T8" fmla="*/ 97 w 223"/>
                <a:gd name="T9" fmla="*/ 233 h 2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3" h="236">
                  <a:moveTo>
                    <a:pt x="97" y="233"/>
                  </a:moveTo>
                  <a:cubicBezTo>
                    <a:pt x="125" y="236"/>
                    <a:pt x="153" y="220"/>
                    <a:pt x="171" y="198"/>
                  </a:cubicBezTo>
                  <a:cubicBezTo>
                    <a:pt x="189" y="177"/>
                    <a:pt x="198" y="149"/>
                    <a:pt x="204" y="121"/>
                  </a:cubicBezTo>
                  <a:cubicBezTo>
                    <a:pt x="223" y="30"/>
                    <a:pt x="111" y="0"/>
                    <a:pt x="52" y="56"/>
                  </a:cubicBezTo>
                  <a:cubicBezTo>
                    <a:pt x="0" y="105"/>
                    <a:pt x="16" y="227"/>
                    <a:pt x="97" y="233"/>
                  </a:cubicBezTo>
                  <a:close/>
                </a:path>
              </a:pathLst>
            </a:custGeom>
            <a:solidFill>
              <a:srgbClr val="F4CDA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1" name="íṩḻiḑe"/>
            <p:cNvSpPr/>
            <p:nvPr/>
          </p:nvSpPr>
          <p:spPr bwMode="auto">
            <a:xfrm>
              <a:off x="3576638" y="2492375"/>
              <a:ext cx="747713" cy="649288"/>
            </a:xfrm>
            <a:custGeom>
              <a:avLst/>
              <a:gdLst>
                <a:gd name="T0" fmla="*/ 201 w 451"/>
                <a:gd name="T1" fmla="*/ 268 h 392"/>
                <a:gd name="T2" fmla="*/ 245 w 451"/>
                <a:gd name="T3" fmla="*/ 256 h 392"/>
                <a:gd name="T4" fmla="*/ 292 w 451"/>
                <a:gd name="T5" fmla="*/ 183 h 392"/>
                <a:gd name="T6" fmla="*/ 348 w 451"/>
                <a:gd name="T7" fmla="*/ 125 h 392"/>
                <a:gd name="T8" fmla="*/ 396 w 451"/>
                <a:gd name="T9" fmla="*/ 130 h 392"/>
                <a:gd name="T10" fmla="*/ 417 w 451"/>
                <a:gd name="T11" fmla="*/ 136 h 392"/>
                <a:gd name="T12" fmla="*/ 442 w 451"/>
                <a:gd name="T13" fmla="*/ 117 h 392"/>
                <a:gd name="T14" fmla="*/ 447 w 451"/>
                <a:gd name="T15" fmla="*/ 75 h 392"/>
                <a:gd name="T16" fmla="*/ 408 w 451"/>
                <a:gd name="T17" fmla="*/ 31 h 392"/>
                <a:gd name="T18" fmla="*/ 219 w 451"/>
                <a:gd name="T19" fmla="*/ 80 h 392"/>
                <a:gd name="T20" fmla="*/ 164 w 451"/>
                <a:gd name="T21" fmla="*/ 176 h 392"/>
                <a:gd name="T22" fmla="*/ 118 w 451"/>
                <a:gd name="T23" fmla="*/ 219 h 392"/>
                <a:gd name="T24" fmla="*/ 1 w 451"/>
                <a:gd name="T25" fmla="*/ 381 h 392"/>
                <a:gd name="T26" fmla="*/ 1 w 451"/>
                <a:gd name="T27" fmla="*/ 388 h 392"/>
                <a:gd name="T28" fmla="*/ 13 w 451"/>
                <a:gd name="T29" fmla="*/ 389 h 392"/>
                <a:gd name="T30" fmla="*/ 85 w 451"/>
                <a:gd name="T31" fmla="*/ 353 h 392"/>
                <a:gd name="T32" fmla="*/ 112 w 451"/>
                <a:gd name="T33" fmla="*/ 336 h 392"/>
                <a:gd name="T34" fmla="*/ 161 w 451"/>
                <a:gd name="T35" fmla="*/ 276 h 392"/>
                <a:gd name="T36" fmla="*/ 201 w 451"/>
                <a:gd name="T37" fmla="*/ 268 h 3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1" h="392">
                  <a:moveTo>
                    <a:pt x="201" y="268"/>
                  </a:moveTo>
                  <a:cubicBezTo>
                    <a:pt x="216" y="267"/>
                    <a:pt x="231" y="266"/>
                    <a:pt x="245" y="256"/>
                  </a:cubicBezTo>
                  <a:cubicBezTo>
                    <a:pt x="266" y="240"/>
                    <a:pt x="279" y="205"/>
                    <a:pt x="292" y="183"/>
                  </a:cubicBezTo>
                  <a:cubicBezTo>
                    <a:pt x="306" y="159"/>
                    <a:pt x="322" y="134"/>
                    <a:pt x="348" y="125"/>
                  </a:cubicBezTo>
                  <a:cubicBezTo>
                    <a:pt x="365" y="119"/>
                    <a:pt x="380" y="123"/>
                    <a:pt x="396" y="130"/>
                  </a:cubicBezTo>
                  <a:cubicBezTo>
                    <a:pt x="407" y="134"/>
                    <a:pt x="405" y="138"/>
                    <a:pt x="417" y="136"/>
                  </a:cubicBezTo>
                  <a:cubicBezTo>
                    <a:pt x="426" y="135"/>
                    <a:pt x="437" y="124"/>
                    <a:pt x="442" y="117"/>
                  </a:cubicBezTo>
                  <a:cubicBezTo>
                    <a:pt x="450" y="105"/>
                    <a:pt x="451" y="89"/>
                    <a:pt x="447" y="75"/>
                  </a:cubicBezTo>
                  <a:cubicBezTo>
                    <a:pt x="440" y="54"/>
                    <a:pt x="427" y="40"/>
                    <a:pt x="408" y="31"/>
                  </a:cubicBezTo>
                  <a:cubicBezTo>
                    <a:pt x="338" y="0"/>
                    <a:pt x="268" y="19"/>
                    <a:pt x="219" y="80"/>
                  </a:cubicBezTo>
                  <a:cubicBezTo>
                    <a:pt x="196" y="108"/>
                    <a:pt x="187" y="148"/>
                    <a:pt x="164" y="176"/>
                  </a:cubicBezTo>
                  <a:cubicBezTo>
                    <a:pt x="150" y="193"/>
                    <a:pt x="131" y="200"/>
                    <a:pt x="118" y="219"/>
                  </a:cubicBezTo>
                  <a:cubicBezTo>
                    <a:pt x="82" y="268"/>
                    <a:pt x="23" y="324"/>
                    <a:pt x="1" y="381"/>
                  </a:cubicBezTo>
                  <a:cubicBezTo>
                    <a:pt x="1" y="383"/>
                    <a:pt x="0" y="386"/>
                    <a:pt x="1" y="388"/>
                  </a:cubicBezTo>
                  <a:cubicBezTo>
                    <a:pt x="3" y="392"/>
                    <a:pt x="9" y="391"/>
                    <a:pt x="13" y="389"/>
                  </a:cubicBezTo>
                  <a:cubicBezTo>
                    <a:pt x="37" y="377"/>
                    <a:pt x="61" y="365"/>
                    <a:pt x="85" y="353"/>
                  </a:cubicBezTo>
                  <a:cubicBezTo>
                    <a:pt x="94" y="348"/>
                    <a:pt x="104" y="343"/>
                    <a:pt x="112" y="336"/>
                  </a:cubicBezTo>
                  <a:cubicBezTo>
                    <a:pt x="131" y="318"/>
                    <a:pt x="138" y="288"/>
                    <a:pt x="161" y="276"/>
                  </a:cubicBezTo>
                  <a:cubicBezTo>
                    <a:pt x="174" y="270"/>
                    <a:pt x="188" y="269"/>
                    <a:pt x="201" y="268"/>
                  </a:cubicBezTo>
                  <a:close/>
                </a:path>
              </a:pathLst>
            </a:custGeom>
            <a:solidFill>
              <a:srgbClr val="2424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2" name="îŝḻiḍé"/>
            <p:cNvSpPr/>
            <p:nvPr/>
          </p:nvSpPr>
          <p:spPr bwMode="auto">
            <a:xfrm>
              <a:off x="3343275" y="2638425"/>
              <a:ext cx="625475" cy="498475"/>
            </a:xfrm>
            <a:custGeom>
              <a:avLst/>
              <a:gdLst>
                <a:gd name="T0" fmla="*/ 255 w 394"/>
                <a:gd name="T1" fmla="*/ 314 h 314"/>
                <a:gd name="T2" fmla="*/ 54 w 394"/>
                <a:gd name="T3" fmla="*/ 267 h 314"/>
                <a:gd name="T4" fmla="*/ 0 w 394"/>
                <a:gd name="T5" fmla="*/ 0 h 314"/>
                <a:gd name="T6" fmla="*/ 67 w 394"/>
                <a:gd name="T7" fmla="*/ 6 h 314"/>
                <a:gd name="T8" fmla="*/ 118 w 394"/>
                <a:gd name="T9" fmla="*/ 180 h 314"/>
                <a:gd name="T10" fmla="*/ 379 w 394"/>
                <a:gd name="T11" fmla="*/ 188 h 314"/>
                <a:gd name="T12" fmla="*/ 394 w 394"/>
                <a:gd name="T13" fmla="*/ 208 h 314"/>
                <a:gd name="T14" fmla="*/ 255 w 394"/>
                <a:gd name="T15" fmla="*/ 314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94" h="314">
                  <a:moveTo>
                    <a:pt x="255" y="314"/>
                  </a:moveTo>
                  <a:lnTo>
                    <a:pt x="54" y="267"/>
                  </a:lnTo>
                  <a:lnTo>
                    <a:pt x="0" y="0"/>
                  </a:lnTo>
                  <a:lnTo>
                    <a:pt x="67" y="6"/>
                  </a:lnTo>
                  <a:lnTo>
                    <a:pt x="118" y="180"/>
                  </a:lnTo>
                  <a:lnTo>
                    <a:pt x="379" y="188"/>
                  </a:lnTo>
                  <a:lnTo>
                    <a:pt x="394" y="208"/>
                  </a:lnTo>
                  <a:lnTo>
                    <a:pt x="255" y="314"/>
                  </a:lnTo>
                  <a:close/>
                </a:path>
              </a:pathLst>
            </a:custGeom>
            <a:solidFill>
              <a:srgbClr val="5966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3" name="ïSlïḍe"/>
            <p:cNvSpPr/>
            <p:nvPr/>
          </p:nvSpPr>
          <p:spPr bwMode="auto">
            <a:xfrm>
              <a:off x="3384550" y="2433638"/>
              <a:ext cx="95250" cy="171450"/>
            </a:xfrm>
            <a:custGeom>
              <a:avLst/>
              <a:gdLst>
                <a:gd name="T0" fmla="*/ 57 w 57"/>
                <a:gd name="T1" fmla="*/ 103 h 103"/>
                <a:gd name="T2" fmla="*/ 51 w 57"/>
                <a:gd name="T3" fmla="*/ 36 h 103"/>
                <a:gd name="T4" fmla="*/ 3 w 57"/>
                <a:gd name="T5" fmla="*/ 0 h 103"/>
                <a:gd name="T6" fmla="*/ 0 w 57"/>
                <a:gd name="T7" fmla="*/ 20 h 103"/>
                <a:gd name="T8" fmla="*/ 17 w 57"/>
                <a:gd name="T9" fmla="*/ 36 h 103"/>
                <a:gd name="T10" fmla="*/ 33 w 57"/>
                <a:gd name="T11" fmla="*/ 66 h 103"/>
                <a:gd name="T12" fmla="*/ 23 w 57"/>
                <a:gd name="T13" fmla="*/ 101 h 103"/>
                <a:gd name="T14" fmla="*/ 57 w 57"/>
                <a:gd name="T15" fmla="*/ 103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7" h="103">
                  <a:moveTo>
                    <a:pt x="57" y="103"/>
                  </a:moveTo>
                  <a:cubicBezTo>
                    <a:pt x="51" y="36"/>
                    <a:pt x="51" y="36"/>
                    <a:pt x="51" y="36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17" y="36"/>
                    <a:pt x="21" y="56"/>
                    <a:pt x="33" y="66"/>
                  </a:cubicBezTo>
                  <a:cubicBezTo>
                    <a:pt x="32" y="77"/>
                    <a:pt x="23" y="101"/>
                    <a:pt x="23" y="101"/>
                  </a:cubicBezTo>
                  <a:lnTo>
                    <a:pt x="57" y="103"/>
                  </a:lnTo>
                  <a:close/>
                </a:path>
              </a:pathLst>
            </a:custGeom>
            <a:solidFill>
              <a:srgbClr val="F5CE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4" name="íṣ1iḓé"/>
            <p:cNvSpPr/>
            <p:nvPr/>
          </p:nvSpPr>
          <p:spPr bwMode="auto">
            <a:xfrm>
              <a:off x="5257800" y="5113338"/>
              <a:ext cx="219075" cy="131763"/>
            </a:xfrm>
            <a:custGeom>
              <a:avLst/>
              <a:gdLst>
                <a:gd name="T0" fmla="*/ 58 w 132"/>
                <a:gd name="T1" fmla="*/ 0 h 79"/>
                <a:gd name="T2" fmla="*/ 113 w 132"/>
                <a:gd name="T3" fmla="*/ 36 h 79"/>
                <a:gd name="T4" fmla="*/ 132 w 132"/>
                <a:gd name="T5" fmla="*/ 64 h 79"/>
                <a:gd name="T6" fmla="*/ 101 w 132"/>
                <a:gd name="T7" fmla="*/ 76 h 79"/>
                <a:gd name="T8" fmla="*/ 3 w 132"/>
                <a:gd name="T9" fmla="*/ 70 h 79"/>
                <a:gd name="T10" fmla="*/ 0 w 132"/>
                <a:gd name="T11" fmla="*/ 19 h 79"/>
                <a:gd name="T12" fmla="*/ 58 w 132"/>
                <a:gd name="T13" fmla="*/ 0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2" h="79">
                  <a:moveTo>
                    <a:pt x="58" y="0"/>
                  </a:moveTo>
                  <a:cubicBezTo>
                    <a:pt x="113" y="36"/>
                    <a:pt x="113" y="36"/>
                    <a:pt x="113" y="36"/>
                  </a:cubicBezTo>
                  <a:cubicBezTo>
                    <a:pt x="132" y="64"/>
                    <a:pt x="132" y="64"/>
                    <a:pt x="132" y="64"/>
                  </a:cubicBezTo>
                  <a:cubicBezTo>
                    <a:pt x="132" y="64"/>
                    <a:pt x="112" y="74"/>
                    <a:pt x="101" y="76"/>
                  </a:cubicBezTo>
                  <a:cubicBezTo>
                    <a:pt x="90" y="79"/>
                    <a:pt x="3" y="70"/>
                    <a:pt x="3" y="70"/>
                  </a:cubicBezTo>
                  <a:cubicBezTo>
                    <a:pt x="0" y="19"/>
                    <a:pt x="0" y="19"/>
                    <a:pt x="0" y="19"/>
                  </a:cubicBezTo>
                  <a:lnTo>
                    <a:pt x="58" y="0"/>
                  </a:lnTo>
                  <a:close/>
                </a:path>
              </a:pathLst>
            </a:custGeom>
            <a:solidFill>
              <a:srgbClr val="1C2D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5" name="iṧḷîdè"/>
            <p:cNvSpPr/>
            <p:nvPr/>
          </p:nvSpPr>
          <p:spPr bwMode="auto">
            <a:xfrm>
              <a:off x="4760913" y="5159375"/>
              <a:ext cx="217488" cy="142875"/>
            </a:xfrm>
            <a:custGeom>
              <a:avLst/>
              <a:gdLst>
                <a:gd name="T0" fmla="*/ 81 w 131"/>
                <a:gd name="T1" fmla="*/ 12 h 86"/>
                <a:gd name="T2" fmla="*/ 108 w 131"/>
                <a:gd name="T3" fmla="*/ 42 h 86"/>
                <a:gd name="T4" fmla="*/ 120 w 131"/>
                <a:gd name="T5" fmla="*/ 83 h 86"/>
                <a:gd name="T6" fmla="*/ 44 w 131"/>
                <a:gd name="T7" fmla="*/ 79 h 86"/>
                <a:gd name="T8" fmla="*/ 4 w 131"/>
                <a:gd name="T9" fmla="*/ 43 h 86"/>
                <a:gd name="T10" fmla="*/ 4 w 131"/>
                <a:gd name="T11" fmla="*/ 0 h 86"/>
                <a:gd name="T12" fmla="*/ 81 w 131"/>
                <a:gd name="T13" fmla="*/ 12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1" h="86">
                  <a:moveTo>
                    <a:pt x="81" y="12"/>
                  </a:moveTo>
                  <a:cubicBezTo>
                    <a:pt x="108" y="42"/>
                    <a:pt x="108" y="42"/>
                    <a:pt x="108" y="42"/>
                  </a:cubicBezTo>
                  <a:cubicBezTo>
                    <a:pt x="108" y="42"/>
                    <a:pt x="131" y="84"/>
                    <a:pt x="120" y="83"/>
                  </a:cubicBezTo>
                  <a:cubicBezTo>
                    <a:pt x="108" y="83"/>
                    <a:pt x="48" y="86"/>
                    <a:pt x="44" y="79"/>
                  </a:cubicBezTo>
                  <a:cubicBezTo>
                    <a:pt x="40" y="72"/>
                    <a:pt x="8" y="48"/>
                    <a:pt x="4" y="43"/>
                  </a:cubicBezTo>
                  <a:cubicBezTo>
                    <a:pt x="0" y="38"/>
                    <a:pt x="4" y="0"/>
                    <a:pt x="4" y="0"/>
                  </a:cubicBezTo>
                  <a:lnTo>
                    <a:pt x="81" y="12"/>
                  </a:lnTo>
                  <a:close/>
                </a:path>
              </a:pathLst>
            </a:custGeom>
            <a:solidFill>
              <a:srgbClr val="1C2D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6" name="i$ḷïḍê"/>
            <p:cNvSpPr/>
            <p:nvPr/>
          </p:nvSpPr>
          <p:spPr bwMode="auto">
            <a:xfrm>
              <a:off x="4697413" y="3651250"/>
              <a:ext cx="457200" cy="1527175"/>
            </a:xfrm>
            <a:custGeom>
              <a:avLst/>
              <a:gdLst>
                <a:gd name="T0" fmla="*/ 275 w 275"/>
                <a:gd name="T1" fmla="*/ 109 h 921"/>
                <a:gd name="T2" fmla="*/ 207 w 275"/>
                <a:gd name="T3" fmla="*/ 525 h 921"/>
                <a:gd name="T4" fmla="*/ 119 w 275"/>
                <a:gd name="T5" fmla="*/ 921 h 921"/>
                <a:gd name="T6" fmla="*/ 42 w 275"/>
                <a:gd name="T7" fmla="*/ 916 h 921"/>
                <a:gd name="T8" fmla="*/ 57 w 275"/>
                <a:gd name="T9" fmla="*/ 498 h 921"/>
                <a:gd name="T10" fmla="*/ 0 w 275"/>
                <a:gd name="T11" fmla="*/ 0 h 921"/>
                <a:gd name="T12" fmla="*/ 275 w 275"/>
                <a:gd name="T13" fmla="*/ 109 h 9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5" h="921">
                  <a:moveTo>
                    <a:pt x="275" y="109"/>
                  </a:moveTo>
                  <a:cubicBezTo>
                    <a:pt x="207" y="525"/>
                    <a:pt x="207" y="525"/>
                    <a:pt x="207" y="525"/>
                  </a:cubicBezTo>
                  <a:cubicBezTo>
                    <a:pt x="119" y="921"/>
                    <a:pt x="119" y="921"/>
                    <a:pt x="119" y="921"/>
                  </a:cubicBezTo>
                  <a:cubicBezTo>
                    <a:pt x="42" y="916"/>
                    <a:pt x="42" y="916"/>
                    <a:pt x="42" y="916"/>
                  </a:cubicBezTo>
                  <a:cubicBezTo>
                    <a:pt x="57" y="498"/>
                    <a:pt x="57" y="498"/>
                    <a:pt x="57" y="498"/>
                  </a:cubicBezTo>
                  <a:cubicBezTo>
                    <a:pt x="57" y="498"/>
                    <a:pt x="0" y="114"/>
                    <a:pt x="0" y="0"/>
                  </a:cubicBezTo>
                  <a:lnTo>
                    <a:pt x="275" y="109"/>
                  </a:lnTo>
                  <a:close/>
                </a:path>
              </a:pathLst>
            </a:custGeom>
            <a:solidFill>
              <a:srgbClr val="BDBF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7" name="ïś1íḍe"/>
            <p:cNvSpPr/>
            <p:nvPr/>
          </p:nvSpPr>
          <p:spPr bwMode="auto">
            <a:xfrm>
              <a:off x="5081588" y="3575050"/>
              <a:ext cx="358775" cy="1570038"/>
            </a:xfrm>
            <a:custGeom>
              <a:avLst/>
              <a:gdLst>
                <a:gd name="T0" fmla="*/ 226 w 226"/>
                <a:gd name="T1" fmla="*/ 183 h 989"/>
                <a:gd name="T2" fmla="*/ 192 w 226"/>
                <a:gd name="T3" fmla="*/ 985 h 989"/>
                <a:gd name="T4" fmla="*/ 108 w 226"/>
                <a:gd name="T5" fmla="*/ 989 h 989"/>
                <a:gd name="T6" fmla="*/ 65 w 226"/>
                <a:gd name="T7" fmla="*/ 582 h 989"/>
                <a:gd name="T8" fmla="*/ 0 w 226"/>
                <a:gd name="T9" fmla="*/ 222 h 989"/>
                <a:gd name="T10" fmla="*/ 172 w 226"/>
                <a:gd name="T11" fmla="*/ 0 h 989"/>
                <a:gd name="T12" fmla="*/ 226 w 226"/>
                <a:gd name="T13" fmla="*/ 183 h 9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6" h="989">
                  <a:moveTo>
                    <a:pt x="226" y="183"/>
                  </a:moveTo>
                  <a:lnTo>
                    <a:pt x="192" y="985"/>
                  </a:lnTo>
                  <a:lnTo>
                    <a:pt x="108" y="989"/>
                  </a:lnTo>
                  <a:lnTo>
                    <a:pt x="65" y="582"/>
                  </a:lnTo>
                  <a:lnTo>
                    <a:pt x="0" y="222"/>
                  </a:lnTo>
                  <a:lnTo>
                    <a:pt x="172" y="0"/>
                  </a:lnTo>
                  <a:lnTo>
                    <a:pt x="226" y="183"/>
                  </a:lnTo>
                  <a:close/>
                </a:path>
              </a:pathLst>
            </a:custGeom>
            <a:solidFill>
              <a:srgbClr val="BDBF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8" name="íṡḷiďe"/>
            <p:cNvSpPr/>
            <p:nvPr/>
          </p:nvSpPr>
          <p:spPr bwMode="auto">
            <a:xfrm>
              <a:off x="4600575" y="2532063"/>
              <a:ext cx="1141413" cy="1487488"/>
            </a:xfrm>
            <a:custGeom>
              <a:avLst/>
              <a:gdLst>
                <a:gd name="T0" fmla="*/ 464 w 688"/>
                <a:gd name="T1" fmla="*/ 400 h 897"/>
                <a:gd name="T2" fmla="*/ 383 w 688"/>
                <a:gd name="T3" fmla="*/ 41 h 897"/>
                <a:gd name="T4" fmla="*/ 138 w 688"/>
                <a:gd name="T5" fmla="*/ 68 h 897"/>
                <a:gd name="T6" fmla="*/ 134 w 688"/>
                <a:gd name="T7" fmla="*/ 71 h 897"/>
                <a:gd name="T8" fmla="*/ 100 w 688"/>
                <a:gd name="T9" fmla="*/ 143 h 897"/>
                <a:gd name="T10" fmla="*/ 73 w 688"/>
                <a:gd name="T11" fmla="*/ 466 h 897"/>
                <a:gd name="T12" fmla="*/ 39 w 688"/>
                <a:gd name="T13" fmla="*/ 893 h 897"/>
                <a:gd name="T14" fmla="*/ 325 w 688"/>
                <a:gd name="T15" fmla="*/ 805 h 897"/>
                <a:gd name="T16" fmla="*/ 592 w 688"/>
                <a:gd name="T17" fmla="*/ 790 h 897"/>
                <a:gd name="T18" fmla="*/ 464 w 688"/>
                <a:gd name="T19" fmla="*/ 400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88" h="897">
                  <a:moveTo>
                    <a:pt x="464" y="400"/>
                  </a:moveTo>
                  <a:cubicBezTo>
                    <a:pt x="422" y="196"/>
                    <a:pt x="475" y="98"/>
                    <a:pt x="383" y="41"/>
                  </a:cubicBezTo>
                  <a:cubicBezTo>
                    <a:pt x="383" y="41"/>
                    <a:pt x="234" y="0"/>
                    <a:pt x="138" y="68"/>
                  </a:cubicBezTo>
                  <a:cubicBezTo>
                    <a:pt x="137" y="69"/>
                    <a:pt x="136" y="70"/>
                    <a:pt x="134" y="71"/>
                  </a:cubicBezTo>
                  <a:cubicBezTo>
                    <a:pt x="100" y="143"/>
                    <a:pt x="100" y="143"/>
                    <a:pt x="100" y="143"/>
                  </a:cubicBezTo>
                  <a:cubicBezTo>
                    <a:pt x="73" y="466"/>
                    <a:pt x="73" y="466"/>
                    <a:pt x="73" y="466"/>
                  </a:cubicBezTo>
                  <a:cubicBezTo>
                    <a:pt x="73" y="466"/>
                    <a:pt x="0" y="890"/>
                    <a:pt x="39" y="893"/>
                  </a:cubicBezTo>
                  <a:cubicBezTo>
                    <a:pt x="83" y="897"/>
                    <a:pt x="286" y="803"/>
                    <a:pt x="325" y="805"/>
                  </a:cubicBezTo>
                  <a:cubicBezTo>
                    <a:pt x="363" y="807"/>
                    <a:pt x="481" y="828"/>
                    <a:pt x="592" y="790"/>
                  </a:cubicBezTo>
                  <a:cubicBezTo>
                    <a:pt x="688" y="758"/>
                    <a:pt x="506" y="604"/>
                    <a:pt x="464" y="400"/>
                  </a:cubicBezTo>
                  <a:close/>
                </a:path>
              </a:pathLst>
            </a:custGeom>
            <a:solidFill>
              <a:srgbClr val="7EAC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9" name="íŝḷiḓe"/>
            <p:cNvSpPr/>
            <p:nvPr/>
          </p:nvSpPr>
          <p:spPr bwMode="auto">
            <a:xfrm>
              <a:off x="5008563" y="2589213"/>
              <a:ext cx="215900" cy="546100"/>
            </a:xfrm>
            <a:custGeom>
              <a:avLst/>
              <a:gdLst>
                <a:gd name="T0" fmla="*/ 33 w 136"/>
                <a:gd name="T1" fmla="*/ 0 h 344"/>
                <a:gd name="T2" fmla="*/ 3 w 136"/>
                <a:gd name="T3" fmla="*/ 1 h 344"/>
                <a:gd name="T4" fmla="*/ 0 w 136"/>
                <a:gd name="T5" fmla="*/ 32 h 344"/>
                <a:gd name="T6" fmla="*/ 111 w 136"/>
                <a:gd name="T7" fmla="*/ 344 h 344"/>
                <a:gd name="T8" fmla="*/ 136 w 136"/>
                <a:gd name="T9" fmla="*/ 208 h 344"/>
                <a:gd name="T10" fmla="*/ 108 w 136"/>
                <a:gd name="T11" fmla="*/ 12 h 344"/>
                <a:gd name="T12" fmla="*/ 33 w 136"/>
                <a:gd name="T13" fmla="*/ 0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6" h="344">
                  <a:moveTo>
                    <a:pt x="33" y="0"/>
                  </a:moveTo>
                  <a:lnTo>
                    <a:pt x="3" y="1"/>
                  </a:lnTo>
                  <a:lnTo>
                    <a:pt x="0" y="32"/>
                  </a:lnTo>
                  <a:lnTo>
                    <a:pt x="111" y="344"/>
                  </a:lnTo>
                  <a:lnTo>
                    <a:pt x="136" y="208"/>
                  </a:lnTo>
                  <a:lnTo>
                    <a:pt x="108" y="12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0" name="ïśļíďê"/>
            <p:cNvSpPr/>
            <p:nvPr/>
          </p:nvSpPr>
          <p:spPr bwMode="auto">
            <a:xfrm>
              <a:off x="5137150" y="3325813"/>
              <a:ext cx="244475" cy="560388"/>
            </a:xfrm>
            <a:custGeom>
              <a:avLst/>
              <a:gdLst>
                <a:gd name="T0" fmla="*/ 43 w 154"/>
                <a:gd name="T1" fmla="*/ 0 h 353"/>
                <a:gd name="T2" fmla="*/ 0 w 154"/>
                <a:gd name="T3" fmla="*/ 340 h 353"/>
                <a:gd name="T4" fmla="*/ 91 w 154"/>
                <a:gd name="T5" fmla="*/ 353 h 353"/>
                <a:gd name="T6" fmla="*/ 154 w 154"/>
                <a:gd name="T7" fmla="*/ 348 h 353"/>
                <a:gd name="T8" fmla="*/ 74 w 154"/>
                <a:gd name="T9" fmla="*/ 54 h 353"/>
                <a:gd name="T10" fmla="*/ 43 w 154"/>
                <a:gd name="T11" fmla="*/ 0 h 3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4" h="353">
                  <a:moveTo>
                    <a:pt x="43" y="0"/>
                  </a:moveTo>
                  <a:lnTo>
                    <a:pt x="0" y="340"/>
                  </a:lnTo>
                  <a:lnTo>
                    <a:pt x="91" y="353"/>
                  </a:lnTo>
                  <a:lnTo>
                    <a:pt x="154" y="348"/>
                  </a:lnTo>
                  <a:lnTo>
                    <a:pt x="74" y="54"/>
                  </a:lnTo>
                  <a:lnTo>
                    <a:pt x="4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1" name="íSļîďe"/>
            <p:cNvSpPr/>
            <p:nvPr/>
          </p:nvSpPr>
          <p:spPr bwMode="auto">
            <a:xfrm>
              <a:off x="4938713" y="2254250"/>
              <a:ext cx="287338" cy="360363"/>
            </a:xfrm>
            <a:custGeom>
              <a:avLst/>
              <a:gdLst>
                <a:gd name="T0" fmla="*/ 113 w 173"/>
                <a:gd name="T1" fmla="*/ 215 h 217"/>
                <a:gd name="T2" fmla="*/ 53 w 173"/>
                <a:gd name="T3" fmla="*/ 217 h 217"/>
                <a:gd name="T4" fmla="*/ 50 w 173"/>
                <a:gd name="T5" fmla="*/ 169 h 217"/>
                <a:gd name="T6" fmla="*/ 7 w 173"/>
                <a:gd name="T7" fmla="*/ 143 h 217"/>
                <a:gd name="T8" fmla="*/ 6 w 173"/>
                <a:gd name="T9" fmla="*/ 127 h 217"/>
                <a:gd name="T10" fmla="*/ 8 w 173"/>
                <a:gd name="T11" fmla="*/ 58 h 217"/>
                <a:gd name="T12" fmla="*/ 12 w 173"/>
                <a:gd name="T13" fmla="*/ 35 h 217"/>
                <a:gd name="T14" fmla="*/ 44 w 173"/>
                <a:gd name="T15" fmla="*/ 11 h 217"/>
                <a:gd name="T16" fmla="*/ 147 w 173"/>
                <a:gd name="T17" fmla="*/ 21 h 217"/>
                <a:gd name="T18" fmla="*/ 166 w 173"/>
                <a:gd name="T19" fmla="*/ 41 h 217"/>
                <a:gd name="T20" fmla="*/ 170 w 173"/>
                <a:gd name="T21" fmla="*/ 84 h 217"/>
                <a:gd name="T22" fmla="*/ 165 w 173"/>
                <a:gd name="T23" fmla="*/ 124 h 217"/>
                <a:gd name="T24" fmla="*/ 147 w 173"/>
                <a:gd name="T25" fmla="*/ 164 h 217"/>
                <a:gd name="T26" fmla="*/ 124 w 173"/>
                <a:gd name="T27" fmla="*/ 174 h 217"/>
                <a:gd name="T28" fmla="*/ 113 w 173"/>
                <a:gd name="T29" fmla="*/ 215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73" h="217">
                  <a:moveTo>
                    <a:pt x="113" y="215"/>
                  </a:moveTo>
                  <a:cubicBezTo>
                    <a:pt x="93" y="215"/>
                    <a:pt x="73" y="216"/>
                    <a:pt x="53" y="217"/>
                  </a:cubicBezTo>
                  <a:cubicBezTo>
                    <a:pt x="51" y="201"/>
                    <a:pt x="50" y="185"/>
                    <a:pt x="50" y="169"/>
                  </a:cubicBezTo>
                  <a:cubicBezTo>
                    <a:pt x="33" y="166"/>
                    <a:pt x="12" y="160"/>
                    <a:pt x="7" y="143"/>
                  </a:cubicBezTo>
                  <a:cubicBezTo>
                    <a:pt x="5" y="138"/>
                    <a:pt x="6" y="132"/>
                    <a:pt x="6" y="127"/>
                  </a:cubicBezTo>
                  <a:cubicBezTo>
                    <a:pt x="7" y="104"/>
                    <a:pt x="0" y="81"/>
                    <a:pt x="8" y="58"/>
                  </a:cubicBezTo>
                  <a:cubicBezTo>
                    <a:pt x="11" y="51"/>
                    <a:pt x="8" y="42"/>
                    <a:pt x="12" y="35"/>
                  </a:cubicBezTo>
                  <a:cubicBezTo>
                    <a:pt x="17" y="22"/>
                    <a:pt x="31" y="15"/>
                    <a:pt x="44" y="11"/>
                  </a:cubicBezTo>
                  <a:cubicBezTo>
                    <a:pt x="78" y="0"/>
                    <a:pt x="117" y="2"/>
                    <a:pt x="147" y="21"/>
                  </a:cubicBezTo>
                  <a:cubicBezTo>
                    <a:pt x="155" y="26"/>
                    <a:pt x="162" y="33"/>
                    <a:pt x="166" y="41"/>
                  </a:cubicBezTo>
                  <a:cubicBezTo>
                    <a:pt x="173" y="54"/>
                    <a:pt x="172" y="69"/>
                    <a:pt x="170" y="84"/>
                  </a:cubicBezTo>
                  <a:cubicBezTo>
                    <a:pt x="168" y="97"/>
                    <a:pt x="167" y="110"/>
                    <a:pt x="165" y="124"/>
                  </a:cubicBezTo>
                  <a:cubicBezTo>
                    <a:pt x="163" y="139"/>
                    <a:pt x="160" y="157"/>
                    <a:pt x="147" y="164"/>
                  </a:cubicBezTo>
                  <a:cubicBezTo>
                    <a:pt x="140" y="168"/>
                    <a:pt x="131" y="168"/>
                    <a:pt x="124" y="174"/>
                  </a:cubicBezTo>
                  <a:cubicBezTo>
                    <a:pt x="113" y="183"/>
                    <a:pt x="118" y="201"/>
                    <a:pt x="113" y="215"/>
                  </a:cubicBezTo>
                  <a:close/>
                </a:path>
              </a:pathLst>
            </a:custGeom>
            <a:solidFill>
              <a:srgbClr val="F1CA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2" name="isļíde"/>
            <p:cNvSpPr/>
            <p:nvPr/>
          </p:nvSpPr>
          <p:spPr bwMode="auto">
            <a:xfrm>
              <a:off x="4787900" y="2063750"/>
              <a:ext cx="550863" cy="447675"/>
            </a:xfrm>
            <a:custGeom>
              <a:avLst/>
              <a:gdLst>
                <a:gd name="T0" fmla="*/ 290 w 332"/>
                <a:gd name="T1" fmla="*/ 33 h 270"/>
                <a:gd name="T2" fmla="*/ 276 w 332"/>
                <a:gd name="T3" fmla="*/ 30 h 270"/>
                <a:gd name="T4" fmla="*/ 234 w 332"/>
                <a:gd name="T5" fmla="*/ 9 h 270"/>
                <a:gd name="T6" fmla="*/ 134 w 332"/>
                <a:gd name="T7" fmla="*/ 20 h 270"/>
                <a:gd name="T8" fmla="*/ 42 w 332"/>
                <a:gd name="T9" fmla="*/ 61 h 270"/>
                <a:gd name="T10" fmla="*/ 19 w 332"/>
                <a:gd name="T11" fmla="*/ 92 h 270"/>
                <a:gd name="T12" fmla="*/ 37 w 332"/>
                <a:gd name="T13" fmla="*/ 217 h 270"/>
                <a:gd name="T14" fmla="*/ 58 w 332"/>
                <a:gd name="T15" fmla="*/ 238 h 270"/>
                <a:gd name="T16" fmla="*/ 114 w 332"/>
                <a:gd name="T17" fmla="*/ 270 h 270"/>
                <a:gd name="T18" fmla="*/ 100 w 332"/>
                <a:gd name="T19" fmla="*/ 186 h 270"/>
                <a:gd name="T20" fmla="*/ 170 w 332"/>
                <a:gd name="T21" fmla="*/ 162 h 270"/>
                <a:gd name="T22" fmla="*/ 248 w 332"/>
                <a:gd name="T23" fmla="*/ 151 h 270"/>
                <a:gd name="T24" fmla="*/ 288 w 332"/>
                <a:gd name="T25" fmla="*/ 142 h 270"/>
                <a:gd name="T26" fmla="*/ 328 w 332"/>
                <a:gd name="T27" fmla="*/ 80 h 270"/>
                <a:gd name="T28" fmla="*/ 317 w 332"/>
                <a:gd name="T29" fmla="*/ 42 h 270"/>
                <a:gd name="T30" fmla="*/ 290 w 332"/>
                <a:gd name="T31" fmla="*/ 33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32" h="270">
                  <a:moveTo>
                    <a:pt x="290" y="33"/>
                  </a:moveTo>
                  <a:cubicBezTo>
                    <a:pt x="285" y="32"/>
                    <a:pt x="281" y="32"/>
                    <a:pt x="276" y="30"/>
                  </a:cubicBezTo>
                  <a:cubicBezTo>
                    <a:pt x="261" y="25"/>
                    <a:pt x="250" y="14"/>
                    <a:pt x="234" y="9"/>
                  </a:cubicBezTo>
                  <a:cubicBezTo>
                    <a:pt x="202" y="0"/>
                    <a:pt x="164" y="5"/>
                    <a:pt x="134" y="20"/>
                  </a:cubicBezTo>
                  <a:cubicBezTo>
                    <a:pt x="106" y="35"/>
                    <a:pt x="67" y="43"/>
                    <a:pt x="42" y="61"/>
                  </a:cubicBezTo>
                  <a:cubicBezTo>
                    <a:pt x="32" y="69"/>
                    <a:pt x="25" y="80"/>
                    <a:pt x="19" y="92"/>
                  </a:cubicBezTo>
                  <a:cubicBezTo>
                    <a:pt x="0" y="132"/>
                    <a:pt x="7" y="184"/>
                    <a:pt x="37" y="217"/>
                  </a:cubicBezTo>
                  <a:cubicBezTo>
                    <a:pt x="43" y="225"/>
                    <a:pt x="51" y="232"/>
                    <a:pt x="58" y="238"/>
                  </a:cubicBezTo>
                  <a:cubicBezTo>
                    <a:pt x="74" y="251"/>
                    <a:pt x="94" y="268"/>
                    <a:pt x="114" y="270"/>
                  </a:cubicBezTo>
                  <a:cubicBezTo>
                    <a:pt x="112" y="253"/>
                    <a:pt x="88" y="201"/>
                    <a:pt x="100" y="186"/>
                  </a:cubicBezTo>
                  <a:cubicBezTo>
                    <a:pt x="114" y="164"/>
                    <a:pt x="147" y="162"/>
                    <a:pt x="170" y="162"/>
                  </a:cubicBezTo>
                  <a:cubicBezTo>
                    <a:pt x="198" y="163"/>
                    <a:pt x="220" y="152"/>
                    <a:pt x="248" y="151"/>
                  </a:cubicBezTo>
                  <a:cubicBezTo>
                    <a:pt x="262" y="150"/>
                    <a:pt x="278" y="152"/>
                    <a:pt x="288" y="142"/>
                  </a:cubicBezTo>
                  <a:cubicBezTo>
                    <a:pt x="299" y="130"/>
                    <a:pt x="323" y="95"/>
                    <a:pt x="328" y="80"/>
                  </a:cubicBezTo>
                  <a:cubicBezTo>
                    <a:pt x="332" y="67"/>
                    <a:pt x="327" y="51"/>
                    <a:pt x="317" y="42"/>
                  </a:cubicBezTo>
                  <a:cubicBezTo>
                    <a:pt x="308" y="34"/>
                    <a:pt x="299" y="34"/>
                    <a:pt x="290" y="33"/>
                  </a:cubicBezTo>
                  <a:close/>
                </a:path>
              </a:pathLst>
            </a:custGeom>
            <a:solidFill>
              <a:srgbClr val="2424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3" name="islïḓè"/>
            <p:cNvSpPr/>
            <p:nvPr/>
          </p:nvSpPr>
          <p:spPr bwMode="auto">
            <a:xfrm>
              <a:off x="5207000" y="2590800"/>
              <a:ext cx="400050" cy="488950"/>
            </a:xfrm>
            <a:custGeom>
              <a:avLst/>
              <a:gdLst>
                <a:gd name="T0" fmla="*/ 224 w 241"/>
                <a:gd name="T1" fmla="*/ 164 h 294"/>
                <a:gd name="T2" fmla="*/ 43 w 241"/>
                <a:gd name="T3" fmla="*/ 0 h 294"/>
                <a:gd name="T4" fmla="*/ 0 w 241"/>
                <a:gd name="T5" fmla="*/ 37 h 294"/>
                <a:gd name="T6" fmla="*/ 150 w 241"/>
                <a:gd name="T7" fmla="*/ 288 h 294"/>
                <a:gd name="T8" fmla="*/ 217 w 241"/>
                <a:gd name="T9" fmla="*/ 294 h 294"/>
                <a:gd name="T10" fmla="*/ 241 w 241"/>
                <a:gd name="T11" fmla="*/ 217 h 294"/>
                <a:gd name="T12" fmla="*/ 224 w 241"/>
                <a:gd name="T13" fmla="*/ 164 h 2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1" h="294">
                  <a:moveTo>
                    <a:pt x="224" y="164"/>
                  </a:moveTo>
                  <a:cubicBezTo>
                    <a:pt x="43" y="0"/>
                    <a:pt x="43" y="0"/>
                    <a:pt x="43" y="0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150" y="288"/>
                    <a:pt x="150" y="288"/>
                    <a:pt x="150" y="288"/>
                  </a:cubicBezTo>
                  <a:cubicBezTo>
                    <a:pt x="217" y="294"/>
                    <a:pt x="217" y="294"/>
                    <a:pt x="217" y="294"/>
                  </a:cubicBezTo>
                  <a:cubicBezTo>
                    <a:pt x="217" y="294"/>
                    <a:pt x="237" y="224"/>
                    <a:pt x="241" y="217"/>
                  </a:cubicBezTo>
                  <a:lnTo>
                    <a:pt x="224" y="164"/>
                  </a:lnTo>
                  <a:close/>
                </a:path>
              </a:pathLst>
            </a:custGeom>
            <a:solidFill>
              <a:srgbClr val="7EAC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4" name="ïSḻîḋè"/>
            <p:cNvSpPr/>
            <p:nvPr/>
          </p:nvSpPr>
          <p:spPr bwMode="auto">
            <a:xfrm>
              <a:off x="4392613" y="3776663"/>
              <a:ext cx="568325" cy="566738"/>
            </a:xfrm>
            <a:custGeom>
              <a:avLst/>
              <a:gdLst>
                <a:gd name="T0" fmla="*/ 285 w 343"/>
                <a:gd name="T1" fmla="*/ 46 h 341"/>
                <a:gd name="T2" fmla="*/ 163 w 343"/>
                <a:gd name="T3" fmla="*/ 2 h 341"/>
                <a:gd name="T4" fmla="*/ 47 w 343"/>
                <a:gd name="T5" fmla="*/ 58 h 341"/>
                <a:gd name="T6" fmla="*/ 3 w 343"/>
                <a:gd name="T7" fmla="*/ 180 h 341"/>
                <a:gd name="T8" fmla="*/ 59 w 343"/>
                <a:gd name="T9" fmla="*/ 296 h 341"/>
                <a:gd name="T10" fmla="*/ 103 w 343"/>
                <a:gd name="T11" fmla="*/ 325 h 341"/>
                <a:gd name="T12" fmla="*/ 180 w 343"/>
                <a:gd name="T13" fmla="*/ 340 h 341"/>
                <a:gd name="T14" fmla="*/ 297 w 343"/>
                <a:gd name="T15" fmla="*/ 284 h 341"/>
                <a:gd name="T16" fmla="*/ 340 w 343"/>
                <a:gd name="T17" fmla="*/ 162 h 341"/>
                <a:gd name="T18" fmla="*/ 285 w 343"/>
                <a:gd name="T19" fmla="*/ 46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43" h="341">
                  <a:moveTo>
                    <a:pt x="285" y="46"/>
                  </a:moveTo>
                  <a:cubicBezTo>
                    <a:pt x="250" y="15"/>
                    <a:pt x="209" y="0"/>
                    <a:pt x="163" y="2"/>
                  </a:cubicBezTo>
                  <a:cubicBezTo>
                    <a:pt x="117" y="5"/>
                    <a:pt x="78" y="23"/>
                    <a:pt x="47" y="58"/>
                  </a:cubicBezTo>
                  <a:cubicBezTo>
                    <a:pt x="15" y="93"/>
                    <a:pt x="0" y="134"/>
                    <a:pt x="3" y="180"/>
                  </a:cubicBezTo>
                  <a:cubicBezTo>
                    <a:pt x="5" y="226"/>
                    <a:pt x="24" y="265"/>
                    <a:pt x="59" y="296"/>
                  </a:cubicBezTo>
                  <a:cubicBezTo>
                    <a:pt x="73" y="309"/>
                    <a:pt x="87" y="318"/>
                    <a:pt x="103" y="325"/>
                  </a:cubicBezTo>
                  <a:cubicBezTo>
                    <a:pt x="127" y="336"/>
                    <a:pt x="153" y="341"/>
                    <a:pt x="180" y="340"/>
                  </a:cubicBezTo>
                  <a:cubicBezTo>
                    <a:pt x="226" y="337"/>
                    <a:pt x="265" y="319"/>
                    <a:pt x="297" y="284"/>
                  </a:cubicBezTo>
                  <a:cubicBezTo>
                    <a:pt x="328" y="249"/>
                    <a:pt x="343" y="208"/>
                    <a:pt x="340" y="162"/>
                  </a:cubicBezTo>
                  <a:cubicBezTo>
                    <a:pt x="338" y="116"/>
                    <a:pt x="319" y="77"/>
                    <a:pt x="285" y="46"/>
                  </a:cubicBezTo>
                  <a:close/>
                </a:path>
              </a:pathLst>
            </a:custGeom>
            <a:solidFill>
              <a:srgbClr val="F171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5" name="íşľîde"/>
            <p:cNvSpPr/>
            <p:nvPr/>
          </p:nvSpPr>
          <p:spPr bwMode="auto">
            <a:xfrm>
              <a:off x="4448175" y="3811588"/>
              <a:ext cx="512763" cy="531813"/>
            </a:xfrm>
            <a:custGeom>
              <a:avLst/>
              <a:gdLst>
                <a:gd name="T0" fmla="*/ 306 w 309"/>
                <a:gd name="T1" fmla="*/ 141 h 320"/>
                <a:gd name="T2" fmla="*/ 251 w 309"/>
                <a:gd name="T3" fmla="*/ 25 h 320"/>
                <a:gd name="T4" fmla="*/ 215 w 309"/>
                <a:gd name="T5" fmla="*/ 0 h 320"/>
                <a:gd name="T6" fmla="*/ 246 w 309"/>
                <a:gd name="T7" fmla="*/ 89 h 320"/>
                <a:gd name="T8" fmla="*/ 203 w 309"/>
                <a:gd name="T9" fmla="*/ 211 h 320"/>
                <a:gd name="T10" fmla="*/ 86 w 309"/>
                <a:gd name="T11" fmla="*/ 266 h 320"/>
                <a:gd name="T12" fmla="*/ 9 w 309"/>
                <a:gd name="T13" fmla="*/ 252 h 320"/>
                <a:gd name="T14" fmla="*/ 0 w 309"/>
                <a:gd name="T15" fmla="*/ 248 h 320"/>
                <a:gd name="T16" fmla="*/ 25 w 309"/>
                <a:gd name="T17" fmla="*/ 275 h 320"/>
                <a:gd name="T18" fmla="*/ 69 w 309"/>
                <a:gd name="T19" fmla="*/ 304 h 320"/>
                <a:gd name="T20" fmla="*/ 146 w 309"/>
                <a:gd name="T21" fmla="*/ 319 h 320"/>
                <a:gd name="T22" fmla="*/ 263 w 309"/>
                <a:gd name="T23" fmla="*/ 263 h 320"/>
                <a:gd name="T24" fmla="*/ 306 w 309"/>
                <a:gd name="T25" fmla="*/ 141 h 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09" h="320">
                  <a:moveTo>
                    <a:pt x="306" y="141"/>
                  </a:moveTo>
                  <a:cubicBezTo>
                    <a:pt x="304" y="95"/>
                    <a:pt x="285" y="56"/>
                    <a:pt x="251" y="25"/>
                  </a:cubicBezTo>
                  <a:cubicBezTo>
                    <a:pt x="239" y="15"/>
                    <a:pt x="227" y="6"/>
                    <a:pt x="215" y="0"/>
                  </a:cubicBezTo>
                  <a:cubicBezTo>
                    <a:pt x="234" y="26"/>
                    <a:pt x="244" y="55"/>
                    <a:pt x="246" y="89"/>
                  </a:cubicBezTo>
                  <a:cubicBezTo>
                    <a:pt x="249" y="135"/>
                    <a:pt x="234" y="176"/>
                    <a:pt x="203" y="211"/>
                  </a:cubicBezTo>
                  <a:cubicBezTo>
                    <a:pt x="171" y="245"/>
                    <a:pt x="132" y="264"/>
                    <a:pt x="86" y="266"/>
                  </a:cubicBezTo>
                  <a:cubicBezTo>
                    <a:pt x="58" y="268"/>
                    <a:pt x="33" y="263"/>
                    <a:pt x="9" y="252"/>
                  </a:cubicBezTo>
                  <a:cubicBezTo>
                    <a:pt x="6" y="251"/>
                    <a:pt x="3" y="249"/>
                    <a:pt x="0" y="248"/>
                  </a:cubicBezTo>
                  <a:cubicBezTo>
                    <a:pt x="7" y="258"/>
                    <a:pt x="15" y="267"/>
                    <a:pt x="25" y="275"/>
                  </a:cubicBezTo>
                  <a:cubicBezTo>
                    <a:pt x="39" y="288"/>
                    <a:pt x="53" y="297"/>
                    <a:pt x="69" y="304"/>
                  </a:cubicBezTo>
                  <a:cubicBezTo>
                    <a:pt x="93" y="315"/>
                    <a:pt x="119" y="320"/>
                    <a:pt x="146" y="319"/>
                  </a:cubicBezTo>
                  <a:cubicBezTo>
                    <a:pt x="192" y="316"/>
                    <a:pt x="231" y="298"/>
                    <a:pt x="263" y="263"/>
                  </a:cubicBezTo>
                  <a:cubicBezTo>
                    <a:pt x="294" y="228"/>
                    <a:pt x="309" y="187"/>
                    <a:pt x="306" y="141"/>
                  </a:cubicBezTo>
                  <a:close/>
                </a:path>
              </a:pathLst>
            </a:custGeom>
            <a:solidFill>
              <a:srgbClr val="E5597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6" name="iṣľíḓè"/>
            <p:cNvSpPr/>
            <p:nvPr/>
          </p:nvSpPr>
          <p:spPr bwMode="auto">
            <a:xfrm>
              <a:off x="4830763" y="1928813"/>
              <a:ext cx="2228850" cy="1930400"/>
            </a:xfrm>
            <a:custGeom>
              <a:avLst/>
              <a:gdLst>
                <a:gd name="T0" fmla="*/ 1330 w 1343"/>
                <a:gd name="T1" fmla="*/ 551 h 1164"/>
                <a:gd name="T2" fmla="*/ 1122 w 1343"/>
                <a:gd name="T3" fmla="*/ 171 h 1164"/>
                <a:gd name="T4" fmla="*/ 720 w 1343"/>
                <a:gd name="T5" fmla="*/ 1 h 1164"/>
                <a:gd name="T6" fmla="*/ 391 w 1343"/>
                <a:gd name="T7" fmla="*/ 136 h 1164"/>
                <a:gd name="T8" fmla="*/ 366 w 1343"/>
                <a:gd name="T9" fmla="*/ 194 h 1164"/>
                <a:gd name="T10" fmla="*/ 393 w 1343"/>
                <a:gd name="T11" fmla="*/ 252 h 1164"/>
                <a:gd name="T12" fmla="*/ 467 w 1343"/>
                <a:gd name="T13" fmla="*/ 320 h 1164"/>
                <a:gd name="T14" fmla="*/ 572 w 1343"/>
                <a:gd name="T15" fmla="*/ 320 h 1164"/>
                <a:gd name="T16" fmla="*/ 742 w 1343"/>
                <a:gd name="T17" fmla="*/ 249 h 1164"/>
                <a:gd name="T18" fmla="*/ 962 w 1343"/>
                <a:gd name="T19" fmla="*/ 346 h 1164"/>
                <a:gd name="T20" fmla="*/ 1078 w 1343"/>
                <a:gd name="T21" fmla="*/ 556 h 1164"/>
                <a:gd name="T22" fmla="*/ 990 w 1343"/>
                <a:gd name="T23" fmla="*/ 774 h 1164"/>
                <a:gd name="T24" fmla="*/ 732 w 1343"/>
                <a:gd name="T25" fmla="*/ 894 h 1164"/>
                <a:gd name="T26" fmla="*/ 418 w 1343"/>
                <a:gd name="T27" fmla="*/ 699 h 1164"/>
                <a:gd name="T28" fmla="*/ 386 w 1343"/>
                <a:gd name="T29" fmla="*/ 670 h 1164"/>
                <a:gd name="T30" fmla="*/ 275 w 1343"/>
                <a:gd name="T31" fmla="*/ 676 h 1164"/>
                <a:gd name="T32" fmla="*/ 21 w 1343"/>
                <a:gd name="T33" fmla="*/ 957 h 1164"/>
                <a:gd name="T34" fmla="*/ 1 w 1343"/>
                <a:gd name="T35" fmla="*/ 1014 h 1164"/>
                <a:gd name="T36" fmla="*/ 27 w 1343"/>
                <a:gd name="T37" fmla="*/ 1069 h 1164"/>
                <a:gd name="T38" fmla="*/ 102 w 1343"/>
                <a:gd name="T39" fmla="*/ 1137 h 1164"/>
                <a:gd name="T40" fmla="*/ 122 w 1343"/>
                <a:gd name="T41" fmla="*/ 1150 h 1164"/>
                <a:gd name="T42" fmla="*/ 214 w 1343"/>
                <a:gd name="T43" fmla="*/ 1131 h 1164"/>
                <a:gd name="T44" fmla="*/ 378 w 1343"/>
                <a:gd name="T45" fmla="*/ 949 h 1164"/>
                <a:gd name="T46" fmla="*/ 386 w 1343"/>
                <a:gd name="T47" fmla="*/ 948 h 1164"/>
                <a:gd name="T48" fmla="*/ 792 w 1343"/>
                <a:gd name="T49" fmla="*/ 1146 h 1164"/>
                <a:gd name="T50" fmla="*/ 1172 w 1343"/>
                <a:gd name="T51" fmla="*/ 960 h 1164"/>
                <a:gd name="T52" fmla="*/ 1330 w 1343"/>
                <a:gd name="T53" fmla="*/ 551 h 1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343" h="1164">
                  <a:moveTo>
                    <a:pt x="1330" y="551"/>
                  </a:moveTo>
                  <a:cubicBezTo>
                    <a:pt x="1318" y="412"/>
                    <a:pt x="1247" y="284"/>
                    <a:pt x="1122" y="171"/>
                  </a:cubicBezTo>
                  <a:cubicBezTo>
                    <a:pt x="997" y="57"/>
                    <a:pt x="861" y="0"/>
                    <a:pt x="720" y="1"/>
                  </a:cubicBezTo>
                  <a:cubicBezTo>
                    <a:pt x="597" y="1"/>
                    <a:pt x="487" y="47"/>
                    <a:pt x="391" y="136"/>
                  </a:cubicBezTo>
                  <a:cubicBezTo>
                    <a:pt x="375" y="151"/>
                    <a:pt x="366" y="172"/>
                    <a:pt x="366" y="194"/>
                  </a:cubicBezTo>
                  <a:cubicBezTo>
                    <a:pt x="367" y="216"/>
                    <a:pt x="376" y="237"/>
                    <a:pt x="393" y="252"/>
                  </a:cubicBezTo>
                  <a:cubicBezTo>
                    <a:pt x="467" y="320"/>
                    <a:pt x="467" y="320"/>
                    <a:pt x="467" y="320"/>
                  </a:cubicBezTo>
                  <a:cubicBezTo>
                    <a:pt x="497" y="346"/>
                    <a:pt x="542" y="347"/>
                    <a:pt x="572" y="320"/>
                  </a:cubicBezTo>
                  <a:cubicBezTo>
                    <a:pt x="626" y="273"/>
                    <a:pt x="681" y="249"/>
                    <a:pt x="742" y="249"/>
                  </a:cubicBezTo>
                  <a:cubicBezTo>
                    <a:pt x="816" y="248"/>
                    <a:pt x="890" y="281"/>
                    <a:pt x="962" y="346"/>
                  </a:cubicBezTo>
                  <a:cubicBezTo>
                    <a:pt x="1034" y="411"/>
                    <a:pt x="1073" y="481"/>
                    <a:pt x="1078" y="556"/>
                  </a:cubicBezTo>
                  <a:cubicBezTo>
                    <a:pt x="1083" y="630"/>
                    <a:pt x="1053" y="704"/>
                    <a:pt x="990" y="774"/>
                  </a:cubicBezTo>
                  <a:cubicBezTo>
                    <a:pt x="902" y="871"/>
                    <a:pt x="816" y="911"/>
                    <a:pt x="732" y="894"/>
                  </a:cubicBezTo>
                  <a:cubicBezTo>
                    <a:pt x="644" y="875"/>
                    <a:pt x="539" y="810"/>
                    <a:pt x="418" y="699"/>
                  </a:cubicBezTo>
                  <a:cubicBezTo>
                    <a:pt x="386" y="670"/>
                    <a:pt x="386" y="670"/>
                    <a:pt x="386" y="670"/>
                  </a:cubicBezTo>
                  <a:cubicBezTo>
                    <a:pt x="354" y="641"/>
                    <a:pt x="304" y="643"/>
                    <a:pt x="275" y="676"/>
                  </a:cubicBezTo>
                  <a:cubicBezTo>
                    <a:pt x="21" y="957"/>
                    <a:pt x="21" y="957"/>
                    <a:pt x="21" y="957"/>
                  </a:cubicBezTo>
                  <a:cubicBezTo>
                    <a:pt x="7" y="973"/>
                    <a:pt x="0" y="993"/>
                    <a:pt x="1" y="1014"/>
                  </a:cubicBezTo>
                  <a:cubicBezTo>
                    <a:pt x="2" y="1035"/>
                    <a:pt x="11" y="1054"/>
                    <a:pt x="27" y="1069"/>
                  </a:cubicBezTo>
                  <a:cubicBezTo>
                    <a:pt x="102" y="1137"/>
                    <a:pt x="102" y="1137"/>
                    <a:pt x="102" y="1137"/>
                  </a:cubicBezTo>
                  <a:cubicBezTo>
                    <a:pt x="109" y="1142"/>
                    <a:pt x="115" y="1147"/>
                    <a:pt x="122" y="1150"/>
                  </a:cubicBezTo>
                  <a:cubicBezTo>
                    <a:pt x="153" y="1164"/>
                    <a:pt x="190" y="1157"/>
                    <a:pt x="214" y="1131"/>
                  </a:cubicBezTo>
                  <a:cubicBezTo>
                    <a:pt x="378" y="949"/>
                    <a:pt x="378" y="949"/>
                    <a:pt x="378" y="949"/>
                  </a:cubicBezTo>
                  <a:cubicBezTo>
                    <a:pt x="380" y="947"/>
                    <a:pt x="384" y="946"/>
                    <a:pt x="386" y="948"/>
                  </a:cubicBezTo>
                  <a:cubicBezTo>
                    <a:pt x="531" y="1072"/>
                    <a:pt x="667" y="1138"/>
                    <a:pt x="792" y="1146"/>
                  </a:cubicBezTo>
                  <a:cubicBezTo>
                    <a:pt x="925" y="1154"/>
                    <a:pt x="1053" y="1091"/>
                    <a:pt x="1172" y="960"/>
                  </a:cubicBezTo>
                  <a:cubicBezTo>
                    <a:pt x="1290" y="829"/>
                    <a:pt x="1343" y="692"/>
                    <a:pt x="1330" y="551"/>
                  </a:cubicBezTo>
                  <a:close/>
                </a:path>
              </a:pathLst>
            </a:custGeom>
            <a:solidFill>
              <a:srgbClr val="F171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7" name="îŝļîḋé"/>
            <p:cNvSpPr/>
            <p:nvPr/>
          </p:nvSpPr>
          <p:spPr bwMode="auto">
            <a:xfrm>
              <a:off x="5738813" y="1970088"/>
              <a:ext cx="1320800" cy="1871663"/>
            </a:xfrm>
            <a:custGeom>
              <a:avLst/>
              <a:gdLst>
                <a:gd name="T0" fmla="*/ 783 w 796"/>
                <a:gd name="T1" fmla="*/ 526 h 1129"/>
                <a:gd name="T2" fmla="*/ 575 w 796"/>
                <a:gd name="T3" fmla="*/ 146 h 1129"/>
                <a:gd name="T4" fmla="*/ 332 w 796"/>
                <a:gd name="T5" fmla="*/ 0 h 1129"/>
                <a:gd name="T6" fmla="*/ 448 w 796"/>
                <a:gd name="T7" fmla="*/ 88 h 1129"/>
                <a:gd name="T8" fmla="*/ 657 w 796"/>
                <a:gd name="T9" fmla="*/ 468 h 1129"/>
                <a:gd name="T10" fmla="*/ 498 w 796"/>
                <a:gd name="T11" fmla="*/ 877 h 1129"/>
                <a:gd name="T12" fmla="*/ 119 w 796"/>
                <a:gd name="T13" fmla="*/ 1063 h 1129"/>
                <a:gd name="T14" fmla="*/ 0 w 796"/>
                <a:gd name="T15" fmla="*/ 1039 h 1129"/>
                <a:gd name="T16" fmla="*/ 245 w 796"/>
                <a:gd name="T17" fmla="*/ 1121 h 1129"/>
                <a:gd name="T18" fmla="*/ 625 w 796"/>
                <a:gd name="T19" fmla="*/ 935 h 1129"/>
                <a:gd name="T20" fmla="*/ 783 w 796"/>
                <a:gd name="T21" fmla="*/ 526 h 1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96" h="1129">
                  <a:moveTo>
                    <a:pt x="783" y="526"/>
                  </a:moveTo>
                  <a:cubicBezTo>
                    <a:pt x="771" y="387"/>
                    <a:pt x="700" y="259"/>
                    <a:pt x="575" y="146"/>
                  </a:cubicBezTo>
                  <a:cubicBezTo>
                    <a:pt x="497" y="76"/>
                    <a:pt x="416" y="27"/>
                    <a:pt x="332" y="0"/>
                  </a:cubicBezTo>
                  <a:cubicBezTo>
                    <a:pt x="371" y="24"/>
                    <a:pt x="410" y="53"/>
                    <a:pt x="448" y="88"/>
                  </a:cubicBezTo>
                  <a:cubicBezTo>
                    <a:pt x="574" y="201"/>
                    <a:pt x="644" y="329"/>
                    <a:pt x="657" y="468"/>
                  </a:cubicBezTo>
                  <a:cubicBezTo>
                    <a:pt x="669" y="609"/>
                    <a:pt x="616" y="746"/>
                    <a:pt x="498" y="877"/>
                  </a:cubicBezTo>
                  <a:cubicBezTo>
                    <a:pt x="379" y="1008"/>
                    <a:pt x="252" y="1071"/>
                    <a:pt x="119" y="1063"/>
                  </a:cubicBezTo>
                  <a:cubicBezTo>
                    <a:pt x="80" y="1061"/>
                    <a:pt x="41" y="1053"/>
                    <a:pt x="0" y="1039"/>
                  </a:cubicBezTo>
                  <a:cubicBezTo>
                    <a:pt x="86" y="1089"/>
                    <a:pt x="168" y="1116"/>
                    <a:pt x="245" y="1121"/>
                  </a:cubicBezTo>
                  <a:cubicBezTo>
                    <a:pt x="378" y="1129"/>
                    <a:pt x="506" y="1066"/>
                    <a:pt x="625" y="935"/>
                  </a:cubicBezTo>
                  <a:cubicBezTo>
                    <a:pt x="743" y="804"/>
                    <a:pt x="796" y="667"/>
                    <a:pt x="783" y="526"/>
                  </a:cubicBezTo>
                  <a:close/>
                </a:path>
              </a:pathLst>
            </a:custGeom>
            <a:solidFill>
              <a:srgbClr val="E5597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8" name="íşḷîdé"/>
            <p:cNvSpPr/>
            <p:nvPr/>
          </p:nvSpPr>
          <p:spPr bwMode="auto">
            <a:xfrm>
              <a:off x="4398963" y="2614613"/>
              <a:ext cx="525463" cy="957263"/>
            </a:xfrm>
            <a:custGeom>
              <a:avLst/>
              <a:gdLst>
                <a:gd name="T0" fmla="*/ 304 w 331"/>
                <a:gd name="T1" fmla="*/ 0 h 603"/>
                <a:gd name="T2" fmla="*/ 214 w 331"/>
                <a:gd name="T3" fmla="*/ 28 h 603"/>
                <a:gd name="T4" fmla="*/ 0 w 331"/>
                <a:gd name="T5" fmla="*/ 394 h 603"/>
                <a:gd name="T6" fmla="*/ 15 w 331"/>
                <a:gd name="T7" fmla="*/ 464 h 603"/>
                <a:gd name="T8" fmla="*/ 293 w 331"/>
                <a:gd name="T9" fmla="*/ 603 h 603"/>
                <a:gd name="T10" fmla="*/ 331 w 331"/>
                <a:gd name="T11" fmla="*/ 528 h 603"/>
                <a:gd name="T12" fmla="*/ 156 w 331"/>
                <a:gd name="T13" fmla="*/ 394 h 603"/>
                <a:gd name="T14" fmla="*/ 264 w 331"/>
                <a:gd name="T15" fmla="*/ 248 h 603"/>
                <a:gd name="T16" fmla="*/ 305 w 331"/>
                <a:gd name="T17" fmla="*/ 14 h 603"/>
                <a:gd name="T18" fmla="*/ 304 w 331"/>
                <a:gd name="T19" fmla="*/ 0 h 6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31" h="603">
                  <a:moveTo>
                    <a:pt x="304" y="0"/>
                  </a:moveTo>
                  <a:lnTo>
                    <a:pt x="214" y="28"/>
                  </a:lnTo>
                  <a:lnTo>
                    <a:pt x="0" y="394"/>
                  </a:lnTo>
                  <a:lnTo>
                    <a:pt x="15" y="464"/>
                  </a:lnTo>
                  <a:lnTo>
                    <a:pt x="293" y="603"/>
                  </a:lnTo>
                  <a:lnTo>
                    <a:pt x="331" y="528"/>
                  </a:lnTo>
                  <a:lnTo>
                    <a:pt x="156" y="394"/>
                  </a:lnTo>
                  <a:lnTo>
                    <a:pt x="264" y="248"/>
                  </a:lnTo>
                  <a:lnTo>
                    <a:pt x="305" y="14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rgbClr val="7EAC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9" name="ïṧļíḍê"/>
            <p:cNvSpPr/>
            <p:nvPr/>
          </p:nvSpPr>
          <p:spPr bwMode="auto">
            <a:xfrm>
              <a:off x="5111750" y="2517775"/>
              <a:ext cx="161925" cy="114300"/>
            </a:xfrm>
            <a:custGeom>
              <a:avLst/>
              <a:gdLst>
                <a:gd name="T0" fmla="*/ 102 w 102"/>
                <a:gd name="T1" fmla="*/ 50 h 72"/>
                <a:gd name="T2" fmla="*/ 56 w 102"/>
                <a:gd name="T3" fmla="*/ 0 h 72"/>
                <a:gd name="T4" fmla="*/ 12 w 102"/>
                <a:gd name="T5" fmla="*/ 13 h 72"/>
                <a:gd name="T6" fmla="*/ 0 w 102"/>
                <a:gd name="T7" fmla="*/ 57 h 72"/>
                <a:gd name="T8" fmla="*/ 39 w 102"/>
                <a:gd name="T9" fmla="*/ 64 h 72"/>
                <a:gd name="T10" fmla="*/ 76 w 102"/>
                <a:gd name="T11" fmla="*/ 72 h 72"/>
                <a:gd name="T12" fmla="*/ 102 w 102"/>
                <a:gd name="T13" fmla="*/ 50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2" h="72">
                  <a:moveTo>
                    <a:pt x="102" y="50"/>
                  </a:moveTo>
                  <a:lnTo>
                    <a:pt x="56" y="0"/>
                  </a:lnTo>
                  <a:lnTo>
                    <a:pt x="12" y="13"/>
                  </a:lnTo>
                  <a:lnTo>
                    <a:pt x="0" y="57"/>
                  </a:lnTo>
                  <a:lnTo>
                    <a:pt x="39" y="64"/>
                  </a:lnTo>
                  <a:lnTo>
                    <a:pt x="76" y="72"/>
                  </a:lnTo>
                  <a:lnTo>
                    <a:pt x="102" y="50"/>
                  </a:lnTo>
                  <a:close/>
                </a:path>
              </a:pathLst>
            </a:custGeom>
            <a:solidFill>
              <a:srgbClr val="F7C1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0" name="ïṧḷiḋê"/>
            <p:cNvSpPr/>
            <p:nvPr/>
          </p:nvSpPr>
          <p:spPr bwMode="auto">
            <a:xfrm>
              <a:off x="4873625" y="3463925"/>
              <a:ext cx="165100" cy="155575"/>
            </a:xfrm>
            <a:custGeom>
              <a:avLst/>
              <a:gdLst>
                <a:gd name="T0" fmla="*/ 29 w 104"/>
                <a:gd name="T1" fmla="*/ 0 h 98"/>
                <a:gd name="T2" fmla="*/ 72 w 104"/>
                <a:gd name="T3" fmla="*/ 9 h 98"/>
                <a:gd name="T4" fmla="*/ 66 w 104"/>
                <a:gd name="T5" fmla="*/ 35 h 98"/>
                <a:gd name="T6" fmla="*/ 104 w 104"/>
                <a:gd name="T7" fmla="*/ 79 h 98"/>
                <a:gd name="T8" fmla="*/ 51 w 104"/>
                <a:gd name="T9" fmla="*/ 98 h 98"/>
                <a:gd name="T10" fmla="*/ 0 w 104"/>
                <a:gd name="T11" fmla="*/ 55 h 98"/>
                <a:gd name="T12" fmla="*/ 29 w 104"/>
                <a:gd name="T13" fmla="*/ 0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4" h="98">
                  <a:moveTo>
                    <a:pt x="29" y="0"/>
                  </a:moveTo>
                  <a:lnTo>
                    <a:pt x="72" y="9"/>
                  </a:lnTo>
                  <a:lnTo>
                    <a:pt x="66" y="35"/>
                  </a:lnTo>
                  <a:lnTo>
                    <a:pt x="104" y="79"/>
                  </a:lnTo>
                  <a:lnTo>
                    <a:pt x="51" y="98"/>
                  </a:lnTo>
                  <a:lnTo>
                    <a:pt x="0" y="55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F1CA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1" name="îṡ1îḋè"/>
            <p:cNvSpPr/>
            <p:nvPr/>
          </p:nvSpPr>
          <p:spPr bwMode="auto">
            <a:xfrm>
              <a:off x="3338513" y="2984500"/>
              <a:ext cx="334963" cy="334963"/>
            </a:xfrm>
            <a:custGeom>
              <a:avLst/>
              <a:gdLst>
                <a:gd name="T0" fmla="*/ 73 w 202"/>
                <a:gd name="T1" fmla="*/ 8 h 202"/>
                <a:gd name="T2" fmla="*/ 15 w 202"/>
                <a:gd name="T3" fmla="*/ 55 h 202"/>
                <a:gd name="T4" fmla="*/ 8 w 202"/>
                <a:gd name="T5" fmla="*/ 129 h 202"/>
                <a:gd name="T6" fmla="*/ 56 w 202"/>
                <a:gd name="T7" fmla="*/ 187 h 202"/>
                <a:gd name="T8" fmla="*/ 130 w 202"/>
                <a:gd name="T9" fmla="*/ 194 h 202"/>
                <a:gd name="T10" fmla="*/ 157 w 202"/>
                <a:gd name="T11" fmla="*/ 181 h 202"/>
                <a:gd name="T12" fmla="*/ 188 w 202"/>
                <a:gd name="T13" fmla="*/ 147 h 202"/>
                <a:gd name="T14" fmla="*/ 195 w 202"/>
                <a:gd name="T15" fmla="*/ 73 h 202"/>
                <a:gd name="T16" fmla="*/ 147 w 202"/>
                <a:gd name="T17" fmla="*/ 15 h 202"/>
                <a:gd name="T18" fmla="*/ 73 w 202"/>
                <a:gd name="T19" fmla="*/ 8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02" h="202">
                  <a:moveTo>
                    <a:pt x="73" y="8"/>
                  </a:moveTo>
                  <a:cubicBezTo>
                    <a:pt x="47" y="16"/>
                    <a:pt x="28" y="32"/>
                    <a:pt x="15" y="55"/>
                  </a:cubicBezTo>
                  <a:cubicBezTo>
                    <a:pt x="3" y="79"/>
                    <a:pt x="0" y="103"/>
                    <a:pt x="8" y="129"/>
                  </a:cubicBezTo>
                  <a:cubicBezTo>
                    <a:pt x="16" y="155"/>
                    <a:pt x="32" y="175"/>
                    <a:pt x="56" y="187"/>
                  </a:cubicBezTo>
                  <a:cubicBezTo>
                    <a:pt x="79" y="200"/>
                    <a:pt x="104" y="202"/>
                    <a:pt x="130" y="194"/>
                  </a:cubicBezTo>
                  <a:cubicBezTo>
                    <a:pt x="140" y="191"/>
                    <a:pt x="149" y="187"/>
                    <a:pt x="157" y="181"/>
                  </a:cubicBezTo>
                  <a:cubicBezTo>
                    <a:pt x="170" y="172"/>
                    <a:pt x="180" y="161"/>
                    <a:pt x="188" y="147"/>
                  </a:cubicBezTo>
                  <a:cubicBezTo>
                    <a:pt x="200" y="123"/>
                    <a:pt x="202" y="98"/>
                    <a:pt x="195" y="73"/>
                  </a:cubicBezTo>
                  <a:cubicBezTo>
                    <a:pt x="187" y="47"/>
                    <a:pt x="171" y="27"/>
                    <a:pt x="147" y="15"/>
                  </a:cubicBezTo>
                  <a:cubicBezTo>
                    <a:pt x="124" y="2"/>
                    <a:pt x="99" y="0"/>
                    <a:pt x="73" y="8"/>
                  </a:cubicBezTo>
                  <a:close/>
                </a:path>
              </a:pathLst>
            </a:custGeom>
            <a:solidFill>
              <a:srgbClr val="F171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2" name="ïṧlïḋe"/>
            <p:cNvSpPr/>
            <p:nvPr/>
          </p:nvSpPr>
          <p:spPr bwMode="auto">
            <a:xfrm>
              <a:off x="3421063" y="2984500"/>
              <a:ext cx="252413" cy="328613"/>
            </a:xfrm>
            <a:custGeom>
              <a:avLst/>
              <a:gdLst>
                <a:gd name="T0" fmla="*/ 97 w 152"/>
                <a:gd name="T1" fmla="*/ 15 h 198"/>
                <a:gd name="T2" fmla="*/ 23 w 152"/>
                <a:gd name="T3" fmla="*/ 8 h 198"/>
                <a:gd name="T4" fmla="*/ 0 w 152"/>
                <a:gd name="T5" fmla="*/ 18 h 198"/>
                <a:gd name="T6" fmla="*/ 54 w 152"/>
                <a:gd name="T7" fmla="*/ 29 h 198"/>
                <a:gd name="T8" fmla="*/ 101 w 152"/>
                <a:gd name="T9" fmla="*/ 87 h 198"/>
                <a:gd name="T10" fmla="*/ 94 w 152"/>
                <a:gd name="T11" fmla="*/ 161 h 198"/>
                <a:gd name="T12" fmla="*/ 64 w 152"/>
                <a:gd name="T13" fmla="*/ 195 h 198"/>
                <a:gd name="T14" fmla="*/ 59 w 152"/>
                <a:gd name="T15" fmla="*/ 198 h 198"/>
                <a:gd name="T16" fmla="*/ 80 w 152"/>
                <a:gd name="T17" fmla="*/ 194 h 198"/>
                <a:gd name="T18" fmla="*/ 107 w 152"/>
                <a:gd name="T19" fmla="*/ 181 h 198"/>
                <a:gd name="T20" fmla="*/ 138 w 152"/>
                <a:gd name="T21" fmla="*/ 147 h 198"/>
                <a:gd name="T22" fmla="*/ 145 w 152"/>
                <a:gd name="T23" fmla="*/ 73 h 198"/>
                <a:gd name="T24" fmla="*/ 97 w 152"/>
                <a:gd name="T25" fmla="*/ 15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2" h="198">
                  <a:moveTo>
                    <a:pt x="97" y="15"/>
                  </a:moveTo>
                  <a:cubicBezTo>
                    <a:pt x="74" y="2"/>
                    <a:pt x="49" y="0"/>
                    <a:pt x="23" y="8"/>
                  </a:cubicBezTo>
                  <a:cubicBezTo>
                    <a:pt x="15" y="10"/>
                    <a:pt x="7" y="14"/>
                    <a:pt x="0" y="18"/>
                  </a:cubicBezTo>
                  <a:cubicBezTo>
                    <a:pt x="19" y="16"/>
                    <a:pt x="36" y="20"/>
                    <a:pt x="54" y="29"/>
                  </a:cubicBezTo>
                  <a:cubicBezTo>
                    <a:pt x="77" y="42"/>
                    <a:pt x="93" y="61"/>
                    <a:pt x="101" y="87"/>
                  </a:cubicBezTo>
                  <a:cubicBezTo>
                    <a:pt x="109" y="113"/>
                    <a:pt x="106" y="138"/>
                    <a:pt x="94" y="161"/>
                  </a:cubicBezTo>
                  <a:cubicBezTo>
                    <a:pt x="86" y="175"/>
                    <a:pt x="76" y="187"/>
                    <a:pt x="64" y="195"/>
                  </a:cubicBezTo>
                  <a:cubicBezTo>
                    <a:pt x="62" y="196"/>
                    <a:pt x="61" y="197"/>
                    <a:pt x="59" y="198"/>
                  </a:cubicBezTo>
                  <a:cubicBezTo>
                    <a:pt x="66" y="198"/>
                    <a:pt x="73" y="196"/>
                    <a:pt x="80" y="194"/>
                  </a:cubicBezTo>
                  <a:cubicBezTo>
                    <a:pt x="90" y="191"/>
                    <a:pt x="99" y="187"/>
                    <a:pt x="107" y="181"/>
                  </a:cubicBezTo>
                  <a:cubicBezTo>
                    <a:pt x="120" y="172"/>
                    <a:pt x="130" y="161"/>
                    <a:pt x="138" y="147"/>
                  </a:cubicBezTo>
                  <a:cubicBezTo>
                    <a:pt x="150" y="123"/>
                    <a:pt x="152" y="98"/>
                    <a:pt x="145" y="73"/>
                  </a:cubicBezTo>
                  <a:cubicBezTo>
                    <a:pt x="137" y="47"/>
                    <a:pt x="121" y="27"/>
                    <a:pt x="97" y="15"/>
                  </a:cubicBezTo>
                  <a:close/>
                </a:path>
              </a:pathLst>
            </a:custGeom>
            <a:solidFill>
              <a:srgbClr val="E5597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3" name="ïṩḷiḋè"/>
            <p:cNvSpPr/>
            <p:nvPr/>
          </p:nvSpPr>
          <p:spPr bwMode="auto">
            <a:xfrm>
              <a:off x="2774950" y="1558925"/>
              <a:ext cx="1138238" cy="1393825"/>
            </a:xfrm>
            <a:custGeom>
              <a:avLst/>
              <a:gdLst>
                <a:gd name="T0" fmla="*/ 501 w 686"/>
                <a:gd name="T1" fmla="*/ 38 h 841"/>
                <a:gd name="T2" fmla="*/ 251 w 686"/>
                <a:gd name="T3" fmla="*/ 28 h 841"/>
                <a:gd name="T4" fmla="*/ 47 w 686"/>
                <a:gd name="T5" fmla="*/ 176 h 841"/>
                <a:gd name="T6" fmla="*/ 16 w 686"/>
                <a:gd name="T7" fmla="*/ 379 h 841"/>
                <a:gd name="T8" fmla="*/ 38 w 686"/>
                <a:gd name="T9" fmla="*/ 409 h 841"/>
                <a:gd name="T10" fmla="*/ 74 w 686"/>
                <a:gd name="T11" fmla="*/ 413 h 841"/>
                <a:gd name="T12" fmla="*/ 130 w 686"/>
                <a:gd name="T13" fmla="*/ 396 h 841"/>
                <a:gd name="T14" fmla="*/ 161 w 686"/>
                <a:gd name="T15" fmla="*/ 345 h 841"/>
                <a:gd name="T16" fmla="*/ 177 w 686"/>
                <a:gd name="T17" fmla="*/ 239 h 841"/>
                <a:gd name="T18" fmla="*/ 290 w 686"/>
                <a:gd name="T19" fmla="*/ 159 h 841"/>
                <a:gd name="T20" fmla="*/ 428 w 686"/>
                <a:gd name="T21" fmla="*/ 165 h 841"/>
                <a:gd name="T22" fmla="*/ 510 w 686"/>
                <a:gd name="T23" fmla="*/ 273 h 841"/>
                <a:gd name="T24" fmla="*/ 493 w 686"/>
                <a:gd name="T25" fmla="*/ 436 h 841"/>
                <a:gd name="T26" fmla="*/ 303 w 686"/>
                <a:gd name="T27" fmla="*/ 534 h 841"/>
                <a:gd name="T28" fmla="*/ 279 w 686"/>
                <a:gd name="T29" fmla="*/ 541 h 841"/>
                <a:gd name="T30" fmla="*/ 249 w 686"/>
                <a:gd name="T31" fmla="*/ 598 h 841"/>
                <a:gd name="T32" fmla="*/ 312 w 686"/>
                <a:gd name="T33" fmla="*/ 807 h 841"/>
                <a:gd name="T34" fmla="*/ 335 w 686"/>
                <a:gd name="T35" fmla="*/ 834 h 841"/>
                <a:gd name="T36" fmla="*/ 369 w 686"/>
                <a:gd name="T37" fmla="*/ 837 h 841"/>
                <a:gd name="T38" fmla="*/ 426 w 686"/>
                <a:gd name="T39" fmla="*/ 820 h 841"/>
                <a:gd name="T40" fmla="*/ 438 w 686"/>
                <a:gd name="T41" fmla="*/ 814 h 841"/>
                <a:gd name="T42" fmla="*/ 456 w 686"/>
                <a:gd name="T43" fmla="*/ 763 h 841"/>
                <a:gd name="T44" fmla="*/ 415 w 686"/>
                <a:gd name="T45" fmla="*/ 628 h 841"/>
                <a:gd name="T46" fmla="*/ 417 w 686"/>
                <a:gd name="T47" fmla="*/ 624 h 841"/>
                <a:gd name="T48" fmla="*/ 635 w 686"/>
                <a:gd name="T49" fmla="*/ 481 h 841"/>
                <a:gd name="T50" fmla="*/ 656 w 686"/>
                <a:gd name="T51" fmla="*/ 238 h 841"/>
                <a:gd name="T52" fmla="*/ 501 w 686"/>
                <a:gd name="T53" fmla="*/ 38 h 8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686" h="841">
                  <a:moveTo>
                    <a:pt x="501" y="38"/>
                  </a:moveTo>
                  <a:cubicBezTo>
                    <a:pt x="428" y="3"/>
                    <a:pt x="344" y="0"/>
                    <a:pt x="251" y="28"/>
                  </a:cubicBezTo>
                  <a:cubicBezTo>
                    <a:pt x="157" y="56"/>
                    <a:pt x="89" y="106"/>
                    <a:pt x="47" y="176"/>
                  </a:cubicBezTo>
                  <a:cubicBezTo>
                    <a:pt x="11" y="237"/>
                    <a:pt x="0" y="306"/>
                    <a:pt x="16" y="379"/>
                  </a:cubicBezTo>
                  <a:cubicBezTo>
                    <a:pt x="19" y="392"/>
                    <a:pt x="27" y="403"/>
                    <a:pt x="38" y="409"/>
                  </a:cubicBezTo>
                  <a:cubicBezTo>
                    <a:pt x="49" y="416"/>
                    <a:pt x="62" y="417"/>
                    <a:pt x="74" y="413"/>
                  </a:cubicBezTo>
                  <a:cubicBezTo>
                    <a:pt x="130" y="396"/>
                    <a:pt x="130" y="396"/>
                    <a:pt x="130" y="396"/>
                  </a:cubicBezTo>
                  <a:cubicBezTo>
                    <a:pt x="152" y="390"/>
                    <a:pt x="165" y="367"/>
                    <a:pt x="161" y="345"/>
                  </a:cubicBezTo>
                  <a:cubicBezTo>
                    <a:pt x="154" y="304"/>
                    <a:pt x="159" y="270"/>
                    <a:pt x="177" y="239"/>
                  </a:cubicBezTo>
                  <a:cubicBezTo>
                    <a:pt x="198" y="202"/>
                    <a:pt x="236" y="176"/>
                    <a:pt x="290" y="159"/>
                  </a:cubicBezTo>
                  <a:cubicBezTo>
                    <a:pt x="343" y="143"/>
                    <a:pt x="390" y="145"/>
                    <a:pt x="428" y="165"/>
                  </a:cubicBezTo>
                  <a:cubicBezTo>
                    <a:pt x="467" y="184"/>
                    <a:pt x="494" y="221"/>
                    <a:pt x="510" y="273"/>
                  </a:cubicBezTo>
                  <a:cubicBezTo>
                    <a:pt x="532" y="345"/>
                    <a:pt x="526" y="400"/>
                    <a:pt x="493" y="436"/>
                  </a:cubicBezTo>
                  <a:cubicBezTo>
                    <a:pt x="457" y="474"/>
                    <a:pt x="394" y="507"/>
                    <a:pt x="303" y="534"/>
                  </a:cubicBezTo>
                  <a:cubicBezTo>
                    <a:pt x="279" y="541"/>
                    <a:pt x="279" y="541"/>
                    <a:pt x="279" y="541"/>
                  </a:cubicBezTo>
                  <a:cubicBezTo>
                    <a:pt x="255" y="548"/>
                    <a:pt x="241" y="574"/>
                    <a:pt x="249" y="598"/>
                  </a:cubicBezTo>
                  <a:cubicBezTo>
                    <a:pt x="312" y="807"/>
                    <a:pt x="312" y="807"/>
                    <a:pt x="312" y="807"/>
                  </a:cubicBezTo>
                  <a:cubicBezTo>
                    <a:pt x="316" y="819"/>
                    <a:pt x="324" y="828"/>
                    <a:pt x="335" y="834"/>
                  </a:cubicBezTo>
                  <a:cubicBezTo>
                    <a:pt x="345" y="840"/>
                    <a:pt x="358" y="841"/>
                    <a:pt x="369" y="837"/>
                  </a:cubicBezTo>
                  <a:cubicBezTo>
                    <a:pt x="426" y="820"/>
                    <a:pt x="426" y="820"/>
                    <a:pt x="426" y="820"/>
                  </a:cubicBezTo>
                  <a:cubicBezTo>
                    <a:pt x="430" y="819"/>
                    <a:pt x="434" y="817"/>
                    <a:pt x="438" y="814"/>
                  </a:cubicBezTo>
                  <a:cubicBezTo>
                    <a:pt x="454" y="803"/>
                    <a:pt x="462" y="783"/>
                    <a:pt x="456" y="763"/>
                  </a:cubicBezTo>
                  <a:cubicBezTo>
                    <a:pt x="415" y="628"/>
                    <a:pt x="415" y="628"/>
                    <a:pt x="415" y="628"/>
                  </a:cubicBezTo>
                  <a:cubicBezTo>
                    <a:pt x="414" y="626"/>
                    <a:pt x="415" y="624"/>
                    <a:pt x="417" y="624"/>
                  </a:cubicBezTo>
                  <a:cubicBezTo>
                    <a:pt x="521" y="589"/>
                    <a:pt x="594" y="541"/>
                    <a:pt x="635" y="481"/>
                  </a:cubicBezTo>
                  <a:cubicBezTo>
                    <a:pt x="679" y="418"/>
                    <a:pt x="686" y="336"/>
                    <a:pt x="656" y="238"/>
                  </a:cubicBezTo>
                  <a:cubicBezTo>
                    <a:pt x="626" y="141"/>
                    <a:pt x="574" y="74"/>
                    <a:pt x="501" y="38"/>
                  </a:cubicBezTo>
                  <a:close/>
                </a:path>
              </a:pathLst>
            </a:custGeom>
            <a:solidFill>
              <a:srgbClr val="F171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4" name="îṧḻïḓè"/>
            <p:cNvSpPr/>
            <p:nvPr/>
          </p:nvSpPr>
          <p:spPr bwMode="auto">
            <a:xfrm>
              <a:off x="2949575" y="1558925"/>
              <a:ext cx="963613" cy="957263"/>
            </a:xfrm>
            <a:custGeom>
              <a:avLst/>
              <a:gdLst>
                <a:gd name="T0" fmla="*/ 395 w 580"/>
                <a:gd name="T1" fmla="*/ 38 h 578"/>
                <a:gd name="T2" fmla="*/ 145 w 580"/>
                <a:gd name="T3" fmla="*/ 28 h 578"/>
                <a:gd name="T4" fmla="*/ 0 w 580"/>
                <a:gd name="T5" fmla="*/ 105 h 578"/>
                <a:gd name="T6" fmla="*/ 78 w 580"/>
                <a:gd name="T7" fmla="*/ 73 h 578"/>
                <a:gd name="T8" fmla="*/ 329 w 580"/>
                <a:gd name="T9" fmla="*/ 84 h 578"/>
                <a:gd name="T10" fmla="*/ 484 w 580"/>
                <a:gd name="T11" fmla="*/ 284 h 578"/>
                <a:gd name="T12" fmla="*/ 463 w 580"/>
                <a:gd name="T13" fmla="*/ 527 h 578"/>
                <a:gd name="T14" fmla="*/ 416 w 580"/>
                <a:gd name="T15" fmla="*/ 578 h 578"/>
                <a:gd name="T16" fmla="*/ 529 w 580"/>
                <a:gd name="T17" fmla="*/ 481 h 578"/>
                <a:gd name="T18" fmla="*/ 550 w 580"/>
                <a:gd name="T19" fmla="*/ 238 h 578"/>
                <a:gd name="T20" fmla="*/ 395 w 580"/>
                <a:gd name="T21" fmla="*/ 38 h 5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80" h="578">
                  <a:moveTo>
                    <a:pt x="395" y="38"/>
                  </a:moveTo>
                  <a:cubicBezTo>
                    <a:pt x="322" y="3"/>
                    <a:pt x="238" y="0"/>
                    <a:pt x="145" y="28"/>
                  </a:cubicBezTo>
                  <a:cubicBezTo>
                    <a:pt x="87" y="46"/>
                    <a:pt x="39" y="71"/>
                    <a:pt x="0" y="105"/>
                  </a:cubicBezTo>
                  <a:cubicBezTo>
                    <a:pt x="24" y="93"/>
                    <a:pt x="50" y="82"/>
                    <a:pt x="78" y="73"/>
                  </a:cubicBezTo>
                  <a:cubicBezTo>
                    <a:pt x="172" y="45"/>
                    <a:pt x="256" y="49"/>
                    <a:pt x="329" y="84"/>
                  </a:cubicBezTo>
                  <a:cubicBezTo>
                    <a:pt x="402" y="119"/>
                    <a:pt x="454" y="186"/>
                    <a:pt x="484" y="284"/>
                  </a:cubicBezTo>
                  <a:cubicBezTo>
                    <a:pt x="513" y="382"/>
                    <a:pt x="507" y="463"/>
                    <a:pt x="463" y="527"/>
                  </a:cubicBezTo>
                  <a:cubicBezTo>
                    <a:pt x="450" y="545"/>
                    <a:pt x="435" y="562"/>
                    <a:pt x="416" y="578"/>
                  </a:cubicBezTo>
                  <a:cubicBezTo>
                    <a:pt x="466" y="551"/>
                    <a:pt x="504" y="518"/>
                    <a:pt x="529" y="481"/>
                  </a:cubicBezTo>
                  <a:cubicBezTo>
                    <a:pt x="573" y="418"/>
                    <a:pt x="580" y="336"/>
                    <a:pt x="550" y="238"/>
                  </a:cubicBezTo>
                  <a:cubicBezTo>
                    <a:pt x="520" y="141"/>
                    <a:pt x="468" y="74"/>
                    <a:pt x="395" y="38"/>
                  </a:cubicBezTo>
                  <a:close/>
                </a:path>
              </a:pathLst>
            </a:custGeom>
            <a:solidFill>
              <a:srgbClr val="E5597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5" name="íşlîḍe"/>
            <p:cNvSpPr/>
            <p:nvPr/>
          </p:nvSpPr>
          <p:spPr bwMode="auto">
            <a:xfrm>
              <a:off x="7481888" y="3155950"/>
              <a:ext cx="407988" cy="403225"/>
            </a:xfrm>
            <a:custGeom>
              <a:avLst/>
              <a:gdLst>
                <a:gd name="T0" fmla="*/ 139 w 245"/>
                <a:gd name="T1" fmla="*/ 5 h 243"/>
                <a:gd name="T2" fmla="*/ 50 w 245"/>
                <a:gd name="T3" fmla="*/ 27 h 243"/>
                <a:gd name="T4" fmla="*/ 4 w 245"/>
                <a:gd name="T5" fmla="*/ 106 h 243"/>
                <a:gd name="T6" fmla="*/ 27 w 245"/>
                <a:gd name="T7" fmla="*/ 195 h 243"/>
                <a:gd name="T8" fmla="*/ 106 w 245"/>
                <a:gd name="T9" fmla="*/ 241 h 243"/>
                <a:gd name="T10" fmla="*/ 143 w 245"/>
                <a:gd name="T11" fmla="*/ 241 h 243"/>
                <a:gd name="T12" fmla="*/ 194 w 245"/>
                <a:gd name="T13" fmla="*/ 218 h 243"/>
                <a:gd name="T14" fmla="*/ 240 w 245"/>
                <a:gd name="T15" fmla="*/ 140 h 243"/>
                <a:gd name="T16" fmla="*/ 218 w 245"/>
                <a:gd name="T17" fmla="*/ 51 h 243"/>
                <a:gd name="T18" fmla="*/ 139 w 245"/>
                <a:gd name="T19" fmla="*/ 5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5" h="243">
                  <a:moveTo>
                    <a:pt x="139" y="5"/>
                  </a:moveTo>
                  <a:cubicBezTo>
                    <a:pt x="106" y="0"/>
                    <a:pt x="76" y="8"/>
                    <a:pt x="50" y="27"/>
                  </a:cubicBezTo>
                  <a:cubicBezTo>
                    <a:pt x="24" y="47"/>
                    <a:pt x="9" y="73"/>
                    <a:pt x="4" y="106"/>
                  </a:cubicBezTo>
                  <a:cubicBezTo>
                    <a:pt x="0" y="139"/>
                    <a:pt x="7" y="169"/>
                    <a:pt x="27" y="195"/>
                  </a:cubicBezTo>
                  <a:cubicBezTo>
                    <a:pt x="46" y="221"/>
                    <a:pt x="73" y="236"/>
                    <a:pt x="106" y="241"/>
                  </a:cubicBezTo>
                  <a:cubicBezTo>
                    <a:pt x="119" y="243"/>
                    <a:pt x="131" y="243"/>
                    <a:pt x="143" y="241"/>
                  </a:cubicBezTo>
                  <a:cubicBezTo>
                    <a:pt x="161" y="238"/>
                    <a:pt x="178" y="230"/>
                    <a:pt x="194" y="218"/>
                  </a:cubicBezTo>
                  <a:cubicBezTo>
                    <a:pt x="220" y="199"/>
                    <a:pt x="236" y="172"/>
                    <a:pt x="240" y="140"/>
                  </a:cubicBezTo>
                  <a:cubicBezTo>
                    <a:pt x="245" y="107"/>
                    <a:pt x="237" y="77"/>
                    <a:pt x="218" y="51"/>
                  </a:cubicBezTo>
                  <a:cubicBezTo>
                    <a:pt x="198" y="25"/>
                    <a:pt x="172" y="9"/>
                    <a:pt x="139" y="5"/>
                  </a:cubicBezTo>
                  <a:close/>
                </a:path>
              </a:pathLst>
            </a:custGeom>
            <a:solidFill>
              <a:srgbClr val="F171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6" name="îṡľîḓê"/>
            <p:cNvSpPr/>
            <p:nvPr/>
          </p:nvSpPr>
          <p:spPr bwMode="auto">
            <a:xfrm>
              <a:off x="7615238" y="3160713"/>
              <a:ext cx="274638" cy="398463"/>
            </a:xfrm>
            <a:custGeom>
              <a:avLst/>
              <a:gdLst>
                <a:gd name="T0" fmla="*/ 138 w 165"/>
                <a:gd name="T1" fmla="*/ 48 h 240"/>
                <a:gd name="T2" fmla="*/ 59 w 165"/>
                <a:gd name="T3" fmla="*/ 2 h 240"/>
                <a:gd name="T4" fmla="*/ 28 w 165"/>
                <a:gd name="T5" fmla="*/ 1 h 240"/>
                <a:gd name="T6" fmla="*/ 82 w 165"/>
                <a:gd name="T7" fmla="*/ 41 h 240"/>
                <a:gd name="T8" fmla="*/ 104 w 165"/>
                <a:gd name="T9" fmla="*/ 130 h 240"/>
                <a:gd name="T10" fmla="*/ 58 w 165"/>
                <a:gd name="T11" fmla="*/ 208 h 240"/>
                <a:gd name="T12" fmla="*/ 7 w 165"/>
                <a:gd name="T13" fmla="*/ 231 h 240"/>
                <a:gd name="T14" fmla="*/ 0 w 165"/>
                <a:gd name="T15" fmla="*/ 232 h 240"/>
                <a:gd name="T16" fmla="*/ 26 w 165"/>
                <a:gd name="T17" fmla="*/ 238 h 240"/>
                <a:gd name="T18" fmla="*/ 63 w 165"/>
                <a:gd name="T19" fmla="*/ 238 h 240"/>
                <a:gd name="T20" fmla="*/ 114 w 165"/>
                <a:gd name="T21" fmla="*/ 215 h 240"/>
                <a:gd name="T22" fmla="*/ 160 w 165"/>
                <a:gd name="T23" fmla="*/ 137 h 240"/>
                <a:gd name="T24" fmla="*/ 138 w 165"/>
                <a:gd name="T25" fmla="*/ 48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5" h="240">
                  <a:moveTo>
                    <a:pt x="138" y="48"/>
                  </a:moveTo>
                  <a:cubicBezTo>
                    <a:pt x="118" y="22"/>
                    <a:pt x="92" y="6"/>
                    <a:pt x="59" y="2"/>
                  </a:cubicBezTo>
                  <a:cubicBezTo>
                    <a:pt x="48" y="0"/>
                    <a:pt x="38" y="0"/>
                    <a:pt x="28" y="1"/>
                  </a:cubicBezTo>
                  <a:cubicBezTo>
                    <a:pt x="50" y="9"/>
                    <a:pt x="68" y="22"/>
                    <a:pt x="82" y="41"/>
                  </a:cubicBezTo>
                  <a:cubicBezTo>
                    <a:pt x="101" y="67"/>
                    <a:pt x="109" y="97"/>
                    <a:pt x="104" y="130"/>
                  </a:cubicBezTo>
                  <a:cubicBezTo>
                    <a:pt x="100" y="162"/>
                    <a:pt x="84" y="189"/>
                    <a:pt x="58" y="208"/>
                  </a:cubicBezTo>
                  <a:cubicBezTo>
                    <a:pt x="42" y="220"/>
                    <a:pt x="25" y="228"/>
                    <a:pt x="7" y="231"/>
                  </a:cubicBezTo>
                  <a:cubicBezTo>
                    <a:pt x="5" y="231"/>
                    <a:pt x="3" y="231"/>
                    <a:pt x="0" y="232"/>
                  </a:cubicBezTo>
                  <a:cubicBezTo>
                    <a:pt x="8" y="234"/>
                    <a:pt x="17" y="237"/>
                    <a:pt x="26" y="238"/>
                  </a:cubicBezTo>
                  <a:cubicBezTo>
                    <a:pt x="39" y="240"/>
                    <a:pt x="51" y="240"/>
                    <a:pt x="63" y="238"/>
                  </a:cubicBezTo>
                  <a:cubicBezTo>
                    <a:pt x="81" y="235"/>
                    <a:pt x="98" y="227"/>
                    <a:pt x="114" y="215"/>
                  </a:cubicBezTo>
                  <a:cubicBezTo>
                    <a:pt x="140" y="196"/>
                    <a:pt x="156" y="169"/>
                    <a:pt x="160" y="137"/>
                  </a:cubicBezTo>
                  <a:cubicBezTo>
                    <a:pt x="165" y="104"/>
                    <a:pt x="157" y="74"/>
                    <a:pt x="138" y="48"/>
                  </a:cubicBezTo>
                  <a:close/>
                </a:path>
              </a:pathLst>
            </a:custGeom>
            <a:solidFill>
              <a:srgbClr val="E5597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7" name="îşḷíďè"/>
            <p:cNvSpPr/>
            <p:nvPr/>
          </p:nvSpPr>
          <p:spPr bwMode="auto">
            <a:xfrm>
              <a:off x="7396163" y="1450975"/>
              <a:ext cx="1335088" cy="1636713"/>
            </a:xfrm>
            <a:custGeom>
              <a:avLst/>
              <a:gdLst>
                <a:gd name="T0" fmla="*/ 718 w 804"/>
                <a:gd name="T1" fmla="*/ 158 h 987"/>
                <a:gd name="T2" fmla="*/ 446 w 804"/>
                <a:gd name="T3" fmla="*/ 17 h 987"/>
                <a:gd name="T4" fmla="*/ 143 w 804"/>
                <a:gd name="T5" fmla="*/ 76 h 987"/>
                <a:gd name="T6" fmla="*/ 3 w 804"/>
                <a:gd name="T7" fmla="*/ 285 h 987"/>
                <a:gd name="T8" fmla="*/ 12 w 804"/>
                <a:gd name="T9" fmla="*/ 329 h 987"/>
                <a:gd name="T10" fmla="*/ 50 w 804"/>
                <a:gd name="T11" fmla="*/ 353 h 987"/>
                <a:gd name="T12" fmla="*/ 120 w 804"/>
                <a:gd name="T13" fmla="*/ 363 h 987"/>
                <a:gd name="T14" fmla="*/ 182 w 804"/>
                <a:gd name="T15" fmla="*/ 321 h 987"/>
                <a:gd name="T16" fmla="*/ 254 w 804"/>
                <a:gd name="T17" fmla="*/ 213 h 987"/>
                <a:gd name="T18" fmla="*/ 421 w 804"/>
                <a:gd name="T19" fmla="*/ 183 h 987"/>
                <a:gd name="T20" fmla="*/ 572 w 804"/>
                <a:gd name="T21" fmla="*/ 260 h 987"/>
                <a:gd name="T22" fmla="*/ 606 w 804"/>
                <a:gd name="T23" fmla="*/ 423 h 987"/>
                <a:gd name="T24" fmla="*/ 503 w 804"/>
                <a:gd name="T25" fmla="*/ 595 h 987"/>
                <a:gd name="T26" fmla="*/ 242 w 804"/>
                <a:gd name="T27" fmla="*/ 605 h 987"/>
                <a:gd name="T28" fmla="*/ 211 w 804"/>
                <a:gd name="T29" fmla="*/ 600 h 987"/>
                <a:gd name="T30" fmla="*/ 148 w 804"/>
                <a:gd name="T31" fmla="*/ 648 h 987"/>
                <a:gd name="T32" fmla="*/ 111 w 804"/>
                <a:gd name="T33" fmla="*/ 913 h 987"/>
                <a:gd name="T34" fmla="*/ 121 w 804"/>
                <a:gd name="T35" fmla="*/ 955 h 987"/>
                <a:gd name="T36" fmla="*/ 158 w 804"/>
                <a:gd name="T37" fmla="*/ 976 h 987"/>
                <a:gd name="T38" fmla="*/ 230 w 804"/>
                <a:gd name="T39" fmla="*/ 986 h 987"/>
                <a:gd name="T40" fmla="*/ 246 w 804"/>
                <a:gd name="T41" fmla="*/ 986 h 987"/>
                <a:gd name="T42" fmla="*/ 293 w 804"/>
                <a:gd name="T43" fmla="*/ 939 h 987"/>
                <a:gd name="T44" fmla="*/ 317 w 804"/>
                <a:gd name="T45" fmla="*/ 767 h 987"/>
                <a:gd name="T46" fmla="*/ 321 w 804"/>
                <a:gd name="T47" fmla="*/ 764 h 987"/>
                <a:gd name="T48" fmla="*/ 638 w 804"/>
                <a:gd name="T49" fmla="*/ 719 h 987"/>
                <a:gd name="T50" fmla="*/ 787 w 804"/>
                <a:gd name="T51" fmla="*/ 460 h 987"/>
                <a:gd name="T52" fmla="*/ 718 w 804"/>
                <a:gd name="T53" fmla="*/ 158 h 9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804" h="987">
                  <a:moveTo>
                    <a:pt x="718" y="158"/>
                  </a:moveTo>
                  <a:cubicBezTo>
                    <a:pt x="656" y="81"/>
                    <a:pt x="564" y="33"/>
                    <a:pt x="446" y="17"/>
                  </a:cubicBezTo>
                  <a:cubicBezTo>
                    <a:pt x="327" y="0"/>
                    <a:pt x="225" y="20"/>
                    <a:pt x="143" y="76"/>
                  </a:cubicBezTo>
                  <a:cubicBezTo>
                    <a:pt x="71" y="125"/>
                    <a:pt x="24" y="195"/>
                    <a:pt x="3" y="285"/>
                  </a:cubicBezTo>
                  <a:cubicBezTo>
                    <a:pt x="0" y="300"/>
                    <a:pt x="3" y="316"/>
                    <a:pt x="12" y="329"/>
                  </a:cubicBezTo>
                  <a:cubicBezTo>
                    <a:pt x="21" y="342"/>
                    <a:pt x="35" y="351"/>
                    <a:pt x="50" y="353"/>
                  </a:cubicBezTo>
                  <a:cubicBezTo>
                    <a:pt x="120" y="363"/>
                    <a:pt x="120" y="363"/>
                    <a:pt x="120" y="363"/>
                  </a:cubicBezTo>
                  <a:cubicBezTo>
                    <a:pt x="148" y="367"/>
                    <a:pt x="175" y="349"/>
                    <a:pt x="182" y="321"/>
                  </a:cubicBezTo>
                  <a:cubicBezTo>
                    <a:pt x="195" y="273"/>
                    <a:pt x="218" y="237"/>
                    <a:pt x="254" y="213"/>
                  </a:cubicBezTo>
                  <a:cubicBezTo>
                    <a:pt x="297" y="183"/>
                    <a:pt x="353" y="173"/>
                    <a:pt x="421" y="183"/>
                  </a:cubicBezTo>
                  <a:cubicBezTo>
                    <a:pt x="489" y="192"/>
                    <a:pt x="540" y="218"/>
                    <a:pt x="572" y="260"/>
                  </a:cubicBezTo>
                  <a:cubicBezTo>
                    <a:pt x="604" y="302"/>
                    <a:pt x="616" y="356"/>
                    <a:pt x="606" y="423"/>
                  </a:cubicBezTo>
                  <a:cubicBezTo>
                    <a:pt x="593" y="514"/>
                    <a:pt x="559" y="572"/>
                    <a:pt x="503" y="595"/>
                  </a:cubicBezTo>
                  <a:cubicBezTo>
                    <a:pt x="444" y="619"/>
                    <a:pt x="356" y="622"/>
                    <a:pt x="242" y="605"/>
                  </a:cubicBezTo>
                  <a:cubicBezTo>
                    <a:pt x="211" y="600"/>
                    <a:pt x="211" y="600"/>
                    <a:pt x="211" y="600"/>
                  </a:cubicBezTo>
                  <a:cubicBezTo>
                    <a:pt x="181" y="596"/>
                    <a:pt x="153" y="617"/>
                    <a:pt x="148" y="648"/>
                  </a:cubicBezTo>
                  <a:cubicBezTo>
                    <a:pt x="111" y="913"/>
                    <a:pt x="111" y="913"/>
                    <a:pt x="111" y="913"/>
                  </a:cubicBezTo>
                  <a:cubicBezTo>
                    <a:pt x="109" y="928"/>
                    <a:pt x="112" y="943"/>
                    <a:pt x="121" y="955"/>
                  </a:cubicBezTo>
                  <a:cubicBezTo>
                    <a:pt x="130" y="966"/>
                    <a:pt x="143" y="974"/>
                    <a:pt x="158" y="976"/>
                  </a:cubicBezTo>
                  <a:cubicBezTo>
                    <a:pt x="230" y="986"/>
                    <a:pt x="230" y="986"/>
                    <a:pt x="230" y="986"/>
                  </a:cubicBezTo>
                  <a:cubicBezTo>
                    <a:pt x="235" y="987"/>
                    <a:pt x="241" y="987"/>
                    <a:pt x="246" y="986"/>
                  </a:cubicBezTo>
                  <a:cubicBezTo>
                    <a:pt x="270" y="982"/>
                    <a:pt x="289" y="964"/>
                    <a:pt x="293" y="939"/>
                  </a:cubicBezTo>
                  <a:cubicBezTo>
                    <a:pt x="317" y="767"/>
                    <a:pt x="317" y="767"/>
                    <a:pt x="317" y="767"/>
                  </a:cubicBezTo>
                  <a:cubicBezTo>
                    <a:pt x="317" y="765"/>
                    <a:pt x="319" y="763"/>
                    <a:pt x="321" y="764"/>
                  </a:cubicBezTo>
                  <a:cubicBezTo>
                    <a:pt x="455" y="779"/>
                    <a:pt x="561" y="764"/>
                    <a:pt x="638" y="719"/>
                  </a:cubicBezTo>
                  <a:cubicBezTo>
                    <a:pt x="719" y="671"/>
                    <a:pt x="769" y="584"/>
                    <a:pt x="787" y="460"/>
                  </a:cubicBezTo>
                  <a:cubicBezTo>
                    <a:pt x="804" y="336"/>
                    <a:pt x="781" y="235"/>
                    <a:pt x="718" y="158"/>
                  </a:cubicBezTo>
                  <a:close/>
                </a:path>
              </a:pathLst>
            </a:custGeom>
            <a:solidFill>
              <a:srgbClr val="F171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8" name="íšľîḍê"/>
            <p:cNvSpPr/>
            <p:nvPr/>
          </p:nvSpPr>
          <p:spPr bwMode="auto">
            <a:xfrm>
              <a:off x="7802563" y="1460500"/>
              <a:ext cx="928688" cy="1263650"/>
            </a:xfrm>
            <a:custGeom>
              <a:avLst/>
              <a:gdLst>
                <a:gd name="T0" fmla="*/ 473 w 559"/>
                <a:gd name="T1" fmla="*/ 152 h 762"/>
                <a:gd name="T2" fmla="*/ 201 w 559"/>
                <a:gd name="T3" fmla="*/ 11 h 762"/>
                <a:gd name="T4" fmla="*/ 0 w 559"/>
                <a:gd name="T5" fmla="*/ 22 h 762"/>
                <a:gd name="T6" fmla="*/ 103 w 559"/>
                <a:gd name="T7" fmla="*/ 27 h 762"/>
                <a:gd name="T8" fmla="*/ 376 w 559"/>
                <a:gd name="T9" fmla="*/ 168 h 762"/>
                <a:gd name="T10" fmla="*/ 444 w 559"/>
                <a:gd name="T11" fmla="*/ 470 h 762"/>
                <a:gd name="T12" fmla="*/ 296 w 559"/>
                <a:gd name="T13" fmla="*/ 729 h 762"/>
                <a:gd name="T14" fmla="*/ 217 w 559"/>
                <a:gd name="T15" fmla="*/ 762 h 762"/>
                <a:gd name="T16" fmla="*/ 393 w 559"/>
                <a:gd name="T17" fmla="*/ 713 h 762"/>
                <a:gd name="T18" fmla="*/ 542 w 559"/>
                <a:gd name="T19" fmla="*/ 454 h 762"/>
                <a:gd name="T20" fmla="*/ 473 w 559"/>
                <a:gd name="T21" fmla="*/ 152 h 7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59" h="762">
                  <a:moveTo>
                    <a:pt x="473" y="152"/>
                  </a:moveTo>
                  <a:cubicBezTo>
                    <a:pt x="411" y="75"/>
                    <a:pt x="319" y="27"/>
                    <a:pt x="201" y="11"/>
                  </a:cubicBezTo>
                  <a:cubicBezTo>
                    <a:pt x="127" y="0"/>
                    <a:pt x="60" y="4"/>
                    <a:pt x="0" y="22"/>
                  </a:cubicBezTo>
                  <a:cubicBezTo>
                    <a:pt x="33" y="20"/>
                    <a:pt x="67" y="22"/>
                    <a:pt x="103" y="27"/>
                  </a:cubicBezTo>
                  <a:cubicBezTo>
                    <a:pt x="222" y="43"/>
                    <a:pt x="313" y="91"/>
                    <a:pt x="376" y="168"/>
                  </a:cubicBezTo>
                  <a:cubicBezTo>
                    <a:pt x="439" y="245"/>
                    <a:pt x="462" y="347"/>
                    <a:pt x="444" y="470"/>
                  </a:cubicBezTo>
                  <a:cubicBezTo>
                    <a:pt x="427" y="594"/>
                    <a:pt x="377" y="681"/>
                    <a:pt x="296" y="729"/>
                  </a:cubicBezTo>
                  <a:cubicBezTo>
                    <a:pt x="272" y="743"/>
                    <a:pt x="246" y="754"/>
                    <a:pt x="217" y="762"/>
                  </a:cubicBezTo>
                  <a:cubicBezTo>
                    <a:pt x="287" y="757"/>
                    <a:pt x="345" y="741"/>
                    <a:pt x="393" y="713"/>
                  </a:cubicBezTo>
                  <a:cubicBezTo>
                    <a:pt x="474" y="665"/>
                    <a:pt x="524" y="578"/>
                    <a:pt x="542" y="454"/>
                  </a:cubicBezTo>
                  <a:cubicBezTo>
                    <a:pt x="559" y="330"/>
                    <a:pt x="536" y="229"/>
                    <a:pt x="473" y="152"/>
                  </a:cubicBezTo>
                  <a:close/>
                </a:path>
              </a:pathLst>
            </a:custGeom>
            <a:solidFill>
              <a:srgbClr val="E5597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9" name="iŝļíḑè"/>
            <p:cNvSpPr/>
            <p:nvPr/>
          </p:nvSpPr>
          <p:spPr bwMode="auto">
            <a:xfrm>
              <a:off x="7888288" y="5145088"/>
              <a:ext cx="169863" cy="160338"/>
            </a:xfrm>
            <a:custGeom>
              <a:avLst/>
              <a:gdLst>
                <a:gd name="T0" fmla="*/ 0 w 107"/>
                <a:gd name="T1" fmla="*/ 13 h 101"/>
                <a:gd name="T2" fmla="*/ 41 w 107"/>
                <a:gd name="T3" fmla="*/ 0 h 101"/>
                <a:gd name="T4" fmla="*/ 107 w 107"/>
                <a:gd name="T5" fmla="*/ 101 h 101"/>
                <a:gd name="T6" fmla="*/ 41 w 107"/>
                <a:gd name="T7" fmla="*/ 101 h 101"/>
                <a:gd name="T8" fmla="*/ 2 w 107"/>
                <a:gd name="T9" fmla="*/ 81 h 101"/>
                <a:gd name="T10" fmla="*/ 0 w 107"/>
                <a:gd name="T11" fmla="*/ 1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7" h="101">
                  <a:moveTo>
                    <a:pt x="0" y="13"/>
                  </a:moveTo>
                  <a:lnTo>
                    <a:pt x="41" y="0"/>
                  </a:lnTo>
                  <a:lnTo>
                    <a:pt x="107" y="101"/>
                  </a:lnTo>
                  <a:lnTo>
                    <a:pt x="41" y="101"/>
                  </a:lnTo>
                  <a:lnTo>
                    <a:pt x="2" y="81"/>
                  </a:lnTo>
                  <a:lnTo>
                    <a:pt x="0" y="13"/>
                  </a:lnTo>
                  <a:close/>
                </a:path>
              </a:pathLst>
            </a:custGeom>
            <a:solidFill>
              <a:srgbClr val="2424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0" name="ïşḷïdè"/>
            <p:cNvSpPr/>
            <p:nvPr/>
          </p:nvSpPr>
          <p:spPr bwMode="auto">
            <a:xfrm>
              <a:off x="6623050" y="4843463"/>
              <a:ext cx="498475" cy="423863"/>
            </a:xfrm>
            <a:custGeom>
              <a:avLst/>
              <a:gdLst>
                <a:gd name="T0" fmla="*/ 60 w 300"/>
                <a:gd name="T1" fmla="*/ 0 h 255"/>
                <a:gd name="T2" fmla="*/ 6 w 300"/>
                <a:gd name="T3" fmla="*/ 76 h 255"/>
                <a:gd name="T4" fmla="*/ 15 w 300"/>
                <a:gd name="T5" fmla="*/ 180 h 255"/>
                <a:gd name="T6" fmla="*/ 98 w 300"/>
                <a:gd name="T7" fmla="*/ 255 h 255"/>
                <a:gd name="T8" fmla="*/ 251 w 300"/>
                <a:gd name="T9" fmla="*/ 246 h 255"/>
                <a:gd name="T10" fmla="*/ 300 w 300"/>
                <a:gd name="T11" fmla="*/ 29 h 255"/>
                <a:gd name="T12" fmla="*/ 60 w 300"/>
                <a:gd name="T13" fmla="*/ 0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0" h="255">
                  <a:moveTo>
                    <a:pt x="60" y="0"/>
                  </a:moveTo>
                  <a:cubicBezTo>
                    <a:pt x="60" y="0"/>
                    <a:pt x="5" y="40"/>
                    <a:pt x="6" y="76"/>
                  </a:cubicBezTo>
                  <a:cubicBezTo>
                    <a:pt x="6" y="76"/>
                    <a:pt x="0" y="151"/>
                    <a:pt x="15" y="180"/>
                  </a:cubicBezTo>
                  <a:cubicBezTo>
                    <a:pt x="98" y="255"/>
                    <a:pt x="98" y="255"/>
                    <a:pt x="98" y="255"/>
                  </a:cubicBezTo>
                  <a:cubicBezTo>
                    <a:pt x="251" y="246"/>
                    <a:pt x="251" y="246"/>
                    <a:pt x="251" y="246"/>
                  </a:cubicBezTo>
                  <a:cubicBezTo>
                    <a:pt x="300" y="29"/>
                    <a:pt x="300" y="29"/>
                    <a:pt x="300" y="29"/>
                  </a:cubicBezTo>
                  <a:lnTo>
                    <a:pt x="60" y="0"/>
                  </a:lnTo>
                  <a:close/>
                </a:path>
              </a:pathLst>
            </a:custGeom>
            <a:solidFill>
              <a:srgbClr val="3B308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1" name="i$ľiḍê"/>
            <p:cNvSpPr/>
            <p:nvPr/>
          </p:nvSpPr>
          <p:spPr bwMode="auto">
            <a:xfrm>
              <a:off x="6780213" y="4741863"/>
              <a:ext cx="1125538" cy="542925"/>
            </a:xfrm>
            <a:custGeom>
              <a:avLst/>
              <a:gdLst>
                <a:gd name="T0" fmla="*/ 133 w 678"/>
                <a:gd name="T1" fmla="*/ 109 h 327"/>
                <a:gd name="T2" fmla="*/ 45 w 678"/>
                <a:gd name="T3" fmla="*/ 138 h 327"/>
                <a:gd name="T4" fmla="*/ 0 w 678"/>
                <a:gd name="T5" fmla="*/ 221 h 327"/>
                <a:gd name="T6" fmla="*/ 79 w 678"/>
                <a:gd name="T7" fmla="*/ 327 h 327"/>
                <a:gd name="T8" fmla="*/ 678 w 678"/>
                <a:gd name="T9" fmla="*/ 325 h 327"/>
                <a:gd name="T10" fmla="*/ 677 w 678"/>
                <a:gd name="T11" fmla="*/ 253 h 327"/>
                <a:gd name="T12" fmla="*/ 483 w 678"/>
                <a:gd name="T13" fmla="*/ 199 h 327"/>
                <a:gd name="T14" fmla="*/ 523 w 678"/>
                <a:gd name="T15" fmla="*/ 150 h 327"/>
                <a:gd name="T16" fmla="*/ 514 w 678"/>
                <a:gd name="T17" fmla="*/ 62 h 327"/>
                <a:gd name="T18" fmla="*/ 477 w 678"/>
                <a:gd name="T19" fmla="*/ 4 h 327"/>
                <a:gd name="T20" fmla="*/ 133 w 678"/>
                <a:gd name="T21" fmla="*/ 109 h 3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78" h="327">
                  <a:moveTo>
                    <a:pt x="133" y="109"/>
                  </a:moveTo>
                  <a:cubicBezTo>
                    <a:pt x="133" y="109"/>
                    <a:pt x="67" y="93"/>
                    <a:pt x="45" y="138"/>
                  </a:cubicBezTo>
                  <a:cubicBezTo>
                    <a:pt x="0" y="221"/>
                    <a:pt x="0" y="221"/>
                    <a:pt x="0" y="221"/>
                  </a:cubicBezTo>
                  <a:cubicBezTo>
                    <a:pt x="79" y="327"/>
                    <a:pt x="79" y="327"/>
                    <a:pt x="79" y="327"/>
                  </a:cubicBezTo>
                  <a:cubicBezTo>
                    <a:pt x="678" y="325"/>
                    <a:pt x="678" y="325"/>
                    <a:pt x="678" y="325"/>
                  </a:cubicBezTo>
                  <a:cubicBezTo>
                    <a:pt x="677" y="253"/>
                    <a:pt x="677" y="253"/>
                    <a:pt x="677" y="253"/>
                  </a:cubicBezTo>
                  <a:cubicBezTo>
                    <a:pt x="483" y="199"/>
                    <a:pt x="483" y="199"/>
                    <a:pt x="483" y="199"/>
                  </a:cubicBezTo>
                  <a:cubicBezTo>
                    <a:pt x="500" y="187"/>
                    <a:pt x="515" y="169"/>
                    <a:pt x="523" y="150"/>
                  </a:cubicBezTo>
                  <a:cubicBezTo>
                    <a:pt x="538" y="117"/>
                    <a:pt x="526" y="93"/>
                    <a:pt x="514" y="62"/>
                  </a:cubicBezTo>
                  <a:cubicBezTo>
                    <a:pt x="510" y="52"/>
                    <a:pt x="492" y="0"/>
                    <a:pt x="477" y="4"/>
                  </a:cubicBezTo>
                  <a:lnTo>
                    <a:pt x="133" y="109"/>
                  </a:lnTo>
                  <a:close/>
                </a:path>
              </a:pathLst>
            </a:custGeom>
            <a:solidFill>
              <a:srgbClr val="424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2" name="îśļiḑè"/>
            <p:cNvSpPr/>
            <p:nvPr/>
          </p:nvSpPr>
          <p:spPr bwMode="auto">
            <a:xfrm>
              <a:off x="6369050" y="3460750"/>
              <a:ext cx="119063" cy="131763"/>
            </a:xfrm>
            <a:custGeom>
              <a:avLst/>
              <a:gdLst>
                <a:gd name="T0" fmla="*/ 29 w 75"/>
                <a:gd name="T1" fmla="*/ 65 h 83"/>
                <a:gd name="T2" fmla="*/ 0 w 75"/>
                <a:gd name="T3" fmla="*/ 13 h 83"/>
                <a:gd name="T4" fmla="*/ 22 w 75"/>
                <a:gd name="T5" fmla="*/ 0 h 83"/>
                <a:gd name="T6" fmla="*/ 49 w 75"/>
                <a:gd name="T7" fmla="*/ 31 h 83"/>
                <a:gd name="T8" fmla="*/ 56 w 75"/>
                <a:gd name="T9" fmla="*/ 20 h 83"/>
                <a:gd name="T10" fmla="*/ 75 w 75"/>
                <a:gd name="T11" fmla="*/ 67 h 83"/>
                <a:gd name="T12" fmla="*/ 55 w 75"/>
                <a:gd name="T13" fmla="*/ 83 h 83"/>
                <a:gd name="T14" fmla="*/ 29 w 75"/>
                <a:gd name="T15" fmla="*/ 65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5" h="83">
                  <a:moveTo>
                    <a:pt x="29" y="65"/>
                  </a:moveTo>
                  <a:lnTo>
                    <a:pt x="0" y="13"/>
                  </a:lnTo>
                  <a:lnTo>
                    <a:pt x="22" y="0"/>
                  </a:lnTo>
                  <a:lnTo>
                    <a:pt x="49" y="31"/>
                  </a:lnTo>
                  <a:lnTo>
                    <a:pt x="56" y="20"/>
                  </a:lnTo>
                  <a:lnTo>
                    <a:pt x="75" y="67"/>
                  </a:lnTo>
                  <a:lnTo>
                    <a:pt x="55" y="83"/>
                  </a:lnTo>
                  <a:lnTo>
                    <a:pt x="29" y="65"/>
                  </a:lnTo>
                  <a:close/>
                </a:path>
              </a:pathLst>
            </a:custGeom>
            <a:solidFill>
              <a:srgbClr val="AF74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3" name="íśḻîḍê"/>
            <p:cNvSpPr/>
            <p:nvPr/>
          </p:nvSpPr>
          <p:spPr bwMode="auto">
            <a:xfrm>
              <a:off x="6426200" y="3538538"/>
              <a:ext cx="655638" cy="552450"/>
            </a:xfrm>
            <a:custGeom>
              <a:avLst/>
              <a:gdLst>
                <a:gd name="T0" fmla="*/ 413 w 413"/>
                <a:gd name="T1" fmla="*/ 135 h 348"/>
                <a:gd name="T2" fmla="*/ 215 w 413"/>
                <a:gd name="T3" fmla="*/ 189 h 348"/>
                <a:gd name="T4" fmla="*/ 38 w 413"/>
                <a:gd name="T5" fmla="*/ 0 h 348"/>
                <a:gd name="T6" fmla="*/ 0 w 413"/>
                <a:gd name="T7" fmla="*/ 35 h 348"/>
                <a:gd name="T8" fmla="*/ 162 w 413"/>
                <a:gd name="T9" fmla="*/ 348 h 348"/>
                <a:gd name="T10" fmla="*/ 404 w 413"/>
                <a:gd name="T11" fmla="*/ 299 h 348"/>
                <a:gd name="T12" fmla="*/ 413 w 413"/>
                <a:gd name="T13" fmla="*/ 135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13" h="348">
                  <a:moveTo>
                    <a:pt x="413" y="135"/>
                  </a:moveTo>
                  <a:lnTo>
                    <a:pt x="215" y="189"/>
                  </a:lnTo>
                  <a:lnTo>
                    <a:pt x="38" y="0"/>
                  </a:lnTo>
                  <a:lnTo>
                    <a:pt x="0" y="35"/>
                  </a:lnTo>
                  <a:lnTo>
                    <a:pt x="162" y="348"/>
                  </a:lnTo>
                  <a:lnTo>
                    <a:pt x="404" y="299"/>
                  </a:lnTo>
                  <a:lnTo>
                    <a:pt x="413" y="135"/>
                  </a:lnTo>
                  <a:close/>
                </a:path>
              </a:pathLst>
            </a:custGeom>
            <a:solidFill>
              <a:srgbClr val="F6D5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4" name="ïšľíḑé"/>
            <p:cNvSpPr/>
            <p:nvPr/>
          </p:nvSpPr>
          <p:spPr bwMode="auto">
            <a:xfrm>
              <a:off x="6704013" y="3746500"/>
              <a:ext cx="1012825" cy="1204913"/>
            </a:xfrm>
            <a:custGeom>
              <a:avLst/>
              <a:gdLst>
                <a:gd name="T0" fmla="*/ 40 w 610"/>
                <a:gd name="T1" fmla="*/ 541 h 727"/>
                <a:gd name="T2" fmla="*/ 105 w 610"/>
                <a:gd name="T3" fmla="*/ 183 h 727"/>
                <a:gd name="T4" fmla="*/ 130 w 610"/>
                <a:gd name="T5" fmla="*/ 79 h 727"/>
                <a:gd name="T6" fmla="*/ 210 w 610"/>
                <a:gd name="T7" fmla="*/ 13 h 727"/>
                <a:gd name="T8" fmla="*/ 346 w 610"/>
                <a:gd name="T9" fmla="*/ 2 h 727"/>
                <a:gd name="T10" fmla="*/ 458 w 610"/>
                <a:gd name="T11" fmla="*/ 235 h 727"/>
                <a:gd name="T12" fmla="*/ 524 w 610"/>
                <a:gd name="T13" fmla="*/ 375 h 727"/>
                <a:gd name="T14" fmla="*/ 562 w 610"/>
                <a:gd name="T15" fmla="*/ 524 h 727"/>
                <a:gd name="T16" fmla="*/ 573 w 610"/>
                <a:gd name="T17" fmla="*/ 680 h 727"/>
                <a:gd name="T18" fmla="*/ 563 w 610"/>
                <a:gd name="T19" fmla="*/ 683 h 727"/>
                <a:gd name="T20" fmla="*/ 380 w 610"/>
                <a:gd name="T21" fmla="*/ 722 h 727"/>
                <a:gd name="T22" fmla="*/ 213 w 610"/>
                <a:gd name="T23" fmla="*/ 719 h 727"/>
                <a:gd name="T24" fmla="*/ 0 w 610"/>
                <a:gd name="T25" fmla="*/ 655 h 727"/>
                <a:gd name="T26" fmla="*/ 40 w 610"/>
                <a:gd name="T27" fmla="*/ 541 h 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10" h="727">
                  <a:moveTo>
                    <a:pt x="40" y="541"/>
                  </a:moveTo>
                  <a:cubicBezTo>
                    <a:pt x="82" y="426"/>
                    <a:pt x="90" y="304"/>
                    <a:pt x="105" y="183"/>
                  </a:cubicBezTo>
                  <a:cubicBezTo>
                    <a:pt x="109" y="147"/>
                    <a:pt x="114" y="111"/>
                    <a:pt x="130" y="79"/>
                  </a:cubicBezTo>
                  <a:cubicBezTo>
                    <a:pt x="148" y="42"/>
                    <a:pt x="177" y="23"/>
                    <a:pt x="210" y="13"/>
                  </a:cubicBezTo>
                  <a:cubicBezTo>
                    <a:pt x="253" y="0"/>
                    <a:pt x="302" y="3"/>
                    <a:pt x="346" y="2"/>
                  </a:cubicBezTo>
                  <a:cubicBezTo>
                    <a:pt x="387" y="2"/>
                    <a:pt x="419" y="158"/>
                    <a:pt x="458" y="235"/>
                  </a:cubicBezTo>
                  <a:cubicBezTo>
                    <a:pt x="483" y="282"/>
                    <a:pt x="508" y="324"/>
                    <a:pt x="524" y="375"/>
                  </a:cubicBezTo>
                  <a:cubicBezTo>
                    <a:pt x="539" y="424"/>
                    <a:pt x="553" y="474"/>
                    <a:pt x="562" y="524"/>
                  </a:cubicBezTo>
                  <a:cubicBezTo>
                    <a:pt x="574" y="601"/>
                    <a:pt x="610" y="655"/>
                    <a:pt x="573" y="680"/>
                  </a:cubicBezTo>
                  <a:cubicBezTo>
                    <a:pt x="570" y="681"/>
                    <a:pt x="566" y="682"/>
                    <a:pt x="563" y="683"/>
                  </a:cubicBezTo>
                  <a:cubicBezTo>
                    <a:pt x="504" y="702"/>
                    <a:pt x="442" y="715"/>
                    <a:pt x="380" y="722"/>
                  </a:cubicBezTo>
                  <a:cubicBezTo>
                    <a:pt x="325" y="727"/>
                    <a:pt x="269" y="727"/>
                    <a:pt x="213" y="719"/>
                  </a:cubicBezTo>
                  <a:cubicBezTo>
                    <a:pt x="138" y="709"/>
                    <a:pt x="65" y="696"/>
                    <a:pt x="0" y="655"/>
                  </a:cubicBezTo>
                  <a:cubicBezTo>
                    <a:pt x="13" y="617"/>
                    <a:pt x="27" y="579"/>
                    <a:pt x="40" y="541"/>
                  </a:cubicBezTo>
                  <a:close/>
                </a:path>
              </a:pathLst>
            </a:custGeom>
            <a:solidFill>
              <a:srgbClr val="F6D5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5" name="îSḷiḑê"/>
            <p:cNvSpPr/>
            <p:nvPr/>
          </p:nvSpPr>
          <p:spPr bwMode="auto">
            <a:xfrm>
              <a:off x="7043738" y="3390900"/>
              <a:ext cx="298450" cy="417513"/>
            </a:xfrm>
            <a:custGeom>
              <a:avLst/>
              <a:gdLst>
                <a:gd name="T0" fmla="*/ 165 w 179"/>
                <a:gd name="T1" fmla="*/ 101 h 252"/>
                <a:gd name="T2" fmla="*/ 14 w 179"/>
                <a:gd name="T3" fmla="*/ 82 h 252"/>
                <a:gd name="T4" fmla="*/ 4 w 179"/>
                <a:gd name="T5" fmla="*/ 159 h 252"/>
                <a:gd name="T6" fmla="*/ 47 w 179"/>
                <a:gd name="T7" fmla="*/ 220 h 252"/>
                <a:gd name="T8" fmla="*/ 47 w 179"/>
                <a:gd name="T9" fmla="*/ 221 h 252"/>
                <a:gd name="T10" fmla="*/ 44 w 179"/>
                <a:gd name="T11" fmla="*/ 240 h 252"/>
                <a:gd name="T12" fmla="*/ 44 w 179"/>
                <a:gd name="T13" fmla="*/ 244 h 252"/>
                <a:gd name="T14" fmla="*/ 48 w 179"/>
                <a:gd name="T15" fmla="*/ 247 h 252"/>
                <a:gd name="T16" fmla="*/ 72 w 179"/>
                <a:gd name="T17" fmla="*/ 251 h 252"/>
                <a:gd name="T18" fmla="*/ 83 w 179"/>
                <a:gd name="T19" fmla="*/ 251 h 252"/>
                <a:gd name="T20" fmla="*/ 96 w 179"/>
                <a:gd name="T21" fmla="*/ 230 h 252"/>
                <a:gd name="T22" fmla="*/ 96 w 179"/>
                <a:gd name="T23" fmla="*/ 224 h 252"/>
                <a:gd name="T24" fmla="*/ 165 w 179"/>
                <a:gd name="T25" fmla="*/ 101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9" h="252">
                  <a:moveTo>
                    <a:pt x="165" y="101"/>
                  </a:moveTo>
                  <a:cubicBezTo>
                    <a:pt x="143" y="29"/>
                    <a:pt x="40" y="0"/>
                    <a:pt x="14" y="82"/>
                  </a:cubicBezTo>
                  <a:cubicBezTo>
                    <a:pt x="6" y="107"/>
                    <a:pt x="0" y="133"/>
                    <a:pt x="4" y="159"/>
                  </a:cubicBezTo>
                  <a:cubicBezTo>
                    <a:pt x="8" y="184"/>
                    <a:pt x="23" y="209"/>
                    <a:pt x="47" y="220"/>
                  </a:cubicBezTo>
                  <a:cubicBezTo>
                    <a:pt x="47" y="221"/>
                    <a:pt x="47" y="221"/>
                    <a:pt x="47" y="221"/>
                  </a:cubicBezTo>
                  <a:cubicBezTo>
                    <a:pt x="46" y="227"/>
                    <a:pt x="45" y="234"/>
                    <a:pt x="44" y="240"/>
                  </a:cubicBezTo>
                  <a:cubicBezTo>
                    <a:pt x="43" y="242"/>
                    <a:pt x="43" y="243"/>
                    <a:pt x="44" y="244"/>
                  </a:cubicBezTo>
                  <a:cubicBezTo>
                    <a:pt x="45" y="246"/>
                    <a:pt x="47" y="246"/>
                    <a:pt x="48" y="247"/>
                  </a:cubicBezTo>
                  <a:cubicBezTo>
                    <a:pt x="56" y="248"/>
                    <a:pt x="64" y="249"/>
                    <a:pt x="72" y="251"/>
                  </a:cubicBezTo>
                  <a:cubicBezTo>
                    <a:pt x="76" y="252"/>
                    <a:pt x="80" y="252"/>
                    <a:pt x="83" y="251"/>
                  </a:cubicBezTo>
                  <a:cubicBezTo>
                    <a:pt x="92" y="249"/>
                    <a:pt x="95" y="239"/>
                    <a:pt x="96" y="230"/>
                  </a:cubicBezTo>
                  <a:cubicBezTo>
                    <a:pt x="96" y="228"/>
                    <a:pt x="96" y="226"/>
                    <a:pt x="96" y="224"/>
                  </a:cubicBezTo>
                  <a:cubicBezTo>
                    <a:pt x="143" y="210"/>
                    <a:pt x="179" y="148"/>
                    <a:pt x="165" y="101"/>
                  </a:cubicBezTo>
                  <a:close/>
                </a:path>
              </a:pathLst>
            </a:custGeom>
            <a:solidFill>
              <a:srgbClr val="AF74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6" name="iṧḻîḋé"/>
            <p:cNvSpPr/>
            <p:nvPr/>
          </p:nvSpPr>
          <p:spPr bwMode="auto">
            <a:xfrm>
              <a:off x="6759575" y="3343275"/>
              <a:ext cx="450850" cy="500063"/>
            </a:xfrm>
            <a:custGeom>
              <a:avLst/>
              <a:gdLst>
                <a:gd name="T0" fmla="*/ 214 w 272"/>
                <a:gd name="T1" fmla="*/ 4 h 302"/>
                <a:gd name="T2" fmla="*/ 161 w 272"/>
                <a:gd name="T3" fmla="*/ 27 h 302"/>
                <a:gd name="T4" fmla="*/ 114 w 272"/>
                <a:gd name="T5" fmla="*/ 43 h 302"/>
                <a:gd name="T6" fmla="*/ 82 w 272"/>
                <a:gd name="T7" fmla="*/ 80 h 302"/>
                <a:gd name="T8" fmla="*/ 33 w 272"/>
                <a:gd name="T9" fmla="*/ 65 h 302"/>
                <a:gd name="T10" fmla="*/ 6 w 272"/>
                <a:gd name="T11" fmla="*/ 105 h 302"/>
                <a:gd name="T12" fmla="*/ 37 w 272"/>
                <a:gd name="T13" fmla="*/ 140 h 302"/>
                <a:gd name="T14" fmla="*/ 36 w 272"/>
                <a:gd name="T15" fmla="*/ 216 h 302"/>
                <a:gd name="T16" fmla="*/ 51 w 272"/>
                <a:gd name="T17" fmla="*/ 225 h 302"/>
                <a:gd name="T18" fmla="*/ 61 w 272"/>
                <a:gd name="T19" fmla="*/ 246 h 302"/>
                <a:gd name="T20" fmla="*/ 137 w 272"/>
                <a:gd name="T21" fmla="*/ 299 h 302"/>
                <a:gd name="T22" fmla="*/ 183 w 272"/>
                <a:gd name="T23" fmla="*/ 248 h 302"/>
                <a:gd name="T24" fmla="*/ 177 w 272"/>
                <a:gd name="T25" fmla="*/ 185 h 302"/>
                <a:gd name="T26" fmla="*/ 203 w 272"/>
                <a:gd name="T27" fmla="*/ 105 h 302"/>
                <a:gd name="T28" fmla="*/ 250 w 272"/>
                <a:gd name="T29" fmla="*/ 79 h 302"/>
                <a:gd name="T30" fmla="*/ 263 w 272"/>
                <a:gd name="T31" fmla="*/ 79 h 302"/>
                <a:gd name="T32" fmla="*/ 272 w 272"/>
                <a:gd name="T33" fmla="*/ 63 h 302"/>
                <a:gd name="T34" fmla="*/ 214 w 272"/>
                <a:gd name="T35" fmla="*/ 4 h 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72" h="302">
                  <a:moveTo>
                    <a:pt x="214" y="4"/>
                  </a:moveTo>
                  <a:cubicBezTo>
                    <a:pt x="195" y="0"/>
                    <a:pt x="178" y="18"/>
                    <a:pt x="161" y="27"/>
                  </a:cubicBezTo>
                  <a:cubicBezTo>
                    <a:pt x="146" y="35"/>
                    <a:pt x="129" y="37"/>
                    <a:pt x="114" y="43"/>
                  </a:cubicBezTo>
                  <a:cubicBezTo>
                    <a:pt x="98" y="49"/>
                    <a:pt x="83" y="62"/>
                    <a:pt x="82" y="80"/>
                  </a:cubicBezTo>
                  <a:cubicBezTo>
                    <a:pt x="67" y="71"/>
                    <a:pt x="51" y="63"/>
                    <a:pt x="33" y="65"/>
                  </a:cubicBezTo>
                  <a:cubicBezTo>
                    <a:pt x="16" y="68"/>
                    <a:pt x="0" y="88"/>
                    <a:pt x="6" y="105"/>
                  </a:cubicBezTo>
                  <a:cubicBezTo>
                    <a:pt x="12" y="121"/>
                    <a:pt x="31" y="125"/>
                    <a:pt x="37" y="140"/>
                  </a:cubicBezTo>
                  <a:cubicBezTo>
                    <a:pt x="47" y="164"/>
                    <a:pt x="18" y="200"/>
                    <a:pt x="36" y="216"/>
                  </a:cubicBezTo>
                  <a:cubicBezTo>
                    <a:pt x="41" y="220"/>
                    <a:pt x="47" y="221"/>
                    <a:pt x="51" y="225"/>
                  </a:cubicBezTo>
                  <a:cubicBezTo>
                    <a:pt x="57" y="230"/>
                    <a:pt x="58" y="238"/>
                    <a:pt x="61" y="246"/>
                  </a:cubicBezTo>
                  <a:cubicBezTo>
                    <a:pt x="71" y="279"/>
                    <a:pt x="104" y="302"/>
                    <a:pt x="137" y="299"/>
                  </a:cubicBezTo>
                  <a:cubicBezTo>
                    <a:pt x="158" y="290"/>
                    <a:pt x="175" y="270"/>
                    <a:pt x="183" y="248"/>
                  </a:cubicBezTo>
                  <a:cubicBezTo>
                    <a:pt x="193" y="220"/>
                    <a:pt x="178" y="210"/>
                    <a:pt x="177" y="185"/>
                  </a:cubicBezTo>
                  <a:cubicBezTo>
                    <a:pt x="175" y="156"/>
                    <a:pt x="185" y="127"/>
                    <a:pt x="203" y="105"/>
                  </a:cubicBezTo>
                  <a:cubicBezTo>
                    <a:pt x="215" y="91"/>
                    <a:pt x="232" y="80"/>
                    <a:pt x="250" y="79"/>
                  </a:cubicBezTo>
                  <a:cubicBezTo>
                    <a:pt x="257" y="78"/>
                    <a:pt x="255" y="84"/>
                    <a:pt x="263" y="79"/>
                  </a:cubicBezTo>
                  <a:cubicBezTo>
                    <a:pt x="266" y="76"/>
                    <a:pt x="271" y="68"/>
                    <a:pt x="272" y="63"/>
                  </a:cubicBezTo>
                  <a:cubicBezTo>
                    <a:pt x="254" y="47"/>
                    <a:pt x="239" y="8"/>
                    <a:pt x="214" y="4"/>
                  </a:cubicBezTo>
                  <a:close/>
                </a:path>
              </a:pathLst>
            </a:custGeom>
            <a:solidFill>
              <a:srgbClr val="2424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7" name="ïsľîďe"/>
            <p:cNvSpPr/>
            <p:nvPr/>
          </p:nvSpPr>
          <p:spPr bwMode="auto">
            <a:xfrm>
              <a:off x="7167563" y="3346450"/>
              <a:ext cx="455613" cy="593725"/>
            </a:xfrm>
            <a:custGeom>
              <a:avLst/>
              <a:gdLst>
                <a:gd name="T0" fmla="*/ 173 w 275"/>
                <a:gd name="T1" fmla="*/ 45 h 358"/>
                <a:gd name="T2" fmla="*/ 202 w 275"/>
                <a:gd name="T3" fmla="*/ 53 h 358"/>
                <a:gd name="T4" fmla="*/ 218 w 275"/>
                <a:gd name="T5" fmla="*/ 87 h 358"/>
                <a:gd name="T6" fmla="*/ 237 w 275"/>
                <a:gd name="T7" fmla="*/ 131 h 358"/>
                <a:gd name="T8" fmla="*/ 260 w 275"/>
                <a:gd name="T9" fmla="*/ 150 h 358"/>
                <a:gd name="T10" fmla="*/ 275 w 275"/>
                <a:gd name="T11" fmla="*/ 176 h 358"/>
                <a:gd name="T12" fmla="*/ 266 w 275"/>
                <a:gd name="T13" fmla="*/ 206 h 358"/>
                <a:gd name="T14" fmla="*/ 261 w 275"/>
                <a:gd name="T15" fmla="*/ 245 h 358"/>
                <a:gd name="T16" fmla="*/ 249 w 275"/>
                <a:gd name="T17" fmla="*/ 267 h 358"/>
                <a:gd name="T18" fmla="*/ 219 w 275"/>
                <a:gd name="T19" fmla="*/ 272 h 358"/>
                <a:gd name="T20" fmla="*/ 189 w 275"/>
                <a:gd name="T21" fmla="*/ 269 h 358"/>
                <a:gd name="T22" fmla="*/ 164 w 275"/>
                <a:gd name="T23" fmla="*/ 316 h 358"/>
                <a:gd name="T24" fmla="*/ 98 w 275"/>
                <a:gd name="T25" fmla="*/ 348 h 358"/>
                <a:gd name="T26" fmla="*/ 68 w 275"/>
                <a:gd name="T27" fmla="*/ 290 h 358"/>
                <a:gd name="T28" fmla="*/ 74 w 275"/>
                <a:gd name="T29" fmla="*/ 255 h 358"/>
                <a:gd name="T30" fmla="*/ 80 w 275"/>
                <a:gd name="T31" fmla="*/ 219 h 358"/>
                <a:gd name="T32" fmla="*/ 88 w 275"/>
                <a:gd name="T33" fmla="*/ 213 h 358"/>
                <a:gd name="T34" fmla="*/ 92 w 275"/>
                <a:gd name="T35" fmla="*/ 206 h 358"/>
                <a:gd name="T36" fmla="*/ 87 w 275"/>
                <a:gd name="T37" fmla="*/ 178 h 358"/>
                <a:gd name="T38" fmla="*/ 76 w 275"/>
                <a:gd name="T39" fmla="*/ 162 h 358"/>
                <a:gd name="T40" fmla="*/ 76 w 275"/>
                <a:gd name="T41" fmla="*/ 138 h 358"/>
                <a:gd name="T42" fmla="*/ 52 w 275"/>
                <a:gd name="T43" fmla="*/ 92 h 358"/>
                <a:gd name="T44" fmla="*/ 23 w 275"/>
                <a:gd name="T45" fmla="*/ 75 h 358"/>
                <a:gd name="T46" fmla="*/ 0 w 275"/>
                <a:gd name="T47" fmla="*/ 59 h 358"/>
                <a:gd name="T48" fmla="*/ 10 w 275"/>
                <a:gd name="T49" fmla="*/ 40 h 358"/>
                <a:gd name="T50" fmla="*/ 35 w 275"/>
                <a:gd name="T51" fmla="*/ 17 h 358"/>
                <a:gd name="T52" fmla="*/ 92 w 275"/>
                <a:gd name="T53" fmla="*/ 37 h 358"/>
                <a:gd name="T54" fmla="*/ 109 w 275"/>
                <a:gd name="T55" fmla="*/ 28 h 358"/>
                <a:gd name="T56" fmla="*/ 142 w 275"/>
                <a:gd name="T57" fmla="*/ 29 h 358"/>
                <a:gd name="T58" fmla="*/ 173 w 275"/>
                <a:gd name="T59" fmla="*/ 45 h 3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75" h="358">
                  <a:moveTo>
                    <a:pt x="173" y="45"/>
                  </a:moveTo>
                  <a:cubicBezTo>
                    <a:pt x="182" y="48"/>
                    <a:pt x="193" y="48"/>
                    <a:pt x="202" y="53"/>
                  </a:cubicBezTo>
                  <a:cubicBezTo>
                    <a:pt x="216" y="59"/>
                    <a:pt x="215" y="74"/>
                    <a:pt x="218" y="87"/>
                  </a:cubicBezTo>
                  <a:cubicBezTo>
                    <a:pt x="222" y="101"/>
                    <a:pt x="228" y="120"/>
                    <a:pt x="237" y="131"/>
                  </a:cubicBezTo>
                  <a:cubicBezTo>
                    <a:pt x="243" y="139"/>
                    <a:pt x="252" y="144"/>
                    <a:pt x="260" y="150"/>
                  </a:cubicBezTo>
                  <a:cubicBezTo>
                    <a:pt x="268" y="156"/>
                    <a:pt x="275" y="166"/>
                    <a:pt x="275" y="176"/>
                  </a:cubicBezTo>
                  <a:cubicBezTo>
                    <a:pt x="274" y="187"/>
                    <a:pt x="267" y="196"/>
                    <a:pt x="266" y="206"/>
                  </a:cubicBezTo>
                  <a:cubicBezTo>
                    <a:pt x="264" y="222"/>
                    <a:pt x="266" y="230"/>
                    <a:pt x="261" y="245"/>
                  </a:cubicBezTo>
                  <a:cubicBezTo>
                    <a:pt x="258" y="253"/>
                    <a:pt x="255" y="262"/>
                    <a:pt x="249" y="267"/>
                  </a:cubicBezTo>
                  <a:cubicBezTo>
                    <a:pt x="241" y="274"/>
                    <a:pt x="229" y="274"/>
                    <a:pt x="219" y="272"/>
                  </a:cubicBezTo>
                  <a:cubicBezTo>
                    <a:pt x="209" y="270"/>
                    <a:pt x="199" y="266"/>
                    <a:pt x="189" y="269"/>
                  </a:cubicBezTo>
                  <a:cubicBezTo>
                    <a:pt x="167" y="276"/>
                    <a:pt x="171" y="298"/>
                    <a:pt x="164" y="316"/>
                  </a:cubicBezTo>
                  <a:cubicBezTo>
                    <a:pt x="155" y="343"/>
                    <a:pt x="122" y="358"/>
                    <a:pt x="98" y="348"/>
                  </a:cubicBezTo>
                  <a:cubicBezTo>
                    <a:pt x="77" y="339"/>
                    <a:pt x="66" y="314"/>
                    <a:pt x="68" y="290"/>
                  </a:cubicBezTo>
                  <a:cubicBezTo>
                    <a:pt x="69" y="278"/>
                    <a:pt x="74" y="267"/>
                    <a:pt x="74" y="255"/>
                  </a:cubicBezTo>
                  <a:cubicBezTo>
                    <a:pt x="75" y="244"/>
                    <a:pt x="69" y="228"/>
                    <a:pt x="80" y="219"/>
                  </a:cubicBezTo>
                  <a:cubicBezTo>
                    <a:pt x="82" y="217"/>
                    <a:pt x="86" y="216"/>
                    <a:pt x="88" y="213"/>
                  </a:cubicBezTo>
                  <a:cubicBezTo>
                    <a:pt x="90" y="211"/>
                    <a:pt x="91" y="208"/>
                    <a:pt x="92" y="206"/>
                  </a:cubicBezTo>
                  <a:cubicBezTo>
                    <a:pt x="94" y="196"/>
                    <a:pt x="93" y="186"/>
                    <a:pt x="87" y="178"/>
                  </a:cubicBezTo>
                  <a:cubicBezTo>
                    <a:pt x="83" y="173"/>
                    <a:pt x="78" y="169"/>
                    <a:pt x="76" y="162"/>
                  </a:cubicBezTo>
                  <a:cubicBezTo>
                    <a:pt x="73" y="155"/>
                    <a:pt x="75" y="147"/>
                    <a:pt x="76" y="138"/>
                  </a:cubicBezTo>
                  <a:cubicBezTo>
                    <a:pt x="78" y="119"/>
                    <a:pt x="68" y="100"/>
                    <a:pt x="52" y="92"/>
                  </a:cubicBezTo>
                  <a:cubicBezTo>
                    <a:pt x="42" y="86"/>
                    <a:pt x="32" y="83"/>
                    <a:pt x="23" y="75"/>
                  </a:cubicBezTo>
                  <a:cubicBezTo>
                    <a:pt x="22" y="74"/>
                    <a:pt x="1" y="55"/>
                    <a:pt x="0" y="59"/>
                  </a:cubicBezTo>
                  <a:cubicBezTo>
                    <a:pt x="2" y="52"/>
                    <a:pt x="6" y="46"/>
                    <a:pt x="10" y="40"/>
                  </a:cubicBezTo>
                  <a:cubicBezTo>
                    <a:pt x="17" y="31"/>
                    <a:pt x="25" y="22"/>
                    <a:pt x="35" y="17"/>
                  </a:cubicBezTo>
                  <a:cubicBezTo>
                    <a:pt x="67" y="0"/>
                    <a:pt x="67" y="42"/>
                    <a:pt x="92" y="37"/>
                  </a:cubicBezTo>
                  <a:cubicBezTo>
                    <a:pt x="98" y="36"/>
                    <a:pt x="103" y="31"/>
                    <a:pt x="109" y="28"/>
                  </a:cubicBezTo>
                  <a:cubicBezTo>
                    <a:pt x="119" y="22"/>
                    <a:pt x="132" y="24"/>
                    <a:pt x="142" y="29"/>
                  </a:cubicBezTo>
                  <a:cubicBezTo>
                    <a:pt x="152" y="34"/>
                    <a:pt x="162" y="42"/>
                    <a:pt x="173" y="45"/>
                  </a:cubicBezTo>
                  <a:close/>
                </a:path>
              </a:pathLst>
            </a:custGeom>
            <a:solidFill>
              <a:srgbClr val="2424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8" name="íSlíďè"/>
            <p:cNvSpPr/>
            <p:nvPr/>
          </p:nvSpPr>
          <p:spPr bwMode="auto">
            <a:xfrm>
              <a:off x="6342063" y="4829175"/>
              <a:ext cx="273050" cy="266700"/>
            </a:xfrm>
            <a:custGeom>
              <a:avLst/>
              <a:gdLst>
                <a:gd name="T0" fmla="*/ 100 w 164"/>
                <a:gd name="T1" fmla="*/ 5 h 161"/>
                <a:gd name="T2" fmla="*/ 40 w 164"/>
                <a:gd name="T3" fmla="*/ 14 h 161"/>
                <a:gd name="T4" fmla="*/ 5 w 164"/>
                <a:gd name="T5" fmla="*/ 63 h 161"/>
                <a:gd name="T6" fmla="*/ 14 w 164"/>
                <a:gd name="T7" fmla="*/ 123 h 161"/>
                <a:gd name="T8" fmla="*/ 63 w 164"/>
                <a:gd name="T9" fmla="*/ 159 h 161"/>
                <a:gd name="T10" fmla="*/ 88 w 164"/>
                <a:gd name="T11" fmla="*/ 161 h 161"/>
                <a:gd name="T12" fmla="*/ 123 w 164"/>
                <a:gd name="T13" fmla="*/ 149 h 161"/>
                <a:gd name="T14" fmla="*/ 159 w 164"/>
                <a:gd name="T15" fmla="*/ 100 h 161"/>
                <a:gd name="T16" fmla="*/ 149 w 164"/>
                <a:gd name="T17" fmla="*/ 40 h 161"/>
                <a:gd name="T18" fmla="*/ 100 w 164"/>
                <a:gd name="T19" fmla="*/ 5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4" h="161">
                  <a:moveTo>
                    <a:pt x="100" y="5"/>
                  </a:moveTo>
                  <a:cubicBezTo>
                    <a:pt x="79" y="0"/>
                    <a:pt x="59" y="3"/>
                    <a:pt x="40" y="14"/>
                  </a:cubicBezTo>
                  <a:cubicBezTo>
                    <a:pt x="22" y="26"/>
                    <a:pt x="10" y="42"/>
                    <a:pt x="5" y="63"/>
                  </a:cubicBezTo>
                  <a:cubicBezTo>
                    <a:pt x="0" y="85"/>
                    <a:pt x="3" y="105"/>
                    <a:pt x="14" y="123"/>
                  </a:cubicBezTo>
                  <a:cubicBezTo>
                    <a:pt x="25" y="142"/>
                    <a:pt x="42" y="154"/>
                    <a:pt x="63" y="159"/>
                  </a:cubicBezTo>
                  <a:cubicBezTo>
                    <a:pt x="72" y="161"/>
                    <a:pt x="80" y="161"/>
                    <a:pt x="88" y="161"/>
                  </a:cubicBezTo>
                  <a:cubicBezTo>
                    <a:pt x="100" y="160"/>
                    <a:pt x="112" y="156"/>
                    <a:pt x="123" y="149"/>
                  </a:cubicBezTo>
                  <a:cubicBezTo>
                    <a:pt x="142" y="138"/>
                    <a:pt x="153" y="122"/>
                    <a:pt x="159" y="100"/>
                  </a:cubicBezTo>
                  <a:cubicBezTo>
                    <a:pt x="164" y="79"/>
                    <a:pt x="161" y="59"/>
                    <a:pt x="149" y="40"/>
                  </a:cubicBezTo>
                  <a:cubicBezTo>
                    <a:pt x="138" y="22"/>
                    <a:pt x="122" y="10"/>
                    <a:pt x="100" y="5"/>
                  </a:cubicBezTo>
                  <a:close/>
                </a:path>
              </a:pathLst>
            </a:custGeom>
            <a:solidFill>
              <a:srgbClr val="F171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9" name="íśļïde"/>
            <p:cNvSpPr/>
            <p:nvPr/>
          </p:nvSpPr>
          <p:spPr bwMode="auto">
            <a:xfrm>
              <a:off x="6419850" y="4833938"/>
              <a:ext cx="195263" cy="261938"/>
            </a:xfrm>
            <a:custGeom>
              <a:avLst/>
              <a:gdLst>
                <a:gd name="T0" fmla="*/ 102 w 117"/>
                <a:gd name="T1" fmla="*/ 37 h 158"/>
                <a:gd name="T2" fmla="*/ 53 w 117"/>
                <a:gd name="T3" fmla="*/ 2 h 158"/>
                <a:gd name="T4" fmla="*/ 33 w 117"/>
                <a:gd name="T5" fmla="*/ 0 h 158"/>
                <a:gd name="T6" fmla="*/ 66 w 117"/>
                <a:gd name="T7" fmla="*/ 29 h 158"/>
                <a:gd name="T8" fmla="*/ 75 w 117"/>
                <a:gd name="T9" fmla="*/ 89 h 158"/>
                <a:gd name="T10" fmla="*/ 40 w 117"/>
                <a:gd name="T11" fmla="*/ 138 h 158"/>
                <a:gd name="T12" fmla="*/ 5 w 117"/>
                <a:gd name="T13" fmla="*/ 150 h 158"/>
                <a:gd name="T14" fmla="*/ 0 w 117"/>
                <a:gd name="T15" fmla="*/ 150 h 158"/>
                <a:gd name="T16" fmla="*/ 16 w 117"/>
                <a:gd name="T17" fmla="*/ 156 h 158"/>
                <a:gd name="T18" fmla="*/ 41 w 117"/>
                <a:gd name="T19" fmla="*/ 158 h 158"/>
                <a:gd name="T20" fmla="*/ 76 w 117"/>
                <a:gd name="T21" fmla="*/ 146 h 158"/>
                <a:gd name="T22" fmla="*/ 112 w 117"/>
                <a:gd name="T23" fmla="*/ 97 h 158"/>
                <a:gd name="T24" fmla="*/ 102 w 117"/>
                <a:gd name="T25" fmla="*/ 37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7" h="158">
                  <a:moveTo>
                    <a:pt x="102" y="37"/>
                  </a:moveTo>
                  <a:cubicBezTo>
                    <a:pt x="91" y="19"/>
                    <a:pt x="75" y="7"/>
                    <a:pt x="53" y="2"/>
                  </a:cubicBezTo>
                  <a:cubicBezTo>
                    <a:pt x="46" y="0"/>
                    <a:pt x="40" y="0"/>
                    <a:pt x="33" y="0"/>
                  </a:cubicBezTo>
                  <a:cubicBezTo>
                    <a:pt x="47" y="6"/>
                    <a:pt x="58" y="16"/>
                    <a:pt x="66" y="29"/>
                  </a:cubicBezTo>
                  <a:cubicBezTo>
                    <a:pt x="77" y="48"/>
                    <a:pt x="80" y="68"/>
                    <a:pt x="75" y="89"/>
                  </a:cubicBezTo>
                  <a:cubicBezTo>
                    <a:pt x="70" y="111"/>
                    <a:pt x="58" y="127"/>
                    <a:pt x="40" y="138"/>
                  </a:cubicBezTo>
                  <a:cubicBezTo>
                    <a:pt x="29" y="145"/>
                    <a:pt x="17" y="149"/>
                    <a:pt x="5" y="150"/>
                  </a:cubicBezTo>
                  <a:cubicBezTo>
                    <a:pt x="3" y="150"/>
                    <a:pt x="2" y="150"/>
                    <a:pt x="0" y="150"/>
                  </a:cubicBezTo>
                  <a:cubicBezTo>
                    <a:pt x="5" y="152"/>
                    <a:pt x="11" y="154"/>
                    <a:pt x="16" y="156"/>
                  </a:cubicBezTo>
                  <a:cubicBezTo>
                    <a:pt x="25" y="158"/>
                    <a:pt x="33" y="158"/>
                    <a:pt x="41" y="158"/>
                  </a:cubicBezTo>
                  <a:cubicBezTo>
                    <a:pt x="53" y="157"/>
                    <a:pt x="65" y="153"/>
                    <a:pt x="76" y="146"/>
                  </a:cubicBezTo>
                  <a:cubicBezTo>
                    <a:pt x="95" y="135"/>
                    <a:pt x="106" y="119"/>
                    <a:pt x="112" y="97"/>
                  </a:cubicBezTo>
                  <a:cubicBezTo>
                    <a:pt x="117" y="76"/>
                    <a:pt x="114" y="56"/>
                    <a:pt x="102" y="37"/>
                  </a:cubicBezTo>
                  <a:close/>
                </a:path>
              </a:pathLst>
            </a:custGeom>
            <a:solidFill>
              <a:srgbClr val="E5597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0" name="ïŝļïḓè"/>
            <p:cNvSpPr/>
            <p:nvPr/>
          </p:nvSpPr>
          <p:spPr bwMode="auto">
            <a:xfrm>
              <a:off x="6375400" y="3721100"/>
              <a:ext cx="877888" cy="1071563"/>
            </a:xfrm>
            <a:custGeom>
              <a:avLst/>
              <a:gdLst>
                <a:gd name="T0" fmla="*/ 483 w 529"/>
                <a:gd name="T1" fmla="*/ 129 h 646"/>
                <a:gd name="T2" fmla="*/ 312 w 529"/>
                <a:gd name="T3" fmla="*/ 19 h 646"/>
                <a:gd name="T4" fmla="*/ 109 w 529"/>
                <a:gd name="T5" fmla="*/ 39 h 646"/>
                <a:gd name="T6" fmla="*/ 4 w 529"/>
                <a:gd name="T7" fmla="*/ 168 h 646"/>
                <a:gd name="T8" fmla="*/ 6 w 529"/>
                <a:gd name="T9" fmla="*/ 197 h 646"/>
                <a:gd name="T10" fmla="*/ 30 w 529"/>
                <a:gd name="T11" fmla="*/ 215 h 646"/>
                <a:gd name="T12" fmla="*/ 76 w 529"/>
                <a:gd name="T13" fmla="*/ 226 h 646"/>
                <a:gd name="T14" fmla="*/ 119 w 529"/>
                <a:gd name="T15" fmla="*/ 203 h 646"/>
                <a:gd name="T16" fmla="*/ 174 w 529"/>
                <a:gd name="T17" fmla="*/ 136 h 646"/>
                <a:gd name="T18" fmla="*/ 286 w 529"/>
                <a:gd name="T19" fmla="*/ 127 h 646"/>
                <a:gd name="T20" fmla="*/ 380 w 529"/>
                <a:gd name="T21" fmla="*/ 187 h 646"/>
                <a:gd name="T22" fmla="*/ 393 w 529"/>
                <a:gd name="T23" fmla="*/ 297 h 646"/>
                <a:gd name="T24" fmla="*/ 314 w 529"/>
                <a:gd name="T25" fmla="*/ 404 h 646"/>
                <a:gd name="T26" fmla="*/ 141 w 529"/>
                <a:gd name="T27" fmla="*/ 394 h 646"/>
                <a:gd name="T28" fmla="*/ 121 w 529"/>
                <a:gd name="T29" fmla="*/ 389 h 646"/>
                <a:gd name="T30" fmla="*/ 76 w 529"/>
                <a:gd name="T31" fmla="*/ 416 h 646"/>
                <a:gd name="T32" fmla="*/ 35 w 529"/>
                <a:gd name="T33" fmla="*/ 589 h 646"/>
                <a:gd name="T34" fmla="*/ 39 w 529"/>
                <a:gd name="T35" fmla="*/ 617 h 646"/>
                <a:gd name="T36" fmla="*/ 62 w 529"/>
                <a:gd name="T37" fmla="*/ 634 h 646"/>
                <a:gd name="T38" fmla="*/ 109 w 529"/>
                <a:gd name="T39" fmla="*/ 645 h 646"/>
                <a:gd name="T40" fmla="*/ 120 w 529"/>
                <a:gd name="T41" fmla="*/ 646 h 646"/>
                <a:gd name="T42" fmla="*/ 153 w 529"/>
                <a:gd name="T43" fmla="*/ 618 h 646"/>
                <a:gd name="T44" fmla="*/ 180 w 529"/>
                <a:gd name="T45" fmla="*/ 506 h 646"/>
                <a:gd name="T46" fmla="*/ 183 w 529"/>
                <a:gd name="T47" fmla="*/ 504 h 646"/>
                <a:gd name="T48" fmla="*/ 395 w 529"/>
                <a:gd name="T49" fmla="*/ 494 h 646"/>
                <a:gd name="T50" fmla="*/ 509 w 529"/>
                <a:gd name="T51" fmla="*/ 333 h 646"/>
                <a:gd name="T52" fmla="*/ 483 w 529"/>
                <a:gd name="T53" fmla="*/ 129 h 6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529" h="646">
                  <a:moveTo>
                    <a:pt x="483" y="129"/>
                  </a:moveTo>
                  <a:cubicBezTo>
                    <a:pt x="447" y="74"/>
                    <a:pt x="389" y="37"/>
                    <a:pt x="312" y="19"/>
                  </a:cubicBezTo>
                  <a:cubicBezTo>
                    <a:pt x="235" y="0"/>
                    <a:pt x="167" y="7"/>
                    <a:pt x="109" y="39"/>
                  </a:cubicBezTo>
                  <a:cubicBezTo>
                    <a:pt x="58" y="66"/>
                    <a:pt x="23" y="110"/>
                    <a:pt x="4" y="168"/>
                  </a:cubicBezTo>
                  <a:cubicBezTo>
                    <a:pt x="0" y="178"/>
                    <a:pt x="1" y="188"/>
                    <a:pt x="6" y="197"/>
                  </a:cubicBezTo>
                  <a:cubicBezTo>
                    <a:pt x="11" y="206"/>
                    <a:pt x="20" y="213"/>
                    <a:pt x="30" y="215"/>
                  </a:cubicBezTo>
                  <a:cubicBezTo>
                    <a:pt x="76" y="226"/>
                    <a:pt x="76" y="226"/>
                    <a:pt x="76" y="226"/>
                  </a:cubicBezTo>
                  <a:cubicBezTo>
                    <a:pt x="94" y="231"/>
                    <a:pt x="113" y="221"/>
                    <a:pt x="119" y="203"/>
                  </a:cubicBezTo>
                  <a:cubicBezTo>
                    <a:pt x="131" y="172"/>
                    <a:pt x="148" y="150"/>
                    <a:pt x="174" y="136"/>
                  </a:cubicBezTo>
                  <a:cubicBezTo>
                    <a:pt x="204" y="119"/>
                    <a:pt x="242" y="116"/>
                    <a:pt x="286" y="127"/>
                  </a:cubicBezTo>
                  <a:cubicBezTo>
                    <a:pt x="330" y="137"/>
                    <a:pt x="362" y="158"/>
                    <a:pt x="380" y="187"/>
                  </a:cubicBezTo>
                  <a:cubicBezTo>
                    <a:pt x="399" y="217"/>
                    <a:pt x="403" y="254"/>
                    <a:pt x="393" y="297"/>
                  </a:cubicBezTo>
                  <a:cubicBezTo>
                    <a:pt x="379" y="356"/>
                    <a:pt x="352" y="392"/>
                    <a:pt x="314" y="404"/>
                  </a:cubicBezTo>
                  <a:cubicBezTo>
                    <a:pt x="273" y="416"/>
                    <a:pt x="215" y="412"/>
                    <a:pt x="141" y="394"/>
                  </a:cubicBezTo>
                  <a:cubicBezTo>
                    <a:pt x="121" y="389"/>
                    <a:pt x="121" y="389"/>
                    <a:pt x="121" y="389"/>
                  </a:cubicBezTo>
                  <a:cubicBezTo>
                    <a:pt x="101" y="384"/>
                    <a:pt x="81" y="396"/>
                    <a:pt x="76" y="416"/>
                  </a:cubicBezTo>
                  <a:cubicBezTo>
                    <a:pt x="35" y="589"/>
                    <a:pt x="35" y="589"/>
                    <a:pt x="35" y="589"/>
                  </a:cubicBezTo>
                  <a:cubicBezTo>
                    <a:pt x="33" y="599"/>
                    <a:pt x="34" y="609"/>
                    <a:pt x="39" y="617"/>
                  </a:cubicBezTo>
                  <a:cubicBezTo>
                    <a:pt x="44" y="625"/>
                    <a:pt x="53" y="631"/>
                    <a:pt x="62" y="634"/>
                  </a:cubicBezTo>
                  <a:cubicBezTo>
                    <a:pt x="109" y="645"/>
                    <a:pt x="109" y="645"/>
                    <a:pt x="109" y="645"/>
                  </a:cubicBezTo>
                  <a:cubicBezTo>
                    <a:pt x="112" y="646"/>
                    <a:pt x="116" y="646"/>
                    <a:pt x="120" y="646"/>
                  </a:cubicBezTo>
                  <a:cubicBezTo>
                    <a:pt x="135" y="645"/>
                    <a:pt x="149" y="634"/>
                    <a:pt x="153" y="618"/>
                  </a:cubicBezTo>
                  <a:cubicBezTo>
                    <a:pt x="180" y="506"/>
                    <a:pt x="180" y="506"/>
                    <a:pt x="180" y="506"/>
                  </a:cubicBezTo>
                  <a:cubicBezTo>
                    <a:pt x="180" y="504"/>
                    <a:pt x="182" y="503"/>
                    <a:pt x="183" y="504"/>
                  </a:cubicBezTo>
                  <a:cubicBezTo>
                    <a:pt x="270" y="522"/>
                    <a:pt x="342" y="519"/>
                    <a:pt x="395" y="494"/>
                  </a:cubicBezTo>
                  <a:cubicBezTo>
                    <a:pt x="452" y="468"/>
                    <a:pt x="490" y="413"/>
                    <a:pt x="509" y="333"/>
                  </a:cubicBezTo>
                  <a:cubicBezTo>
                    <a:pt x="529" y="252"/>
                    <a:pt x="520" y="184"/>
                    <a:pt x="483" y="129"/>
                  </a:cubicBezTo>
                  <a:close/>
                </a:path>
              </a:pathLst>
            </a:custGeom>
            <a:solidFill>
              <a:srgbClr val="F171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1" name="iṥļïďé"/>
            <p:cNvSpPr/>
            <p:nvPr/>
          </p:nvSpPr>
          <p:spPr bwMode="auto">
            <a:xfrm>
              <a:off x="6673850" y="3729038"/>
              <a:ext cx="579438" cy="849313"/>
            </a:xfrm>
            <a:custGeom>
              <a:avLst/>
              <a:gdLst>
                <a:gd name="T0" fmla="*/ 303 w 349"/>
                <a:gd name="T1" fmla="*/ 124 h 512"/>
                <a:gd name="T2" fmla="*/ 132 w 349"/>
                <a:gd name="T3" fmla="*/ 14 h 512"/>
                <a:gd name="T4" fmla="*/ 0 w 349"/>
                <a:gd name="T5" fmla="*/ 8 h 512"/>
                <a:gd name="T6" fmla="*/ 67 w 349"/>
                <a:gd name="T7" fmla="*/ 18 h 512"/>
                <a:gd name="T8" fmla="*/ 238 w 349"/>
                <a:gd name="T9" fmla="*/ 128 h 512"/>
                <a:gd name="T10" fmla="*/ 264 w 349"/>
                <a:gd name="T11" fmla="*/ 332 h 512"/>
                <a:gd name="T12" fmla="*/ 150 w 349"/>
                <a:gd name="T13" fmla="*/ 494 h 512"/>
                <a:gd name="T14" fmla="*/ 96 w 349"/>
                <a:gd name="T15" fmla="*/ 510 h 512"/>
                <a:gd name="T16" fmla="*/ 215 w 349"/>
                <a:gd name="T17" fmla="*/ 489 h 512"/>
                <a:gd name="T18" fmla="*/ 329 w 349"/>
                <a:gd name="T19" fmla="*/ 328 h 512"/>
                <a:gd name="T20" fmla="*/ 303 w 349"/>
                <a:gd name="T21" fmla="*/ 124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9" h="512">
                  <a:moveTo>
                    <a:pt x="303" y="124"/>
                  </a:moveTo>
                  <a:cubicBezTo>
                    <a:pt x="267" y="69"/>
                    <a:pt x="209" y="32"/>
                    <a:pt x="132" y="14"/>
                  </a:cubicBezTo>
                  <a:cubicBezTo>
                    <a:pt x="85" y="2"/>
                    <a:pt x="40" y="0"/>
                    <a:pt x="0" y="8"/>
                  </a:cubicBezTo>
                  <a:cubicBezTo>
                    <a:pt x="21" y="9"/>
                    <a:pt x="44" y="12"/>
                    <a:pt x="67" y="18"/>
                  </a:cubicBezTo>
                  <a:cubicBezTo>
                    <a:pt x="144" y="37"/>
                    <a:pt x="202" y="74"/>
                    <a:pt x="238" y="128"/>
                  </a:cubicBezTo>
                  <a:cubicBezTo>
                    <a:pt x="275" y="183"/>
                    <a:pt x="284" y="252"/>
                    <a:pt x="264" y="332"/>
                  </a:cubicBezTo>
                  <a:cubicBezTo>
                    <a:pt x="245" y="413"/>
                    <a:pt x="206" y="467"/>
                    <a:pt x="150" y="494"/>
                  </a:cubicBezTo>
                  <a:cubicBezTo>
                    <a:pt x="133" y="501"/>
                    <a:pt x="115" y="507"/>
                    <a:pt x="96" y="510"/>
                  </a:cubicBezTo>
                  <a:cubicBezTo>
                    <a:pt x="142" y="512"/>
                    <a:pt x="182" y="504"/>
                    <a:pt x="215" y="489"/>
                  </a:cubicBezTo>
                  <a:cubicBezTo>
                    <a:pt x="272" y="463"/>
                    <a:pt x="310" y="408"/>
                    <a:pt x="329" y="328"/>
                  </a:cubicBezTo>
                  <a:cubicBezTo>
                    <a:pt x="349" y="247"/>
                    <a:pt x="340" y="179"/>
                    <a:pt x="303" y="124"/>
                  </a:cubicBezTo>
                  <a:close/>
                </a:path>
              </a:pathLst>
            </a:custGeom>
            <a:solidFill>
              <a:srgbClr val="E5597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2" name="íş1íḓè"/>
            <p:cNvSpPr/>
            <p:nvPr/>
          </p:nvSpPr>
          <p:spPr bwMode="auto">
            <a:xfrm>
              <a:off x="4149725" y="2152650"/>
              <a:ext cx="236538" cy="236538"/>
            </a:xfrm>
            <a:custGeom>
              <a:avLst/>
              <a:gdLst>
                <a:gd name="T0" fmla="*/ 73 w 142"/>
                <a:gd name="T1" fmla="*/ 1 h 143"/>
                <a:gd name="T2" fmla="*/ 22 w 142"/>
                <a:gd name="T3" fmla="*/ 20 h 143"/>
                <a:gd name="T4" fmla="*/ 0 w 142"/>
                <a:gd name="T5" fmla="*/ 70 h 143"/>
                <a:gd name="T6" fmla="*/ 19 w 142"/>
                <a:gd name="T7" fmla="*/ 120 h 143"/>
                <a:gd name="T8" fmla="*/ 69 w 142"/>
                <a:gd name="T9" fmla="*/ 142 h 143"/>
                <a:gd name="T10" fmla="*/ 91 w 142"/>
                <a:gd name="T11" fmla="*/ 140 h 143"/>
                <a:gd name="T12" fmla="*/ 120 w 142"/>
                <a:gd name="T13" fmla="*/ 123 h 143"/>
                <a:gd name="T14" fmla="*/ 142 w 142"/>
                <a:gd name="T15" fmla="*/ 74 h 143"/>
                <a:gd name="T16" fmla="*/ 123 w 142"/>
                <a:gd name="T17" fmla="*/ 23 h 143"/>
                <a:gd name="T18" fmla="*/ 73 w 142"/>
                <a:gd name="T19" fmla="*/ 1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2" h="143">
                  <a:moveTo>
                    <a:pt x="73" y="1"/>
                  </a:moveTo>
                  <a:cubicBezTo>
                    <a:pt x="53" y="0"/>
                    <a:pt x="36" y="7"/>
                    <a:pt x="22" y="20"/>
                  </a:cubicBezTo>
                  <a:cubicBezTo>
                    <a:pt x="8" y="33"/>
                    <a:pt x="1" y="50"/>
                    <a:pt x="0" y="70"/>
                  </a:cubicBezTo>
                  <a:cubicBezTo>
                    <a:pt x="0" y="89"/>
                    <a:pt x="6" y="106"/>
                    <a:pt x="19" y="120"/>
                  </a:cubicBezTo>
                  <a:cubicBezTo>
                    <a:pt x="33" y="134"/>
                    <a:pt x="49" y="142"/>
                    <a:pt x="69" y="142"/>
                  </a:cubicBezTo>
                  <a:cubicBezTo>
                    <a:pt x="77" y="143"/>
                    <a:pt x="84" y="142"/>
                    <a:pt x="91" y="140"/>
                  </a:cubicBezTo>
                  <a:cubicBezTo>
                    <a:pt x="102" y="137"/>
                    <a:pt x="111" y="131"/>
                    <a:pt x="120" y="123"/>
                  </a:cubicBezTo>
                  <a:cubicBezTo>
                    <a:pt x="134" y="110"/>
                    <a:pt x="141" y="93"/>
                    <a:pt x="142" y="74"/>
                  </a:cubicBezTo>
                  <a:cubicBezTo>
                    <a:pt x="142" y="54"/>
                    <a:pt x="136" y="37"/>
                    <a:pt x="123" y="23"/>
                  </a:cubicBezTo>
                  <a:cubicBezTo>
                    <a:pt x="109" y="9"/>
                    <a:pt x="93" y="1"/>
                    <a:pt x="73" y="1"/>
                  </a:cubicBezTo>
                  <a:close/>
                </a:path>
              </a:pathLst>
            </a:custGeom>
            <a:solidFill>
              <a:srgbClr val="F171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3" name="í$ḻídé"/>
            <p:cNvSpPr/>
            <p:nvPr/>
          </p:nvSpPr>
          <p:spPr bwMode="auto">
            <a:xfrm>
              <a:off x="4240213" y="2154238"/>
              <a:ext cx="146050" cy="234950"/>
            </a:xfrm>
            <a:custGeom>
              <a:avLst/>
              <a:gdLst>
                <a:gd name="T0" fmla="*/ 69 w 88"/>
                <a:gd name="T1" fmla="*/ 22 h 142"/>
                <a:gd name="T2" fmla="*/ 19 w 88"/>
                <a:gd name="T3" fmla="*/ 0 h 142"/>
                <a:gd name="T4" fmla="*/ 1 w 88"/>
                <a:gd name="T5" fmla="*/ 1 h 142"/>
                <a:gd name="T6" fmla="*/ 35 w 88"/>
                <a:gd name="T7" fmla="*/ 22 h 142"/>
                <a:gd name="T8" fmla="*/ 54 w 88"/>
                <a:gd name="T9" fmla="*/ 72 h 142"/>
                <a:gd name="T10" fmla="*/ 32 w 88"/>
                <a:gd name="T11" fmla="*/ 122 h 142"/>
                <a:gd name="T12" fmla="*/ 3 w 88"/>
                <a:gd name="T13" fmla="*/ 138 h 142"/>
                <a:gd name="T14" fmla="*/ 0 w 88"/>
                <a:gd name="T15" fmla="*/ 139 h 142"/>
                <a:gd name="T16" fmla="*/ 15 w 88"/>
                <a:gd name="T17" fmla="*/ 141 h 142"/>
                <a:gd name="T18" fmla="*/ 37 w 88"/>
                <a:gd name="T19" fmla="*/ 139 h 142"/>
                <a:gd name="T20" fmla="*/ 66 w 88"/>
                <a:gd name="T21" fmla="*/ 122 h 142"/>
                <a:gd name="T22" fmla="*/ 88 w 88"/>
                <a:gd name="T23" fmla="*/ 73 h 142"/>
                <a:gd name="T24" fmla="*/ 69 w 88"/>
                <a:gd name="T25" fmla="*/ 2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8" h="142">
                  <a:moveTo>
                    <a:pt x="69" y="22"/>
                  </a:moveTo>
                  <a:cubicBezTo>
                    <a:pt x="55" y="8"/>
                    <a:pt x="39" y="0"/>
                    <a:pt x="19" y="0"/>
                  </a:cubicBezTo>
                  <a:cubicBezTo>
                    <a:pt x="13" y="0"/>
                    <a:pt x="7" y="0"/>
                    <a:pt x="1" y="1"/>
                  </a:cubicBezTo>
                  <a:cubicBezTo>
                    <a:pt x="14" y="5"/>
                    <a:pt x="25" y="11"/>
                    <a:pt x="35" y="22"/>
                  </a:cubicBezTo>
                  <a:cubicBezTo>
                    <a:pt x="48" y="36"/>
                    <a:pt x="55" y="53"/>
                    <a:pt x="54" y="72"/>
                  </a:cubicBezTo>
                  <a:cubicBezTo>
                    <a:pt x="54" y="92"/>
                    <a:pt x="46" y="109"/>
                    <a:pt x="32" y="122"/>
                  </a:cubicBezTo>
                  <a:cubicBezTo>
                    <a:pt x="24" y="130"/>
                    <a:pt x="14" y="135"/>
                    <a:pt x="3" y="138"/>
                  </a:cubicBezTo>
                  <a:cubicBezTo>
                    <a:pt x="2" y="139"/>
                    <a:pt x="1" y="139"/>
                    <a:pt x="0" y="139"/>
                  </a:cubicBezTo>
                  <a:cubicBezTo>
                    <a:pt x="4" y="141"/>
                    <a:pt x="10" y="141"/>
                    <a:pt x="15" y="141"/>
                  </a:cubicBezTo>
                  <a:cubicBezTo>
                    <a:pt x="23" y="142"/>
                    <a:pt x="30" y="141"/>
                    <a:pt x="37" y="139"/>
                  </a:cubicBezTo>
                  <a:cubicBezTo>
                    <a:pt x="48" y="136"/>
                    <a:pt x="57" y="130"/>
                    <a:pt x="66" y="122"/>
                  </a:cubicBezTo>
                  <a:cubicBezTo>
                    <a:pt x="80" y="109"/>
                    <a:pt x="87" y="92"/>
                    <a:pt x="88" y="73"/>
                  </a:cubicBezTo>
                  <a:cubicBezTo>
                    <a:pt x="88" y="53"/>
                    <a:pt x="82" y="36"/>
                    <a:pt x="69" y="22"/>
                  </a:cubicBezTo>
                  <a:close/>
                </a:path>
              </a:pathLst>
            </a:custGeom>
            <a:solidFill>
              <a:srgbClr val="E5597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4" name="í$1íḑè"/>
            <p:cNvSpPr/>
            <p:nvPr/>
          </p:nvSpPr>
          <p:spPr bwMode="auto">
            <a:xfrm>
              <a:off x="4003675" y="1127125"/>
              <a:ext cx="792163" cy="976313"/>
            </a:xfrm>
            <a:custGeom>
              <a:avLst/>
              <a:gdLst>
                <a:gd name="T0" fmla="*/ 414 w 477"/>
                <a:gd name="T1" fmla="*/ 67 h 589"/>
                <a:gd name="T2" fmla="*/ 244 w 477"/>
                <a:gd name="T3" fmla="*/ 2 h 589"/>
                <a:gd name="T4" fmla="*/ 69 w 477"/>
                <a:gd name="T5" fmla="*/ 57 h 589"/>
                <a:gd name="T6" fmla="*/ 1 w 477"/>
                <a:gd name="T7" fmla="*/ 190 h 589"/>
                <a:gd name="T8" fmla="*/ 9 w 477"/>
                <a:gd name="T9" fmla="*/ 215 h 589"/>
                <a:gd name="T10" fmla="*/ 33 w 477"/>
                <a:gd name="T11" fmla="*/ 227 h 589"/>
                <a:gd name="T12" fmla="*/ 75 w 477"/>
                <a:gd name="T13" fmla="*/ 228 h 589"/>
                <a:gd name="T14" fmla="*/ 109 w 477"/>
                <a:gd name="T15" fmla="*/ 200 h 589"/>
                <a:gd name="T16" fmla="*/ 144 w 477"/>
                <a:gd name="T17" fmla="*/ 131 h 589"/>
                <a:gd name="T18" fmla="*/ 241 w 477"/>
                <a:gd name="T19" fmla="*/ 102 h 589"/>
                <a:gd name="T20" fmla="*/ 335 w 477"/>
                <a:gd name="T21" fmla="*/ 138 h 589"/>
                <a:gd name="T22" fmla="*/ 366 w 477"/>
                <a:gd name="T23" fmla="*/ 231 h 589"/>
                <a:gd name="T24" fmla="*/ 316 w 477"/>
                <a:gd name="T25" fmla="*/ 340 h 589"/>
                <a:gd name="T26" fmla="*/ 163 w 477"/>
                <a:gd name="T27" fmla="*/ 363 h 589"/>
                <a:gd name="T28" fmla="*/ 144 w 477"/>
                <a:gd name="T29" fmla="*/ 362 h 589"/>
                <a:gd name="T30" fmla="*/ 110 w 477"/>
                <a:gd name="T31" fmla="*/ 394 h 589"/>
                <a:gd name="T32" fmla="*/ 106 w 477"/>
                <a:gd name="T33" fmla="*/ 554 h 589"/>
                <a:gd name="T34" fmla="*/ 115 w 477"/>
                <a:gd name="T35" fmla="*/ 577 h 589"/>
                <a:gd name="T36" fmla="*/ 138 w 477"/>
                <a:gd name="T37" fmla="*/ 588 h 589"/>
                <a:gd name="T38" fmla="*/ 181 w 477"/>
                <a:gd name="T39" fmla="*/ 589 h 589"/>
                <a:gd name="T40" fmla="*/ 191 w 477"/>
                <a:gd name="T41" fmla="*/ 588 h 589"/>
                <a:gd name="T42" fmla="*/ 215 w 477"/>
                <a:gd name="T43" fmla="*/ 557 h 589"/>
                <a:gd name="T44" fmla="*/ 218 w 477"/>
                <a:gd name="T45" fmla="*/ 454 h 589"/>
                <a:gd name="T46" fmla="*/ 220 w 477"/>
                <a:gd name="T47" fmla="*/ 451 h 589"/>
                <a:gd name="T48" fmla="*/ 404 w 477"/>
                <a:gd name="T49" fmla="*/ 404 h 589"/>
                <a:gd name="T50" fmla="*/ 475 w 477"/>
                <a:gd name="T51" fmla="*/ 241 h 589"/>
                <a:gd name="T52" fmla="*/ 414 w 477"/>
                <a:gd name="T53" fmla="*/ 67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477" h="589">
                  <a:moveTo>
                    <a:pt x="414" y="67"/>
                  </a:moveTo>
                  <a:cubicBezTo>
                    <a:pt x="372" y="26"/>
                    <a:pt x="315" y="4"/>
                    <a:pt x="244" y="2"/>
                  </a:cubicBezTo>
                  <a:cubicBezTo>
                    <a:pt x="173" y="0"/>
                    <a:pt x="114" y="19"/>
                    <a:pt x="69" y="57"/>
                  </a:cubicBezTo>
                  <a:cubicBezTo>
                    <a:pt x="30" y="91"/>
                    <a:pt x="7" y="135"/>
                    <a:pt x="1" y="190"/>
                  </a:cubicBezTo>
                  <a:cubicBezTo>
                    <a:pt x="0" y="199"/>
                    <a:pt x="3" y="208"/>
                    <a:pt x="9" y="215"/>
                  </a:cubicBezTo>
                  <a:cubicBezTo>
                    <a:pt x="15" y="222"/>
                    <a:pt x="24" y="227"/>
                    <a:pt x="33" y="227"/>
                  </a:cubicBezTo>
                  <a:cubicBezTo>
                    <a:pt x="75" y="228"/>
                    <a:pt x="75" y="228"/>
                    <a:pt x="75" y="228"/>
                  </a:cubicBezTo>
                  <a:cubicBezTo>
                    <a:pt x="92" y="229"/>
                    <a:pt x="106" y="216"/>
                    <a:pt x="109" y="200"/>
                  </a:cubicBezTo>
                  <a:cubicBezTo>
                    <a:pt x="113" y="170"/>
                    <a:pt x="124" y="147"/>
                    <a:pt x="144" y="131"/>
                  </a:cubicBezTo>
                  <a:cubicBezTo>
                    <a:pt x="167" y="110"/>
                    <a:pt x="200" y="101"/>
                    <a:pt x="241" y="102"/>
                  </a:cubicBezTo>
                  <a:cubicBezTo>
                    <a:pt x="281" y="103"/>
                    <a:pt x="313" y="115"/>
                    <a:pt x="335" y="138"/>
                  </a:cubicBezTo>
                  <a:cubicBezTo>
                    <a:pt x="357" y="160"/>
                    <a:pt x="367" y="192"/>
                    <a:pt x="366" y="231"/>
                  </a:cubicBezTo>
                  <a:cubicBezTo>
                    <a:pt x="364" y="286"/>
                    <a:pt x="347" y="323"/>
                    <a:pt x="316" y="340"/>
                  </a:cubicBezTo>
                  <a:cubicBezTo>
                    <a:pt x="283" y="358"/>
                    <a:pt x="231" y="365"/>
                    <a:pt x="163" y="363"/>
                  </a:cubicBezTo>
                  <a:cubicBezTo>
                    <a:pt x="144" y="362"/>
                    <a:pt x="144" y="362"/>
                    <a:pt x="144" y="362"/>
                  </a:cubicBezTo>
                  <a:cubicBezTo>
                    <a:pt x="126" y="362"/>
                    <a:pt x="111" y="376"/>
                    <a:pt x="110" y="394"/>
                  </a:cubicBezTo>
                  <a:cubicBezTo>
                    <a:pt x="106" y="554"/>
                    <a:pt x="106" y="554"/>
                    <a:pt x="106" y="554"/>
                  </a:cubicBezTo>
                  <a:cubicBezTo>
                    <a:pt x="105" y="562"/>
                    <a:pt x="109" y="571"/>
                    <a:pt x="115" y="577"/>
                  </a:cubicBezTo>
                  <a:cubicBezTo>
                    <a:pt x="121" y="584"/>
                    <a:pt x="129" y="587"/>
                    <a:pt x="138" y="588"/>
                  </a:cubicBezTo>
                  <a:cubicBezTo>
                    <a:pt x="181" y="589"/>
                    <a:pt x="181" y="589"/>
                    <a:pt x="181" y="589"/>
                  </a:cubicBezTo>
                  <a:cubicBezTo>
                    <a:pt x="184" y="589"/>
                    <a:pt x="187" y="589"/>
                    <a:pt x="191" y="588"/>
                  </a:cubicBezTo>
                  <a:cubicBezTo>
                    <a:pt x="204" y="584"/>
                    <a:pt x="214" y="572"/>
                    <a:pt x="215" y="557"/>
                  </a:cubicBezTo>
                  <a:cubicBezTo>
                    <a:pt x="218" y="454"/>
                    <a:pt x="218" y="454"/>
                    <a:pt x="218" y="454"/>
                  </a:cubicBezTo>
                  <a:cubicBezTo>
                    <a:pt x="218" y="452"/>
                    <a:pt x="219" y="451"/>
                    <a:pt x="220" y="451"/>
                  </a:cubicBezTo>
                  <a:cubicBezTo>
                    <a:pt x="300" y="452"/>
                    <a:pt x="362" y="436"/>
                    <a:pt x="404" y="404"/>
                  </a:cubicBezTo>
                  <a:cubicBezTo>
                    <a:pt x="449" y="370"/>
                    <a:pt x="472" y="316"/>
                    <a:pt x="475" y="241"/>
                  </a:cubicBezTo>
                  <a:cubicBezTo>
                    <a:pt x="477" y="167"/>
                    <a:pt x="456" y="109"/>
                    <a:pt x="414" y="67"/>
                  </a:cubicBezTo>
                  <a:close/>
                </a:path>
              </a:pathLst>
            </a:custGeom>
            <a:solidFill>
              <a:srgbClr val="F171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5" name="í$ḷïḓè"/>
            <p:cNvSpPr/>
            <p:nvPr/>
          </p:nvSpPr>
          <p:spPr bwMode="auto">
            <a:xfrm>
              <a:off x="4214813" y="1128713"/>
              <a:ext cx="581025" cy="736600"/>
            </a:xfrm>
            <a:custGeom>
              <a:avLst/>
              <a:gdLst>
                <a:gd name="T0" fmla="*/ 287 w 350"/>
                <a:gd name="T1" fmla="*/ 66 h 444"/>
                <a:gd name="T2" fmla="*/ 117 w 350"/>
                <a:gd name="T3" fmla="*/ 1 h 444"/>
                <a:gd name="T4" fmla="*/ 0 w 350"/>
                <a:gd name="T5" fmla="*/ 21 h 444"/>
                <a:gd name="T6" fmla="*/ 61 w 350"/>
                <a:gd name="T7" fmla="*/ 17 h 444"/>
                <a:gd name="T8" fmla="*/ 231 w 350"/>
                <a:gd name="T9" fmla="*/ 82 h 444"/>
                <a:gd name="T10" fmla="*/ 291 w 350"/>
                <a:gd name="T11" fmla="*/ 256 h 444"/>
                <a:gd name="T12" fmla="*/ 221 w 350"/>
                <a:gd name="T13" fmla="*/ 419 h 444"/>
                <a:gd name="T14" fmla="*/ 176 w 350"/>
                <a:gd name="T15" fmla="*/ 444 h 444"/>
                <a:gd name="T16" fmla="*/ 277 w 350"/>
                <a:gd name="T17" fmla="*/ 403 h 444"/>
                <a:gd name="T18" fmla="*/ 348 w 350"/>
                <a:gd name="T19" fmla="*/ 240 h 444"/>
                <a:gd name="T20" fmla="*/ 287 w 350"/>
                <a:gd name="T21" fmla="*/ 66 h 4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50" h="444">
                  <a:moveTo>
                    <a:pt x="287" y="66"/>
                  </a:moveTo>
                  <a:cubicBezTo>
                    <a:pt x="245" y="25"/>
                    <a:pt x="188" y="3"/>
                    <a:pt x="117" y="1"/>
                  </a:cubicBezTo>
                  <a:cubicBezTo>
                    <a:pt x="73" y="0"/>
                    <a:pt x="34" y="7"/>
                    <a:pt x="0" y="21"/>
                  </a:cubicBezTo>
                  <a:cubicBezTo>
                    <a:pt x="19" y="18"/>
                    <a:pt x="39" y="17"/>
                    <a:pt x="61" y="17"/>
                  </a:cubicBezTo>
                  <a:cubicBezTo>
                    <a:pt x="132" y="19"/>
                    <a:pt x="189" y="41"/>
                    <a:pt x="231" y="82"/>
                  </a:cubicBezTo>
                  <a:cubicBezTo>
                    <a:pt x="273" y="124"/>
                    <a:pt x="293" y="182"/>
                    <a:pt x="291" y="256"/>
                  </a:cubicBezTo>
                  <a:cubicBezTo>
                    <a:pt x="289" y="331"/>
                    <a:pt x="265" y="385"/>
                    <a:pt x="221" y="419"/>
                  </a:cubicBezTo>
                  <a:cubicBezTo>
                    <a:pt x="208" y="429"/>
                    <a:pt x="193" y="437"/>
                    <a:pt x="176" y="444"/>
                  </a:cubicBezTo>
                  <a:cubicBezTo>
                    <a:pt x="217" y="436"/>
                    <a:pt x="251" y="423"/>
                    <a:pt x="277" y="403"/>
                  </a:cubicBezTo>
                  <a:cubicBezTo>
                    <a:pt x="322" y="369"/>
                    <a:pt x="345" y="315"/>
                    <a:pt x="348" y="240"/>
                  </a:cubicBezTo>
                  <a:cubicBezTo>
                    <a:pt x="350" y="166"/>
                    <a:pt x="329" y="108"/>
                    <a:pt x="287" y="66"/>
                  </a:cubicBezTo>
                  <a:close/>
                </a:path>
              </a:pathLst>
            </a:custGeom>
            <a:solidFill>
              <a:srgbClr val="E5597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6" name="iSľiḍè"/>
            <p:cNvSpPr/>
            <p:nvPr/>
          </p:nvSpPr>
          <p:spPr bwMode="auto">
            <a:xfrm>
              <a:off x="6684963" y="4443413"/>
              <a:ext cx="127000" cy="71438"/>
            </a:xfrm>
            <a:custGeom>
              <a:avLst/>
              <a:gdLst>
                <a:gd name="T0" fmla="*/ 51 w 80"/>
                <a:gd name="T1" fmla="*/ 45 h 45"/>
                <a:gd name="T2" fmla="*/ 0 w 80"/>
                <a:gd name="T3" fmla="*/ 33 h 45"/>
                <a:gd name="T4" fmla="*/ 4 w 80"/>
                <a:gd name="T5" fmla="*/ 11 h 45"/>
                <a:gd name="T6" fmla="*/ 40 w 80"/>
                <a:gd name="T7" fmla="*/ 12 h 45"/>
                <a:gd name="T8" fmla="*/ 38 w 80"/>
                <a:gd name="T9" fmla="*/ 0 h 45"/>
                <a:gd name="T10" fmla="*/ 80 w 80"/>
                <a:gd name="T11" fmla="*/ 16 h 45"/>
                <a:gd name="T12" fmla="*/ 79 w 80"/>
                <a:gd name="T13" fmla="*/ 39 h 45"/>
                <a:gd name="T14" fmla="*/ 51 w 80"/>
                <a:gd name="T15" fmla="*/ 45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0" h="45">
                  <a:moveTo>
                    <a:pt x="51" y="45"/>
                  </a:moveTo>
                  <a:lnTo>
                    <a:pt x="0" y="33"/>
                  </a:lnTo>
                  <a:lnTo>
                    <a:pt x="4" y="11"/>
                  </a:lnTo>
                  <a:lnTo>
                    <a:pt x="40" y="12"/>
                  </a:lnTo>
                  <a:lnTo>
                    <a:pt x="38" y="0"/>
                  </a:lnTo>
                  <a:lnTo>
                    <a:pt x="80" y="16"/>
                  </a:lnTo>
                  <a:lnTo>
                    <a:pt x="79" y="39"/>
                  </a:lnTo>
                  <a:lnTo>
                    <a:pt x="51" y="45"/>
                  </a:lnTo>
                  <a:close/>
                </a:path>
              </a:pathLst>
            </a:custGeom>
            <a:solidFill>
              <a:srgbClr val="AF74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7" name="îṩ1îďe"/>
            <p:cNvSpPr/>
            <p:nvPr/>
          </p:nvSpPr>
          <p:spPr bwMode="auto">
            <a:xfrm>
              <a:off x="6792913" y="4181475"/>
              <a:ext cx="598488" cy="433388"/>
            </a:xfrm>
            <a:custGeom>
              <a:avLst/>
              <a:gdLst>
                <a:gd name="T0" fmla="*/ 320 w 377"/>
                <a:gd name="T1" fmla="*/ 0 h 273"/>
                <a:gd name="T2" fmla="*/ 235 w 377"/>
                <a:gd name="T3" fmla="*/ 165 h 273"/>
                <a:gd name="T4" fmla="*/ 0 w 377"/>
                <a:gd name="T5" fmla="*/ 171 h 273"/>
                <a:gd name="T6" fmla="*/ 0 w 377"/>
                <a:gd name="T7" fmla="*/ 218 h 273"/>
                <a:gd name="T8" fmla="*/ 279 w 377"/>
                <a:gd name="T9" fmla="*/ 273 h 273"/>
                <a:gd name="T10" fmla="*/ 377 w 377"/>
                <a:gd name="T11" fmla="*/ 116 h 273"/>
                <a:gd name="T12" fmla="*/ 320 w 377"/>
                <a:gd name="T13" fmla="*/ 0 h 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77" h="273">
                  <a:moveTo>
                    <a:pt x="320" y="0"/>
                  </a:moveTo>
                  <a:lnTo>
                    <a:pt x="235" y="165"/>
                  </a:lnTo>
                  <a:lnTo>
                    <a:pt x="0" y="171"/>
                  </a:lnTo>
                  <a:lnTo>
                    <a:pt x="0" y="218"/>
                  </a:lnTo>
                  <a:lnTo>
                    <a:pt x="279" y="273"/>
                  </a:lnTo>
                  <a:lnTo>
                    <a:pt x="377" y="116"/>
                  </a:lnTo>
                  <a:lnTo>
                    <a:pt x="320" y="0"/>
                  </a:lnTo>
                  <a:close/>
                </a:path>
              </a:pathLst>
            </a:custGeom>
            <a:solidFill>
              <a:srgbClr val="F6D5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8" name="isļiḑê"/>
            <p:cNvSpPr/>
            <p:nvPr/>
          </p:nvSpPr>
          <p:spPr bwMode="auto">
            <a:xfrm>
              <a:off x="4046538" y="3086100"/>
              <a:ext cx="274638" cy="557213"/>
            </a:xfrm>
            <a:custGeom>
              <a:avLst/>
              <a:gdLst>
                <a:gd name="T0" fmla="*/ 165 w 165"/>
                <a:gd name="T1" fmla="*/ 246 h 336"/>
                <a:gd name="T2" fmla="*/ 143 w 165"/>
                <a:gd name="T3" fmla="*/ 2 h 336"/>
                <a:gd name="T4" fmla="*/ 86 w 165"/>
                <a:gd name="T5" fmla="*/ 0 h 336"/>
                <a:gd name="T6" fmla="*/ 47 w 165"/>
                <a:gd name="T7" fmla="*/ 187 h 336"/>
                <a:gd name="T8" fmla="*/ 0 w 165"/>
                <a:gd name="T9" fmla="*/ 266 h 336"/>
                <a:gd name="T10" fmla="*/ 72 w 165"/>
                <a:gd name="T11" fmla="*/ 336 h 336"/>
                <a:gd name="T12" fmla="*/ 142 w 165"/>
                <a:gd name="T13" fmla="*/ 295 h 336"/>
                <a:gd name="T14" fmla="*/ 165 w 165"/>
                <a:gd name="T15" fmla="*/ 246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65" h="336">
                  <a:moveTo>
                    <a:pt x="165" y="246"/>
                  </a:moveTo>
                  <a:cubicBezTo>
                    <a:pt x="143" y="2"/>
                    <a:pt x="143" y="2"/>
                    <a:pt x="143" y="2"/>
                  </a:cubicBezTo>
                  <a:cubicBezTo>
                    <a:pt x="86" y="0"/>
                    <a:pt x="86" y="0"/>
                    <a:pt x="86" y="0"/>
                  </a:cubicBezTo>
                  <a:cubicBezTo>
                    <a:pt x="47" y="187"/>
                    <a:pt x="47" y="187"/>
                    <a:pt x="47" y="187"/>
                  </a:cubicBezTo>
                  <a:cubicBezTo>
                    <a:pt x="0" y="266"/>
                    <a:pt x="0" y="266"/>
                    <a:pt x="0" y="266"/>
                  </a:cubicBezTo>
                  <a:cubicBezTo>
                    <a:pt x="72" y="336"/>
                    <a:pt x="72" y="336"/>
                    <a:pt x="72" y="336"/>
                  </a:cubicBezTo>
                  <a:cubicBezTo>
                    <a:pt x="72" y="336"/>
                    <a:pt x="134" y="298"/>
                    <a:pt x="142" y="295"/>
                  </a:cubicBezTo>
                  <a:lnTo>
                    <a:pt x="165" y="246"/>
                  </a:lnTo>
                  <a:close/>
                </a:path>
              </a:pathLst>
            </a:custGeom>
            <a:solidFill>
              <a:srgbClr val="5966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9" name="iṩļiḍè"/>
            <p:cNvSpPr/>
            <p:nvPr/>
          </p:nvSpPr>
          <p:spPr bwMode="auto">
            <a:xfrm>
              <a:off x="4149725" y="2949575"/>
              <a:ext cx="127000" cy="139700"/>
            </a:xfrm>
            <a:custGeom>
              <a:avLst/>
              <a:gdLst>
                <a:gd name="T0" fmla="*/ 80 w 80"/>
                <a:gd name="T1" fmla="*/ 88 h 88"/>
                <a:gd name="T2" fmla="*/ 80 w 80"/>
                <a:gd name="T3" fmla="*/ 21 h 88"/>
                <a:gd name="T4" fmla="*/ 39 w 80"/>
                <a:gd name="T5" fmla="*/ 0 h 88"/>
                <a:gd name="T6" fmla="*/ 0 w 80"/>
                <a:gd name="T7" fmla="*/ 24 h 88"/>
                <a:gd name="T8" fmla="*/ 24 w 80"/>
                <a:gd name="T9" fmla="*/ 57 h 88"/>
                <a:gd name="T10" fmla="*/ 46 w 80"/>
                <a:gd name="T11" fmla="*/ 86 h 88"/>
                <a:gd name="T12" fmla="*/ 80 w 80"/>
                <a:gd name="T13" fmla="*/ 88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0" h="88">
                  <a:moveTo>
                    <a:pt x="80" y="88"/>
                  </a:moveTo>
                  <a:lnTo>
                    <a:pt x="80" y="21"/>
                  </a:lnTo>
                  <a:lnTo>
                    <a:pt x="39" y="0"/>
                  </a:lnTo>
                  <a:lnTo>
                    <a:pt x="0" y="24"/>
                  </a:lnTo>
                  <a:lnTo>
                    <a:pt x="24" y="57"/>
                  </a:lnTo>
                  <a:lnTo>
                    <a:pt x="46" y="86"/>
                  </a:lnTo>
                  <a:lnTo>
                    <a:pt x="80" y="88"/>
                  </a:lnTo>
                  <a:close/>
                </a:path>
              </a:pathLst>
            </a:custGeom>
            <a:solidFill>
              <a:srgbClr val="F7C1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80" name="íŝḻíḍé"/>
            <p:cNvSpPr/>
            <p:nvPr/>
          </p:nvSpPr>
          <p:spPr bwMode="auto">
            <a:xfrm>
              <a:off x="9043988" y="2497138"/>
              <a:ext cx="212725" cy="566738"/>
            </a:xfrm>
            <a:custGeom>
              <a:avLst/>
              <a:gdLst>
                <a:gd name="T0" fmla="*/ 128 w 128"/>
                <a:gd name="T1" fmla="*/ 235 h 342"/>
                <a:gd name="T2" fmla="*/ 61 w 128"/>
                <a:gd name="T3" fmla="*/ 0 h 342"/>
                <a:gd name="T4" fmla="*/ 4 w 128"/>
                <a:gd name="T5" fmla="*/ 9 h 342"/>
                <a:gd name="T6" fmla="*/ 0 w 128"/>
                <a:gd name="T7" fmla="*/ 300 h 342"/>
                <a:gd name="T8" fmla="*/ 54 w 128"/>
                <a:gd name="T9" fmla="*/ 342 h 342"/>
                <a:gd name="T10" fmla="*/ 114 w 128"/>
                <a:gd name="T11" fmla="*/ 289 h 342"/>
                <a:gd name="T12" fmla="*/ 128 w 128"/>
                <a:gd name="T13" fmla="*/ 235 h 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8" h="342">
                  <a:moveTo>
                    <a:pt x="128" y="235"/>
                  </a:moveTo>
                  <a:cubicBezTo>
                    <a:pt x="61" y="0"/>
                    <a:pt x="61" y="0"/>
                    <a:pt x="61" y="0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0" y="300"/>
                    <a:pt x="0" y="300"/>
                    <a:pt x="0" y="300"/>
                  </a:cubicBezTo>
                  <a:cubicBezTo>
                    <a:pt x="54" y="342"/>
                    <a:pt x="54" y="342"/>
                    <a:pt x="54" y="342"/>
                  </a:cubicBezTo>
                  <a:cubicBezTo>
                    <a:pt x="54" y="342"/>
                    <a:pt x="107" y="293"/>
                    <a:pt x="114" y="289"/>
                  </a:cubicBezTo>
                  <a:lnTo>
                    <a:pt x="128" y="235"/>
                  </a:lnTo>
                  <a:close/>
                </a:path>
              </a:pathLst>
            </a:custGeom>
            <a:solidFill>
              <a:srgbClr val="7EAC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81" name="ïṣlîḋé"/>
            <p:cNvSpPr/>
            <p:nvPr/>
          </p:nvSpPr>
          <p:spPr bwMode="auto">
            <a:xfrm>
              <a:off x="8994775" y="2374900"/>
              <a:ext cx="142875" cy="131763"/>
            </a:xfrm>
            <a:custGeom>
              <a:avLst/>
              <a:gdLst>
                <a:gd name="T0" fmla="*/ 90 w 90"/>
                <a:gd name="T1" fmla="*/ 78 h 83"/>
                <a:gd name="T2" fmla="*/ 77 w 90"/>
                <a:gd name="T3" fmla="*/ 12 h 83"/>
                <a:gd name="T4" fmla="*/ 33 w 90"/>
                <a:gd name="T5" fmla="*/ 0 h 83"/>
                <a:gd name="T6" fmla="*/ 0 w 90"/>
                <a:gd name="T7" fmla="*/ 30 h 83"/>
                <a:gd name="T8" fmla="*/ 29 w 90"/>
                <a:gd name="T9" fmla="*/ 57 h 83"/>
                <a:gd name="T10" fmla="*/ 56 w 90"/>
                <a:gd name="T11" fmla="*/ 83 h 83"/>
                <a:gd name="T12" fmla="*/ 90 w 90"/>
                <a:gd name="T13" fmla="*/ 78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83">
                  <a:moveTo>
                    <a:pt x="90" y="78"/>
                  </a:moveTo>
                  <a:lnTo>
                    <a:pt x="77" y="12"/>
                  </a:lnTo>
                  <a:lnTo>
                    <a:pt x="33" y="0"/>
                  </a:lnTo>
                  <a:lnTo>
                    <a:pt x="0" y="30"/>
                  </a:lnTo>
                  <a:lnTo>
                    <a:pt x="29" y="57"/>
                  </a:lnTo>
                  <a:lnTo>
                    <a:pt x="56" y="83"/>
                  </a:lnTo>
                  <a:lnTo>
                    <a:pt x="90" y="78"/>
                  </a:lnTo>
                  <a:close/>
                </a:path>
              </a:pathLst>
            </a:custGeom>
            <a:solidFill>
              <a:srgbClr val="F7C1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  <p:sp>
        <p:nvSpPr>
          <p:cNvPr id="8" name="右箭头 7"/>
          <p:cNvSpPr/>
          <p:nvPr/>
        </p:nvSpPr>
        <p:spPr>
          <a:xfrm rot="2022420">
            <a:off x="5646728" y="3699081"/>
            <a:ext cx="938380" cy="318912"/>
          </a:xfrm>
          <a:prstGeom prst="rightArrow">
            <a:avLst>
              <a:gd name="adj1" fmla="val 44266"/>
              <a:gd name="adj2" fmla="val 50000"/>
            </a:avLst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" name="文本框 81"/>
          <p:cNvSpPr txBox="1"/>
          <p:nvPr/>
        </p:nvSpPr>
        <p:spPr>
          <a:xfrm>
            <a:off x="2668681" y="4966782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像艺术家一样</a:t>
            </a:r>
          </a:p>
        </p:txBody>
      </p:sp>
      <p:pic>
        <p:nvPicPr>
          <p:cNvPr id="83" name="图片 8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3949" y="4640418"/>
            <a:ext cx="1682504" cy="1876927"/>
          </a:xfrm>
          <a:prstGeom prst="rect">
            <a:avLst/>
          </a:prstGeom>
        </p:spPr>
      </p:pic>
      <p:pic>
        <p:nvPicPr>
          <p:cNvPr id="90" name="图片 89" descr="图片包含 水, 桌子, 站, 鸟&#10;&#10;描述已自动生成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4436" y="4251562"/>
            <a:ext cx="3270194" cy="1980000"/>
          </a:xfrm>
          <a:prstGeom prst="rect">
            <a:avLst/>
          </a:prstGeom>
        </p:spPr>
      </p:pic>
      <p:pic>
        <p:nvPicPr>
          <p:cNvPr id="92" name="图片 91" descr="图片包含 星星, 碗, 水, 夜空&#10;&#10;描述已自动生成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6503" y="1521886"/>
            <a:ext cx="3264324" cy="1980000"/>
          </a:xfrm>
          <a:prstGeom prst="rect">
            <a:avLst/>
          </a:prstGeom>
        </p:spPr>
      </p:pic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B54BD4-5486-4A33-9B83-769ED7785D49}" type="slidenum">
              <a:rPr lang="zh-CN" altLang="en-US" smtClean="0"/>
              <a:t>31</a:t>
            </a:fld>
            <a:endParaRPr lang="en-US" altLang="zh-CN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处理过程</a:t>
            </a:r>
          </a:p>
        </p:txBody>
      </p:sp>
      <p:grpSp>
        <p:nvGrpSpPr>
          <p:cNvPr id="112" name="243693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2766822" y="2412201"/>
            <a:ext cx="6438900" cy="950119"/>
            <a:chOff x="1803400" y="1598613"/>
            <a:chExt cx="8585200" cy="1266825"/>
          </a:xfrm>
        </p:grpSpPr>
        <p:sp>
          <p:nvSpPr>
            <p:cNvPr id="113" name="ï$ḻíḓé"/>
            <p:cNvSpPr/>
            <p:nvPr/>
          </p:nvSpPr>
          <p:spPr>
            <a:xfrm>
              <a:off x="1803400" y="1598613"/>
              <a:ext cx="1371600" cy="1266825"/>
            </a:xfrm>
            <a:prstGeom prst="roundRect">
              <a:avLst/>
            </a:prstGeom>
            <a:solidFill>
              <a:srgbClr val="BC3649"/>
            </a:solidFill>
            <a:ln w="12700" cap="flat">
              <a:noFill/>
              <a:miter lim="400000"/>
            </a:ln>
            <a:effectLst/>
          </p:spPr>
          <p:txBody>
            <a:bodyPr wrap="square" lIns="91440" tIns="45720" rIns="91440" bIns="45720" numCol="1" anchor="ctr">
              <a:normAutofit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1pPr>
              <a:lvl2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2pPr>
              <a:lvl3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3pPr>
              <a:lvl4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4pPr>
              <a:lvl5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5pPr>
              <a:lvl6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6pPr>
              <a:lvl7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7pPr>
              <a:lvl8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8pPr>
              <a:lvl9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9pPr>
            </a:lstStyle>
            <a:p>
              <a:pPr>
                <a:spcBef>
                  <a:spcPct val="0"/>
                </a:spcBef>
              </a:pPr>
              <a:r>
                <a:rPr lang="zh-CN" altLang="en-US" sz="1800" b="1" dirty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输入</a:t>
              </a:r>
            </a:p>
          </p:txBody>
        </p:sp>
        <p:sp>
          <p:nvSpPr>
            <p:cNvPr id="114" name="íšliḋè"/>
            <p:cNvSpPr/>
            <p:nvPr/>
          </p:nvSpPr>
          <p:spPr>
            <a:xfrm>
              <a:off x="9017000" y="1598613"/>
              <a:ext cx="1371600" cy="1266825"/>
            </a:xfrm>
            <a:prstGeom prst="roundRect">
              <a:avLst/>
            </a:prstGeom>
            <a:solidFill>
              <a:srgbClr val="BC3649"/>
            </a:solidFill>
            <a:ln w="12700" cap="flat">
              <a:noFill/>
              <a:miter lim="400000"/>
            </a:ln>
            <a:effectLst/>
          </p:spPr>
          <p:txBody>
            <a:bodyPr wrap="square" lIns="91440" tIns="45720" rIns="91440" bIns="45720" numCol="1" anchor="ctr">
              <a:normAutofit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1pPr>
              <a:lvl2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2pPr>
              <a:lvl3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3pPr>
              <a:lvl4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4pPr>
              <a:lvl5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5pPr>
              <a:lvl6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6pPr>
              <a:lvl7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7pPr>
              <a:lvl8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8pPr>
              <a:lvl9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9pPr>
            </a:lstStyle>
            <a:p>
              <a:pPr>
                <a:spcBef>
                  <a:spcPct val="0"/>
                </a:spcBef>
              </a:pPr>
              <a:r>
                <a:rPr lang="zh-CN" altLang="en-US" sz="1800" b="1" dirty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输出</a:t>
              </a:r>
            </a:p>
          </p:txBody>
        </p:sp>
        <p:sp>
          <p:nvSpPr>
            <p:cNvPr id="115" name="ïsḷïḑè"/>
            <p:cNvSpPr/>
            <p:nvPr/>
          </p:nvSpPr>
          <p:spPr>
            <a:xfrm>
              <a:off x="3606801" y="1598613"/>
              <a:ext cx="1371601" cy="1266825"/>
            </a:xfrm>
            <a:prstGeom prst="roundRect">
              <a:avLst/>
            </a:prstGeom>
            <a:solidFill>
              <a:srgbClr val="BC3649"/>
            </a:solidFill>
            <a:ln w="12700" cap="flat">
              <a:noFill/>
              <a:miter lim="400000"/>
            </a:ln>
            <a:effectLst/>
          </p:spPr>
          <p:txBody>
            <a:bodyPr wrap="square" lIns="91440" tIns="45720" rIns="91440" bIns="45720" numCol="1" anchor="ctr">
              <a:normAutofit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1pPr>
              <a:lvl2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2pPr>
              <a:lvl3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3pPr>
              <a:lvl4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4pPr>
              <a:lvl5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5pPr>
              <a:lvl6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6pPr>
              <a:lvl7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7pPr>
              <a:lvl8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8pPr>
              <a:lvl9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9pPr>
            </a:lstStyle>
            <a:p>
              <a:pPr>
                <a:spcBef>
                  <a:spcPct val="0"/>
                </a:spcBef>
              </a:pPr>
              <a:r>
                <a:rPr lang="zh-CN" altLang="en-US" sz="1800" b="1" dirty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建模</a:t>
              </a:r>
            </a:p>
          </p:txBody>
        </p:sp>
        <p:sp>
          <p:nvSpPr>
            <p:cNvPr id="116" name="ïšḷïḓé"/>
            <p:cNvSpPr/>
            <p:nvPr/>
          </p:nvSpPr>
          <p:spPr>
            <a:xfrm>
              <a:off x="5410203" y="1598613"/>
              <a:ext cx="1371600" cy="1266825"/>
            </a:xfrm>
            <a:prstGeom prst="roundRect">
              <a:avLst/>
            </a:prstGeom>
            <a:solidFill>
              <a:srgbClr val="BC3649"/>
            </a:solidFill>
            <a:ln w="12700" cap="flat">
              <a:noFill/>
              <a:miter lim="400000"/>
            </a:ln>
            <a:effectLst/>
          </p:spPr>
          <p:txBody>
            <a:bodyPr wrap="square" lIns="91440" tIns="45720" rIns="91440" bIns="45720" numCol="1" anchor="ctr">
              <a:normAutofit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1pPr>
              <a:lvl2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2pPr>
              <a:lvl3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3pPr>
              <a:lvl4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4pPr>
              <a:lvl5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5pPr>
              <a:lvl6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6pPr>
              <a:lvl7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7pPr>
              <a:lvl8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8pPr>
              <a:lvl9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9pPr>
            </a:lstStyle>
            <a:p>
              <a:pPr>
                <a:spcBef>
                  <a:spcPct val="0"/>
                </a:spcBef>
              </a:pPr>
              <a:r>
                <a:rPr lang="zh-CN" altLang="en-US" sz="1800" b="1" dirty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实现</a:t>
              </a:r>
            </a:p>
          </p:txBody>
        </p:sp>
        <p:sp>
          <p:nvSpPr>
            <p:cNvPr id="117" name="íśḻíḑè"/>
            <p:cNvSpPr/>
            <p:nvPr/>
          </p:nvSpPr>
          <p:spPr>
            <a:xfrm>
              <a:off x="7213603" y="1598613"/>
              <a:ext cx="1371600" cy="1266825"/>
            </a:xfrm>
            <a:prstGeom prst="roundRect">
              <a:avLst/>
            </a:prstGeom>
            <a:solidFill>
              <a:srgbClr val="BC3649"/>
            </a:solidFill>
            <a:ln w="12700" cap="flat">
              <a:noFill/>
              <a:miter lim="400000"/>
            </a:ln>
            <a:effectLst/>
          </p:spPr>
          <p:txBody>
            <a:bodyPr wrap="square" lIns="91440" tIns="45720" rIns="91440" bIns="45720" numCol="1" anchor="ctr">
              <a:normAutofit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1pPr>
              <a:lvl2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2pPr>
              <a:lvl3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3pPr>
              <a:lvl4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4pPr>
              <a:lvl5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5pPr>
              <a:lvl6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6pPr>
              <a:lvl7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7pPr>
              <a:lvl8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8pPr>
              <a:lvl9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9pPr>
            </a:lstStyle>
            <a:p>
              <a:pPr>
                <a:spcBef>
                  <a:spcPct val="0"/>
                </a:spcBef>
              </a:pPr>
              <a:r>
                <a:rPr lang="zh-CN" altLang="en-US" sz="1800" b="1" dirty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运行</a:t>
              </a:r>
            </a:p>
          </p:txBody>
        </p:sp>
        <p:sp>
          <p:nvSpPr>
            <p:cNvPr id="118" name="ïṣḷïḍè"/>
            <p:cNvSpPr/>
            <p:nvPr/>
          </p:nvSpPr>
          <p:spPr>
            <a:xfrm>
              <a:off x="3289300" y="2079625"/>
              <a:ext cx="203201" cy="304800"/>
            </a:xfrm>
            <a:prstGeom prst="rightArrow">
              <a:avLst>
                <a:gd name="adj1" fmla="val 32000"/>
                <a:gd name="adj2" fmla="val 275000"/>
              </a:avLst>
            </a:prstGeom>
            <a:solidFill>
              <a:srgbClr val="BC3649"/>
            </a:solidFill>
            <a:ln w="12700" cap="flat">
              <a:noFill/>
              <a:miter lim="400000"/>
            </a:ln>
            <a:effectLst/>
          </p:spPr>
          <p:txBody>
            <a:bodyPr wrap="square" lIns="91440" tIns="45720" rIns="91440" bIns="45720" numCol="1" anchor="ctr">
              <a:normAutofit fontScale="25000" lnSpcReduction="20000"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1pPr>
              <a:lvl2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2pPr>
              <a:lvl3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3pPr>
              <a:lvl4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4pPr>
              <a:lvl5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5pPr>
              <a:lvl6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6pPr>
              <a:lvl7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7pPr>
              <a:lvl8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8pPr>
              <a:lvl9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9pPr>
            </a:lstStyle>
            <a:p>
              <a:pPr algn="l" defTabSz="584200">
                <a:lnSpc>
                  <a:spcPct val="110000"/>
                </a:lnSpc>
                <a:spcBef>
                  <a:spcPts val="3000"/>
                </a:spcBef>
                <a:defRPr sz="2000">
                  <a:solidFill>
                    <a:srgbClr val="4C4C4C"/>
                  </a:solidFill>
                </a:defRPr>
              </a:pPr>
              <a:endParaRPr sz="2000"/>
            </a:p>
          </p:txBody>
        </p:sp>
        <p:sp>
          <p:nvSpPr>
            <p:cNvPr id="119" name="ïṧḷïḓé"/>
            <p:cNvSpPr/>
            <p:nvPr/>
          </p:nvSpPr>
          <p:spPr>
            <a:xfrm>
              <a:off x="5092702" y="2079625"/>
              <a:ext cx="203201" cy="304800"/>
            </a:xfrm>
            <a:prstGeom prst="rightArrow">
              <a:avLst>
                <a:gd name="adj1" fmla="val 32000"/>
                <a:gd name="adj2" fmla="val 275000"/>
              </a:avLst>
            </a:prstGeom>
            <a:solidFill>
              <a:srgbClr val="BC3649"/>
            </a:solidFill>
            <a:ln w="12700" cap="flat">
              <a:noFill/>
              <a:miter lim="400000"/>
            </a:ln>
            <a:effectLst/>
          </p:spPr>
          <p:txBody>
            <a:bodyPr wrap="square" lIns="91440" tIns="45720" rIns="91440" bIns="45720" numCol="1" anchor="ctr">
              <a:normAutofit fontScale="25000" lnSpcReduction="20000"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1pPr>
              <a:lvl2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2pPr>
              <a:lvl3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3pPr>
              <a:lvl4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4pPr>
              <a:lvl5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5pPr>
              <a:lvl6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6pPr>
              <a:lvl7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7pPr>
              <a:lvl8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8pPr>
              <a:lvl9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9pPr>
            </a:lstStyle>
            <a:p>
              <a:pPr algn="l" defTabSz="584200">
                <a:lnSpc>
                  <a:spcPct val="110000"/>
                </a:lnSpc>
                <a:spcBef>
                  <a:spcPts val="3000"/>
                </a:spcBef>
                <a:defRPr sz="2000">
                  <a:solidFill>
                    <a:srgbClr val="4C4C4C"/>
                  </a:solidFill>
                </a:defRPr>
              </a:pPr>
              <a:endParaRPr sz="2000">
                <a:solidFill>
                  <a:schemeClr val="bg1"/>
                </a:solidFill>
              </a:endParaRPr>
            </a:p>
          </p:txBody>
        </p:sp>
        <p:sp>
          <p:nvSpPr>
            <p:cNvPr id="120" name="iṡļíḍè"/>
            <p:cNvSpPr/>
            <p:nvPr/>
          </p:nvSpPr>
          <p:spPr>
            <a:xfrm>
              <a:off x="8699503" y="2079625"/>
              <a:ext cx="203200" cy="304800"/>
            </a:xfrm>
            <a:prstGeom prst="rightArrow">
              <a:avLst>
                <a:gd name="adj1" fmla="val 32000"/>
                <a:gd name="adj2" fmla="val 275000"/>
              </a:avLst>
            </a:prstGeom>
            <a:solidFill>
              <a:srgbClr val="BC3649"/>
            </a:solidFill>
            <a:ln w="12700" cap="flat">
              <a:noFill/>
              <a:miter lim="400000"/>
            </a:ln>
            <a:effectLst/>
          </p:spPr>
          <p:txBody>
            <a:bodyPr wrap="square" lIns="91440" tIns="45720" rIns="91440" bIns="45720" numCol="1" anchor="ctr">
              <a:normAutofit fontScale="25000" lnSpcReduction="20000"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1pPr>
              <a:lvl2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2pPr>
              <a:lvl3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3pPr>
              <a:lvl4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4pPr>
              <a:lvl5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5pPr>
              <a:lvl6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6pPr>
              <a:lvl7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7pPr>
              <a:lvl8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8pPr>
              <a:lvl9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9pPr>
            </a:lstStyle>
            <a:p>
              <a:pPr algn="l" defTabSz="584200">
                <a:lnSpc>
                  <a:spcPct val="110000"/>
                </a:lnSpc>
                <a:spcBef>
                  <a:spcPts val="3000"/>
                </a:spcBef>
                <a:defRPr sz="2000">
                  <a:solidFill>
                    <a:srgbClr val="4C4C4C"/>
                  </a:solidFill>
                </a:defRPr>
              </a:pPr>
              <a:endParaRPr sz="2000">
                <a:solidFill>
                  <a:schemeClr val="bg1"/>
                </a:solidFill>
              </a:endParaRPr>
            </a:p>
          </p:txBody>
        </p:sp>
        <p:sp>
          <p:nvSpPr>
            <p:cNvPr id="121" name="ïş1ïḓè"/>
            <p:cNvSpPr/>
            <p:nvPr/>
          </p:nvSpPr>
          <p:spPr>
            <a:xfrm>
              <a:off x="6896103" y="2079625"/>
              <a:ext cx="203200" cy="304800"/>
            </a:xfrm>
            <a:prstGeom prst="rightArrow">
              <a:avLst>
                <a:gd name="adj1" fmla="val 32000"/>
                <a:gd name="adj2" fmla="val 275000"/>
              </a:avLst>
            </a:prstGeom>
            <a:solidFill>
              <a:srgbClr val="BC3649"/>
            </a:solidFill>
            <a:ln w="12700" cap="flat">
              <a:noFill/>
              <a:miter lim="400000"/>
            </a:ln>
            <a:effectLst/>
          </p:spPr>
          <p:txBody>
            <a:bodyPr wrap="square" lIns="91440" tIns="45720" rIns="91440" bIns="45720" numCol="1" anchor="ctr">
              <a:normAutofit fontScale="25000" lnSpcReduction="20000"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1pPr>
              <a:lvl2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2pPr>
              <a:lvl3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3pPr>
              <a:lvl4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4pPr>
              <a:lvl5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5pPr>
              <a:lvl6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6pPr>
              <a:lvl7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7pPr>
              <a:lvl8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8pPr>
              <a:lvl9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9pPr>
            </a:lstStyle>
            <a:p>
              <a:pPr algn="l" defTabSz="584200">
                <a:lnSpc>
                  <a:spcPct val="110000"/>
                </a:lnSpc>
                <a:spcBef>
                  <a:spcPts val="3000"/>
                </a:spcBef>
                <a:defRPr sz="2000">
                  <a:solidFill>
                    <a:srgbClr val="4C4C4C"/>
                  </a:solidFill>
                </a:defRPr>
              </a:pPr>
              <a:endParaRPr sz="2000">
                <a:solidFill>
                  <a:schemeClr val="bg1"/>
                </a:solidFill>
              </a:endParaRPr>
            </a:p>
          </p:txBody>
        </p:sp>
      </p:grpSp>
      <p:sp>
        <p:nvSpPr>
          <p:cNvPr id="146" name="retro-abacus_73707"/>
          <p:cNvSpPr/>
          <p:nvPr/>
        </p:nvSpPr>
        <p:spPr bwMode="auto">
          <a:xfrm>
            <a:off x="12403664" y="1905176"/>
            <a:ext cx="398466" cy="295119"/>
          </a:xfrm>
          <a:custGeom>
            <a:avLst/>
            <a:gdLst>
              <a:gd name="T0" fmla="*/ 432 w 5052"/>
              <a:gd name="T1" fmla="*/ 0 h 6493"/>
              <a:gd name="T2" fmla="*/ 0 w 5052"/>
              <a:gd name="T3" fmla="*/ 6061 h 6493"/>
              <a:gd name="T4" fmla="*/ 4619 w 5052"/>
              <a:gd name="T5" fmla="*/ 6493 h 6493"/>
              <a:gd name="T6" fmla="*/ 5052 w 5052"/>
              <a:gd name="T7" fmla="*/ 433 h 6493"/>
              <a:gd name="T8" fmla="*/ 613 w 5052"/>
              <a:gd name="T9" fmla="*/ 1036 h 6493"/>
              <a:gd name="T10" fmla="*/ 4116 w 5052"/>
              <a:gd name="T11" fmla="*/ 713 h 6493"/>
              <a:gd name="T12" fmla="*/ 4439 w 5052"/>
              <a:gd name="T13" fmla="*/ 1512 h 6493"/>
              <a:gd name="T14" fmla="*/ 935 w 5052"/>
              <a:gd name="T15" fmla="*/ 1835 h 6493"/>
              <a:gd name="T16" fmla="*/ 613 w 5052"/>
              <a:gd name="T17" fmla="*/ 1036 h 6493"/>
              <a:gd name="T18" fmla="*/ 1912 w 5052"/>
              <a:gd name="T19" fmla="*/ 5734 h 6493"/>
              <a:gd name="T20" fmla="*/ 1673 w 5052"/>
              <a:gd name="T21" fmla="*/ 5734 h 6493"/>
              <a:gd name="T22" fmla="*/ 1077 w 5052"/>
              <a:gd name="T23" fmla="*/ 5734 h 6493"/>
              <a:gd name="T24" fmla="*/ 838 w 5052"/>
              <a:gd name="T25" fmla="*/ 5734 h 6493"/>
              <a:gd name="T26" fmla="*/ 1136 w 5052"/>
              <a:gd name="T27" fmla="*/ 5197 h 6493"/>
              <a:gd name="T28" fmla="*/ 838 w 5052"/>
              <a:gd name="T29" fmla="*/ 4660 h 6493"/>
              <a:gd name="T30" fmla="*/ 1375 w 5052"/>
              <a:gd name="T31" fmla="*/ 4958 h 6493"/>
              <a:gd name="T32" fmla="*/ 1912 w 5052"/>
              <a:gd name="T33" fmla="*/ 4660 h 6493"/>
              <a:gd name="T34" fmla="*/ 1614 w 5052"/>
              <a:gd name="T35" fmla="*/ 5197 h 6493"/>
              <a:gd name="T36" fmla="*/ 1966 w 5052"/>
              <a:gd name="T37" fmla="*/ 3435 h 6493"/>
              <a:gd name="T38" fmla="*/ 1544 w 5052"/>
              <a:gd name="T39" fmla="*/ 3856 h 6493"/>
              <a:gd name="T40" fmla="*/ 1206 w 5052"/>
              <a:gd name="T41" fmla="*/ 3856 h 6493"/>
              <a:gd name="T42" fmla="*/ 784 w 5052"/>
              <a:gd name="T43" fmla="*/ 3435 h 6493"/>
              <a:gd name="T44" fmla="*/ 784 w 5052"/>
              <a:gd name="T45" fmla="*/ 3097 h 6493"/>
              <a:gd name="T46" fmla="*/ 1206 w 5052"/>
              <a:gd name="T47" fmla="*/ 2675 h 6493"/>
              <a:gd name="T48" fmla="*/ 1544 w 5052"/>
              <a:gd name="T49" fmla="*/ 2675 h 6493"/>
              <a:gd name="T50" fmla="*/ 1966 w 5052"/>
              <a:gd name="T51" fmla="*/ 3097 h 6493"/>
              <a:gd name="T52" fmla="*/ 1966 w 5052"/>
              <a:gd name="T53" fmla="*/ 3435 h 6493"/>
              <a:gd name="T54" fmla="*/ 3102 w 5052"/>
              <a:gd name="T55" fmla="*/ 5772 h 6493"/>
              <a:gd name="T56" fmla="*/ 3937 w 5052"/>
              <a:gd name="T57" fmla="*/ 4698 h 6493"/>
              <a:gd name="T58" fmla="*/ 4176 w 5052"/>
              <a:gd name="T59" fmla="*/ 4937 h 6493"/>
              <a:gd name="T60" fmla="*/ 3221 w 5052"/>
              <a:gd name="T61" fmla="*/ 5822 h 6493"/>
              <a:gd name="T62" fmla="*/ 3228 w 5052"/>
              <a:gd name="T63" fmla="*/ 4573 h 6493"/>
              <a:gd name="T64" fmla="*/ 3228 w 5052"/>
              <a:gd name="T65" fmla="*/ 4986 h 6493"/>
              <a:gd name="T66" fmla="*/ 4134 w 5052"/>
              <a:gd name="T67" fmla="*/ 5822 h 6493"/>
              <a:gd name="T68" fmla="*/ 4134 w 5052"/>
              <a:gd name="T69" fmla="*/ 5408 h 6493"/>
              <a:gd name="T70" fmla="*/ 4134 w 5052"/>
              <a:gd name="T71" fmla="*/ 5822 h 6493"/>
              <a:gd name="T72" fmla="*/ 3090 w 5052"/>
              <a:gd name="T73" fmla="*/ 3435 h 6493"/>
              <a:gd name="T74" fmla="*/ 3090 w 5052"/>
              <a:gd name="T75" fmla="*/ 3097 h 6493"/>
              <a:gd name="T76" fmla="*/ 4441 w 5052"/>
              <a:gd name="T77" fmla="*/ 3266 h 64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5052" h="6493">
                <a:moveTo>
                  <a:pt x="4619" y="0"/>
                </a:moveTo>
                <a:lnTo>
                  <a:pt x="432" y="0"/>
                </a:lnTo>
                <a:cubicBezTo>
                  <a:pt x="194" y="0"/>
                  <a:pt x="0" y="194"/>
                  <a:pt x="0" y="433"/>
                </a:cubicBezTo>
                <a:lnTo>
                  <a:pt x="0" y="6061"/>
                </a:lnTo>
                <a:cubicBezTo>
                  <a:pt x="0" y="6299"/>
                  <a:pt x="194" y="6493"/>
                  <a:pt x="432" y="6493"/>
                </a:cubicBezTo>
                <a:lnTo>
                  <a:pt x="4619" y="6493"/>
                </a:lnTo>
                <a:cubicBezTo>
                  <a:pt x="4858" y="6493"/>
                  <a:pt x="5052" y="6299"/>
                  <a:pt x="5052" y="6061"/>
                </a:cubicBezTo>
                <a:lnTo>
                  <a:pt x="5052" y="433"/>
                </a:lnTo>
                <a:cubicBezTo>
                  <a:pt x="5052" y="194"/>
                  <a:pt x="4858" y="0"/>
                  <a:pt x="4619" y="0"/>
                </a:cubicBezTo>
                <a:close/>
                <a:moveTo>
                  <a:pt x="613" y="1036"/>
                </a:moveTo>
                <a:cubicBezTo>
                  <a:pt x="613" y="858"/>
                  <a:pt x="757" y="713"/>
                  <a:pt x="935" y="713"/>
                </a:cubicBezTo>
                <a:lnTo>
                  <a:pt x="4116" y="713"/>
                </a:lnTo>
                <a:cubicBezTo>
                  <a:pt x="4295" y="713"/>
                  <a:pt x="4439" y="858"/>
                  <a:pt x="4439" y="1036"/>
                </a:cubicBezTo>
                <a:lnTo>
                  <a:pt x="4439" y="1512"/>
                </a:lnTo>
                <a:cubicBezTo>
                  <a:pt x="4439" y="1690"/>
                  <a:pt x="4295" y="1835"/>
                  <a:pt x="4116" y="1835"/>
                </a:cubicBezTo>
                <a:lnTo>
                  <a:pt x="935" y="1835"/>
                </a:lnTo>
                <a:cubicBezTo>
                  <a:pt x="757" y="1835"/>
                  <a:pt x="613" y="1690"/>
                  <a:pt x="613" y="1512"/>
                </a:cubicBezTo>
                <a:lnTo>
                  <a:pt x="613" y="1036"/>
                </a:lnTo>
                <a:close/>
                <a:moveTo>
                  <a:pt x="1912" y="5496"/>
                </a:moveTo>
                <a:cubicBezTo>
                  <a:pt x="1978" y="5562"/>
                  <a:pt x="1978" y="5668"/>
                  <a:pt x="1912" y="5734"/>
                </a:cubicBezTo>
                <a:cubicBezTo>
                  <a:pt x="1879" y="5767"/>
                  <a:pt x="1836" y="5784"/>
                  <a:pt x="1793" y="5784"/>
                </a:cubicBezTo>
                <a:cubicBezTo>
                  <a:pt x="1750" y="5784"/>
                  <a:pt x="1706" y="5767"/>
                  <a:pt x="1673" y="5734"/>
                </a:cubicBezTo>
                <a:lnTo>
                  <a:pt x="1375" y="5436"/>
                </a:lnTo>
                <a:lnTo>
                  <a:pt x="1077" y="5734"/>
                </a:lnTo>
                <a:cubicBezTo>
                  <a:pt x="1044" y="5767"/>
                  <a:pt x="1001" y="5784"/>
                  <a:pt x="957" y="5784"/>
                </a:cubicBezTo>
                <a:cubicBezTo>
                  <a:pt x="914" y="5784"/>
                  <a:pt x="871" y="5767"/>
                  <a:pt x="838" y="5734"/>
                </a:cubicBezTo>
                <a:cubicBezTo>
                  <a:pt x="772" y="5668"/>
                  <a:pt x="772" y="5562"/>
                  <a:pt x="838" y="5496"/>
                </a:cubicBezTo>
                <a:lnTo>
                  <a:pt x="1136" y="5197"/>
                </a:lnTo>
                <a:lnTo>
                  <a:pt x="838" y="4899"/>
                </a:lnTo>
                <a:cubicBezTo>
                  <a:pt x="772" y="4833"/>
                  <a:pt x="772" y="4726"/>
                  <a:pt x="838" y="4660"/>
                </a:cubicBezTo>
                <a:cubicBezTo>
                  <a:pt x="904" y="4594"/>
                  <a:pt x="1011" y="4594"/>
                  <a:pt x="1077" y="4660"/>
                </a:cubicBezTo>
                <a:lnTo>
                  <a:pt x="1375" y="4958"/>
                </a:lnTo>
                <a:lnTo>
                  <a:pt x="1673" y="4660"/>
                </a:lnTo>
                <a:cubicBezTo>
                  <a:pt x="1739" y="4594"/>
                  <a:pt x="1846" y="4594"/>
                  <a:pt x="1912" y="4660"/>
                </a:cubicBezTo>
                <a:cubicBezTo>
                  <a:pt x="1978" y="4726"/>
                  <a:pt x="1978" y="4833"/>
                  <a:pt x="1912" y="4899"/>
                </a:cubicBezTo>
                <a:lnTo>
                  <a:pt x="1614" y="5197"/>
                </a:lnTo>
                <a:lnTo>
                  <a:pt x="1912" y="5496"/>
                </a:lnTo>
                <a:close/>
                <a:moveTo>
                  <a:pt x="1966" y="3435"/>
                </a:moveTo>
                <a:lnTo>
                  <a:pt x="1544" y="3435"/>
                </a:lnTo>
                <a:lnTo>
                  <a:pt x="1544" y="3856"/>
                </a:lnTo>
                <a:cubicBezTo>
                  <a:pt x="1544" y="3950"/>
                  <a:pt x="1468" y="4025"/>
                  <a:pt x="1375" y="4025"/>
                </a:cubicBezTo>
                <a:cubicBezTo>
                  <a:pt x="1282" y="4025"/>
                  <a:pt x="1206" y="3950"/>
                  <a:pt x="1206" y="3856"/>
                </a:cubicBezTo>
                <a:lnTo>
                  <a:pt x="1206" y="3435"/>
                </a:lnTo>
                <a:lnTo>
                  <a:pt x="784" y="3435"/>
                </a:lnTo>
                <a:cubicBezTo>
                  <a:pt x="691" y="3435"/>
                  <a:pt x="615" y="3359"/>
                  <a:pt x="615" y="3266"/>
                </a:cubicBezTo>
                <a:cubicBezTo>
                  <a:pt x="615" y="3172"/>
                  <a:pt x="691" y="3097"/>
                  <a:pt x="784" y="3097"/>
                </a:cubicBezTo>
                <a:lnTo>
                  <a:pt x="1206" y="3097"/>
                </a:lnTo>
                <a:lnTo>
                  <a:pt x="1206" y="2675"/>
                </a:lnTo>
                <a:cubicBezTo>
                  <a:pt x="1206" y="2582"/>
                  <a:pt x="1282" y="2506"/>
                  <a:pt x="1375" y="2506"/>
                </a:cubicBezTo>
                <a:cubicBezTo>
                  <a:pt x="1468" y="2506"/>
                  <a:pt x="1544" y="2582"/>
                  <a:pt x="1544" y="2675"/>
                </a:cubicBezTo>
                <a:lnTo>
                  <a:pt x="1544" y="3097"/>
                </a:lnTo>
                <a:lnTo>
                  <a:pt x="1966" y="3097"/>
                </a:lnTo>
                <a:cubicBezTo>
                  <a:pt x="2059" y="3097"/>
                  <a:pt x="2135" y="3172"/>
                  <a:pt x="2135" y="3266"/>
                </a:cubicBezTo>
                <a:cubicBezTo>
                  <a:pt x="2135" y="3359"/>
                  <a:pt x="2059" y="3435"/>
                  <a:pt x="1966" y="3435"/>
                </a:cubicBezTo>
                <a:close/>
                <a:moveTo>
                  <a:pt x="3221" y="5822"/>
                </a:moveTo>
                <a:cubicBezTo>
                  <a:pt x="3178" y="5822"/>
                  <a:pt x="3134" y="5805"/>
                  <a:pt x="3102" y="5772"/>
                </a:cubicBezTo>
                <a:cubicBezTo>
                  <a:pt x="3036" y="5707"/>
                  <a:pt x="3036" y="5600"/>
                  <a:pt x="3102" y="5534"/>
                </a:cubicBezTo>
                <a:lnTo>
                  <a:pt x="3937" y="4698"/>
                </a:lnTo>
                <a:cubicBezTo>
                  <a:pt x="4003" y="4632"/>
                  <a:pt x="4110" y="4632"/>
                  <a:pt x="4176" y="4698"/>
                </a:cubicBezTo>
                <a:cubicBezTo>
                  <a:pt x="4242" y="4764"/>
                  <a:pt x="4242" y="4871"/>
                  <a:pt x="4176" y="4937"/>
                </a:cubicBezTo>
                <a:lnTo>
                  <a:pt x="3340" y="5772"/>
                </a:lnTo>
                <a:cubicBezTo>
                  <a:pt x="3307" y="5805"/>
                  <a:pt x="3264" y="5822"/>
                  <a:pt x="3221" y="5822"/>
                </a:cubicBezTo>
                <a:close/>
                <a:moveTo>
                  <a:pt x="3021" y="4779"/>
                </a:moveTo>
                <a:cubicBezTo>
                  <a:pt x="3021" y="4665"/>
                  <a:pt x="3113" y="4573"/>
                  <a:pt x="3228" y="4573"/>
                </a:cubicBezTo>
                <a:cubicBezTo>
                  <a:pt x="3342" y="4573"/>
                  <a:pt x="3434" y="4665"/>
                  <a:pt x="3434" y="4779"/>
                </a:cubicBezTo>
                <a:cubicBezTo>
                  <a:pt x="3434" y="4894"/>
                  <a:pt x="3342" y="4986"/>
                  <a:pt x="3228" y="4986"/>
                </a:cubicBezTo>
                <a:cubicBezTo>
                  <a:pt x="3113" y="4986"/>
                  <a:pt x="3021" y="4894"/>
                  <a:pt x="3021" y="4779"/>
                </a:cubicBezTo>
                <a:close/>
                <a:moveTo>
                  <a:pt x="4134" y="5822"/>
                </a:moveTo>
                <a:cubicBezTo>
                  <a:pt x="4020" y="5822"/>
                  <a:pt x="3927" y="5729"/>
                  <a:pt x="3927" y="5615"/>
                </a:cubicBezTo>
                <a:cubicBezTo>
                  <a:pt x="3927" y="5501"/>
                  <a:pt x="4020" y="5408"/>
                  <a:pt x="4134" y="5408"/>
                </a:cubicBezTo>
                <a:cubicBezTo>
                  <a:pt x="4249" y="5408"/>
                  <a:pt x="4341" y="5501"/>
                  <a:pt x="4341" y="5615"/>
                </a:cubicBezTo>
                <a:cubicBezTo>
                  <a:pt x="4341" y="5729"/>
                  <a:pt x="4249" y="5822"/>
                  <a:pt x="4134" y="5822"/>
                </a:cubicBezTo>
                <a:close/>
                <a:moveTo>
                  <a:pt x="4272" y="3435"/>
                </a:moveTo>
                <a:lnTo>
                  <a:pt x="3090" y="3435"/>
                </a:lnTo>
                <a:cubicBezTo>
                  <a:pt x="2997" y="3435"/>
                  <a:pt x="2921" y="3359"/>
                  <a:pt x="2921" y="3266"/>
                </a:cubicBezTo>
                <a:cubicBezTo>
                  <a:pt x="2921" y="3172"/>
                  <a:pt x="2997" y="3097"/>
                  <a:pt x="3090" y="3097"/>
                </a:cubicBezTo>
                <a:lnTo>
                  <a:pt x="4272" y="3097"/>
                </a:lnTo>
                <a:cubicBezTo>
                  <a:pt x="4365" y="3097"/>
                  <a:pt x="4441" y="3172"/>
                  <a:pt x="4441" y="3266"/>
                </a:cubicBezTo>
                <a:cubicBezTo>
                  <a:pt x="4441" y="3359"/>
                  <a:pt x="4365" y="3435"/>
                  <a:pt x="4272" y="3435"/>
                </a:cubicBezTo>
                <a:close/>
              </a:path>
            </a:pathLst>
          </a:custGeom>
          <a:solidFill>
            <a:srgbClr val="BC3649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7" name="retro-abacus_73707"/>
          <p:cNvSpPr/>
          <p:nvPr/>
        </p:nvSpPr>
        <p:spPr bwMode="auto">
          <a:xfrm>
            <a:off x="12403664" y="1462497"/>
            <a:ext cx="398466" cy="295119"/>
          </a:xfrm>
          <a:custGeom>
            <a:avLst/>
            <a:gdLst>
              <a:gd name="T0" fmla="*/ 278945 h 440259"/>
              <a:gd name="T1" fmla="*/ 278945 h 440259"/>
              <a:gd name="T2" fmla="*/ 278945 h 440259"/>
              <a:gd name="T3" fmla="*/ 278945 h 440259"/>
              <a:gd name="T4" fmla="*/ 278945 h 440259"/>
              <a:gd name="T5" fmla="*/ 278945 h 440259"/>
              <a:gd name="T6" fmla="*/ 278945 h 440259"/>
              <a:gd name="T7" fmla="*/ 278945 h 440259"/>
              <a:gd name="T8" fmla="*/ 278945 h 440259"/>
              <a:gd name="T9" fmla="*/ 278945 h 440259"/>
              <a:gd name="T10" fmla="*/ 278945 h 440259"/>
              <a:gd name="T11" fmla="*/ 278945 h 440259"/>
              <a:gd name="T12" fmla="*/ 278945 h 440259"/>
              <a:gd name="T13" fmla="*/ 278945 h 440259"/>
              <a:gd name="T14" fmla="*/ 278945 h 440259"/>
              <a:gd name="T15" fmla="*/ 278945 h 440259"/>
              <a:gd name="T16" fmla="*/ 278945 h 440259"/>
              <a:gd name="T17" fmla="*/ 278945 h 440259"/>
              <a:gd name="T18" fmla="*/ 278945 h 440259"/>
              <a:gd name="T19" fmla="*/ 278945 h 440259"/>
              <a:gd name="T20" fmla="*/ 278945 h 440259"/>
              <a:gd name="T21" fmla="*/ 278945 h 440259"/>
              <a:gd name="T22" fmla="*/ 278945 h 440259"/>
              <a:gd name="T23" fmla="*/ 278945 h 440259"/>
              <a:gd name="T24" fmla="*/ 278945 h 440259"/>
              <a:gd name="T25" fmla="*/ 278945 h 440259"/>
              <a:gd name="T26" fmla="*/ 278945 h 440259"/>
              <a:gd name="T27" fmla="*/ 278945 h 440259"/>
              <a:gd name="T28" fmla="*/ 278945 h 440259"/>
              <a:gd name="T29" fmla="*/ 278945 h 440259"/>
              <a:gd name="T30" fmla="*/ 278945 h 440259"/>
              <a:gd name="T31" fmla="*/ 278945 h 440259"/>
              <a:gd name="T32" fmla="*/ 278945 h 440259"/>
              <a:gd name="T33" fmla="*/ 278945 h 440259"/>
              <a:gd name="T34" fmla="*/ 278945 h 440259"/>
              <a:gd name="T35" fmla="*/ 278945 h 440259"/>
              <a:gd name="T36" fmla="*/ 278945 h 440259"/>
              <a:gd name="T37" fmla="*/ 278945 h 440259"/>
              <a:gd name="T38" fmla="*/ 278945 h 440259"/>
              <a:gd name="T39" fmla="*/ 278945 h 440259"/>
              <a:gd name="T40" fmla="*/ 278945 h 440259"/>
              <a:gd name="T41" fmla="*/ 278945 h 440259"/>
              <a:gd name="T42" fmla="*/ 278945 h 440259"/>
              <a:gd name="T43" fmla="*/ 278945 h 440259"/>
              <a:gd name="T44" fmla="*/ 88862 h 440259"/>
              <a:gd name="T45" fmla="*/ 88862 h 440259"/>
              <a:gd name="T46" fmla="*/ 278945 h 440259"/>
              <a:gd name="T47" fmla="*/ 278945 h 440259"/>
              <a:gd name="T48" fmla="*/ 278945 h 440259"/>
              <a:gd name="T49" fmla="*/ 278945 h 440259"/>
              <a:gd name="T50" fmla="*/ 278945 h 440259"/>
              <a:gd name="T51" fmla="*/ 278945 h 440259"/>
              <a:gd name="T52" fmla="*/ 278945 h 440259"/>
              <a:gd name="T53" fmla="*/ 278945 h 440259"/>
              <a:gd name="T54" fmla="*/ 278945 h 440259"/>
              <a:gd name="T55" fmla="*/ 278945 h 440259"/>
              <a:gd name="T56" fmla="*/ 278945 h 440259"/>
              <a:gd name="T57" fmla="*/ 278945 h 440259"/>
              <a:gd name="T58" fmla="*/ 278945 h 440259"/>
              <a:gd name="T59" fmla="*/ 278945 h 440259"/>
              <a:gd name="T60" fmla="*/ 278945 h 440259"/>
              <a:gd name="T61" fmla="*/ 278945 h 440259"/>
              <a:gd name="T62" fmla="*/ 278945 h 440259"/>
              <a:gd name="T63" fmla="*/ 278945 h 440259"/>
              <a:gd name="T64" fmla="*/ 278945 h 440259"/>
              <a:gd name="T65" fmla="*/ 278945 h 440259"/>
              <a:gd name="T66" fmla="*/ 278945 h 440259"/>
              <a:gd name="T67" fmla="*/ 278945 h 440259"/>
              <a:gd name="T68" fmla="*/ 278945 h 440259"/>
              <a:gd name="T69" fmla="*/ 278945 h 440259"/>
              <a:gd name="T70" fmla="*/ 278945 h 440259"/>
              <a:gd name="T71" fmla="*/ 278945 h 440259"/>
              <a:gd name="T72" fmla="*/ 278945 h 440259"/>
              <a:gd name="T73" fmla="*/ 278945 h 440259"/>
              <a:gd name="T74" fmla="*/ 278945 h 440259"/>
              <a:gd name="T75" fmla="*/ 278945 h 440259"/>
              <a:gd name="T76" fmla="*/ 278945 h 440259"/>
              <a:gd name="T77" fmla="*/ 278945 h 440259"/>
              <a:gd name="T78" fmla="*/ 278945 h 440259"/>
              <a:gd name="T79" fmla="*/ 278945 h 440259"/>
              <a:gd name="T80" fmla="*/ 278945 h 440259"/>
              <a:gd name="T81" fmla="*/ 278945 h 440259"/>
              <a:gd name="T82" fmla="*/ 278945 h 440259"/>
              <a:gd name="T83" fmla="*/ 278945 h 440259"/>
              <a:gd name="T84" fmla="*/ 278945 h 440259"/>
              <a:gd name="T85" fmla="*/ 278945 h 440259"/>
              <a:gd name="T86" fmla="*/ 278945 h 440259"/>
              <a:gd name="T87" fmla="*/ 278945 h 440259"/>
              <a:gd name="T88" fmla="*/ 278945 h 440259"/>
              <a:gd name="T89" fmla="*/ 278945 h 440259"/>
              <a:gd name="T90" fmla="*/ 278945 h 440259"/>
              <a:gd name="T91" fmla="*/ 278945 h 440259"/>
              <a:gd name="T92" fmla="*/ 278945 h 440259"/>
              <a:gd name="T93" fmla="*/ 278945 h 440259"/>
              <a:gd name="T94" fmla="*/ 278945 h 440259"/>
              <a:gd name="T95" fmla="*/ 278945 h 440259"/>
              <a:gd name="T96" fmla="*/ 278945 h 440259"/>
              <a:gd name="T97" fmla="*/ 278945 h 440259"/>
              <a:gd name="T98" fmla="*/ 278945 h 440259"/>
              <a:gd name="T99" fmla="*/ 278945 h 440259"/>
              <a:gd name="T100" fmla="*/ 278945 h 440259"/>
              <a:gd name="T101" fmla="*/ 278945 h 4402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2648" h="2613">
                <a:moveTo>
                  <a:pt x="2582" y="0"/>
                </a:moveTo>
                <a:lnTo>
                  <a:pt x="2362" y="0"/>
                </a:lnTo>
                <a:cubicBezTo>
                  <a:pt x="2325" y="0"/>
                  <a:pt x="2296" y="29"/>
                  <a:pt x="2296" y="66"/>
                </a:cubicBezTo>
                <a:lnTo>
                  <a:pt x="2296" y="386"/>
                </a:lnTo>
                <a:lnTo>
                  <a:pt x="1455" y="386"/>
                </a:lnTo>
                <a:lnTo>
                  <a:pt x="1455" y="361"/>
                </a:lnTo>
                <a:cubicBezTo>
                  <a:pt x="1455" y="261"/>
                  <a:pt x="1374" y="180"/>
                  <a:pt x="1275" y="180"/>
                </a:cubicBezTo>
                <a:lnTo>
                  <a:pt x="1272" y="180"/>
                </a:lnTo>
                <a:cubicBezTo>
                  <a:pt x="1173" y="180"/>
                  <a:pt x="1091" y="261"/>
                  <a:pt x="1091" y="361"/>
                </a:cubicBezTo>
                <a:lnTo>
                  <a:pt x="1091" y="386"/>
                </a:lnTo>
                <a:lnTo>
                  <a:pt x="918" y="386"/>
                </a:lnTo>
                <a:lnTo>
                  <a:pt x="918" y="361"/>
                </a:lnTo>
                <a:cubicBezTo>
                  <a:pt x="918" y="261"/>
                  <a:pt x="836" y="180"/>
                  <a:pt x="737" y="180"/>
                </a:cubicBezTo>
                <a:lnTo>
                  <a:pt x="734" y="180"/>
                </a:lnTo>
                <a:cubicBezTo>
                  <a:pt x="635" y="180"/>
                  <a:pt x="554" y="261"/>
                  <a:pt x="554" y="361"/>
                </a:cubicBezTo>
                <a:lnTo>
                  <a:pt x="554" y="386"/>
                </a:lnTo>
                <a:lnTo>
                  <a:pt x="353" y="386"/>
                </a:lnTo>
                <a:lnTo>
                  <a:pt x="353" y="66"/>
                </a:lnTo>
                <a:cubicBezTo>
                  <a:pt x="353" y="29"/>
                  <a:pt x="323" y="0"/>
                  <a:pt x="286" y="0"/>
                </a:cubicBezTo>
                <a:lnTo>
                  <a:pt x="67" y="0"/>
                </a:lnTo>
                <a:cubicBezTo>
                  <a:pt x="30" y="0"/>
                  <a:pt x="0" y="29"/>
                  <a:pt x="0" y="66"/>
                </a:cubicBezTo>
                <a:lnTo>
                  <a:pt x="0" y="2546"/>
                </a:lnTo>
                <a:cubicBezTo>
                  <a:pt x="0" y="2583"/>
                  <a:pt x="30" y="2613"/>
                  <a:pt x="67" y="2613"/>
                </a:cubicBezTo>
                <a:lnTo>
                  <a:pt x="286" y="2613"/>
                </a:lnTo>
                <a:cubicBezTo>
                  <a:pt x="323" y="2613"/>
                  <a:pt x="353" y="2583"/>
                  <a:pt x="353" y="2546"/>
                </a:cubicBezTo>
                <a:lnTo>
                  <a:pt x="353" y="2226"/>
                </a:lnTo>
                <a:lnTo>
                  <a:pt x="496" y="2226"/>
                </a:lnTo>
                <a:lnTo>
                  <a:pt x="496" y="2259"/>
                </a:lnTo>
                <a:cubicBezTo>
                  <a:pt x="496" y="2358"/>
                  <a:pt x="577" y="2440"/>
                  <a:pt x="676" y="2440"/>
                </a:cubicBezTo>
                <a:lnTo>
                  <a:pt x="679" y="2440"/>
                </a:lnTo>
                <a:cubicBezTo>
                  <a:pt x="778" y="2440"/>
                  <a:pt x="860" y="2358"/>
                  <a:pt x="860" y="2259"/>
                </a:cubicBezTo>
                <a:lnTo>
                  <a:pt x="860" y="2226"/>
                </a:lnTo>
                <a:lnTo>
                  <a:pt x="1033" y="2226"/>
                </a:lnTo>
                <a:lnTo>
                  <a:pt x="1033" y="2259"/>
                </a:lnTo>
                <a:cubicBezTo>
                  <a:pt x="1033" y="2358"/>
                  <a:pt x="1115" y="2440"/>
                  <a:pt x="1214" y="2440"/>
                </a:cubicBezTo>
                <a:lnTo>
                  <a:pt x="1217" y="2440"/>
                </a:lnTo>
                <a:cubicBezTo>
                  <a:pt x="1316" y="2440"/>
                  <a:pt x="1397" y="2358"/>
                  <a:pt x="1397" y="2259"/>
                </a:cubicBezTo>
                <a:lnTo>
                  <a:pt x="1397" y="2226"/>
                </a:lnTo>
                <a:lnTo>
                  <a:pt x="2296" y="2226"/>
                </a:lnTo>
                <a:lnTo>
                  <a:pt x="2296" y="2546"/>
                </a:lnTo>
                <a:cubicBezTo>
                  <a:pt x="2296" y="2583"/>
                  <a:pt x="2325" y="2613"/>
                  <a:pt x="2362" y="2613"/>
                </a:cubicBezTo>
                <a:lnTo>
                  <a:pt x="2582" y="2613"/>
                </a:lnTo>
                <a:cubicBezTo>
                  <a:pt x="2619" y="2613"/>
                  <a:pt x="2648" y="2583"/>
                  <a:pt x="2648" y="2546"/>
                </a:cubicBezTo>
                <a:lnTo>
                  <a:pt x="2648" y="66"/>
                </a:lnTo>
                <a:cubicBezTo>
                  <a:pt x="2648" y="29"/>
                  <a:pt x="2619" y="0"/>
                  <a:pt x="2582" y="0"/>
                </a:cubicBezTo>
                <a:close/>
                <a:moveTo>
                  <a:pt x="553" y="520"/>
                </a:moveTo>
                <a:lnTo>
                  <a:pt x="553" y="559"/>
                </a:lnTo>
                <a:cubicBezTo>
                  <a:pt x="553" y="659"/>
                  <a:pt x="635" y="740"/>
                  <a:pt x="734" y="740"/>
                </a:cubicBezTo>
                <a:lnTo>
                  <a:pt x="737" y="740"/>
                </a:lnTo>
                <a:cubicBezTo>
                  <a:pt x="836" y="740"/>
                  <a:pt x="918" y="659"/>
                  <a:pt x="918" y="559"/>
                </a:cubicBezTo>
                <a:lnTo>
                  <a:pt x="918" y="520"/>
                </a:lnTo>
                <a:lnTo>
                  <a:pt x="1091" y="520"/>
                </a:lnTo>
                <a:lnTo>
                  <a:pt x="1091" y="559"/>
                </a:lnTo>
                <a:cubicBezTo>
                  <a:pt x="1091" y="659"/>
                  <a:pt x="1172" y="740"/>
                  <a:pt x="1272" y="740"/>
                </a:cubicBezTo>
                <a:lnTo>
                  <a:pt x="1275" y="740"/>
                </a:lnTo>
                <a:cubicBezTo>
                  <a:pt x="1374" y="740"/>
                  <a:pt x="1455" y="659"/>
                  <a:pt x="1455" y="559"/>
                </a:cubicBezTo>
                <a:lnTo>
                  <a:pt x="1455" y="520"/>
                </a:lnTo>
                <a:lnTo>
                  <a:pt x="2296" y="520"/>
                </a:lnTo>
                <a:lnTo>
                  <a:pt x="2296" y="1240"/>
                </a:lnTo>
                <a:lnTo>
                  <a:pt x="2051" y="1240"/>
                </a:lnTo>
                <a:lnTo>
                  <a:pt x="2051" y="1188"/>
                </a:lnTo>
                <a:cubicBezTo>
                  <a:pt x="2051" y="1088"/>
                  <a:pt x="1970" y="1007"/>
                  <a:pt x="1870" y="1007"/>
                </a:cubicBezTo>
                <a:lnTo>
                  <a:pt x="1868" y="1007"/>
                </a:lnTo>
                <a:cubicBezTo>
                  <a:pt x="1768" y="1007"/>
                  <a:pt x="1687" y="1088"/>
                  <a:pt x="1687" y="1188"/>
                </a:cubicBezTo>
                <a:lnTo>
                  <a:pt x="1687" y="1240"/>
                </a:lnTo>
                <a:lnTo>
                  <a:pt x="1513" y="1240"/>
                </a:lnTo>
                <a:lnTo>
                  <a:pt x="1513" y="1188"/>
                </a:lnTo>
                <a:cubicBezTo>
                  <a:pt x="1513" y="1088"/>
                  <a:pt x="1432" y="1007"/>
                  <a:pt x="1332" y="1007"/>
                </a:cubicBezTo>
                <a:lnTo>
                  <a:pt x="1330" y="1007"/>
                </a:lnTo>
                <a:cubicBezTo>
                  <a:pt x="1230" y="1007"/>
                  <a:pt x="1149" y="1088"/>
                  <a:pt x="1149" y="1188"/>
                </a:cubicBezTo>
                <a:lnTo>
                  <a:pt x="1149" y="1240"/>
                </a:lnTo>
                <a:lnTo>
                  <a:pt x="353" y="1240"/>
                </a:lnTo>
                <a:lnTo>
                  <a:pt x="353" y="520"/>
                </a:lnTo>
                <a:lnTo>
                  <a:pt x="553" y="520"/>
                </a:lnTo>
                <a:close/>
                <a:moveTo>
                  <a:pt x="1397" y="2093"/>
                </a:moveTo>
                <a:lnTo>
                  <a:pt x="1397" y="2060"/>
                </a:lnTo>
                <a:cubicBezTo>
                  <a:pt x="1397" y="1961"/>
                  <a:pt x="1316" y="1880"/>
                  <a:pt x="1217" y="1880"/>
                </a:cubicBezTo>
                <a:lnTo>
                  <a:pt x="1214" y="1880"/>
                </a:lnTo>
                <a:cubicBezTo>
                  <a:pt x="1115" y="1880"/>
                  <a:pt x="1033" y="1961"/>
                  <a:pt x="1033" y="2060"/>
                </a:cubicBezTo>
                <a:lnTo>
                  <a:pt x="1033" y="2093"/>
                </a:lnTo>
                <a:lnTo>
                  <a:pt x="860" y="2093"/>
                </a:lnTo>
                <a:lnTo>
                  <a:pt x="860" y="2060"/>
                </a:lnTo>
                <a:cubicBezTo>
                  <a:pt x="860" y="1961"/>
                  <a:pt x="778" y="1880"/>
                  <a:pt x="679" y="1880"/>
                </a:cubicBezTo>
                <a:lnTo>
                  <a:pt x="676" y="1880"/>
                </a:lnTo>
                <a:cubicBezTo>
                  <a:pt x="577" y="1880"/>
                  <a:pt x="496" y="1961"/>
                  <a:pt x="496" y="2060"/>
                </a:cubicBezTo>
                <a:lnTo>
                  <a:pt x="496" y="2093"/>
                </a:lnTo>
                <a:lnTo>
                  <a:pt x="353" y="2093"/>
                </a:lnTo>
                <a:lnTo>
                  <a:pt x="353" y="1373"/>
                </a:lnTo>
                <a:lnTo>
                  <a:pt x="1149" y="1373"/>
                </a:lnTo>
                <a:lnTo>
                  <a:pt x="1149" y="1386"/>
                </a:lnTo>
                <a:cubicBezTo>
                  <a:pt x="1149" y="1486"/>
                  <a:pt x="1230" y="1567"/>
                  <a:pt x="1330" y="1567"/>
                </a:cubicBezTo>
                <a:lnTo>
                  <a:pt x="1332" y="1567"/>
                </a:lnTo>
                <a:cubicBezTo>
                  <a:pt x="1432" y="1567"/>
                  <a:pt x="1513" y="1486"/>
                  <a:pt x="1513" y="1386"/>
                </a:cubicBezTo>
                <a:lnTo>
                  <a:pt x="1513" y="1373"/>
                </a:lnTo>
                <a:lnTo>
                  <a:pt x="1687" y="1373"/>
                </a:lnTo>
                <a:lnTo>
                  <a:pt x="1687" y="1386"/>
                </a:lnTo>
                <a:cubicBezTo>
                  <a:pt x="1687" y="1486"/>
                  <a:pt x="1768" y="1567"/>
                  <a:pt x="1868" y="1567"/>
                </a:cubicBezTo>
                <a:lnTo>
                  <a:pt x="1870" y="1567"/>
                </a:lnTo>
                <a:cubicBezTo>
                  <a:pt x="1970" y="1567"/>
                  <a:pt x="2051" y="1486"/>
                  <a:pt x="2051" y="1386"/>
                </a:cubicBezTo>
                <a:lnTo>
                  <a:pt x="2051" y="1373"/>
                </a:lnTo>
                <a:lnTo>
                  <a:pt x="2296" y="1373"/>
                </a:lnTo>
                <a:lnTo>
                  <a:pt x="2296" y="2093"/>
                </a:lnTo>
                <a:lnTo>
                  <a:pt x="1397" y="2093"/>
                </a:lnTo>
                <a:close/>
              </a:path>
            </a:pathLst>
          </a:custGeom>
          <a:solidFill>
            <a:srgbClr val="BC3649"/>
          </a:solidFill>
          <a:ln>
            <a:noFill/>
          </a:ln>
        </p:spPr>
      </p:sp>
      <p:sp>
        <p:nvSpPr>
          <p:cNvPr id="148" name="old-computer-screen-and-keyboard_77334"/>
          <p:cNvSpPr/>
          <p:nvPr/>
        </p:nvSpPr>
        <p:spPr bwMode="auto">
          <a:xfrm>
            <a:off x="12403664" y="2347855"/>
            <a:ext cx="398466" cy="295119"/>
          </a:xfrm>
          <a:custGeom>
            <a:avLst/>
            <a:gdLst>
              <a:gd name="connsiteX0" fmla="*/ 77343 w 606580"/>
              <a:gd name="connsiteY0" fmla="*/ 537652 h 605592"/>
              <a:gd name="connsiteX1" fmla="*/ 64994 w 606580"/>
              <a:gd name="connsiteY1" fmla="*/ 549979 h 605592"/>
              <a:gd name="connsiteX2" fmla="*/ 77343 w 606580"/>
              <a:gd name="connsiteY2" fmla="*/ 562399 h 605592"/>
              <a:gd name="connsiteX3" fmla="*/ 529237 w 606580"/>
              <a:gd name="connsiteY3" fmla="*/ 562399 h 605592"/>
              <a:gd name="connsiteX4" fmla="*/ 541586 w 606580"/>
              <a:gd name="connsiteY4" fmla="*/ 549979 h 605592"/>
              <a:gd name="connsiteX5" fmla="*/ 529237 w 606580"/>
              <a:gd name="connsiteY5" fmla="*/ 537652 h 605592"/>
              <a:gd name="connsiteX6" fmla="*/ 462386 w 606580"/>
              <a:gd name="connsiteY6" fmla="*/ 487785 h 605592"/>
              <a:gd name="connsiteX7" fmla="*/ 450037 w 606580"/>
              <a:gd name="connsiteY7" fmla="*/ 500205 h 605592"/>
              <a:gd name="connsiteX8" fmla="*/ 462386 w 606580"/>
              <a:gd name="connsiteY8" fmla="*/ 512533 h 605592"/>
              <a:gd name="connsiteX9" fmla="*/ 492376 w 606580"/>
              <a:gd name="connsiteY9" fmla="*/ 512533 h 605592"/>
              <a:gd name="connsiteX10" fmla="*/ 504818 w 606580"/>
              <a:gd name="connsiteY10" fmla="*/ 500205 h 605592"/>
              <a:gd name="connsiteX11" fmla="*/ 492376 w 606580"/>
              <a:gd name="connsiteY11" fmla="*/ 487785 h 605592"/>
              <a:gd name="connsiteX12" fmla="*/ 375387 w 606580"/>
              <a:gd name="connsiteY12" fmla="*/ 487785 h 605592"/>
              <a:gd name="connsiteX13" fmla="*/ 362945 w 606580"/>
              <a:gd name="connsiteY13" fmla="*/ 500205 h 605592"/>
              <a:gd name="connsiteX14" fmla="*/ 375387 w 606580"/>
              <a:gd name="connsiteY14" fmla="*/ 512533 h 605592"/>
              <a:gd name="connsiteX15" fmla="*/ 405377 w 606580"/>
              <a:gd name="connsiteY15" fmla="*/ 512533 h 605592"/>
              <a:gd name="connsiteX16" fmla="*/ 417726 w 606580"/>
              <a:gd name="connsiteY16" fmla="*/ 500205 h 605592"/>
              <a:gd name="connsiteX17" fmla="*/ 405377 w 606580"/>
              <a:gd name="connsiteY17" fmla="*/ 487785 h 605592"/>
              <a:gd name="connsiteX18" fmla="*/ 288295 w 606580"/>
              <a:gd name="connsiteY18" fmla="*/ 487785 h 605592"/>
              <a:gd name="connsiteX19" fmla="*/ 275946 w 606580"/>
              <a:gd name="connsiteY19" fmla="*/ 500205 h 605592"/>
              <a:gd name="connsiteX20" fmla="*/ 288295 w 606580"/>
              <a:gd name="connsiteY20" fmla="*/ 512533 h 605592"/>
              <a:gd name="connsiteX21" fmla="*/ 318285 w 606580"/>
              <a:gd name="connsiteY21" fmla="*/ 512533 h 605592"/>
              <a:gd name="connsiteX22" fmla="*/ 330727 w 606580"/>
              <a:gd name="connsiteY22" fmla="*/ 500205 h 605592"/>
              <a:gd name="connsiteX23" fmla="*/ 318285 w 606580"/>
              <a:gd name="connsiteY23" fmla="*/ 487785 h 605592"/>
              <a:gd name="connsiteX24" fmla="*/ 201296 w 606580"/>
              <a:gd name="connsiteY24" fmla="*/ 487785 h 605592"/>
              <a:gd name="connsiteX25" fmla="*/ 188854 w 606580"/>
              <a:gd name="connsiteY25" fmla="*/ 500205 h 605592"/>
              <a:gd name="connsiteX26" fmla="*/ 201296 w 606580"/>
              <a:gd name="connsiteY26" fmla="*/ 512533 h 605592"/>
              <a:gd name="connsiteX27" fmla="*/ 231286 w 606580"/>
              <a:gd name="connsiteY27" fmla="*/ 512533 h 605592"/>
              <a:gd name="connsiteX28" fmla="*/ 243635 w 606580"/>
              <a:gd name="connsiteY28" fmla="*/ 500205 h 605592"/>
              <a:gd name="connsiteX29" fmla="*/ 231286 w 606580"/>
              <a:gd name="connsiteY29" fmla="*/ 487785 h 605592"/>
              <a:gd name="connsiteX30" fmla="*/ 114204 w 606580"/>
              <a:gd name="connsiteY30" fmla="*/ 487785 h 605592"/>
              <a:gd name="connsiteX31" fmla="*/ 101855 w 606580"/>
              <a:gd name="connsiteY31" fmla="*/ 500205 h 605592"/>
              <a:gd name="connsiteX32" fmla="*/ 114204 w 606580"/>
              <a:gd name="connsiteY32" fmla="*/ 512533 h 605592"/>
              <a:gd name="connsiteX33" fmla="*/ 144194 w 606580"/>
              <a:gd name="connsiteY33" fmla="*/ 512533 h 605592"/>
              <a:gd name="connsiteX34" fmla="*/ 156636 w 606580"/>
              <a:gd name="connsiteY34" fmla="*/ 500205 h 605592"/>
              <a:gd name="connsiteX35" fmla="*/ 144194 w 606580"/>
              <a:gd name="connsiteY35" fmla="*/ 487785 h 605592"/>
              <a:gd name="connsiteX36" fmla="*/ 110304 w 606580"/>
              <a:gd name="connsiteY36" fmla="*/ 468413 h 605592"/>
              <a:gd name="connsiteX37" fmla="*/ 302687 w 606580"/>
              <a:gd name="connsiteY37" fmla="*/ 468413 h 605592"/>
              <a:gd name="connsiteX38" fmla="*/ 303894 w 606580"/>
              <a:gd name="connsiteY38" fmla="*/ 468413 h 605592"/>
              <a:gd name="connsiteX39" fmla="*/ 496276 w 606580"/>
              <a:gd name="connsiteY39" fmla="*/ 468413 h 605592"/>
              <a:gd name="connsiteX40" fmla="*/ 513267 w 606580"/>
              <a:gd name="connsiteY40" fmla="*/ 472770 h 605592"/>
              <a:gd name="connsiteX41" fmla="*/ 515589 w 606580"/>
              <a:gd name="connsiteY41" fmla="*/ 474809 h 605592"/>
              <a:gd name="connsiteX42" fmla="*/ 589496 w 606580"/>
              <a:gd name="connsiteY42" fmla="*/ 538300 h 605592"/>
              <a:gd name="connsiteX43" fmla="*/ 597760 w 606580"/>
              <a:gd name="connsiteY43" fmla="*/ 545345 h 605592"/>
              <a:gd name="connsiteX44" fmla="*/ 606580 w 606580"/>
              <a:gd name="connsiteY44" fmla="*/ 569166 h 605592"/>
              <a:gd name="connsiteX45" fmla="*/ 570091 w 606580"/>
              <a:gd name="connsiteY45" fmla="*/ 605592 h 605592"/>
              <a:gd name="connsiteX46" fmla="*/ 303894 w 606580"/>
              <a:gd name="connsiteY46" fmla="*/ 605592 h 605592"/>
              <a:gd name="connsiteX47" fmla="*/ 302687 w 606580"/>
              <a:gd name="connsiteY47" fmla="*/ 605592 h 605592"/>
              <a:gd name="connsiteX48" fmla="*/ 36489 w 606580"/>
              <a:gd name="connsiteY48" fmla="*/ 605592 h 605592"/>
              <a:gd name="connsiteX49" fmla="*/ 0 w 606580"/>
              <a:gd name="connsiteY49" fmla="*/ 569166 h 605592"/>
              <a:gd name="connsiteX50" fmla="*/ 8820 w 606580"/>
              <a:gd name="connsiteY50" fmla="*/ 545345 h 605592"/>
              <a:gd name="connsiteX51" fmla="*/ 17084 w 606580"/>
              <a:gd name="connsiteY51" fmla="*/ 538300 h 605592"/>
              <a:gd name="connsiteX52" fmla="*/ 90991 w 606580"/>
              <a:gd name="connsiteY52" fmla="*/ 474809 h 605592"/>
              <a:gd name="connsiteX53" fmla="*/ 93405 w 606580"/>
              <a:gd name="connsiteY53" fmla="*/ 472770 h 605592"/>
              <a:gd name="connsiteX54" fmla="*/ 110304 w 606580"/>
              <a:gd name="connsiteY54" fmla="*/ 468413 h 605592"/>
              <a:gd name="connsiteX55" fmla="*/ 150233 w 606580"/>
              <a:gd name="connsiteY55" fmla="*/ 49396 h 605592"/>
              <a:gd name="connsiteX56" fmla="*/ 456347 w 606580"/>
              <a:gd name="connsiteY56" fmla="*/ 49396 h 605592"/>
              <a:gd name="connsiteX57" fmla="*/ 479280 w 606580"/>
              <a:gd name="connsiteY57" fmla="*/ 72295 h 605592"/>
              <a:gd name="connsiteX58" fmla="*/ 479280 w 606580"/>
              <a:gd name="connsiteY58" fmla="*/ 183541 h 605592"/>
              <a:gd name="connsiteX59" fmla="*/ 479280 w 606580"/>
              <a:gd name="connsiteY59" fmla="*/ 294788 h 605592"/>
              <a:gd name="connsiteX60" fmla="*/ 456347 w 606580"/>
              <a:gd name="connsiteY60" fmla="*/ 317686 h 605592"/>
              <a:gd name="connsiteX61" fmla="*/ 150233 w 606580"/>
              <a:gd name="connsiteY61" fmla="*/ 317686 h 605592"/>
              <a:gd name="connsiteX62" fmla="*/ 127300 w 606580"/>
              <a:gd name="connsiteY62" fmla="*/ 294788 h 605592"/>
              <a:gd name="connsiteX63" fmla="*/ 127300 w 606580"/>
              <a:gd name="connsiteY63" fmla="*/ 183541 h 605592"/>
              <a:gd name="connsiteX64" fmla="*/ 127300 w 606580"/>
              <a:gd name="connsiteY64" fmla="*/ 72295 h 605592"/>
              <a:gd name="connsiteX65" fmla="*/ 150233 w 606580"/>
              <a:gd name="connsiteY65" fmla="*/ 49396 h 605592"/>
              <a:gd name="connsiteX66" fmla="*/ 150248 w 606580"/>
              <a:gd name="connsiteY66" fmla="*/ 24750 h 605592"/>
              <a:gd name="connsiteX67" fmla="*/ 102621 w 606580"/>
              <a:gd name="connsiteY67" fmla="*/ 72304 h 605592"/>
              <a:gd name="connsiteX68" fmla="*/ 102621 w 606580"/>
              <a:gd name="connsiteY68" fmla="*/ 183541 h 605592"/>
              <a:gd name="connsiteX69" fmla="*/ 102621 w 606580"/>
              <a:gd name="connsiteY69" fmla="*/ 294777 h 605592"/>
              <a:gd name="connsiteX70" fmla="*/ 150248 w 606580"/>
              <a:gd name="connsiteY70" fmla="*/ 342331 h 605592"/>
              <a:gd name="connsiteX71" fmla="*/ 456334 w 606580"/>
              <a:gd name="connsiteY71" fmla="*/ 342331 h 605592"/>
              <a:gd name="connsiteX72" fmla="*/ 504052 w 606580"/>
              <a:gd name="connsiteY72" fmla="*/ 294777 h 605592"/>
              <a:gd name="connsiteX73" fmla="*/ 504052 w 606580"/>
              <a:gd name="connsiteY73" fmla="*/ 183541 h 605592"/>
              <a:gd name="connsiteX74" fmla="*/ 504052 w 606580"/>
              <a:gd name="connsiteY74" fmla="*/ 72304 h 605592"/>
              <a:gd name="connsiteX75" fmla="*/ 456334 w 606580"/>
              <a:gd name="connsiteY75" fmla="*/ 24750 h 605592"/>
              <a:gd name="connsiteX76" fmla="*/ 150248 w 606580"/>
              <a:gd name="connsiteY76" fmla="*/ 0 h 605592"/>
              <a:gd name="connsiteX77" fmla="*/ 456334 w 606580"/>
              <a:gd name="connsiteY77" fmla="*/ 0 h 605592"/>
              <a:gd name="connsiteX78" fmla="*/ 528747 w 606580"/>
              <a:gd name="connsiteY78" fmla="*/ 72304 h 605592"/>
              <a:gd name="connsiteX79" fmla="*/ 528747 w 606580"/>
              <a:gd name="connsiteY79" fmla="*/ 183541 h 605592"/>
              <a:gd name="connsiteX80" fmla="*/ 528747 w 606580"/>
              <a:gd name="connsiteY80" fmla="*/ 294777 h 605592"/>
              <a:gd name="connsiteX81" fmla="*/ 456334 w 606580"/>
              <a:gd name="connsiteY81" fmla="*/ 367081 h 605592"/>
              <a:gd name="connsiteX82" fmla="*/ 371477 w 606580"/>
              <a:gd name="connsiteY82" fmla="*/ 367081 h 605592"/>
              <a:gd name="connsiteX83" fmla="*/ 371477 w 606580"/>
              <a:gd name="connsiteY83" fmla="*/ 410093 h 605592"/>
              <a:gd name="connsiteX84" fmla="*/ 380391 w 606580"/>
              <a:gd name="connsiteY84" fmla="*/ 418992 h 605592"/>
              <a:gd name="connsiteX85" fmla="*/ 399240 w 606580"/>
              <a:gd name="connsiteY85" fmla="*/ 418992 h 605592"/>
              <a:gd name="connsiteX86" fmla="*/ 399240 w 606580"/>
              <a:gd name="connsiteY86" fmla="*/ 419085 h 605592"/>
              <a:gd name="connsiteX87" fmla="*/ 440094 w 606580"/>
              <a:gd name="connsiteY87" fmla="*/ 419085 h 605592"/>
              <a:gd name="connsiteX88" fmla="*/ 449007 w 606580"/>
              <a:gd name="connsiteY88" fmla="*/ 427891 h 605592"/>
              <a:gd name="connsiteX89" fmla="*/ 449007 w 606580"/>
              <a:gd name="connsiteY89" fmla="*/ 448655 h 605592"/>
              <a:gd name="connsiteX90" fmla="*/ 157643 w 606580"/>
              <a:gd name="connsiteY90" fmla="*/ 448655 h 605592"/>
              <a:gd name="connsiteX91" fmla="*/ 157643 w 606580"/>
              <a:gd name="connsiteY91" fmla="*/ 427891 h 605592"/>
              <a:gd name="connsiteX92" fmla="*/ 166557 w 606580"/>
              <a:gd name="connsiteY92" fmla="*/ 419085 h 605592"/>
              <a:gd name="connsiteX93" fmla="*/ 207318 w 606580"/>
              <a:gd name="connsiteY93" fmla="*/ 419085 h 605592"/>
              <a:gd name="connsiteX94" fmla="*/ 207318 w 606580"/>
              <a:gd name="connsiteY94" fmla="*/ 418992 h 605592"/>
              <a:gd name="connsiteX95" fmla="*/ 226167 w 606580"/>
              <a:gd name="connsiteY95" fmla="*/ 418992 h 605592"/>
              <a:gd name="connsiteX96" fmla="*/ 235080 w 606580"/>
              <a:gd name="connsiteY96" fmla="*/ 410093 h 605592"/>
              <a:gd name="connsiteX97" fmla="*/ 235080 w 606580"/>
              <a:gd name="connsiteY97" fmla="*/ 367081 h 605592"/>
              <a:gd name="connsiteX98" fmla="*/ 150248 w 606580"/>
              <a:gd name="connsiteY98" fmla="*/ 367081 h 605592"/>
              <a:gd name="connsiteX99" fmla="*/ 77834 w 606580"/>
              <a:gd name="connsiteY99" fmla="*/ 294777 h 605592"/>
              <a:gd name="connsiteX100" fmla="*/ 77834 w 606580"/>
              <a:gd name="connsiteY100" fmla="*/ 183541 h 605592"/>
              <a:gd name="connsiteX101" fmla="*/ 77834 w 606580"/>
              <a:gd name="connsiteY101" fmla="*/ 72304 h 605592"/>
              <a:gd name="connsiteX102" fmla="*/ 150248 w 606580"/>
              <a:gd name="connsiteY102" fmla="*/ 0 h 6055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</a:cxnLst>
            <a:rect l="l" t="t" r="r" b="b"/>
            <a:pathLst>
              <a:path w="606580" h="605592">
                <a:moveTo>
                  <a:pt x="77343" y="537652"/>
                </a:moveTo>
                <a:cubicBezTo>
                  <a:pt x="70565" y="537652"/>
                  <a:pt x="64994" y="543213"/>
                  <a:pt x="64994" y="549979"/>
                </a:cubicBezTo>
                <a:cubicBezTo>
                  <a:pt x="64994" y="556838"/>
                  <a:pt x="70565" y="562399"/>
                  <a:pt x="77343" y="562399"/>
                </a:cubicBezTo>
                <a:lnTo>
                  <a:pt x="529237" y="562399"/>
                </a:lnTo>
                <a:cubicBezTo>
                  <a:pt x="536108" y="562399"/>
                  <a:pt x="541586" y="556838"/>
                  <a:pt x="541586" y="549979"/>
                </a:cubicBezTo>
                <a:cubicBezTo>
                  <a:pt x="541586" y="543213"/>
                  <a:pt x="536108" y="537652"/>
                  <a:pt x="529237" y="537652"/>
                </a:cubicBezTo>
                <a:close/>
                <a:moveTo>
                  <a:pt x="462386" y="487785"/>
                </a:moveTo>
                <a:cubicBezTo>
                  <a:pt x="455516" y="487785"/>
                  <a:pt x="450037" y="493346"/>
                  <a:pt x="450037" y="500205"/>
                </a:cubicBezTo>
                <a:cubicBezTo>
                  <a:pt x="450037" y="506972"/>
                  <a:pt x="455516" y="512533"/>
                  <a:pt x="462386" y="512533"/>
                </a:cubicBezTo>
                <a:lnTo>
                  <a:pt x="492376" y="512533"/>
                </a:lnTo>
                <a:cubicBezTo>
                  <a:pt x="499247" y="512533"/>
                  <a:pt x="504818" y="506972"/>
                  <a:pt x="504818" y="500205"/>
                </a:cubicBezTo>
                <a:cubicBezTo>
                  <a:pt x="504818" y="493346"/>
                  <a:pt x="499247" y="487785"/>
                  <a:pt x="492376" y="487785"/>
                </a:cubicBezTo>
                <a:close/>
                <a:moveTo>
                  <a:pt x="375387" y="487785"/>
                </a:moveTo>
                <a:cubicBezTo>
                  <a:pt x="368516" y="487785"/>
                  <a:pt x="362945" y="493346"/>
                  <a:pt x="362945" y="500205"/>
                </a:cubicBezTo>
                <a:cubicBezTo>
                  <a:pt x="362945" y="506972"/>
                  <a:pt x="368516" y="512533"/>
                  <a:pt x="375387" y="512533"/>
                </a:cubicBezTo>
                <a:lnTo>
                  <a:pt x="405377" y="512533"/>
                </a:lnTo>
                <a:cubicBezTo>
                  <a:pt x="412155" y="512533"/>
                  <a:pt x="417726" y="506972"/>
                  <a:pt x="417726" y="500205"/>
                </a:cubicBezTo>
                <a:cubicBezTo>
                  <a:pt x="417726" y="493346"/>
                  <a:pt x="412155" y="487785"/>
                  <a:pt x="405377" y="487785"/>
                </a:cubicBezTo>
                <a:close/>
                <a:moveTo>
                  <a:pt x="288295" y="487785"/>
                </a:moveTo>
                <a:cubicBezTo>
                  <a:pt x="281424" y="487785"/>
                  <a:pt x="275946" y="493346"/>
                  <a:pt x="275946" y="500205"/>
                </a:cubicBezTo>
                <a:cubicBezTo>
                  <a:pt x="275946" y="506972"/>
                  <a:pt x="281424" y="512533"/>
                  <a:pt x="288295" y="512533"/>
                </a:cubicBezTo>
                <a:lnTo>
                  <a:pt x="318285" y="512533"/>
                </a:lnTo>
                <a:cubicBezTo>
                  <a:pt x="325156" y="512533"/>
                  <a:pt x="330727" y="506972"/>
                  <a:pt x="330727" y="500205"/>
                </a:cubicBezTo>
                <a:cubicBezTo>
                  <a:pt x="330727" y="493346"/>
                  <a:pt x="325156" y="487785"/>
                  <a:pt x="318285" y="487785"/>
                </a:cubicBezTo>
                <a:close/>
                <a:moveTo>
                  <a:pt x="201296" y="487785"/>
                </a:moveTo>
                <a:cubicBezTo>
                  <a:pt x="194425" y="487785"/>
                  <a:pt x="188854" y="493346"/>
                  <a:pt x="188854" y="500205"/>
                </a:cubicBezTo>
                <a:cubicBezTo>
                  <a:pt x="188854" y="506972"/>
                  <a:pt x="194425" y="512533"/>
                  <a:pt x="201296" y="512533"/>
                </a:cubicBezTo>
                <a:lnTo>
                  <a:pt x="231286" y="512533"/>
                </a:lnTo>
                <a:cubicBezTo>
                  <a:pt x="238064" y="512533"/>
                  <a:pt x="243635" y="506972"/>
                  <a:pt x="243635" y="500205"/>
                </a:cubicBezTo>
                <a:cubicBezTo>
                  <a:pt x="243635" y="493346"/>
                  <a:pt x="238064" y="487785"/>
                  <a:pt x="231286" y="487785"/>
                </a:cubicBezTo>
                <a:close/>
                <a:moveTo>
                  <a:pt x="114204" y="487785"/>
                </a:moveTo>
                <a:cubicBezTo>
                  <a:pt x="107333" y="487785"/>
                  <a:pt x="101855" y="493346"/>
                  <a:pt x="101855" y="500205"/>
                </a:cubicBezTo>
                <a:cubicBezTo>
                  <a:pt x="101855" y="506972"/>
                  <a:pt x="107333" y="512533"/>
                  <a:pt x="114204" y="512533"/>
                </a:cubicBezTo>
                <a:lnTo>
                  <a:pt x="144194" y="512533"/>
                </a:lnTo>
                <a:cubicBezTo>
                  <a:pt x="151065" y="512533"/>
                  <a:pt x="156636" y="506972"/>
                  <a:pt x="156636" y="500205"/>
                </a:cubicBezTo>
                <a:cubicBezTo>
                  <a:pt x="156636" y="493346"/>
                  <a:pt x="151065" y="487785"/>
                  <a:pt x="144194" y="487785"/>
                </a:cubicBezTo>
                <a:close/>
                <a:moveTo>
                  <a:pt x="110304" y="468413"/>
                </a:moveTo>
                <a:lnTo>
                  <a:pt x="302687" y="468413"/>
                </a:lnTo>
                <a:lnTo>
                  <a:pt x="303894" y="468413"/>
                </a:lnTo>
                <a:lnTo>
                  <a:pt x="496276" y="468413"/>
                </a:lnTo>
                <a:cubicBezTo>
                  <a:pt x="503240" y="468413"/>
                  <a:pt x="509461" y="470174"/>
                  <a:pt x="513267" y="472770"/>
                </a:cubicBezTo>
                <a:cubicBezTo>
                  <a:pt x="514196" y="473418"/>
                  <a:pt x="515032" y="474067"/>
                  <a:pt x="515589" y="474809"/>
                </a:cubicBezTo>
                <a:lnTo>
                  <a:pt x="589496" y="538300"/>
                </a:lnTo>
                <a:cubicBezTo>
                  <a:pt x="592560" y="540247"/>
                  <a:pt x="595346" y="542657"/>
                  <a:pt x="597760" y="545345"/>
                </a:cubicBezTo>
                <a:cubicBezTo>
                  <a:pt x="603238" y="551740"/>
                  <a:pt x="606580" y="560082"/>
                  <a:pt x="606580" y="569166"/>
                </a:cubicBezTo>
                <a:cubicBezTo>
                  <a:pt x="606580" y="589279"/>
                  <a:pt x="590239" y="605592"/>
                  <a:pt x="570091" y="605592"/>
                </a:cubicBezTo>
                <a:lnTo>
                  <a:pt x="303894" y="605592"/>
                </a:lnTo>
                <a:lnTo>
                  <a:pt x="302687" y="605592"/>
                </a:lnTo>
                <a:lnTo>
                  <a:pt x="36489" y="605592"/>
                </a:lnTo>
                <a:cubicBezTo>
                  <a:pt x="16341" y="605592"/>
                  <a:pt x="0" y="589279"/>
                  <a:pt x="0" y="569166"/>
                </a:cubicBezTo>
                <a:cubicBezTo>
                  <a:pt x="0" y="560082"/>
                  <a:pt x="3342" y="551740"/>
                  <a:pt x="8820" y="545345"/>
                </a:cubicBezTo>
                <a:cubicBezTo>
                  <a:pt x="11234" y="542657"/>
                  <a:pt x="14020" y="540247"/>
                  <a:pt x="17084" y="538300"/>
                </a:cubicBezTo>
                <a:lnTo>
                  <a:pt x="90991" y="474809"/>
                </a:lnTo>
                <a:cubicBezTo>
                  <a:pt x="91641" y="474067"/>
                  <a:pt x="92384" y="473418"/>
                  <a:pt x="93405" y="472770"/>
                </a:cubicBezTo>
                <a:cubicBezTo>
                  <a:pt x="97212" y="470174"/>
                  <a:pt x="103340" y="468413"/>
                  <a:pt x="110304" y="468413"/>
                </a:cubicBezTo>
                <a:close/>
                <a:moveTo>
                  <a:pt x="150233" y="49396"/>
                </a:moveTo>
                <a:lnTo>
                  <a:pt x="456347" y="49396"/>
                </a:lnTo>
                <a:cubicBezTo>
                  <a:pt x="468974" y="49396"/>
                  <a:pt x="479280" y="59687"/>
                  <a:pt x="479280" y="72295"/>
                </a:cubicBezTo>
                <a:lnTo>
                  <a:pt x="479280" y="183541"/>
                </a:lnTo>
                <a:lnTo>
                  <a:pt x="479280" y="294788"/>
                </a:lnTo>
                <a:cubicBezTo>
                  <a:pt x="479280" y="307396"/>
                  <a:pt x="468974" y="317686"/>
                  <a:pt x="456347" y="317686"/>
                </a:cubicBezTo>
                <a:lnTo>
                  <a:pt x="150233" y="317686"/>
                </a:lnTo>
                <a:cubicBezTo>
                  <a:pt x="137606" y="317686"/>
                  <a:pt x="127300" y="307396"/>
                  <a:pt x="127300" y="294788"/>
                </a:cubicBezTo>
                <a:lnTo>
                  <a:pt x="127300" y="183541"/>
                </a:lnTo>
                <a:lnTo>
                  <a:pt x="127300" y="72295"/>
                </a:lnTo>
                <a:cubicBezTo>
                  <a:pt x="127300" y="59687"/>
                  <a:pt x="137606" y="49396"/>
                  <a:pt x="150233" y="49396"/>
                </a:cubicBezTo>
                <a:close/>
                <a:moveTo>
                  <a:pt x="150248" y="24750"/>
                </a:moveTo>
                <a:cubicBezTo>
                  <a:pt x="123881" y="24750"/>
                  <a:pt x="102621" y="45978"/>
                  <a:pt x="102621" y="72304"/>
                </a:cubicBezTo>
                <a:lnTo>
                  <a:pt x="102621" y="183541"/>
                </a:lnTo>
                <a:lnTo>
                  <a:pt x="102621" y="294777"/>
                </a:lnTo>
                <a:cubicBezTo>
                  <a:pt x="102621" y="321103"/>
                  <a:pt x="123881" y="342331"/>
                  <a:pt x="150248" y="342331"/>
                </a:cubicBezTo>
                <a:lnTo>
                  <a:pt x="456334" y="342331"/>
                </a:lnTo>
                <a:cubicBezTo>
                  <a:pt x="482700" y="342331"/>
                  <a:pt x="504052" y="321103"/>
                  <a:pt x="504052" y="294777"/>
                </a:cubicBezTo>
                <a:lnTo>
                  <a:pt x="504052" y="183541"/>
                </a:lnTo>
                <a:lnTo>
                  <a:pt x="504052" y="72304"/>
                </a:lnTo>
                <a:cubicBezTo>
                  <a:pt x="504052" y="45978"/>
                  <a:pt x="482700" y="24750"/>
                  <a:pt x="456334" y="24750"/>
                </a:cubicBezTo>
                <a:close/>
                <a:moveTo>
                  <a:pt x="150248" y="0"/>
                </a:moveTo>
                <a:lnTo>
                  <a:pt x="456334" y="0"/>
                </a:lnTo>
                <a:cubicBezTo>
                  <a:pt x="496254" y="0"/>
                  <a:pt x="528747" y="32444"/>
                  <a:pt x="528747" y="72304"/>
                </a:cubicBezTo>
                <a:lnTo>
                  <a:pt x="528747" y="183541"/>
                </a:lnTo>
                <a:lnTo>
                  <a:pt x="528747" y="294777"/>
                </a:lnTo>
                <a:cubicBezTo>
                  <a:pt x="528747" y="334637"/>
                  <a:pt x="496254" y="367081"/>
                  <a:pt x="456334" y="367081"/>
                </a:cubicBezTo>
                <a:lnTo>
                  <a:pt x="371477" y="367081"/>
                </a:lnTo>
                <a:lnTo>
                  <a:pt x="371477" y="410093"/>
                </a:lnTo>
                <a:cubicBezTo>
                  <a:pt x="371477" y="415006"/>
                  <a:pt x="375470" y="418992"/>
                  <a:pt x="380391" y="418992"/>
                </a:cubicBezTo>
                <a:lnTo>
                  <a:pt x="399240" y="418992"/>
                </a:lnTo>
                <a:lnTo>
                  <a:pt x="399240" y="419085"/>
                </a:lnTo>
                <a:lnTo>
                  <a:pt x="440094" y="419085"/>
                </a:lnTo>
                <a:cubicBezTo>
                  <a:pt x="445015" y="419085"/>
                  <a:pt x="449007" y="422978"/>
                  <a:pt x="449007" y="427891"/>
                </a:cubicBezTo>
                <a:lnTo>
                  <a:pt x="449007" y="448655"/>
                </a:lnTo>
                <a:lnTo>
                  <a:pt x="157643" y="448655"/>
                </a:lnTo>
                <a:lnTo>
                  <a:pt x="157643" y="427891"/>
                </a:lnTo>
                <a:cubicBezTo>
                  <a:pt x="157643" y="422978"/>
                  <a:pt x="161636" y="419085"/>
                  <a:pt x="166557" y="419085"/>
                </a:cubicBezTo>
                <a:lnTo>
                  <a:pt x="207318" y="419085"/>
                </a:lnTo>
                <a:lnTo>
                  <a:pt x="207318" y="418992"/>
                </a:lnTo>
                <a:lnTo>
                  <a:pt x="226167" y="418992"/>
                </a:lnTo>
                <a:cubicBezTo>
                  <a:pt x="231088" y="418992"/>
                  <a:pt x="235080" y="415006"/>
                  <a:pt x="235080" y="410093"/>
                </a:cubicBezTo>
                <a:lnTo>
                  <a:pt x="235080" y="367081"/>
                </a:lnTo>
                <a:lnTo>
                  <a:pt x="150248" y="367081"/>
                </a:lnTo>
                <a:cubicBezTo>
                  <a:pt x="110327" y="367081"/>
                  <a:pt x="77834" y="334637"/>
                  <a:pt x="77834" y="294777"/>
                </a:cubicBezTo>
                <a:lnTo>
                  <a:pt x="77834" y="183541"/>
                </a:lnTo>
                <a:lnTo>
                  <a:pt x="77834" y="72304"/>
                </a:lnTo>
                <a:cubicBezTo>
                  <a:pt x="77834" y="32444"/>
                  <a:pt x="110327" y="0"/>
                  <a:pt x="150248" y="0"/>
                </a:cubicBezTo>
                <a:close/>
              </a:path>
            </a:pathLst>
          </a:custGeom>
          <a:solidFill>
            <a:srgbClr val="BC3649"/>
          </a:solidFill>
          <a:ln>
            <a:noFill/>
          </a:ln>
        </p:spPr>
      </p:sp>
      <p:sp>
        <p:nvSpPr>
          <p:cNvPr id="149" name="personal-computer_76658"/>
          <p:cNvSpPr/>
          <p:nvPr/>
        </p:nvSpPr>
        <p:spPr bwMode="auto">
          <a:xfrm>
            <a:off x="12403664" y="2754488"/>
            <a:ext cx="398466" cy="295119"/>
          </a:xfrm>
          <a:custGeom>
            <a:avLst/>
            <a:gdLst>
              <a:gd name="T0" fmla="*/ 2664 w 2711"/>
              <a:gd name="T1" fmla="*/ 1581 h 2062"/>
              <a:gd name="T2" fmla="*/ 909 w 2711"/>
              <a:gd name="T3" fmla="*/ 1581 h 2062"/>
              <a:gd name="T4" fmla="*/ 861 w 2711"/>
              <a:gd name="T5" fmla="*/ 1534 h 2062"/>
              <a:gd name="T6" fmla="*/ 861 w 2711"/>
              <a:gd name="T7" fmla="*/ 434 h 2062"/>
              <a:gd name="T8" fmla="*/ 909 w 2711"/>
              <a:gd name="T9" fmla="*/ 386 h 2062"/>
              <a:gd name="T10" fmla="*/ 2664 w 2711"/>
              <a:gd name="T11" fmla="*/ 386 h 2062"/>
              <a:gd name="T12" fmla="*/ 2711 w 2711"/>
              <a:gd name="T13" fmla="*/ 434 h 2062"/>
              <a:gd name="T14" fmla="*/ 2711 w 2711"/>
              <a:gd name="T15" fmla="*/ 1534 h 2062"/>
              <a:gd name="T16" fmla="*/ 2664 w 2711"/>
              <a:gd name="T17" fmla="*/ 1581 h 2062"/>
              <a:gd name="T18" fmla="*/ 2177 w 2711"/>
              <a:gd name="T19" fmla="*/ 1928 h 2062"/>
              <a:gd name="T20" fmla="*/ 2000 w 2711"/>
              <a:gd name="T21" fmla="*/ 1928 h 2062"/>
              <a:gd name="T22" fmla="*/ 2000 w 2711"/>
              <a:gd name="T23" fmla="*/ 1715 h 2062"/>
              <a:gd name="T24" fmla="*/ 1573 w 2711"/>
              <a:gd name="T25" fmla="*/ 1715 h 2062"/>
              <a:gd name="T26" fmla="*/ 1573 w 2711"/>
              <a:gd name="T27" fmla="*/ 1928 h 2062"/>
              <a:gd name="T28" fmla="*/ 1395 w 2711"/>
              <a:gd name="T29" fmla="*/ 1928 h 2062"/>
              <a:gd name="T30" fmla="*/ 1329 w 2711"/>
              <a:gd name="T31" fmla="*/ 1995 h 2062"/>
              <a:gd name="T32" fmla="*/ 1395 w 2711"/>
              <a:gd name="T33" fmla="*/ 2062 h 2062"/>
              <a:gd name="T34" fmla="*/ 1640 w 2711"/>
              <a:gd name="T35" fmla="*/ 2062 h 2062"/>
              <a:gd name="T36" fmla="*/ 1933 w 2711"/>
              <a:gd name="T37" fmla="*/ 2062 h 2062"/>
              <a:gd name="T38" fmla="*/ 2177 w 2711"/>
              <a:gd name="T39" fmla="*/ 2062 h 2062"/>
              <a:gd name="T40" fmla="*/ 2244 w 2711"/>
              <a:gd name="T41" fmla="*/ 1995 h 2062"/>
              <a:gd name="T42" fmla="*/ 2177 w 2711"/>
              <a:gd name="T43" fmla="*/ 1928 h 2062"/>
              <a:gd name="T44" fmla="*/ 1065 w 2711"/>
              <a:gd name="T45" fmla="*/ 253 h 2062"/>
              <a:gd name="T46" fmla="*/ 909 w 2711"/>
              <a:gd name="T47" fmla="*/ 253 h 2062"/>
              <a:gd name="T48" fmla="*/ 880 w 2711"/>
              <a:gd name="T49" fmla="*/ 255 h 2062"/>
              <a:gd name="T50" fmla="*/ 863 w 2711"/>
              <a:gd name="T51" fmla="*/ 253 h 2062"/>
              <a:gd name="T52" fmla="*/ 201 w 2711"/>
              <a:gd name="T53" fmla="*/ 253 h 2062"/>
              <a:gd name="T54" fmla="*/ 135 w 2711"/>
              <a:gd name="T55" fmla="*/ 320 h 2062"/>
              <a:gd name="T56" fmla="*/ 201 w 2711"/>
              <a:gd name="T57" fmla="*/ 386 h 2062"/>
              <a:gd name="T58" fmla="*/ 735 w 2711"/>
              <a:gd name="T59" fmla="*/ 386 h 2062"/>
              <a:gd name="T60" fmla="*/ 728 w 2711"/>
              <a:gd name="T61" fmla="*/ 434 h 2062"/>
              <a:gd name="T62" fmla="*/ 728 w 2711"/>
              <a:gd name="T63" fmla="*/ 558 h 2062"/>
              <a:gd name="T64" fmla="*/ 201 w 2711"/>
              <a:gd name="T65" fmla="*/ 558 h 2062"/>
              <a:gd name="T66" fmla="*/ 135 w 2711"/>
              <a:gd name="T67" fmla="*/ 624 h 2062"/>
              <a:gd name="T68" fmla="*/ 201 w 2711"/>
              <a:gd name="T69" fmla="*/ 691 h 2062"/>
              <a:gd name="T70" fmla="*/ 728 w 2711"/>
              <a:gd name="T71" fmla="*/ 691 h 2062"/>
              <a:gd name="T72" fmla="*/ 728 w 2711"/>
              <a:gd name="T73" fmla="*/ 863 h 2062"/>
              <a:gd name="T74" fmla="*/ 201 w 2711"/>
              <a:gd name="T75" fmla="*/ 863 h 2062"/>
              <a:gd name="T76" fmla="*/ 135 w 2711"/>
              <a:gd name="T77" fmla="*/ 929 h 2062"/>
              <a:gd name="T78" fmla="*/ 201 w 2711"/>
              <a:gd name="T79" fmla="*/ 996 h 2062"/>
              <a:gd name="T80" fmla="*/ 728 w 2711"/>
              <a:gd name="T81" fmla="*/ 996 h 2062"/>
              <a:gd name="T82" fmla="*/ 728 w 2711"/>
              <a:gd name="T83" fmla="*/ 1534 h 2062"/>
              <a:gd name="T84" fmla="*/ 909 w 2711"/>
              <a:gd name="T85" fmla="*/ 1715 h 2062"/>
              <a:gd name="T86" fmla="*/ 1065 w 2711"/>
              <a:gd name="T87" fmla="*/ 1715 h 2062"/>
              <a:gd name="T88" fmla="*/ 1065 w 2711"/>
              <a:gd name="T89" fmla="*/ 1995 h 2062"/>
              <a:gd name="T90" fmla="*/ 998 w 2711"/>
              <a:gd name="T91" fmla="*/ 2062 h 2062"/>
              <a:gd name="T92" fmla="*/ 67 w 2711"/>
              <a:gd name="T93" fmla="*/ 2062 h 2062"/>
              <a:gd name="T94" fmla="*/ 0 w 2711"/>
              <a:gd name="T95" fmla="*/ 1995 h 2062"/>
              <a:gd name="T96" fmla="*/ 0 w 2711"/>
              <a:gd name="T97" fmla="*/ 66 h 2062"/>
              <a:gd name="T98" fmla="*/ 67 w 2711"/>
              <a:gd name="T99" fmla="*/ 0 h 2062"/>
              <a:gd name="T100" fmla="*/ 998 w 2711"/>
              <a:gd name="T101" fmla="*/ 0 h 2062"/>
              <a:gd name="T102" fmla="*/ 1065 w 2711"/>
              <a:gd name="T103" fmla="*/ 66 h 2062"/>
              <a:gd name="T104" fmla="*/ 1065 w 2711"/>
              <a:gd name="T105" fmla="*/ 253 h 2062"/>
              <a:gd name="T106" fmla="*/ 430 w 2711"/>
              <a:gd name="T107" fmla="*/ 1569 h 2062"/>
              <a:gd name="T108" fmla="*/ 532 w 2711"/>
              <a:gd name="T109" fmla="*/ 1672 h 2062"/>
              <a:gd name="T110" fmla="*/ 635 w 2711"/>
              <a:gd name="T111" fmla="*/ 1569 h 2062"/>
              <a:gd name="T112" fmla="*/ 532 w 2711"/>
              <a:gd name="T113" fmla="*/ 1466 h 2062"/>
              <a:gd name="T114" fmla="*/ 430 w 2711"/>
              <a:gd name="T115" fmla="*/ 1569 h 20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2711" h="2062">
                <a:moveTo>
                  <a:pt x="2664" y="1581"/>
                </a:moveTo>
                <a:lnTo>
                  <a:pt x="909" y="1581"/>
                </a:lnTo>
                <a:cubicBezTo>
                  <a:pt x="883" y="1581"/>
                  <a:pt x="861" y="1560"/>
                  <a:pt x="861" y="1534"/>
                </a:cubicBezTo>
                <a:lnTo>
                  <a:pt x="861" y="434"/>
                </a:lnTo>
                <a:cubicBezTo>
                  <a:pt x="861" y="407"/>
                  <a:pt x="883" y="386"/>
                  <a:pt x="909" y="386"/>
                </a:cubicBezTo>
                <a:lnTo>
                  <a:pt x="2664" y="386"/>
                </a:lnTo>
                <a:cubicBezTo>
                  <a:pt x="2690" y="386"/>
                  <a:pt x="2711" y="408"/>
                  <a:pt x="2711" y="434"/>
                </a:cubicBezTo>
                <a:lnTo>
                  <a:pt x="2711" y="1534"/>
                </a:lnTo>
                <a:cubicBezTo>
                  <a:pt x="2711" y="1560"/>
                  <a:pt x="2690" y="1581"/>
                  <a:pt x="2664" y="1581"/>
                </a:cubicBezTo>
                <a:close/>
                <a:moveTo>
                  <a:pt x="2177" y="1928"/>
                </a:moveTo>
                <a:lnTo>
                  <a:pt x="2000" y="1928"/>
                </a:lnTo>
                <a:lnTo>
                  <a:pt x="2000" y="1715"/>
                </a:lnTo>
                <a:lnTo>
                  <a:pt x="1573" y="1715"/>
                </a:lnTo>
                <a:lnTo>
                  <a:pt x="1573" y="1928"/>
                </a:lnTo>
                <a:lnTo>
                  <a:pt x="1395" y="1928"/>
                </a:lnTo>
                <a:cubicBezTo>
                  <a:pt x="1358" y="1928"/>
                  <a:pt x="1329" y="1958"/>
                  <a:pt x="1329" y="1995"/>
                </a:cubicBezTo>
                <a:cubicBezTo>
                  <a:pt x="1329" y="2032"/>
                  <a:pt x="1358" y="2062"/>
                  <a:pt x="1395" y="2062"/>
                </a:cubicBezTo>
                <a:lnTo>
                  <a:pt x="1640" y="2062"/>
                </a:lnTo>
                <a:lnTo>
                  <a:pt x="1933" y="2062"/>
                </a:lnTo>
                <a:lnTo>
                  <a:pt x="2177" y="2062"/>
                </a:lnTo>
                <a:cubicBezTo>
                  <a:pt x="2214" y="2062"/>
                  <a:pt x="2244" y="2032"/>
                  <a:pt x="2244" y="1995"/>
                </a:cubicBezTo>
                <a:cubicBezTo>
                  <a:pt x="2244" y="1958"/>
                  <a:pt x="2214" y="1928"/>
                  <a:pt x="2177" y="1928"/>
                </a:cubicBezTo>
                <a:close/>
                <a:moveTo>
                  <a:pt x="1065" y="253"/>
                </a:moveTo>
                <a:lnTo>
                  <a:pt x="909" y="253"/>
                </a:lnTo>
                <a:cubicBezTo>
                  <a:pt x="899" y="253"/>
                  <a:pt x="890" y="254"/>
                  <a:pt x="880" y="255"/>
                </a:cubicBezTo>
                <a:cubicBezTo>
                  <a:pt x="875" y="254"/>
                  <a:pt x="869" y="253"/>
                  <a:pt x="863" y="253"/>
                </a:cubicBezTo>
                <a:lnTo>
                  <a:pt x="201" y="253"/>
                </a:lnTo>
                <a:cubicBezTo>
                  <a:pt x="164" y="253"/>
                  <a:pt x="135" y="283"/>
                  <a:pt x="135" y="320"/>
                </a:cubicBezTo>
                <a:cubicBezTo>
                  <a:pt x="135" y="356"/>
                  <a:pt x="164" y="386"/>
                  <a:pt x="201" y="386"/>
                </a:cubicBezTo>
                <a:lnTo>
                  <a:pt x="735" y="386"/>
                </a:lnTo>
                <a:cubicBezTo>
                  <a:pt x="730" y="401"/>
                  <a:pt x="728" y="417"/>
                  <a:pt x="728" y="434"/>
                </a:cubicBezTo>
                <a:lnTo>
                  <a:pt x="728" y="558"/>
                </a:lnTo>
                <a:lnTo>
                  <a:pt x="201" y="558"/>
                </a:lnTo>
                <a:cubicBezTo>
                  <a:pt x="164" y="558"/>
                  <a:pt x="135" y="588"/>
                  <a:pt x="135" y="624"/>
                </a:cubicBezTo>
                <a:cubicBezTo>
                  <a:pt x="135" y="661"/>
                  <a:pt x="164" y="691"/>
                  <a:pt x="201" y="691"/>
                </a:cubicBezTo>
                <a:lnTo>
                  <a:pt x="728" y="691"/>
                </a:lnTo>
                <a:lnTo>
                  <a:pt x="728" y="863"/>
                </a:lnTo>
                <a:lnTo>
                  <a:pt x="201" y="863"/>
                </a:lnTo>
                <a:cubicBezTo>
                  <a:pt x="164" y="863"/>
                  <a:pt x="135" y="893"/>
                  <a:pt x="135" y="929"/>
                </a:cubicBezTo>
                <a:cubicBezTo>
                  <a:pt x="135" y="966"/>
                  <a:pt x="164" y="996"/>
                  <a:pt x="201" y="996"/>
                </a:cubicBezTo>
                <a:lnTo>
                  <a:pt x="728" y="996"/>
                </a:lnTo>
                <a:lnTo>
                  <a:pt x="728" y="1534"/>
                </a:lnTo>
                <a:cubicBezTo>
                  <a:pt x="728" y="1633"/>
                  <a:pt x="809" y="1715"/>
                  <a:pt x="909" y="1715"/>
                </a:cubicBezTo>
                <a:lnTo>
                  <a:pt x="1065" y="1715"/>
                </a:lnTo>
                <a:lnTo>
                  <a:pt x="1065" y="1995"/>
                </a:lnTo>
                <a:cubicBezTo>
                  <a:pt x="1065" y="2032"/>
                  <a:pt x="1035" y="2062"/>
                  <a:pt x="998" y="2062"/>
                </a:cubicBezTo>
                <a:lnTo>
                  <a:pt x="67" y="2062"/>
                </a:lnTo>
                <a:cubicBezTo>
                  <a:pt x="30" y="2062"/>
                  <a:pt x="0" y="2032"/>
                  <a:pt x="0" y="1995"/>
                </a:cubicBezTo>
                <a:lnTo>
                  <a:pt x="0" y="66"/>
                </a:lnTo>
                <a:cubicBezTo>
                  <a:pt x="0" y="29"/>
                  <a:pt x="30" y="0"/>
                  <a:pt x="67" y="0"/>
                </a:cubicBezTo>
                <a:lnTo>
                  <a:pt x="998" y="0"/>
                </a:lnTo>
                <a:cubicBezTo>
                  <a:pt x="1035" y="0"/>
                  <a:pt x="1065" y="29"/>
                  <a:pt x="1065" y="66"/>
                </a:cubicBezTo>
                <a:lnTo>
                  <a:pt x="1065" y="253"/>
                </a:lnTo>
                <a:close/>
                <a:moveTo>
                  <a:pt x="430" y="1569"/>
                </a:moveTo>
                <a:cubicBezTo>
                  <a:pt x="430" y="1626"/>
                  <a:pt x="476" y="1672"/>
                  <a:pt x="532" y="1672"/>
                </a:cubicBezTo>
                <a:cubicBezTo>
                  <a:pt x="589" y="1672"/>
                  <a:pt x="635" y="1626"/>
                  <a:pt x="635" y="1569"/>
                </a:cubicBezTo>
                <a:cubicBezTo>
                  <a:pt x="635" y="1512"/>
                  <a:pt x="589" y="1466"/>
                  <a:pt x="532" y="1466"/>
                </a:cubicBezTo>
                <a:cubicBezTo>
                  <a:pt x="476" y="1466"/>
                  <a:pt x="430" y="1512"/>
                  <a:pt x="430" y="1569"/>
                </a:cubicBezTo>
                <a:close/>
              </a:path>
            </a:pathLst>
          </a:custGeom>
          <a:solidFill>
            <a:srgbClr val="BC3649"/>
          </a:solidFill>
          <a:ln>
            <a:noFill/>
          </a:ln>
        </p:spPr>
      </p:sp>
      <p:sp>
        <p:nvSpPr>
          <p:cNvPr id="150" name="rack-servers_31726"/>
          <p:cNvSpPr/>
          <p:nvPr/>
        </p:nvSpPr>
        <p:spPr bwMode="auto">
          <a:xfrm>
            <a:off x="12393844" y="3158804"/>
            <a:ext cx="398466" cy="295119"/>
          </a:xfrm>
          <a:custGeom>
            <a:avLst/>
            <a:gdLst>
              <a:gd name="T0" fmla="*/ 278945 h 440259"/>
              <a:gd name="T1" fmla="*/ 278945 h 440259"/>
              <a:gd name="T2" fmla="*/ 278945 h 440259"/>
              <a:gd name="T3" fmla="*/ 278945 h 440259"/>
              <a:gd name="T4" fmla="*/ 278945 h 440259"/>
              <a:gd name="T5" fmla="*/ 278945 h 440259"/>
              <a:gd name="T6" fmla="*/ 278945 h 440259"/>
              <a:gd name="T7" fmla="*/ 278945 h 440259"/>
              <a:gd name="T8" fmla="*/ 88862 h 440259"/>
              <a:gd name="T9" fmla="*/ 88862 h 440259"/>
              <a:gd name="T10" fmla="*/ 278945 h 440259"/>
              <a:gd name="T11" fmla="*/ 278945 h 440259"/>
              <a:gd name="T12" fmla="*/ 278945 h 440259"/>
              <a:gd name="T13" fmla="*/ 278945 h 440259"/>
              <a:gd name="T14" fmla="*/ 278945 h 440259"/>
              <a:gd name="T15" fmla="*/ 278945 h 440259"/>
              <a:gd name="T16" fmla="*/ 278945 h 440259"/>
              <a:gd name="T17" fmla="*/ 278945 h 440259"/>
              <a:gd name="T18" fmla="*/ 88862 h 440259"/>
              <a:gd name="T19" fmla="*/ 88862 h 440259"/>
              <a:gd name="T20" fmla="*/ 278945 h 440259"/>
              <a:gd name="T21" fmla="*/ 278945 h 440259"/>
              <a:gd name="T22" fmla="*/ 278945 h 440259"/>
              <a:gd name="T23" fmla="*/ 278945 h 440259"/>
              <a:gd name="T24" fmla="*/ 278945 h 440259"/>
              <a:gd name="T25" fmla="*/ 278945 h 440259"/>
              <a:gd name="T26" fmla="*/ 278945 h 440259"/>
              <a:gd name="T27" fmla="*/ 278945 h 440259"/>
              <a:gd name="T28" fmla="*/ 88862 h 440259"/>
              <a:gd name="T29" fmla="*/ 88862 h 440259"/>
              <a:gd name="T30" fmla="*/ 278945 h 440259"/>
              <a:gd name="T31" fmla="*/ 278945 h 440259"/>
              <a:gd name="T32" fmla="*/ 278945 h 440259"/>
              <a:gd name="T33" fmla="*/ 278945 h 440259"/>
              <a:gd name="T34" fmla="*/ 278945 h 440259"/>
              <a:gd name="T35" fmla="*/ 278945 h 440259"/>
              <a:gd name="T36" fmla="*/ 278945 h 440259"/>
              <a:gd name="T37" fmla="*/ 278945 h 440259"/>
              <a:gd name="T38" fmla="*/ 88862 h 440259"/>
              <a:gd name="T39" fmla="*/ 88862 h 440259"/>
              <a:gd name="T40" fmla="*/ 278945 h 440259"/>
              <a:gd name="T41" fmla="*/ 278945 h 440259"/>
              <a:gd name="T42" fmla="*/ 278945 h 440259"/>
              <a:gd name="T43" fmla="*/ 278945 h 440259"/>
              <a:gd name="T44" fmla="*/ 88862 h 440259"/>
              <a:gd name="T45" fmla="*/ 88862 h 440259"/>
              <a:gd name="T46" fmla="*/ 278945 h 440259"/>
              <a:gd name="T47" fmla="*/ 278945 h 440259"/>
              <a:gd name="T48" fmla="*/ 278945 h 440259"/>
              <a:gd name="T49" fmla="*/ 278945 h 440259"/>
              <a:gd name="T50" fmla="*/ 278945 h 440259"/>
              <a:gd name="T51" fmla="*/ 278945 h 440259"/>
              <a:gd name="T52" fmla="*/ 278945 h 440259"/>
              <a:gd name="T53" fmla="*/ 278945 h 440259"/>
              <a:gd name="T54" fmla="*/ 88862 h 440259"/>
              <a:gd name="T55" fmla="*/ 88862 h 440259"/>
              <a:gd name="T56" fmla="*/ 278945 h 440259"/>
              <a:gd name="T57" fmla="*/ 278945 h 440259"/>
              <a:gd name="T58" fmla="*/ 278945 h 440259"/>
              <a:gd name="T59" fmla="*/ 278945 h 440259"/>
              <a:gd name="T60" fmla="*/ 278945 h 440259"/>
              <a:gd name="T61" fmla="*/ 278945 h 440259"/>
              <a:gd name="T62" fmla="*/ 278945 h 440259"/>
              <a:gd name="T63" fmla="*/ 278945 h 440259"/>
              <a:gd name="T64" fmla="*/ 88862 h 440259"/>
              <a:gd name="T65" fmla="*/ 88862 h 440259"/>
              <a:gd name="T66" fmla="*/ 278945 h 440259"/>
              <a:gd name="T67" fmla="*/ 278945 h 440259"/>
              <a:gd name="T68" fmla="*/ 278945 h 440259"/>
              <a:gd name="T69" fmla="*/ 278945 h 440259"/>
              <a:gd name="T70" fmla="*/ 278945 h 440259"/>
              <a:gd name="T71" fmla="*/ 278945 h 440259"/>
              <a:gd name="T72" fmla="*/ 278945 h 440259"/>
              <a:gd name="T73" fmla="*/ 278945 h 440259"/>
              <a:gd name="T74" fmla="*/ 88862 h 440259"/>
              <a:gd name="T75" fmla="*/ 88862 h 440259"/>
              <a:gd name="T76" fmla="*/ 278945 h 440259"/>
              <a:gd name="T77" fmla="*/ 278945 h 440259"/>
              <a:gd name="T78" fmla="*/ 278945 h 440259"/>
              <a:gd name="T79" fmla="*/ 278945 h 440259"/>
              <a:gd name="T80" fmla="*/ 278945 h 440259"/>
              <a:gd name="T81" fmla="*/ 278945 h 440259"/>
              <a:gd name="T82" fmla="*/ 278945 h 440259"/>
              <a:gd name="T83" fmla="*/ 278945 h 440259"/>
              <a:gd name="T84" fmla="*/ 278945 h 440259"/>
              <a:gd name="T85" fmla="*/ 278945 h 440259"/>
              <a:gd name="T86" fmla="*/ 278945 h 440259"/>
              <a:gd name="T87" fmla="*/ 278945 h 440259"/>
              <a:gd name="T88" fmla="*/ 278945 h 440259"/>
              <a:gd name="T89" fmla="*/ 278945 h 440259"/>
              <a:gd name="T90" fmla="*/ 88862 h 440259"/>
              <a:gd name="T91" fmla="*/ 88862 h 440259"/>
              <a:gd name="T92" fmla="*/ 278945 h 440259"/>
              <a:gd name="T93" fmla="*/ 278945 h 440259"/>
              <a:gd name="T94" fmla="*/ 278945 h 440259"/>
              <a:gd name="T95" fmla="*/ 278945 h 440259"/>
              <a:gd name="T96" fmla="*/ 278945 h 440259"/>
              <a:gd name="T97" fmla="*/ 278945 h 440259"/>
              <a:gd name="T98" fmla="*/ 278945 h 440259"/>
              <a:gd name="T99" fmla="*/ 278945 h 440259"/>
              <a:gd name="T100" fmla="*/ 88862 h 440259"/>
              <a:gd name="T101" fmla="*/ 88862 h 440259"/>
              <a:gd name="T102" fmla="*/ 278945 h 440259"/>
              <a:gd name="T103" fmla="*/ 278945 h 440259"/>
              <a:gd name="T104" fmla="*/ 278945 h 440259"/>
              <a:gd name="T105" fmla="*/ 278945 h 440259"/>
              <a:gd name="T106" fmla="*/ 278945 h 440259"/>
              <a:gd name="T107" fmla="*/ 278945 h 440259"/>
              <a:gd name="T108" fmla="*/ 278945 h 440259"/>
              <a:gd name="T109" fmla="*/ 278945 h 440259"/>
              <a:gd name="T110" fmla="*/ 88862 h 440259"/>
              <a:gd name="T111" fmla="*/ 88862 h 440259"/>
              <a:gd name="T112" fmla="*/ 278945 h 440259"/>
              <a:gd name="T113" fmla="*/ 278945 h 440259"/>
              <a:gd name="T114" fmla="*/ 278945 h 440259"/>
              <a:gd name="T115" fmla="*/ 278945 h 440259"/>
              <a:gd name="T116" fmla="*/ 278945 h 440259"/>
              <a:gd name="T117" fmla="*/ 278945 h 4402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4774" h="6040">
                <a:moveTo>
                  <a:pt x="4774" y="768"/>
                </a:moveTo>
                <a:lnTo>
                  <a:pt x="4774" y="0"/>
                </a:lnTo>
                <a:lnTo>
                  <a:pt x="0" y="0"/>
                </a:lnTo>
                <a:lnTo>
                  <a:pt x="0" y="768"/>
                </a:lnTo>
                <a:lnTo>
                  <a:pt x="234" y="768"/>
                </a:lnTo>
                <a:lnTo>
                  <a:pt x="234" y="1104"/>
                </a:lnTo>
                <a:lnTo>
                  <a:pt x="0" y="1104"/>
                </a:lnTo>
                <a:lnTo>
                  <a:pt x="0" y="1871"/>
                </a:lnTo>
                <a:lnTo>
                  <a:pt x="4774" y="1871"/>
                </a:lnTo>
                <a:lnTo>
                  <a:pt x="4774" y="1104"/>
                </a:lnTo>
                <a:lnTo>
                  <a:pt x="4504" y="1104"/>
                </a:lnTo>
                <a:lnTo>
                  <a:pt x="4504" y="768"/>
                </a:lnTo>
                <a:lnTo>
                  <a:pt x="4774" y="768"/>
                </a:lnTo>
                <a:lnTo>
                  <a:pt x="4774" y="768"/>
                </a:lnTo>
                <a:close/>
                <a:moveTo>
                  <a:pt x="852" y="1557"/>
                </a:moveTo>
                <a:lnTo>
                  <a:pt x="520" y="1557"/>
                </a:lnTo>
                <a:lnTo>
                  <a:pt x="520" y="1232"/>
                </a:lnTo>
                <a:lnTo>
                  <a:pt x="852" y="1232"/>
                </a:lnTo>
                <a:lnTo>
                  <a:pt x="852" y="1557"/>
                </a:lnTo>
                <a:close/>
                <a:moveTo>
                  <a:pt x="852" y="1094"/>
                </a:moveTo>
                <a:lnTo>
                  <a:pt x="520" y="1094"/>
                </a:lnTo>
                <a:lnTo>
                  <a:pt x="520" y="769"/>
                </a:lnTo>
                <a:lnTo>
                  <a:pt x="852" y="769"/>
                </a:lnTo>
                <a:lnTo>
                  <a:pt x="852" y="1094"/>
                </a:lnTo>
                <a:close/>
                <a:moveTo>
                  <a:pt x="852" y="639"/>
                </a:moveTo>
                <a:lnTo>
                  <a:pt x="520" y="639"/>
                </a:lnTo>
                <a:lnTo>
                  <a:pt x="520" y="314"/>
                </a:lnTo>
                <a:lnTo>
                  <a:pt x="852" y="314"/>
                </a:lnTo>
                <a:lnTo>
                  <a:pt x="852" y="639"/>
                </a:lnTo>
                <a:close/>
                <a:moveTo>
                  <a:pt x="1342" y="1557"/>
                </a:moveTo>
                <a:lnTo>
                  <a:pt x="1010" y="1557"/>
                </a:lnTo>
                <a:lnTo>
                  <a:pt x="1010" y="1232"/>
                </a:lnTo>
                <a:lnTo>
                  <a:pt x="1342" y="1232"/>
                </a:lnTo>
                <a:lnTo>
                  <a:pt x="1342" y="1557"/>
                </a:lnTo>
                <a:close/>
                <a:moveTo>
                  <a:pt x="1342" y="1094"/>
                </a:moveTo>
                <a:lnTo>
                  <a:pt x="1010" y="1094"/>
                </a:lnTo>
                <a:lnTo>
                  <a:pt x="1010" y="769"/>
                </a:lnTo>
                <a:lnTo>
                  <a:pt x="1342" y="769"/>
                </a:lnTo>
                <a:lnTo>
                  <a:pt x="1342" y="1094"/>
                </a:lnTo>
                <a:close/>
                <a:moveTo>
                  <a:pt x="1342" y="639"/>
                </a:moveTo>
                <a:lnTo>
                  <a:pt x="1010" y="639"/>
                </a:lnTo>
                <a:lnTo>
                  <a:pt x="1010" y="314"/>
                </a:lnTo>
                <a:lnTo>
                  <a:pt x="1342" y="314"/>
                </a:lnTo>
                <a:lnTo>
                  <a:pt x="1342" y="639"/>
                </a:lnTo>
                <a:close/>
                <a:moveTo>
                  <a:pt x="1825" y="1557"/>
                </a:moveTo>
                <a:lnTo>
                  <a:pt x="1494" y="1557"/>
                </a:lnTo>
                <a:lnTo>
                  <a:pt x="1494" y="1232"/>
                </a:lnTo>
                <a:lnTo>
                  <a:pt x="1825" y="1232"/>
                </a:lnTo>
                <a:lnTo>
                  <a:pt x="1825" y="1557"/>
                </a:lnTo>
                <a:close/>
                <a:moveTo>
                  <a:pt x="1825" y="1094"/>
                </a:moveTo>
                <a:lnTo>
                  <a:pt x="1494" y="1094"/>
                </a:lnTo>
                <a:lnTo>
                  <a:pt x="1494" y="769"/>
                </a:lnTo>
                <a:lnTo>
                  <a:pt x="1825" y="769"/>
                </a:lnTo>
                <a:lnTo>
                  <a:pt x="1825" y="1094"/>
                </a:lnTo>
                <a:close/>
                <a:moveTo>
                  <a:pt x="1825" y="639"/>
                </a:moveTo>
                <a:lnTo>
                  <a:pt x="1494" y="639"/>
                </a:lnTo>
                <a:lnTo>
                  <a:pt x="1494" y="314"/>
                </a:lnTo>
                <a:lnTo>
                  <a:pt x="1825" y="314"/>
                </a:lnTo>
                <a:lnTo>
                  <a:pt x="1825" y="639"/>
                </a:lnTo>
                <a:close/>
                <a:moveTo>
                  <a:pt x="2304" y="1557"/>
                </a:moveTo>
                <a:lnTo>
                  <a:pt x="1972" y="1557"/>
                </a:lnTo>
                <a:lnTo>
                  <a:pt x="1972" y="1232"/>
                </a:lnTo>
                <a:lnTo>
                  <a:pt x="2304" y="1232"/>
                </a:lnTo>
                <a:lnTo>
                  <a:pt x="2304" y="1557"/>
                </a:lnTo>
                <a:close/>
                <a:moveTo>
                  <a:pt x="2304" y="1094"/>
                </a:moveTo>
                <a:lnTo>
                  <a:pt x="1972" y="1094"/>
                </a:lnTo>
                <a:lnTo>
                  <a:pt x="1972" y="769"/>
                </a:lnTo>
                <a:lnTo>
                  <a:pt x="2304" y="769"/>
                </a:lnTo>
                <a:lnTo>
                  <a:pt x="2304" y="1094"/>
                </a:lnTo>
                <a:close/>
                <a:moveTo>
                  <a:pt x="2304" y="639"/>
                </a:moveTo>
                <a:lnTo>
                  <a:pt x="1972" y="639"/>
                </a:lnTo>
                <a:lnTo>
                  <a:pt x="1972" y="314"/>
                </a:lnTo>
                <a:lnTo>
                  <a:pt x="2304" y="314"/>
                </a:lnTo>
                <a:lnTo>
                  <a:pt x="2304" y="639"/>
                </a:lnTo>
                <a:close/>
                <a:moveTo>
                  <a:pt x="2794" y="1557"/>
                </a:moveTo>
                <a:lnTo>
                  <a:pt x="2463" y="1557"/>
                </a:lnTo>
                <a:lnTo>
                  <a:pt x="2463" y="1232"/>
                </a:lnTo>
                <a:lnTo>
                  <a:pt x="2794" y="1232"/>
                </a:lnTo>
                <a:lnTo>
                  <a:pt x="2794" y="1557"/>
                </a:lnTo>
                <a:close/>
                <a:moveTo>
                  <a:pt x="2794" y="1094"/>
                </a:moveTo>
                <a:lnTo>
                  <a:pt x="2463" y="1094"/>
                </a:lnTo>
                <a:lnTo>
                  <a:pt x="2463" y="769"/>
                </a:lnTo>
                <a:lnTo>
                  <a:pt x="2794" y="769"/>
                </a:lnTo>
                <a:lnTo>
                  <a:pt x="2794" y="1094"/>
                </a:lnTo>
                <a:close/>
                <a:moveTo>
                  <a:pt x="2794" y="639"/>
                </a:moveTo>
                <a:lnTo>
                  <a:pt x="2463" y="639"/>
                </a:lnTo>
                <a:lnTo>
                  <a:pt x="2463" y="314"/>
                </a:lnTo>
                <a:lnTo>
                  <a:pt x="2794" y="314"/>
                </a:lnTo>
                <a:lnTo>
                  <a:pt x="2794" y="639"/>
                </a:lnTo>
                <a:close/>
                <a:moveTo>
                  <a:pt x="3278" y="1557"/>
                </a:moveTo>
                <a:lnTo>
                  <a:pt x="2946" y="1557"/>
                </a:lnTo>
                <a:lnTo>
                  <a:pt x="2946" y="1232"/>
                </a:lnTo>
                <a:lnTo>
                  <a:pt x="3278" y="1232"/>
                </a:lnTo>
                <a:lnTo>
                  <a:pt x="3278" y="1557"/>
                </a:lnTo>
                <a:close/>
                <a:moveTo>
                  <a:pt x="3278" y="1094"/>
                </a:moveTo>
                <a:lnTo>
                  <a:pt x="2946" y="1094"/>
                </a:lnTo>
                <a:lnTo>
                  <a:pt x="2946" y="769"/>
                </a:lnTo>
                <a:lnTo>
                  <a:pt x="3278" y="769"/>
                </a:lnTo>
                <a:lnTo>
                  <a:pt x="3278" y="1094"/>
                </a:lnTo>
                <a:close/>
                <a:moveTo>
                  <a:pt x="3278" y="639"/>
                </a:moveTo>
                <a:lnTo>
                  <a:pt x="2946" y="639"/>
                </a:lnTo>
                <a:lnTo>
                  <a:pt x="2946" y="314"/>
                </a:lnTo>
                <a:lnTo>
                  <a:pt x="3278" y="314"/>
                </a:lnTo>
                <a:lnTo>
                  <a:pt x="3278" y="639"/>
                </a:lnTo>
                <a:close/>
                <a:moveTo>
                  <a:pt x="4020" y="1547"/>
                </a:moveTo>
                <a:lnTo>
                  <a:pt x="3592" y="1547"/>
                </a:lnTo>
                <a:lnTo>
                  <a:pt x="3592" y="1349"/>
                </a:lnTo>
                <a:lnTo>
                  <a:pt x="4020" y="1349"/>
                </a:lnTo>
                <a:lnTo>
                  <a:pt x="4020" y="1547"/>
                </a:lnTo>
                <a:close/>
                <a:moveTo>
                  <a:pt x="3804" y="992"/>
                </a:moveTo>
                <a:cubicBezTo>
                  <a:pt x="3615" y="992"/>
                  <a:pt x="3462" y="839"/>
                  <a:pt x="3462" y="650"/>
                </a:cubicBezTo>
                <a:cubicBezTo>
                  <a:pt x="3462" y="461"/>
                  <a:pt x="3615" y="308"/>
                  <a:pt x="3804" y="308"/>
                </a:cubicBezTo>
                <a:cubicBezTo>
                  <a:pt x="3993" y="308"/>
                  <a:pt x="4146" y="461"/>
                  <a:pt x="4146" y="650"/>
                </a:cubicBezTo>
                <a:cubicBezTo>
                  <a:pt x="4146" y="839"/>
                  <a:pt x="3993" y="992"/>
                  <a:pt x="3804" y="992"/>
                </a:cubicBezTo>
                <a:close/>
                <a:moveTo>
                  <a:pt x="4020" y="648"/>
                </a:moveTo>
                <a:cubicBezTo>
                  <a:pt x="4020" y="766"/>
                  <a:pt x="3924" y="862"/>
                  <a:pt x="3806" y="862"/>
                </a:cubicBezTo>
                <a:cubicBezTo>
                  <a:pt x="3688" y="862"/>
                  <a:pt x="3592" y="766"/>
                  <a:pt x="3592" y="648"/>
                </a:cubicBezTo>
                <a:cubicBezTo>
                  <a:pt x="3592" y="529"/>
                  <a:pt x="3688" y="434"/>
                  <a:pt x="3806" y="434"/>
                </a:cubicBezTo>
                <a:cubicBezTo>
                  <a:pt x="3924" y="434"/>
                  <a:pt x="4020" y="529"/>
                  <a:pt x="4020" y="648"/>
                </a:cubicBezTo>
                <a:close/>
                <a:moveTo>
                  <a:pt x="0" y="2871"/>
                </a:moveTo>
                <a:lnTo>
                  <a:pt x="234" y="2871"/>
                </a:lnTo>
                <a:lnTo>
                  <a:pt x="234" y="3207"/>
                </a:lnTo>
                <a:lnTo>
                  <a:pt x="0" y="3207"/>
                </a:lnTo>
                <a:lnTo>
                  <a:pt x="0" y="3975"/>
                </a:lnTo>
                <a:lnTo>
                  <a:pt x="4774" y="3975"/>
                </a:lnTo>
                <a:lnTo>
                  <a:pt x="4774" y="3207"/>
                </a:lnTo>
                <a:lnTo>
                  <a:pt x="4504" y="3207"/>
                </a:lnTo>
                <a:lnTo>
                  <a:pt x="4504" y="2871"/>
                </a:lnTo>
                <a:lnTo>
                  <a:pt x="4774" y="2871"/>
                </a:lnTo>
                <a:lnTo>
                  <a:pt x="4774" y="2104"/>
                </a:lnTo>
                <a:lnTo>
                  <a:pt x="0" y="2104"/>
                </a:lnTo>
                <a:lnTo>
                  <a:pt x="0" y="2871"/>
                </a:lnTo>
                <a:close/>
                <a:moveTo>
                  <a:pt x="4020" y="3651"/>
                </a:moveTo>
                <a:lnTo>
                  <a:pt x="3592" y="3651"/>
                </a:lnTo>
                <a:lnTo>
                  <a:pt x="3592" y="3453"/>
                </a:lnTo>
                <a:lnTo>
                  <a:pt x="4020" y="3453"/>
                </a:lnTo>
                <a:lnTo>
                  <a:pt x="4020" y="3651"/>
                </a:lnTo>
                <a:close/>
                <a:moveTo>
                  <a:pt x="3804" y="2412"/>
                </a:moveTo>
                <a:cubicBezTo>
                  <a:pt x="3993" y="2412"/>
                  <a:pt x="4146" y="2565"/>
                  <a:pt x="4146" y="2754"/>
                </a:cubicBezTo>
                <a:cubicBezTo>
                  <a:pt x="4146" y="2942"/>
                  <a:pt x="3993" y="3095"/>
                  <a:pt x="3804" y="3095"/>
                </a:cubicBezTo>
                <a:cubicBezTo>
                  <a:pt x="3615" y="3095"/>
                  <a:pt x="3462" y="2942"/>
                  <a:pt x="3462" y="2754"/>
                </a:cubicBezTo>
                <a:cubicBezTo>
                  <a:pt x="3463" y="2565"/>
                  <a:pt x="3615" y="2412"/>
                  <a:pt x="3804" y="2412"/>
                </a:cubicBezTo>
                <a:close/>
                <a:moveTo>
                  <a:pt x="2946" y="2418"/>
                </a:moveTo>
                <a:lnTo>
                  <a:pt x="3278" y="2418"/>
                </a:lnTo>
                <a:lnTo>
                  <a:pt x="3278" y="2743"/>
                </a:lnTo>
                <a:lnTo>
                  <a:pt x="2946" y="2743"/>
                </a:lnTo>
                <a:lnTo>
                  <a:pt x="2946" y="2418"/>
                </a:lnTo>
                <a:close/>
                <a:moveTo>
                  <a:pt x="2946" y="2873"/>
                </a:moveTo>
                <a:lnTo>
                  <a:pt x="3278" y="2873"/>
                </a:lnTo>
                <a:lnTo>
                  <a:pt x="3278" y="3197"/>
                </a:lnTo>
                <a:lnTo>
                  <a:pt x="2946" y="3197"/>
                </a:lnTo>
                <a:lnTo>
                  <a:pt x="2946" y="2873"/>
                </a:lnTo>
                <a:close/>
                <a:moveTo>
                  <a:pt x="2946" y="3336"/>
                </a:moveTo>
                <a:lnTo>
                  <a:pt x="3278" y="3336"/>
                </a:lnTo>
                <a:lnTo>
                  <a:pt x="3278" y="3661"/>
                </a:lnTo>
                <a:lnTo>
                  <a:pt x="2946" y="3661"/>
                </a:lnTo>
                <a:lnTo>
                  <a:pt x="2946" y="3336"/>
                </a:lnTo>
                <a:close/>
                <a:moveTo>
                  <a:pt x="2463" y="2418"/>
                </a:moveTo>
                <a:lnTo>
                  <a:pt x="2794" y="2418"/>
                </a:lnTo>
                <a:lnTo>
                  <a:pt x="2794" y="2743"/>
                </a:lnTo>
                <a:lnTo>
                  <a:pt x="2463" y="2743"/>
                </a:lnTo>
                <a:lnTo>
                  <a:pt x="2463" y="2418"/>
                </a:lnTo>
                <a:close/>
                <a:moveTo>
                  <a:pt x="2463" y="2873"/>
                </a:moveTo>
                <a:lnTo>
                  <a:pt x="2794" y="2873"/>
                </a:lnTo>
                <a:lnTo>
                  <a:pt x="2794" y="3197"/>
                </a:lnTo>
                <a:lnTo>
                  <a:pt x="2463" y="3197"/>
                </a:lnTo>
                <a:lnTo>
                  <a:pt x="2463" y="2873"/>
                </a:lnTo>
                <a:close/>
                <a:moveTo>
                  <a:pt x="2463" y="3336"/>
                </a:moveTo>
                <a:lnTo>
                  <a:pt x="2794" y="3336"/>
                </a:lnTo>
                <a:lnTo>
                  <a:pt x="2794" y="3661"/>
                </a:lnTo>
                <a:lnTo>
                  <a:pt x="2463" y="3661"/>
                </a:lnTo>
                <a:lnTo>
                  <a:pt x="2463" y="3336"/>
                </a:lnTo>
                <a:close/>
                <a:moveTo>
                  <a:pt x="1972" y="2418"/>
                </a:moveTo>
                <a:lnTo>
                  <a:pt x="2304" y="2418"/>
                </a:lnTo>
                <a:lnTo>
                  <a:pt x="2304" y="2743"/>
                </a:lnTo>
                <a:lnTo>
                  <a:pt x="1972" y="2743"/>
                </a:lnTo>
                <a:lnTo>
                  <a:pt x="1972" y="2418"/>
                </a:lnTo>
                <a:close/>
                <a:moveTo>
                  <a:pt x="1972" y="2873"/>
                </a:moveTo>
                <a:lnTo>
                  <a:pt x="2304" y="2873"/>
                </a:lnTo>
                <a:lnTo>
                  <a:pt x="2304" y="3197"/>
                </a:lnTo>
                <a:lnTo>
                  <a:pt x="1972" y="3197"/>
                </a:lnTo>
                <a:lnTo>
                  <a:pt x="1972" y="2873"/>
                </a:lnTo>
                <a:close/>
                <a:moveTo>
                  <a:pt x="1972" y="3336"/>
                </a:moveTo>
                <a:lnTo>
                  <a:pt x="2304" y="3336"/>
                </a:lnTo>
                <a:lnTo>
                  <a:pt x="2304" y="3661"/>
                </a:lnTo>
                <a:lnTo>
                  <a:pt x="1972" y="3661"/>
                </a:lnTo>
                <a:lnTo>
                  <a:pt x="1972" y="3336"/>
                </a:lnTo>
                <a:close/>
                <a:moveTo>
                  <a:pt x="1494" y="2418"/>
                </a:moveTo>
                <a:lnTo>
                  <a:pt x="1825" y="2418"/>
                </a:lnTo>
                <a:lnTo>
                  <a:pt x="1825" y="2743"/>
                </a:lnTo>
                <a:lnTo>
                  <a:pt x="1494" y="2743"/>
                </a:lnTo>
                <a:lnTo>
                  <a:pt x="1494" y="2418"/>
                </a:lnTo>
                <a:close/>
                <a:moveTo>
                  <a:pt x="1494" y="2873"/>
                </a:moveTo>
                <a:lnTo>
                  <a:pt x="1825" y="2873"/>
                </a:lnTo>
                <a:lnTo>
                  <a:pt x="1825" y="3197"/>
                </a:lnTo>
                <a:lnTo>
                  <a:pt x="1494" y="3197"/>
                </a:lnTo>
                <a:lnTo>
                  <a:pt x="1494" y="2873"/>
                </a:lnTo>
                <a:close/>
                <a:moveTo>
                  <a:pt x="1494" y="3336"/>
                </a:moveTo>
                <a:lnTo>
                  <a:pt x="1825" y="3336"/>
                </a:lnTo>
                <a:lnTo>
                  <a:pt x="1825" y="3661"/>
                </a:lnTo>
                <a:lnTo>
                  <a:pt x="1494" y="3661"/>
                </a:lnTo>
                <a:lnTo>
                  <a:pt x="1494" y="3336"/>
                </a:lnTo>
                <a:close/>
                <a:moveTo>
                  <a:pt x="1010" y="2418"/>
                </a:moveTo>
                <a:lnTo>
                  <a:pt x="1342" y="2418"/>
                </a:lnTo>
                <a:lnTo>
                  <a:pt x="1342" y="2743"/>
                </a:lnTo>
                <a:lnTo>
                  <a:pt x="1010" y="2743"/>
                </a:lnTo>
                <a:lnTo>
                  <a:pt x="1010" y="2418"/>
                </a:lnTo>
                <a:close/>
                <a:moveTo>
                  <a:pt x="1010" y="2873"/>
                </a:moveTo>
                <a:lnTo>
                  <a:pt x="1342" y="2873"/>
                </a:lnTo>
                <a:lnTo>
                  <a:pt x="1342" y="3197"/>
                </a:lnTo>
                <a:lnTo>
                  <a:pt x="1010" y="3197"/>
                </a:lnTo>
                <a:lnTo>
                  <a:pt x="1010" y="2873"/>
                </a:lnTo>
                <a:close/>
                <a:moveTo>
                  <a:pt x="1010" y="3336"/>
                </a:moveTo>
                <a:lnTo>
                  <a:pt x="1342" y="3336"/>
                </a:lnTo>
                <a:lnTo>
                  <a:pt x="1342" y="3661"/>
                </a:lnTo>
                <a:lnTo>
                  <a:pt x="1010" y="3661"/>
                </a:lnTo>
                <a:lnTo>
                  <a:pt x="1010" y="3336"/>
                </a:lnTo>
                <a:close/>
                <a:moveTo>
                  <a:pt x="520" y="2418"/>
                </a:moveTo>
                <a:lnTo>
                  <a:pt x="852" y="2418"/>
                </a:lnTo>
                <a:lnTo>
                  <a:pt x="852" y="2743"/>
                </a:lnTo>
                <a:lnTo>
                  <a:pt x="520" y="2743"/>
                </a:lnTo>
                <a:lnTo>
                  <a:pt x="520" y="2418"/>
                </a:lnTo>
                <a:close/>
                <a:moveTo>
                  <a:pt x="520" y="2873"/>
                </a:moveTo>
                <a:lnTo>
                  <a:pt x="852" y="2873"/>
                </a:lnTo>
                <a:lnTo>
                  <a:pt x="852" y="3197"/>
                </a:lnTo>
                <a:lnTo>
                  <a:pt x="520" y="3197"/>
                </a:lnTo>
                <a:lnTo>
                  <a:pt x="520" y="2873"/>
                </a:lnTo>
                <a:close/>
                <a:moveTo>
                  <a:pt x="520" y="3336"/>
                </a:moveTo>
                <a:lnTo>
                  <a:pt x="852" y="3336"/>
                </a:lnTo>
                <a:lnTo>
                  <a:pt x="852" y="3661"/>
                </a:lnTo>
                <a:lnTo>
                  <a:pt x="520" y="3661"/>
                </a:lnTo>
                <a:lnTo>
                  <a:pt x="520" y="3336"/>
                </a:lnTo>
                <a:close/>
                <a:moveTo>
                  <a:pt x="3592" y="2751"/>
                </a:moveTo>
                <a:cubicBezTo>
                  <a:pt x="3592" y="2633"/>
                  <a:pt x="3688" y="2537"/>
                  <a:pt x="3806" y="2537"/>
                </a:cubicBezTo>
                <a:cubicBezTo>
                  <a:pt x="3924" y="2537"/>
                  <a:pt x="4020" y="2633"/>
                  <a:pt x="4020" y="2751"/>
                </a:cubicBezTo>
                <a:cubicBezTo>
                  <a:pt x="4020" y="2870"/>
                  <a:pt x="3924" y="2966"/>
                  <a:pt x="3806" y="2966"/>
                </a:cubicBezTo>
                <a:cubicBezTo>
                  <a:pt x="3688" y="2966"/>
                  <a:pt x="3592" y="2870"/>
                  <a:pt x="3592" y="2751"/>
                </a:cubicBezTo>
                <a:close/>
                <a:moveTo>
                  <a:pt x="0" y="4937"/>
                </a:moveTo>
                <a:lnTo>
                  <a:pt x="234" y="4937"/>
                </a:lnTo>
                <a:lnTo>
                  <a:pt x="234" y="5273"/>
                </a:lnTo>
                <a:lnTo>
                  <a:pt x="0" y="5273"/>
                </a:lnTo>
                <a:lnTo>
                  <a:pt x="0" y="6040"/>
                </a:lnTo>
                <a:lnTo>
                  <a:pt x="4774" y="6040"/>
                </a:lnTo>
                <a:lnTo>
                  <a:pt x="4774" y="5273"/>
                </a:lnTo>
                <a:lnTo>
                  <a:pt x="4504" y="5273"/>
                </a:lnTo>
                <a:lnTo>
                  <a:pt x="4504" y="4937"/>
                </a:lnTo>
                <a:lnTo>
                  <a:pt x="4774" y="4937"/>
                </a:lnTo>
                <a:lnTo>
                  <a:pt x="4774" y="4169"/>
                </a:lnTo>
                <a:lnTo>
                  <a:pt x="0" y="4169"/>
                </a:lnTo>
                <a:lnTo>
                  <a:pt x="0" y="4937"/>
                </a:lnTo>
                <a:close/>
                <a:moveTo>
                  <a:pt x="4020" y="5716"/>
                </a:moveTo>
                <a:lnTo>
                  <a:pt x="3592" y="5716"/>
                </a:lnTo>
                <a:lnTo>
                  <a:pt x="3592" y="5518"/>
                </a:lnTo>
                <a:lnTo>
                  <a:pt x="4020" y="5518"/>
                </a:lnTo>
                <a:lnTo>
                  <a:pt x="4020" y="5716"/>
                </a:lnTo>
                <a:close/>
                <a:moveTo>
                  <a:pt x="3804" y="4477"/>
                </a:moveTo>
                <a:cubicBezTo>
                  <a:pt x="3993" y="4477"/>
                  <a:pt x="4146" y="4630"/>
                  <a:pt x="4146" y="4819"/>
                </a:cubicBezTo>
                <a:cubicBezTo>
                  <a:pt x="4146" y="5008"/>
                  <a:pt x="3993" y="5161"/>
                  <a:pt x="3804" y="5161"/>
                </a:cubicBezTo>
                <a:cubicBezTo>
                  <a:pt x="3615" y="5161"/>
                  <a:pt x="3462" y="5008"/>
                  <a:pt x="3462" y="4819"/>
                </a:cubicBezTo>
                <a:cubicBezTo>
                  <a:pt x="3463" y="4630"/>
                  <a:pt x="3615" y="4477"/>
                  <a:pt x="3804" y="4477"/>
                </a:cubicBezTo>
                <a:close/>
                <a:moveTo>
                  <a:pt x="2946" y="4483"/>
                </a:moveTo>
                <a:lnTo>
                  <a:pt x="3278" y="4483"/>
                </a:lnTo>
                <a:lnTo>
                  <a:pt x="3278" y="4808"/>
                </a:lnTo>
                <a:lnTo>
                  <a:pt x="2946" y="4808"/>
                </a:lnTo>
                <a:lnTo>
                  <a:pt x="2946" y="4483"/>
                </a:lnTo>
                <a:close/>
                <a:moveTo>
                  <a:pt x="2946" y="4938"/>
                </a:moveTo>
                <a:lnTo>
                  <a:pt x="3278" y="4938"/>
                </a:lnTo>
                <a:lnTo>
                  <a:pt x="3278" y="5262"/>
                </a:lnTo>
                <a:lnTo>
                  <a:pt x="2946" y="5262"/>
                </a:lnTo>
                <a:lnTo>
                  <a:pt x="2946" y="4938"/>
                </a:lnTo>
                <a:close/>
                <a:moveTo>
                  <a:pt x="2946" y="5401"/>
                </a:moveTo>
                <a:lnTo>
                  <a:pt x="3278" y="5401"/>
                </a:lnTo>
                <a:lnTo>
                  <a:pt x="3278" y="5726"/>
                </a:lnTo>
                <a:lnTo>
                  <a:pt x="2946" y="5726"/>
                </a:lnTo>
                <a:lnTo>
                  <a:pt x="2946" y="5401"/>
                </a:lnTo>
                <a:close/>
                <a:moveTo>
                  <a:pt x="2463" y="4483"/>
                </a:moveTo>
                <a:lnTo>
                  <a:pt x="2794" y="4483"/>
                </a:lnTo>
                <a:lnTo>
                  <a:pt x="2794" y="4808"/>
                </a:lnTo>
                <a:lnTo>
                  <a:pt x="2463" y="4808"/>
                </a:lnTo>
                <a:lnTo>
                  <a:pt x="2463" y="4483"/>
                </a:lnTo>
                <a:close/>
                <a:moveTo>
                  <a:pt x="2463" y="4938"/>
                </a:moveTo>
                <a:lnTo>
                  <a:pt x="2794" y="4938"/>
                </a:lnTo>
                <a:lnTo>
                  <a:pt x="2794" y="5262"/>
                </a:lnTo>
                <a:lnTo>
                  <a:pt x="2463" y="5262"/>
                </a:lnTo>
                <a:lnTo>
                  <a:pt x="2463" y="4938"/>
                </a:lnTo>
                <a:close/>
                <a:moveTo>
                  <a:pt x="2463" y="5401"/>
                </a:moveTo>
                <a:lnTo>
                  <a:pt x="2794" y="5401"/>
                </a:lnTo>
                <a:lnTo>
                  <a:pt x="2794" y="5726"/>
                </a:lnTo>
                <a:lnTo>
                  <a:pt x="2463" y="5726"/>
                </a:lnTo>
                <a:lnTo>
                  <a:pt x="2463" y="5401"/>
                </a:lnTo>
                <a:close/>
                <a:moveTo>
                  <a:pt x="1972" y="4483"/>
                </a:moveTo>
                <a:lnTo>
                  <a:pt x="2304" y="4483"/>
                </a:lnTo>
                <a:lnTo>
                  <a:pt x="2304" y="4808"/>
                </a:lnTo>
                <a:lnTo>
                  <a:pt x="1972" y="4808"/>
                </a:lnTo>
                <a:lnTo>
                  <a:pt x="1972" y="4483"/>
                </a:lnTo>
                <a:close/>
                <a:moveTo>
                  <a:pt x="1972" y="4938"/>
                </a:moveTo>
                <a:lnTo>
                  <a:pt x="2304" y="4938"/>
                </a:lnTo>
                <a:lnTo>
                  <a:pt x="2304" y="5262"/>
                </a:lnTo>
                <a:lnTo>
                  <a:pt x="1972" y="5262"/>
                </a:lnTo>
                <a:lnTo>
                  <a:pt x="1972" y="4938"/>
                </a:lnTo>
                <a:close/>
                <a:moveTo>
                  <a:pt x="1972" y="5401"/>
                </a:moveTo>
                <a:lnTo>
                  <a:pt x="2304" y="5401"/>
                </a:lnTo>
                <a:lnTo>
                  <a:pt x="2304" y="5726"/>
                </a:lnTo>
                <a:lnTo>
                  <a:pt x="1972" y="5726"/>
                </a:lnTo>
                <a:lnTo>
                  <a:pt x="1972" y="5401"/>
                </a:lnTo>
                <a:close/>
                <a:moveTo>
                  <a:pt x="1494" y="4483"/>
                </a:moveTo>
                <a:lnTo>
                  <a:pt x="1825" y="4483"/>
                </a:lnTo>
                <a:lnTo>
                  <a:pt x="1825" y="4808"/>
                </a:lnTo>
                <a:lnTo>
                  <a:pt x="1494" y="4808"/>
                </a:lnTo>
                <a:lnTo>
                  <a:pt x="1494" y="4483"/>
                </a:lnTo>
                <a:close/>
                <a:moveTo>
                  <a:pt x="1494" y="4938"/>
                </a:moveTo>
                <a:lnTo>
                  <a:pt x="1825" y="4938"/>
                </a:lnTo>
                <a:lnTo>
                  <a:pt x="1825" y="5262"/>
                </a:lnTo>
                <a:lnTo>
                  <a:pt x="1494" y="5262"/>
                </a:lnTo>
                <a:lnTo>
                  <a:pt x="1494" y="4938"/>
                </a:lnTo>
                <a:close/>
                <a:moveTo>
                  <a:pt x="1494" y="5401"/>
                </a:moveTo>
                <a:lnTo>
                  <a:pt x="1825" y="5401"/>
                </a:lnTo>
                <a:lnTo>
                  <a:pt x="1825" y="5726"/>
                </a:lnTo>
                <a:lnTo>
                  <a:pt x="1494" y="5726"/>
                </a:lnTo>
                <a:lnTo>
                  <a:pt x="1494" y="5401"/>
                </a:lnTo>
                <a:close/>
                <a:moveTo>
                  <a:pt x="1010" y="4483"/>
                </a:moveTo>
                <a:lnTo>
                  <a:pt x="1342" y="4483"/>
                </a:lnTo>
                <a:lnTo>
                  <a:pt x="1342" y="4808"/>
                </a:lnTo>
                <a:lnTo>
                  <a:pt x="1010" y="4808"/>
                </a:lnTo>
                <a:lnTo>
                  <a:pt x="1010" y="4483"/>
                </a:lnTo>
                <a:close/>
                <a:moveTo>
                  <a:pt x="1010" y="4938"/>
                </a:moveTo>
                <a:lnTo>
                  <a:pt x="1342" y="4938"/>
                </a:lnTo>
                <a:lnTo>
                  <a:pt x="1342" y="5262"/>
                </a:lnTo>
                <a:lnTo>
                  <a:pt x="1010" y="5262"/>
                </a:lnTo>
                <a:lnTo>
                  <a:pt x="1010" y="4938"/>
                </a:lnTo>
                <a:close/>
                <a:moveTo>
                  <a:pt x="1010" y="5401"/>
                </a:moveTo>
                <a:lnTo>
                  <a:pt x="1342" y="5401"/>
                </a:lnTo>
                <a:lnTo>
                  <a:pt x="1342" y="5726"/>
                </a:lnTo>
                <a:lnTo>
                  <a:pt x="1010" y="5726"/>
                </a:lnTo>
                <a:lnTo>
                  <a:pt x="1010" y="5401"/>
                </a:lnTo>
                <a:close/>
                <a:moveTo>
                  <a:pt x="520" y="4483"/>
                </a:moveTo>
                <a:lnTo>
                  <a:pt x="852" y="4483"/>
                </a:lnTo>
                <a:lnTo>
                  <a:pt x="852" y="4808"/>
                </a:lnTo>
                <a:lnTo>
                  <a:pt x="520" y="4808"/>
                </a:lnTo>
                <a:lnTo>
                  <a:pt x="520" y="4483"/>
                </a:lnTo>
                <a:close/>
                <a:moveTo>
                  <a:pt x="520" y="4938"/>
                </a:moveTo>
                <a:lnTo>
                  <a:pt x="852" y="4938"/>
                </a:lnTo>
                <a:lnTo>
                  <a:pt x="852" y="5262"/>
                </a:lnTo>
                <a:lnTo>
                  <a:pt x="520" y="5262"/>
                </a:lnTo>
                <a:lnTo>
                  <a:pt x="520" y="4938"/>
                </a:lnTo>
                <a:close/>
                <a:moveTo>
                  <a:pt x="520" y="5401"/>
                </a:moveTo>
                <a:lnTo>
                  <a:pt x="852" y="5401"/>
                </a:lnTo>
                <a:lnTo>
                  <a:pt x="852" y="5726"/>
                </a:lnTo>
                <a:lnTo>
                  <a:pt x="520" y="5726"/>
                </a:lnTo>
                <a:lnTo>
                  <a:pt x="520" y="5401"/>
                </a:lnTo>
                <a:close/>
                <a:moveTo>
                  <a:pt x="3592" y="4817"/>
                </a:moveTo>
                <a:cubicBezTo>
                  <a:pt x="3592" y="4698"/>
                  <a:pt x="3688" y="4603"/>
                  <a:pt x="3806" y="4603"/>
                </a:cubicBezTo>
                <a:cubicBezTo>
                  <a:pt x="3924" y="4603"/>
                  <a:pt x="4020" y="4698"/>
                  <a:pt x="4020" y="4817"/>
                </a:cubicBezTo>
                <a:cubicBezTo>
                  <a:pt x="4020" y="4935"/>
                  <a:pt x="3924" y="5031"/>
                  <a:pt x="3806" y="5031"/>
                </a:cubicBezTo>
                <a:cubicBezTo>
                  <a:pt x="3688" y="5031"/>
                  <a:pt x="3592" y="4935"/>
                  <a:pt x="3592" y="4817"/>
                </a:cubicBezTo>
                <a:close/>
              </a:path>
            </a:pathLst>
          </a:custGeom>
          <a:solidFill>
            <a:srgbClr val="BC3649"/>
          </a:solidFill>
          <a:ln>
            <a:noFill/>
          </a:ln>
        </p:spPr>
      </p:sp>
      <p:sp>
        <p:nvSpPr>
          <p:cNvPr id="151" name="database-interconnected_83480"/>
          <p:cNvSpPr/>
          <p:nvPr/>
        </p:nvSpPr>
        <p:spPr bwMode="auto">
          <a:xfrm>
            <a:off x="12393844" y="3563120"/>
            <a:ext cx="398466" cy="295119"/>
          </a:xfrm>
          <a:custGeom>
            <a:avLst/>
            <a:gdLst>
              <a:gd name="T0" fmla="*/ 472622 w 604011"/>
              <a:gd name="T1" fmla="*/ 472622 w 604011"/>
              <a:gd name="T2" fmla="*/ 472622 w 604011"/>
              <a:gd name="T3" fmla="*/ 472622 w 604011"/>
              <a:gd name="T4" fmla="*/ 472622 w 604011"/>
              <a:gd name="T5" fmla="*/ 472622 w 604011"/>
              <a:gd name="T6" fmla="*/ 472622 w 604011"/>
              <a:gd name="T7" fmla="*/ 472622 w 604011"/>
              <a:gd name="T8" fmla="*/ 472622 w 604011"/>
              <a:gd name="T9" fmla="*/ 472622 w 604011"/>
              <a:gd name="T10" fmla="*/ 472622 w 604011"/>
              <a:gd name="T11" fmla="*/ 472622 w 604011"/>
              <a:gd name="T12" fmla="*/ 472622 w 604011"/>
              <a:gd name="T13" fmla="*/ 472622 w 604011"/>
              <a:gd name="T14" fmla="*/ 472622 w 604011"/>
              <a:gd name="T15" fmla="*/ 472622 w 604011"/>
              <a:gd name="T16" fmla="*/ 472622 w 604011"/>
              <a:gd name="T17" fmla="*/ 472622 w 604011"/>
              <a:gd name="T18" fmla="*/ 472622 w 604011"/>
              <a:gd name="T19" fmla="*/ 472622 w 604011"/>
              <a:gd name="T20" fmla="*/ 472622 w 604011"/>
              <a:gd name="T21" fmla="*/ 472622 w 604011"/>
              <a:gd name="T22" fmla="*/ 472622 w 604011"/>
              <a:gd name="T23" fmla="*/ 472622 w 604011"/>
              <a:gd name="T24" fmla="*/ 472622 w 604011"/>
              <a:gd name="T25" fmla="*/ 472622 w 604011"/>
              <a:gd name="T26" fmla="*/ 472622 w 604011"/>
              <a:gd name="T27" fmla="*/ 472622 w 604011"/>
              <a:gd name="T28" fmla="*/ 472622 w 604011"/>
              <a:gd name="T29" fmla="*/ 472622 w 604011"/>
              <a:gd name="T30" fmla="*/ 472622 w 604011"/>
              <a:gd name="T31" fmla="*/ 472622 w 604011"/>
              <a:gd name="T32" fmla="*/ 472622 w 604011"/>
              <a:gd name="T33" fmla="*/ 472622 w 604011"/>
              <a:gd name="T34" fmla="*/ 472622 w 604011"/>
              <a:gd name="T35" fmla="*/ 472622 w 604011"/>
              <a:gd name="T36" fmla="*/ 472622 w 604011"/>
              <a:gd name="T37" fmla="*/ 472622 w 604011"/>
              <a:gd name="T38" fmla="*/ 472622 w 604011"/>
              <a:gd name="T39" fmla="*/ 472622 w 604011"/>
              <a:gd name="T40" fmla="*/ 472622 w 604011"/>
              <a:gd name="T41" fmla="*/ 472622 w 604011"/>
              <a:gd name="T42" fmla="*/ 472622 w 604011"/>
              <a:gd name="T43" fmla="*/ 472622 w 604011"/>
              <a:gd name="T44" fmla="*/ 472622 w 604011"/>
              <a:gd name="T45" fmla="*/ 472622 w 604011"/>
              <a:gd name="T46" fmla="*/ 472622 w 604011"/>
              <a:gd name="T47" fmla="*/ 472622 w 604011"/>
              <a:gd name="T48" fmla="*/ 472622 w 604011"/>
              <a:gd name="T49" fmla="*/ 472622 w 604011"/>
              <a:gd name="T50" fmla="*/ 472622 w 604011"/>
              <a:gd name="T51" fmla="*/ 472622 w 604011"/>
              <a:gd name="T52" fmla="*/ 472622 w 604011"/>
              <a:gd name="T53" fmla="*/ 472622 w 604011"/>
              <a:gd name="T54" fmla="*/ 472622 w 604011"/>
              <a:gd name="T55" fmla="*/ 472622 w 604011"/>
              <a:gd name="T56" fmla="*/ 472622 w 604011"/>
              <a:gd name="T57" fmla="*/ 472622 w 604011"/>
              <a:gd name="T58" fmla="*/ 472622 w 604011"/>
              <a:gd name="T59" fmla="*/ 472622 w 604011"/>
              <a:gd name="T60" fmla="*/ 472622 w 604011"/>
              <a:gd name="T61" fmla="*/ 472622 w 604011"/>
              <a:gd name="T62" fmla="*/ 472622 w 604011"/>
              <a:gd name="T63" fmla="*/ 472622 w 604011"/>
              <a:gd name="T64" fmla="*/ 472622 w 604011"/>
              <a:gd name="T65" fmla="*/ 472622 w 604011"/>
              <a:gd name="T66" fmla="*/ 472622 w 604011"/>
              <a:gd name="T67" fmla="*/ 472622 w 604011"/>
              <a:gd name="T68" fmla="*/ 472622 w 604011"/>
              <a:gd name="T69" fmla="*/ 472622 w 604011"/>
              <a:gd name="T70" fmla="*/ 472622 w 604011"/>
              <a:gd name="T71" fmla="*/ 472622 w 604011"/>
              <a:gd name="T72" fmla="*/ 472622 w 604011"/>
              <a:gd name="T73" fmla="*/ 472622 w 604011"/>
              <a:gd name="T74" fmla="*/ 472622 w 604011"/>
              <a:gd name="T75" fmla="*/ 472622 w 604011"/>
              <a:gd name="T76" fmla="*/ 472622 w 604011"/>
              <a:gd name="T77" fmla="*/ 472622 w 604011"/>
              <a:gd name="T78" fmla="*/ 472622 w 604011"/>
              <a:gd name="T79" fmla="*/ 472622 w 604011"/>
              <a:gd name="T80" fmla="*/ 472622 w 604011"/>
              <a:gd name="T81" fmla="*/ 472622 w 604011"/>
              <a:gd name="T82" fmla="*/ 472622 w 604011"/>
              <a:gd name="T83" fmla="*/ 472622 w 604011"/>
              <a:gd name="T84" fmla="*/ 472622 w 604011"/>
              <a:gd name="T85" fmla="*/ 472622 w 604011"/>
              <a:gd name="T86" fmla="*/ 472622 w 604011"/>
              <a:gd name="T87" fmla="*/ 472622 w 604011"/>
              <a:gd name="T88" fmla="*/ 472622 w 604011"/>
              <a:gd name="T89" fmla="*/ 472622 w 604011"/>
              <a:gd name="T90" fmla="*/ 472622 w 604011"/>
              <a:gd name="T91" fmla="*/ 472622 w 604011"/>
              <a:gd name="T92" fmla="*/ 472622 w 604011"/>
              <a:gd name="T93" fmla="*/ 472622 w 604011"/>
              <a:gd name="T94" fmla="*/ 472622 w 604011"/>
              <a:gd name="T95" fmla="*/ 472622 w 604011"/>
              <a:gd name="T96" fmla="*/ 472622 w 604011"/>
              <a:gd name="T97" fmla="*/ 472622 w 604011"/>
              <a:gd name="T98" fmla="*/ 472622 w 604011"/>
              <a:gd name="T99" fmla="*/ 472622 w 604011"/>
              <a:gd name="T100" fmla="*/ 472622 w 604011"/>
              <a:gd name="T101" fmla="*/ 472622 w 604011"/>
              <a:gd name="T102" fmla="*/ 472622 w 604011"/>
              <a:gd name="T103" fmla="*/ 472622 w 604011"/>
              <a:gd name="T104" fmla="*/ 472622 w 604011"/>
              <a:gd name="T105" fmla="*/ 472622 w 604011"/>
              <a:gd name="T106" fmla="*/ 472622 w 604011"/>
              <a:gd name="T107" fmla="*/ 472622 w 604011"/>
              <a:gd name="T108" fmla="*/ 472622 w 604011"/>
              <a:gd name="T109" fmla="*/ 472622 w 604011"/>
              <a:gd name="T110" fmla="*/ 472622 w 604011"/>
              <a:gd name="T111" fmla="*/ 472622 w 604011"/>
              <a:gd name="T112" fmla="*/ 472622 w 604011"/>
              <a:gd name="T113" fmla="*/ 472622 w 604011"/>
              <a:gd name="T114" fmla="*/ 472622 w 604011"/>
              <a:gd name="T115" fmla="*/ 472622 w 604011"/>
              <a:gd name="T116" fmla="*/ 472622 w 604011"/>
              <a:gd name="T117" fmla="*/ 472622 w 604011"/>
              <a:gd name="T118" fmla="*/ 472622 w 604011"/>
              <a:gd name="T119" fmla="*/ 472622 w 604011"/>
              <a:gd name="T120" fmla="*/ 472622 w 604011"/>
              <a:gd name="T121" fmla="*/ 472622 w 604011"/>
              <a:gd name="T122" fmla="*/ 472622 w 604011"/>
              <a:gd name="T123" fmla="*/ 472622 w 6040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4460" h="4667">
                <a:moveTo>
                  <a:pt x="4460" y="2167"/>
                </a:moveTo>
                <a:cubicBezTo>
                  <a:pt x="4460" y="2135"/>
                  <a:pt x="4447" y="2107"/>
                  <a:pt x="4424" y="2083"/>
                </a:cubicBezTo>
                <a:cubicBezTo>
                  <a:pt x="4443" y="2064"/>
                  <a:pt x="4455" y="2043"/>
                  <a:pt x="4460" y="2019"/>
                </a:cubicBezTo>
                <a:lnTo>
                  <a:pt x="4460" y="1916"/>
                </a:lnTo>
                <a:cubicBezTo>
                  <a:pt x="4460" y="1788"/>
                  <a:pt x="4242" y="1718"/>
                  <a:pt x="4037" y="1718"/>
                </a:cubicBezTo>
                <a:cubicBezTo>
                  <a:pt x="3832" y="1718"/>
                  <a:pt x="3614" y="1788"/>
                  <a:pt x="3614" y="1916"/>
                </a:cubicBezTo>
                <a:lnTo>
                  <a:pt x="3614" y="2017"/>
                </a:lnTo>
                <a:lnTo>
                  <a:pt x="3614" y="2019"/>
                </a:lnTo>
                <a:cubicBezTo>
                  <a:pt x="3619" y="2043"/>
                  <a:pt x="3631" y="2064"/>
                  <a:pt x="3650" y="2083"/>
                </a:cubicBezTo>
                <a:cubicBezTo>
                  <a:pt x="3627" y="2107"/>
                  <a:pt x="3614" y="2135"/>
                  <a:pt x="3614" y="2167"/>
                </a:cubicBezTo>
                <a:lnTo>
                  <a:pt x="3614" y="2224"/>
                </a:lnTo>
                <a:lnTo>
                  <a:pt x="2889" y="2224"/>
                </a:lnTo>
                <a:lnTo>
                  <a:pt x="2889" y="2074"/>
                </a:lnTo>
                <a:cubicBezTo>
                  <a:pt x="2889" y="2025"/>
                  <a:pt x="2868" y="1982"/>
                  <a:pt x="2832" y="1944"/>
                </a:cubicBezTo>
                <a:cubicBezTo>
                  <a:pt x="2861" y="1915"/>
                  <a:pt x="2881" y="1882"/>
                  <a:pt x="2889" y="1845"/>
                </a:cubicBezTo>
                <a:lnTo>
                  <a:pt x="2889" y="1684"/>
                </a:lnTo>
                <a:cubicBezTo>
                  <a:pt x="2889" y="1601"/>
                  <a:pt x="2830" y="1534"/>
                  <a:pt x="2739" y="1484"/>
                </a:cubicBezTo>
                <a:lnTo>
                  <a:pt x="3096" y="1127"/>
                </a:lnTo>
                <a:cubicBezTo>
                  <a:pt x="3172" y="1195"/>
                  <a:pt x="3327" y="1230"/>
                  <a:pt x="3473" y="1230"/>
                </a:cubicBezTo>
                <a:cubicBezTo>
                  <a:pt x="3666" y="1230"/>
                  <a:pt x="3873" y="1170"/>
                  <a:pt x="3897" y="1054"/>
                </a:cubicBezTo>
                <a:lnTo>
                  <a:pt x="3897" y="950"/>
                </a:lnTo>
                <a:cubicBezTo>
                  <a:pt x="3897" y="919"/>
                  <a:pt x="3883" y="891"/>
                  <a:pt x="3861" y="867"/>
                </a:cubicBezTo>
                <a:cubicBezTo>
                  <a:pt x="3879" y="848"/>
                  <a:pt x="3892" y="827"/>
                  <a:pt x="3897" y="803"/>
                </a:cubicBezTo>
                <a:lnTo>
                  <a:pt x="3897" y="699"/>
                </a:lnTo>
                <a:cubicBezTo>
                  <a:pt x="3897" y="668"/>
                  <a:pt x="3883" y="640"/>
                  <a:pt x="3861" y="616"/>
                </a:cubicBezTo>
                <a:cubicBezTo>
                  <a:pt x="3879" y="597"/>
                  <a:pt x="3892" y="576"/>
                  <a:pt x="3897" y="552"/>
                </a:cubicBezTo>
                <a:lnTo>
                  <a:pt x="3897" y="448"/>
                </a:lnTo>
                <a:cubicBezTo>
                  <a:pt x="3897" y="417"/>
                  <a:pt x="3883" y="389"/>
                  <a:pt x="3861" y="365"/>
                </a:cubicBezTo>
                <a:cubicBezTo>
                  <a:pt x="3879" y="346"/>
                  <a:pt x="3892" y="325"/>
                  <a:pt x="3897" y="301"/>
                </a:cubicBezTo>
                <a:lnTo>
                  <a:pt x="3897" y="197"/>
                </a:lnTo>
                <a:cubicBezTo>
                  <a:pt x="3897" y="69"/>
                  <a:pt x="3679" y="0"/>
                  <a:pt x="3473" y="0"/>
                </a:cubicBezTo>
                <a:cubicBezTo>
                  <a:pt x="3268" y="0"/>
                  <a:pt x="3050" y="69"/>
                  <a:pt x="3050" y="197"/>
                </a:cubicBezTo>
                <a:lnTo>
                  <a:pt x="3050" y="299"/>
                </a:lnTo>
                <a:lnTo>
                  <a:pt x="3050" y="301"/>
                </a:lnTo>
                <a:cubicBezTo>
                  <a:pt x="3055" y="325"/>
                  <a:pt x="3068" y="346"/>
                  <a:pt x="3086" y="365"/>
                </a:cubicBezTo>
                <a:cubicBezTo>
                  <a:pt x="3063" y="389"/>
                  <a:pt x="3050" y="417"/>
                  <a:pt x="3050" y="448"/>
                </a:cubicBezTo>
                <a:lnTo>
                  <a:pt x="3050" y="550"/>
                </a:lnTo>
                <a:lnTo>
                  <a:pt x="3050" y="552"/>
                </a:lnTo>
                <a:cubicBezTo>
                  <a:pt x="3055" y="576"/>
                  <a:pt x="3068" y="597"/>
                  <a:pt x="3086" y="616"/>
                </a:cubicBezTo>
                <a:cubicBezTo>
                  <a:pt x="3063" y="640"/>
                  <a:pt x="3050" y="668"/>
                  <a:pt x="3050" y="699"/>
                </a:cubicBezTo>
                <a:lnTo>
                  <a:pt x="3050" y="801"/>
                </a:lnTo>
                <a:lnTo>
                  <a:pt x="3050" y="803"/>
                </a:lnTo>
                <a:cubicBezTo>
                  <a:pt x="3054" y="818"/>
                  <a:pt x="3060" y="831"/>
                  <a:pt x="3068" y="844"/>
                </a:cubicBezTo>
                <a:lnTo>
                  <a:pt x="2508" y="1404"/>
                </a:lnTo>
                <a:cubicBezTo>
                  <a:pt x="2420" y="1386"/>
                  <a:pt x="2324" y="1377"/>
                  <a:pt x="2230" y="1377"/>
                </a:cubicBezTo>
                <a:cubicBezTo>
                  <a:pt x="2136" y="1377"/>
                  <a:pt x="2041" y="1386"/>
                  <a:pt x="1953" y="1404"/>
                </a:cubicBezTo>
                <a:lnTo>
                  <a:pt x="1393" y="844"/>
                </a:lnTo>
                <a:cubicBezTo>
                  <a:pt x="1401" y="831"/>
                  <a:pt x="1408" y="818"/>
                  <a:pt x="1411" y="803"/>
                </a:cubicBezTo>
                <a:lnTo>
                  <a:pt x="1411" y="699"/>
                </a:lnTo>
                <a:cubicBezTo>
                  <a:pt x="1411" y="668"/>
                  <a:pt x="1397" y="640"/>
                  <a:pt x="1374" y="616"/>
                </a:cubicBezTo>
                <a:cubicBezTo>
                  <a:pt x="1393" y="597"/>
                  <a:pt x="1406" y="576"/>
                  <a:pt x="1411" y="552"/>
                </a:cubicBezTo>
                <a:lnTo>
                  <a:pt x="1411" y="448"/>
                </a:lnTo>
                <a:cubicBezTo>
                  <a:pt x="1411" y="417"/>
                  <a:pt x="1397" y="389"/>
                  <a:pt x="1374" y="365"/>
                </a:cubicBezTo>
                <a:cubicBezTo>
                  <a:pt x="1393" y="346"/>
                  <a:pt x="1406" y="325"/>
                  <a:pt x="1411" y="301"/>
                </a:cubicBezTo>
                <a:lnTo>
                  <a:pt x="1411" y="197"/>
                </a:lnTo>
                <a:cubicBezTo>
                  <a:pt x="1410" y="69"/>
                  <a:pt x="1192" y="0"/>
                  <a:pt x="987" y="0"/>
                </a:cubicBezTo>
                <a:cubicBezTo>
                  <a:pt x="782" y="0"/>
                  <a:pt x="564" y="69"/>
                  <a:pt x="564" y="197"/>
                </a:cubicBezTo>
                <a:lnTo>
                  <a:pt x="564" y="299"/>
                </a:lnTo>
                <a:lnTo>
                  <a:pt x="564" y="301"/>
                </a:lnTo>
                <a:cubicBezTo>
                  <a:pt x="569" y="325"/>
                  <a:pt x="582" y="346"/>
                  <a:pt x="600" y="365"/>
                </a:cubicBezTo>
                <a:cubicBezTo>
                  <a:pt x="577" y="389"/>
                  <a:pt x="564" y="417"/>
                  <a:pt x="564" y="448"/>
                </a:cubicBezTo>
                <a:lnTo>
                  <a:pt x="564" y="550"/>
                </a:lnTo>
                <a:lnTo>
                  <a:pt x="564" y="552"/>
                </a:lnTo>
                <a:cubicBezTo>
                  <a:pt x="569" y="576"/>
                  <a:pt x="582" y="597"/>
                  <a:pt x="600" y="616"/>
                </a:cubicBezTo>
                <a:cubicBezTo>
                  <a:pt x="577" y="640"/>
                  <a:pt x="564" y="668"/>
                  <a:pt x="564" y="699"/>
                </a:cubicBezTo>
                <a:lnTo>
                  <a:pt x="564" y="801"/>
                </a:lnTo>
                <a:lnTo>
                  <a:pt x="564" y="803"/>
                </a:lnTo>
                <a:cubicBezTo>
                  <a:pt x="569" y="827"/>
                  <a:pt x="582" y="848"/>
                  <a:pt x="600" y="867"/>
                </a:cubicBezTo>
                <a:cubicBezTo>
                  <a:pt x="577" y="891"/>
                  <a:pt x="564" y="919"/>
                  <a:pt x="564" y="950"/>
                </a:cubicBezTo>
                <a:lnTo>
                  <a:pt x="564" y="1052"/>
                </a:lnTo>
                <a:lnTo>
                  <a:pt x="564" y="1054"/>
                </a:lnTo>
                <a:cubicBezTo>
                  <a:pt x="588" y="1170"/>
                  <a:pt x="795" y="1230"/>
                  <a:pt x="987" y="1230"/>
                </a:cubicBezTo>
                <a:cubicBezTo>
                  <a:pt x="1134" y="1230"/>
                  <a:pt x="1289" y="1195"/>
                  <a:pt x="1365" y="1127"/>
                </a:cubicBezTo>
                <a:lnTo>
                  <a:pt x="1722" y="1484"/>
                </a:lnTo>
                <a:cubicBezTo>
                  <a:pt x="1631" y="1534"/>
                  <a:pt x="1572" y="1601"/>
                  <a:pt x="1572" y="1684"/>
                </a:cubicBezTo>
                <a:lnTo>
                  <a:pt x="1572" y="1842"/>
                </a:lnTo>
                <a:lnTo>
                  <a:pt x="1573" y="1845"/>
                </a:lnTo>
                <a:cubicBezTo>
                  <a:pt x="1580" y="1882"/>
                  <a:pt x="1600" y="1915"/>
                  <a:pt x="1628" y="1944"/>
                </a:cubicBezTo>
                <a:cubicBezTo>
                  <a:pt x="1593" y="1982"/>
                  <a:pt x="1572" y="2025"/>
                  <a:pt x="1572" y="2074"/>
                </a:cubicBezTo>
                <a:lnTo>
                  <a:pt x="1572" y="2224"/>
                </a:lnTo>
                <a:lnTo>
                  <a:pt x="847" y="2224"/>
                </a:lnTo>
                <a:lnTo>
                  <a:pt x="847" y="2167"/>
                </a:lnTo>
                <a:cubicBezTo>
                  <a:pt x="847" y="2135"/>
                  <a:pt x="834" y="2107"/>
                  <a:pt x="811" y="2083"/>
                </a:cubicBezTo>
                <a:cubicBezTo>
                  <a:pt x="829" y="2064"/>
                  <a:pt x="842" y="2043"/>
                  <a:pt x="847" y="2019"/>
                </a:cubicBezTo>
                <a:lnTo>
                  <a:pt x="847" y="1916"/>
                </a:lnTo>
                <a:cubicBezTo>
                  <a:pt x="847" y="1787"/>
                  <a:pt x="629" y="1718"/>
                  <a:pt x="424" y="1718"/>
                </a:cubicBezTo>
                <a:cubicBezTo>
                  <a:pt x="219" y="1718"/>
                  <a:pt x="0" y="1787"/>
                  <a:pt x="0" y="1916"/>
                </a:cubicBezTo>
                <a:lnTo>
                  <a:pt x="1" y="2017"/>
                </a:lnTo>
                <a:lnTo>
                  <a:pt x="1" y="2019"/>
                </a:lnTo>
                <a:cubicBezTo>
                  <a:pt x="6" y="2043"/>
                  <a:pt x="18" y="2064"/>
                  <a:pt x="37" y="2083"/>
                </a:cubicBezTo>
                <a:cubicBezTo>
                  <a:pt x="14" y="2107"/>
                  <a:pt x="0" y="2135"/>
                  <a:pt x="0" y="2167"/>
                </a:cubicBezTo>
                <a:lnTo>
                  <a:pt x="1" y="2268"/>
                </a:lnTo>
                <a:lnTo>
                  <a:pt x="1" y="2270"/>
                </a:lnTo>
                <a:cubicBezTo>
                  <a:pt x="6" y="2294"/>
                  <a:pt x="18" y="2315"/>
                  <a:pt x="37" y="2334"/>
                </a:cubicBezTo>
                <a:cubicBezTo>
                  <a:pt x="14" y="2358"/>
                  <a:pt x="0" y="2386"/>
                  <a:pt x="0" y="2418"/>
                </a:cubicBezTo>
                <a:lnTo>
                  <a:pt x="1" y="2519"/>
                </a:lnTo>
                <a:lnTo>
                  <a:pt x="1" y="2522"/>
                </a:lnTo>
                <a:cubicBezTo>
                  <a:pt x="6" y="2545"/>
                  <a:pt x="18" y="2566"/>
                  <a:pt x="37" y="2585"/>
                </a:cubicBezTo>
                <a:cubicBezTo>
                  <a:pt x="14" y="2609"/>
                  <a:pt x="0" y="2637"/>
                  <a:pt x="0" y="2669"/>
                </a:cubicBezTo>
                <a:lnTo>
                  <a:pt x="1" y="2770"/>
                </a:lnTo>
                <a:lnTo>
                  <a:pt x="1" y="2773"/>
                </a:lnTo>
                <a:cubicBezTo>
                  <a:pt x="25" y="2888"/>
                  <a:pt x="232" y="2948"/>
                  <a:pt x="424" y="2948"/>
                </a:cubicBezTo>
                <a:cubicBezTo>
                  <a:pt x="616" y="2948"/>
                  <a:pt x="823" y="2888"/>
                  <a:pt x="847" y="2773"/>
                </a:cubicBezTo>
                <a:lnTo>
                  <a:pt x="847" y="2669"/>
                </a:lnTo>
                <a:cubicBezTo>
                  <a:pt x="847" y="2637"/>
                  <a:pt x="834" y="2610"/>
                  <a:pt x="811" y="2585"/>
                </a:cubicBezTo>
                <a:cubicBezTo>
                  <a:pt x="829" y="2566"/>
                  <a:pt x="842" y="2545"/>
                  <a:pt x="847" y="2522"/>
                </a:cubicBezTo>
                <a:lnTo>
                  <a:pt x="847" y="2443"/>
                </a:lnTo>
                <a:lnTo>
                  <a:pt x="1574" y="2443"/>
                </a:lnTo>
                <a:cubicBezTo>
                  <a:pt x="1573" y="2450"/>
                  <a:pt x="1572" y="2457"/>
                  <a:pt x="1572" y="2465"/>
                </a:cubicBezTo>
                <a:lnTo>
                  <a:pt x="1572" y="2623"/>
                </a:lnTo>
                <a:lnTo>
                  <a:pt x="1573" y="2626"/>
                </a:lnTo>
                <a:cubicBezTo>
                  <a:pt x="1580" y="2663"/>
                  <a:pt x="1600" y="2696"/>
                  <a:pt x="1628" y="2725"/>
                </a:cubicBezTo>
                <a:cubicBezTo>
                  <a:pt x="1593" y="2763"/>
                  <a:pt x="1572" y="2806"/>
                  <a:pt x="1572" y="2855"/>
                </a:cubicBezTo>
                <a:lnTo>
                  <a:pt x="1572" y="3013"/>
                </a:lnTo>
                <a:lnTo>
                  <a:pt x="1573" y="3017"/>
                </a:lnTo>
                <a:cubicBezTo>
                  <a:pt x="1587" y="3085"/>
                  <a:pt x="1642" y="3140"/>
                  <a:pt x="1721" y="3183"/>
                </a:cubicBezTo>
                <a:lnTo>
                  <a:pt x="1364" y="3540"/>
                </a:lnTo>
                <a:cubicBezTo>
                  <a:pt x="1289" y="3473"/>
                  <a:pt x="1135" y="3437"/>
                  <a:pt x="987" y="3437"/>
                </a:cubicBezTo>
                <a:cubicBezTo>
                  <a:pt x="782" y="3437"/>
                  <a:pt x="564" y="3506"/>
                  <a:pt x="564" y="3634"/>
                </a:cubicBezTo>
                <a:lnTo>
                  <a:pt x="564" y="3736"/>
                </a:lnTo>
                <a:lnTo>
                  <a:pt x="564" y="3738"/>
                </a:lnTo>
                <a:cubicBezTo>
                  <a:pt x="569" y="3761"/>
                  <a:pt x="582" y="3783"/>
                  <a:pt x="600" y="3801"/>
                </a:cubicBezTo>
                <a:cubicBezTo>
                  <a:pt x="577" y="3826"/>
                  <a:pt x="564" y="3854"/>
                  <a:pt x="564" y="3885"/>
                </a:cubicBezTo>
                <a:lnTo>
                  <a:pt x="564" y="3987"/>
                </a:lnTo>
                <a:lnTo>
                  <a:pt x="564" y="3989"/>
                </a:lnTo>
                <a:cubicBezTo>
                  <a:pt x="569" y="4012"/>
                  <a:pt x="582" y="4034"/>
                  <a:pt x="600" y="4052"/>
                </a:cubicBezTo>
                <a:cubicBezTo>
                  <a:pt x="577" y="4077"/>
                  <a:pt x="564" y="4105"/>
                  <a:pt x="564" y="4136"/>
                </a:cubicBezTo>
                <a:lnTo>
                  <a:pt x="564" y="4238"/>
                </a:lnTo>
                <a:lnTo>
                  <a:pt x="564" y="4240"/>
                </a:lnTo>
                <a:cubicBezTo>
                  <a:pt x="569" y="4263"/>
                  <a:pt x="582" y="4285"/>
                  <a:pt x="600" y="4304"/>
                </a:cubicBezTo>
                <a:cubicBezTo>
                  <a:pt x="577" y="4328"/>
                  <a:pt x="564" y="4356"/>
                  <a:pt x="564" y="4387"/>
                </a:cubicBezTo>
                <a:lnTo>
                  <a:pt x="564" y="4489"/>
                </a:lnTo>
                <a:lnTo>
                  <a:pt x="564" y="4491"/>
                </a:lnTo>
                <a:cubicBezTo>
                  <a:pt x="588" y="4606"/>
                  <a:pt x="795" y="4667"/>
                  <a:pt x="987" y="4667"/>
                </a:cubicBezTo>
                <a:cubicBezTo>
                  <a:pt x="1179" y="4667"/>
                  <a:pt x="1387" y="4606"/>
                  <a:pt x="1411" y="4491"/>
                </a:cubicBezTo>
                <a:lnTo>
                  <a:pt x="1410" y="4387"/>
                </a:lnTo>
                <a:cubicBezTo>
                  <a:pt x="1410" y="4356"/>
                  <a:pt x="1397" y="4328"/>
                  <a:pt x="1374" y="4304"/>
                </a:cubicBezTo>
                <a:cubicBezTo>
                  <a:pt x="1393" y="4285"/>
                  <a:pt x="1406" y="4264"/>
                  <a:pt x="1411" y="4240"/>
                </a:cubicBezTo>
                <a:lnTo>
                  <a:pt x="1410" y="4136"/>
                </a:lnTo>
                <a:cubicBezTo>
                  <a:pt x="1410" y="4105"/>
                  <a:pt x="1397" y="4077"/>
                  <a:pt x="1374" y="4053"/>
                </a:cubicBezTo>
                <a:cubicBezTo>
                  <a:pt x="1393" y="4034"/>
                  <a:pt x="1406" y="4013"/>
                  <a:pt x="1411" y="3989"/>
                </a:cubicBezTo>
                <a:lnTo>
                  <a:pt x="1410" y="3885"/>
                </a:lnTo>
                <a:cubicBezTo>
                  <a:pt x="1410" y="3863"/>
                  <a:pt x="1404" y="3842"/>
                  <a:pt x="1392" y="3823"/>
                </a:cubicBezTo>
                <a:lnTo>
                  <a:pt x="1952" y="3262"/>
                </a:lnTo>
                <a:cubicBezTo>
                  <a:pt x="2041" y="3281"/>
                  <a:pt x="2137" y="3290"/>
                  <a:pt x="2230" y="3290"/>
                </a:cubicBezTo>
                <a:cubicBezTo>
                  <a:pt x="2324" y="3290"/>
                  <a:pt x="2420" y="3281"/>
                  <a:pt x="2508" y="3262"/>
                </a:cubicBezTo>
                <a:lnTo>
                  <a:pt x="3069" y="3823"/>
                </a:lnTo>
                <a:cubicBezTo>
                  <a:pt x="3057" y="3842"/>
                  <a:pt x="3050" y="3863"/>
                  <a:pt x="3050" y="3885"/>
                </a:cubicBezTo>
                <a:lnTo>
                  <a:pt x="3050" y="3987"/>
                </a:lnTo>
                <a:lnTo>
                  <a:pt x="3050" y="3989"/>
                </a:lnTo>
                <a:cubicBezTo>
                  <a:pt x="3055" y="4012"/>
                  <a:pt x="3068" y="4034"/>
                  <a:pt x="3086" y="4053"/>
                </a:cubicBezTo>
                <a:cubicBezTo>
                  <a:pt x="3063" y="4077"/>
                  <a:pt x="3050" y="4105"/>
                  <a:pt x="3050" y="4136"/>
                </a:cubicBezTo>
                <a:lnTo>
                  <a:pt x="3050" y="4238"/>
                </a:lnTo>
                <a:lnTo>
                  <a:pt x="3050" y="4240"/>
                </a:lnTo>
                <a:cubicBezTo>
                  <a:pt x="3055" y="4263"/>
                  <a:pt x="3068" y="4285"/>
                  <a:pt x="3086" y="4304"/>
                </a:cubicBezTo>
                <a:cubicBezTo>
                  <a:pt x="3063" y="4328"/>
                  <a:pt x="3050" y="4356"/>
                  <a:pt x="3050" y="4387"/>
                </a:cubicBezTo>
                <a:lnTo>
                  <a:pt x="3050" y="4489"/>
                </a:lnTo>
                <a:lnTo>
                  <a:pt x="3050" y="4491"/>
                </a:lnTo>
                <a:cubicBezTo>
                  <a:pt x="3074" y="4606"/>
                  <a:pt x="3281" y="4667"/>
                  <a:pt x="3473" y="4667"/>
                </a:cubicBezTo>
                <a:cubicBezTo>
                  <a:pt x="3666" y="4667"/>
                  <a:pt x="3873" y="4606"/>
                  <a:pt x="3897" y="4491"/>
                </a:cubicBezTo>
                <a:lnTo>
                  <a:pt x="3897" y="4387"/>
                </a:lnTo>
                <a:cubicBezTo>
                  <a:pt x="3897" y="4356"/>
                  <a:pt x="3883" y="4328"/>
                  <a:pt x="3861" y="4304"/>
                </a:cubicBezTo>
                <a:cubicBezTo>
                  <a:pt x="3879" y="4285"/>
                  <a:pt x="3892" y="4264"/>
                  <a:pt x="3897" y="4240"/>
                </a:cubicBezTo>
                <a:lnTo>
                  <a:pt x="3897" y="4136"/>
                </a:lnTo>
                <a:cubicBezTo>
                  <a:pt x="3897" y="4105"/>
                  <a:pt x="3883" y="4077"/>
                  <a:pt x="3861" y="4053"/>
                </a:cubicBezTo>
                <a:cubicBezTo>
                  <a:pt x="3879" y="4034"/>
                  <a:pt x="3892" y="4013"/>
                  <a:pt x="3897" y="3989"/>
                </a:cubicBezTo>
                <a:lnTo>
                  <a:pt x="3897" y="3885"/>
                </a:lnTo>
                <a:cubicBezTo>
                  <a:pt x="3897" y="3854"/>
                  <a:pt x="3883" y="3826"/>
                  <a:pt x="3861" y="3802"/>
                </a:cubicBezTo>
                <a:cubicBezTo>
                  <a:pt x="3879" y="3783"/>
                  <a:pt x="3892" y="3761"/>
                  <a:pt x="3897" y="3738"/>
                </a:cubicBezTo>
                <a:lnTo>
                  <a:pt x="3897" y="3634"/>
                </a:lnTo>
                <a:cubicBezTo>
                  <a:pt x="3897" y="3506"/>
                  <a:pt x="3679" y="3437"/>
                  <a:pt x="3473" y="3437"/>
                </a:cubicBezTo>
                <a:cubicBezTo>
                  <a:pt x="3326" y="3437"/>
                  <a:pt x="3171" y="3473"/>
                  <a:pt x="3097" y="3540"/>
                </a:cubicBezTo>
                <a:lnTo>
                  <a:pt x="2740" y="3184"/>
                </a:lnTo>
                <a:cubicBezTo>
                  <a:pt x="2819" y="3141"/>
                  <a:pt x="2875" y="3085"/>
                  <a:pt x="2889" y="3017"/>
                </a:cubicBezTo>
                <a:lnTo>
                  <a:pt x="2889" y="2855"/>
                </a:lnTo>
                <a:cubicBezTo>
                  <a:pt x="2889" y="2806"/>
                  <a:pt x="2868" y="2763"/>
                  <a:pt x="2832" y="2725"/>
                </a:cubicBezTo>
                <a:cubicBezTo>
                  <a:pt x="2861" y="2696"/>
                  <a:pt x="2881" y="2663"/>
                  <a:pt x="2889" y="2626"/>
                </a:cubicBezTo>
                <a:lnTo>
                  <a:pt x="2889" y="2465"/>
                </a:lnTo>
                <a:cubicBezTo>
                  <a:pt x="2889" y="2457"/>
                  <a:pt x="2888" y="2450"/>
                  <a:pt x="2887" y="2443"/>
                </a:cubicBezTo>
                <a:lnTo>
                  <a:pt x="3614" y="2443"/>
                </a:lnTo>
                <a:lnTo>
                  <a:pt x="3614" y="2519"/>
                </a:lnTo>
                <a:lnTo>
                  <a:pt x="3614" y="2522"/>
                </a:lnTo>
                <a:cubicBezTo>
                  <a:pt x="3619" y="2545"/>
                  <a:pt x="3631" y="2566"/>
                  <a:pt x="3650" y="2585"/>
                </a:cubicBezTo>
                <a:cubicBezTo>
                  <a:pt x="3627" y="2609"/>
                  <a:pt x="3614" y="2637"/>
                  <a:pt x="3614" y="2669"/>
                </a:cubicBezTo>
                <a:lnTo>
                  <a:pt x="3614" y="2771"/>
                </a:lnTo>
                <a:lnTo>
                  <a:pt x="3614" y="2773"/>
                </a:lnTo>
                <a:cubicBezTo>
                  <a:pt x="3638" y="2888"/>
                  <a:pt x="3845" y="2948"/>
                  <a:pt x="4037" y="2948"/>
                </a:cubicBezTo>
                <a:cubicBezTo>
                  <a:pt x="4229" y="2948"/>
                  <a:pt x="4436" y="2888"/>
                  <a:pt x="4460" y="2773"/>
                </a:cubicBezTo>
                <a:lnTo>
                  <a:pt x="4460" y="2669"/>
                </a:lnTo>
                <a:cubicBezTo>
                  <a:pt x="4460" y="2637"/>
                  <a:pt x="4447" y="2610"/>
                  <a:pt x="4424" y="2585"/>
                </a:cubicBezTo>
                <a:cubicBezTo>
                  <a:pt x="4443" y="2566"/>
                  <a:pt x="4455" y="2545"/>
                  <a:pt x="4460" y="2522"/>
                </a:cubicBezTo>
                <a:lnTo>
                  <a:pt x="4460" y="2418"/>
                </a:lnTo>
                <a:cubicBezTo>
                  <a:pt x="4460" y="2386"/>
                  <a:pt x="4447" y="2359"/>
                  <a:pt x="4424" y="2334"/>
                </a:cubicBezTo>
                <a:cubicBezTo>
                  <a:pt x="4443" y="2315"/>
                  <a:pt x="4455" y="2294"/>
                  <a:pt x="4460" y="2271"/>
                </a:cubicBezTo>
                <a:lnTo>
                  <a:pt x="4460" y="2167"/>
                </a:lnTo>
                <a:close/>
                <a:moveTo>
                  <a:pt x="3473" y="93"/>
                </a:moveTo>
                <a:cubicBezTo>
                  <a:pt x="3678" y="93"/>
                  <a:pt x="3803" y="161"/>
                  <a:pt x="3803" y="197"/>
                </a:cubicBezTo>
                <a:cubicBezTo>
                  <a:pt x="3803" y="234"/>
                  <a:pt x="3678" y="301"/>
                  <a:pt x="3473" y="301"/>
                </a:cubicBezTo>
                <a:cubicBezTo>
                  <a:pt x="3269" y="301"/>
                  <a:pt x="3143" y="234"/>
                  <a:pt x="3143" y="197"/>
                </a:cubicBezTo>
                <a:cubicBezTo>
                  <a:pt x="3143" y="161"/>
                  <a:pt x="3269" y="93"/>
                  <a:pt x="3473" y="93"/>
                </a:cubicBezTo>
                <a:close/>
                <a:moveTo>
                  <a:pt x="3165" y="418"/>
                </a:moveTo>
                <a:cubicBezTo>
                  <a:pt x="3247" y="457"/>
                  <a:pt x="3363" y="477"/>
                  <a:pt x="3473" y="477"/>
                </a:cubicBezTo>
                <a:cubicBezTo>
                  <a:pt x="3584" y="477"/>
                  <a:pt x="3699" y="457"/>
                  <a:pt x="3782" y="418"/>
                </a:cubicBezTo>
                <a:cubicBezTo>
                  <a:pt x="3796" y="429"/>
                  <a:pt x="3803" y="439"/>
                  <a:pt x="3803" y="448"/>
                </a:cubicBezTo>
                <a:cubicBezTo>
                  <a:pt x="3803" y="485"/>
                  <a:pt x="3678" y="552"/>
                  <a:pt x="3473" y="552"/>
                </a:cubicBezTo>
                <a:cubicBezTo>
                  <a:pt x="3269" y="552"/>
                  <a:pt x="3143" y="485"/>
                  <a:pt x="3143" y="448"/>
                </a:cubicBezTo>
                <a:cubicBezTo>
                  <a:pt x="3143" y="439"/>
                  <a:pt x="3151" y="429"/>
                  <a:pt x="3165" y="418"/>
                </a:cubicBezTo>
                <a:close/>
                <a:moveTo>
                  <a:pt x="3165" y="669"/>
                </a:moveTo>
                <a:cubicBezTo>
                  <a:pt x="3247" y="708"/>
                  <a:pt x="3363" y="728"/>
                  <a:pt x="3473" y="728"/>
                </a:cubicBezTo>
                <a:cubicBezTo>
                  <a:pt x="3584" y="728"/>
                  <a:pt x="3699" y="708"/>
                  <a:pt x="3782" y="669"/>
                </a:cubicBezTo>
                <a:cubicBezTo>
                  <a:pt x="3796" y="680"/>
                  <a:pt x="3803" y="691"/>
                  <a:pt x="3803" y="699"/>
                </a:cubicBezTo>
                <a:cubicBezTo>
                  <a:pt x="3803" y="736"/>
                  <a:pt x="3678" y="803"/>
                  <a:pt x="3473" y="803"/>
                </a:cubicBezTo>
                <a:cubicBezTo>
                  <a:pt x="3269" y="803"/>
                  <a:pt x="3143" y="736"/>
                  <a:pt x="3143" y="699"/>
                </a:cubicBezTo>
                <a:cubicBezTo>
                  <a:pt x="3143" y="691"/>
                  <a:pt x="3151" y="680"/>
                  <a:pt x="3165" y="669"/>
                </a:cubicBezTo>
                <a:close/>
                <a:moveTo>
                  <a:pt x="3165" y="920"/>
                </a:moveTo>
                <a:cubicBezTo>
                  <a:pt x="3247" y="959"/>
                  <a:pt x="3363" y="979"/>
                  <a:pt x="3473" y="979"/>
                </a:cubicBezTo>
                <a:cubicBezTo>
                  <a:pt x="3584" y="979"/>
                  <a:pt x="3699" y="959"/>
                  <a:pt x="3782" y="920"/>
                </a:cubicBezTo>
                <a:cubicBezTo>
                  <a:pt x="3796" y="931"/>
                  <a:pt x="3803" y="942"/>
                  <a:pt x="3803" y="950"/>
                </a:cubicBezTo>
                <a:cubicBezTo>
                  <a:pt x="3803" y="987"/>
                  <a:pt x="3678" y="1055"/>
                  <a:pt x="3473" y="1055"/>
                </a:cubicBezTo>
                <a:cubicBezTo>
                  <a:pt x="3269" y="1055"/>
                  <a:pt x="3143" y="987"/>
                  <a:pt x="3143" y="950"/>
                </a:cubicBezTo>
                <a:cubicBezTo>
                  <a:pt x="3143" y="942"/>
                  <a:pt x="3151" y="931"/>
                  <a:pt x="3165" y="920"/>
                </a:cubicBezTo>
                <a:close/>
                <a:moveTo>
                  <a:pt x="987" y="1055"/>
                </a:moveTo>
                <a:cubicBezTo>
                  <a:pt x="783" y="1055"/>
                  <a:pt x="657" y="987"/>
                  <a:pt x="657" y="950"/>
                </a:cubicBezTo>
                <a:cubicBezTo>
                  <a:pt x="657" y="942"/>
                  <a:pt x="665" y="931"/>
                  <a:pt x="679" y="920"/>
                </a:cubicBezTo>
                <a:cubicBezTo>
                  <a:pt x="761" y="959"/>
                  <a:pt x="877" y="979"/>
                  <a:pt x="987" y="979"/>
                </a:cubicBezTo>
                <a:cubicBezTo>
                  <a:pt x="1098" y="979"/>
                  <a:pt x="1213" y="959"/>
                  <a:pt x="1296" y="920"/>
                </a:cubicBezTo>
                <a:cubicBezTo>
                  <a:pt x="1310" y="931"/>
                  <a:pt x="1317" y="942"/>
                  <a:pt x="1317" y="950"/>
                </a:cubicBezTo>
                <a:cubicBezTo>
                  <a:pt x="1317" y="987"/>
                  <a:pt x="1192" y="1055"/>
                  <a:pt x="987" y="1055"/>
                </a:cubicBezTo>
                <a:close/>
                <a:moveTo>
                  <a:pt x="987" y="803"/>
                </a:moveTo>
                <a:cubicBezTo>
                  <a:pt x="783" y="803"/>
                  <a:pt x="657" y="736"/>
                  <a:pt x="657" y="699"/>
                </a:cubicBezTo>
                <a:cubicBezTo>
                  <a:pt x="657" y="691"/>
                  <a:pt x="665" y="680"/>
                  <a:pt x="679" y="669"/>
                </a:cubicBezTo>
                <a:cubicBezTo>
                  <a:pt x="761" y="708"/>
                  <a:pt x="877" y="728"/>
                  <a:pt x="987" y="728"/>
                </a:cubicBezTo>
                <a:cubicBezTo>
                  <a:pt x="1098" y="728"/>
                  <a:pt x="1213" y="708"/>
                  <a:pt x="1296" y="669"/>
                </a:cubicBezTo>
                <a:cubicBezTo>
                  <a:pt x="1310" y="680"/>
                  <a:pt x="1317" y="691"/>
                  <a:pt x="1317" y="699"/>
                </a:cubicBezTo>
                <a:cubicBezTo>
                  <a:pt x="1317" y="736"/>
                  <a:pt x="1192" y="803"/>
                  <a:pt x="987" y="803"/>
                </a:cubicBezTo>
                <a:close/>
                <a:moveTo>
                  <a:pt x="987" y="552"/>
                </a:moveTo>
                <a:cubicBezTo>
                  <a:pt x="783" y="552"/>
                  <a:pt x="657" y="485"/>
                  <a:pt x="657" y="448"/>
                </a:cubicBezTo>
                <a:cubicBezTo>
                  <a:pt x="657" y="439"/>
                  <a:pt x="665" y="429"/>
                  <a:pt x="679" y="418"/>
                </a:cubicBezTo>
                <a:cubicBezTo>
                  <a:pt x="761" y="457"/>
                  <a:pt x="877" y="477"/>
                  <a:pt x="987" y="477"/>
                </a:cubicBezTo>
                <a:cubicBezTo>
                  <a:pt x="1098" y="477"/>
                  <a:pt x="1213" y="457"/>
                  <a:pt x="1296" y="418"/>
                </a:cubicBezTo>
                <a:cubicBezTo>
                  <a:pt x="1310" y="429"/>
                  <a:pt x="1317" y="439"/>
                  <a:pt x="1317" y="448"/>
                </a:cubicBezTo>
                <a:cubicBezTo>
                  <a:pt x="1317" y="485"/>
                  <a:pt x="1192" y="552"/>
                  <a:pt x="987" y="552"/>
                </a:cubicBezTo>
                <a:close/>
                <a:moveTo>
                  <a:pt x="987" y="301"/>
                </a:moveTo>
                <a:cubicBezTo>
                  <a:pt x="783" y="301"/>
                  <a:pt x="657" y="234"/>
                  <a:pt x="657" y="197"/>
                </a:cubicBezTo>
                <a:cubicBezTo>
                  <a:pt x="657" y="161"/>
                  <a:pt x="783" y="93"/>
                  <a:pt x="987" y="93"/>
                </a:cubicBezTo>
                <a:cubicBezTo>
                  <a:pt x="1192" y="93"/>
                  <a:pt x="1317" y="161"/>
                  <a:pt x="1317" y="197"/>
                </a:cubicBezTo>
                <a:cubicBezTo>
                  <a:pt x="1317" y="234"/>
                  <a:pt x="1192" y="301"/>
                  <a:pt x="987" y="301"/>
                </a:cubicBezTo>
                <a:close/>
                <a:moveTo>
                  <a:pt x="424" y="2773"/>
                </a:moveTo>
                <a:cubicBezTo>
                  <a:pt x="219" y="2773"/>
                  <a:pt x="94" y="2706"/>
                  <a:pt x="94" y="2669"/>
                </a:cubicBezTo>
                <a:cubicBezTo>
                  <a:pt x="94" y="2660"/>
                  <a:pt x="101" y="2649"/>
                  <a:pt x="115" y="2638"/>
                </a:cubicBezTo>
                <a:cubicBezTo>
                  <a:pt x="198" y="2677"/>
                  <a:pt x="313" y="2697"/>
                  <a:pt x="424" y="2697"/>
                </a:cubicBezTo>
                <a:cubicBezTo>
                  <a:pt x="534" y="2697"/>
                  <a:pt x="650" y="2677"/>
                  <a:pt x="732" y="2638"/>
                </a:cubicBezTo>
                <a:cubicBezTo>
                  <a:pt x="746" y="2649"/>
                  <a:pt x="754" y="2660"/>
                  <a:pt x="754" y="2669"/>
                </a:cubicBezTo>
                <a:cubicBezTo>
                  <a:pt x="754" y="2706"/>
                  <a:pt x="628" y="2773"/>
                  <a:pt x="424" y="2773"/>
                </a:cubicBezTo>
                <a:close/>
                <a:moveTo>
                  <a:pt x="424" y="2522"/>
                </a:moveTo>
                <a:cubicBezTo>
                  <a:pt x="219" y="2522"/>
                  <a:pt x="94" y="2454"/>
                  <a:pt x="94" y="2418"/>
                </a:cubicBezTo>
                <a:cubicBezTo>
                  <a:pt x="94" y="2409"/>
                  <a:pt x="101" y="2398"/>
                  <a:pt x="115" y="2387"/>
                </a:cubicBezTo>
                <a:cubicBezTo>
                  <a:pt x="198" y="2426"/>
                  <a:pt x="313" y="2446"/>
                  <a:pt x="424" y="2446"/>
                </a:cubicBezTo>
                <a:cubicBezTo>
                  <a:pt x="534" y="2446"/>
                  <a:pt x="650" y="2426"/>
                  <a:pt x="732" y="2387"/>
                </a:cubicBezTo>
                <a:cubicBezTo>
                  <a:pt x="746" y="2398"/>
                  <a:pt x="754" y="2409"/>
                  <a:pt x="754" y="2418"/>
                </a:cubicBezTo>
                <a:cubicBezTo>
                  <a:pt x="754" y="2454"/>
                  <a:pt x="628" y="2522"/>
                  <a:pt x="424" y="2522"/>
                </a:cubicBezTo>
                <a:close/>
                <a:moveTo>
                  <a:pt x="424" y="2271"/>
                </a:moveTo>
                <a:cubicBezTo>
                  <a:pt x="219" y="2271"/>
                  <a:pt x="94" y="2203"/>
                  <a:pt x="94" y="2167"/>
                </a:cubicBezTo>
                <a:cubicBezTo>
                  <a:pt x="94" y="2158"/>
                  <a:pt x="101" y="2147"/>
                  <a:pt x="115" y="2136"/>
                </a:cubicBezTo>
                <a:cubicBezTo>
                  <a:pt x="198" y="2175"/>
                  <a:pt x="313" y="2195"/>
                  <a:pt x="424" y="2195"/>
                </a:cubicBezTo>
                <a:cubicBezTo>
                  <a:pt x="534" y="2195"/>
                  <a:pt x="650" y="2175"/>
                  <a:pt x="732" y="2136"/>
                </a:cubicBezTo>
                <a:cubicBezTo>
                  <a:pt x="746" y="2147"/>
                  <a:pt x="754" y="2158"/>
                  <a:pt x="754" y="2167"/>
                </a:cubicBezTo>
                <a:cubicBezTo>
                  <a:pt x="754" y="2203"/>
                  <a:pt x="628" y="2271"/>
                  <a:pt x="424" y="2271"/>
                </a:cubicBezTo>
                <a:close/>
                <a:moveTo>
                  <a:pt x="424" y="2020"/>
                </a:moveTo>
                <a:cubicBezTo>
                  <a:pt x="219" y="2020"/>
                  <a:pt x="94" y="1952"/>
                  <a:pt x="94" y="1916"/>
                </a:cubicBezTo>
                <a:cubicBezTo>
                  <a:pt x="94" y="1879"/>
                  <a:pt x="219" y="1812"/>
                  <a:pt x="424" y="1812"/>
                </a:cubicBezTo>
                <a:cubicBezTo>
                  <a:pt x="628" y="1812"/>
                  <a:pt x="754" y="1879"/>
                  <a:pt x="754" y="1916"/>
                </a:cubicBezTo>
                <a:cubicBezTo>
                  <a:pt x="754" y="1952"/>
                  <a:pt x="628" y="2020"/>
                  <a:pt x="424" y="2020"/>
                </a:cubicBezTo>
                <a:close/>
                <a:moveTo>
                  <a:pt x="987" y="4491"/>
                </a:moveTo>
                <a:cubicBezTo>
                  <a:pt x="783" y="4491"/>
                  <a:pt x="657" y="4424"/>
                  <a:pt x="657" y="4387"/>
                </a:cubicBezTo>
                <a:cubicBezTo>
                  <a:pt x="657" y="4378"/>
                  <a:pt x="665" y="4368"/>
                  <a:pt x="679" y="4357"/>
                </a:cubicBezTo>
                <a:cubicBezTo>
                  <a:pt x="761" y="4396"/>
                  <a:pt x="877" y="4416"/>
                  <a:pt x="987" y="4416"/>
                </a:cubicBezTo>
                <a:cubicBezTo>
                  <a:pt x="1098" y="4416"/>
                  <a:pt x="1213" y="4396"/>
                  <a:pt x="1296" y="4357"/>
                </a:cubicBezTo>
                <a:cubicBezTo>
                  <a:pt x="1310" y="4368"/>
                  <a:pt x="1317" y="4378"/>
                  <a:pt x="1317" y="4387"/>
                </a:cubicBezTo>
                <a:cubicBezTo>
                  <a:pt x="1317" y="4424"/>
                  <a:pt x="1192" y="4491"/>
                  <a:pt x="987" y="4491"/>
                </a:cubicBezTo>
                <a:close/>
                <a:moveTo>
                  <a:pt x="987" y="4240"/>
                </a:moveTo>
                <a:cubicBezTo>
                  <a:pt x="783" y="4240"/>
                  <a:pt x="657" y="4173"/>
                  <a:pt x="657" y="4136"/>
                </a:cubicBezTo>
                <a:cubicBezTo>
                  <a:pt x="657" y="4127"/>
                  <a:pt x="665" y="4117"/>
                  <a:pt x="679" y="4106"/>
                </a:cubicBezTo>
                <a:cubicBezTo>
                  <a:pt x="761" y="4145"/>
                  <a:pt x="877" y="4165"/>
                  <a:pt x="987" y="4165"/>
                </a:cubicBezTo>
                <a:cubicBezTo>
                  <a:pt x="1098" y="4165"/>
                  <a:pt x="1213" y="4145"/>
                  <a:pt x="1296" y="4106"/>
                </a:cubicBezTo>
                <a:cubicBezTo>
                  <a:pt x="1310" y="4117"/>
                  <a:pt x="1317" y="4127"/>
                  <a:pt x="1317" y="4136"/>
                </a:cubicBezTo>
                <a:cubicBezTo>
                  <a:pt x="1317" y="4173"/>
                  <a:pt x="1192" y="4240"/>
                  <a:pt x="987" y="4240"/>
                </a:cubicBezTo>
                <a:close/>
                <a:moveTo>
                  <a:pt x="987" y="3989"/>
                </a:moveTo>
                <a:cubicBezTo>
                  <a:pt x="783" y="3989"/>
                  <a:pt x="657" y="3922"/>
                  <a:pt x="657" y="3885"/>
                </a:cubicBezTo>
                <a:cubicBezTo>
                  <a:pt x="657" y="3876"/>
                  <a:pt x="665" y="3866"/>
                  <a:pt x="679" y="3855"/>
                </a:cubicBezTo>
                <a:cubicBezTo>
                  <a:pt x="761" y="3893"/>
                  <a:pt x="877" y="3913"/>
                  <a:pt x="987" y="3913"/>
                </a:cubicBezTo>
                <a:cubicBezTo>
                  <a:pt x="1098" y="3913"/>
                  <a:pt x="1213" y="3893"/>
                  <a:pt x="1296" y="3855"/>
                </a:cubicBezTo>
                <a:cubicBezTo>
                  <a:pt x="1310" y="3866"/>
                  <a:pt x="1317" y="3876"/>
                  <a:pt x="1317" y="3885"/>
                </a:cubicBezTo>
                <a:cubicBezTo>
                  <a:pt x="1317" y="3922"/>
                  <a:pt x="1192" y="3989"/>
                  <a:pt x="987" y="3989"/>
                </a:cubicBezTo>
                <a:close/>
                <a:moveTo>
                  <a:pt x="987" y="3738"/>
                </a:moveTo>
                <a:cubicBezTo>
                  <a:pt x="783" y="3738"/>
                  <a:pt x="657" y="3671"/>
                  <a:pt x="657" y="3634"/>
                </a:cubicBezTo>
                <a:cubicBezTo>
                  <a:pt x="657" y="3597"/>
                  <a:pt x="783" y="3530"/>
                  <a:pt x="987" y="3530"/>
                </a:cubicBezTo>
                <a:cubicBezTo>
                  <a:pt x="1192" y="3530"/>
                  <a:pt x="1317" y="3597"/>
                  <a:pt x="1317" y="3634"/>
                </a:cubicBezTo>
                <a:cubicBezTo>
                  <a:pt x="1317" y="3671"/>
                  <a:pt x="1192" y="3738"/>
                  <a:pt x="987" y="3738"/>
                </a:cubicBezTo>
                <a:close/>
                <a:moveTo>
                  <a:pt x="3473" y="3530"/>
                </a:moveTo>
                <a:cubicBezTo>
                  <a:pt x="3678" y="3530"/>
                  <a:pt x="3803" y="3597"/>
                  <a:pt x="3803" y="3634"/>
                </a:cubicBezTo>
                <a:cubicBezTo>
                  <a:pt x="3803" y="3671"/>
                  <a:pt x="3678" y="3738"/>
                  <a:pt x="3473" y="3738"/>
                </a:cubicBezTo>
                <a:cubicBezTo>
                  <a:pt x="3269" y="3738"/>
                  <a:pt x="3143" y="3671"/>
                  <a:pt x="3143" y="3634"/>
                </a:cubicBezTo>
                <a:cubicBezTo>
                  <a:pt x="3143" y="3597"/>
                  <a:pt x="3269" y="3530"/>
                  <a:pt x="3473" y="3530"/>
                </a:cubicBezTo>
                <a:close/>
                <a:moveTo>
                  <a:pt x="3165" y="3855"/>
                </a:moveTo>
                <a:cubicBezTo>
                  <a:pt x="3247" y="3893"/>
                  <a:pt x="3363" y="3913"/>
                  <a:pt x="3473" y="3913"/>
                </a:cubicBezTo>
                <a:cubicBezTo>
                  <a:pt x="3584" y="3913"/>
                  <a:pt x="3699" y="3893"/>
                  <a:pt x="3782" y="3855"/>
                </a:cubicBezTo>
                <a:cubicBezTo>
                  <a:pt x="3796" y="3866"/>
                  <a:pt x="3803" y="3876"/>
                  <a:pt x="3803" y="3885"/>
                </a:cubicBezTo>
                <a:cubicBezTo>
                  <a:pt x="3803" y="3922"/>
                  <a:pt x="3678" y="3989"/>
                  <a:pt x="3473" y="3989"/>
                </a:cubicBezTo>
                <a:cubicBezTo>
                  <a:pt x="3269" y="3989"/>
                  <a:pt x="3143" y="3922"/>
                  <a:pt x="3143" y="3885"/>
                </a:cubicBezTo>
                <a:cubicBezTo>
                  <a:pt x="3143" y="3876"/>
                  <a:pt x="3151" y="3866"/>
                  <a:pt x="3165" y="3855"/>
                </a:cubicBezTo>
                <a:close/>
                <a:moveTo>
                  <a:pt x="3165" y="4106"/>
                </a:moveTo>
                <a:cubicBezTo>
                  <a:pt x="3247" y="4145"/>
                  <a:pt x="3363" y="4165"/>
                  <a:pt x="3473" y="4165"/>
                </a:cubicBezTo>
                <a:cubicBezTo>
                  <a:pt x="3584" y="4165"/>
                  <a:pt x="3699" y="4145"/>
                  <a:pt x="3782" y="4106"/>
                </a:cubicBezTo>
                <a:cubicBezTo>
                  <a:pt x="3796" y="4117"/>
                  <a:pt x="3803" y="4127"/>
                  <a:pt x="3803" y="4136"/>
                </a:cubicBezTo>
                <a:cubicBezTo>
                  <a:pt x="3803" y="4173"/>
                  <a:pt x="3678" y="4240"/>
                  <a:pt x="3473" y="4240"/>
                </a:cubicBezTo>
                <a:cubicBezTo>
                  <a:pt x="3269" y="4240"/>
                  <a:pt x="3143" y="4173"/>
                  <a:pt x="3143" y="4136"/>
                </a:cubicBezTo>
                <a:cubicBezTo>
                  <a:pt x="3143" y="4127"/>
                  <a:pt x="3151" y="4117"/>
                  <a:pt x="3165" y="4106"/>
                </a:cubicBezTo>
                <a:close/>
                <a:moveTo>
                  <a:pt x="3165" y="4357"/>
                </a:moveTo>
                <a:cubicBezTo>
                  <a:pt x="3247" y="4396"/>
                  <a:pt x="3363" y="4416"/>
                  <a:pt x="3473" y="4416"/>
                </a:cubicBezTo>
                <a:cubicBezTo>
                  <a:pt x="3584" y="4416"/>
                  <a:pt x="3699" y="4396"/>
                  <a:pt x="3782" y="4357"/>
                </a:cubicBezTo>
                <a:cubicBezTo>
                  <a:pt x="3796" y="4368"/>
                  <a:pt x="3803" y="4378"/>
                  <a:pt x="3803" y="4387"/>
                </a:cubicBezTo>
                <a:cubicBezTo>
                  <a:pt x="3803" y="4424"/>
                  <a:pt x="3678" y="4491"/>
                  <a:pt x="3473" y="4491"/>
                </a:cubicBezTo>
                <a:cubicBezTo>
                  <a:pt x="3269" y="4491"/>
                  <a:pt x="3143" y="4424"/>
                  <a:pt x="3143" y="4387"/>
                </a:cubicBezTo>
                <a:cubicBezTo>
                  <a:pt x="3143" y="4378"/>
                  <a:pt x="3151" y="4368"/>
                  <a:pt x="3165" y="4357"/>
                </a:cubicBezTo>
                <a:close/>
                <a:moveTo>
                  <a:pt x="2230" y="3017"/>
                </a:moveTo>
                <a:cubicBezTo>
                  <a:pt x="1912" y="3017"/>
                  <a:pt x="1717" y="2912"/>
                  <a:pt x="1717" y="2855"/>
                </a:cubicBezTo>
                <a:cubicBezTo>
                  <a:pt x="1717" y="2841"/>
                  <a:pt x="1729" y="2825"/>
                  <a:pt x="1750" y="2808"/>
                </a:cubicBezTo>
                <a:cubicBezTo>
                  <a:pt x="1879" y="2868"/>
                  <a:pt x="2058" y="2899"/>
                  <a:pt x="2230" y="2899"/>
                </a:cubicBezTo>
                <a:cubicBezTo>
                  <a:pt x="2402" y="2899"/>
                  <a:pt x="2582" y="2868"/>
                  <a:pt x="2710" y="2808"/>
                </a:cubicBezTo>
                <a:cubicBezTo>
                  <a:pt x="2732" y="2825"/>
                  <a:pt x="2744" y="2841"/>
                  <a:pt x="2744" y="2855"/>
                </a:cubicBezTo>
                <a:cubicBezTo>
                  <a:pt x="2744" y="2912"/>
                  <a:pt x="2549" y="3017"/>
                  <a:pt x="2230" y="3017"/>
                </a:cubicBezTo>
                <a:close/>
                <a:moveTo>
                  <a:pt x="2230" y="2626"/>
                </a:moveTo>
                <a:cubicBezTo>
                  <a:pt x="1912" y="2626"/>
                  <a:pt x="1717" y="2522"/>
                  <a:pt x="1717" y="2465"/>
                </a:cubicBezTo>
                <a:cubicBezTo>
                  <a:pt x="1717" y="2451"/>
                  <a:pt x="1729" y="2434"/>
                  <a:pt x="1750" y="2417"/>
                </a:cubicBezTo>
                <a:cubicBezTo>
                  <a:pt x="1879" y="2478"/>
                  <a:pt x="2058" y="2509"/>
                  <a:pt x="2230" y="2509"/>
                </a:cubicBezTo>
                <a:cubicBezTo>
                  <a:pt x="2402" y="2509"/>
                  <a:pt x="2582" y="2478"/>
                  <a:pt x="2710" y="2417"/>
                </a:cubicBezTo>
                <a:cubicBezTo>
                  <a:pt x="2732" y="2434"/>
                  <a:pt x="2744" y="2451"/>
                  <a:pt x="2744" y="2465"/>
                </a:cubicBezTo>
                <a:cubicBezTo>
                  <a:pt x="2744" y="2522"/>
                  <a:pt x="2549" y="2626"/>
                  <a:pt x="2230" y="2626"/>
                </a:cubicBezTo>
                <a:close/>
                <a:moveTo>
                  <a:pt x="2230" y="2236"/>
                </a:moveTo>
                <a:cubicBezTo>
                  <a:pt x="1912" y="2236"/>
                  <a:pt x="1717" y="2131"/>
                  <a:pt x="1717" y="2074"/>
                </a:cubicBezTo>
                <a:cubicBezTo>
                  <a:pt x="1717" y="2060"/>
                  <a:pt x="1729" y="2044"/>
                  <a:pt x="1750" y="2027"/>
                </a:cubicBezTo>
                <a:cubicBezTo>
                  <a:pt x="1879" y="2087"/>
                  <a:pt x="2058" y="2118"/>
                  <a:pt x="2230" y="2118"/>
                </a:cubicBezTo>
                <a:cubicBezTo>
                  <a:pt x="2402" y="2118"/>
                  <a:pt x="2582" y="2087"/>
                  <a:pt x="2710" y="2027"/>
                </a:cubicBezTo>
                <a:cubicBezTo>
                  <a:pt x="2732" y="2044"/>
                  <a:pt x="2744" y="2060"/>
                  <a:pt x="2744" y="2074"/>
                </a:cubicBezTo>
                <a:cubicBezTo>
                  <a:pt x="2744" y="2131"/>
                  <a:pt x="2549" y="2236"/>
                  <a:pt x="2230" y="2236"/>
                </a:cubicBezTo>
                <a:close/>
                <a:moveTo>
                  <a:pt x="2230" y="1845"/>
                </a:moveTo>
                <a:cubicBezTo>
                  <a:pt x="1912" y="1845"/>
                  <a:pt x="1717" y="1741"/>
                  <a:pt x="1717" y="1684"/>
                </a:cubicBezTo>
                <a:cubicBezTo>
                  <a:pt x="1717" y="1627"/>
                  <a:pt x="1912" y="1522"/>
                  <a:pt x="2230" y="1522"/>
                </a:cubicBezTo>
                <a:cubicBezTo>
                  <a:pt x="2549" y="1522"/>
                  <a:pt x="2744" y="1627"/>
                  <a:pt x="2744" y="1684"/>
                </a:cubicBezTo>
                <a:cubicBezTo>
                  <a:pt x="2744" y="1741"/>
                  <a:pt x="2549" y="1845"/>
                  <a:pt x="2230" y="1845"/>
                </a:cubicBezTo>
                <a:close/>
                <a:moveTo>
                  <a:pt x="4037" y="2773"/>
                </a:moveTo>
                <a:cubicBezTo>
                  <a:pt x="3832" y="2773"/>
                  <a:pt x="3707" y="2706"/>
                  <a:pt x="3707" y="2669"/>
                </a:cubicBezTo>
                <a:cubicBezTo>
                  <a:pt x="3707" y="2660"/>
                  <a:pt x="3714" y="2649"/>
                  <a:pt x="3728" y="2638"/>
                </a:cubicBezTo>
                <a:cubicBezTo>
                  <a:pt x="3811" y="2677"/>
                  <a:pt x="3926" y="2697"/>
                  <a:pt x="4037" y="2697"/>
                </a:cubicBezTo>
                <a:cubicBezTo>
                  <a:pt x="4147" y="2697"/>
                  <a:pt x="4263" y="2677"/>
                  <a:pt x="4346" y="2638"/>
                </a:cubicBezTo>
                <a:cubicBezTo>
                  <a:pt x="4360" y="2649"/>
                  <a:pt x="4367" y="2660"/>
                  <a:pt x="4367" y="2669"/>
                </a:cubicBezTo>
                <a:cubicBezTo>
                  <a:pt x="4367" y="2706"/>
                  <a:pt x="4242" y="2773"/>
                  <a:pt x="4037" y="2773"/>
                </a:cubicBezTo>
                <a:close/>
                <a:moveTo>
                  <a:pt x="4037" y="2522"/>
                </a:moveTo>
                <a:cubicBezTo>
                  <a:pt x="3832" y="2522"/>
                  <a:pt x="3707" y="2454"/>
                  <a:pt x="3707" y="2418"/>
                </a:cubicBezTo>
                <a:cubicBezTo>
                  <a:pt x="3707" y="2409"/>
                  <a:pt x="3714" y="2398"/>
                  <a:pt x="3728" y="2387"/>
                </a:cubicBezTo>
                <a:cubicBezTo>
                  <a:pt x="3811" y="2426"/>
                  <a:pt x="3926" y="2446"/>
                  <a:pt x="4037" y="2446"/>
                </a:cubicBezTo>
                <a:cubicBezTo>
                  <a:pt x="4147" y="2446"/>
                  <a:pt x="4263" y="2426"/>
                  <a:pt x="4346" y="2387"/>
                </a:cubicBezTo>
                <a:cubicBezTo>
                  <a:pt x="4360" y="2398"/>
                  <a:pt x="4367" y="2409"/>
                  <a:pt x="4367" y="2418"/>
                </a:cubicBezTo>
                <a:cubicBezTo>
                  <a:pt x="4367" y="2454"/>
                  <a:pt x="4242" y="2522"/>
                  <a:pt x="4037" y="2522"/>
                </a:cubicBezTo>
                <a:close/>
                <a:moveTo>
                  <a:pt x="4037" y="2271"/>
                </a:moveTo>
                <a:cubicBezTo>
                  <a:pt x="3832" y="2271"/>
                  <a:pt x="3707" y="2203"/>
                  <a:pt x="3707" y="2167"/>
                </a:cubicBezTo>
                <a:cubicBezTo>
                  <a:pt x="3707" y="2158"/>
                  <a:pt x="3714" y="2147"/>
                  <a:pt x="3728" y="2136"/>
                </a:cubicBezTo>
                <a:cubicBezTo>
                  <a:pt x="3811" y="2175"/>
                  <a:pt x="3926" y="2195"/>
                  <a:pt x="4037" y="2195"/>
                </a:cubicBezTo>
                <a:cubicBezTo>
                  <a:pt x="4147" y="2195"/>
                  <a:pt x="4263" y="2175"/>
                  <a:pt x="4346" y="2136"/>
                </a:cubicBezTo>
                <a:cubicBezTo>
                  <a:pt x="4360" y="2147"/>
                  <a:pt x="4367" y="2158"/>
                  <a:pt x="4367" y="2167"/>
                </a:cubicBezTo>
                <a:cubicBezTo>
                  <a:pt x="4367" y="2203"/>
                  <a:pt x="4242" y="2271"/>
                  <a:pt x="4037" y="2271"/>
                </a:cubicBezTo>
                <a:close/>
                <a:moveTo>
                  <a:pt x="4037" y="2020"/>
                </a:moveTo>
                <a:cubicBezTo>
                  <a:pt x="3832" y="2020"/>
                  <a:pt x="3707" y="1952"/>
                  <a:pt x="3707" y="1916"/>
                </a:cubicBezTo>
                <a:cubicBezTo>
                  <a:pt x="3707" y="1879"/>
                  <a:pt x="3832" y="1812"/>
                  <a:pt x="4037" y="1812"/>
                </a:cubicBezTo>
                <a:cubicBezTo>
                  <a:pt x="4242" y="1812"/>
                  <a:pt x="4367" y="1879"/>
                  <a:pt x="4367" y="1916"/>
                </a:cubicBezTo>
                <a:cubicBezTo>
                  <a:pt x="4367" y="1952"/>
                  <a:pt x="4242" y="2020"/>
                  <a:pt x="4037" y="2020"/>
                </a:cubicBezTo>
                <a:close/>
              </a:path>
            </a:pathLst>
          </a:custGeom>
          <a:solidFill>
            <a:srgbClr val="BC3649"/>
          </a:solidFill>
          <a:ln>
            <a:noFill/>
          </a:ln>
        </p:spPr>
      </p:sp>
      <p:sp>
        <p:nvSpPr>
          <p:cNvPr id="152" name="cloud-network_87122"/>
          <p:cNvSpPr/>
          <p:nvPr/>
        </p:nvSpPr>
        <p:spPr bwMode="auto">
          <a:xfrm>
            <a:off x="12393844" y="3967436"/>
            <a:ext cx="398466" cy="295119"/>
          </a:xfrm>
          <a:custGeom>
            <a:avLst/>
            <a:gdLst>
              <a:gd name="connsiteX0" fmla="*/ 487366 w 608556"/>
              <a:gd name="connsiteY0" fmla="*/ 344359 h 504684"/>
              <a:gd name="connsiteX1" fmla="*/ 555009 w 608556"/>
              <a:gd name="connsiteY1" fmla="*/ 400299 h 504684"/>
              <a:gd name="connsiteX2" fmla="*/ 556199 w 608556"/>
              <a:gd name="connsiteY2" fmla="*/ 400299 h 504684"/>
              <a:gd name="connsiteX3" fmla="*/ 608556 w 608556"/>
              <a:gd name="connsiteY3" fmla="*/ 452492 h 504684"/>
              <a:gd name="connsiteX4" fmla="*/ 556199 w 608556"/>
              <a:gd name="connsiteY4" fmla="*/ 504684 h 504684"/>
              <a:gd name="connsiteX5" fmla="*/ 415512 w 608556"/>
              <a:gd name="connsiteY5" fmla="*/ 504684 h 504684"/>
              <a:gd name="connsiteX6" fmla="*/ 380912 w 608556"/>
              <a:gd name="connsiteY6" fmla="*/ 467208 h 504684"/>
              <a:gd name="connsiteX7" fmla="*/ 418441 w 608556"/>
              <a:gd name="connsiteY7" fmla="*/ 429640 h 504684"/>
              <a:gd name="connsiteX8" fmla="*/ 420638 w 608556"/>
              <a:gd name="connsiteY8" fmla="*/ 429915 h 504684"/>
              <a:gd name="connsiteX9" fmla="*/ 418441 w 608556"/>
              <a:gd name="connsiteY9" fmla="*/ 413096 h 504684"/>
              <a:gd name="connsiteX10" fmla="*/ 487366 w 608556"/>
              <a:gd name="connsiteY10" fmla="*/ 344359 h 504684"/>
              <a:gd name="connsiteX11" fmla="*/ 106454 w 608556"/>
              <a:gd name="connsiteY11" fmla="*/ 283602 h 504684"/>
              <a:gd name="connsiteX12" fmla="*/ 174097 w 608556"/>
              <a:gd name="connsiteY12" fmla="*/ 339534 h 504684"/>
              <a:gd name="connsiteX13" fmla="*/ 175378 w 608556"/>
              <a:gd name="connsiteY13" fmla="*/ 339534 h 504684"/>
              <a:gd name="connsiteX14" fmla="*/ 227644 w 608556"/>
              <a:gd name="connsiteY14" fmla="*/ 391720 h 504684"/>
              <a:gd name="connsiteX15" fmla="*/ 175378 w 608556"/>
              <a:gd name="connsiteY15" fmla="*/ 443997 h 504684"/>
              <a:gd name="connsiteX16" fmla="*/ 34600 w 608556"/>
              <a:gd name="connsiteY16" fmla="*/ 443997 h 504684"/>
              <a:gd name="connsiteX17" fmla="*/ 0 w 608556"/>
              <a:gd name="connsiteY17" fmla="*/ 406435 h 504684"/>
              <a:gd name="connsiteX18" fmla="*/ 37529 w 608556"/>
              <a:gd name="connsiteY18" fmla="*/ 368963 h 504684"/>
              <a:gd name="connsiteX19" fmla="*/ 39726 w 608556"/>
              <a:gd name="connsiteY19" fmla="*/ 369146 h 504684"/>
              <a:gd name="connsiteX20" fmla="*/ 37529 w 608556"/>
              <a:gd name="connsiteY20" fmla="*/ 352421 h 504684"/>
              <a:gd name="connsiteX21" fmla="*/ 106454 w 608556"/>
              <a:gd name="connsiteY21" fmla="*/ 283602 h 504684"/>
              <a:gd name="connsiteX22" fmla="*/ 284846 w 608556"/>
              <a:gd name="connsiteY22" fmla="*/ 180577 h 504684"/>
              <a:gd name="connsiteX23" fmla="*/ 325391 w 608556"/>
              <a:gd name="connsiteY23" fmla="*/ 180577 h 504684"/>
              <a:gd name="connsiteX24" fmla="*/ 325391 w 608556"/>
              <a:gd name="connsiteY24" fmla="*/ 257911 h 504684"/>
              <a:gd name="connsiteX25" fmla="*/ 351566 w 608556"/>
              <a:gd name="connsiteY25" fmla="*/ 299503 h 504684"/>
              <a:gd name="connsiteX26" fmla="*/ 351017 w 608556"/>
              <a:gd name="connsiteY26" fmla="*/ 305445 h 504684"/>
              <a:gd name="connsiteX27" fmla="*/ 422405 w 608556"/>
              <a:gd name="connsiteY27" fmla="*/ 352522 h 504684"/>
              <a:gd name="connsiteX28" fmla="*/ 402362 w 608556"/>
              <a:gd name="connsiteY28" fmla="*/ 387898 h 504684"/>
              <a:gd name="connsiteX29" fmla="*/ 328686 w 608556"/>
              <a:gd name="connsiteY29" fmla="*/ 339267 h 504684"/>
              <a:gd name="connsiteX30" fmla="*/ 305164 w 608556"/>
              <a:gd name="connsiteY30" fmla="*/ 345940 h 504684"/>
              <a:gd name="connsiteX31" fmla="*/ 272033 w 608556"/>
              <a:gd name="connsiteY31" fmla="*/ 331954 h 504684"/>
              <a:gd name="connsiteX32" fmla="*/ 231305 w 608556"/>
              <a:gd name="connsiteY32" fmla="*/ 345666 h 504684"/>
              <a:gd name="connsiteX33" fmla="*/ 189754 w 608556"/>
              <a:gd name="connsiteY33" fmla="*/ 320710 h 504684"/>
              <a:gd name="connsiteX34" fmla="*/ 188198 w 608556"/>
              <a:gd name="connsiteY34" fmla="*/ 317420 h 504684"/>
              <a:gd name="connsiteX35" fmla="*/ 259220 w 608556"/>
              <a:gd name="connsiteY35" fmla="*/ 293561 h 504684"/>
              <a:gd name="connsiteX36" fmla="*/ 284846 w 608556"/>
              <a:gd name="connsiteY36" fmla="*/ 257911 h 504684"/>
              <a:gd name="connsiteX37" fmla="*/ 296910 w 608556"/>
              <a:gd name="connsiteY37" fmla="*/ 0 h 504684"/>
              <a:gd name="connsiteX38" fmla="*/ 364553 w 608556"/>
              <a:gd name="connsiteY38" fmla="*/ 56024 h 504684"/>
              <a:gd name="connsiteX39" fmla="*/ 365743 w 608556"/>
              <a:gd name="connsiteY39" fmla="*/ 55932 h 504684"/>
              <a:gd name="connsiteX40" fmla="*/ 418100 w 608556"/>
              <a:gd name="connsiteY40" fmla="*/ 108118 h 504684"/>
              <a:gd name="connsiteX41" fmla="*/ 365743 w 608556"/>
              <a:gd name="connsiteY41" fmla="*/ 160395 h 504684"/>
              <a:gd name="connsiteX42" fmla="*/ 225056 w 608556"/>
              <a:gd name="connsiteY42" fmla="*/ 160395 h 504684"/>
              <a:gd name="connsiteX43" fmla="*/ 190456 w 608556"/>
              <a:gd name="connsiteY43" fmla="*/ 122832 h 504684"/>
              <a:gd name="connsiteX44" fmla="*/ 227985 w 608556"/>
              <a:gd name="connsiteY44" fmla="*/ 85361 h 504684"/>
              <a:gd name="connsiteX45" fmla="*/ 230182 w 608556"/>
              <a:gd name="connsiteY45" fmla="*/ 85544 h 504684"/>
              <a:gd name="connsiteX46" fmla="*/ 227985 w 608556"/>
              <a:gd name="connsiteY46" fmla="*/ 68819 h 504684"/>
              <a:gd name="connsiteX47" fmla="*/ 296910 w 608556"/>
              <a:gd name="connsiteY47" fmla="*/ 0 h 504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608556" h="504684">
                <a:moveTo>
                  <a:pt x="487366" y="344359"/>
                </a:moveTo>
                <a:cubicBezTo>
                  <a:pt x="520958" y="344359"/>
                  <a:pt x="548968" y="368490"/>
                  <a:pt x="555009" y="400299"/>
                </a:cubicBezTo>
                <a:cubicBezTo>
                  <a:pt x="555375" y="400299"/>
                  <a:pt x="555833" y="400299"/>
                  <a:pt x="556199" y="400299"/>
                </a:cubicBezTo>
                <a:cubicBezTo>
                  <a:pt x="585123" y="400299"/>
                  <a:pt x="608556" y="423608"/>
                  <a:pt x="608556" y="452492"/>
                </a:cubicBezTo>
                <a:cubicBezTo>
                  <a:pt x="608556" y="481376"/>
                  <a:pt x="585123" y="504684"/>
                  <a:pt x="556199" y="504684"/>
                </a:cubicBezTo>
                <a:lnTo>
                  <a:pt x="415512" y="504684"/>
                </a:lnTo>
                <a:cubicBezTo>
                  <a:pt x="395924" y="503405"/>
                  <a:pt x="380912" y="487043"/>
                  <a:pt x="380912" y="467208"/>
                </a:cubicBezTo>
                <a:cubicBezTo>
                  <a:pt x="380912" y="446459"/>
                  <a:pt x="397754" y="429640"/>
                  <a:pt x="418441" y="429640"/>
                </a:cubicBezTo>
                <a:cubicBezTo>
                  <a:pt x="419173" y="429640"/>
                  <a:pt x="419905" y="429823"/>
                  <a:pt x="420638" y="429915"/>
                </a:cubicBezTo>
                <a:cubicBezTo>
                  <a:pt x="419265" y="424522"/>
                  <a:pt x="418441" y="418946"/>
                  <a:pt x="418441" y="413096"/>
                </a:cubicBezTo>
                <a:cubicBezTo>
                  <a:pt x="418441" y="375163"/>
                  <a:pt x="449288" y="344359"/>
                  <a:pt x="487366" y="344359"/>
                </a:cubicBezTo>
                <a:close/>
                <a:moveTo>
                  <a:pt x="106454" y="283602"/>
                </a:moveTo>
                <a:cubicBezTo>
                  <a:pt x="140138" y="283602"/>
                  <a:pt x="168056" y="307730"/>
                  <a:pt x="174097" y="339534"/>
                </a:cubicBezTo>
                <a:cubicBezTo>
                  <a:pt x="174463" y="339534"/>
                  <a:pt x="174921" y="339534"/>
                  <a:pt x="175378" y="339534"/>
                </a:cubicBezTo>
                <a:cubicBezTo>
                  <a:pt x="204211" y="339534"/>
                  <a:pt x="227644" y="362840"/>
                  <a:pt x="227644" y="391720"/>
                </a:cubicBezTo>
                <a:cubicBezTo>
                  <a:pt x="227644" y="420601"/>
                  <a:pt x="204211" y="443997"/>
                  <a:pt x="175378" y="443997"/>
                </a:cubicBezTo>
                <a:lnTo>
                  <a:pt x="34600" y="443997"/>
                </a:lnTo>
                <a:cubicBezTo>
                  <a:pt x="15012" y="442626"/>
                  <a:pt x="0" y="426267"/>
                  <a:pt x="0" y="406435"/>
                </a:cubicBezTo>
                <a:cubicBezTo>
                  <a:pt x="0" y="385688"/>
                  <a:pt x="16842" y="368963"/>
                  <a:pt x="37529" y="368963"/>
                </a:cubicBezTo>
                <a:cubicBezTo>
                  <a:pt x="38261" y="368963"/>
                  <a:pt x="38993" y="369146"/>
                  <a:pt x="39726" y="369146"/>
                </a:cubicBezTo>
                <a:cubicBezTo>
                  <a:pt x="38353" y="363754"/>
                  <a:pt x="37529" y="358179"/>
                  <a:pt x="37529" y="352421"/>
                </a:cubicBezTo>
                <a:cubicBezTo>
                  <a:pt x="37529" y="314401"/>
                  <a:pt x="68376" y="283602"/>
                  <a:pt x="106454" y="283602"/>
                </a:cubicBezTo>
                <a:close/>
                <a:moveTo>
                  <a:pt x="284846" y="180577"/>
                </a:moveTo>
                <a:lnTo>
                  <a:pt x="325391" y="180577"/>
                </a:lnTo>
                <a:lnTo>
                  <a:pt x="325391" y="257911"/>
                </a:lnTo>
                <a:cubicBezTo>
                  <a:pt x="340858" y="265407"/>
                  <a:pt x="351566" y="281129"/>
                  <a:pt x="351566" y="299503"/>
                </a:cubicBezTo>
                <a:cubicBezTo>
                  <a:pt x="351566" y="301514"/>
                  <a:pt x="351292" y="303525"/>
                  <a:pt x="351017" y="305445"/>
                </a:cubicBezTo>
                <a:lnTo>
                  <a:pt x="422405" y="352522"/>
                </a:lnTo>
                <a:cubicBezTo>
                  <a:pt x="413161" y="362486"/>
                  <a:pt x="406297" y="374552"/>
                  <a:pt x="402362" y="387898"/>
                </a:cubicBezTo>
                <a:lnTo>
                  <a:pt x="328686" y="339267"/>
                </a:lnTo>
                <a:cubicBezTo>
                  <a:pt x="321730" y="343380"/>
                  <a:pt x="313767" y="345940"/>
                  <a:pt x="305164" y="345940"/>
                </a:cubicBezTo>
                <a:cubicBezTo>
                  <a:pt x="292168" y="345940"/>
                  <a:pt x="280453" y="340547"/>
                  <a:pt x="272033" y="331954"/>
                </a:cubicBezTo>
                <a:lnTo>
                  <a:pt x="231305" y="345666"/>
                </a:lnTo>
                <a:cubicBezTo>
                  <a:pt x="220872" y="333051"/>
                  <a:pt x="206320" y="324093"/>
                  <a:pt x="189754" y="320710"/>
                </a:cubicBezTo>
                <a:cubicBezTo>
                  <a:pt x="189296" y="319522"/>
                  <a:pt x="188656" y="318517"/>
                  <a:pt x="188198" y="317420"/>
                </a:cubicBezTo>
                <a:lnTo>
                  <a:pt x="259220" y="293561"/>
                </a:lnTo>
                <a:cubicBezTo>
                  <a:pt x="261325" y="277747"/>
                  <a:pt x="271118" y="264584"/>
                  <a:pt x="284846" y="257911"/>
                </a:cubicBezTo>
                <a:close/>
                <a:moveTo>
                  <a:pt x="296910" y="0"/>
                </a:moveTo>
                <a:cubicBezTo>
                  <a:pt x="330594" y="0"/>
                  <a:pt x="358512" y="24128"/>
                  <a:pt x="364553" y="56024"/>
                </a:cubicBezTo>
                <a:cubicBezTo>
                  <a:pt x="364919" y="56024"/>
                  <a:pt x="365377" y="55932"/>
                  <a:pt x="365743" y="55932"/>
                </a:cubicBezTo>
                <a:cubicBezTo>
                  <a:pt x="394667" y="55932"/>
                  <a:pt x="418100" y="79329"/>
                  <a:pt x="418100" y="108118"/>
                </a:cubicBezTo>
                <a:cubicBezTo>
                  <a:pt x="418100" y="136998"/>
                  <a:pt x="394667" y="160395"/>
                  <a:pt x="365743" y="160395"/>
                </a:cubicBezTo>
                <a:lnTo>
                  <a:pt x="225056" y="160395"/>
                </a:lnTo>
                <a:cubicBezTo>
                  <a:pt x="205468" y="159115"/>
                  <a:pt x="190456" y="142756"/>
                  <a:pt x="190456" y="122832"/>
                </a:cubicBezTo>
                <a:cubicBezTo>
                  <a:pt x="190456" y="102177"/>
                  <a:pt x="207298" y="85361"/>
                  <a:pt x="227985" y="85361"/>
                </a:cubicBezTo>
                <a:cubicBezTo>
                  <a:pt x="228717" y="85361"/>
                  <a:pt x="229449" y="85544"/>
                  <a:pt x="230182" y="85544"/>
                </a:cubicBezTo>
                <a:cubicBezTo>
                  <a:pt x="228809" y="80152"/>
                  <a:pt x="227985" y="74577"/>
                  <a:pt x="227985" y="68819"/>
                </a:cubicBezTo>
                <a:cubicBezTo>
                  <a:pt x="227985" y="30799"/>
                  <a:pt x="258832" y="0"/>
                  <a:pt x="296910" y="0"/>
                </a:cubicBezTo>
                <a:close/>
              </a:path>
            </a:pathLst>
          </a:custGeom>
          <a:solidFill>
            <a:srgbClr val="BC3649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B54BD4-5486-4A33-9B83-769ED7785D49}" type="slidenum">
              <a:rPr lang="zh-CN" altLang="en-US" smtClean="0"/>
              <a:t>32</a:t>
            </a:fld>
            <a:endParaRPr lang="en-US" altLang="zh-CN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输入</a:t>
            </a:r>
          </a:p>
        </p:txBody>
      </p:sp>
      <p:grpSp>
        <p:nvGrpSpPr>
          <p:cNvPr id="25" name="243693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2766822" y="2412201"/>
            <a:ext cx="6438900" cy="950119"/>
            <a:chOff x="1803400" y="1598613"/>
            <a:chExt cx="8585200" cy="1266825"/>
          </a:xfrm>
        </p:grpSpPr>
        <p:sp>
          <p:nvSpPr>
            <p:cNvPr id="26" name="ï$ḻíḓé"/>
            <p:cNvSpPr/>
            <p:nvPr/>
          </p:nvSpPr>
          <p:spPr>
            <a:xfrm>
              <a:off x="1803400" y="1598613"/>
              <a:ext cx="1371600" cy="1266825"/>
            </a:xfrm>
            <a:prstGeom prst="roundRect">
              <a:avLst/>
            </a:prstGeom>
            <a:solidFill>
              <a:srgbClr val="BC3649"/>
            </a:solidFill>
            <a:ln w="12700" cap="flat">
              <a:noFill/>
              <a:miter lim="400000"/>
            </a:ln>
            <a:effectLst/>
          </p:spPr>
          <p:txBody>
            <a:bodyPr wrap="square" lIns="91440" tIns="45720" rIns="91440" bIns="45720" numCol="1" anchor="ctr">
              <a:normAutofit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1pPr>
              <a:lvl2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2pPr>
              <a:lvl3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3pPr>
              <a:lvl4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4pPr>
              <a:lvl5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5pPr>
              <a:lvl6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6pPr>
              <a:lvl7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7pPr>
              <a:lvl8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8pPr>
              <a:lvl9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9pPr>
            </a:lstStyle>
            <a:p>
              <a:pPr>
                <a:spcBef>
                  <a:spcPct val="0"/>
                </a:spcBef>
              </a:pPr>
              <a:r>
                <a:rPr lang="zh-CN" altLang="en-US" sz="1800" b="1" dirty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输入</a:t>
              </a:r>
            </a:p>
          </p:txBody>
        </p:sp>
        <p:sp>
          <p:nvSpPr>
            <p:cNvPr id="27" name="íšliḋè"/>
            <p:cNvSpPr/>
            <p:nvPr/>
          </p:nvSpPr>
          <p:spPr>
            <a:xfrm>
              <a:off x="9017000" y="1598613"/>
              <a:ext cx="1371600" cy="1266825"/>
            </a:xfrm>
            <a:prstGeom prst="roundRect">
              <a:avLst/>
            </a:prstGeom>
            <a:solidFill>
              <a:srgbClr val="BC3649"/>
            </a:solidFill>
            <a:ln w="12700" cap="flat">
              <a:noFill/>
              <a:miter lim="400000"/>
            </a:ln>
            <a:effectLst/>
          </p:spPr>
          <p:txBody>
            <a:bodyPr wrap="square" lIns="91440" tIns="45720" rIns="91440" bIns="45720" numCol="1" anchor="ctr">
              <a:normAutofit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1pPr>
              <a:lvl2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2pPr>
              <a:lvl3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3pPr>
              <a:lvl4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4pPr>
              <a:lvl5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5pPr>
              <a:lvl6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6pPr>
              <a:lvl7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7pPr>
              <a:lvl8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8pPr>
              <a:lvl9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9pPr>
            </a:lstStyle>
            <a:p>
              <a:pPr>
                <a:spcBef>
                  <a:spcPct val="0"/>
                </a:spcBef>
              </a:pPr>
              <a:r>
                <a:rPr lang="zh-CN" altLang="en-US" sz="1800" b="1" dirty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输出</a:t>
              </a:r>
            </a:p>
          </p:txBody>
        </p:sp>
        <p:sp>
          <p:nvSpPr>
            <p:cNvPr id="28" name="ïsḷïḑè"/>
            <p:cNvSpPr/>
            <p:nvPr/>
          </p:nvSpPr>
          <p:spPr>
            <a:xfrm>
              <a:off x="3606801" y="1598613"/>
              <a:ext cx="1371601" cy="1266825"/>
            </a:xfrm>
            <a:prstGeom prst="roundRect">
              <a:avLst/>
            </a:prstGeom>
            <a:solidFill>
              <a:srgbClr val="BC3649"/>
            </a:solidFill>
            <a:ln w="12700" cap="flat">
              <a:noFill/>
              <a:miter lim="400000"/>
            </a:ln>
            <a:effectLst/>
          </p:spPr>
          <p:txBody>
            <a:bodyPr wrap="square" lIns="91440" tIns="45720" rIns="91440" bIns="45720" numCol="1" anchor="ctr">
              <a:normAutofit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1pPr>
              <a:lvl2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2pPr>
              <a:lvl3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3pPr>
              <a:lvl4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4pPr>
              <a:lvl5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5pPr>
              <a:lvl6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6pPr>
              <a:lvl7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7pPr>
              <a:lvl8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8pPr>
              <a:lvl9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9pPr>
            </a:lstStyle>
            <a:p>
              <a:pPr>
                <a:spcBef>
                  <a:spcPct val="0"/>
                </a:spcBef>
              </a:pPr>
              <a:r>
                <a:rPr lang="zh-CN" altLang="en-US" sz="1800" b="1" dirty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建模</a:t>
              </a:r>
            </a:p>
          </p:txBody>
        </p:sp>
        <p:sp>
          <p:nvSpPr>
            <p:cNvPr id="29" name="ïšḷïḓé"/>
            <p:cNvSpPr/>
            <p:nvPr/>
          </p:nvSpPr>
          <p:spPr>
            <a:xfrm>
              <a:off x="5410203" y="1598613"/>
              <a:ext cx="1371600" cy="1266825"/>
            </a:xfrm>
            <a:prstGeom prst="roundRect">
              <a:avLst/>
            </a:prstGeom>
            <a:solidFill>
              <a:srgbClr val="BC3649"/>
            </a:solidFill>
            <a:ln w="12700" cap="flat">
              <a:noFill/>
              <a:miter lim="400000"/>
            </a:ln>
            <a:effectLst/>
          </p:spPr>
          <p:txBody>
            <a:bodyPr wrap="square" lIns="91440" tIns="45720" rIns="91440" bIns="45720" numCol="1" anchor="ctr">
              <a:normAutofit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1pPr>
              <a:lvl2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2pPr>
              <a:lvl3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3pPr>
              <a:lvl4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4pPr>
              <a:lvl5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5pPr>
              <a:lvl6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6pPr>
              <a:lvl7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7pPr>
              <a:lvl8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8pPr>
              <a:lvl9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9pPr>
            </a:lstStyle>
            <a:p>
              <a:pPr>
                <a:spcBef>
                  <a:spcPct val="0"/>
                </a:spcBef>
              </a:pPr>
              <a:r>
                <a:rPr lang="zh-CN" altLang="en-US" sz="1800" b="1" dirty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实现</a:t>
              </a:r>
            </a:p>
          </p:txBody>
        </p:sp>
        <p:sp>
          <p:nvSpPr>
            <p:cNvPr id="30" name="íśḻíḑè"/>
            <p:cNvSpPr/>
            <p:nvPr/>
          </p:nvSpPr>
          <p:spPr>
            <a:xfrm>
              <a:off x="7213603" y="1598613"/>
              <a:ext cx="1371600" cy="1266825"/>
            </a:xfrm>
            <a:prstGeom prst="roundRect">
              <a:avLst/>
            </a:prstGeom>
            <a:solidFill>
              <a:srgbClr val="BC3649"/>
            </a:solidFill>
            <a:ln w="12700" cap="flat">
              <a:noFill/>
              <a:miter lim="400000"/>
            </a:ln>
            <a:effectLst/>
          </p:spPr>
          <p:txBody>
            <a:bodyPr wrap="square" lIns="91440" tIns="45720" rIns="91440" bIns="45720" numCol="1" anchor="ctr">
              <a:normAutofit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1pPr>
              <a:lvl2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2pPr>
              <a:lvl3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3pPr>
              <a:lvl4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4pPr>
              <a:lvl5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5pPr>
              <a:lvl6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6pPr>
              <a:lvl7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7pPr>
              <a:lvl8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8pPr>
              <a:lvl9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9pPr>
            </a:lstStyle>
            <a:p>
              <a:pPr>
                <a:spcBef>
                  <a:spcPct val="0"/>
                </a:spcBef>
              </a:pPr>
              <a:r>
                <a:rPr lang="zh-CN" altLang="en-US" sz="1800" b="1" dirty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运行</a:t>
              </a:r>
            </a:p>
          </p:txBody>
        </p:sp>
        <p:sp>
          <p:nvSpPr>
            <p:cNvPr id="31" name="ïṣḷïḍè"/>
            <p:cNvSpPr/>
            <p:nvPr/>
          </p:nvSpPr>
          <p:spPr>
            <a:xfrm>
              <a:off x="3289300" y="2079625"/>
              <a:ext cx="203201" cy="304800"/>
            </a:xfrm>
            <a:prstGeom prst="rightArrow">
              <a:avLst>
                <a:gd name="adj1" fmla="val 32000"/>
                <a:gd name="adj2" fmla="val 275000"/>
              </a:avLst>
            </a:prstGeom>
            <a:solidFill>
              <a:srgbClr val="BC3649"/>
            </a:solidFill>
            <a:ln w="12700" cap="flat">
              <a:noFill/>
              <a:miter lim="400000"/>
            </a:ln>
            <a:effectLst/>
          </p:spPr>
          <p:txBody>
            <a:bodyPr wrap="square" lIns="91440" tIns="45720" rIns="91440" bIns="45720" numCol="1" anchor="ctr">
              <a:normAutofit fontScale="25000" lnSpcReduction="20000"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1pPr>
              <a:lvl2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2pPr>
              <a:lvl3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3pPr>
              <a:lvl4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4pPr>
              <a:lvl5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5pPr>
              <a:lvl6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6pPr>
              <a:lvl7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7pPr>
              <a:lvl8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8pPr>
              <a:lvl9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9pPr>
            </a:lstStyle>
            <a:p>
              <a:pPr algn="l" defTabSz="584200">
                <a:lnSpc>
                  <a:spcPct val="110000"/>
                </a:lnSpc>
                <a:spcBef>
                  <a:spcPts val="3000"/>
                </a:spcBef>
                <a:defRPr sz="2000">
                  <a:solidFill>
                    <a:srgbClr val="4C4C4C"/>
                  </a:solidFill>
                </a:defRPr>
              </a:pPr>
              <a:endParaRPr sz="2000"/>
            </a:p>
          </p:txBody>
        </p:sp>
        <p:sp>
          <p:nvSpPr>
            <p:cNvPr id="32" name="ïṧḷïḓé"/>
            <p:cNvSpPr/>
            <p:nvPr/>
          </p:nvSpPr>
          <p:spPr>
            <a:xfrm>
              <a:off x="5092702" y="2079625"/>
              <a:ext cx="203201" cy="304800"/>
            </a:xfrm>
            <a:prstGeom prst="rightArrow">
              <a:avLst>
                <a:gd name="adj1" fmla="val 32000"/>
                <a:gd name="adj2" fmla="val 275000"/>
              </a:avLst>
            </a:prstGeom>
            <a:solidFill>
              <a:srgbClr val="BC3649"/>
            </a:solidFill>
            <a:ln w="12700" cap="flat">
              <a:noFill/>
              <a:miter lim="400000"/>
            </a:ln>
            <a:effectLst/>
          </p:spPr>
          <p:txBody>
            <a:bodyPr wrap="square" lIns="91440" tIns="45720" rIns="91440" bIns="45720" numCol="1" anchor="ctr">
              <a:normAutofit fontScale="25000" lnSpcReduction="20000"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1pPr>
              <a:lvl2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2pPr>
              <a:lvl3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3pPr>
              <a:lvl4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4pPr>
              <a:lvl5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5pPr>
              <a:lvl6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6pPr>
              <a:lvl7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7pPr>
              <a:lvl8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8pPr>
              <a:lvl9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9pPr>
            </a:lstStyle>
            <a:p>
              <a:pPr algn="l" defTabSz="584200">
                <a:lnSpc>
                  <a:spcPct val="110000"/>
                </a:lnSpc>
                <a:spcBef>
                  <a:spcPts val="3000"/>
                </a:spcBef>
                <a:defRPr sz="2000">
                  <a:solidFill>
                    <a:srgbClr val="4C4C4C"/>
                  </a:solidFill>
                </a:defRPr>
              </a:pPr>
              <a:endParaRPr sz="2000">
                <a:solidFill>
                  <a:schemeClr val="bg1"/>
                </a:solidFill>
              </a:endParaRPr>
            </a:p>
          </p:txBody>
        </p:sp>
        <p:sp>
          <p:nvSpPr>
            <p:cNvPr id="33" name="iṡļíḍè"/>
            <p:cNvSpPr/>
            <p:nvPr/>
          </p:nvSpPr>
          <p:spPr>
            <a:xfrm>
              <a:off x="8699503" y="2079625"/>
              <a:ext cx="203200" cy="304800"/>
            </a:xfrm>
            <a:prstGeom prst="rightArrow">
              <a:avLst>
                <a:gd name="adj1" fmla="val 32000"/>
                <a:gd name="adj2" fmla="val 275000"/>
              </a:avLst>
            </a:prstGeom>
            <a:solidFill>
              <a:srgbClr val="BC3649"/>
            </a:solidFill>
            <a:ln w="12700" cap="flat">
              <a:noFill/>
              <a:miter lim="400000"/>
            </a:ln>
            <a:effectLst/>
          </p:spPr>
          <p:txBody>
            <a:bodyPr wrap="square" lIns="91440" tIns="45720" rIns="91440" bIns="45720" numCol="1" anchor="ctr">
              <a:normAutofit fontScale="25000" lnSpcReduction="20000"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1pPr>
              <a:lvl2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2pPr>
              <a:lvl3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3pPr>
              <a:lvl4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4pPr>
              <a:lvl5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5pPr>
              <a:lvl6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6pPr>
              <a:lvl7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7pPr>
              <a:lvl8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8pPr>
              <a:lvl9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9pPr>
            </a:lstStyle>
            <a:p>
              <a:pPr algn="l" defTabSz="584200">
                <a:lnSpc>
                  <a:spcPct val="110000"/>
                </a:lnSpc>
                <a:spcBef>
                  <a:spcPts val="3000"/>
                </a:spcBef>
                <a:defRPr sz="2000">
                  <a:solidFill>
                    <a:srgbClr val="4C4C4C"/>
                  </a:solidFill>
                </a:defRPr>
              </a:pPr>
              <a:endParaRPr sz="2000">
                <a:solidFill>
                  <a:schemeClr val="bg1"/>
                </a:solidFill>
              </a:endParaRPr>
            </a:p>
          </p:txBody>
        </p:sp>
        <p:sp>
          <p:nvSpPr>
            <p:cNvPr id="34" name="ïş1ïḓè"/>
            <p:cNvSpPr/>
            <p:nvPr/>
          </p:nvSpPr>
          <p:spPr>
            <a:xfrm>
              <a:off x="6896103" y="2079625"/>
              <a:ext cx="203200" cy="304800"/>
            </a:xfrm>
            <a:prstGeom prst="rightArrow">
              <a:avLst>
                <a:gd name="adj1" fmla="val 32000"/>
                <a:gd name="adj2" fmla="val 275000"/>
              </a:avLst>
            </a:prstGeom>
            <a:solidFill>
              <a:srgbClr val="BC3649"/>
            </a:solidFill>
            <a:ln w="12700" cap="flat">
              <a:noFill/>
              <a:miter lim="400000"/>
            </a:ln>
            <a:effectLst/>
          </p:spPr>
          <p:txBody>
            <a:bodyPr wrap="square" lIns="91440" tIns="45720" rIns="91440" bIns="45720" numCol="1" anchor="ctr">
              <a:normAutofit fontScale="25000" lnSpcReduction="20000"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1pPr>
              <a:lvl2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2pPr>
              <a:lvl3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3pPr>
              <a:lvl4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4pPr>
              <a:lvl5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5pPr>
              <a:lvl6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6pPr>
              <a:lvl7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7pPr>
              <a:lvl8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8pPr>
              <a:lvl9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9pPr>
            </a:lstStyle>
            <a:p>
              <a:pPr algn="l" defTabSz="584200">
                <a:lnSpc>
                  <a:spcPct val="110000"/>
                </a:lnSpc>
                <a:spcBef>
                  <a:spcPts val="3000"/>
                </a:spcBef>
                <a:defRPr sz="2000">
                  <a:solidFill>
                    <a:srgbClr val="4C4C4C"/>
                  </a:solidFill>
                </a:defRPr>
              </a:pPr>
              <a:endParaRPr sz="2000">
                <a:solidFill>
                  <a:schemeClr val="bg1"/>
                </a:solidFill>
              </a:endParaRPr>
            </a:p>
          </p:txBody>
        </p:sp>
      </p:grpSp>
      <p:pic>
        <p:nvPicPr>
          <p:cNvPr id="19" name="图片 18" descr="图片包含 星星, 碗, 水, 夜空&#10;&#10;描述已自动生成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5729" y="1204565"/>
            <a:ext cx="1436303" cy="871200"/>
          </a:xfrm>
          <a:prstGeom prst="rect">
            <a:avLst/>
          </a:prstGeom>
        </p:spPr>
      </p:pic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B54BD4-5486-4A33-9B83-769ED7785D49}" type="slidenum">
              <a:rPr lang="zh-CN" altLang="en-US" smtClean="0"/>
              <a:t>33</a:t>
            </a:fld>
            <a:endParaRPr lang="en-US" altLang="zh-CN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建模</a:t>
            </a:r>
          </a:p>
        </p:txBody>
      </p:sp>
      <p:cxnSp>
        <p:nvCxnSpPr>
          <p:cNvPr id="11" name="肘形连接符 10"/>
          <p:cNvCxnSpPr/>
          <p:nvPr/>
        </p:nvCxnSpPr>
        <p:spPr>
          <a:xfrm rot="10800000" flipV="1">
            <a:off x="2462165" y="3835312"/>
            <a:ext cx="2200259" cy="499467"/>
          </a:xfrm>
          <a:prstGeom prst="bentConnector3">
            <a:avLst>
              <a:gd name="adj1" fmla="val 99814"/>
            </a:avLst>
          </a:prstGeom>
          <a:noFill/>
          <a:ln w="28575" cap="flat" cmpd="sng">
            <a:solidFill>
              <a:srgbClr val="BC3649"/>
            </a:solidFill>
            <a:prstDash val="solid"/>
            <a:round/>
            <a:tailEnd type="triangle"/>
          </a:ln>
          <a:effectLst/>
        </p:spPr>
      </p:cxnSp>
      <p:cxnSp>
        <p:nvCxnSpPr>
          <p:cNvPr id="13" name="肘形连接符 12"/>
          <p:cNvCxnSpPr/>
          <p:nvPr/>
        </p:nvCxnSpPr>
        <p:spPr>
          <a:xfrm>
            <a:off x="4662423" y="3362321"/>
            <a:ext cx="4042841" cy="466728"/>
          </a:xfrm>
          <a:prstGeom prst="bentConnector3">
            <a:avLst>
              <a:gd name="adj1" fmla="val -193"/>
            </a:avLst>
          </a:prstGeom>
          <a:noFill/>
          <a:ln w="28575" cap="flat" cmpd="sng">
            <a:solidFill>
              <a:srgbClr val="BC364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9" name="retro-abacus_73707"/>
          <p:cNvSpPr/>
          <p:nvPr/>
        </p:nvSpPr>
        <p:spPr bwMode="auto">
          <a:xfrm>
            <a:off x="2243880" y="4354868"/>
            <a:ext cx="398466" cy="295119"/>
          </a:xfrm>
          <a:custGeom>
            <a:avLst/>
            <a:gdLst>
              <a:gd name="T0" fmla="*/ 278945 h 440259"/>
              <a:gd name="T1" fmla="*/ 278945 h 440259"/>
              <a:gd name="T2" fmla="*/ 278945 h 440259"/>
              <a:gd name="T3" fmla="*/ 278945 h 440259"/>
              <a:gd name="T4" fmla="*/ 278945 h 440259"/>
              <a:gd name="T5" fmla="*/ 278945 h 440259"/>
              <a:gd name="T6" fmla="*/ 278945 h 440259"/>
              <a:gd name="T7" fmla="*/ 278945 h 440259"/>
              <a:gd name="T8" fmla="*/ 278945 h 440259"/>
              <a:gd name="T9" fmla="*/ 278945 h 440259"/>
              <a:gd name="T10" fmla="*/ 278945 h 440259"/>
              <a:gd name="T11" fmla="*/ 278945 h 440259"/>
              <a:gd name="T12" fmla="*/ 278945 h 440259"/>
              <a:gd name="T13" fmla="*/ 278945 h 440259"/>
              <a:gd name="T14" fmla="*/ 278945 h 440259"/>
              <a:gd name="T15" fmla="*/ 278945 h 440259"/>
              <a:gd name="T16" fmla="*/ 278945 h 440259"/>
              <a:gd name="T17" fmla="*/ 278945 h 440259"/>
              <a:gd name="T18" fmla="*/ 278945 h 440259"/>
              <a:gd name="T19" fmla="*/ 278945 h 440259"/>
              <a:gd name="T20" fmla="*/ 278945 h 440259"/>
              <a:gd name="T21" fmla="*/ 278945 h 440259"/>
              <a:gd name="T22" fmla="*/ 278945 h 440259"/>
              <a:gd name="T23" fmla="*/ 278945 h 440259"/>
              <a:gd name="T24" fmla="*/ 278945 h 440259"/>
              <a:gd name="T25" fmla="*/ 278945 h 440259"/>
              <a:gd name="T26" fmla="*/ 278945 h 440259"/>
              <a:gd name="T27" fmla="*/ 278945 h 440259"/>
              <a:gd name="T28" fmla="*/ 278945 h 440259"/>
              <a:gd name="T29" fmla="*/ 278945 h 440259"/>
              <a:gd name="T30" fmla="*/ 278945 h 440259"/>
              <a:gd name="T31" fmla="*/ 278945 h 440259"/>
              <a:gd name="T32" fmla="*/ 278945 h 440259"/>
              <a:gd name="T33" fmla="*/ 278945 h 440259"/>
              <a:gd name="T34" fmla="*/ 278945 h 440259"/>
              <a:gd name="T35" fmla="*/ 278945 h 440259"/>
              <a:gd name="T36" fmla="*/ 278945 h 440259"/>
              <a:gd name="T37" fmla="*/ 278945 h 440259"/>
              <a:gd name="T38" fmla="*/ 278945 h 440259"/>
              <a:gd name="T39" fmla="*/ 278945 h 440259"/>
              <a:gd name="T40" fmla="*/ 278945 h 440259"/>
              <a:gd name="T41" fmla="*/ 278945 h 440259"/>
              <a:gd name="T42" fmla="*/ 278945 h 440259"/>
              <a:gd name="T43" fmla="*/ 278945 h 440259"/>
              <a:gd name="T44" fmla="*/ 88862 h 440259"/>
              <a:gd name="T45" fmla="*/ 88862 h 440259"/>
              <a:gd name="T46" fmla="*/ 278945 h 440259"/>
              <a:gd name="T47" fmla="*/ 278945 h 440259"/>
              <a:gd name="T48" fmla="*/ 278945 h 440259"/>
              <a:gd name="T49" fmla="*/ 278945 h 440259"/>
              <a:gd name="T50" fmla="*/ 278945 h 440259"/>
              <a:gd name="T51" fmla="*/ 278945 h 440259"/>
              <a:gd name="T52" fmla="*/ 278945 h 440259"/>
              <a:gd name="T53" fmla="*/ 278945 h 440259"/>
              <a:gd name="T54" fmla="*/ 278945 h 440259"/>
              <a:gd name="T55" fmla="*/ 278945 h 440259"/>
              <a:gd name="T56" fmla="*/ 278945 h 440259"/>
              <a:gd name="T57" fmla="*/ 278945 h 440259"/>
              <a:gd name="T58" fmla="*/ 278945 h 440259"/>
              <a:gd name="T59" fmla="*/ 278945 h 440259"/>
              <a:gd name="T60" fmla="*/ 278945 h 440259"/>
              <a:gd name="T61" fmla="*/ 278945 h 440259"/>
              <a:gd name="T62" fmla="*/ 278945 h 440259"/>
              <a:gd name="T63" fmla="*/ 278945 h 440259"/>
              <a:gd name="T64" fmla="*/ 278945 h 440259"/>
              <a:gd name="T65" fmla="*/ 278945 h 440259"/>
              <a:gd name="T66" fmla="*/ 278945 h 440259"/>
              <a:gd name="T67" fmla="*/ 278945 h 440259"/>
              <a:gd name="T68" fmla="*/ 278945 h 440259"/>
              <a:gd name="T69" fmla="*/ 278945 h 440259"/>
              <a:gd name="T70" fmla="*/ 278945 h 440259"/>
              <a:gd name="T71" fmla="*/ 278945 h 440259"/>
              <a:gd name="T72" fmla="*/ 278945 h 440259"/>
              <a:gd name="T73" fmla="*/ 278945 h 440259"/>
              <a:gd name="T74" fmla="*/ 278945 h 440259"/>
              <a:gd name="T75" fmla="*/ 278945 h 440259"/>
              <a:gd name="T76" fmla="*/ 278945 h 440259"/>
              <a:gd name="T77" fmla="*/ 278945 h 440259"/>
              <a:gd name="T78" fmla="*/ 278945 h 440259"/>
              <a:gd name="T79" fmla="*/ 278945 h 440259"/>
              <a:gd name="T80" fmla="*/ 278945 h 440259"/>
              <a:gd name="T81" fmla="*/ 278945 h 440259"/>
              <a:gd name="T82" fmla="*/ 278945 h 440259"/>
              <a:gd name="T83" fmla="*/ 278945 h 440259"/>
              <a:gd name="T84" fmla="*/ 278945 h 440259"/>
              <a:gd name="T85" fmla="*/ 278945 h 440259"/>
              <a:gd name="T86" fmla="*/ 278945 h 440259"/>
              <a:gd name="T87" fmla="*/ 278945 h 440259"/>
              <a:gd name="T88" fmla="*/ 278945 h 440259"/>
              <a:gd name="T89" fmla="*/ 278945 h 440259"/>
              <a:gd name="T90" fmla="*/ 278945 h 440259"/>
              <a:gd name="T91" fmla="*/ 278945 h 440259"/>
              <a:gd name="T92" fmla="*/ 278945 h 440259"/>
              <a:gd name="T93" fmla="*/ 278945 h 440259"/>
              <a:gd name="T94" fmla="*/ 278945 h 440259"/>
              <a:gd name="T95" fmla="*/ 278945 h 440259"/>
              <a:gd name="T96" fmla="*/ 278945 h 440259"/>
              <a:gd name="T97" fmla="*/ 278945 h 440259"/>
              <a:gd name="T98" fmla="*/ 278945 h 440259"/>
              <a:gd name="T99" fmla="*/ 278945 h 440259"/>
              <a:gd name="T100" fmla="*/ 278945 h 440259"/>
              <a:gd name="T101" fmla="*/ 278945 h 4402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2648" h="2613">
                <a:moveTo>
                  <a:pt x="2582" y="0"/>
                </a:moveTo>
                <a:lnTo>
                  <a:pt x="2362" y="0"/>
                </a:lnTo>
                <a:cubicBezTo>
                  <a:pt x="2325" y="0"/>
                  <a:pt x="2296" y="29"/>
                  <a:pt x="2296" y="66"/>
                </a:cubicBezTo>
                <a:lnTo>
                  <a:pt x="2296" y="386"/>
                </a:lnTo>
                <a:lnTo>
                  <a:pt x="1455" y="386"/>
                </a:lnTo>
                <a:lnTo>
                  <a:pt x="1455" y="361"/>
                </a:lnTo>
                <a:cubicBezTo>
                  <a:pt x="1455" y="261"/>
                  <a:pt x="1374" y="180"/>
                  <a:pt x="1275" y="180"/>
                </a:cubicBezTo>
                <a:lnTo>
                  <a:pt x="1272" y="180"/>
                </a:lnTo>
                <a:cubicBezTo>
                  <a:pt x="1173" y="180"/>
                  <a:pt x="1091" y="261"/>
                  <a:pt x="1091" y="361"/>
                </a:cubicBezTo>
                <a:lnTo>
                  <a:pt x="1091" y="386"/>
                </a:lnTo>
                <a:lnTo>
                  <a:pt x="918" y="386"/>
                </a:lnTo>
                <a:lnTo>
                  <a:pt x="918" y="361"/>
                </a:lnTo>
                <a:cubicBezTo>
                  <a:pt x="918" y="261"/>
                  <a:pt x="836" y="180"/>
                  <a:pt x="737" y="180"/>
                </a:cubicBezTo>
                <a:lnTo>
                  <a:pt x="734" y="180"/>
                </a:lnTo>
                <a:cubicBezTo>
                  <a:pt x="635" y="180"/>
                  <a:pt x="554" y="261"/>
                  <a:pt x="554" y="361"/>
                </a:cubicBezTo>
                <a:lnTo>
                  <a:pt x="554" y="386"/>
                </a:lnTo>
                <a:lnTo>
                  <a:pt x="353" y="386"/>
                </a:lnTo>
                <a:lnTo>
                  <a:pt x="353" y="66"/>
                </a:lnTo>
                <a:cubicBezTo>
                  <a:pt x="353" y="29"/>
                  <a:pt x="323" y="0"/>
                  <a:pt x="286" y="0"/>
                </a:cubicBezTo>
                <a:lnTo>
                  <a:pt x="67" y="0"/>
                </a:lnTo>
                <a:cubicBezTo>
                  <a:pt x="30" y="0"/>
                  <a:pt x="0" y="29"/>
                  <a:pt x="0" y="66"/>
                </a:cubicBezTo>
                <a:lnTo>
                  <a:pt x="0" y="2546"/>
                </a:lnTo>
                <a:cubicBezTo>
                  <a:pt x="0" y="2583"/>
                  <a:pt x="30" y="2613"/>
                  <a:pt x="67" y="2613"/>
                </a:cubicBezTo>
                <a:lnTo>
                  <a:pt x="286" y="2613"/>
                </a:lnTo>
                <a:cubicBezTo>
                  <a:pt x="323" y="2613"/>
                  <a:pt x="353" y="2583"/>
                  <a:pt x="353" y="2546"/>
                </a:cubicBezTo>
                <a:lnTo>
                  <a:pt x="353" y="2226"/>
                </a:lnTo>
                <a:lnTo>
                  <a:pt x="496" y="2226"/>
                </a:lnTo>
                <a:lnTo>
                  <a:pt x="496" y="2259"/>
                </a:lnTo>
                <a:cubicBezTo>
                  <a:pt x="496" y="2358"/>
                  <a:pt x="577" y="2440"/>
                  <a:pt x="676" y="2440"/>
                </a:cubicBezTo>
                <a:lnTo>
                  <a:pt x="679" y="2440"/>
                </a:lnTo>
                <a:cubicBezTo>
                  <a:pt x="778" y="2440"/>
                  <a:pt x="860" y="2358"/>
                  <a:pt x="860" y="2259"/>
                </a:cubicBezTo>
                <a:lnTo>
                  <a:pt x="860" y="2226"/>
                </a:lnTo>
                <a:lnTo>
                  <a:pt x="1033" y="2226"/>
                </a:lnTo>
                <a:lnTo>
                  <a:pt x="1033" y="2259"/>
                </a:lnTo>
                <a:cubicBezTo>
                  <a:pt x="1033" y="2358"/>
                  <a:pt x="1115" y="2440"/>
                  <a:pt x="1214" y="2440"/>
                </a:cubicBezTo>
                <a:lnTo>
                  <a:pt x="1217" y="2440"/>
                </a:lnTo>
                <a:cubicBezTo>
                  <a:pt x="1316" y="2440"/>
                  <a:pt x="1397" y="2358"/>
                  <a:pt x="1397" y="2259"/>
                </a:cubicBezTo>
                <a:lnTo>
                  <a:pt x="1397" y="2226"/>
                </a:lnTo>
                <a:lnTo>
                  <a:pt x="2296" y="2226"/>
                </a:lnTo>
                <a:lnTo>
                  <a:pt x="2296" y="2546"/>
                </a:lnTo>
                <a:cubicBezTo>
                  <a:pt x="2296" y="2583"/>
                  <a:pt x="2325" y="2613"/>
                  <a:pt x="2362" y="2613"/>
                </a:cubicBezTo>
                <a:lnTo>
                  <a:pt x="2582" y="2613"/>
                </a:lnTo>
                <a:cubicBezTo>
                  <a:pt x="2619" y="2613"/>
                  <a:pt x="2648" y="2583"/>
                  <a:pt x="2648" y="2546"/>
                </a:cubicBezTo>
                <a:lnTo>
                  <a:pt x="2648" y="66"/>
                </a:lnTo>
                <a:cubicBezTo>
                  <a:pt x="2648" y="29"/>
                  <a:pt x="2619" y="0"/>
                  <a:pt x="2582" y="0"/>
                </a:cubicBezTo>
                <a:close/>
                <a:moveTo>
                  <a:pt x="553" y="520"/>
                </a:moveTo>
                <a:lnTo>
                  <a:pt x="553" y="559"/>
                </a:lnTo>
                <a:cubicBezTo>
                  <a:pt x="553" y="659"/>
                  <a:pt x="635" y="740"/>
                  <a:pt x="734" y="740"/>
                </a:cubicBezTo>
                <a:lnTo>
                  <a:pt x="737" y="740"/>
                </a:lnTo>
                <a:cubicBezTo>
                  <a:pt x="836" y="740"/>
                  <a:pt x="918" y="659"/>
                  <a:pt x="918" y="559"/>
                </a:cubicBezTo>
                <a:lnTo>
                  <a:pt x="918" y="520"/>
                </a:lnTo>
                <a:lnTo>
                  <a:pt x="1091" y="520"/>
                </a:lnTo>
                <a:lnTo>
                  <a:pt x="1091" y="559"/>
                </a:lnTo>
                <a:cubicBezTo>
                  <a:pt x="1091" y="659"/>
                  <a:pt x="1172" y="740"/>
                  <a:pt x="1272" y="740"/>
                </a:cubicBezTo>
                <a:lnTo>
                  <a:pt x="1275" y="740"/>
                </a:lnTo>
                <a:cubicBezTo>
                  <a:pt x="1374" y="740"/>
                  <a:pt x="1455" y="659"/>
                  <a:pt x="1455" y="559"/>
                </a:cubicBezTo>
                <a:lnTo>
                  <a:pt x="1455" y="520"/>
                </a:lnTo>
                <a:lnTo>
                  <a:pt x="2296" y="520"/>
                </a:lnTo>
                <a:lnTo>
                  <a:pt x="2296" y="1240"/>
                </a:lnTo>
                <a:lnTo>
                  <a:pt x="2051" y="1240"/>
                </a:lnTo>
                <a:lnTo>
                  <a:pt x="2051" y="1188"/>
                </a:lnTo>
                <a:cubicBezTo>
                  <a:pt x="2051" y="1088"/>
                  <a:pt x="1970" y="1007"/>
                  <a:pt x="1870" y="1007"/>
                </a:cubicBezTo>
                <a:lnTo>
                  <a:pt x="1868" y="1007"/>
                </a:lnTo>
                <a:cubicBezTo>
                  <a:pt x="1768" y="1007"/>
                  <a:pt x="1687" y="1088"/>
                  <a:pt x="1687" y="1188"/>
                </a:cubicBezTo>
                <a:lnTo>
                  <a:pt x="1687" y="1240"/>
                </a:lnTo>
                <a:lnTo>
                  <a:pt x="1513" y="1240"/>
                </a:lnTo>
                <a:lnTo>
                  <a:pt x="1513" y="1188"/>
                </a:lnTo>
                <a:cubicBezTo>
                  <a:pt x="1513" y="1088"/>
                  <a:pt x="1432" y="1007"/>
                  <a:pt x="1332" y="1007"/>
                </a:cubicBezTo>
                <a:lnTo>
                  <a:pt x="1330" y="1007"/>
                </a:lnTo>
                <a:cubicBezTo>
                  <a:pt x="1230" y="1007"/>
                  <a:pt x="1149" y="1088"/>
                  <a:pt x="1149" y="1188"/>
                </a:cubicBezTo>
                <a:lnTo>
                  <a:pt x="1149" y="1240"/>
                </a:lnTo>
                <a:lnTo>
                  <a:pt x="353" y="1240"/>
                </a:lnTo>
                <a:lnTo>
                  <a:pt x="353" y="520"/>
                </a:lnTo>
                <a:lnTo>
                  <a:pt x="553" y="520"/>
                </a:lnTo>
                <a:close/>
                <a:moveTo>
                  <a:pt x="1397" y="2093"/>
                </a:moveTo>
                <a:lnTo>
                  <a:pt x="1397" y="2060"/>
                </a:lnTo>
                <a:cubicBezTo>
                  <a:pt x="1397" y="1961"/>
                  <a:pt x="1316" y="1880"/>
                  <a:pt x="1217" y="1880"/>
                </a:cubicBezTo>
                <a:lnTo>
                  <a:pt x="1214" y="1880"/>
                </a:lnTo>
                <a:cubicBezTo>
                  <a:pt x="1115" y="1880"/>
                  <a:pt x="1033" y="1961"/>
                  <a:pt x="1033" y="2060"/>
                </a:cubicBezTo>
                <a:lnTo>
                  <a:pt x="1033" y="2093"/>
                </a:lnTo>
                <a:lnTo>
                  <a:pt x="860" y="2093"/>
                </a:lnTo>
                <a:lnTo>
                  <a:pt x="860" y="2060"/>
                </a:lnTo>
                <a:cubicBezTo>
                  <a:pt x="860" y="1961"/>
                  <a:pt x="778" y="1880"/>
                  <a:pt x="679" y="1880"/>
                </a:cubicBezTo>
                <a:lnTo>
                  <a:pt x="676" y="1880"/>
                </a:lnTo>
                <a:cubicBezTo>
                  <a:pt x="577" y="1880"/>
                  <a:pt x="496" y="1961"/>
                  <a:pt x="496" y="2060"/>
                </a:cubicBezTo>
                <a:lnTo>
                  <a:pt x="496" y="2093"/>
                </a:lnTo>
                <a:lnTo>
                  <a:pt x="353" y="2093"/>
                </a:lnTo>
                <a:lnTo>
                  <a:pt x="353" y="1373"/>
                </a:lnTo>
                <a:lnTo>
                  <a:pt x="1149" y="1373"/>
                </a:lnTo>
                <a:lnTo>
                  <a:pt x="1149" y="1386"/>
                </a:lnTo>
                <a:cubicBezTo>
                  <a:pt x="1149" y="1486"/>
                  <a:pt x="1230" y="1567"/>
                  <a:pt x="1330" y="1567"/>
                </a:cubicBezTo>
                <a:lnTo>
                  <a:pt x="1332" y="1567"/>
                </a:lnTo>
                <a:cubicBezTo>
                  <a:pt x="1432" y="1567"/>
                  <a:pt x="1513" y="1486"/>
                  <a:pt x="1513" y="1386"/>
                </a:cubicBezTo>
                <a:lnTo>
                  <a:pt x="1513" y="1373"/>
                </a:lnTo>
                <a:lnTo>
                  <a:pt x="1687" y="1373"/>
                </a:lnTo>
                <a:lnTo>
                  <a:pt x="1687" y="1386"/>
                </a:lnTo>
                <a:cubicBezTo>
                  <a:pt x="1687" y="1486"/>
                  <a:pt x="1768" y="1567"/>
                  <a:pt x="1868" y="1567"/>
                </a:cubicBezTo>
                <a:lnTo>
                  <a:pt x="1870" y="1567"/>
                </a:lnTo>
                <a:cubicBezTo>
                  <a:pt x="1970" y="1567"/>
                  <a:pt x="2051" y="1486"/>
                  <a:pt x="2051" y="1386"/>
                </a:cubicBezTo>
                <a:lnTo>
                  <a:pt x="2051" y="1373"/>
                </a:lnTo>
                <a:lnTo>
                  <a:pt x="2296" y="1373"/>
                </a:lnTo>
                <a:lnTo>
                  <a:pt x="2296" y="2093"/>
                </a:lnTo>
                <a:lnTo>
                  <a:pt x="1397" y="2093"/>
                </a:lnTo>
                <a:close/>
              </a:path>
            </a:pathLst>
          </a:custGeom>
          <a:solidFill>
            <a:srgbClr val="BC3649"/>
          </a:solidFill>
          <a:ln>
            <a:noFill/>
          </a:ln>
        </p:spPr>
      </p:sp>
      <p:sp>
        <p:nvSpPr>
          <p:cNvPr id="40" name="old-computer-screen-and-keyboard_77334"/>
          <p:cNvSpPr/>
          <p:nvPr/>
        </p:nvSpPr>
        <p:spPr bwMode="auto">
          <a:xfrm>
            <a:off x="8506028" y="4354868"/>
            <a:ext cx="398466" cy="295119"/>
          </a:xfrm>
          <a:custGeom>
            <a:avLst/>
            <a:gdLst>
              <a:gd name="connsiteX0" fmla="*/ 77343 w 606580"/>
              <a:gd name="connsiteY0" fmla="*/ 537652 h 605592"/>
              <a:gd name="connsiteX1" fmla="*/ 64994 w 606580"/>
              <a:gd name="connsiteY1" fmla="*/ 549979 h 605592"/>
              <a:gd name="connsiteX2" fmla="*/ 77343 w 606580"/>
              <a:gd name="connsiteY2" fmla="*/ 562399 h 605592"/>
              <a:gd name="connsiteX3" fmla="*/ 529237 w 606580"/>
              <a:gd name="connsiteY3" fmla="*/ 562399 h 605592"/>
              <a:gd name="connsiteX4" fmla="*/ 541586 w 606580"/>
              <a:gd name="connsiteY4" fmla="*/ 549979 h 605592"/>
              <a:gd name="connsiteX5" fmla="*/ 529237 w 606580"/>
              <a:gd name="connsiteY5" fmla="*/ 537652 h 605592"/>
              <a:gd name="connsiteX6" fmla="*/ 462386 w 606580"/>
              <a:gd name="connsiteY6" fmla="*/ 487785 h 605592"/>
              <a:gd name="connsiteX7" fmla="*/ 450037 w 606580"/>
              <a:gd name="connsiteY7" fmla="*/ 500205 h 605592"/>
              <a:gd name="connsiteX8" fmla="*/ 462386 w 606580"/>
              <a:gd name="connsiteY8" fmla="*/ 512533 h 605592"/>
              <a:gd name="connsiteX9" fmla="*/ 492376 w 606580"/>
              <a:gd name="connsiteY9" fmla="*/ 512533 h 605592"/>
              <a:gd name="connsiteX10" fmla="*/ 504818 w 606580"/>
              <a:gd name="connsiteY10" fmla="*/ 500205 h 605592"/>
              <a:gd name="connsiteX11" fmla="*/ 492376 w 606580"/>
              <a:gd name="connsiteY11" fmla="*/ 487785 h 605592"/>
              <a:gd name="connsiteX12" fmla="*/ 375387 w 606580"/>
              <a:gd name="connsiteY12" fmla="*/ 487785 h 605592"/>
              <a:gd name="connsiteX13" fmla="*/ 362945 w 606580"/>
              <a:gd name="connsiteY13" fmla="*/ 500205 h 605592"/>
              <a:gd name="connsiteX14" fmla="*/ 375387 w 606580"/>
              <a:gd name="connsiteY14" fmla="*/ 512533 h 605592"/>
              <a:gd name="connsiteX15" fmla="*/ 405377 w 606580"/>
              <a:gd name="connsiteY15" fmla="*/ 512533 h 605592"/>
              <a:gd name="connsiteX16" fmla="*/ 417726 w 606580"/>
              <a:gd name="connsiteY16" fmla="*/ 500205 h 605592"/>
              <a:gd name="connsiteX17" fmla="*/ 405377 w 606580"/>
              <a:gd name="connsiteY17" fmla="*/ 487785 h 605592"/>
              <a:gd name="connsiteX18" fmla="*/ 288295 w 606580"/>
              <a:gd name="connsiteY18" fmla="*/ 487785 h 605592"/>
              <a:gd name="connsiteX19" fmla="*/ 275946 w 606580"/>
              <a:gd name="connsiteY19" fmla="*/ 500205 h 605592"/>
              <a:gd name="connsiteX20" fmla="*/ 288295 w 606580"/>
              <a:gd name="connsiteY20" fmla="*/ 512533 h 605592"/>
              <a:gd name="connsiteX21" fmla="*/ 318285 w 606580"/>
              <a:gd name="connsiteY21" fmla="*/ 512533 h 605592"/>
              <a:gd name="connsiteX22" fmla="*/ 330727 w 606580"/>
              <a:gd name="connsiteY22" fmla="*/ 500205 h 605592"/>
              <a:gd name="connsiteX23" fmla="*/ 318285 w 606580"/>
              <a:gd name="connsiteY23" fmla="*/ 487785 h 605592"/>
              <a:gd name="connsiteX24" fmla="*/ 201296 w 606580"/>
              <a:gd name="connsiteY24" fmla="*/ 487785 h 605592"/>
              <a:gd name="connsiteX25" fmla="*/ 188854 w 606580"/>
              <a:gd name="connsiteY25" fmla="*/ 500205 h 605592"/>
              <a:gd name="connsiteX26" fmla="*/ 201296 w 606580"/>
              <a:gd name="connsiteY26" fmla="*/ 512533 h 605592"/>
              <a:gd name="connsiteX27" fmla="*/ 231286 w 606580"/>
              <a:gd name="connsiteY27" fmla="*/ 512533 h 605592"/>
              <a:gd name="connsiteX28" fmla="*/ 243635 w 606580"/>
              <a:gd name="connsiteY28" fmla="*/ 500205 h 605592"/>
              <a:gd name="connsiteX29" fmla="*/ 231286 w 606580"/>
              <a:gd name="connsiteY29" fmla="*/ 487785 h 605592"/>
              <a:gd name="connsiteX30" fmla="*/ 114204 w 606580"/>
              <a:gd name="connsiteY30" fmla="*/ 487785 h 605592"/>
              <a:gd name="connsiteX31" fmla="*/ 101855 w 606580"/>
              <a:gd name="connsiteY31" fmla="*/ 500205 h 605592"/>
              <a:gd name="connsiteX32" fmla="*/ 114204 w 606580"/>
              <a:gd name="connsiteY32" fmla="*/ 512533 h 605592"/>
              <a:gd name="connsiteX33" fmla="*/ 144194 w 606580"/>
              <a:gd name="connsiteY33" fmla="*/ 512533 h 605592"/>
              <a:gd name="connsiteX34" fmla="*/ 156636 w 606580"/>
              <a:gd name="connsiteY34" fmla="*/ 500205 h 605592"/>
              <a:gd name="connsiteX35" fmla="*/ 144194 w 606580"/>
              <a:gd name="connsiteY35" fmla="*/ 487785 h 605592"/>
              <a:gd name="connsiteX36" fmla="*/ 110304 w 606580"/>
              <a:gd name="connsiteY36" fmla="*/ 468413 h 605592"/>
              <a:gd name="connsiteX37" fmla="*/ 302687 w 606580"/>
              <a:gd name="connsiteY37" fmla="*/ 468413 h 605592"/>
              <a:gd name="connsiteX38" fmla="*/ 303894 w 606580"/>
              <a:gd name="connsiteY38" fmla="*/ 468413 h 605592"/>
              <a:gd name="connsiteX39" fmla="*/ 496276 w 606580"/>
              <a:gd name="connsiteY39" fmla="*/ 468413 h 605592"/>
              <a:gd name="connsiteX40" fmla="*/ 513267 w 606580"/>
              <a:gd name="connsiteY40" fmla="*/ 472770 h 605592"/>
              <a:gd name="connsiteX41" fmla="*/ 515589 w 606580"/>
              <a:gd name="connsiteY41" fmla="*/ 474809 h 605592"/>
              <a:gd name="connsiteX42" fmla="*/ 589496 w 606580"/>
              <a:gd name="connsiteY42" fmla="*/ 538300 h 605592"/>
              <a:gd name="connsiteX43" fmla="*/ 597760 w 606580"/>
              <a:gd name="connsiteY43" fmla="*/ 545345 h 605592"/>
              <a:gd name="connsiteX44" fmla="*/ 606580 w 606580"/>
              <a:gd name="connsiteY44" fmla="*/ 569166 h 605592"/>
              <a:gd name="connsiteX45" fmla="*/ 570091 w 606580"/>
              <a:gd name="connsiteY45" fmla="*/ 605592 h 605592"/>
              <a:gd name="connsiteX46" fmla="*/ 303894 w 606580"/>
              <a:gd name="connsiteY46" fmla="*/ 605592 h 605592"/>
              <a:gd name="connsiteX47" fmla="*/ 302687 w 606580"/>
              <a:gd name="connsiteY47" fmla="*/ 605592 h 605592"/>
              <a:gd name="connsiteX48" fmla="*/ 36489 w 606580"/>
              <a:gd name="connsiteY48" fmla="*/ 605592 h 605592"/>
              <a:gd name="connsiteX49" fmla="*/ 0 w 606580"/>
              <a:gd name="connsiteY49" fmla="*/ 569166 h 605592"/>
              <a:gd name="connsiteX50" fmla="*/ 8820 w 606580"/>
              <a:gd name="connsiteY50" fmla="*/ 545345 h 605592"/>
              <a:gd name="connsiteX51" fmla="*/ 17084 w 606580"/>
              <a:gd name="connsiteY51" fmla="*/ 538300 h 605592"/>
              <a:gd name="connsiteX52" fmla="*/ 90991 w 606580"/>
              <a:gd name="connsiteY52" fmla="*/ 474809 h 605592"/>
              <a:gd name="connsiteX53" fmla="*/ 93405 w 606580"/>
              <a:gd name="connsiteY53" fmla="*/ 472770 h 605592"/>
              <a:gd name="connsiteX54" fmla="*/ 110304 w 606580"/>
              <a:gd name="connsiteY54" fmla="*/ 468413 h 605592"/>
              <a:gd name="connsiteX55" fmla="*/ 150233 w 606580"/>
              <a:gd name="connsiteY55" fmla="*/ 49396 h 605592"/>
              <a:gd name="connsiteX56" fmla="*/ 456347 w 606580"/>
              <a:gd name="connsiteY56" fmla="*/ 49396 h 605592"/>
              <a:gd name="connsiteX57" fmla="*/ 479280 w 606580"/>
              <a:gd name="connsiteY57" fmla="*/ 72295 h 605592"/>
              <a:gd name="connsiteX58" fmla="*/ 479280 w 606580"/>
              <a:gd name="connsiteY58" fmla="*/ 183541 h 605592"/>
              <a:gd name="connsiteX59" fmla="*/ 479280 w 606580"/>
              <a:gd name="connsiteY59" fmla="*/ 294788 h 605592"/>
              <a:gd name="connsiteX60" fmla="*/ 456347 w 606580"/>
              <a:gd name="connsiteY60" fmla="*/ 317686 h 605592"/>
              <a:gd name="connsiteX61" fmla="*/ 150233 w 606580"/>
              <a:gd name="connsiteY61" fmla="*/ 317686 h 605592"/>
              <a:gd name="connsiteX62" fmla="*/ 127300 w 606580"/>
              <a:gd name="connsiteY62" fmla="*/ 294788 h 605592"/>
              <a:gd name="connsiteX63" fmla="*/ 127300 w 606580"/>
              <a:gd name="connsiteY63" fmla="*/ 183541 h 605592"/>
              <a:gd name="connsiteX64" fmla="*/ 127300 w 606580"/>
              <a:gd name="connsiteY64" fmla="*/ 72295 h 605592"/>
              <a:gd name="connsiteX65" fmla="*/ 150233 w 606580"/>
              <a:gd name="connsiteY65" fmla="*/ 49396 h 605592"/>
              <a:gd name="connsiteX66" fmla="*/ 150248 w 606580"/>
              <a:gd name="connsiteY66" fmla="*/ 24750 h 605592"/>
              <a:gd name="connsiteX67" fmla="*/ 102621 w 606580"/>
              <a:gd name="connsiteY67" fmla="*/ 72304 h 605592"/>
              <a:gd name="connsiteX68" fmla="*/ 102621 w 606580"/>
              <a:gd name="connsiteY68" fmla="*/ 183541 h 605592"/>
              <a:gd name="connsiteX69" fmla="*/ 102621 w 606580"/>
              <a:gd name="connsiteY69" fmla="*/ 294777 h 605592"/>
              <a:gd name="connsiteX70" fmla="*/ 150248 w 606580"/>
              <a:gd name="connsiteY70" fmla="*/ 342331 h 605592"/>
              <a:gd name="connsiteX71" fmla="*/ 456334 w 606580"/>
              <a:gd name="connsiteY71" fmla="*/ 342331 h 605592"/>
              <a:gd name="connsiteX72" fmla="*/ 504052 w 606580"/>
              <a:gd name="connsiteY72" fmla="*/ 294777 h 605592"/>
              <a:gd name="connsiteX73" fmla="*/ 504052 w 606580"/>
              <a:gd name="connsiteY73" fmla="*/ 183541 h 605592"/>
              <a:gd name="connsiteX74" fmla="*/ 504052 w 606580"/>
              <a:gd name="connsiteY74" fmla="*/ 72304 h 605592"/>
              <a:gd name="connsiteX75" fmla="*/ 456334 w 606580"/>
              <a:gd name="connsiteY75" fmla="*/ 24750 h 605592"/>
              <a:gd name="connsiteX76" fmla="*/ 150248 w 606580"/>
              <a:gd name="connsiteY76" fmla="*/ 0 h 605592"/>
              <a:gd name="connsiteX77" fmla="*/ 456334 w 606580"/>
              <a:gd name="connsiteY77" fmla="*/ 0 h 605592"/>
              <a:gd name="connsiteX78" fmla="*/ 528747 w 606580"/>
              <a:gd name="connsiteY78" fmla="*/ 72304 h 605592"/>
              <a:gd name="connsiteX79" fmla="*/ 528747 w 606580"/>
              <a:gd name="connsiteY79" fmla="*/ 183541 h 605592"/>
              <a:gd name="connsiteX80" fmla="*/ 528747 w 606580"/>
              <a:gd name="connsiteY80" fmla="*/ 294777 h 605592"/>
              <a:gd name="connsiteX81" fmla="*/ 456334 w 606580"/>
              <a:gd name="connsiteY81" fmla="*/ 367081 h 605592"/>
              <a:gd name="connsiteX82" fmla="*/ 371477 w 606580"/>
              <a:gd name="connsiteY82" fmla="*/ 367081 h 605592"/>
              <a:gd name="connsiteX83" fmla="*/ 371477 w 606580"/>
              <a:gd name="connsiteY83" fmla="*/ 410093 h 605592"/>
              <a:gd name="connsiteX84" fmla="*/ 380391 w 606580"/>
              <a:gd name="connsiteY84" fmla="*/ 418992 h 605592"/>
              <a:gd name="connsiteX85" fmla="*/ 399240 w 606580"/>
              <a:gd name="connsiteY85" fmla="*/ 418992 h 605592"/>
              <a:gd name="connsiteX86" fmla="*/ 399240 w 606580"/>
              <a:gd name="connsiteY86" fmla="*/ 419085 h 605592"/>
              <a:gd name="connsiteX87" fmla="*/ 440094 w 606580"/>
              <a:gd name="connsiteY87" fmla="*/ 419085 h 605592"/>
              <a:gd name="connsiteX88" fmla="*/ 449007 w 606580"/>
              <a:gd name="connsiteY88" fmla="*/ 427891 h 605592"/>
              <a:gd name="connsiteX89" fmla="*/ 449007 w 606580"/>
              <a:gd name="connsiteY89" fmla="*/ 448655 h 605592"/>
              <a:gd name="connsiteX90" fmla="*/ 157643 w 606580"/>
              <a:gd name="connsiteY90" fmla="*/ 448655 h 605592"/>
              <a:gd name="connsiteX91" fmla="*/ 157643 w 606580"/>
              <a:gd name="connsiteY91" fmla="*/ 427891 h 605592"/>
              <a:gd name="connsiteX92" fmla="*/ 166557 w 606580"/>
              <a:gd name="connsiteY92" fmla="*/ 419085 h 605592"/>
              <a:gd name="connsiteX93" fmla="*/ 207318 w 606580"/>
              <a:gd name="connsiteY93" fmla="*/ 419085 h 605592"/>
              <a:gd name="connsiteX94" fmla="*/ 207318 w 606580"/>
              <a:gd name="connsiteY94" fmla="*/ 418992 h 605592"/>
              <a:gd name="connsiteX95" fmla="*/ 226167 w 606580"/>
              <a:gd name="connsiteY95" fmla="*/ 418992 h 605592"/>
              <a:gd name="connsiteX96" fmla="*/ 235080 w 606580"/>
              <a:gd name="connsiteY96" fmla="*/ 410093 h 605592"/>
              <a:gd name="connsiteX97" fmla="*/ 235080 w 606580"/>
              <a:gd name="connsiteY97" fmla="*/ 367081 h 605592"/>
              <a:gd name="connsiteX98" fmla="*/ 150248 w 606580"/>
              <a:gd name="connsiteY98" fmla="*/ 367081 h 605592"/>
              <a:gd name="connsiteX99" fmla="*/ 77834 w 606580"/>
              <a:gd name="connsiteY99" fmla="*/ 294777 h 605592"/>
              <a:gd name="connsiteX100" fmla="*/ 77834 w 606580"/>
              <a:gd name="connsiteY100" fmla="*/ 183541 h 605592"/>
              <a:gd name="connsiteX101" fmla="*/ 77834 w 606580"/>
              <a:gd name="connsiteY101" fmla="*/ 72304 h 605592"/>
              <a:gd name="connsiteX102" fmla="*/ 150248 w 606580"/>
              <a:gd name="connsiteY102" fmla="*/ 0 h 6055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</a:cxnLst>
            <a:rect l="l" t="t" r="r" b="b"/>
            <a:pathLst>
              <a:path w="606580" h="605592">
                <a:moveTo>
                  <a:pt x="77343" y="537652"/>
                </a:moveTo>
                <a:cubicBezTo>
                  <a:pt x="70565" y="537652"/>
                  <a:pt x="64994" y="543213"/>
                  <a:pt x="64994" y="549979"/>
                </a:cubicBezTo>
                <a:cubicBezTo>
                  <a:pt x="64994" y="556838"/>
                  <a:pt x="70565" y="562399"/>
                  <a:pt x="77343" y="562399"/>
                </a:cubicBezTo>
                <a:lnTo>
                  <a:pt x="529237" y="562399"/>
                </a:lnTo>
                <a:cubicBezTo>
                  <a:pt x="536108" y="562399"/>
                  <a:pt x="541586" y="556838"/>
                  <a:pt x="541586" y="549979"/>
                </a:cubicBezTo>
                <a:cubicBezTo>
                  <a:pt x="541586" y="543213"/>
                  <a:pt x="536108" y="537652"/>
                  <a:pt x="529237" y="537652"/>
                </a:cubicBezTo>
                <a:close/>
                <a:moveTo>
                  <a:pt x="462386" y="487785"/>
                </a:moveTo>
                <a:cubicBezTo>
                  <a:pt x="455516" y="487785"/>
                  <a:pt x="450037" y="493346"/>
                  <a:pt x="450037" y="500205"/>
                </a:cubicBezTo>
                <a:cubicBezTo>
                  <a:pt x="450037" y="506972"/>
                  <a:pt x="455516" y="512533"/>
                  <a:pt x="462386" y="512533"/>
                </a:cubicBezTo>
                <a:lnTo>
                  <a:pt x="492376" y="512533"/>
                </a:lnTo>
                <a:cubicBezTo>
                  <a:pt x="499247" y="512533"/>
                  <a:pt x="504818" y="506972"/>
                  <a:pt x="504818" y="500205"/>
                </a:cubicBezTo>
                <a:cubicBezTo>
                  <a:pt x="504818" y="493346"/>
                  <a:pt x="499247" y="487785"/>
                  <a:pt x="492376" y="487785"/>
                </a:cubicBezTo>
                <a:close/>
                <a:moveTo>
                  <a:pt x="375387" y="487785"/>
                </a:moveTo>
                <a:cubicBezTo>
                  <a:pt x="368516" y="487785"/>
                  <a:pt x="362945" y="493346"/>
                  <a:pt x="362945" y="500205"/>
                </a:cubicBezTo>
                <a:cubicBezTo>
                  <a:pt x="362945" y="506972"/>
                  <a:pt x="368516" y="512533"/>
                  <a:pt x="375387" y="512533"/>
                </a:cubicBezTo>
                <a:lnTo>
                  <a:pt x="405377" y="512533"/>
                </a:lnTo>
                <a:cubicBezTo>
                  <a:pt x="412155" y="512533"/>
                  <a:pt x="417726" y="506972"/>
                  <a:pt x="417726" y="500205"/>
                </a:cubicBezTo>
                <a:cubicBezTo>
                  <a:pt x="417726" y="493346"/>
                  <a:pt x="412155" y="487785"/>
                  <a:pt x="405377" y="487785"/>
                </a:cubicBezTo>
                <a:close/>
                <a:moveTo>
                  <a:pt x="288295" y="487785"/>
                </a:moveTo>
                <a:cubicBezTo>
                  <a:pt x="281424" y="487785"/>
                  <a:pt x="275946" y="493346"/>
                  <a:pt x="275946" y="500205"/>
                </a:cubicBezTo>
                <a:cubicBezTo>
                  <a:pt x="275946" y="506972"/>
                  <a:pt x="281424" y="512533"/>
                  <a:pt x="288295" y="512533"/>
                </a:cubicBezTo>
                <a:lnTo>
                  <a:pt x="318285" y="512533"/>
                </a:lnTo>
                <a:cubicBezTo>
                  <a:pt x="325156" y="512533"/>
                  <a:pt x="330727" y="506972"/>
                  <a:pt x="330727" y="500205"/>
                </a:cubicBezTo>
                <a:cubicBezTo>
                  <a:pt x="330727" y="493346"/>
                  <a:pt x="325156" y="487785"/>
                  <a:pt x="318285" y="487785"/>
                </a:cubicBezTo>
                <a:close/>
                <a:moveTo>
                  <a:pt x="201296" y="487785"/>
                </a:moveTo>
                <a:cubicBezTo>
                  <a:pt x="194425" y="487785"/>
                  <a:pt x="188854" y="493346"/>
                  <a:pt x="188854" y="500205"/>
                </a:cubicBezTo>
                <a:cubicBezTo>
                  <a:pt x="188854" y="506972"/>
                  <a:pt x="194425" y="512533"/>
                  <a:pt x="201296" y="512533"/>
                </a:cubicBezTo>
                <a:lnTo>
                  <a:pt x="231286" y="512533"/>
                </a:lnTo>
                <a:cubicBezTo>
                  <a:pt x="238064" y="512533"/>
                  <a:pt x="243635" y="506972"/>
                  <a:pt x="243635" y="500205"/>
                </a:cubicBezTo>
                <a:cubicBezTo>
                  <a:pt x="243635" y="493346"/>
                  <a:pt x="238064" y="487785"/>
                  <a:pt x="231286" y="487785"/>
                </a:cubicBezTo>
                <a:close/>
                <a:moveTo>
                  <a:pt x="114204" y="487785"/>
                </a:moveTo>
                <a:cubicBezTo>
                  <a:pt x="107333" y="487785"/>
                  <a:pt x="101855" y="493346"/>
                  <a:pt x="101855" y="500205"/>
                </a:cubicBezTo>
                <a:cubicBezTo>
                  <a:pt x="101855" y="506972"/>
                  <a:pt x="107333" y="512533"/>
                  <a:pt x="114204" y="512533"/>
                </a:cubicBezTo>
                <a:lnTo>
                  <a:pt x="144194" y="512533"/>
                </a:lnTo>
                <a:cubicBezTo>
                  <a:pt x="151065" y="512533"/>
                  <a:pt x="156636" y="506972"/>
                  <a:pt x="156636" y="500205"/>
                </a:cubicBezTo>
                <a:cubicBezTo>
                  <a:pt x="156636" y="493346"/>
                  <a:pt x="151065" y="487785"/>
                  <a:pt x="144194" y="487785"/>
                </a:cubicBezTo>
                <a:close/>
                <a:moveTo>
                  <a:pt x="110304" y="468413"/>
                </a:moveTo>
                <a:lnTo>
                  <a:pt x="302687" y="468413"/>
                </a:lnTo>
                <a:lnTo>
                  <a:pt x="303894" y="468413"/>
                </a:lnTo>
                <a:lnTo>
                  <a:pt x="496276" y="468413"/>
                </a:lnTo>
                <a:cubicBezTo>
                  <a:pt x="503240" y="468413"/>
                  <a:pt x="509461" y="470174"/>
                  <a:pt x="513267" y="472770"/>
                </a:cubicBezTo>
                <a:cubicBezTo>
                  <a:pt x="514196" y="473418"/>
                  <a:pt x="515032" y="474067"/>
                  <a:pt x="515589" y="474809"/>
                </a:cubicBezTo>
                <a:lnTo>
                  <a:pt x="589496" y="538300"/>
                </a:lnTo>
                <a:cubicBezTo>
                  <a:pt x="592560" y="540247"/>
                  <a:pt x="595346" y="542657"/>
                  <a:pt x="597760" y="545345"/>
                </a:cubicBezTo>
                <a:cubicBezTo>
                  <a:pt x="603238" y="551740"/>
                  <a:pt x="606580" y="560082"/>
                  <a:pt x="606580" y="569166"/>
                </a:cubicBezTo>
                <a:cubicBezTo>
                  <a:pt x="606580" y="589279"/>
                  <a:pt x="590239" y="605592"/>
                  <a:pt x="570091" y="605592"/>
                </a:cubicBezTo>
                <a:lnTo>
                  <a:pt x="303894" y="605592"/>
                </a:lnTo>
                <a:lnTo>
                  <a:pt x="302687" y="605592"/>
                </a:lnTo>
                <a:lnTo>
                  <a:pt x="36489" y="605592"/>
                </a:lnTo>
                <a:cubicBezTo>
                  <a:pt x="16341" y="605592"/>
                  <a:pt x="0" y="589279"/>
                  <a:pt x="0" y="569166"/>
                </a:cubicBezTo>
                <a:cubicBezTo>
                  <a:pt x="0" y="560082"/>
                  <a:pt x="3342" y="551740"/>
                  <a:pt x="8820" y="545345"/>
                </a:cubicBezTo>
                <a:cubicBezTo>
                  <a:pt x="11234" y="542657"/>
                  <a:pt x="14020" y="540247"/>
                  <a:pt x="17084" y="538300"/>
                </a:cubicBezTo>
                <a:lnTo>
                  <a:pt x="90991" y="474809"/>
                </a:lnTo>
                <a:cubicBezTo>
                  <a:pt x="91641" y="474067"/>
                  <a:pt x="92384" y="473418"/>
                  <a:pt x="93405" y="472770"/>
                </a:cubicBezTo>
                <a:cubicBezTo>
                  <a:pt x="97212" y="470174"/>
                  <a:pt x="103340" y="468413"/>
                  <a:pt x="110304" y="468413"/>
                </a:cubicBezTo>
                <a:close/>
                <a:moveTo>
                  <a:pt x="150233" y="49396"/>
                </a:moveTo>
                <a:lnTo>
                  <a:pt x="456347" y="49396"/>
                </a:lnTo>
                <a:cubicBezTo>
                  <a:pt x="468974" y="49396"/>
                  <a:pt x="479280" y="59687"/>
                  <a:pt x="479280" y="72295"/>
                </a:cubicBezTo>
                <a:lnTo>
                  <a:pt x="479280" y="183541"/>
                </a:lnTo>
                <a:lnTo>
                  <a:pt x="479280" y="294788"/>
                </a:lnTo>
                <a:cubicBezTo>
                  <a:pt x="479280" y="307396"/>
                  <a:pt x="468974" y="317686"/>
                  <a:pt x="456347" y="317686"/>
                </a:cubicBezTo>
                <a:lnTo>
                  <a:pt x="150233" y="317686"/>
                </a:lnTo>
                <a:cubicBezTo>
                  <a:pt x="137606" y="317686"/>
                  <a:pt x="127300" y="307396"/>
                  <a:pt x="127300" y="294788"/>
                </a:cubicBezTo>
                <a:lnTo>
                  <a:pt x="127300" y="183541"/>
                </a:lnTo>
                <a:lnTo>
                  <a:pt x="127300" y="72295"/>
                </a:lnTo>
                <a:cubicBezTo>
                  <a:pt x="127300" y="59687"/>
                  <a:pt x="137606" y="49396"/>
                  <a:pt x="150233" y="49396"/>
                </a:cubicBezTo>
                <a:close/>
                <a:moveTo>
                  <a:pt x="150248" y="24750"/>
                </a:moveTo>
                <a:cubicBezTo>
                  <a:pt x="123881" y="24750"/>
                  <a:pt x="102621" y="45978"/>
                  <a:pt x="102621" y="72304"/>
                </a:cubicBezTo>
                <a:lnTo>
                  <a:pt x="102621" y="183541"/>
                </a:lnTo>
                <a:lnTo>
                  <a:pt x="102621" y="294777"/>
                </a:lnTo>
                <a:cubicBezTo>
                  <a:pt x="102621" y="321103"/>
                  <a:pt x="123881" y="342331"/>
                  <a:pt x="150248" y="342331"/>
                </a:cubicBezTo>
                <a:lnTo>
                  <a:pt x="456334" y="342331"/>
                </a:lnTo>
                <a:cubicBezTo>
                  <a:pt x="482700" y="342331"/>
                  <a:pt x="504052" y="321103"/>
                  <a:pt x="504052" y="294777"/>
                </a:cubicBezTo>
                <a:lnTo>
                  <a:pt x="504052" y="183541"/>
                </a:lnTo>
                <a:lnTo>
                  <a:pt x="504052" y="72304"/>
                </a:lnTo>
                <a:cubicBezTo>
                  <a:pt x="504052" y="45978"/>
                  <a:pt x="482700" y="24750"/>
                  <a:pt x="456334" y="24750"/>
                </a:cubicBezTo>
                <a:close/>
                <a:moveTo>
                  <a:pt x="150248" y="0"/>
                </a:moveTo>
                <a:lnTo>
                  <a:pt x="456334" y="0"/>
                </a:lnTo>
                <a:cubicBezTo>
                  <a:pt x="496254" y="0"/>
                  <a:pt x="528747" y="32444"/>
                  <a:pt x="528747" y="72304"/>
                </a:cubicBezTo>
                <a:lnTo>
                  <a:pt x="528747" y="183541"/>
                </a:lnTo>
                <a:lnTo>
                  <a:pt x="528747" y="294777"/>
                </a:lnTo>
                <a:cubicBezTo>
                  <a:pt x="528747" y="334637"/>
                  <a:pt x="496254" y="367081"/>
                  <a:pt x="456334" y="367081"/>
                </a:cubicBezTo>
                <a:lnTo>
                  <a:pt x="371477" y="367081"/>
                </a:lnTo>
                <a:lnTo>
                  <a:pt x="371477" y="410093"/>
                </a:lnTo>
                <a:cubicBezTo>
                  <a:pt x="371477" y="415006"/>
                  <a:pt x="375470" y="418992"/>
                  <a:pt x="380391" y="418992"/>
                </a:cubicBezTo>
                <a:lnTo>
                  <a:pt x="399240" y="418992"/>
                </a:lnTo>
                <a:lnTo>
                  <a:pt x="399240" y="419085"/>
                </a:lnTo>
                <a:lnTo>
                  <a:pt x="440094" y="419085"/>
                </a:lnTo>
                <a:cubicBezTo>
                  <a:pt x="445015" y="419085"/>
                  <a:pt x="449007" y="422978"/>
                  <a:pt x="449007" y="427891"/>
                </a:cubicBezTo>
                <a:lnTo>
                  <a:pt x="449007" y="448655"/>
                </a:lnTo>
                <a:lnTo>
                  <a:pt x="157643" y="448655"/>
                </a:lnTo>
                <a:lnTo>
                  <a:pt x="157643" y="427891"/>
                </a:lnTo>
                <a:cubicBezTo>
                  <a:pt x="157643" y="422978"/>
                  <a:pt x="161636" y="419085"/>
                  <a:pt x="166557" y="419085"/>
                </a:cubicBezTo>
                <a:lnTo>
                  <a:pt x="207318" y="419085"/>
                </a:lnTo>
                <a:lnTo>
                  <a:pt x="207318" y="418992"/>
                </a:lnTo>
                <a:lnTo>
                  <a:pt x="226167" y="418992"/>
                </a:lnTo>
                <a:cubicBezTo>
                  <a:pt x="231088" y="418992"/>
                  <a:pt x="235080" y="415006"/>
                  <a:pt x="235080" y="410093"/>
                </a:cubicBezTo>
                <a:lnTo>
                  <a:pt x="235080" y="367081"/>
                </a:lnTo>
                <a:lnTo>
                  <a:pt x="150248" y="367081"/>
                </a:lnTo>
                <a:cubicBezTo>
                  <a:pt x="110327" y="367081"/>
                  <a:pt x="77834" y="334637"/>
                  <a:pt x="77834" y="294777"/>
                </a:cubicBezTo>
                <a:lnTo>
                  <a:pt x="77834" y="183541"/>
                </a:lnTo>
                <a:lnTo>
                  <a:pt x="77834" y="72304"/>
                </a:lnTo>
                <a:cubicBezTo>
                  <a:pt x="77834" y="32444"/>
                  <a:pt x="110327" y="0"/>
                  <a:pt x="150248" y="0"/>
                </a:cubicBezTo>
                <a:close/>
              </a:path>
            </a:pathLst>
          </a:custGeom>
          <a:solidFill>
            <a:srgbClr val="BC3649"/>
          </a:solidFill>
          <a:ln>
            <a:noFill/>
          </a:ln>
        </p:spPr>
      </p:sp>
      <p:cxnSp>
        <p:nvCxnSpPr>
          <p:cNvPr id="84" name="直接连接符 83"/>
          <p:cNvCxnSpPr/>
          <p:nvPr/>
        </p:nvCxnSpPr>
        <p:spPr>
          <a:xfrm>
            <a:off x="8705261" y="3813175"/>
            <a:ext cx="0" cy="474663"/>
          </a:xfrm>
          <a:prstGeom prst="line">
            <a:avLst/>
          </a:prstGeom>
          <a:noFill/>
          <a:ln w="28575" cap="flat" cmpd="sng">
            <a:solidFill>
              <a:srgbClr val="BC3649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sp>
        <p:nvSpPr>
          <p:cNvPr id="108" name="文本框 107"/>
          <p:cNvSpPr txBox="1"/>
          <p:nvPr/>
        </p:nvSpPr>
        <p:spPr>
          <a:xfrm>
            <a:off x="1672761" y="4766979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神经网络基础</a:t>
            </a:r>
          </a:p>
        </p:txBody>
      </p:sp>
      <p:sp>
        <p:nvSpPr>
          <p:cNvPr id="90" name="文本框 89"/>
          <p:cNvSpPr txBox="1"/>
          <p:nvPr/>
        </p:nvSpPr>
        <p:spPr>
          <a:xfrm>
            <a:off x="8151263" y="476697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深度学习</a:t>
            </a:r>
          </a:p>
        </p:txBody>
      </p:sp>
      <p:pic>
        <p:nvPicPr>
          <p:cNvPr id="110" name="图片 10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7997" y="1097721"/>
            <a:ext cx="1645803" cy="1084891"/>
          </a:xfrm>
          <a:prstGeom prst="rect">
            <a:avLst/>
          </a:prstGeom>
        </p:spPr>
      </p:pic>
      <p:grpSp>
        <p:nvGrpSpPr>
          <p:cNvPr id="128" name="243693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2766822" y="2412201"/>
            <a:ext cx="6438900" cy="950119"/>
            <a:chOff x="1803400" y="1598613"/>
            <a:chExt cx="8585200" cy="1266825"/>
          </a:xfrm>
        </p:grpSpPr>
        <p:sp>
          <p:nvSpPr>
            <p:cNvPr id="129" name="ï$ḻíḓé"/>
            <p:cNvSpPr/>
            <p:nvPr/>
          </p:nvSpPr>
          <p:spPr>
            <a:xfrm>
              <a:off x="1803400" y="1598613"/>
              <a:ext cx="1371600" cy="1266825"/>
            </a:xfrm>
            <a:prstGeom prst="roundRect">
              <a:avLst/>
            </a:prstGeom>
            <a:solidFill>
              <a:srgbClr val="BC3649"/>
            </a:solidFill>
            <a:ln w="12700" cap="flat">
              <a:noFill/>
              <a:miter lim="400000"/>
            </a:ln>
            <a:effectLst/>
          </p:spPr>
          <p:txBody>
            <a:bodyPr wrap="square" lIns="91440" tIns="45720" rIns="91440" bIns="45720" numCol="1" anchor="ctr">
              <a:normAutofit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1pPr>
              <a:lvl2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2pPr>
              <a:lvl3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3pPr>
              <a:lvl4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4pPr>
              <a:lvl5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5pPr>
              <a:lvl6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6pPr>
              <a:lvl7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7pPr>
              <a:lvl8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8pPr>
              <a:lvl9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9pPr>
            </a:lstStyle>
            <a:p>
              <a:pPr>
                <a:spcBef>
                  <a:spcPct val="0"/>
                </a:spcBef>
              </a:pPr>
              <a:r>
                <a:rPr lang="zh-CN" altLang="en-US" sz="1800" b="1" dirty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输入</a:t>
              </a:r>
            </a:p>
          </p:txBody>
        </p:sp>
        <p:sp>
          <p:nvSpPr>
            <p:cNvPr id="130" name="íšliḋè"/>
            <p:cNvSpPr/>
            <p:nvPr/>
          </p:nvSpPr>
          <p:spPr>
            <a:xfrm>
              <a:off x="9017000" y="1598613"/>
              <a:ext cx="1371600" cy="1266825"/>
            </a:xfrm>
            <a:prstGeom prst="roundRect">
              <a:avLst/>
            </a:prstGeom>
            <a:solidFill>
              <a:srgbClr val="BC3649"/>
            </a:solidFill>
            <a:ln w="12700" cap="flat">
              <a:noFill/>
              <a:miter lim="400000"/>
            </a:ln>
            <a:effectLst/>
          </p:spPr>
          <p:txBody>
            <a:bodyPr wrap="square" lIns="91440" tIns="45720" rIns="91440" bIns="45720" numCol="1" anchor="ctr">
              <a:normAutofit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1pPr>
              <a:lvl2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2pPr>
              <a:lvl3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3pPr>
              <a:lvl4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4pPr>
              <a:lvl5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5pPr>
              <a:lvl6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6pPr>
              <a:lvl7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7pPr>
              <a:lvl8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8pPr>
              <a:lvl9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9pPr>
            </a:lstStyle>
            <a:p>
              <a:pPr>
                <a:spcBef>
                  <a:spcPct val="0"/>
                </a:spcBef>
              </a:pPr>
              <a:r>
                <a:rPr lang="zh-CN" altLang="en-US" sz="1800" b="1" dirty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输出</a:t>
              </a:r>
            </a:p>
          </p:txBody>
        </p:sp>
        <p:sp>
          <p:nvSpPr>
            <p:cNvPr id="131" name="ïsḷïḑè"/>
            <p:cNvSpPr/>
            <p:nvPr/>
          </p:nvSpPr>
          <p:spPr>
            <a:xfrm>
              <a:off x="3606801" y="1598613"/>
              <a:ext cx="1371601" cy="1266825"/>
            </a:xfrm>
            <a:prstGeom prst="roundRect">
              <a:avLst/>
            </a:prstGeom>
            <a:solidFill>
              <a:srgbClr val="BC3649"/>
            </a:solidFill>
            <a:ln w="12700" cap="flat">
              <a:noFill/>
              <a:miter lim="400000"/>
            </a:ln>
            <a:effectLst/>
          </p:spPr>
          <p:txBody>
            <a:bodyPr wrap="square" lIns="91440" tIns="45720" rIns="91440" bIns="45720" numCol="1" anchor="ctr">
              <a:normAutofit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1pPr>
              <a:lvl2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2pPr>
              <a:lvl3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3pPr>
              <a:lvl4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4pPr>
              <a:lvl5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5pPr>
              <a:lvl6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6pPr>
              <a:lvl7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7pPr>
              <a:lvl8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8pPr>
              <a:lvl9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9pPr>
            </a:lstStyle>
            <a:p>
              <a:pPr>
                <a:spcBef>
                  <a:spcPct val="0"/>
                </a:spcBef>
              </a:pPr>
              <a:r>
                <a:rPr lang="zh-CN" altLang="en-US" sz="1800" b="1" dirty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建模</a:t>
              </a:r>
            </a:p>
          </p:txBody>
        </p:sp>
        <p:sp>
          <p:nvSpPr>
            <p:cNvPr id="132" name="ïšḷïḓé"/>
            <p:cNvSpPr/>
            <p:nvPr/>
          </p:nvSpPr>
          <p:spPr>
            <a:xfrm>
              <a:off x="5410203" y="1598613"/>
              <a:ext cx="1371600" cy="1266825"/>
            </a:xfrm>
            <a:prstGeom prst="roundRect">
              <a:avLst/>
            </a:prstGeom>
            <a:solidFill>
              <a:srgbClr val="BC3649"/>
            </a:solidFill>
            <a:ln w="12700" cap="flat">
              <a:noFill/>
              <a:miter lim="400000"/>
            </a:ln>
            <a:effectLst/>
          </p:spPr>
          <p:txBody>
            <a:bodyPr wrap="square" lIns="91440" tIns="45720" rIns="91440" bIns="45720" numCol="1" anchor="ctr">
              <a:normAutofit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1pPr>
              <a:lvl2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2pPr>
              <a:lvl3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3pPr>
              <a:lvl4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4pPr>
              <a:lvl5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5pPr>
              <a:lvl6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6pPr>
              <a:lvl7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7pPr>
              <a:lvl8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8pPr>
              <a:lvl9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9pPr>
            </a:lstStyle>
            <a:p>
              <a:pPr>
                <a:spcBef>
                  <a:spcPct val="0"/>
                </a:spcBef>
              </a:pPr>
              <a:r>
                <a:rPr lang="zh-CN" altLang="en-US" sz="1800" b="1" dirty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实现</a:t>
              </a:r>
            </a:p>
          </p:txBody>
        </p:sp>
        <p:sp>
          <p:nvSpPr>
            <p:cNvPr id="133" name="íśḻíḑè"/>
            <p:cNvSpPr/>
            <p:nvPr/>
          </p:nvSpPr>
          <p:spPr>
            <a:xfrm>
              <a:off x="7213603" y="1598613"/>
              <a:ext cx="1371600" cy="1266825"/>
            </a:xfrm>
            <a:prstGeom prst="roundRect">
              <a:avLst/>
            </a:prstGeom>
            <a:solidFill>
              <a:srgbClr val="BC3649"/>
            </a:solidFill>
            <a:ln w="12700" cap="flat">
              <a:noFill/>
              <a:miter lim="400000"/>
            </a:ln>
            <a:effectLst/>
          </p:spPr>
          <p:txBody>
            <a:bodyPr wrap="square" lIns="91440" tIns="45720" rIns="91440" bIns="45720" numCol="1" anchor="ctr">
              <a:normAutofit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1pPr>
              <a:lvl2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2pPr>
              <a:lvl3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3pPr>
              <a:lvl4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4pPr>
              <a:lvl5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5pPr>
              <a:lvl6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6pPr>
              <a:lvl7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7pPr>
              <a:lvl8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8pPr>
              <a:lvl9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9pPr>
            </a:lstStyle>
            <a:p>
              <a:pPr>
                <a:spcBef>
                  <a:spcPct val="0"/>
                </a:spcBef>
              </a:pPr>
              <a:r>
                <a:rPr lang="zh-CN" altLang="en-US" sz="1800" b="1" dirty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运行</a:t>
              </a:r>
            </a:p>
          </p:txBody>
        </p:sp>
        <p:sp>
          <p:nvSpPr>
            <p:cNvPr id="134" name="ïṣḷïḍè"/>
            <p:cNvSpPr/>
            <p:nvPr/>
          </p:nvSpPr>
          <p:spPr>
            <a:xfrm>
              <a:off x="3289300" y="2079625"/>
              <a:ext cx="203201" cy="304800"/>
            </a:xfrm>
            <a:prstGeom prst="rightArrow">
              <a:avLst>
                <a:gd name="adj1" fmla="val 32000"/>
                <a:gd name="adj2" fmla="val 275000"/>
              </a:avLst>
            </a:prstGeom>
            <a:solidFill>
              <a:srgbClr val="BC3649"/>
            </a:solidFill>
            <a:ln w="12700" cap="flat">
              <a:noFill/>
              <a:miter lim="400000"/>
            </a:ln>
            <a:effectLst/>
          </p:spPr>
          <p:txBody>
            <a:bodyPr wrap="square" lIns="91440" tIns="45720" rIns="91440" bIns="45720" numCol="1" anchor="ctr">
              <a:normAutofit fontScale="25000" lnSpcReduction="20000"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1pPr>
              <a:lvl2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2pPr>
              <a:lvl3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3pPr>
              <a:lvl4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4pPr>
              <a:lvl5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5pPr>
              <a:lvl6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6pPr>
              <a:lvl7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7pPr>
              <a:lvl8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8pPr>
              <a:lvl9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9pPr>
            </a:lstStyle>
            <a:p>
              <a:pPr algn="l" defTabSz="584200">
                <a:lnSpc>
                  <a:spcPct val="110000"/>
                </a:lnSpc>
                <a:spcBef>
                  <a:spcPts val="3000"/>
                </a:spcBef>
                <a:defRPr sz="2000">
                  <a:solidFill>
                    <a:srgbClr val="4C4C4C"/>
                  </a:solidFill>
                </a:defRPr>
              </a:pPr>
              <a:endParaRPr sz="2000"/>
            </a:p>
          </p:txBody>
        </p:sp>
        <p:sp>
          <p:nvSpPr>
            <p:cNvPr id="135" name="ïṧḷïḓé"/>
            <p:cNvSpPr/>
            <p:nvPr/>
          </p:nvSpPr>
          <p:spPr>
            <a:xfrm>
              <a:off x="5092702" y="2079625"/>
              <a:ext cx="203201" cy="304800"/>
            </a:xfrm>
            <a:prstGeom prst="rightArrow">
              <a:avLst>
                <a:gd name="adj1" fmla="val 32000"/>
                <a:gd name="adj2" fmla="val 275000"/>
              </a:avLst>
            </a:prstGeom>
            <a:solidFill>
              <a:srgbClr val="BC3649"/>
            </a:solidFill>
            <a:ln w="12700" cap="flat">
              <a:noFill/>
              <a:miter lim="400000"/>
            </a:ln>
            <a:effectLst/>
          </p:spPr>
          <p:txBody>
            <a:bodyPr wrap="square" lIns="91440" tIns="45720" rIns="91440" bIns="45720" numCol="1" anchor="ctr">
              <a:normAutofit fontScale="25000" lnSpcReduction="20000"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1pPr>
              <a:lvl2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2pPr>
              <a:lvl3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3pPr>
              <a:lvl4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4pPr>
              <a:lvl5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5pPr>
              <a:lvl6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6pPr>
              <a:lvl7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7pPr>
              <a:lvl8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8pPr>
              <a:lvl9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9pPr>
            </a:lstStyle>
            <a:p>
              <a:pPr algn="l" defTabSz="584200">
                <a:lnSpc>
                  <a:spcPct val="110000"/>
                </a:lnSpc>
                <a:spcBef>
                  <a:spcPts val="3000"/>
                </a:spcBef>
                <a:defRPr sz="2000">
                  <a:solidFill>
                    <a:srgbClr val="4C4C4C"/>
                  </a:solidFill>
                </a:defRPr>
              </a:pPr>
              <a:endParaRPr sz="2000">
                <a:solidFill>
                  <a:schemeClr val="bg1"/>
                </a:solidFill>
              </a:endParaRPr>
            </a:p>
          </p:txBody>
        </p:sp>
        <p:sp>
          <p:nvSpPr>
            <p:cNvPr id="136" name="iṡļíḍè"/>
            <p:cNvSpPr/>
            <p:nvPr/>
          </p:nvSpPr>
          <p:spPr>
            <a:xfrm>
              <a:off x="8699503" y="2079625"/>
              <a:ext cx="203200" cy="304800"/>
            </a:xfrm>
            <a:prstGeom prst="rightArrow">
              <a:avLst>
                <a:gd name="adj1" fmla="val 32000"/>
                <a:gd name="adj2" fmla="val 275000"/>
              </a:avLst>
            </a:prstGeom>
            <a:solidFill>
              <a:srgbClr val="BC3649"/>
            </a:solidFill>
            <a:ln w="12700" cap="flat">
              <a:noFill/>
              <a:miter lim="400000"/>
            </a:ln>
            <a:effectLst/>
          </p:spPr>
          <p:txBody>
            <a:bodyPr wrap="square" lIns="91440" tIns="45720" rIns="91440" bIns="45720" numCol="1" anchor="ctr">
              <a:normAutofit fontScale="25000" lnSpcReduction="20000"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1pPr>
              <a:lvl2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2pPr>
              <a:lvl3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3pPr>
              <a:lvl4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4pPr>
              <a:lvl5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5pPr>
              <a:lvl6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6pPr>
              <a:lvl7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7pPr>
              <a:lvl8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8pPr>
              <a:lvl9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9pPr>
            </a:lstStyle>
            <a:p>
              <a:pPr algn="l" defTabSz="584200">
                <a:lnSpc>
                  <a:spcPct val="110000"/>
                </a:lnSpc>
                <a:spcBef>
                  <a:spcPts val="3000"/>
                </a:spcBef>
                <a:defRPr sz="2000">
                  <a:solidFill>
                    <a:srgbClr val="4C4C4C"/>
                  </a:solidFill>
                </a:defRPr>
              </a:pPr>
              <a:endParaRPr sz="2000">
                <a:solidFill>
                  <a:schemeClr val="bg1"/>
                </a:solidFill>
              </a:endParaRPr>
            </a:p>
          </p:txBody>
        </p:sp>
        <p:sp>
          <p:nvSpPr>
            <p:cNvPr id="137" name="ïş1ïḓè"/>
            <p:cNvSpPr/>
            <p:nvPr/>
          </p:nvSpPr>
          <p:spPr>
            <a:xfrm>
              <a:off x="6896103" y="2079625"/>
              <a:ext cx="203200" cy="304800"/>
            </a:xfrm>
            <a:prstGeom prst="rightArrow">
              <a:avLst>
                <a:gd name="adj1" fmla="val 32000"/>
                <a:gd name="adj2" fmla="val 275000"/>
              </a:avLst>
            </a:prstGeom>
            <a:solidFill>
              <a:srgbClr val="BC3649"/>
            </a:solidFill>
            <a:ln w="12700" cap="flat">
              <a:noFill/>
              <a:miter lim="400000"/>
            </a:ln>
            <a:effectLst/>
          </p:spPr>
          <p:txBody>
            <a:bodyPr wrap="square" lIns="91440" tIns="45720" rIns="91440" bIns="45720" numCol="1" anchor="ctr">
              <a:normAutofit fontScale="25000" lnSpcReduction="20000"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1pPr>
              <a:lvl2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2pPr>
              <a:lvl3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3pPr>
              <a:lvl4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4pPr>
              <a:lvl5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5pPr>
              <a:lvl6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6pPr>
              <a:lvl7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7pPr>
              <a:lvl8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8pPr>
              <a:lvl9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9pPr>
            </a:lstStyle>
            <a:p>
              <a:pPr algn="l" defTabSz="584200">
                <a:lnSpc>
                  <a:spcPct val="110000"/>
                </a:lnSpc>
                <a:spcBef>
                  <a:spcPts val="3000"/>
                </a:spcBef>
                <a:defRPr sz="2000">
                  <a:solidFill>
                    <a:srgbClr val="4C4C4C"/>
                  </a:solidFill>
                </a:defRPr>
              </a:pPr>
              <a:endParaRPr sz="2000">
                <a:solidFill>
                  <a:schemeClr val="bg1"/>
                </a:solidFill>
              </a:endParaRPr>
            </a:p>
          </p:txBody>
        </p:sp>
      </p:grpSp>
      <p:pic>
        <p:nvPicPr>
          <p:cNvPr id="25" name="图片 24" descr="图片包含 星星, 碗, 水, 夜空&#10;&#10;描述已自动生成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5729" y="1204565"/>
            <a:ext cx="1436303" cy="871200"/>
          </a:xfrm>
          <a:prstGeom prst="rect">
            <a:avLst/>
          </a:prstGeom>
        </p:spPr>
      </p:pic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B54BD4-5486-4A33-9B83-769ED7785D49}" type="slidenum">
              <a:rPr lang="zh-CN" altLang="en-US" smtClean="0"/>
              <a:t>34</a:t>
            </a:fld>
            <a:endParaRPr lang="en-US" altLang="zh-CN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神经网络基础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1949190" y="1971450"/>
            <a:ext cx="3380587" cy="3645408"/>
            <a:chOff x="461765" y="1792225"/>
            <a:chExt cx="3380587" cy="3645408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968" r="18589" b="8852"/>
            <a:stretch>
              <a:fillRect/>
            </a:stretch>
          </p:blipFill>
          <p:spPr>
            <a:xfrm>
              <a:off x="461765" y="1792225"/>
              <a:ext cx="3342140" cy="3645408"/>
            </a:xfrm>
            <a:prstGeom prst="rect">
              <a:avLst/>
            </a:prstGeom>
          </p:spPr>
        </p:pic>
        <p:pic>
          <p:nvPicPr>
            <p:cNvPr id="37" name="图片 36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081" t="6738" r="18590" b="73143"/>
            <a:stretch>
              <a:fillRect/>
            </a:stretch>
          </p:blipFill>
          <p:spPr>
            <a:xfrm>
              <a:off x="1901952" y="4718304"/>
              <a:ext cx="1940400" cy="719329"/>
            </a:xfrm>
            <a:prstGeom prst="rect">
              <a:avLst/>
            </a:prstGeom>
          </p:spPr>
        </p:pic>
      </p:grpSp>
      <p:sp>
        <p:nvSpPr>
          <p:cNvPr id="38" name="ï$ḻíḓé"/>
          <p:cNvSpPr/>
          <p:nvPr/>
        </p:nvSpPr>
        <p:spPr>
          <a:xfrm>
            <a:off x="6191616" y="3377382"/>
            <a:ext cx="2833953" cy="703684"/>
          </a:xfrm>
          <a:prstGeom prst="roundRect">
            <a:avLst/>
          </a:prstGeom>
          <a:solidFill>
            <a:srgbClr val="BC3649"/>
          </a:solidFill>
          <a:ln w="12700" cap="flat">
            <a:noFill/>
            <a:miter lim="400000"/>
          </a:ln>
          <a:effectLst/>
        </p:spPr>
        <p:txBody>
          <a:bodyPr wrap="square" lIns="91440" tIns="45720" rIns="91440" bIns="45720" numCol="1" anchor="ctr">
            <a:norm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1pPr>
            <a:lvl2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2pPr>
            <a:lvl3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3pPr>
            <a:lvl4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4pPr>
            <a:lvl5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5pPr>
            <a:lvl6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6pPr>
            <a:lvl7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7pPr>
            <a:lvl8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8pPr>
            <a:lvl9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zh-CN" sz="18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Sigmoid / </a:t>
            </a:r>
            <a:r>
              <a:rPr lang="en-US" altLang="zh-CN" sz="1800" b="1" dirty="0" err="1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ReLU</a:t>
            </a:r>
            <a:r>
              <a:rPr lang="en-US" altLang="zh-CN" sz="18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/ </a:t>
            </a:r>
            <a:r>
              <a:rPr lang="en-US" altLang="zh-CN" sz="1800" b="1" dirty="0" err="1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tanh</a:t>
            </a:r>
            <a:endParaRPr lang="zh-CN" altLang="en-US" sz="18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39" name="ï$ḻíḓé"/>
          <p:cNvSpPr/>
          <p:nvPr/>
        </p:nvSpPr>
        <p:spPr>
          <a:xfrm>
            <a:off x="6191616" y="1465364"/>
            <a:ext cx="2833953" cy="703684"/>
          </a:xfrm>
          <a:prstGeom prst="roundRect">
            <a:avLst/>
          </a:prstGeom>
          <a:solidFill>
            <a:srgbClr val="BC3649"/>
          </a:solidFill>
          <a:ln w="12700" cap="flat">
            <a:noFill/>
            <a:miter lim="400000"/>
          </a:ln>
          <a:effectLst/>
        </p:spPr>
        <p:txBody>
          <a:bodyPr wrap="square" lIns="91440" tIns="45720" rIns="91440" bIns="45720" numCol="1" anchor="ctr">
            <a:norm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1pPr>
            <a:lvl2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2pPr>
            <a:lvl3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3pPr>
            <a:lvl4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4pPr>
            <a:lvl5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5pPr>
            <a:lvl6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6pPr>
            <a:lvl7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7pPr>
            <a:lvl8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8pPr>
            <a:lvl9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9pPr>
          </a:lstStyle>
          <a:p>
            <a:pPr>
              <a:spcBef>
                <a:spcPct val="0"/>
              </a:spcBef>
            </a:pPr>
            <a:r>
              <a:rPr lang="zh-CN" altLang="en-US" sz="1800" b="1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颜色 </a:t>
            </a:r>
            <a:r>
              <a:rPr lang="en-US" altLang="zh-CN" sz="1800" b="1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/ </a:t>
            </a:r>
            <a:r>
              <a:rPr lang="zh-CN" altLang="en-US" sz="1800" b="1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纹理</a:t>
            </a:r>
            <a:r>
              <a:rPr lang="en-US" altLang="zh-CN" sz="1800" b="1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/ </a:t>
            </a:r>
            <a:r>
              <a:rPr lang="zh-CN" altLang="en-US" sz="1800" b="1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形状特征</a:t>
            </a:r>
            <a:endParaRPr lang="en-US" altLang="zh-CN" sz="18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40" name="ï$ḻíḓé"/>
          <p:cNvSpPr/>
          <p:nvPr/>
        </p:nvSpPr>
        <p:spPr>
          <a:xfrm>
            <a:off x="6191617" y="2421373"/>
            <a:ext cx="2833953" cy="703684"/>
          </a:xfrm>
          <a:prstGeom prst="roundRect">
            <a:avLst/>
          </a:prstGeom>
          <a:solidFill>
            <a:srgbClr val="BC3649"/>
          </a:solidFill>
          <a:ln w="12700" cap="flat">
            <a:noFill/>
            <a:miter lim="400000"/>
          </a:ln>
          <a:effectLst/>
        </p:spPr>
        <p:txBody>
          <a:bodyPr wrap="square" lIns="91440" tIns="45720" rIns="91440" bIns="45720" numCol="1" anchor="ctr">
            <a:norm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1pPr>
            <a:lvl2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2pPr>
            <a:lvl3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3pPr>
            <a:lvl4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4pPr>
            <a:lvl5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5pPr>
            <a:lvl6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6pPr>
            <a:lvl7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7pPr>
            <a:lvl8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8pPr>
            <a:lvl9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9pPr>
          </a:lstStyle>
          <a:p>
            <a:pPr>
              <a:spcBef>
                <a:spcPct val="0"/>
              </a:spcBef>
            </a:pPr>
            <a:r>
              <a:rPr lang="zh-CN" altLang="en-US" sz="18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监督</a:t>
            </a:r>
            <a:r>
              <a:rPr lang="en-US" altLang="zh-CN" sz="18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/ </a:t>
            </a:r>
            <a:r>
              <a:rPr lang="zh-CN" altLang="en-US" sz="18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无监督</a:t>
            </a:r>
          </a:p>
        </p:txBody>
      </p:sp>
      <p:sp>
        <p:nvSpPr>
          <p:cNvPr id="41" name="ï$ḻíḓé"/>
          <p:cNvSpPr/>
          <p:nvPr/>
        </p:nvSpPr>
        <p:spPr>
          <a:xfrm>
            <a:off x="6191616" y="4333391"/>
            <a:ext cx="2833953" cy="703684"/>
          </a:xfrm>
          <a:prstGeom prst="roundRect">
            <a:avLst/>
          </a:prstGeom>
          <a:solidFill>
            <a:srgbClr val="BC3649"/>
          </a:solidFill>
          <a:ln w="12700" cap="flat">
            <a:noFill/>
            <a:miter lim="400000"/>
          </a:ln>
          <a:effectLst/>
        </p:spPr>
        <p:txBody>
          <a:bodyPr wrap="square" lIns="91440" tIns="45720" rIns="91440" bIns="45720" numCol="1" anchor="ctr">
            <a:normAutofit fontScale="92500" lnSpcReduction="20000"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1pPr>
            <a:lvl2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2pPr>
            <a:lvl3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3pPr>
            <a:lvl4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4pPr>
            <a:lvl5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5pPr>
            <a:lvl6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6pPr>
            <a:lvl7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7pPr>
            <a:lvl8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8pPr>
            <a:lvl9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zh-CN" sz="18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Forward Propagation</a:t>
            </a:r>
          </a:p>
          <a:p>
            <a:pPr>
              <a:spcBef>
                <a:spcPct val="0"/>
              </a:spcBef>
            </a:pPr>
            <a:endParaRPr lang="en-US" altLang="zh-CN" sz="18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spcBef>
                <a:spcPct val="0"/>
              </a:spcBef>
            </a:pPr>
            <a:r>
              <a:rPr lang="en-US" altLang="zh-CN" sz="18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Back Propagation</a:t>
            </a:r>
            <a:endParaRPr lang="zh-CN" altLang="en-US" sz="18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42" name="ï$ḻíḓé"/>
          <p:cNvSpPr/>
          <p:nvPr/>
        </p:nvSpPr>
        <p:spPr>
          <a:xfrm>
            <a:off x="6164192" y="5289400"/>
            <a:ext cx="2833953" cy="703684"/>
          </a:xfrm>
          <a:prstGeom prst="roundRect">
            <a:avLst/>
          </a:prstGeom>
          <a:solidFill>
            <a:srgbClr val="BC3649"/>
          </a:solidFill>
          <a:ln w="12700" cap="flat">
            <a:noFill/>
            <a:miter lim="400000"/>
          </a:ln>
          <a:effectLst/>
        </p:spPr>
        <p:txBody>
          <a:bodyPr wrap="square" lIns="91440" tIns="45720" rIns="91440" bIns="45720" numCol="1" anchor="ctr">
            <a:norm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1pPr>
            <a:lvl2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2pPr>
            <a:lvl3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3pPr>
            <a:lvl4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4pPr>
            <a:lvl5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5pPr>
            <a:lvl6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6pPr>
            <a:lvl7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7pPr>
            <a:lvl8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8pPr>
            <a:lvl9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9pPr>
          </a:lstStyle>
          <a:p>
            <a:pPr>
              <a:spcBef>
                <a:spcPct val="0"/>
              </a:spcBef>
            </a:pPr>
            <a:r>
              <a:rPr lang="zh-CN" altLang="en-US" sz="18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最优化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B54BD4-5486-4A33-9B83-769ED7785D49}" type="slidenum">
              <a:rPr lang="zh-CN" altLang="en-US" smtClean="0"/>
              <a:t>35</a:t>
            </a:fld>
            <a:endParaRPr lang="en-US" altLang="zh-CN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深度学习</a:t>
            </a:r>
          </a:p>
        </p:txBody>
      </p:sp>
      <p:sp>
        <p:nvSpPr>
          <p:cNvPr id="6" name="内容占位符 5"/>
          <p:cNvSpPr txBox="1"/>
          <p:nvPr/>
        </p:nvSpPr>
        <p:spPr>
          <a:xfrm>
            <a:off x="1961030" y="1241770"/>
            <a:ext cx="6172200" cy="563184"/>
          </a:xfrm>
          <a:prstGeom prst="rect">
            <a:avLst/>
          </a:prstGeom>
        </p:spPr>
        <p:txBody>
          <a:bodyPr vert="horz">
            <a:noAutofit/>
          </a:bodyPr>
          <a:lstStyle>
            <a:lvl1pPr marL="274320" indent="-274320" algn="l" rtl="0" eaLnBrk="1" latinLnBrk="0" hangingPunct="1">
              <a:lnSpc>
                <a:spcPct val="150000"/>
              </a:lnSpc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/>
              <a:buChar char=""/>
              <a:defRPr kumimoji="0" sz="2600" kern="120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defRPr>
            </a:lvl1pPr>
            <a:lvl2pPr marL="548640" indent="-274320" algn="l" rtl="0" eaLnBrk="1" latinLnBrk="0" hangingPunct="1">
              <a:lnSpc>
                <a:spcPct val="150000"/>
              </a:lnSpc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/>
              <a:buChar char=""/>
              <a:defRPr kumimoji="0" sz="2300" kern="1200">
                <a:solidFill>
                  <a:schemeClr val="tx2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defRPr>
            </a:lvl2pPr>
            <a:lvl3pPr marL="822960" indent="-228600" algn="l" rtl="0" eaLnBrk="1" latinLnBrk="0" hangingPunct="1">
              <a:lnSpc>
                <a:spcPct val="150000"/>
              </a:lnSpc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 panose="05040102010807070707"/>
              <a:buChar char=""/>
              <a:defRPr kumimoji="0" sz="2000" kern="120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defRPr>
            </a:lvl3pPr>
            <a:lvl4pPr marL="1097280" indent="-228600" algn="l" rtl="0" eaLnBrk="1" latinLnBrk="0" hangingPunct="1">
              <a:lnSpc>
                <a:spcPct val="150000"/>
              </a:lnSpc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 panose="05000000000000000000"/>
              <a:buChar char=""/>
              <a:defRPr kumimoji="0" sz="1800" kern="120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defRPr>
            </a:lvl4pPr>
            <a:lvl5pPr marL="1371600" indent="-228600" algn="l" rtl="0" eaLnBrk="1" latinLnBrk="0" hangingPunct="1">
              <a:lnSpc>
                <a:spcPct val="150000"/>
              </a:lnSpc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/>
              <a:buChar char=""/>
              <a:defRPr kumimoji="0" sz="1600" kern="120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 panose="05040102010807070707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 panose="05040102010807070707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 panose="05040102010807070707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 panose="05040102010807070707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传统模式识别</a:t>
            </a:r>
            <a:endParaRPr lang="en-US" altLang="zh-CN" dirty="0"/>
          </a:p>
        </p:txBody>
      </p:sp>
      <p:sp>
        <p:nvSpPr>
          <p:cNvPr id="16" name="矩形 15"/>
          <p:cNvSpPr/>
          <p:nvPr/>
        </p:nvSpPr>
        <p:spPr>
          <a:xfrm>
            <a:off x="1944905" y="4159139"/>
            <a:ext cx="85555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深度学习最重要的作用是</a:t>
            </a: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表征学习</a:t>
            </a:r>
            <a:r>
              <a:rPr lang="en-US" altLang="zh-CN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, </a:t>
            </a:r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学习层级化的特征，“深度”这词指的就是很多层</a:t>
            </a:r>
          </a:p>
        </p:txBody>
      </p:sp>
      <p:grpSp>
        <p:nvGrpSpPr>
          <p:cNvPr id="28" name="组合 27"/>
          <p:cNvGrpSpPr/>
          <p:nvPr/>
        </p:nvGrpSpPr>
        <p:grpSpPr>
          <a:xfrm>
            <a:off x="3548828" y="2083603"/>
            <a:ext cx="5666891" cy="774074"/>
            <a:chOff x="2024827" y="2083603"/>
            <a:chExt cx="5666891" cy="774074"/>
          </a:xfrm>
        </p:grpSpPr>
        <p:pic>
          <p:nvPicPr>
            <p:cNvPr id="7" name="内容占位符 4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2024827" y="2083603"/>
              <a:ext cx="1032099" cy="7740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9" name="矩形 8"/>
            <p:cNvSpPr/>
            <p:nvPr/>
          </p:nvSpPr>
          <p:spPr bwMode="auto">
            <a:xfrm>
              <a:off x="4168387" y="2083603"/>
              <a:ext cx="1210437" cy="774074"/>
            </a:xfrm>
            <a:prstGeom prst="rect">
              <a:avLst/>
            </a:prstGeom>
            <a:noFill/>
            <a:ln>
              <a:solidFill>
                <a:srgbClr val="66C157"/>
              </a:solidFill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zh-CN" altLang="en-US" sz="1600" dirty="0">
                  <a:solidFill>
                    <a:schemeClr val="tx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手工</a:t>
              </a:r>
              <a:endParaRPr lang="en-US" altLang="zh-CN" sz="1600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  <a:p>
              <a:pPr algn="ctr"/>
              <a:r>
                <a:rPr lang="zh-CN" altLang="en-US" sz="1600" dirty="0">
                  <a:solidFill>
                    <a:schemeClr val="tx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提取特征</a:t>
              </a:r>
            </a:p>
          </p:txBody>
        </p:sp>
        <p:sp>
          <p:nvSpPr>
            <p:cNvPr id="10" name="矩形 9"/>
            <p:cNvSpPr/>
            <p:nvPr/>
          </p:nvSpPr>
          <p:spPr bwMode="auto">
            <a:xfrm>
              <a:off x="6507301" y="2083603"/>
              <a:ext cx="1184417" cy="774074"/>
            </a:xfrm>
            <a:prstGeom prst="rect">
              <a:avLst/>
            </a:prstGeom>
            <a:noFill/>
            <a:ln>
              <a:solidFill>
                <a:srgbClr val="66C157"/>
              </a:solidFill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l"/>
              <a:r>
                <a:rPr lang="zh-CN" altLang="en-US" sz="1600" dirty="0">
                  <a:solidFill>
                    <a:schemeClr val="tx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训练分类器</a:t>
              </a:r>
            </a:p>
          </p:txBody>
        </p:sp>
        <p:cxnSp>
          <p:nvCxnSpPr>
            <p:cNvPr id="17" name="直接箭头连接符 16"/>
            <p:cNvCxnSpPr/>
            <p:nvPr/>
          </p:nvCxnSpPr>
          <p:spPr bwMode="auto">
            <a:xfrm>
              <a:off x="3237493" y="2461644"/>
              <a:ext cx="604376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8" name="直接箭头连接符 17"/>
            <p:cNvCxnSpPr/>
            <p:nvPr/>
          </p:nvCxnSpPr>
          <p:spPr bwMode="auto">
            <a:xfrm>
              <a:off x="5715775" y="2461644"/>
              <a:ext cx="604376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grpSp>
        <p:nvGrpSpPr>
          <p:cNvPr id="27" name="组合 26"/>
          <p:cNvGrpSpPr/>
          <p:nvPr/>
        </p:nvGrpSpPr>
        <p:grpSpPr>
          <a:xfrm>
            <a:off x="3648993" y="4528472"/>
            <a:ext cx="5425740" cy="1115179"/>
            <a:chOff x="1533323" y="3973869"/>
            <a:chExt cx="5425740" cy="1115179"/>
          </a:xfrm>
        </p:grpSpPr>
        <p:pic>
          <p:nvPicPr>
            <p:cNvPr id="8" name="内容占位符 4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1533323" y="4314974"/>
              <a:ext cx="1032099" cy="7740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1" name="矩形 10"/>
            <p:cNvSpPr/>
            <p:nvPr/>
          </p:nvSpPr>
          <p:spPr bwMode="auto">
            <a:xfrm>
              <a:off x="2775437" y="4314974"/>
              <a:ext cx="924111" cy="774074"/>
            </a:xfrm>
            <a:prstGeom prst="rect">
              <a:avLst/>
            </a:prstGeom>
            <a:noFill/>
            <a:ln>
              <a:solidFill>
                <a:srgbClr val="66C157"/>
              </a:solidFill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l"/>
              <a:endParaRPr lang="zh-CN" altLang="en-US" sz="1200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2" name="矩形 11"/>
            <p:cNvSpPr/>
            <p:nvPr/>
          </p:nvSpPr>
          <p:spPr bwMode="auto">
            <a:xfrm>
              <a:off x="6034952" y="4314974"/>
              <a:ext cx="924111" cy="774074"/>
            </a:xfrm>
            <a:prstGeom prst="rect">
              <a:avLst/>
            </a:prstGeom>
            <a:noFill/>
            <a:ln>
              <a:solidFill>
                <a:srgbClr val="66C157"/>
              </a:solidFill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l"/>
              <a:r>
                <a:rPr lang="zh-CN" altLang="en-US" sz="1200" dirty="0">
                  <a:solidFill>
                    <a:schemeClr val="tx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训练分类器</a:t>
              </a:r>
            </a:p>
          </p:txBody>
        </p:sp>
        <p:sp>
          <p:nvSpPr>
            <p:cNvPr id="13" name="矩形 12"/>
            <p:cNvSpPr/>
            <p:nvPr/>
          </p:nvSpPr>
          <p:spPr bwMode="auto">
            <a:xfrm>
              <a:off x="3855557" y="4314974"/>
              <a:ext cx="924111" cy="774074"/>
            </a:xfrm>
            <a:prstGeom prst="rect">
              <a:avLst/>
            </a:prstGeom>
            <a:noFill/>
            <a:ln>
              <a:solidFill>
                <a:srgbClr val="66C157"/>
              </a:solidFill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l"/>
              <a:endParaRPr lang="zh-CN" altLang="en-US" sz="1200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4" name="矩形 13"/>
            <p:cNvSpPr/>
            <p:nvPr/>
          </p:nvSpPr>
          <p:spPr bwMode="auto">
            <a:xfrm>
              <a:off x="4935677" y="4314974"/>
              <a:ext cx="924111" cy="774074"/>
            </a:xfrm>
            <a:prstGeom prst="rect">
              <a:avLst/>
            </a:prstGeom>
            <a:noFill/>
            <a:ln>
              <a:solidFill>
                <a:srgbClr val="66C157"/>
              </a:solidFill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l"/>
              <a:endParaRPr lang="zh-CN" altLang="en-US" sz="1200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5" name="右大括号 14"/>
            <p:cNvSpPr/>
            <p:nvPr/>
          </p:nvSpPr>
          <p:spPr bwMode="auto">
            <a:xfrm rot="16200000">
              <a:off x="4165067" y="2683484"/>
              <a:ext cx="305089" cy="2885860"/>
            </a:xfrm>
            <a:prstGeom prst="rightBrac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68580" tIns="34290" rIns="68580" bIns="34290" numCol="1" rtlCol="0" anchor="ctr" anchorCtr="0" compatLnSpc="1"/>
            <a:lstStyle/>
            <a:p>
              <a:pPr algn="ctr" defTabSz="68580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20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flipH="1">
              <a:off x="2928425" y="4562905"/>
              <a:ext cx="624920" cy="508153"/>
            </a:xfrm>
            <a:prstGeom prst="rect">
              <a:avLst/>
            </a:prstGeom>
          </p:spPr>
        </p:pic>
        <p:sp>
          <p:nvSpPr>
            <p:cNvPr id="20" name="文本框 19"/>
            <p:cNvSpPr txBox="1"/>
            <p:nvPr/>
          </p:nvSpPr>
          <p:spPr>
            <a:xfrm>
              <a:off x="2835435" y="4305074"/>
              <a:ext cx="80021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底层特征</a:t>
              </a:r>
            </a:p>
          </p:txBody>
        </p:sp>
        <p:pic>
          <p:nvPicPr>
            <p:cNvPr id="21" name="图片 2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048101" y="4585179"/>
              <a:ext cx="572140" cy="459296"/>
            </a:xfrm>
            <a:prstGeom prst="rect">
              <a:avLst/>
            </a:prstGeom>
          </p:spPr>
        </p:pic>
        <p:sp>
          <p:nvSpPr>
            <p:cNvPr id="22" name="文本框 21"/>
            <p:cNvSpPr txBox="1"/>
            <p:nvPr/>
          </p:nvSpPr>
          <p:spPr>
            <a:xfrm>
              <a:off x="3936445" y="4304666"/>
              <a:ext cx="80021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中层特征</a:t>
              </a:r>
            </a:p>
          </p:txBody>
        </p:sp>
        <p:pic>
          <p:nvPicPr>
            <p:cNvPr id="23" name="图片 22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103704" y="4585004"/>
              <a:ext cx="572140" cy="457309"/>
            </a:xfrm>
            <a:prstGeom prst="rect">
              <a:avLst/>
            </a:prstGeom>
          </p:spPr>
        </p:pic>
        <p:sp>
          <p:nvSpPr>
            <p:cNvPr id="24" name="文本框 23"/>
            <p:cNvSpPr txBox="1"/>
            <p:nvPr/>
          </p:nvSpPr>
          <p:spPr>
            <a:xfrm>
              <a:off x="5006388" y="4314951"/>
              <a:ext cx="80021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高层特征</a:t>
              </a:r>
            </a:p>
          </p:txBody>
        </p:sp>
      </p:grpSp>
      <p:sp>
        <p:nvSpPr>
          <p:cNvPr id="26" name="内容占位符 5"/>
          <p:cNvSpPr txBox="1"/>
          <p:nvPr/>
        </p:nvSpPr>
        <p:spPr>
          <a:xfrm>
            <a:off x="1944904" y="3226816"/>
            <a:ext cx="6172200" cy="563184"/>
          </a:xfrm>
          <a:prstGeom prst="rect">
            <a:avLst/>
          </a:prstGeom>
        </p:spPr>
        <p:txBody>
          <a:bodyPr vert="horz">
            <a:noAutofit/>
          </a:bodyPr>
          <a:lstStyle>
            <a:lvl1pPr marL="274320" indent="-274320" algn="l" rtl="0" eaLnBrk="1" latinLnBrk="0" hangingPunct="1">
              <a:lnSpc>
                <a:spcPct val="150000"/>
              </a:lnSpc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/>
              <a:buChar char=""/>
              <a:defRPr kumimoji="0" sz="2600" kern="120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defRPr>
            </a:lvl1pPr>
            <a:lvl2pPr marL="548640" indent="-274320" algn="l" rtl="0" eaLnBrk="1" latinLnBrk="0" hangingPunct="1">
              <a:lnSpc>
                <a:spcPct val="150000"/>
              </a:lnSpc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/>
              <a:buChar char=""/>
              <a:defRPr kumimoji="0" sz="2300" kern="1200">
                <a:solidFill>
                  <a:schemeClr val="tx2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defRPr>
            </a:lvl2pPr>
            <a:lvl3pPr marL="822960" indent="-228600" algn="l" rtl="0" eaLnBrk="1" latinLnBrk="0" hangingPunct="1">
              <a:lnSpc>
                <a:spcPct val="150000"/>
              </a:lnSpc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 panose="05040102010807070707"/>
              <a:buChar char=""/>
              <a:defRPr kumimoji="0" sz="2000" kern="120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defRPr>
            </a:lvl3pPr>
            <a:lvl4pPr marL="1097280" indent="-228600" algn="l" rtl="0" eaLnBrk="1" latinLnBrk="0" hangingPunct="1">
              <a:lnSpc>
                <a:spcPct val="150000"/>
              </a:lnSpc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 panose="05000000000000000000"/>
              <a:buChar char=""/>
              <a:defRPr kumimoji="0" sz="1800" kern="120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defRPr>
            </a:lvl4pPr>
            <a:lvl5pPr marL="1371600" indent="-228600" algn="l" rtl="0" eaLnBrk="1" latinLnBrk="0" hangingPunct="1">
              <a:lnSpc>
                <a:spcPct val="150000"/>
              </a:lnSpc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/>
              <a:buChar char=""/>
              <a:defRPr kumimoji="0" sz="1600" kern="120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 panose="05040102010807070707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 panose="05040102010807070707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 panose="05040102010807070707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 panose="05040102010807070707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深度学习，就是多层人工神经网络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B54BD4-5486-4A33-9B83-769ED7785D49}" type="slidenum">
              <a:rPr lang="zh-CN" altLang="en-US" smtClean="0"/>
              <a:t>36</a:t>
            </a:fld>
            <a:endParaRPr lang="en-US" altLang="zh-CN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深度学习</a:t>
            </a:r>
          </a:p>
        </p:txBody>
      </p:sp>
      <p:sp>
        <p:nvSpPr>
          <p:cNvPr id="6" name="内容占位符 5"/>
          <p:cNvSpPr txBox="1"/>
          <p:nvPr/>
        </p:nvSpPr>
        <p:spPr>
          <a:xfrm>
            <a:off x="1372874" y="1229643"/>
            <a:ext cx="6172200" cy="563184"/>
          </a:xfrm>
          <a:prstGeom prst="rect">
            <a:avLst/>
          </a:prstGeom>
        </p:spPr>
        <p:txBody>
          <a:bodyPr vert="horz">
            <a:noAutofit/>
          </a:bodyPr>
          <a:lstStyle>
            <a:lvl1pPr marL="274320" indent="-274320" algn="l" rtl="0" eaLnBrk="1" latinLnBrk="0" hangingPunct="1">
              <a:lnSpc>
                <a:spcPct val="150000"/>
              </a:lnSpc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/>
              <a:buChar char=""/>
              <a:defRPr kumimoji="0" sz="2600" kern="120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defRPr>
            </a:lvl1pPr>
            <a:lvl2pPr marL="548640" indent="-274320" algn="l" rtl="0" eaLnBrk="1" latinLnBrk="0" hangingPunct="1">
              <a:lnSpc>
                <a:spcPct val="150000"/>
              </a:lnSpc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/>
              <a:buChar char=""/>
              <a:defRPr kumimoji="0" sz="2300" kern="1200">
                <a:solidFill>
                  <a:schemeClr val="tx2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defRPr>
            </a:lvl2pPr>
            <a:lvl3pPr marL="822960" indent="-228600" algn="l" rtl="0" eaLnBrk="1" latinLnBrk="0" hangingPunct="1">
              <a:lnSpc>
                <a:spcPct val="150000"/>
              </a:lnSpc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 panose="05040102010807070707"/>
              <a:buChar char=""/>
              <a:defRPr kumimoji="0" sz="2000" kern="120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defRPr>
            </a:lvl3pPr>
            <a:lvl4pPr marL="1097280" indent="-228600" algn="l" rtl="0" eaLnBrk="1" latinLnBrk="0" hangingPunct="1">
              <a:lnSpc>
                <a:spcPct val="150000"/>
              </a:lnSpc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 panose="05000000000000000000"/>
              <a:buChar char=""/>
              <a:defRPr kumimoji="0" sz="1800" kern="120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defRPr>
            </a:lvl4pPr>
            <a:lvl5pPr marL="1371600" indent="-228600" algn="l" rtl="0" eaLnBrk="1" latinLnBrk="0" hangingPunct="1">
              <a:lnSpc>
                <a:spcPct val="150000"/>
              </a:lnSpc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/>
              <a:buChar char=""/>
              <a:defRPr kumimoji="0" sz="1600" kern="120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 panose="05040102010807070707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 panose="05040102010807070707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 panose="05040102010807070707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 panose="05040102010807070707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算法</a:t>
            </a:r>
            <a:endParaRPr lang="en-US" altLang="zh-CN" dirty="0"/>
          </a:p>
        </p:txBody>
      </p:sp>
      <p:sp>
        <p:nvSpPr>
          <p:cNvPr id="30" name="文本框 29"/>
          <p:cNvSpPr txBox="1"/>
          <p:nvPr/>
        </p:nvSpPr>
        <p:spPr>
          <a:xfrm>
            <a:off x="1772780" y="2192600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内容图像</a:t>
            </a:r>
          </a:p>
        </p:txBody>
      </p:sp>
      <p:sp>
        <p:nvSpPr>
          <p:cNvPr id="31" name="文本框 30"/>
          <p:cNvSpPr txBox="1"/>
          <p:nvPr/>
        </p:nvSpPr>
        <p:spPr>
          <a:xfrm>
            <a:off x="1772780" y="5428339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风格图像</a:t>
            </a:r>
          </a:p>
        </p:txBody>
      </p:sp>
      <p:pic>
        <p:nvPicPr>
          <p:cNvPr id="3" name="图片 2"/>
          <p:cNvPicPr/>
          <p:nvPr/>
        </p:nvPicPr>
        <p:blipFill rotWithShape="1">
          <a:blip r:embed="rId2"/>
          <a:srcRect t="471"/>
          <a:stretch>
            <a:fillRect/>
          </a:stretch>
        </p:blipFill>
        <p:spPr>
          <a:xfrm>
            <a:off x="2658974" y="3432090"/>
            <a:ext cx="1800000" cy="1080000"/>
          </a:xfrm>
          <a:prstGeom prst="rect">
            <a:avLst/>
          </a:prstGeom>
        </p:spPr>
      </p:pic>
      <p:sp>
        <p:nvSpPr>
          <p:cNvPr id="32" name="文本框 31"/>
          <p:cNvSpPr txBox="1"/>
          <p:nvPr/>
        </p:nvSpPr>
        <p:spPr>
          <a:xfrm>
            <a:off x="1772781" y="3825775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原始图像</a:t>
            </a:r>
          </a:p>
        </p:txBody>
      </p:sp>
      <p:sp>
        <p:nvSpPr>
          <p:cNvPr id="33" name="ï$ḻíḓé"/>
          <p:cNvSpPr/>
          <p:nvPr/>
        </p:nvSpPr>
        <p:spPr>
          <a:xfrm>
            <a:off x="4773443" y="1946542"/>
            <a:ext cx="1672179" cy="751056"/>
          </a:xfrm>
          <a:prstGeom prst="roundRect">
            <a:avLst/>
          </a:prstGeom>
          <a:solidFill>
            <a:srgbClr val="BC3649"/>
          </a:solidFill>
          <a:ln w="12700" cap="flat">
            <a:noFill/>
            <a:miter lim="400000"/>
          </a:ln>
          <a:effectLst/>
        </p:spPr>
        <p:txBody>
          <a:bodyPr wrap="square" lIns="91440" tIns="45720" rIns="91440" bIns="45720" numCol="1" anchor="ctr">
            <a:norm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1pPr>
            <a:lvl2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2pPr>
            <a:lvl3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3pPr>
            <a:lvl4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4pPr>
            <a:lvl5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5pPr>
            <a:lvl6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6pPr>
            <a:lvl7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7pPr>
            <a:lvl8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8pPr>
            <a:lvl9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9pPr>
          </a:lstStyle>
          <a:p>
            <a:pPr>
              <a:spcBef>
                <a:spcPct val="0"/>
              </a:spcBef>
            </a:pPr>
            <a:r>
              <a:rPr lang="zh-CN" altLang="en-US" sz="18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卷积神经网络</a:t>
            </a:r>
          </a:p>
        </p:txBody>
      </p:sp>
      <p:sp>
        <p:nvSpPr>
          <p:cNvPr id="34" name="ï$ḻíḓé"/>
          <p:cNvSpPr/>
          <p:nvPr/>
        </p:nvSpPr>
        <p:spPr>
          <a:xfrm>
            <a:off x="4804058" y="3550848"/>
            <a:ext cx="1641564" cy="751056"/>
          </a:xfrm>
          <a:prstGeom prst="roundRect">
            <a:avLst/>
          </a:prstGeom>
          <a:solidFill>
            <a:srgbClr val="BC3649"/>
          </a:solidFill>
          <a:ln w="12700" cap="flat">
            <a:noFill/>
            <a:miter lim="400000"/>
          </a:ln>
          <a:effectLst/>
        </p:spPr>
        <p:txBody>
          <a:bodyPr wrap="square" lIns="91440" tIns="45720" rIns="91440" bIns="45720" numCol="1" anchor="ctr">
            <a:norm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1pPr>
            <a:lvl2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2pPr>
            <a:lvl3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3pPr>
            <a:lvl4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4pPr>
            <a:lvl5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5pPr>
            <a:lvl6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6pPr>
            <a:lvl7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7pPr>
            <a:lvl8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8pPr>
            <a:lvl9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9pPr>
          </a:lstStyle>
          <a:p>
            <a:pPr>
              <a:spcBef>
                <a:spcPct val="0"/>
              </a:spcBef>
            </a:pPr>
            <a:r>
              <a:rPr lang="zh-CN" altLang="en-US" sz="18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卷积神经网络</a:t>
            </a:r>
          </a:p>
        </p:txBody>
      </p:sp>
      <p:sp>
        <p:nvSpPr>
          <p:cNvPr id="35" name="ï$ḻíḓé"/>
          <p:cNvSpPr/>
          <p:nvPr/>
        </p:nvSpPr>
        <p:spPr>
          <a:xfrm>
            <a:off x="4773443" y="5182444"/>
            <a:ext cx="1672179" cy="751056"/>
          </a:xfrm>
          <a:prstGeom prst="roundRect">
            <a:avLst/>
          </a:prstGeom>
          <a:solidFill>
            <a:srgbClr val="BC3649"/>
          </a:solidFill>
          <a:ln w="12700" cap="flat">
            <a:noFill/>
            <a:miter lim="400000"/>
          </a:ln>
          <a:effectLst/>
        </p:spPr>
        <p:txBody>
          <a:bodyPr wrap="square" lIns="91440" tIns="45720" rIns="91440" bIns="45720" numCol="1" anchor="ctr">
            <a:norm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1pPr>
            <a:lvl2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2pPr>
            <a:lvl3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3pPr>
            <a:lvl4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4pPr>
            <a:lvl5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5pPr>
            <a:lvl6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6pPr>
            <a:lvl7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7pPr>
            <a:lvl8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8pPr>
            <a:lvl9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9pPr>
          </a:lstStyle>
          <a:p>
            <a:pPr>
              <a:spcBef>
                <a:spcPct val="0"/>
              </a:spcBef>
            </a:pPr>
            <a:r>
              <a:rPr lang="zh-CN" altLang="en-US" sz="18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卷积神经网络</a:t>
            </a:r>
          </a:p>
        </p:txBody>
      </p:sp>
      <p:sp>
        <p:nvSpPr>
          <p:cNvPr id="36" name="ïṣḷïḍè"/>
          <p:cNvSpPr/>
          <p:nvPr/>
        </p:nvSpPr>
        <p:spPr>
          <a:xfrm>
            <a:off x="4576308" y="2207194"/>
            <a:ext cx="152401" cy="228600"/>
          </a:xfrm>
          <a:prstGeom prst="rightArrow">
            <a:avLst>
              <a:gd name="adj1" fmla="val 32000"/>
              <a:gd name="adj2" fmla="val 275000"/>
            </a:avLst>
          </a:prstGeom>
          <a:solidFill>
            <a:srgbClr val="BC3649"/>
          </a:solidFill>
          <a:ln w="12700" cap="flat">
            <a:noFill/>
            <a:miter lim="400000"/>
          </a:ln>
          <a:effectLst/>
        </p:spPr>
        <p:txBody>
          <a:bodyPr wrap="square" lIns="91440" tIns="45720" rIns="91440" bIns="45720" numCol="1" anchor="ctr">
            <a:normAutofit fontScale="25000" lnSpcReduction="20000"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1pPr>
            <a:lvl2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2pPr>
            <a:lvl3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3pPr>
            <a:lvl4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4pPr>
            <a:lvl5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5pPr>
            <a:lvl6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6pPr>
            <a:lvl7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7pPr>
            <a:lvl8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8pPr>
            <a:lvl9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9pPr>
          </a:lstStyle>
          <a:p>
            <a:pPr algn="l" defTabSz="584200">
              <a:lnSpc>
                <a:spcPct val="110000"/>
              </a:lnSpc>
              <a:spcBef>
                <a:spcPts val="3000"/>
              </a:spcBef>
              <a:defRPr sz="2000">
                <a:solidFill>
                  <a:srgbClr val="4C4C4C"/>
                </a:solidFill>
              </a:defRPr>
            </a:pPr>
            <a:endParaRPr sz="2000"/>
          </a:p>
        </p:txBody>
      </p:sp>
      <p:sp>
        <p:nvSpPr>
          <p:cNvPr id="37" name="ïṣḷïḍè"/>
          <p:cNvSpPr/>
          <p:nvPr/>
        </p:nvSpPr>
        <p:spPr>
          <a:xfrm>
            <a:off x="4590317" y="3681864"/>
            <a:ext cx="152401" cy="228600"/>
          </a:xfrm>
          <a:prstGeom prst="rightArrow">
            <a:avLst>
              <a:gd name="adj1" fmla="val 32000"/>
              <a:gd name="adj2" fmla="val 275000"/>
            </a:avLst>
          </a:prstGeom>
          <a:solidFill>
            <a:srgbClr val="BC3649"/>
          </a:solidFill>
          <a:ln w="12700" cap="flat">
            <a:noFill/>
            <a:miter lim="400000"/>
          </a:ln>
          <a:effectLst/>
        </p:spPr>
        <p:txBody>
          <a:bodyPr wrap="square" lIns="91440" tIns="45720" rIns="91440" bIns="45720" numCol="1" anchor="ctr">
            <a:normAutofit fontScale="25000" lnSpcReduction="20000"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1pPr>
            <a:lvl2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2pPr>
            <a:lvl3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3pPr>
            <a:lvl4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4pPr>
            <a:lvl5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5pPr>
            <a:lvl6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6pPr>
            <a:lvl7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7pPr>
            <a:lvl8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8pPr>
            <a:lvl9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9pPr>
          </a:lstStyle>
          <a:p>
            <a:pPr algn="l" defTabSz="584200">
              <a:lnSpc>
                <a:spcPct val="110000"/>
              </a:lnSpc>
              <a:spcBef>
                <a:spcPts val="3000"/>
              </a:spcBef>
              <a:defRPr sz="2000">
                <a:solidFill>
                  <a:srgbClr val="4C4C4C"/>
                </a:solidFill>
              </a:defRPr>
            </a:pPr>
            <a:endParaRPr sz="2000"/>
          </a:p>
        </p:txBody>
      </p:sp>
      <p:sp>
        <p:nvSpPr>
          <p:cNvPr id="38" name="ïṣḷïḍè"/>
          <p:cNvSpPr/>
          <p:nvPr/>
        </p:nvSpPr>
        <p:spPr>
          <a:xfrm>
            <a:off x="4576308" y="5443096"/>
            <a:ext cx="152401" cy="228600"/>
          </a:xfrm>
          <a:prstGeom prst="rightArrow">
            <a:avLst>
              <a:gd name="adj1" fmla="val 32000"/>
              <a:gd name="adj2" fmla="val 275000"/>
            </a:avLst>
          </a:prstGeom>
          <a:solidFill>
            <a:srgbClr val="BC3649"/>
          </a:solidFill>
          <a:ln w="12700" cap="flat">
            <a:noFill/>
            <a:miter lim="400000"/>
          </a:ln>
          <a:effectLst/>
        </p:spPr>
        <p:txBody>
          <a:bodyPr wrap="square" lIns="91440" tIns="45720" rIns="91440" bIns="45720" numCol="1" anchor="ctr">
            <a:normAutofit fontScale="25000" lnSpcReduction="20000"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1pPr>
            <a:lvl2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2pPr>
            <a:lvl3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3pPr>
            <a:lvl4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4pPr>
            <a:lvl5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5pPr>
            <a:lvl6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6pPr>
            <a:lvl7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7pPr>
            <a:lvl8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8pPr>
            <a:lvl9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9pPr>
          </a:lstStyle>
          <a:p>
            <a:pPr algn="l" defTabSz="584200">
              <a:lnSpc>
                <a:spcPct val="110000"/>
              </a:lnSpc>
              <a:spcBef>
                <a:spcPts val="3000"/>
              </a:spcBef>
              <a:defRPr sz="2000">
                <a:solidFill>
                  <a:srgbClr val="4C4C4C"/>
                </a:solidFill>
              </a:defRPr>
            </a:pPr>
            <a:endParaRPr sz="2000"/>
          </a:p>
        </p:txBody>
      </p:sp>
      <p:sp>
        <p:nvSpPr>
          <p:cNvPr id="39" name="ïṣḷïḍè"/>
          <p:cNvSpPr/>
          <p:nvPr/>
        </p:nvSpPr>
        <p:spPr>
          <a:xfrm>
            <a:off x="6517529" y="2192599"/>
            <a:ext cx="152401" cy="228600"/>
          </a:xfrm>
          <a:prstGeom prst="rightArrow">
            <a:avLst>
              <a:gd name="adj1" fmla="val 32000"/>
              <a:gd name="adj2" fmla="val 275000"/>
            </a:avLst>
          </a:prstGeom>
          <a:solidFill>
            <a:srgbClr val="BC3649"/>
          </a:solidFill>
          <a:ln w="12700" cap="flat">
            <a:noFill/>
            <a:miter lim="400000"/>
          </a:ln>
          <a:effectLst/>
        </p:spPr>
        <p:txBody>
          <a:bodyPr wrap="square" lIns="91440" tIns="45720" rIns="91440" bIns="45720" numCol="1" anchor="ctr">
            <a:normAutofit fontScale="25000" lnSpcReduction="20000"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1pPr>
            <a:lvl2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2pPr>
            <a:lvl3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3pPr>
            <a:lvl4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4pPr>
            <a:lvl5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5pPr>
            <a:lvl6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6pPr>
            <a:lvl7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7pPr>
            <a:lvl8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8pPr>
            <a:lvl9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9pPr>
          </a:lstStyle>
          <a:p>
            <a:pPr algn="l" defTabSz="584200">
              <a:lnSpc>
                <a:spcPct val="110000"/>
              </a:lnSpc>
              <a:spcBef>
                <a:spcPts val="3000"/>
              </a:spcBef>
              <a:defRPr sz="2000">
                <a:solidFill>
                  <a:srgbClr val="4C4C4C"/>
                </a:solidFill>
              </a:defRPr>
            </a:pPr>
            <a:endParaRPr sz="2000"/>
          </a:p>
        </p:txBody>
      </p:sp>
      <p:sp>
        <p:nvSpPr>
          <p:cNvPr id="40" name="ïṣḷïḍè"/>
          <p:cNvSpPr/>
          <p:nvPr/>
        </p:nvSpPr>
        <p:spPr>
          <a:xfrm>
            <a:off x="6558415" y="3681864"/>
            <a:ext cx="152401" cy="228600"/>
          </a:xfrm>
          <a:prstGeom prst="rightArrow">
            <a:avLst>
              <a:gd name="adj1" fmla="val 32000"/>
              <a:gd name="adj2" fmla="val 275000"/>
            </a:avLst>
          </a:prstGeom>
          <a:solidFill>
            <a:srgbClr val="BC3649"/>
          </a:solidFill>
          <a:ln w="12700" cap="flat">
            <a:noFill/>
            <a:miter lim="400000"/>
          </a:ln>
          <a:effectLst/>
        </p:spPr>
        <p:txBody>
          <a:bodyPr wrap="square" lIns="91440" tIns="45720" rIns="91440" bIns="45720" numCol="1" anchor="ctr">
            <a:normAutofit fontScale="25000" lnSpcReduction="20000"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1pPr>
            <a:lvl2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2pPr>
            <a:lvl3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3pPr>
            <a:lvl4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4pPr>
            <a:lvl5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5pPr>
            <a:lvl6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6pPr>
            <a:lvl7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7pPr>
            <a:lvl8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8pPr>
            <a:lvl9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9pPr>
          </a:lstStyle>
          <a:p>
            <a:pPr algn="l" defTabSz="584200">
              <a:lnSpc>
                <a:spcPct val="110000"/>
              </a:lnSpc>
              <a:spcBef>
                <a:spcPts val="3000"/>
              </a:spcBef>
              <a:defRPr sz="2000">
                <a:solidFill>
                  <a:srgbClr val="4C4C4C"/>
                </a:solidFill>
              </a:defRPr>
            </a:pPr>
            <a:endParaRPr sz="2000"/>
          </a:p>
        </p:txBody>
      </p:sp>
      <p:sp>
        <p:nvSpPr>
          <p:cNvPr id="41" name="ïṣḷïḍè"/>
          <p:cNvSpPr/>
          <p:nvPr/>
        </p:nvSpPr>
        <p:spPr>
          <a:xfrm>
            <a:off x="6517529" y="5428501"/>
            <a:ext cx="152401" cy="228600"/>
          </a:xfrm>
          <a:prstGeom prst="rightArrow">
            <a:avLst>
              <a:gd name="adj1" fmla="val 32000"/>
              <a:gd name="adj2" fmla="val 275000"/>
            </a:avLst>
          </a:prstGeom>
          <a:solidFill>
            <a:srgbClr val="BC3649"/>
          </a:solidFill>
          <a:ln w="12700" cap="flat">
            <a:noFill/>
            <a:miter lim="400000"/>
          </a:ln>
          <a:effectLst/>
        </p:spPr>
        <p:txBody>
          <a:bodyPr wrap="square" lIns="91440" tIns="45720" rIns="91440" bIns="45720" numCol="1" anchor="ctr">
            <a:normAutofit fontScale="25000" lnSpcReduction="20000"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1pPr>
            <a:lvl2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2pPr>
            <a:lvl3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3pPr>
            <a:lvl4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4pPr>
            <a:lvl5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5pPr>
            <a:lvl6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6pPr>
            <a:lvl7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7pPr>
            <a:lvl8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8pPr>
            <a:lvl9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9pPr>
          </a:lstStyle>
          <a:p>
            <a:pPr algn="l" defTabSz="584200">
              <a:lnSpc>
                <a:spcPct val="110000"/>
              </a:lnSpc>
              <a:spcBef>
                <a:spcPts val="3000"/>
              </a:spcBef>
              <a:defRPr sz="2000">
                <a:solidFill>
                  <a:srgbClr val="4C4C4C"/>
                </a:solidFill>
              </a:defRPr>
            </a:pPr>
            <a:endParaRPr sz="2000"/>
          </a:p>
        </p:txBody>
      </p:sp>
      <p:sp>
        <p:nvSpPr>
          <p:cNvPr id="42" name="ï$ḻíḓé"/>
          <p:cNvSpPr/>
          <p:nvPr/>
        </p:nvSpPr>
        <p:spPr>
          <a:xfrm>
            <a:off x="6745279" y="1946542"/>
            <a:ext cx="1877991" cy="751056"/>
          </a:xfrm>
          <a:prstGeom prst="roundRect">
            <a:avLst/>
          </a:prstGeom>
          <a:solidFill>
            <a:srgbClr val="BC3649"/>
          </a:solidFill>
          <a:ln w="12700" cap="flat">
            <a:noFill/>
            <a:miter lim="400000"/>
          </a:ln>
          <a:effectLst/>
        </p:spPr>
        <p:txBody>
          <a:bodyPr wrap="square" lIns="91440" tIns="45720" rIns="91440" bIns="45720" numCol="1" anchor="ctr">
            <a:norm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1pPr>
            <a:lvl2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2pPr>
            <a:lvl3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3pPr>
            <a:lvl4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4pPr>
            <a:lvl5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5pPr>
            <a:lvl6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6pPr>
            <a:lvl7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7pPr>
            <a:lvl8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8pPr>
            <a:lvl9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9pPr>
          </a:lstStyle>
          <a:p>
            <a:pPr>
              <a:spcBef>
                <a:spcPct val="0"/>
              </a:spcBef>
            </a:pPr>
            <a:r>
              <a:rPr lang="zh-CN" altLang="en-US" sz="18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内容特征表示</a:t>
            </a:r>
          </a:p>
        </p:txBody>
      </p:sp>
      <p:sp>
        <p:nvSpPr>
          <p:cNvPr id="43" name="ï$ḻíḓé"/>
          <p:cNvSpPr/>
          <p:nvPr/>
        </p:nvSpPr>
        <p:spPr>
          <a:xfrm>
            <a:off x="6823607" y="5182444"/>
            <a:ext cx="1799664" cy="751056"/>
          </a:xfrm>
          <a:prstGeom prst="roundRect">
            <a:avLst/>
          </a:prstGeom>
          <a:solidFill>
            <a:srgbClr val="BC3649"/>
          </a:solidFill>
          <a:ln w="12700" cap="flat">
            <a:noFill/>
            <a:miter lim="400000"/>
          </a:ln>
          <a:effectLst/>
        </p:spPr>
        <p:txBody>
          <a:bodyPr wrap="square" lIns="91440" tIns="45720" rIns="91440" bIns="45720" numCol="1" anchor="ctr">
            <a:norm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1pPr>
            <a:lvl2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2pPr>
            <a:lvl3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3pPr>
            <a:lvl4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4pPr>
            <a:lvl5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5pPr>
            <a:lvl6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6pPr>
            <a:lvl7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7pPr>
            <a:lvl8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8pPr>
            <a:lvl9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9pPr>
          </a:lstStyle>
          <a:p>
            <a:pPr>
              <a:spcBef>
                <a:spcPct val="0"/>
              </a:spcBef>
            </a:pPr>
            <a:r>
              <a:rPr lang="zh-CN" altLang="en-US" sz="18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风格特征表示</a:t>
            </a:r>
          </a:p>
        </p:txBody>
      </p:sp>
      <p:sp>
        <p:nvSpPr>
          <p:cNvPr id="48" name="圆角矩形 47"/>
          <p:cNvSpPr/>
          <p:nvPr/>
        </p:nvSpPr>
        <p:spPr>
          <a:xfrm>
            <a:off x="9001254" y="3550848"/>
            <a:ext cx="1506071" cy="751056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损失函数</a:t>
            </a:r>
          </a:p>
        </p:txBody>
      </p:sp>
      <p:sp>
        <p:nvSpPr>
          <p:cNvPr id="49" name="ïṣḷïḍè"/>
          <p:cNvSpPr/>
          <p:nvPr/>
        </p:nvSpPr>
        <p:spPr>
          <a:xfrm>
            <a:off x="8736062" y="3682605"/>
            <a:ext cx="152401" cy="228600"/>
          </a:xfrm>
          <a:prstGeom prst="rightArrow">
            <a:avLst>
              <a:gd name="adj1" fmla="val 32000"/>
              <a:gd name="adj2" fmla="val 275000"/>
            </a:avLst>
          </a:prstGeom>
          <a:solidFill>
            <a:srgbClr val="BC3649"/>
          </a:solidFill>
          <a:ln w="12700" cap="flat">
            <a:noFill/>
            <a:miter lim="400000"/>
          </a:ln>
          <a:effectLst/>
        </p:spPr>
        <p:txBody>
          <a:bodyPr wrap="square" lIns="91440" tIns="45720" rIns="91440" bIns="45720" numCol="1" anchor="ctr">
            <a:normAutofit fontScale="25000" lnSpcReduction="20000"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1pPr>
            <a:lvl2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2pPr>
            <a:lvl3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3pPr>
            <a:lvl4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4pPr>
            <a:lvl5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5pPr>
            <a:lvl6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6pPr>
            <a:lvl7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7pPr>
            <a:lvl8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8pPr>
            <a:lvl9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9pPr>
          </a:lstStyle>
          <a:p>
            <a:pPr algn="l" defTabSz="584200">
              <a:lnSpc>
                <a:spcPct val="110000"/>
              </a:lnSpc>
              <a:spcBef>
                <a:spcPts val="3000"/>
              </a:spcBef>
              <a:defRPr sz="2000">
                <a:solidFill>
                  <a:srgbClr val="4C4C4C"/>
                </a:solidFill>
              </a:defRPr>
            </a:pPr>
            <a:endParaRPr sz="2000"/>
          </a:p>
        </p:txBody>
      </p:sp>
      <p:sp>
        <p:nvSpPr>
          <p:cNvPr id="50" name="ïṣḷïḍè"/>
          <p:cNvSpPr/>
          <p:nvPr/>
        </p:nvSpPr>
        <p:spPr>
          <a:xfrm flipH="1">
            <a:off x="4575024" y="4019251"/>
            <a:ext cx="152401" cy="228600"/>
          </a:xfrm>
          <a:prstGeom prst="rightArrow">
            <a:avLst>
              <a:gd name="adj1" fmla="val 32000"/>
              <a:gd name="adj2" fmla="val 275000"/>
            </a:avLst>
          </a:prstGeom>
          <a:solidFill>
            <a:schemeClr val="bg1">
              <a:lumMod val="50000"/>
            </a:schemeClr>
          </a:solidFill>
          <a:ln w="12700" cap="flat">
            <a:noFill/>
            <a:miter lim="400000"/>
          </a:ln>
          <a:effectLst/>
        </p:spPr>
        <p:txBody>
          <a:bodyPr wrap="square" lIns="91440" tIns="45720" rIns="91440" bIns="45720" numCol="1" anchor="ctr">
            <a:normAutofit fontScale="25000" lnSpcReduction="20000"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1pPr>
            <a:lvl2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2pPr>
            <a:lvl3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3pPr>
            <a:lvl4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4pPr>
            <a:lvl5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5pPr>
            <a:lvl6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6pPr>
            <a:lvl7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7pPr>
            <a:lvl8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8pPr>
            <a:lvl9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9pPr>
          </a:lstStyle>
          <a:p>
            <a:pPr algn="l" defTabSz="584200">
              <a:lnSpc>
                <a:spcPct val="110000"/>
              </a:lnSpc>
              <a:spcBef>
                <a:spcPts val="3000"/>
              </a:spcBef>
              <a:defRPr sz="2000">
                <a:solidFill>
                  <a:srgbClr val="4C4C4C"/>
                </a:solidFill>
              </a:defRPr>
            </a:pPr>
            <a:endParaRPr sz="2000"/>
          </a:p>
        </p:txBody>
      </p:sp>
      <p:sp>
        <p:nvSpPr>
          <p:cNvPr id="51" name="ïṣḷïḍè"/>
          <p:cNvSpPr/>
          <p:nvPr/>
        </p:nvSpPr>
        <p:spPr>
          <a:xfrm flipH="1">
            <a:off x="6560030" y="4026985"/>
            <a:ext cx="152401" cy="228600"/>
          </a:xfrm>
          <a:prstGeom prst="rightArrow">
            <a:avLst>
              <a:gd name="adj1" fmla="val 32000"/>
              <a:gd name="adj2" fmla="val 275000"/>
            </a:avLst>
          </a:prstGeom>
          <a:solidFill>
            <a:schemeClr val="bg1">
              <a:lumMod val="50000"/>
            </a:schemeClr>
          </a:solidFill>
          <a:ln w="12700" cap="flat">
            <a:noFill/>
            <a:miter lim="400000"/>
          </a:ln>
          <a:effectLst/>
        </p:spPr>
        <p:txBody>
          <a:bodyPr wrap="square" lIns="91440" tIns="45720" rIns="91440" bIns="45720" numCol="1" anchor="ctr">
            <a:normAutofit fontScale="25000" lnSpcReduction="20000"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1pPr>
            <a:lvl2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2pPr>
            <a:lvl3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3pPr>
            <a:lvl4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4pPr>
            <a:lvl5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5pPr>
            <a:lvl6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6pPr>
            <a:lvl7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7pPr>
            <a:lvl8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8pPr>
            <a:lvl9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9pPr>
          </a:lstStyle>
          <a:p>
            <a:pPr algn="l" defTabSz="584200">
              <a:lnSpc>
                <a:spcPct val="110000"/>
              </a:lnSpc>
              <a:spcBef>
                <a:spcPts val="3000"/>
              </a:spcBef>
              <a:defRPr sz="2000">
                <a:solidFill>
                  <a:srgbClr val="4C4C4C"/>
                </a:solidFill>
              </a:defRPr>
            </a:pPr>
            <a:endParaRPr sz="2000"/>
          </a:p>
        </p:txBody>
      </p:sp>
      <p:sp>
        <p:nvSpPr>
          <p:cNvPr id="52" name="ïṣḷïḍè"/>
          <p:cNvSpPr/>
          <p:nvPr/>
        </p:nvSpPr>
        <p:spPr>
          <a:xfrm flipH="1">
            <a:off x="8734447" y="4026985"/>
            <a:ext cx="152401" cy="228600"/>
          </a:xfrm>
          <a:prstGeom prst="rightArrow">
            <a:avLst>
              <a:gd name="adj1" fmla="val 32000"/>
              <a:gd name="adj2" fmla="val 275000"/>
            </a:avLst>
          </a:prstGeom>
          <a:solidFill>
            <a:schemeClr val="bg1">
              <a:lumMod val="50000"/>
            </a:schemeClr>
          </a:solidFill>
          <a:ln w="12700" cap="flat">
            <a:noFill/>
            <a:miter lim="400000"/>
          </a:ln>
          <a:effectLst/>
        </p:spPr>
        <p:txBody>
          <a:bodyPr wrap="square" lIns="91440" tIns="45720" rIns="91440" bIns="45720" numCol="1" anchor="ctr">
            <a:normAutofit fontScale="25000" lnSpcReduction="20000"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1pPr>
            <a:lvl2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2pPr>
            <a:lvl3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3pPr>
            <a:lvl4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4pPr>
            <a:lvl5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5pPr>
            <a:lvl6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6pPr>
            <a:lvl7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7pPr>
            <a:lvl8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8pPr>
            <a:lvl9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9pPr>
          </a:lstStyle>
          <a:p>
            <a:pPr algn="l" defTabSz="584200">
              <a:lnSpc>
                <a:spcPct val="110000"/>
              </a:lnSpc>
              <a:spcBef>
                <a:spcPts val="3000"/>
              </a:spcBef>
              <a:defRPr sz="2000">
                <a:solidFill>
                  <a:srgbClr val="4C4C4C"/>
                </a:solidFill>
              </a:defRPr>
            </a:pPr>
            <a:endParaRPr sz="2000"/>
          </a:p>
        </p:txBody>
      </p:sp>
      <p:sp>
        <p:nvSpPr>
          <p:cNvPr id="54" name="右箭头 53"/>
          <p:cNvSpPr/>
          <p:nvPr/>
        </p:nvSpPr>
        <p:spPr>
          <a:xfrm rot="3243159">
            <a:off x="8691200" y="2693953"/>
            <a:ext cx="1108798" cy="197118"/>
          </a:xfrm>
          <a:prstGeom prst="rightArrow">
            <a:avLst/>
          </a:prstGeom>
          <a:solidFill>
            <a:srgbClr val="BC36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右箭头 54"/>
          <p:cNvSpPr/>
          <p:nvPr/>
        </p:nvSpPr>
        <p:spPr>
          <a:xfrm rot="18356841" flipV="1">
            <a:off x="8691202" y="5083885"/>
            <a:ext cx="1108798" cy="197118"/>
          </a:xfrm>
          <a:prstGeom prst="rightArrow">
            <a:avLst/>
          </a:prstGeom>
          <a:solidFill>
            <a:srgbClr val="BC36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3" name="图片 52" descr="图片包含 水, 桌子, 站, 鸟&#10;&#10;描述已自动生成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5034" y="3396044"/>
            <a:ext cx="1782000" cy="1078945"/>
          </a:xfrm>
          <a:prstGeom prst="rect">
            <a:avLst/>
          </a:prstGeom>
        </p:spPr>
      </p:pic>
      <p:pic>
        <p:nvPicPr>
          <p:cNvPr id="56" name="图片 55" descr="图片包含 星星, 碗, 水, 夜空&#10;&#10;描述已自动生成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7731" y="1821352"/>
            <a:ext cx="1782000" cy="1080885"/>
          </a:xfrm>
          <a:prstGeom prst="rect">
            <a:avLst/>
          </a:prstGeom>
        </p:spPr>
      </p:pic>
      <p:pic>
        <p:nvPicPr>
          <p:cNvPr id="5" name="图片 4" descr="图片包含 动物, 水, 草, 黄色&#10;&#10;描述已自动生成"/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8974" y="5041945"/>
            <a:ext cx="1782000" cy="1080000"/>
          </a:xfrm>
          <a:prstGeom prst="rect">
            <a:avLst/>
          </a:prstGeom>
        </p:spPr>
      </p:pic>
      <p:sp>
        <p:nvSpPr>
          <p:cNvPr id="8" name="灯片编号占位符 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B54BD4-5486-4A33-9B83-769ED7785D49}" type="slidenum">
              <a:rPr lang="zh-CN" altLang="en-US" smtClean="0"/>
              <a:t>37</a:t>
            </a:fld>
            <a:endParaRPr lang="en-US" altLang="zh-CN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实现</a:t>
            </a:r>
          </a:p>
        </p:txBody>
      </p:sp>
      <p:cxnSp>
        <p:nvCxnSpPr>
          <p:cNvPr id="11" name="肘形连接符 10"/>
          <p:cNvCxnSpPr/>
          <p:nvPr/>
        </p:nvCxnSpPr>
        <p:spPr>
          <a:xfrm rot="10800000" flipV="1">
            <a:off x="3081939" y="3829049"/>
            <a:ext cx="2897986" cy="499467"/>
          </a:xfrm>
          <a:prstGeom prst="bentConnector3">
            <a:avLst>
              <a:gd name="adj1" fmla="val 99877"/>
            </a:avLst>
          </a:prstGeom>
          <a:noFill/>
          <a:ln w="28575" cap="flat" cmpd="sng">
            <a:solidFill>
              <a:srgbClr val="BC3649"/>
            </a:solidFill>
            <a:prstDash val="solid"/>
            <a:round/>
            <a:tailEnd type="triangle"/>
          </a:ln>
          <a:effectLst/>
        </p:spPr>
      </p:cxnSp>
      <p:cxnSp>
        <p:nvCxnSpPr>
          <p:cNvPr id="13" name="肘形连接符 12"/>
          <p:cNvCxnSpPr>
            <a:stCxn id="116" idx="2"/>
          </p:cNvCxnSpPr>
          <p:nvPr/>
        </p:nvCxnSpPr>
        <p:spPr>
          <a:xfrm rot="16200000" flipH="1">
            <a:off x="7431814" y="1916779"/>
            <a:ext cx="466732" cy="3357813"/>
          </a:xfrm>
          <a:prstGeom prst="bentConnector2">
            <a:avLst/>
          </a:prstGeom>
          <a:noFill/>
          <a:ln w="28575" cap="flat" cmpd="sng">
            <a:solidFill>
              <a:srgbClr val="BC364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8" name="retro-abacus_73707"/>
          <p:cNvSpPr/>
          <p:nvPr/>
        </p:nvSpPr>
        <p:spPr bwMode="auto">
          <a:xfrm>
            <a:off x="9142414" y="4354868"/>
            <a:ext cx="398466" cy="295119"/>
          </a:xfrm>
          <a:custGeom>
            <a:avLst/>
            <a:gdLst>
              <a:gd name="T0" fmla="*/ 432 w 5052"/>
              <a:gd name="T1" fmla="*/ 0 h 6493"/>
              <a:gd name="T2" fmla="*/ 0 w 5052"/>
              <a:gd name="T3" fmla="*/ 6061 h 6493"/>
              <a:gd name="T4" fmla="*/ 4619 w 5052"/>
              <a:gd name="T5" fmla="*/ 6493 h 6493"/>
              <a:gd name="T6" fmla="*/ 5052 w 5052"/>
              <a:gd name="T7" fmla="*/ 433 h 6493"/>
              <a:gd name="T8" fmla="*/ 613 w 5052"/>
              <a:gd name="T9" fmla="*/ 1036 h 6493"/>
              <a:gd name="T10" fmla="*/ 4116 w 5052"/>
              <a:gd name="T11" fmla="*/ 713 h 6493"/>
              <a:gd name="T12" fmla="*/ 4439 w 5052"/>
              <a:gd name="T13" fmla="*/ 1512 h 6493"/>
              <a:gd name="T14" fmla="*/ 935 w 5052"/>
              <a:gd name="T15" fmla="*/ 1835 h 6493"/>
              <a:gd name="T16" fmla="*/ 613 w 5052"/>
              <a:gd name="T17" fmla="*/ 1036 h 6493"/>
              <a:gd name="T18" fmla="*/ 1912 w 5052"/>
              <a:gd name="T19" fmla="*/ 5734 h 6493"/>
              <a:gd name="T20" fmla="*/ 1673 w 5052"/>
              <a:gd name="T21" fmla="*/ 5734 h 6493"/>
              <a:gd name="T22" fmla="*/ 1077 w 5052"/>
              <a:gd name="T23" fmla="*/ 5734 h 6493"/>
              <a:gd name="T24" fmla="*/ 838 w 5052"/>
              <a:gd name="T25" fmla="*/ 5734 h 6493"/>
              <a:gd name="T26" fmla="*/ 1136 w 5052"/>
              <a:gd name="T27" fmla="*/ 5197 h 6493"/>
              <a:gd name="T28" fmla="*/ 838 w 5052"/>
              <a:gd name="T29" fmla="*/ 4660 h 6493"/>
              <a:gd name="T30" fmla="*/ 1375 w 5052"/>
              <a:gd name="T31" fmla="*/ 4958 h 6493"/>
              <a:gd name="T32" fmla="*/ 1912 w 5052"/>
              <a:gd name="T33" fmla="*/ 4660 h 6493"/>
              <a:gd name="T34" fmla="*/ 1614 w 5052"/>
              <a:gd name="T35" fmla="*/ 5197 h 6493"/>
              <a:gd name="T36" fmla="*/ 1966 w 5052"/>
              <a:gd name="T37" fmla="*/ 3435 h 6493"/>
              <a:gd name="T38" fmla="*/ 1544 w 5052"/>
              <a:gd name="T39" fmla="*/ 3856 h 6493"/>
              <a:gd name="T40" fmla="*/ 1206 w 5052"/>
              <a:gd name="T41" fmla="*/ 3856 h 6493"/>
              <a:gd name="T42" fmla="*/ 784 w 5052"/>
              <a:gd name="T43" fmla="*/ 3435 h 6493"/>
              <a:gd name="T44" fmla="*/ 784 w 5052"/>
              <a:gd name="T45" fmla="*/ 3097 h 6493"/>
              <a:gd name="T46" fmla="*/ 1206 w 5052"/>
              <a:gd name="T47" fmla="*/ 2675 h 6493"/>
              <a:gd name="T48" fmla="*/ 1544 w 5052"/>
              <a:gd name="T49" fmla="*/ 2675 h 6493"/>
              <a:gd name="T50" fmla="*/ 1966 w 5052"/>
              <a:gd name="T51" fmla="*/ 3097 h 6493"/>
              <a:gd name="T52" fmla="*/ 1966 w 5052"/>
              <a:gd name="T53" fmla="*/ 3435 h 6493"/>
              <a:gd name="T54" fmla="*/ 3102 w 5052"/>
              <a:gd name="T55" fmla="*/ 5772 h 6493"/>
              <a:gd name="T56" fmla="*/ 3937 w 5052"/>
              <a:gd name="T57" fmla="*/ 4698 h 6493"/>
              <a:gd name="T58" fmla="*/ 4176 w 5052"/>
              <a:gd name="T59" fmla="*/ 4937 h 6493"/>
              <a:gd name="T60" fmla="*/ 3221 w 5052"/>
              <a:gd name="T61" fmla="*/ 5822 h 6493"/>
              <a:gd name="T62" fmla="*/ 3228 w 5052"/>
              <a:gd name="T63" fmla="*/ 4573 h 6493"/>
              <a:gd name="T64" fmla="*/ 3228 w 5052"/>
              <a:gd name="T65" fmla="*/ 4986 h 6493"/>
              <a:gd name="T66" fmla="*/ 4134 w 5052"/>
              <a:gd name="T67" fmla="*/ 5822 h 6493"/>
              <a:gd name="T68" fmla="*/ 4134 w 5052"/>
              <a:gd name="T69" fmla="*/ 5408 h 6493"/>
              <a:gd name="T70" fmla="*/ 4134 w 5052"/>
              <a:gd name="T71" fmla="*/ 5822 h 6493"/>
              <a:gd name="T72" fmla="*/ 3090 w 5052"/>
              <a:gd name="T73" fmla="*/ 3435 h 6493"/>
              <a:gd name="T74" fmla="*/ 3090 w 5052"/>
              <a:gd name="T75" fmla="*/ 3097 h 6493"/>
              <a:gd name="T76" fmla="*/ 4441 w 5052"/>
              <a:gd name="T77" fmla="*/ 3266 h 64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5052" h="6493">
                <a:moveTo>
                  <a:pt x="4619" y="0"/>
                </a:moveTo>
                <a:lnTo>
                  <a:pt x="432" y="0"/>
                </a:lnTo>
                <a:cubicBezTo>
                  <a:pt x="194" y="0"/>
                  <a:pt x="0" y="194"/>
                  <a:pt x="0" y="433"/>
                </a:cubicBezTo>
                <a:lnTo>
                  <a:pt x="0" y="6061"/>
                </a:lnTo>
                <a:cubicBezTo>
                  <a:pt x="0" y="6299"/>
                  <a:pt x="194" y="6493"/>
                  <a:pt x="432" y="6493"/>
                </a:cubicBezTo>
                <a:lnTo>
                  <a:pt x="4619" y="6493"/>
                </a:lnTo>
                <a:cubicBezTo>
                  <a:pt x="4858" y="6493"/>
                  <a:pt x="5052" y="6299"/>
                  <a:pt x="5052" y="6061"/>
                </a:cubicBezTo>
                <a:lnTo>
                  <a:pt x="5052" y="433"/>
                </a:lnTo>
                <a:cubicBezTo>
                  <a:pt x="5052" y="194"/>
                  <a:pt x="4858" y="0"/>
                  <a:pt x="4619" y="0"/>
                </a:cubicBezTo>
                <a:close/>
                <a:moveTo>
                  <a:pt x="613" y="1036"/>
                </a:moveTo>
                <a:cubicBezTo>
                  <a:pt x="613" y="858"/>
                  <a:pt x="757" y="713"/>
                  <a:pt x="935" y="713"/>
                </a:cubicBezTo>
                <a:lnTo>
                  <a:pt x="4116" y="713"/>
                </a:lnTo>
                <a:cubicBezTo>
                  <a:pt x="4295" y="713"/>
                  <a:pt x="4439" y="858"/>
                  <a:pt x="4439" y="1036"/>
                </a:cubicBezTo>
                <a:lnTo>
                  <a:pt x="4439" y="1512"/>
                </a:lnTo>
                <a:cubicBezTo>
                  <a:pt x="4439" y="1690"/>
                  <a:pt x="4295" y="1835"/>
                  <a:pt x="4116" y="1835"/>
                </a:cubicBezTo>
                <a:lnTo>
                  <a:pt x="935" y="1835"/>
                </a:lnTo>
                <a:cubicBezTo>
                  <a:pt x="757" y="1835"/>
                  <a:pt x="613" y="1690"/>
                  <a:pt x="613" y="1512"/>
                </a:cubicBezTo>
                <a:lnTo>
                  <a:pt x="613" y="1036"/>
                </a:lnTo>
                <a:close/>
                <a:moveTo>
                  <a:pt x="1912" y="5496"/>
                </a:moveTo>
                <a:cubicBezTo>
                  <a:pt x="1978" y="5562"/>
                  <a:pt x="1978" y="5668"/>
                  <a:pt x="1912" y="5734"/>
                </a:cubicBezTo>
                <a:cubicBezTo>
                  <a:pt x="1879" y="5767"/>
                  <a:pt x="1836" y="5784"/>
                  <a:pt x="1793" y="5784"/>
                </a:cubicBezTo>
                <a:cubicBezTo>
                  <a:pt x="1750" y="5784"/>
                  <a:pt x="1706" y="5767"/>
                  <a:pt x="1673" y="5734"/>
                </a:cubicBezTo>
                <a:lnTo>
                  <a:pt x="1375" y="5436"/>
                </a:lnTo>
                <a:lnTo>
                  <a:pt x="1077" y="5734"/>
                </a:lnTo>
                <a:cubicBezTo>
                  <a:pt x="1044" y="5767"/>
                  <a:pt x="1001" y="5784"/>
                  <a:pt x="957" y="5784"/>
                </a:cubicBezTo>
                <a:cubicBezTo>
                  <a:pt x="914" y="5784"/>
                  <a:pt x="871" y="5767"/>
                  <a:pt x="838" y="5734"/>
                </a:cubicBezTo>
                <a:cubicBezTo>
                  <a:pt x="772" y="5668"/>
                  <a:pt x="772" y="5562"/>
                  <a:pt x="838" y="5496"/>
                </a:cubicBezTo>
                <a:lnTo>
                  <a:pt x="1136" y="5197"/>
                </a:lnTo>
                <a:lnTo>
                  <a:pt x="838" y="4899"/>
                </a:lnTo>
                <a:cubicBezTo>
                  <a:pt x="772" y="4833"/>
                  <a:pt x="772" y="4726"/>
                  <a:pt x="838" y="4660"/>
                </a:cubicBezTo>
                <a:cubicBezTo>
                  <a:pt x="904" y="4594"/>
                  <a:pt x="1011" y="4594"/>
                  <a:pt x="1077" y="4660"/>
                </a:cubicBezTo>
                <a:lnTo>
                  <a:pt x="1375" y="4958"/>
                </a:lnTo>
                <a:lnTo>
                  <a:pt x="1673" y="4660"/>
                </a:lnTo>
                <a:cubicBezTo>
                  <a:pt x="1739" y="4594"/>
                  <a:pt x="1846" y="4594"/>
                  <a:pt x="1912" y="4660"/>
                </a:cubicBezTo>
                <a:cubicBezTo>
                  <a:pt x="1978" y="4726"/>
                  <a:pt x="1978" y="4833"/>
                  <a:pt x="1912" y="4899"/>
                </a:cubicBezTo>
                <a:lnTo>
                  <a:pt x="1614" y="5197"/>
                </a:lnTo>
                <a:lnTo>
                  <a:pt x="1912" y="5496"/>
                </a:lnTo>
                <a:close/>
                <a:moveTo>
                  <a:pt x="1966" y="3435"/>
                </a:moveTo>
                <a:lnTo>
                  <a:pt x="1544" y="3435"/>
                </a:lnTo>
                <a:lnTo>
                  <a:pt x="1544" y="3856"/>
                </a:lnTo>
                <a:cubicBezTo>
                  <a:pt x="1544" y="3950"/>
                  <a:pt x="1468" y="4025"/>
                  <a:pt x="1375" y="4025"/>
                </a:cubicBezTo>
                <a:cubicBezTo>
                  <a:pt x="1282" y="4025"/>
                  <a:pt x="1206" y="3950"/>
                  <a:pt x="1206" y="3856"/>
                </a:cubicBezTo>
                <a:lnTo>
                  <a:pt x="1206" y="3435"/>
                </a:lnTo>
                <a:lnTo>
                  <a:pt x="784" y="3435"/>
                </a:lnTo>
                <a:cubicBezTo>
                  <a:pt x="691" y="3435"/>
                  <a:pt x="615" y="3359"/>
                  <a:pt x="615" y="3266"/>
                </a:cubicBezTo>
                <a:cubicBezTo>
                  <a:pt x="615" y="3172"/>
                  <a:pt x="691" y="3097"/>
                  <a:pt x="784" y="3097"/>
                </a:cubicBezTo>
                <a:lnTo>
                  <a:pt x="1206" y="3097"/>
                </a:lnTo>
                <a:lnTo>
                  <a:pt x="1206" y="2675"/>
                </a:lnTo>
                <a:cubicBezTo>
                  <a:pt x="1206" y="2582"/>
                  <a:pt x="1282" y="2506"/>
                  <a:pt x="1375" y="2506"/>
                </a:cubicBezTo>
                <a:cubicBezTo>
                  <a:pt x="1468" y="2506"/>
                  <a:pt x="1544" y="2582"/>
                  <a:pt x="1544" y="2675"/>
                </a:cubicBezTo>
                <a:lnTo>
                  <a:pt x="1544" y="3097"/>
                </a:lnTo>
                <a:lnTo>
                  <a:pt x="1966" y="3097"/>
                </a:lnTo>
                <a:cubicBezTo>
                  <a:pt x="2059" y="3097"/>
                  <a:pt x="2135" y="3172"/>
                  <a:pt x="2135" y="3266"/>
                </a:cubicBezTo>
                <a:cubicBezTo>
                  <a:pt x="2135" y="3359"/>
                  <a:pt x="2059" y="3435"/>
                  <a:pt x="1966" y="3435"/>
                </a:cubicBezTo>
                <a:close/>
                <a:moveTo>
                  <a:pt x="3221" y="5822"/>
                </a:moveTo>
                <a:cubicBezTo>
                  <a:pt x="3178" y="5822"/>
                  <a:pt x="3134" y="5805"/>
                  <a:pt x="3102" y="5772"/>
                </a:cubicBezTo>
                <a:cubicBezTo>
                  <a:pt x="3036" y="5707"/>
                  <a:pt x="3036" y="5600"/>
                  <a:pt x="3102" y="5534"/>
                </a:cubicBezTo>
                <a:lnTo>
                  <a:pt x="3937" y="4698"/>
                </a:lnTo>
                <a:cubicBezTo>
                  <a:pt x="4003" y="4632"/>
                  <a:pt x="4110" y="4632"/>
                  <a:pt x="4176" y="4698"/>
                </a:cubicBezTo>
                <a:cubicBezTo>
                  <a:pt x="4242" y="4764"/>
                  <a:pt x="4242" y="4871"/>
                  <a:pt x="4176" y="4937"/>
                </a:cubicBezTo>
                <a:lnTo>
                  <a:pt x="3340" y="5772"/>
                </a:lnTo>
                <a:cubicBezTo>
                  <a:pt x="3307" y="5805"/>
                  <a:pt x="3264" y="5822"/>
                  <a:pt x="3221" y="5822"/>
                </a:cubicBezTo>
                <a:close/>
                <a:moveTo>
                  <a:pt x="3021" y="4779"/>
                </a:moveTo>
                <a:cubicBezTo>
                  <a:pt x="3021" y="4665"/>
                  <a:pt x="3113" y="4573"/>
                  <a:pt x="3228" y="4573"/>
                </a:cubicBezTo>
                <a:cubicBezTo>
                  <a:pt x="3342" y="4573"/>
                  <a:pt x="3434" y="4665"/>
                  <a:pt x="3434" y="4779"/>
                </a:cubicBezTo>
                <a:cubicBezTo>
                  <a:pt x="3434" y="4894"/>
                  <a:pt x="3342" y="4986"/>
                  <a:pt x="3228" y="4986"/>
                </a:cubicBezTo>
                <a:cubicBezTo>
                  <a:pt x="3113" y="4986"/>
                  <a:pt x="3021" y="4894"/>
                  <a:pt x="3021" y="4779"/>
                </a:cubicBezTo>
                <a:close/>
                <a:moveTo>
                  <a:pt x="4134" y="5822"/>
                </a:moveTo>
                <a:cubicBezTo>
                  <a:pt x="4020" y="5822"/>
                  <a:pt x="3927" y="5729"/>
                  <a:pt x="3927" y="5615"/>
                </a:cubicBezTo>
                <a:cubicBezTo>
                  <a:pt x="3927" y="5501"/>
                  <a:pt x="4020" y="5408"/>
                  <a:pt x="4134" y="5408"/>
                </a:cubicBezTo>
                <a:cubicBezTo>
                  <a:pt x="4249" y="5408"/>
                  <a:pt x="4341" y="5501"/>
                  <a:pt x="4341" y="5615"/>
                </a:cubicBezTo>
                <a:cubicBezTo>
                  <a:pt x="4341" y="5729"/>
                  <a:pt x="4249" y="5822"/>
                  <a:pt x="4134" y="5822"/>
                </a:cubicBezTo>
                <a:close/>
                <a:moveTo>
                  <a:pt x="4272" y="3435"/>
                </a:moveTo>
                <a:lnTo>
                  <a:pt x="3090" y="3435"/>
                </a:lnTo>
                <a:cubicBezTo>
                  <a:pt x="2997" y="3435"/>
                  <a:pt x="2921" y="3359"/>
                  <a:pt x="2921" y="3266"/>
                </a:cubicBezTo>
                <a:cubicBezTo>
                  <a:pt x="2921" y="3172"/>
                  <a:pt x="2997" y="3097"/>
                  <a:pt x="3090" y="3097"/>
                </a:cubicBezTo>
                <a:lnTo>
                  <a:pt x="4272" y="3097"/>
                </a:lnTo>
                <a:cubicBezTo>
                  <a:pt x="4365" y="3097"/>
                  <a:pt x="4441" y="3172"/>
                  <a:pt x="4441" y="3266"/>
                </a:cubicBezTo>
                <a:cubicBezTo>
                  <a:pt x="4441" y="3359"/>
                  <a:pt x="4365" y="3435"/>
                  <a:pt x="4272" y="3435"/>
                </a:cubicBezTo>
                <a:close/>
              </a:path>
            </a:pathLst>
          </a:custGeom>
          <a:solidFill>
            <a:srgbClr val="BC3649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retro-abacus_73707"/>
          <p:cNvSpPr/>
          <p:nvPr/>
        </p:nvSpPr>
        <p:spPr bwMode="auto">
          <a:xfrm>
            <a:off x="2882706" y="4354868"/>
            <a:ext cx="398466" cy="295119"/>
          </a:xfrm>
          <a:custGeom>
            <a:avLst/>
            <a:gdLst>
              <a:gd name="T0" fmla="*/ 278945 h 440259"/>
              <a:gd name="T1" fmla="*/ 278945 h 440259"/>
              <a:gd name="T2" fmla="*/ 278945 h 440259"/>
              <a:gd name="T3" fmla="*/ 278945 h 440259"/>
              <a:gd name="T4" fmla="*/ 278945 h 440259"/>
              <a:gd name="T5" fmla="*/ 278945 h 440259"/>
              <a:gd name="T6" fmla="*/ 278945 h 440259"/>
              <a:gd name="T7" fmla="*/ 278945 h 440259"/>
              <a:gd name="T8" fmla="*/ 278945 h 440259"/>
              <a:gd name="T9" fmla="*/ 278945 h 440259"/>
              <a:gd name="T10" fmla="*/ 278945 h 440259"/>
              <a:gd name="T11" fmla="*/ 278945 h 440259"/>
              <a:gd name="T12" fmla="*/ 278945 h 440259"/>
              <a:gd name="T13" fmla="*/ 278945 h 440259"/>
              <a:gd name="T14" fmla="*/ 278945 h 440259"/>
              <a:gd name="T15" fmla="*/ 278945 h 440259"/>
              <a:gd name="T16" fmla="*/ 278945 h 440259"/>
              <a:gd name="T17" fmla="*/ 278945 h 440259"/>
              <a:gd name="T18" fmla="*/ 278945 h 440259"/>
              <a:gd name="T19" fmla="*/ 278945 h 440259"/>
              <a:gd name="T20" fmla="*/ 278945 h 440259"/>
              <a:gd name="T21" fmla="*/ 278945 h 440259"/>
              <a:gd name="T22" fmla="*/ 278945 h 440259"/>
              <a:gd name="T23" fmla="*/ 278945 h 440259"/>
              <a:gd name="T24" fmla="*/ 278945 h 440259"/>
              <a:gd name="T25" fmla="*/ 278945 h 440259"/>
              <a:gd name="T26" fmla="*/ 278945 h 440259"/>
              <a:gd name="T27" fmla="*/ 278945 h 440259"/>
              <a:gd name="T28" fmla="*/ 278945 h 440259"/>
              <a:gd name="T29" fmla="*/ 278945 h 440259"/>
              <a:gd name="T30" fmla="*/ 278945 h 440259"/>
              <a:gd name="T31" fmla="*/ 278945 h 440259"/>
              <a:gd name="T32" fmla="*/ 278945 h 440259"/>
              <a:gd name="T33" fmla="*/ 278945 h 440259"/>
              <a:gd name="T34" fmla="*/ 278945 h 440259"/>
              <a:gd name="T35" fmla="*/ 278945 h 440259"/>
              <a:gd name="T36" fmla="*/ 278945 h 440259"/>
              <a:gd name="T37" fmla="*/ 278945 h 440259"/>
              <a:gd name="T38" fmla="*/ 278945 h 440259"/>
              <a:gd name="T39" fmla="*/ 278945 h 440259"/>
              <a:gd name="T40" fmla="*/ 278945 h 440259"/>
              <a:gd name="T41" fmla="*/ 278945 h 440259"/>
              <a:gd name="T42" fmla="*/ 278945 h 440259"/>
              <a:gd name="T43" fmla="*/ 278945 h 440259"/>
              <a:gd name="T44" fmla="*/ 88862 h 440259"/>
              <a:gd name="T45" fmla="*/ 88862 h 440259"/>
              <a:gd name="T46" fmla="*/ 278945 h 440259"/>
              <a:gd name="T47" fmla="*/ 278945 h 440259"/>
              <a:gd name="T48" fmla="*/ 278945 h 440259"/>
              <a:gd name="T49" fmla="*/ 278945 h 440259"/>
              <a:gd name="T50" fmla="*/ 278945 h 440259"/>
              <a:gd name="T51" fmla="*/ 278945 h 440259"/>
              <a:gd name="T52" fmla="*/ 278945 h 440259"/>
              <a:gd name="T53" fmla="*/ 278945 h 440259"/>
              <a:gd name="T54" fmla="*/ 278945 h 440259"/>
              <a:gd name="T55" fmla="*/ 278945 h 440259"/>
              <a:gd name="T56" fmla="*/ 278945 h 440259"/>
              <a:gd name="T57" fmla="*/ 278945 h 440259"/>
              <a:gd name="T58" fmla="*/ 278945 h 440259"/>
              <a:gd name="T59" fmla="*/ 278945 h 440259"/>
              <a:gd name="T60" fmla="*/ 278945 h 440259"/>
              <a:gd name="T61" fmla="*/ 278945 h 440259"/>
              <a:gd name="T62" fmla="*/ 278945 h 440259"/>
              <a:gd name="T63" fmla="*/ 278945 h 440259"/>
              <a:gd name="T64" fmla="*/ 278945 h 440259"/>
              <a:gd name="T65" fmla="*/ 278945 h 440259"/>
              <a:gd name="T66" fmla="*/ 278945 h 440259"/>
              <a:gd name="T67" fmla="*/ 278945 h 440259"/>
              <a:gd name="T68" fmla="*/ 278945 h 440259"/>
              <a:gd name="T69" fmla="*/ 278945 h 440259"/>
              <a:gd name="T70" fmla="*/ 278945 h 440259"/>
              <a:gd name="T71" fmla="*/ 278945 h 440259"/>
              <a:gd name="T72" fmla="*/ 278945 h 440259"/>
              <a:gd name="T73" fmla="*/ 278945 h 440259"/>
              <a:gd name="T74" fmla="*/ 278945 h 440259"/>
              <a:gd name="T75" fmla="*/ 278945 h 440259"/>
              <a:gd name="T76" fmla="*/ 278945 h 440259"/>
              <a:gd name="T77" fmla="*/ 278945 h 440259"/>
              <a:gd name="T78" fmla="*/ 278945 h 440259"/>
              <a:gd name="T79" fmla="*/ 278945 h 440259"/>
              <a:gd name="T80" fmla="*/ 278945 h 440259"/>
              <a:gd name="T81" fmla="*/ 278945 h 440259"/>
              <a:gd name="T82" fmla="*/ 278945 h 440259"/>
              <a:gd name="T83" fmla="*/ 278945 h 440259"/>
              <a:gd name="T84" fmla="*/ 278945 h 440259"/>
              <a:gd name="T85" fmla="*/ 278945 h 440259"/>
              <a:gd name="T86" fmla="*/ 278945 h 440259"/>
              <a:gd name="T87" fmla="*/ 278945 h 440259"/>
              <a:gd name="T88" fmla="*/ 278945 h 440259"/>
              <a:gd name="T89" fmla="*/ 278945 h 440259"/>
              <a:gd name="T90" fmla="*/ 278945 h 440259"/>
              <a:gd name="T91" fmla="*/ 278945 h 440259"/>
              <a:gd name="T92" fmla="*/ 278945 h 440259"/>
              <a:gd name="T93" fmla="*/ 278945 h 440259"/>
              <a:gd name="T94" fmla="*/ 278945 h 440259"/>
              <a:gd name="T95" fmla="*/ 278945 h 440259"/>
              <a:gd name="T96" fmla="*/ 278945 h 440259"/>
              <a:gd name="T97" fmla="*/ 278945 h 440259"/>
              <a:gd name="T98" fmla="*/ 278945 h 440259"/>
              <a:gd name="T99" fmla="*/ 278945 h 440259"/>
              <a:gd name="T100" fmla="*/ 278945 h 440259"/>
              <a:gd name="T101" fmla="*/ 278945 h 4402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2648" h="2613">
                <a:moveTo>
                  <a:pt x="2582" y="0"/>
                </a:moveTo>
                <a:lnTo>
                  <a:pt x="2362" y="0"/>
                </a:lnTo>
                <a:cubicBezTo>
                  <a:pt x="2325" y="0"/>
                  <a:pt x="2296" y="29"/>
                  <a:pt x="2296" y="66"/>
                </a:cubicBezTo>
                <a:lnTo>
                  <a:pt x="2296" y="386"/>
                </a:lnTo>
                <a:lnTo>
                  <a:pt x="1455" y="386"/>
                </a:lnTo>
                <a:lnTo>
                  <a:pt x="1455" y="361"/>
                </a:lnTo>
                <a:cubicBezTo>
                  <a:pt x="1455" y="261"/>
                  <a:pt x="1374" y="180"/>
                  <a:pt x="1275" y="180"/>
                </a:cubicBezTo>
                <a:lnTo>
                  <a:pt x="1272" y="180"/>
                </a:lnTo>
                <a:cubicBezTo>
                  <a:pt x="1173" y="180"/>
                  <a:pt x="1091" y="261"/>
                  <a:pt x="1091" y="361"/>
                </a:cubicBezTo>
                <a:lnTo>
                  <a:pt x="1091" y="386"/>
                </a:lnTo>
                <a:lnTo>
                  <a:pt x="918" y="386"/>
                </a:lnTo>
                <a:lnTo>
                  <a:pt x="918" y="361"/>
                </a:lnTo>
                <a:cubicBezTo>
                  <a:pt x="918" y="261"/>
                  <a:pt x="836" y="180"/>
                  <a:pt x="737" y="180"/>
                </a:cubicBezTo>
                <a:lnTo>
                  <a:pt x="734" y="180"/>
                </a:lnTo>
                <a:cubicBezTo>
                  <a:pt x="635" y="180"/>
                  <a:pt x="554" y="261"/>
                  <a:pt x="554" y="361"/>
                </a:cubicBezTo>
                <a:lnTo>
                  <a:pt x="554" y="386"/>
                </a:lnTo>
                <a:lnTo>
                  <a:pt x="353" y="386"/>
                </a:lnTo>
                <a:lnTo>
                  <a:pt x="353" y="66"/>
                </a:lnTo>
                <a:cubicBezTo>
                  <a:pt x="353" y="29"/>
                  <a:pt x="323" y="0"/>
                  <a:pt x="286" y="0"/>
                </a:cubicBezTo>
                <a:lnTo>
                  <a:pt x="67" y="0"/>
                </a:lnTo>
                <a:cubicBezTo>
                  <a:pt x="30" y="0"/>
                  <a:pt x="0" y="29"/>
                  <a:pt x="0" y="66"/>
                </a:cubicBezTo>
                <a:lnTo>
                  <a:pt x="0" y="2546"/>
                </a:lnTo>
                <a:cubicBezTo>
                  <a:pt x="0" y="2583"/>
                  <a:pt x="30" y="2613"/>
                  <a:pt x="67" y="2613"/>
                </a:cubicBezTo>
                <a:lnTo>
                  <a:pt x="286" y="2613"/>
                </a:lnTo>
                <a:cubicBezTo>
                  <a:pt x="323" y="2613"/>
                  <a:pt x="353" y="2583"/>
                  <a:pt x="353" y="2546"/>
                </a:cubicBezTo>
                <a:lnTo>
                  <a:pt x="353" y="2226"/>
                </a:lnTo>
                <a:lnTo>
                  <a:pt x="496" y="2226"/>
                </a:lnTo>
                <a:lnTo>
                  <a:pt x="496" y="2259"/>
                </a:lnTo>
                <a:cubicBezTo>
                  <a:pt x="496" y="2358"/>
                  <a:pt x="577" y="2440"/>
                  <a:pt x="676" y="2440"/>
                </a:cubicBezTo>
                <a:lnTo>
                  <a:pt x="679" y="2440"/>
                </a:lnTo>
                <a:cubicBezTo>
                  <a:pt x="778" y="2440"/>
                  <a:pt x="860" y="2358"/>
                  <a:pt x="860" y="2259"/>
                </a:cubicBezTo>
                <a:lnTo>
                  <a:pt x="860" y="2226"/>
                </a:lnTo>
                <a:lnTo>
                  <a:pt x="1033" y="2226"/>
                </a:lnTo>
                <a:lnTo>
                  <a:pt x="1033" y="2259"/>
                </a:lnTo>
                <a:cubicBezTo>
                  <a:pt x="1033" y="2358"/>
                  <a:pt x="1115" y="2440"/>
                  <a:pt x="1214" y="2440"/>
                </a:cubicBezTo>
                <a:lnTo>
                  <a:pt x="1217" y="2440"/>
                </a:lnTo>
                <a:cubicBezTo>
                  <a:pt x="1316" y="2440"/>
                  <a:pt x="1397" y="2358"/>
                  <a:pt x="1397" y="2259"/>
                </a:cubicBezTo>
                <a:lnTo>
                  <a:pt x="1397" y="2226"/>
                </a:lnTo>
                <a:lnTo>
                  <a:pt x="2296" y="2226"/>
                </a:lnTo>
                <a:lnTo>
                  <a:pt x="2296" y="2546"/>
                </a:lnTo>
                <a:cubicBezTo>
                  <a:pt x="2296" y="2583"/>
                  <a:pt x="2325" y="2613"/>
                  <a:pt x="2362" y="2613"/>
                </a:cubicBezTo>
                <a:lnTo>
                  <a:pt x="2582" y="2613"/>
                </a:lnTo>
                <a:cubicBezTo>
                  <a:pt x="2619" y="2613"/>
                  <a:pt x="2648" y="2583"/>
                  <a:pt x="2648" y="2546"/>
                </a:cubicBezTo>
                <a:lnTo>
                  <a:pt x="2648" y="66"/>
                </a:lnTo>
                <a:cubicBezTo>
                  <a:pt x="2648" y="29"/>
                  <a:pt x="2619" y="0"/>
                  <a:pt x="2582" y="0"/>
                </a:cubicBezTo>
                <a:close/>
                <a:moveTo>
                  <a:pt x="553" y="520"/>
                </a:moveTo>
                <a:lnTo>
                  <a:pt x="553" y="559"/>
                </a:lnTo>
                <a:cubicBezTo>
                  <a:pt x="553" y="659"/>
                  <a:pt x="635" y="740"/>
                  <a:pt x="734" y="740"/>
                </a:cubicBezTo>
                <a:lnTo>
                  <a:pt x="737" y="740"/>
                </a:lnTo>
                <a:cubicBezTo>
                  <a:pt x="836" y="740"/>
                  <a:pt x="918" y="659"/>
                  <a:pt x="918" y="559"/>
                </a:cubicBezTo>
                <a:lnTo>
                  <a:pt x="918" y="520"/>
                </a:lnTo>
                <a:lnTo>
                  <a:pt x="1091" y="520"/>
                </a:lnTo>
                <a:lnTo>
                  <a:pt x="1091" y="559"/>
                </a:lnTo>
                <a:cubicBezTo>
                  <a:pt x="1091" y="659"/>
                  <a:pt x="1172" y="740"/>
                  <a:pt x="1272" y="740"/>
                </a:cubicBezTo>
                <a:lnTo>
                  <a:pt x="1275" y="740"/>
                </a:lnTo>
                <a:cubicBezTo>
                  <a:pt x="1374" y="740"/>
                  <a:pt x="1455" y="659"/>
                  <a:pt x="1455" y="559"/>
                </a:cubicBezTo>
                <a:lnTo>
                  <a:pt x="1455" y="520"/>
                </a:lnTo>
                <a:lnTo>
                  <a:pt x="2296" y="520"/>
                </a:lnTo>
                <a:lnTo>
                  <a:pt x="2296" y="1240"/>
                </a:lnTo>
                <a:lnTo>
                  <a:pt x="2051" y="1240"/>
                </a:lnTo>
                <a:lnTo>
                  <a:pt x="2051" y="1188"/>
                </a:lnTo>
                <a:cubicBezTo>
                  <a:pt x="2051" y="1088"/>
                  <a:pt x="1970" y="1007"/>
                  <a:pt x="1870" y="1007"/>
                </a:cubicBezTo>
                <a:lnTo>
                  <a:pt x="1868" y="1007"/>
                </a:lnTo>
                <a:cubicBezTo>
                  <a:pt x="1768" y="1007"/>
                  <a:pt x="1687" y="1088"/>
                  <a:pt x="1687" y="1188"/>
                </a:cubicBezTo>
                <a:lnTo>
                  <a:pt x="1687" y="1240"/>
                </a:lnTo>
                <a:lnTo>
                  <a:pt x="1513" y="1240"/>
                </a:lnTo>
                <a:lnTo>
                  <a:pt x="1513" y="1188"/>
                </a:lnTo>
                <a:cubicBezTo>
                  <a:pt x="1513" y="1088"/>
                  <a:pt x="1432" y="1007"/>
                  <a:pt x="1332" y="1007"/>
                </a:cubicBezTo>
                <a:lnTo>
                  <a:pt x="1330" y="1007"/>
                </a:lnTo>
                <a:cubicBezTo>
                  <a:pt x="1230" y="1007"/>
                  <a:pt x="1149" y="1088"/>
                  <a:pt x="1149" y="1188"/>
                </a:cubicBezTo>
                <a:lnTo>
                  <a:pt x="1149" y="1240"/>
                </a:lnTo>
                <a:lnTo>
                  <a:pt x="353" y="1240"/>
                </a:lnTo>
                <a:lnTo>
                  <a:pt x="353" y="520"/>
                </a:lnTo>
                <a:lnTo>
                  <a:pt x="553" y="520"/>
                </a:lnTo>
                <a:close/>
                <a:moveTo>
                  <a:pt x="1397" y="2093"/>
                </a:moveTo>
                <a:lnTo>
                  <a:pt x="1397" y="2060"/>
                </a:lnTo>
                <a:cubicBezTo>
                  <a:pt x="1397" y="1961"/>
                  <a:pt x="1316" y="1880"/>
                  <a:pt x="1217" y="1880"/>
                </a:cubicBezTo>
                <a:lnTo>
                  <a:pt x="1214" y="1880"/>
                </a:lnTo>
                <a:cubicBezTo>
                  <a:pt x="1115" y="1880"/>
                  <a:pt x="1033" y="1961"/>
                  <a:pt x="1033" y="2060"/>
                </a:cubicBezTo>
                <a:lnTo>
                  <a:pt x="1033" y="2093"/>
                </a:lnTo>
                <a:lnTo>
                  <a:pt x="860" y="2093"/>
                </a:lnTo>
                <a:lnTo>
                  <a:pt x="860" y="2060"/>
                </a:lnTo>
                <a:cubicBezTo>
                  <a:pt x="860" y="1961"/>
                  <a:pt x="778" y="1880"/>
                  <a:pt x="679" y="1880"/>
                </a:cubicBezTo>
                <a:lnTo>
                  <a:pt x="676" y="1880"/>
                </a:lnTo>
                <a:cubicBezTo>
                  <a:pt x="577" y="1880"/>
                  <a:pt x="496" y="1961"/>
                  <a:pt x="496" y="2060"/>
                </a:cubicBezTo>
                <a:lnTo>
                  <a:pt x="496" y="2093"/>
                </a:lnTo>
                <a:lnTo>
                  <a:pt x="353" y="2093"/>
                </a:lnTo>
                <a:lnTo>
                  <a:pt x="353" y="1373"/>
                </a:lnTo>
                <a:lnTo>
                  <a:pt x="1149" y="1373"/>
                </a:lnTo>
                <a:lnTo>
                  <a:pt x="1149" y="1386"/>
                </a:lnTo>
                <a:cubicBezTo>
                  <a:pt x="1149" y="1486"/>
                  <a:pt x="1230" y="1567"/>
                  <a:pt x="1330" y="1567"/>
                </a:cubicBezTo>
                <a:lnTo>
                  <a:pt x="1332" y="1567"/>
                </a:lnTo>
                <a:cubicBezTo>
                  <a:pt x="1432" y="1567"/>
                  <a:pt x="1513" y="1486"/>
                  <a:pt x="1513" y="1386"/>
                </a:cubicBezTo>
                <a:lnTo>
                  <a:pt x="1513" y="1373"/>
                </a:lnTo>
                <a:lnTo>
                  <a:pt x="1687" y="1373"/>
                </a:lnTo>
                <a:lnTo>
                  <a:pt x="1687" y="1386"/>
                </a:lnTo>
                <a:cubicBezTo>
                  <a:pt x="1687" y="1486"/>
                  <a:pt x="1768" y="1567"/>
                  <a:pt x="1868" y="1567"/>
                </a:cubicBezTo>
                <a:lnTo>
                  <a:pt x="1870" y="1567"/>
                </a:lnTo>
                <a:cubicBezTo>
                  <a:pt x="1970" y="1567"/>
                  <a:pt x="2051" y="1486"/>
                  <a:pt x="2051" y="1386"/>
                </a:cubicBezTo>
                <a:lnTo>
                  <a:pt x="2051" y="1373"/>
                </a:lnTo>
                <a:lnTo>
                  <a:pt x="2296" y="1373"/>
                </a:lnTo>
                <a:lnTo>
                  <a:pt x="2296" y="2093"/>
                </a:lnTo>
                <a:lnTo>
                  <a:pt x="1397" y="2093"/>
                </a:lnTo>
                <a:close/>
              </a:path>
            </a:pathLst>
          </a:custGeom>
          <a:solidFill>
            <a:srgbClr val="BC3649"/>
          </a:solidFill>
          <a:ln>
            <a:noFill/>
          </a:ln>
        </p:spPr>
      </p:sp>
      <p:cxnSp>
        <p:nvCxnSpPr>
          <p:cNvPr id="100" name="直接连接符 99"/>
          <p:cNvCxnSpPr/>
          <p:nvPr/>
        </p:nvCxnSpPr>
        <p:spPr>
          <a:xfrm>
            <a:off x="9334503" y="3829049"/>
            <a:ext cx="0" cy="442914"/>
          </a:xfrm>
          <a:prstGeom prst="line">
            <a:avLst/>
          </a:prstGeom>
          <a:noFill/>
          <a:ln w="28575" cap="flat" cmpd="sng">
            <a:solidFill>
              <a:srgbClr val="BC3649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sp>
        <p:nvSpPr>
          <p:cNvPr id="108" name="文本框 107"/>
          <p:cNvSpPr txBox="1"/>
          <p:nvPr/>
        </p:nvSpPr>
        <p:spPr>
          <a:xfrm>
            <a:off x="2504413" y="475979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编程框架</a:t>
            </a:r>
          </a:p>
        </p:txBody>
      </p:sp>
      <p:sp>
        <p:nvSpPr>
          <p:cNvPr id="89" name="文本框 88"/>
          <p:cNvSpPr txBox="1"/>
          <p:nvPr/>
        </p:nvSpPr>
        <p:spPr>
          <a:xfrm>
            <a:off x="8982848" y="476995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编程语言</a:t>
            </a: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7997" y="1097721"/>
            <a:ext cx="1645803" cy="1084891"/>
          </a:xfrm>
          <a:prstGeom prst="rect">
            <a:avLst/>
          </a:prstGeom>
        </p:spPr>
      </p:pic>
      <p:grpSp>
        <p:nvGrpSpPr>
          <p:cNvPr id="44" name="243693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2766822" y="2412201"/>
            <a:ext cx="6438900" cy="950119"/>
            <a:chOff x="1803400" y="1598613"/>
            <a:chExt cx="8585200" cy="1266825"/>
          </a:xfrm>
        </p:grpSpPr>
        <p:sp>
          <p:nvSpPr>
            <p:cNvPr id="45" name="ï$ḻíḓé"/>
            <p:cNvSpPr/>
            <p:nvPr/>
          </p:nvSpPr>
          <p:spPr>
            <a:xfrm>
              <a:off x="1803400" y="1598613"/>
              <a:ext cx="1371600" cy="1266825"/>
            </a:xfrm>
            <a:prstGeom prst="roundRect">
              <a:avLst/>
            </a:prstGeom>
            <a:solidFill>
              <a:srgbClr val="BC3649"/>
            </a:solidFill>
            <a:ln w="12700" cap="flat">
              <a:noFill/>
              <a:miter lim="400000"/>
            </a:ln>
            <a:effectLst/>
          </p:spPr>
          <p:txBody>
            <a:bodyPr wrap="square" lIns="91440" tIns="45720" rIns="91440" bIns="45720" numCol="1" anchor="ctr">
              <a:normAutofit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1pPr>
              <a:lvl2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2pPr>
              <a:lvl3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3pPr>
              <a:lvl4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4pPr>
              <a:lvl5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5pPr>
              <a:lvl6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6pPr>
              <a:lvl7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7pPr>
              <a:lvl8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8pPr>
              <a:lvl9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9pPr>
            </a:lstStyle>
            <a:p>
              <a:pPr>
                <a:spcBef>
                  <a:spcPct val="0"/>
                </a:spcBef>
              </a:pPr>
              <a:r>
                <a:rPr lang="zh-CN" altLang="en-US" sz="1800" b="1" dirty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输入</a:t>
              </a:r>
            </a:p>
          </p:txBody>
        </p:sp>
        <p:sp>
          <p:nvSpPr>
            <p:cNvPr id="46" name="íšliḋè"/>
            <p:cNvSpPr/>
            <p:nvPr/>
          </p:nvSpPr>
          <p:spPr>
            <a:xfrm>
              <a:off x="9017000" y="1598613"/>
              <a:ext cx="1371600" cy="1266825"/>
            </a:xfrm>
            <a:prstGeom prst="roundRect">
              <a:avLst/>
            </a:prstGeom>
            <a:solidFill>
              <a:srgbClr val="BC3649"/>
            </a:solidFill>
            <a:ln w="12700" cap="flat">
              <a:noFill/>
              <a:miter lim="400000"/>
            </a:ln>
            <a:effectLst/>
          </p:spPr>
          <p:txBody>
            <a:bodyPr wrap="square" lIns="91440" tIns="45720" rIns="91440" bIns="45720" numCol="1" anchor="ctr">
              <a:normAutofit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1pPr>
              <a:lvl2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2pPr>
              <a:lvl3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3pPr>
              <a:lvl4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4pPr>
              <a:lvl5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5pPr>
              <a:lvl6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6pPr>
              <a:lvl7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7pPr>
              <a:lvl8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8pPr>
              <a:lvl9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9pPr>
            </a:lstStyle>
            <a:p>
              <a:pPr>
                <a:spcBef>
                  <a:spcPct val="0"/>
                </a:spcBef>
              </a:pPr>
              <a:r>
                <a:rPr lang="zh-CN" altLang="en-US" sz="1800" b="1" dirty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输出</a:t>
              </a:r>
            </a:p>
          </p:txBody>
        </p:sp>
        <p:sp>
          <p:nvSpPr>
            <p:cNvPr id="47" name="ïsḷïḑè"/>
            <p:cNvSpPr/>
            <p:nvPr/>
          </p:nvSpPr>
          <p:spPr>
            <a:xfrm>
              <a:off x="3606801" y="1598613"/>
              <a:ext cx="1371601" cy="1266825"/>
            </a:xfrm>
            <a:prstGeom prst="roundRect">
              <a:avLst/>
            </a:prstGeom>
            <a:solidFill>
              <a:srgbClr val="BC3649"/>
            </a:solidFill>
            <a:ln w="12700" cap="flat">
              <a:noFill/>
              <a:miter lim="400000"/>
            </a:ln>
            <a:effectLst/>
          </p:spPr>
          <p:txBody>
            <a:bodyPr wrap="square" lIns="91440" tIns="45720" rIns="91440" bIns="45720" numCol="1" anchor="ctr">
              <a:normAutofit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1pPr>
              <a:lvl2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2pPr>
              <a:lvl3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3pPr>
              <a:lvl4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4pPr>
              <a:lvl5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5pPr>
              <a:lvl6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6pPr>
              <a:lvl7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7pPr>
              <a:lvl8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8pPr>
              <a:lvl9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9pPr>
            </a:lstStyle>
            <a:p>
              <a:pPr>
                <a:spcBef>
                  <a:spcPct val="0"/>
                </a:spcBef>
              </a:pPr>
              <a:r>
                <a:rPr lang="zh-CN" altLang="en-US" sz="1800" b="1" dirty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建模</a:t>
              </a:r>
            </a:p>
          </p:txBody>
        </p:sp>
        <p:sp>
          <p:nvSpPr>
            <p:cNvPr id="48" name="ïšḷïḓé"/>
            <p:cNvSpPr/>
            <p:nvPr/>
          </p:nvSpPr>
          <p:spPr>
            <a:xfrm>
              <a:off x="5410203" y="1598613"/>
              <a:ext cx="1371600" cy="1266825"/>
            </a:xfrm>
            <a:prstGeom prst="roundRect">
              <a:avLst/>
            </a:prstGeom>
            <a:solidFill>
              <a:srgbClr val="BC3649"/>
            </a:solidFill>
            <a:ln w="12700" cap="flat">
              <a:noFill/>
              <a:miter lim="400000"/>
            </a:ln>
            <a:effectLst/>
          </p:spPr>
          <p:txBody>
            <a:bodyPr wrap="square" lIns="91440" tIns="45720" rIns="91440" bIns="45720" numCol="1" anchor="ctr">
              <a:normAutofit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1pPr>
              <a:lvl2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2pPr>
              <a:lvl3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3pPr>
              <a:lvl4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4pPr>
              <a:lvl5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5pPr>
              <a:lvl6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6pPr>
              <a:lvl7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7pPr>
              <a:lvl8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8pPr>
              <a:lvl9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9pPr>
            </a:lstStyle>
            <a:p>
              <a:pPr>
                <a:spcBef>
                  <a:spcPct val="0"/>
                </a:spcBef>
              </a:pPr>
              <a:r>
                <a:rPr lang="zh-CN" altLang="en-US" sz="1800" b="1" dirty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实现</a:t>
              </a:r>
            </a:p>
          </p:txBody>
        </p:sp>
        <p:sp>
          <p:nvSpPr>
            <p:cNvPr id="49" name="íśḻíḑè"/>
            <p:cNvSpPr/>
            <p:nvPr/>
          </p:nvSpPr>
          <p:spPr>
            <a:xfrm>
              <a:off x="7213603" y="1598613"/>
              <a:ext cx="1371600" cy="1266825"/>
            </a:xfrm>
            <a:prstGeom prst="roundRect">
              <a:avLst/>
            </a:prstGeom>
            <a:solidFill>
              <a:srgbClr val="BC3649"/>
            </a:solidFill>
            <a:ln w="12700" cap="flat">
              <a:noFill/>
              <a:miter lim="400000"/>
            </a:ln>
            <a:effectLst/>
          </p:spPr>
          <p:txBody>
            <a:bodyPr wrap="square" lIns="91440" tIns="45720" rIns="91440" bIns="45720" numCol="1" anchor="ctr">
              <a:normAutofit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1pPr>
              <a:lvl2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2pPr>
              <a:lvl3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3pPr>
              <a:lvl4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4pPr>
              <a:lvl5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5pPr>
              <a:lvl6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6pPr>
              <a:lvl7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7pPr>
              <a:lvl8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8pPr>
              <a:lvl9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9pPr>
            </a:lstStyle>
            <a:p>
              <a:pPr>
                <a:spcBef>
                  <a:spcPct val="0"/>
                </a:spcBef>
              </a:pPr>
              <a:r>
                <a:rPr lang="zh-CN" altLang="en-US" sz="1800" b="1" dirty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运行</a:t>
              </a:r>
            </a:p>
          </p:txBody>
        </p:sp>
        <p:sp>
          <p:nvSpPr>
            <p:cNvPr id="50" name="ïṣḷïḍè"/>
            <p:cNvSpPr/>
            <p:nvPr/>
          </p:nvSpPr>
          <p:spPr>
            <a:xfrm>
              <a:off x="3289300" y="2079625"/>
              <a:ext cx="203201" cy="304800"/>
            </a:xfrm>
            <a:prstGeom prst="rightArrow">
              <a:avLst>
                <a:gd name="adj1" fmla="val 32000"/>
                <a:gd name="adj2" fmla="val 275000"/>
              </a:avLst>
            </a:prstGeom>
            <a:solidFill>
              <a:srgbClr val="BC3649"/>
            </a:solidFill>
            <a:ln w="12700" cap="flat">
              <a:noFill/>
              <a:miter lim="400000"/>
            </a:ln>
            <a:effectLst/>
          </p:spPr>
          <p:txBody>
            <a:bodyPr wrap="square" lIns="91440" tIns="45720" rIns="91440" bIns="45720" numCol="1" anchor="ctr">
              <a:normAutofit fontScale="25000" lnSpcReduction="20000"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1pPr>
              <a:lvl2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2pPr>
              <a:lvl3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3pPr>
              <a:lvl4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4pPr>
              <a:lvl5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5pPr>
              <a:lvl6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6pPr>
              <a:lvl7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7pPr>
              <a:lvl8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8pPr>
              <a:lvl9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9pPr>
            </a:lstStyle>
            <a:p>
              <a:pPr algn="l" defTabSz="584200">
                <a:lnSpc>
                  <a:spcPct val="110000"/>
                </a:lnSpc>
                <a:spcBef>
                  <a:spcPts val="3000"/>
                </a:spcBef>
                <a:defRPr sz="2000">
                  <a:solidFill>
                    <a:srgbClr val="4C4C4C"/>
                  </a:solidFill>
                </a:defRPr>
              </a:pPr>
              <a:endParaRPr sz="2000"/>
            </a:p>
          </p:txBody>
        </p:sp>
        <p:sp>
          <p:nvSpPr>
            <p:cNvPr id="51" name="ïṧḷïḓé"/>
            <p:cNvSpPr/>
            <p:nvPr/>
          </p:nvSpPr>
          <p:spPr>
            <a:xfrm>
              <a:off x="5092702" y="2079625"/>
              <a:ext cx="203201" cy="304800"/>
            </a:xfrm>
            <a:prstGeom prst="rightArrow">
              <a:avLst>
                <a:gd name="adj1" fmla="val 32000"/>
                <a:gd name="adj2" fmla="val 275000"/>
              </a:avLst>
            </a:prstGeom>
            <a:solidFill>
              <a:srgbClr val="BC3649"/>
            </a:solidFill>
            <a:ln w="12700" cap="flat">
              <a:noFill/>
              <a:miter lim="400000"/>
            </a:ln>
            <a:effectLst/>
          </p:spPr>
          <p:txBody>
            <a:bodyPr wrap="square" lIns="91440" tIns="45720" rIns="91440" bIns="45720" numCol="1" anchor="ctr">
              <a:normAutofit fontScale="25000" lnSpcReduction="20000"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1pPr>
              <a:lvl2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2pPr>
              <a:lvl3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3pPr>
              <a:lvl4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4pPr>
              <a:lvl5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5pPr>
              <a:lvl6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6pPr>
              <a:lvl7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7pPr>
              <a:lvl8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8pPr>
              <a:lvl9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9pPr>
            </a:lstStyle>
            <a:p>
              <a:pPr algn="l" defTabSz="584200">
                <a:lnSpc>
                  <a:spcPct val="110000"/>
                </a:lnSpc>
                <a:spcBef>
                  <a:spcPts val="3000"/>
                </a:spcBef>
                <a:defRPr sz="2000">
                  <a:solidFill>
                    <a:srgbClr val="4C4C4C"/>
                  </a:solidFill>
                </a:defRPr>
              </a:pPr>
              <a:endParaRPr sz="2000">
                <a:solidFill>
                  <a:schemeClr val="bg1"/>
                </a:solidFill>
              </a:endParaRPr>
            </a:p>
          </p:txBody>
        </p:sp>
        <p:sp>
          <p:nvSpPr>
            <p:cNvPr id="52" name="iṡļíḍè"/>
            <p:cNvSpPr/>
            <p:nvPr/>
          </p:nvSpPr>
          <p:spPr>
            <a:xfrm>
              <a:off x="8699503" y="2079625"/>
              <a:ext cx="203200" cy="304800"/>
            </a:xfrm>
            <a:prstGeom prst="rightArrow">
              <a:avLst>
                <a:gd name="adj1" fmla="val 32000"/>
                <a:gd name="adj2" fmla="val 275000"/>
              </a:avLst>
            </a:prstGeom>
            <a:solidFill>
              <a:srgbClr val="BC3649"/>
            </a:solidFill>
            <a:ln w="12700" cap="flat">
              <a:noFill/>
              <a:miter lim="400000"/>
            </a:ln>
            <a:effectLst/>
          </p:spPr>
          <p:txBody>
            <a:bodyPr wrap="square" lIns="91440" tIns="45720" rIns="91440" bIns="45720" numCol="1" anchor="ctr">
              <a:normAutofit fontScale="25000" lnSpcReduction="20000"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1pPr>
              <a:lvl2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2pPr>
              <a:lvl3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3pPr>
              <a:lvl4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4pPr>
              <a:lvl5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5pPr>
              <a:lvl6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6pPr>
              <a:lvl7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7pPr>
              <a:lvl8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8pPr>
              <a:lvl9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9pPr>
            </a:lstStyle>
            <a:p>
              <a:pPr algn="l" defTabSz="584200">
                <a:lnSpc>
                  <a:spcPct val="110000"/>
                </a:lnSpc>
                <a:spcBef>
                  <a:spcPts val="3000"/>
                </a:spcBef>
                <a:defRPr sz="2000">
                  <a:solidFill>
                    <a:srgbClr val="4C4C4C"/>
                  </a:solidFill>
                </a:defRPr>
              </a:pPr>
              <a:endParaRPr sz="2000">
                <a:solidFill>
                  <a:schemeClr val="bg1"/>
                </a:solidFill>
              </a:endParaRPr>
            </a:p>
          </p:txBody>
        </p:sp>
        <p:sp>
          <p:nvSpPr>
            <p:cNvPr id="53" name="ïş1ïḓè"/>
            <p:cNvSpPr/>
            <p:nvPr/>
          </p:nvSpPr>
          <p:spPr>
            <a:xfrm>
              <a:off x="6896103" y="2079625"/>
              <a:ext cx="203200" cy="304800"/>
            </a:xfrm>
            <a:prstGeom prst="rightArrow">
              <a:avLst>
                <a:gd name="adj1" fmla="val 32000"/>
                <a:gd name="adj2" fmla="val 275000"/>
              </a:avLst>
            </a:prstGeom>
            <a:solidFill>
              <a:srgbClr val="BC3649"/>
            </a:solidFill>
            <a:ln w="12700" cap="flat">
              <a:noFill/>
              <a:miter lim="400000"/>
            </a:ln>
            <a:effectLst/>
          </p:spPr>
          <p:txBody>
            <a:bodyPr wrap="square" lIns="91440" tIns="45720" rIns="91440" bIns="45720" numCol="1" anchor="ctr">
              <a:normAutofit fontScale="25000" lnSpcReduction="20000"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1pPr>
              <a:lvl2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2pPr>
              <a:lvl3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3pPr>
              <a:lvl4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4pPr>
              <a:lvl5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5pPr>
              <a:lvl6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6pPr>
              <a:lvl7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7pPr>
              <a:lvl8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8pPr>
              <a:lvl9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9pPr>
            </a:lstStyle>
            <a:p>
              <a:pPr algn="l" defTabSz="584200">
                <a:lnSpc>
                  <a:spcPct val="110000"/>
                </a:lnSpc>
                <a:spcBef>
                  <a:spcPts val="3000"/>
                </a:spcBef>
                <a:defRPr sz="2000">
                  <a:solidFill>
                    <a:srgbClr val="4C4C4C"/>
                  </a:solidFill>
                </a:defRPr>
              </a:pPr>
              <a:endParaRPr sz="2000">
                <a:solidFill>
                  <a:schemeClr val="bg1"/>
                </a:solidFill>
              </a:endParaRPr>
            </a:p>
          </p:txBody>
        </p:sp>
      </p:grpSp>
      <p:grpSp>
        <p:nvGrpSpPr>
          <p:cNvPr id="54" name="62a0234c-3beb-46f2-bd39-7e0bbc0a0fb7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2"/>
            </p:custDataLst>
          </p:nvPr>
        </p:nvGrpSpPr>
        <p:grpSpPr>
          <a:xfrm>
            <a:off x="5282245" y="1054992"/>
            <a:ext cx="1456504" cy="1339314"/>
            <a:chOff x="3381264" y="1151007"/>
            <a:chExt cx="5429472" cy="4992618"/>
          </a:xfrm>
        </p:grpSpPr>
        <p:sp>
          <p:nvSpPr>
            <p:cNvPr id="55" name="íSļîḋè"/>
            <p:cNvSpPr/>
            <p:nvPr/>
          </p:nvSpPr>
          <p:spPr bwMode="auto">
            <a:xfrm>
              <a:off x="5468456" y="2803656"/>
              <a:ext cx="3342280" cy="3339969"/>
            </a:xfrm>
            <a:custGeom>
              <a:avLst/>
              <a:gdLst>
                <a:gd name="T0" fmla="*/ 835 w 1669"/>
                <a:gd name="T1" fmla="*/ 114 h 1668"/>
                <a:gd name="T2" fmla="*/ 915 w 1669"/>
                <a:gd name="T3" fmla="*/ 119 h 1668"/>
                <a:gd name="T4" fmla="*/ 951 w 1669"/>
                <a:gd name="T5" fmla="*/ 0 h 1668"/>
                <a:gd name="T6" fmla="*/ 1202 w 1669"/>
                <a:gd name="T7" fmla="*/ 76 h 1668"/>
                <a:gd name="T8" fmla="*/ 1166 w 1669"/>
                <a:gd name="T9" fmla="*/ 195 h 1668"/>
                <a:gd name="T10" fmla="*/ 1397 w 1669"/>
                <a:gd name="T11" fmla="*/ 385 h 1668"/>
                <a:gd name="T12" fmla="*/ 1507 w 1669"/>
                <a:gd name="T13" fmla="*/ 326 h 1668"/>
                <a:gd name="T14" fmla="*/ 1630 w 1669"/>
                <a:gd name="T15" fmla="*/ 558 h 1668"/>
                <a:gd name="T16" fmla="*/ 1520 w 1669"/>
                <a:gd name="T17" fmla="*/ 617 h 1668"/>
                <a:gd name="T18" fmla="*/ 1549 w 1669"/>
                <a:gd name="T19" fmla="*/ 914 h 1668"/>
                <a:gd name="T20" fmla="*/ 1669 w 1669"/>
                <a:gd name="T21" fmla="*/ 950 h 1668"/>
                <a:gd name="T22" fmla="*/ 1592 w 1669"/>
                <a:gd name="T23" fmla="*/ 1201 h 1668"/>
                <a:gd name="T24" fmla="*/ 1473 w 1669"/>
                <a:gd name="T25" fmla="*/ 1165 h 1668"/>
                <a:gd name="T26" fmla="*/ 1283 w 1669"/>
                <a:gd name="T27" fmla="*/ 1396 h 1668"/>
                <a:gd name="T28" fmla="*/ 1342 w 1669"/>
                <a:gd name="T29" fmla="*/ 1506 h 1668"/>
                <a:gd name="T30" fmla="*/ 1110 w 1669"/>
                <a:gd name="T31" fmla="*/ 1630 h 1668"/>
                <a:gd name="T32" fmla="*/ 1052 w 1669"/>
                <a:gd name="T33" fmla="*/ 1520 h 1668"/>
                <a:gd name="T34" fmla="*/ 835 w 1669"/>
                <a:gd name="T35" fmla="*/ 1553 h 1668"/>
                <a:gd name="T36" fmla="*/ 835 w 1669"/>
                <a:gd name="T37" fmla="*/ 1365 h 1668"/>
                <a:gd name="T38" fmla="*/ 1343 w 1669"/>
                <a:gd name="T39" fmla="*/ 988 h 1668"/>
                <a:gd name="T40" fmla="*/ 989 w 1669"/>
                <a:gd name="T41" fmla="*/ 326 h 1668"/>
                <a:gd name="T42" fmla="*/ 835 w 1669"/>
                <a:gd name="T43" fmla="*/ 303 h 1668"/>
                <a:gd name="T44" fmla="*/ 835 w 1669"/>
                <a:gd name="T45" fmla="*/ 114 h 1668"/>
                <a:gd name="T46" fmla="*/ 386 w 1669"/>
                <a:gd name="T47" fmla="*/ 272 h 1668"/>
                <a:gd name="T48" fmla="*/ 327 w 1669"/>
                <a:gd name="T49" fmla="*/ 162 h 1668"/>
                <a:gd name="T50" fmla="*/ 559 w 1669"/>
                <a:gd name="T51" fmla="*/ 38 h 1668"/>
                <a:gd name="T52" fmla="*/ 617 w 1669"/>
                <a:gd name="T53" fmla="*/ 148 h 1668"/>
                <a:gd name="T54" fmla="*/ 835 w 1669"/>
                <a:gd name="T55" fmla="*/ 114 h 1668"/>
                <a:gd name="T56" fmla="*/ 835 w 1669"/>
                <a:gd name="T57" fmla="*/ 303 h 1668"/>
                <a:gd name="T58" fmla="*/ 326 w 1669"/>
                <a:gd name="T59" fmla="*/ 679 h 1668"/>
                <a:gd name="T60" fmla="*/ 680 w 1669"/>
                <a:gd name="T61" fmla="*/ 1342 h 1668"/>
                <a:gd name="T62" fmla="*/ 680 w 1669"/>
                <a:gd name="T63" fmla="*/ 1342 h 1668"/>
                <a:gd name="T64" fmla="*/ 835 w 1669"/>
                <a:gd name="T65" fmla="*/ 1365 h 1668"/>
                <a:gd name="T66" fmla="*/ 835 w 1669"/>
                <a:gd name="T67" fmla="*/ 1553 h 1668"/>
                <a:gd name="T68" fmla="*/ 754 w 1669"/>
                <a:gd name="T69" fmla="*/ 1549 h 1668"/>
                <a:gd name="T70" fmla="*/ 718 w 1669"/>
                <a:gd name="T71" fmla="*/ 1668 h 1668"/>
                <a:gd name="T72" fmla="*/ 467 w 1669"/>
                <a:gd name="T73" fmla="*/ 1592 h 1668"/>
                <a:gd name="T74" fmla="*/ 503 w 1669"/>
                <a:gd name="T75" fmla="*/ 1472 h 1668"/>
                <a:gd name="T76" fmla="*/ 272 w 1669"/>
                <a:gd name="T77" fmla="*/ 1283 h 1668"/>
                <a:gd name="T78" fmla="*/ 162 w 1669"/>
                <a:gd name="T79" fmla="*/ 1341 h 1668"/>
                <a:gd name="T80" fmla="*/ 39 w 1669"/>
                <a:gd name="T81" fmla="*/ 1110 h 1668"/>
                <a:gd name="T82" fmla="*/ 149 w 1669"/>
                <a:gd name="T83" fmla="*/ 1051 h 1668"/>
                <a:gd name="T84" fmla="*/ 120 w 1669"/>
                <a:gd name="T85" fmla="*/ 754 h 1668"/>
                <a:gd name="T86" fmla="*/ 0 w 1669"/>
                <a:gd name="T87" fmla="*/ 718 h 1668"/>
                <a:gd name="T88" fmla="*/ 77 w 1669"/>
                <a:gd name="T89" fmla="*/ 466 h 1668"/>
                <a:gd name="T90" fmla="*/ 196 w 1669"/>
                <a:gd name="T91" fmla="*/ 502 h 1668"/>
                <a:gd name="T92" fmla="*/ 386 w 1669"/>
                <a:gd name="T93" fmla="*/ 272 h 16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669" h="1668">
                  <a:moveTo>
                    <a:pt x="835" y="114"/>
                  </a:moveTo>
                  <a:cubicBezTo>
                    <a:pt x="861" y="114"/>
                    <a:pt x="888" y="116"/>
                    <a:pt x="915" y="119"/>
                  </a:cubicBezTo>
                  <a:cubicBezTo>
                    <a:pt x="951" y="0"/>
                    <a:pt x="951" y="0"/>
                    <a:pt x="951" y="0"/>
                  </a:cubicBezTo>
                  <a:cubicBezTo>
                    <a:pt x="1202" y="76"/>
                    <a:pt x="1202" y="76"/>
                    <a:pt x="1202" y="76"/>
                  </a:cubicBezTo>
                  <a:cubicBezTo>
                    <a:pt x="1166" y="195"/>
                    <a:pt x="1166" y="195"/>
                    <a:pt x="1166" y="195"/>
                  </a:cubicBezTo>
                  <a:cubicBezTo>
                    <a:pt x="1257" y="242"/>
                    <a:pt x="1335" y="308"/>
                    <a:pt x="1397" y="385"/>
                  </a:cubicBezTo>
                  <a:cubicBezTo>
                    <a:pt x="1507" y="326"/>
                    <a:pt x="1507" y="326"/>
                    <a:pt x="1507" y="326"/>
                  </a:cubicBezTo>
                  <a:cubicBezTo>
                    <a:pt x="1630" y="558"/>
                    <a:pt x="1630" y="558"/>
                    <a:pt x="1630" y="558"/>
                  </a:cubicBezTo>
                  <a:cubicBezTo>
                    <a:pt x="1520" y="617"/>
                    <a:pt x="1520" y="617"/>
                    <a:pt x="1520" y="617"/>
                  </a:cubicBezTo>
                  <a:cubicBezTo>
                    <a:pt x="1550" y="711"/>
                    <a:pt x="1561" y="812"/>
                    <a:pt x="1549" y="914"/>
                  </a:cubicBezTo>
                  <a:cubicBezTo>
                    <a:pt x="1669" y="950"/>
                    <a:pt x="1669" y="950"/>
                    <a:pt x="1669" y="950"/>
                  </a:cubicBezTo>
                  <a:cubicBezTo>
                    <a:pt x="1592" y="1201"/>
                    <a:pt x="1592" y="1201"/>
                    <a:pt x="1592" y="1201"/>
                  </a:cubicBezTo>
                  <a:cubicBezTo>
                    <a:pt x="1473" y="1165"/>
                    <a:pt x="1473" y="1165"/>
                    <a:pt x="1473" y="1165"/>
                  </a:cubicBezTo>
                  <a:cubicBezTo>
                    <a:pt x="1426" y="1256"/>
                    <a:pt x="1361" y="1334"/>
                    <a:pt x="1283" y="1396"/>
                  </a:cubicBezTo>
                  <a:cubicBezTo>
                    <a:pt x="1342" y="1506"/>
                    <a:pt x="1342" y="1506"/>
                    <a:pt x="1342" y="1506"/>
                  </a:cubicBezTo>
                  <a:cubicBezTo>
                    <a:pt x="1110" y="1630"/>
                    <a:pt x="1110" y="1630"/>
                    <a:pt x="1110" y="1630"/>
                  </a:cubicBezTo>
                  <a:cubicBezTo>
                    <a:pt x="1052" y="1520"/>
                    <a:pt x="1052" y="1520"/>
                    <a:pt x="1052" y="1520"/>
                  </a:cubicBezTo>
                  <a:cubicBezTo>
                    <a:pt x="982" y="1542"/>
                    <a:pt x="909" y="1553"/>
                    <a:pt x="835" y="1553"/>
                  </a:cubicBezTo>
                  <a:cubicBezTo>
                    <a:pt x="835" y="1365"/>
                    <a:pt x="835" y="1365"/>
                    <a:pt x="835" y="1365"/>
                  </a:cubicBezTo>
                  <a:cubicBezTo>
                    <a:pt x="1062" y="1365"/>
                    <a:pt x="1273" y="1218"/>
                    <a:pt x="1343" y="988"/>
                  </a:cubicBezTo>
                  <a:cubicBezTo>
                    <a:pt x="1428" y="708"/>
                    <a:pt x="1270" y="411"/>
                    <a:pt x="989" y="326"/>
                  </a:cubicBezTo>
                  <a:cubicBezTo>
                    <a:pt x="938" y="310"/>
                    <a:pt x="886" y="303"/>
                    <a:pt x="835" y="303"/>
                  </a:cubicBezTo>
                  <a:lnTo>
                    <a:pt x="835" y="114"/>
                  </a:lnTo>
                  <a:close/>
                  <a:moveTo>
                    <a:pt x="386" y="272"/>
                  </a:moveTo>
                  <a:cubicBezTo>
                    <a:pt x="327" y="162"/>
                    <a:pt x="327" y="162"/>
                    <a:pt x="327" y="162"/>
                  </a:cubicBezTo>
                  <a:cubicBezTo>
                    <a:pt x="559" y="38"/>
                    <a:pt x="559" y="38"/>
                    <a:pt x="559" y="38"/>
                  </a:cubicBezTo>
                  <a:cubicBezTo>
                    <a:pt x="617" y="148"/>
                    <a:pt x="617" y="148"/>
                    <a:pt x="617" y="148"/>
                  </a:cubicBezTo>
                  <a:cubicBezTo>
                    <a:pt x="687" y="126"/>
                    <a:pt x="760" y="114"/>
                    <a:pt x="835" y="114"/>
                  </a:cubicBezTo>
                  <a:cubicBezTo>
                    <a:pt x="835" y="303"/>
                    <a:pt x="835" y="303"/>
                    <a:pt x="835" y="303"/>
                  </a:cubicBezTo>
                  <a:cubicBezTo>
                    <a:pt x="607" y="302"/>
                    <a:pt x="396" y="450"/>
                    <a:pt x="326" y="679"/>
                  </a:cubicBezTo>
                  <a:cubicBezTo>
                    <a:pt x="241" y="960"/>
                    <a:pt x="399" y="1257"/>
                    <a:pt x="680" y="1342"/>
                  </a:cubicBezTo>
                  <a:cubicBezTo>
                    <a:pt x="680" y="1342"/>
                    <a:pt x="680" y="1342"/>
                    <a:pt x="680" y="1342"/>
                  </a:cubicBezTo>
                  <a:cubicBezTo>
                    <a:pt x="731" y="1358"/>
                    <a:pt x="783" y="1365"/>
                    <a:pt x="835" y="1365"/>
                  </a:cubicBezTo>
                  <a:cubicBezTo>
                    <a:pt x="835" y="1553"/>
                    <a:pt x="835" y="1553"/>
                    <a:pt x="835" y="1553"/>
                  </a:cubicBezTo>
                  <a:cubicBezTo>
                    <a:pt x="808" y="1553"/>
                    <a:pt x="781" y="1552"/>
                    <a:pt x="754" y="1549"/>
                  </a:cubicBezTo>
                  <a:cubicBezTo>
                    <a:pt x="718" y="1668"/>
                    <a:pt x="718" y="1668"/>
                    <a:pt x="718" y="1668"/>
                  </a:cubicBezTo>
                  <a:cubicBezTo>
                    <a:pt x="467" y="1592"/>
                    <a:pt x="467" y="1592"/>
                    <a:pt x="467" y="1592"/>
                  </a:cubicBezTo>
                  <a:cubicBezTo>
                    <a:pt x="503" y="1472"/>
                    <a:pt x="503" y="1472"/>
                    <a:pt x="503" y="1472"/>
                  </a:cubicBezTo>
                  <a:cubicBezTo>
                    <a:pt x="412" y="1425"/>
                    <a:pt x="334" y="1360"/>
                    <a:pt x="272" y="1283"/>
                  </a:cubicBezTo>
                  <a:cubicBezTo>
                    <a:pt x="162" y="1341"/>
                    <a:pt x="162" y="1341"/>
                    <a:pt x="162" y="1341"/>
                  </a:cubicBezTo>
                  <a:cubicBezTo>
                    <a:pt x="39" y="1110"/>
                    <a:pt x="39" y="1110"/>
                    <a:pt x="39" y="1110"/>
                  </a:cubicBezTo>
                  <a:cubicBezTo>
                    <a:pt x="149" y="1051"/>
                    <a:pt x="149" y="1051"/>
                    <a:pt x="149" y="1051"/>
                  </a:cubicBezTo>
                  <a:cubicBezTo>
                    <a:pt x="119" y="957"/>
                    <a:pt x="108" y="856"/>
                    <a:pt x="120" y="754"/>
                  </a:cubicBezTo>
                  <a:cubicBezTo>
                    <a:pt x="0" y="718"/>
                    <a:pt x="0" y="718"/>
                    <a:pt x="0" y="718"/>
                  </a:cubicBezTo>
                  <a:cubicBezTo>
                    <a:pt x="77" y="466"/>
                    <a:pt x="77" y="466"/>
                    <a:pt x="77" y="466"/>
                  </a:cubicBezTo>
                  <a:cubicBezTo>
                    <a:pt x="196" y="502"/>
                    <a:pt x="196" y="502"/>
                    <a:pt x="196" y="502"/>
                  </a:cubicBezTo>
                  <a:cubicBezTo>
                    <a:pt x="243" y="411"/>
                    <a:pt x="308" y="333"/>
                    <a:pt x="386" y="272"/>
                  </a:cubicBezTo>
                  <a:close/>
                </a:path>
              </a:pathLst>
            </a:custGeom>
            <a:solidFill>
              <a:srgbClr val="FFA1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6" name="íṡḻïḋè"/>
            <p:cNvSpPr/>
            <p:nvPr/>
          </p:nvSpPr>
          <p:spPr bwMode="auto">
            <a:xfrm>
              <a:off x="3381264" y="1427219"/>
              <a:ext cx="2022473" cy="2021317"/>
            </a:xfrm>
            <a:custGeom>
              <a:avLst/>
              <a:gdLst>
                <a:gd name="T0" fmla="*/ 505 w 1010"/>
                <a:gd name="T1" fmla="*/ 69 h 1009"/>
                <a:gd name="T2" fmla="*/ 553 w 1010"/>
                <a:gd name="T3" fmla="*/ 72 h 1009"/>
                <a:gd name="T4" fmla="*/ 575 w 1010"/>
                <a:gd name="T5" fmla="*/ 0 h 1009"/>
                <a:gd name="T6" fmla="*/ 727 w 1010"/>
                <a:gd name="T7" fmla="*/ 46 h 1009"/>
                <a:gd name="T8" fmla="*/ 705 w 1010"/>
                <a:gd name="T9" fmla="*/ 118 h 1009"/>
                <a:gd name="T10" fmla="*/ 845 w 1010"/>
                <a:gd name="T11" fmla="*/ 233 h 1009"/>
                <a:gd name="T12" fmla="*/ 912 w 1010"/>
                <a:gd name="T13" fmla="*/ 197 h 1009"/>
                <a:gd name="T14" fmla="*/ 986 w 1010"/>
                <a:gd name="T15" fmla="*/ 337 h 1009"/>
                <a:gd name="T16" fmla="*/ 920 w 1010"/>
                <a:gd name="T17" fmla="*/ 373 h 1009"/>
                <a:gd name="T18" fmla="*/ 938 w 1010"/>
                <a:gd name="T19" fmla="*/ 553 h 1009"/>
                <a:gd name="T20" fmla="*/ 1010 w 1010"/>
                <a:gd name="T21" fmla="*/ 575 h 1009"/>
                <a:gd name="T22" fmla="*/ 963 w 1010"/>
                <a:gd name="T23" fmla="*/ 727 h 1009"/>
                <a:gd name="T24" fmla="*/ 891 w 1010"/>
                <a:gd name="T25" fmla="*/ 705 h 1009"/>
                <a:gd name="T26" fmla="*/ 777 w 1010"/>
                <a:gd name="T27" fmla="*/ 845 h 1009"/>
                <a:gd name="T28" fmla="*/ 812 w 1010"/>
                <a:gd name="T29" fmla="*/ 911 h 1009"/>
                <a:gd name="T30" fmla="*/ 672 w 1010"/>
                <a:gd name="T31" fmla="*/ 986 h 1009"/>
                <a:gd name="T32" fmla="*/ 636 w 1010"/>
                <a:gd name="T33" fmla="*/ 919 h 1009"/>
                <a:gd name="T34" fmla="*/ 505 w 1010"/>
                <a:gd name="T35" fmla="*/ 940 h 1009"/>
                <a:gd name="T36" fmla="*/ 505 w 1010"/>
                <a:gd name="T37" fmla="*/ 826 h 1009"/>
                <a:gd name="T38" fmla="*/ 812 w 1010"/>
                <a:gd name="T39" fmla="*/ 598 h 1009"/>
                <a:gd name="T40" fmla="*/ 598 w 1010"/>
                <a:gd name="T41" fmla="*/ 197 h 1009"/>
                <a:gd name="T42" fmla="*/ 505 w 1010"/>
                <a:gd name="T43" fmla="*/ 183 h 1009"/>
                <a:gd name="T44" fmla="*/ 505 w 1010"/>
                <a:gd name="T45" fmla="*/ 69 h 1009"/>
                <a:gd name="T46" fmla="*/ 233 w 1010"/>
                <a:gd name="T47" fmla="*/ 164 h 1009"/>
                <a:gd name="T48" fmla="*/ 198 w 1010"/>
                <a:gd name="T49" fmla="*/ 98 h 1009"/>
                <a:gd name="T50" fmla="*/ 338 w 1010"/>
                <a:gd name="T51" fmla="*/ 23 h 1009"/>
                <a:gd name="T52" fmla="*/ 373 w 1010"/>
                <a:gd name="T53" fmla="*/ 89 h 1009"/>
                <a:gd name="T54" fmla="*/ 505 w 1010"/>
                <a:gd name="T55" fmla="*/ 69 h 1009"/>
                <a:gd name="T56" fmla="*/ 505 w 1010"/>
                <a:gd name="T57" fmla="*/ 183 h 1009"/>
                <a:gd name="T58" fmla="*/ 197 w 1010"/>
                <a:gd name="T59" fmla="*/ 411 h 1009"/>
                <a:gd name="T60" fmla="*/ 411 w 1010"/>
                <a:gd name="T61" fmla="*/ 812 h 1009"/>
                <a:gd name="T62" fmla="*/ 411 w 1010"/>
                <a:gd name="T63" fmla="*/ 812 h 1009"/>
                <a:gd name="T64" fmla="*/ 505 w 1010"/>
                <a:gd name="T65" fmla="*/ 826 h 1009"/>
                <a:gd name="T66" fmla="*/ 505 w 1010"/>
                <a:gd name="T67" fmla="*/ 940 h 1009"/>
                <a:gd name="T68" fmla="*/ 456 w 1010"/>
                <a:gd name="T69" fmla="*/ 937 h 1009"/>
                <a:gd name="T70" fmla="*/ 434 w 1010"/>
                <a:gd name="T71" fmla="*/ 1009 h 1009"/>
                <a:gd name="T72" fmla="*/ 282 w 1010"/>
                <a:gd name="T73" fmla="*/ 963 h 1009"/>
                <a:gd name="T74" fmla="*/ 304 w 1010"/>
                <a:gd name="T75" fmla="*/ 891 h 1009"/>
                <a:gd name="T76" fmla="*/ 165 w 1010"/>
                <a:gd name="T77" fmla="*/ 776 h 1009"/>
                <a:gd name="T78" fmla="*/ 98 w 1010"/>
                <a:gd name="T79" fmla="*/ 812 h 1009"/>
                <a:gd name="T80" fmla="*/ 23 w 1010"/>
                <a:gd name="T81" fmla="*/ 671 h 1009"/>
                <a:gd name="T82" fmla="*/ 90 w 1010"/>
                <a:gd name="T83" fmla="*/ 636 h 1009"/>
                <a:gd name="T84" fmla="*/ 72 w 1010"/>
                <a:gd name="T85" fmla="*/ 456 h 1009"/>
                <a:gd name="T86" fmla="*/ 0 w 1010"/>
                <a:gd name="T87" fmla="*/ 434 h 1009"/>
                <a:gd name="T88" fmla="*/ 46 w 1010"/>
                <a:gd name="T89" fmla="*/ 282 h 1009"/>
                <a:gd name="T90" fmla="*/ 118 w 1010"/>
                <a:gd name="T91" fmla="*/ 304 h 1009"/>
                <a:gd name="T92" fmla="*/ 233 w 1010"/>
                <a:gd name="T93" fmla="*/ 164 h 10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010" h="1009">
                  <a:moveTo>
                    <a:pt x="505" y="69"/>
                  </a:moveTo>
                  <a:cubicBezTo>
                    <a:pt x="521" y="69"/>
                    <a:pt x="537" y="70"/>
                    <a:pt x="553" y="72"/>
                  </a:cubicBezTo>
                  <a:cubicBezTo>
                    <a:pt x="575" y="0"/>
                    <a:pt x="575" y="0"/>
                    <a:pt x="575" y="0"/>
                  </a:cubicBezTo>
                  <a:cubicBezTo>
                    <a:pt x="727" y="46"/>
                    <a:pt x="727" y="46"/>
                    <a:pt x="727" y="46"/>
                  </a:cubicBezTo>
                  <a:cubicBezTo>
                    <a:pt x="705" y="118"/>
                    <a:pt x="705" y="118"/>
                    <a:pt x="705" y="118"/>
                  </a:cubicBezTo>
                  <a:cubicBezTo>
                    <a:pt x="761" y="146"/>
                    <a:pt x="808" y="186"/>
                    <a:pt x="845" y="233"/>
                  </a:cubicBezTo>
                  <a:cubicBezTo>
                    <a:pt x="912" y="197"/>
                    <a:pt x="912" y="197"/>
                    <a:pt x="912" y="197"/>
                  </a:cubicBezTo>
                  <a:cubicBezTo>
                    <a:pt x="986" y="337"/>
                    <a:pt x="986" y="337"/>
                    <a:pt x="986" y="337"/>
                  </a:cubicBezTo>
                  <a:cubicBezTo>
                    <a:pt x="920" y="373"/>
                    <a:pt x="920" y="373"/>
                    <a:pt x="920" y="373"/>
                  </a:cubicBezTo>
                  <a:cubicBezTo>
                    <a:pt x="938" y="430"/>
                    <a:pt x="945" y="491"/>
                    <a:pt x="938" y="553"/>
                  </a:cubicBezTo>
                  <a:cubicBezTo>
                    <a:pt x="1010" y="575"/>
                    <a:pt x="1010" y="575"/>
                    <a:pt x="1010" y="575"/>
                  </a:cubicBezTo>
                  <a:cubicBezTo>
                    <a:pt x="963" y="727"/>
                    <a:pt x="963" y="727"/>
                    <a:pt x="963" y="727"/>
                  </a:cubicBezTo>
                  <a:cubicBezTo>
                    <a:pt x="891" y="705"/>
                    <a:pt x="891" y="705"/>
                    <a:pt x="891" y="705"/>
                  </a:cubicBezTo>
                  <a:cubicBezTo>
                    <a:pt x="863" y="760"/>
                    <a:pt x="823" y="807"/>
                    <a:pt x="777" y="845"/>
                  </a:cubicBezTo>
                  <a:cubicBezTo>
                    <a:pt x="812" y="911"/>
                    <a:pt x="812" y="911"/>
                    <a:pt x="812" y="911"/>
                  </a:cubicBezTo>
                  <a:cubicBezTo>
                    <a:pt x="672" y="986"/>
                    <a:pt x="672" y="986"/>
                    <a:pt x="672" y="986"/>
                  </a:cubicBezTo>
                  <a:cubicBezTo>
                    <a:pt x="636" y="919"/>
                    <a:pt x="636" y="919"/>
                    <a:pt x="636" y="919"/>
                  </a:cubicBezTo>
                  <a:cubicBezTo>
                    <a:pt x="594" y="933"/>
                    <a:pt x="550" y="940"/>
                    <a:pt x="505" y="940"/>
                  </a:cubicBezTo>
                  <a:cubicBezTo>
                    <a:pt x="505" y="826"/>
                    <a:pt x="505" y="826"/>
                    <a:pt x="505" y="826"/>
                  </a:cubicBezTo>
                  <a:cubicBezTo>
                    <a:pt x="643" y="826"/>
                    <a:pt x="770" y="737"/>
                    <a:pt x="812" y="598"/>
                  </a:cubicBezTo>
                  <a:cubicBezTo>
                    <a:pt x="864" y="428"/>
                    <a:pt x="768" y="248"/>
                    <a:pt x="598" y="197"/>
                  </a:cubicBezTo>
                  <a:cubicBezTo>
                    <a:pt x="567" y="187"/>
                    <a:pt x="536" y="183"/>
                    <a:pt x="505" y="183"/>
                  </a:cubicBezTo>
                  <a:lnTo>
                    <a:pt x="505" y="69"/>
                  </a:lnTo>
                  <a:close/>
                  <a:moveTo>
                    <a:pt x="233" y="164"/>
                  </a:moveTo>
                  <a:cubicBezTo>
                    <a:pt x="198" y="98"/>
                    <a:pt x="198" y="98"/>
                    <a:pt x="198" y="98"/>
                  </a:cubicBezTo>
                  <a:cubicBezTo>
                    <a:pt x="338" y="23"/>
                    <a:pt x="338" y="23"/>
                    <a:pt x="338" y="23"/>
                  </a:cubicBezTo>
                  <a:cubicBezTo>
                    <a:pt x="373" y="89"/>
                    <a:pt x="373" y="89"/>
                    <a:pt x="373" y="89"/>
                  </a:cubicBezTo>
                  <a:cubicBezTo>
                    <a:pt x="415" y="76"/>
                    <a:pt x="460" y="69"/>
                    <a:pt x="505" y="69"/>
                  </a:cubicBezTo>
                  <a:cubicBezTo>
                    <a:pt x="505" y="183"/>
                    <a:pt x="505" y="183"/>
                    <a:pt x="505" y="183"/>
                  </a:cubicBezTo>
                  <a:cubicBezTo>
                    <a:pt x="367" y="183"/>
                    <a:pt x="239" y="272"/>
                    <a:pt x="197" y="411"/>
                  </a:cubicBezTo>
                  <a:cubicBezTo>
                    <a:pt x="146" y="581"/>
                    <a:pt x="241" y="760"/>
                    <a:pt x="411" y="812"/>
                  </a:cubicBezTo>
                  <a:cubicBezTo>
                    <a:pt x="411" y="812"/>
                    <a:pt x="411" y="812"/>
                    <a:pt x="411" y="812"/>
                  </a:cubicBezTo>
                  <a:cubicBezTo>
                    <a:pt x="443" y="821"/>
                    <a:pt x="474" y="826"/>
                    <a:pt x="505" y="826"/>
                  </a:cubicBezTo>
                  <a:cubicBezTo>
                    <a:pt x="505" y="940"/>
                    <a:pt x="505" y="940"/>
                    <a:pt x="505" y="940"/>
                  </a:cubicBezTo>
                  <a:cubicBezTo>
                    <a:pt x="489" y="940"/>
                    <a:pt x="473" y="939"/>
                    <a:pt x="456" y="937"/>
                  </a:cubicBezTo>
                  <a:cubicBezTo>
                    <a:pt x="434" y="1009"/>
                    <a:pt x="434" y="1009"/>
                    <a:pt x="434" y="1009"/>
                  </a:cubicBezTo>
                  <a:cubicBezTo>
                    <a:pt x="282" y="963"/>
                    <a:pt x="282" y="963"/>
                    <a:pt x="282" y="963"/>
                  </a:cubicBezTo>
                  <a:cubicBezTo>
                    <a:pt x="304" y="891"/>
                    <a:pt x="304" y="891"/>
                    <a:pt x="304" y="891"/>
                  </a:cubicBezTo>
                  <a:cubicBezTo>
                    <a:pt x="249" y="862"/>
                    <a:pt x="202" y="823"/>
                    <a:pt x="165" y="776"/>
                  </a:cubicBezTo>
                  <a:cubicBezTo>
                    <a:pt x="98" y="812"/>
                    <a:pt x="98" y="812"/>
                    <a:pt x="98" y="812"/>
                  </a:cubicBezTo>
                  <a:cubicBezTo>
                    <a:pt x="23" y="671"/>
                    <a:pt x="23" y="671"/>
                    <a:pt x="23" y="671"/>
                  </a:cubicBezTo>
                  <a:cubicBezTo>
                    <a:pt x="90" y="636"/>
                    <a:pt x="90" y="636"/>
                    <a:pt x="90" y="636"/>
                  </a:cubicBezTo>
                  <a:cubicBezTo>
                    <a:pt x="72" y="579"/>
                    <a:pt x="65" y="518"/>
                    <a:pt x="72" y="456"/>
                  </a:cubicBezTo>
                  <a:cubicBezTo>
                    <a:pt x="0" y="434"/>
                    <a:pt x="0" y="434"/>
                    <a:pt x="0" y="434"/>
                  </a:cubicBezTo>
                  <a:cubicBezTo>
                    <a:pt x="46" y="282"/>
                    <a:pt x="46" y="282"/>
                    <a:pt x="46" y="282"/>
                  </a:cubicBezTo>
                  <a:cubicBezTo>
                    <a:pt x="118" y="304"/>
                    <a:pt x="118" y="304"/>
                    <a:pt x="118" y="304"/>
                  </a:cubicBezTo>
                  <a:cubicBezTo>
                    <a:pt x="147" y="249"/>
                    <a:pt x="186" y="201"/>
                    <a:pt x="233" y="164"/>
                  </a:cubicBezTo>
                  <a:close/>
                </a:path>
              </a:pathLst>
            </a:custGeom>
            <a:solidFill>
              <a:srgbClr val="FFA1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7" name="ïŝľídè"/>
            <p:cNvSpPr/>
            <p:nvPr/>
          </p:nvSpPr>
          <p:spPr bwMode="auto">
            <a:xfrm>
              <a:off x="7188135" y="1954218"/>
              <a:ext cx="1292071" cy="1828315"/>
            </a:xfrm>
            <a:custGeom>
              <a:avLst/>
              <a:gdLst>
                <a:gd name="T0" fmla="*/ 0 w 1118"/>
                <a:gd name="T1" fmla="*/ 0 h 1582"/>
                <a:gd name="T2" fmla="*/ 958 w 1118"/>
                <a:gd name="T3" fmla="*/ 0 h 1582"/>
                <a:gd name="T4" fmla="*/ 1118 w 1118"/>
                <a:gd name="T5" fmla="*/ 161 h 1582"/>
                <a:gd name="T6" fmla="*/ 1118 w 1118"/>
                <a:gd name="T7" fmla="*/ 0 h 1582"/>
                <a:gd name="T8" fmla="*/ 1118 w 1118"/>
                <a:gd name="T9" fmla="*/ 1582 h 1582"/>
                <a:gd name="T10" fmla="*/ 0 w 1118"/>
                <a:gd name="T11" fmla="*/ 1582 h 1582"/>
                <a:gd name="T12" fmla="*/ 0 w 1118"/>
                <a:gd name="T13" fmla="*/ 0 h 1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18" h="1582">
                  <a:moveTo>
                    <a:pt x="0" y="0"/>
                  </a:moveTo>
                  <a:lnTo>
                    <a:pt x="958" y="0"/>
                  </a:lnTo>
                  <a:lnTo>
                    <a:pt x="1118" y="161"/>
                  </a:lnTo>
                  <a:lnTo>
                    <a:pt x="1118" y="0"/>
                  </a:lnTo>
                  <a:lnTo>
                    <a:pt x="1118" y="1582"/>
                  </a:lnTo>
                  <a:lnTo>
                    <a:pt x="0" y="15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8" name="ïśḻïḋè"/>
            <p:cNvSpPr/>
            <p:nvPr/>
          </p:nvSpPr>
          <p:spPr bwMode="auto">
            <a:xfrm>
              <a:off x="7972855" y="3252067"/>
              <a:ext cx="0" cy="114414"/>
            </a:xfrm>
            <a:prstGeom prst="line">
              <a:avLst/>
            </a:prstGeom>
            <a:noFill/>
            <a:ln w="11113" cap="flat">
              <a:solidFill>
                <a:srgbClr val="CCCCCC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9" name="ïṥľîdê"/>
            <p:cNvSpPr/>
            <p:nvPr/>
          </p:nvSpPr>
          <p:spPr bwMode="auto">
            <a:xfrm>
              <a:off x="8251378" y="3252067"/>
              <a:ext cx="0" cy="228828"/>
            </a:xfrm>
            <a:prstGeom prst="line">
              <a:avLst/>
            </a:prstGeom>
            <a:noFill/>
            <a:ln w="11113" cap="flat">
              <a:solidFill>
                <a:srgbClr val="CCCCCC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0" name="íṣ1iḍè"/>
            <p:cNvSpPr/>
            <p:nvPr/>
          </p:nvSpPr>
          <p:spPr bwMode="auto">
            <a:xfrm>
              <a:off x="7520976" y="2150686"/>
              <a:ext cx="626389" cy="43917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1" name="îṥļîďè"/>
            <p:cNvSpPr/>
            <p:nvPr/>
          </p:nvSpPr>
          <p:spPr bwMode="auto">
            <a:xfrm>
              <a:off x="7306016" y="2262789"/>
              <a:ext cx="1056309" cy="43917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2" name="ïšḻïďè"/>
            <p:cNvSpPr/>
            <p:nvPr/>
          </p:nvSpPr>
          <p:spPr bwMode="auto">
            <a:xfrm>
              <a:off x="7306016" y="2341377"/>
              <a:ext cx="1056309" cy="43917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3" name="íṩľïḓè"/>
            <p:cNvSpPr/>
            <p:nvPr/>
          </p:nvSpPr>
          <p:spPr bwMode="auto">
            <a:xfrm>
              <a:off x="7306016" y="2418808"/>
              <a:ext cx="1056309" cy="43917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4" name="ïṩḷiḑé"/>
            <p:cNvSpPr/>
            <p:nvPr/>
          </p:nvSpPr>
          <p:spPr bwMode="auto">
            <a:xfrm>
              <a:off x="7306016" y="2497396"/>
              <a:ext cx="494639" cy="43917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5" name="ïṧliḍé"/>
            <p:cNvSpPr/>
            <p:nvPr/>
          </p:nvSpPr>
          <p:spPr bwMode="auto">
            <a:xfrm>
              <a:off x="8087269" y="2743560"/>
              <a:ext cx="275056" cy="272745"/>
            </a:xfrm>
            <a:prstGeom prst="ellipse">
              <a:avLst/>
            </a:prstGeom>
            <a:solidFill>
              <a:srgbClr val="EF413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6" name="íṣliḓè"/>
            <p:cNvSpPr/>
            <p:nvPr/>
          </p:nvSpPr>
          <p:spPr bwMode="auto">
            <a:xfrm>
              <a:off x="8103448" y="2879932"/>
              <a:ext cx="122504" cy="114414"/>
            </a:xfrm>
            <a:custGeom>
              <a:avLst/>
              <a:gdLst>
                <a:gd name="T0" fmla="*/ 23 w 61"/>
                <a:gd name="T1" fmla="*/ 57 h 57"/>
                <a:gd name="T2" fmla="*/ 0 w 61"/>
                <a:gd name="T3" fmla="*/ 31 h 57"/>
                <a:gd name="T4" fmla="*/ 61 w 61"/>
                <a:gd name="T5" fmla="*/ 0 h 57"/>
                <a:gd name="T6" fmla="*/ 23 w 61"/>
                <a:gd name="T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1" h="57">
                  <a:moveTo>
                    <a:pt x="23" y="57"/>
                  </a:moveTo>
                  <a:cubicBezTo>
                    <a:pt x="13" y="51"/>
                    <a:pt x="5" y="42"/>
                    <a:pt x="0" y="31"/>
                  </a:cubicBezTo>
                  <a:cubicBezTo>
                    <a:pt x="61" y="0"/>
                    <a:pt x="61" y="0"/>
                    <a:pt x="61" y="0"/>
                  </a:cubicBezTo>
                  <a:lnTo>
                    <a:pt x="23" y="57"/>
                  </a:lnTo>
                  <a:close/>
                </a:path>
              </a:pathLst>
            </a:custGeom>
            <a:solidFill>
              <a:srgbClr val="FCD8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7" name="ïSlídè"/>
            <p:cNvSpPr/>
            <p:nvPr/>
          </p:nvSpPr>
          <p:spPr bwMode="auto">
            <a:xfrm>
              <a:off x="8087269" y="2771296"/>
              <a:ext cx="138684" cy="169888"/>
            </a:xfrm>
            <a:custGeom>
              <a:avLst/>
              <a:gdLst>
                <a:gd name="T0" fmla="*/ 8 w 69"/>
                <a:gd name="T1" fmla="*/ 85 h 85"/>
                <a:gd name="T2" fmla="*/ 0 w 69"/>
                <a:gd name="T3" fmla="*/ 54 h 85"/>
                <a:gd name="T4" fmla="*/ 27 w 69"/>
                <a:gd name="T5" fmla="*/ 0 h 85"/>
                <a:gd name="T6" fmla="*/ 69 w 69"/>
                <a:gd name="T7" fmla="*/ 54 h 85"/>
                <a:gd name="T8" fmla="*/ 8 w 69"/>
                <a:gd name="T9" fmla="*/ 85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85">
                  <a:moveTo>
                    <a:pt x="8" y="85"/>
                  </a:moveTo>
                  <a:cubicBezTo>
                    <a:pt x="3" y="76"/>
                    <a:pt x="0" y="65"/>
                    <a:pt x="0" y="54"/>
                  </a:cubicBezTo>
                  <a:cubicBezTo>
                    <a:pt x="0" y="32"/>
                    <a:pt x="11" y="13"/>
                    <a:pt x="27" y="0"/>
                  </a:cubicBezTo>
                  <a:cubicBezTo>
                    <a:pt x="69" y="54"/>
                    <a:pt x="69" y="54"/>
                    <a:pt x="69" y="54"/>
                  </a:cubicBezTo>
                  <a:lnTo>
                    <a:pt x="8" y="85"/>
                  </a:lnTo>
                  <a:close/>
                </a:path>
              </a:pathLst>
            </a:custGeom>
            <a:solidFill>
              <a:srgbClr val="F9B3A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8" name="îsḷidé"/>
            <p:cNvSpPr/>
            <p:nvPr/>
          </p:nvSpPr>
          <p:spPr bwMode="auto">
            <a:xfrm>
              <a:off x="8141587" y="2743560"/>
              <a:ext cx="84366" cy="136372"/>
            </a:xfrm>
            <a:custGeom>
              <a:avLst/>
              <a:gdLst>
                <a:gd name="T0" fmla="*/ 0 w 42"/>
                <a:gd name="T1" fmla="*/ 14 h 68"/>
                <a:gd name="T2" fmla="*/ 42 w 42"/>
                <a:gd name="T3" fmla="*/ 0 h 68"/>
                <a:gd name="T4" fmla="*/ 42 w 42"/>
                <a:gd name="T5" fmla="*/ 68 h 68"/>
                <a:gd name="T6" fmla="*/ 0 w 42"/>
                <a:gd name="T7" fmla="*/ 14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2" h="68">
                  <a:moveTo>
                    <a:pt x="0" y="14"/>
                  </a:moveTo>
                  <a:cubicBezTo>
                    <a:pt x="11" y="5"/>
                    <a:pt x="26" y="0"/>
                    <a:pt x="42" y="0"/>
                  </a:cubicBezTo>
                  <a:cubicBezTo>
                    <a:pt x="42" y="68"/>
                    <a:pt x="42" y="68"/>
                    <a:pt x="42" y="68"/>
                  </a:cubicBezTo>
                  <a:lnTo>
                    <a:pt x="0" y="14"/>
                  </a:lnTo>
                  <a:close/>
                </a:path>
              </a:pathLst>
            </a:custGeom>
            <a:solidFill>
              <a:srgbClr val="F48C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9" name="íṥḻîḋê"/>
            <p:cNvSpPr/>
            <p:nvPr/>
          </p:nvSpPr>
          <p:spPr bwMode="auto">
            <a:xfrm>
              <a:off x="8225953" y="2743560"/>
              <a:ext cx="98234" cy="136372"/>
            </a:xfrm>
            <a:custGeom>
              <a:avLst/>
              <a:gdLst>
                <a:gd name="T0" fmla="*/ 0 w 49"/>
                <a:gd name="T1" fmla="*/ 0 h 68"/>
                <a:gd name="T2" fmla="*/ 0 w 49"/>
                <a:gd name="T3" fmla="*/ 68 h 68"/>
                <a:gd name="T4" fmla="*/ 49 w 49"/>
                <a:gd name="T5" fmla="*/ 20 h 68"/>
                <a:gd name="T6" fmla="*/ 0 w 49"/>
                <a:gd name="T7" fmla="*/ 0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68">
                  <a:moveTo>
                    <a:pt x="0" y="0"/>
                  </a:moveTo>
                  <a:cubicBezTo>
                    <a:pt x="0" y="68"/>
                    <a:pt x="0" y="68"/>
                    <a:pt x="0" y="68"/>
                  </a:cubicBezTo>
                  <a:cubicBezTo>
                    <a:pt x="49" y="20"/>
                    <a:pt x="49" y="20"/>
                    <a:pt x="49" y="20"/>
                  </a:cubicBezTo>
                  <a:cubicBezTo>
                    <a:pt x="36" y="8"/>
                    <a:pt x="19" y="0"/>
                    <a:pt x="0" y="0"/>
                  </a:cubicBezTo>
                  <a:close/>
                </a:path>
              </a:pathLst>
            </a:custGeom>
            <a:solidFill>
              <a:srgbClr val="F2675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0" name="îṣḻïďe"/>
            <p:cNvSpPr/>
            <p:nvPr/>
          </p:nvSpPr>
          <p:spPr bwMode="auto">
            <a:xfrm>
              <a:off x="7306016" y="3039419"/>
              <a:ext cx="629856" cy="16180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1" name="išľiḑe"/>
            <p:cNvSpPr/>
            <p:nvPr/>
          </p:nvSpPr>
          <p:spPr bwMode="auto">
            <a:xfrm>
              <a:off x="7306016" y="2703110"/>
              <a:ext cx="112103" cy="336308"/>
            </a:xfrm>
            <a:prstGeom prst="rect">
              <a:avLst/>
            </a:prstGeom>
            <a:solidFill>
              <a:srgbClr val="4C8E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2" name="iśḷïďé"/>
            <p:cNvSpPr/>
            <p:nvPr/>
          </p:nvSpPr>
          <p:spPr bwMode="auto">
            <a:xfrm>
              <a:off x="7436610" y="2829081"/>
              <a:ext cx="109791" cy="210337"/>
            </a:xfrm>
            <a:prstGeom prst="rect">
              <a:avLst/>
            </a:prstGeom>
            <a:solidFill>
              <a:srgbClr val="609D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3" name="ïṥľíḍé"/>
            <p:cNvSpPr/>
            <p:nvPr/>
          </p:nvSpPr>
          <p:spPr bwMode="auto">
            <a:xfrm>
              <a:off x="7564893" y="2901890"/>
              <a:ext cx="112103" cy="137528"/>
            </a:xfrm>
            <a:prstGeom prst="rect">
              <a:avLst/>
            </a:prstGeom>
            <a:solidFill>
              <a:srgbClr val="73AC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4" name="iṧḷîḑê"/>
            <p:cNvSpPr/>
            <p:nvPr/>
          </p:nvSpPr>
          <p:spPr bwMode="auto">
            <a:xfrm>
              <a:off x="7693175" y="2836016"/>
              <a:ext cx="112103" cy="203403"/>
            </a:xfrm>
            <a:prstGeom prst="rect">
              <a:avLst/>
            </a:prstGeom>
            <a:solidFill>
              <a:srgbClr val="87BB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5" name="ïṥľíḑe"/>
            <p:cNvSpPr/>
            <p:nvPr/>
          </p:nvSpPr>
          <p:spPr bwMode="auto">
            <a:xfrm>
              <a:off x="7823769" y="2893801"/>
              <a:ext cx="112103" cy="145618"/>
            </a:xfrm>
            <a:prstGeom prst="rect">
              <a:avLst/>
            </a:prstGeom>
            <a:solidFill>
              <a:srgbClr val="9A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6" name="íşliḋe"/>
            <p:cNvSpPr/>
            <p:nvPr/>
          </p:nvSpPr>
          <p:spPr bwMode="auto">
            <a:xfrm>
              <a:off x="8097670" y="3039419"/>
              <a:ext cx="55474" cy="16180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7" name="ïṡļíďê"/>
            <p:cNvSpPr/>
            <p:nvPr/>
          </p:nvSpPr>
          <p:spPr bwMode="auto">
            <a:xfrm>
              <a:off x="8179725" y="3039419"/>
              <a:ext cx="167576" cy="16180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8" name="ïṩļiḓé"/>
            <p:cNvSpPr/>
            <p:nvPr/>
          </p:nvSpPr>
          <p:spPr bwMode="auto">
            <a:xfrm>
              <a:off x="8295294" y="1954218"/>
              <a:ext cx="184912" cy="186067"/>
            </a:xfrm>
            <a:custGeom>
              <a:avLst/>
              <a:gdLst>
                <a:gd name="T0" fmla="*/ 0 w 160"/>
                <a:gd name="T1" fmla="*/ 161 h 161"/>
                <a:gd name="T2" fmla="*/ 160 w 160"/>
                <a:gd name="T3" fmla="*/ 161 h 161"/>
                <a:gd name="T4" fmla="*/ 0 w 160"/>
                <a:gd name="T5" fmla="*/ 0 h 161"/>
                <a:gd name="T6" fmla="*/ 0 w 160"/>
                <a:gd name="T7" fmla="*/ 161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0" h="161">
                  <a:moveTo>
                    <a:pt x="0" y="161"/>
                  </a:moveTo>
                  <a:lnTo>
                    <a:pt x="160" y="161"/>
                  </a:lnTo>
                  <a:lnTo>
                    <a:pt x="0" y="0"/>
                  </a:lnTo>
                  <a:lnTo>
                    <a:pt x="0" y="16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9" name="íS1íḓe"/>
            <p:cNvSpPr/>
            <p:nvPr/>
          </p:nvSpPr>
          <p:spPr bwMode="auto">
            <a:xfrm>
              <a:off x="7306016" y="3218552"/>
              <a:ext cx="223050" cy="68186"/>
            </a:xfrm>
            <a:prstGeom prst="rect">
              <a:avLst/>
            </a:prstGeom>
            <a:solidFill>
              <a:srgbClr val="EF413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80" name="îṥlîḍê"/>
            <p:cNvSpPr/>
            <p:nvPr/>
          </p:nvSpPr>
          <p:spPr bwMode="auto">
            <a:xfrm>
              <a:off x="7584540" y="3218552"/>
              <a:ext cx="223050" cy="68186"/>
            </a:xfrm>
            <a:prstGeom prst="rect">
              <a:avLst/>
            </a:prstGeom>
            <a:solidFill>
              <a:srgbClr val="9A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81" name="ïšḷïḍê"/>
            <p:cNvSpPr/>
            <p:nvPr/>
          </p:nvSpPr>
          <p:spPr bwMode="auto">
            <a:xfrm>
              <a:off x="7860752" y="3218552"/>
              <a:ext cx="225361" cy="68186"/>
            </a:xfrm>
            <a:prstGeom prst="rect">
              <a:avLst/>
            </a:prstGeom>
            <a:solidFill>
              <a:srgbClr val="609D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82" name="íšlíḑe"/>
            <p:cNvSpPr/>
            <p:nvPr/>
          </p:nvSpPr>
          <p:spPr bwMode="auto">
            <a:xfrm>
              <a:off x="8139275" y="3218552"/>
              <a:ext cx="223050" cy="68186"/>
            </a:xfrm>
            <a:prstGeom prst="rect">
              <a:avLst/>
            </a:prstGeom>
            <a:solidFill>
              <a:srgbClr val="9A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83" name="ïṥḻïďe"/>
            <p:cNvSpPr/>
            <p:nvPr/>
          </p:nvSpPr>
          <p:spPr bwMode="auto">
            <a:xfrm>
              <a:off x="7306016" y="3331810"/>
              <a:ext cx="223050" cy="68186"/>
            </a:xfrm>
            <a:prstGeom prst="rect">
              <a:avLst/>
            </a:prstGeom>
            <a:solidFill>
              <a:srgbClr val="F2675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85" name="íṣḻîḓè"/>
            <p:cNvSpPr/>
            <p:nvPr/>
          </p:nvSpPr>
          <p:spPr bwMode="auto">
            <a:xfrm>
              <a:off x="7306016" y="3446224"/>
              <a:ext cx="223050" cy="68186"/>
            </a:xfrm>
            <a:prstGeom prst="rect">
              <a:avLst/>
            </a:prstGeom>
            <a:solidFill>
              <a:srgbClr val="F48C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86" name="ïSliḑé"/>
            <p:cNvSpPr/>
            <p:nvPr/>
          </p:nvSpPr>
          <p:spPr bwMode="auto">
            <a:xfrm>
              <a:off x="7306016" y="3560639"/>
              <a:ext cx="223050" cy="68186"/>
            </a:xfrm>
            <a:prstGeom prst="rect">
              <a:avLst/>
            </a:prstGeom>
            <a:solidFill>
              <a:srgbClr val="FCD8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87" name="ïṡḻîḑe"/>
            <p:cNvSpPr/>
            <p:nvPr/>
          </p:nvSpPr>
          <p:spPr bwMode="auto">
            <a:xfrm>
              <a:off x="7860752" y="3331810"/>
              <a:ext cx="225361" cy="68186"/>
            </a:xfrm>
            <a:prstGeom prst="rect">
              <a:avLst/>
            </a:prstGeom>
            <a:solidFill>
              <a:srgbClr val="609D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88" name="iS1îḓê"/>
            <p:cNvSpPr/>
            <p:nvPr/>
          </p:nvSpPr>
          <p:spPr bwMode="auto">
            <a:xfrm>
              <a:off x="8139275" y="3331810"/>
              <a:ext cx="223050" cy="68186"/>
            </a:xfrm>
            <a:prstGeom prst="rect">
              <a:avLst/>
            </a:prstGeom>
            <a:solidFill>
              <a:srgbClr val="9A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91" name="ísļiḑe"/>
            <p:cNvSpPr/>
            <p:nvPr/>
          </p:nvSpPr>
          <p:spPr bwMode="auto">
            <a:xfrm>
              <a:off x="8139275" y="3446224"/>
              <a:ext cx="223050" cy="68186"/>
            </a:xfrm>
            <a:prstGeom prst="rect">
              <a:avLst/>
            </a:prstGeom>
            <a:solidFill>
              <a:srgbClr val="9A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92" name="iṣļiḋé"/>
            <p:cNvSpPr/>
            <p:nvPr/>
          </p:nvSpPr>
          <p:spPr bwMode="auto">
            <a:xfrm>
              <a:off x="4432950" y="3142276"/>
              <a:ext cx="2985169" cy="1962376"/>
            </a:xfrm>
            <a:custGeom>
              <a:avLst/>
              <a:gdLst>
                <a:gd name="T0" fmla="*/ 52 w 1491"/>
                <a:gd name="T1" fmla="*/ 0 h 980"/>
                <a:gd name="T2" fmla="*/ 1440 w 1491"/>
                <a:gd name="T3" fmla="*/ 0 h 980"/>
                <a:gd name="T4" fmla="*/ 1491 w 1491"/>
                <a:gd name="T5" fmla="*/ 51 h 980"/>
                <a:gd name="T6" fmla="*/ 1491 w 1491"/>
                <a:gd name="T7" fmla="*/ 928 h 980"/>
                <a:gd name="T8" fmla="*/ 1440 w 1491"/>
                <a:gd name="T9" fmla="*/ 980 h 980"/>
                <a:gd name="T10" fmla="*/ 52 w 1491"/>
                <a:gd name="T11" fmla="*/ 980 h 980"/>
                <a:gd name="T12" fmla="*/ 0 w 1491"/>
                <a:gd name="T13" fmla="*/ 928 h 980"/>
                <a:gd name="T14" fmla="*/ 0 w 1491"/>
                <a:gd name="T15" fmla="*/ 51 h 980"/>
                <a:gd name="T16" fmla="*/ 52 w 1491"/>
                <a:gd name="T17" fmla="*/ 0 h 9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91" h="980">
                  <a:moveTo>
                    <a:pt x="52" y="0"/>
                  </a:moveTo>
                  <a:cubicBezTo>
                    <a:pt x="1440" y="0"/>
                    <a:pt x="1440" y="0"/>
                    <a:pt x="1440" y="0"/>
                  </a:cubicBezTo>
                  <a:cubicBezTo>
                    <a:pt x="1468" y="0"/>
                    <a:pt x="1491" y="23"/>
                    <a:pt x="1491" y="51"/>
                  </a:cubicBezTo>
                  <a:cubicBezTo>
                    <a:pt x="1491" y="928"/>
                    <a:pt x="1491" y="928"/>
                    <a:pt x="1491" y="928"/>
                  </a:cubicBezTo>
                  <a:cubicBezTo>
                    <a:pt x="1491" y="957"/>
                    <a:pt x="1468" y="980"/>
                    <a:pt x="1440" y="980"/>
                  </a:cubicBezTo>
                  <a:cubicBezTo>
                    <a:pt x="52" y="980"/>
                    <a:pt x="52" y="980"/>
                    <a:pt x="52" y="980"/>
                  </a:cubicBezTo>
                  <a:cubicBezTo>
                    <a:pt x="23" y="980"/>
                    <a:pt x="0" y="957"/>
                    <a:pt x="0" y="928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23"/>
                    <a:pt x="23" y="0"/>
                    <a:pt x="52" y="0"/>
                  </a:cubicBezTo>
                  <a:close/>
                </a:path>
              </a:pathLst>
            </a:custGeom>
            <a:solidFill>
              <a:srgbClr val="8080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93" name="i$1íďè"/>
            <p:cNvSpPr/>
            <p:nvPr/>
          </p:nvSpPr>
          <p:spPr bwMode="auto">
            <a:xfrm>
              <a:off x="4586658" y="3346834"/>
              <a:ext cx="2677754" cy="143768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94" name="ïṡlîḑe"/>
            <p:cNvSpPr/>
            <p:nvPr/>
          </p:nvSpPr>
          <p:spPr bwMode="auto">
            <a:xfrm>
              <a:off x="5862549" y="4872357"/>
              <a:ext cx="125971" cy="128283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95" name="iṡ1ïḓê"/>
            <p:cNvSpPr/>
            <p:nvPr/>
          </p:nvSpPr>
          <p:spPr bwMode="auto">
            <a:xfrm>
              <a:off x="3914041" y="5104652"/>
              <a:ext cx="4022987" cy="340931"/>
            </a:xfrm>
            <a:custGeom>
              <a:avLst/>
              <a:gdLst>
                <a:gd name="T0" fmla="*/ 449 w 3481"/>
                <a:gd name="T1" fmla="*/ 0 h 295"/>
                <a:gd name="T2" fmla="*/ 3032 w 3481"/>
                <a:gd name="T3" fmla="*/ 0 h 295"/>
                <a:gd name="T4" fmla="*/ 3481 w 3481"/>
                <a:gd name="T5" fmla="*/ 295 h 295"/>
                <a:gd name="T6" fmla="*/ 0 w 3481"/>
                <a:gd name="T7" fmla="*/ 295 h 295"/>
                <a:gd name="T8" fmla="*/ 449 w 3481"/>
                <a:gd name="T9" fmla="*/ 0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81" h="295">
                  <a:moveTo>
                    <a:pt x="449" y="0"/>
                  </a:moveTo>
                  <a:lnTo>
                    <a:pt x="3032" y="0"/>
                  </a:lnTo>
                  <a:lnTo>
                    <a:pt x="3481" y="295"/>
                  </a:lnTo>
                  <a:lnTo>
                    <a:pt x="0" y="295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rgbClr val="8080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96" name="iŝḻïḋé"/>
            <p:cNvSpPr/>
            <p:nvPr/>
          </p:nvSpPr>
          <p:spPr bwMode="auto">
            <a:xfrm>
              <a:off x="3914041" y="5445583"/>
              <a:ext cx="4022987" cy="189535"/>
            </a:xfrm>
            <a:custGeom>
              <a:avLst/>
              <a:gdLst>
                <a:gd name="T0" fmla="*/ 0 w 2009"/>
                <a:gd name="T1" fmla="*/ 0 h 95"/>
                <a:gd name="T2" fmla="*/ 2009 w 2009"/>
                <a:gd name="T3" fmla="*/ 0 h 95"/>
                <a:gd name="T4" fmla="*/ 2009 w 2009"/>
                <a:gd name="T5" fmla="*/ 58 h 95"/>
                <a:gd name="T6" fmla="*/ 1972 w 2009"/>
                <a:gd name="T7" fmla="*/ 95 h 95"/>
                <a:gd name="T8" fmla="*/ 37 w 2009"/>
                <a:gd name="T9" fmla="*/ 95 h 95"/>
                <a:gd name="T10" fmla="*/ 0 w 2009"/>
                <a:gd name="T11" fmla="*/ 58 h 95"/>
                <a:gd name="T12" fmla="*/ 0 w 2009"/>
                <a:gd name="T13" fmla="*/ 0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09" h="95">
                  <a:moveTo>
                    <a:pt x="0" y="0"/>
                  </a:moveTo>
                  <a:cubicBezTo>
                    <a:pt x="2009" y="0"/>
                    <a:pt x="2009" y="0"/>
                    <a:pt x="2009" y="0"/>
                  </a:cubicBezTo>
                  <a:cubicBezTo>
                    <a:pt x="2009" y="58"/>
                    <a:pt x="2009" y="58"/>
                    <a:pt x="2009" y="58"/>
                  </a:cubicBezTo>
                  <a:cubicBezTo>
                    <a:pt x="2009" y="78"/>
                    <a:pt x="1993" y="95"/>
                    <a:pt x="1972" y="95"/>
                  </a:cubicBezTo>
                  <a:cubicBezTo>
                    <a:pt x="37" y="95"/>
                    <a:pt x="37" y="95"/>
                    <a:pt x="37" y="95"/>
                  </a:cubicBezTo>
                  <a:cubicBezTo>
                    <a:pt x="17" y="95"/>
                    <a:pt x="0" y="78"/>
                    <a:pt x="0" y="58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97" name="ïšľïďê"/>
            <p:cNvSpPr/>
            <p:nvPr/>
          </p:nvSpPr>
          <p:spPr bwMode="auto">
            <a:xfrm>
              <a:off x="5520462" y="5543817"/>
              <a:ext cx="812456" cy="52006"/>
            </a:xfrm>
            <a:prstGeom prst="rect">
              <a:avLst/>
            </a:prstGeom>
            <a:solidFill>
              <a:srgbClr val="8080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98" name="iṣlíḍè"/>
            <p:cNvSpPr/>
            <p:nvPr/>
          </p:nvSpPr>
          <p:spPr bwMode="auto">
            <a:xfrm>
              <a:off x="3914041" y="5445583"/>
              <a:ext cx="4022987" cy="57785"/>
            </a:xfrm>
            <a:prstGeom prst="rect">
              <a:avLst/>
            </a:pr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99" name="ïṧlîḓè"/>
            <p:cNvSpPr/>
            <p:nvPr/>
          </p:nvSpPr>
          <p:spPr bwMode="auto">
            <a:xfrm>
              <a:off x="4022677" y="5126610"/>
              <a:ext cx="3762955" cy="286613"/>
            </a:xfrm>
            <a:custGeom>
              <a:avLst/>
              <a:gdLst>
                <a:gd name="T0" fmla="*/ 1852 w 1879"/>
                <a:gd name="T1" fmla="*/ 120 h 143"/>
                <a:gd name="T2" fmla="*/ 1566 w 1879"/>
                <a:gd name="T3" fmla="*/ 52 h 143"/>
                <a:gd name="T4" fmla="*/ 1566 w 1879"/>
                <a:gd name="T5" fmla="*/ 87 h 143"/>
                <a:gd name="T6" fmla="*/ 1566 w 1879"/>
                <a:gd name="T7" fmla="*/ 38 h 143"/>
                <a:gd name="T8" fmla="*/ 1728 w 1879"/>
                <a:gd name="T9" fmla="*/ 38 h 143"/>
                <a:gd name="T10" fmla="*/ 1566 w 1879"/>
                <a:gd name="T11" fmla="*/ 4 h 143"/>
                <a:gd name="T12" fmla="*/ 1803 w 1879"/>
                <a:gd name="T13" fmla="*/ 87 h 143"/>
                <a:gd name="T14" fmla="*/ 337 w 1879"/>
                <a:gd name="T15" fmla="*/ 105 h 143"/>
                <a:gd name="T16" fmla="*/ 914 w 1879"/>
                <a:gd name="T17" fmla="*/ 140 h 143"/>
                <a:gd name="T18" fmla="*/ 1566 w 1879"/>
                <a:gd name="T19" fmla="*/ 2 h 143"/>
                <a:gd name="T20" fmla="*/ 1566 w 1879"/>
                <a:gd name="T21" fmla="*/ 36 h 143"/>
                <a:gd name="T22" fmla="*/ 1433 w 1879"/>
                <a:gd name="T23" fmla="*/ 20 h 143"/>
                <a:gd name="T24" fmla="*/ 1566 w 1879"/>
                <a:gd name="T25" fmla="*/ 52 h 143"/>
                <a:gd name="T26" fmla="*/ 1462 w 1879"/>
                <a:gd name="T27" fmla="*/ 52 h 143"/>
                <a:gd name="T28" fmla="*/ 1517 w 1879"/>
                <a:gd name="T29" fmla="*/ 138 h 143"/>
                <a:gd name="T30" fmla="*/ 1486 w 1879"/>
                <a:gd name="T31" fmla="*/ 103 h 143"/>
                <a:gd name="T32" fmla="*/ 434 w 1879"/>
                <a:gd name="T33" fmla="*/ 52 h 143"/>
                <a:gd name="T34" fmla="*/ 337 w 1879"/>
                <a:gd name="T35" fmla="*/ 38 h 143"/>
                <a:gd name="T36" fmla="*/ 490 w 1879"/>
                <a:gd name="T37" fmla="*/ 1 h 143"/>
                <a:gd name="T38" fmla="*/ 337 w 1879"/>
                <a:gd name="T39" fmla="*/ 5 h 143"/>
                <a:gd name="T40" fmla="*/ 966 w 1879"/>
                <a:gd name="T41" fmla="*/ 104 h 143"/>
                <a:gd name="T42" fmla="*/ 964 w 1879"/>
                <a:gd name="T43" fmla="*/ 140 h 143"/>
                <a:gd name="T44" fmla="*/ 598 w 1879"/>
                <a:gd name="T45" fmla="*/ 52 h 143"/>
                <a:gd name="T46" fmla="*/ 457 w 1879"/>
                <a:gd name="T47" fmla="*/ 71 h 143"/>
                <a:gd name="T48" fmla="*/ 754 w 1879"/>
                <a:gd name="T49" fmla="*/ 71 h 143"/>
                <a:gd name="T50" fmla="*/ 640 w 1879"/>
                <a:gd name="T51" fmla="*/ 52 h 143"/>
                <a:gd name="T52" fmla="*/ 922 w 1879"/>
                <a:gd name="T53" fmla="*/ 89 h 143"/>
                <a:gd name="T54" fmla="*/ 969 w 1879"/>
                <a:gd name="T55" fmla="*/ 52 h 143"/>
                <a:gd name="T56" fmla="*/ 967 w 1879"/>
                <a:gd name="T57" fmla="*/ 88 h 143"/>
                <a:gd name="T58" fmla="*/ 1256 w 1879"/>
                <a:gd name="T59" fmla="*/ 52 h 143"/>
                <a:gd name="T60" fmla="*/ 1138 w 1879"/>
                <a:gd name="T61" fmla="*/ 70 h 143"/>
                <a:gd name="T62" fmla="*/ 1435 w 1879"/>
                <a:gd name="T63" fmla="*/ 70 h 143"/>
                <a:gd name="T64" fmla="*/ 1298 w 1879"/>
                <a:gd name="T65" fmla="*/ 52 h 143"/>
                <a:gd name="T66" fmla="*/ 610 w 1879"/>
                <a:gd name="T67" fmla="*/ 38 h 143"/>
                <a:gd name="T68" fmla="*/ 676 w 1879"/>
                <a:gd name="T69" fmla="*/ 1 h 143"/>
                <a:gd name="T70" fmla="*/ 650 w 1879"/>
                <a:gd name="T71" fmla="*/ 38 h 143"/>
                <a:gd name="T72" fmla="*/ 934 w 1879"/>
                <a:gd name="T73" fmla="*/ 1 h 143"/>
                <a:gd name="T74" fmla="*/ 817 w 1879"/>
                <a:gd name="T75" fmla="*/ 19 h 143"/>
                <a:gd name="T76" fmla="*/ 1086 w 1879"/>
                <a:gd name="T77" fmla="*/ 20 h 143"/>
                <a:gd name="T78" fmla="*/ 972 w 1879"/>
                <a:gd name="T79" fmla="*/ 1 h 143"/>
                <a:gd name="T80" fmla="*/ 1249 w 1879"/>
                <a:gd name="T81" fmla="*/ 38 h 143"/>
                <a:gd name="T82" fmla="*/ 1268 w 1879"/>
                <a:gd name="T83" fmla="*/ 2 h 143"/>
                <a:gd name="T84" fmla="*/ 1290 w 1879"/>
                <a:gd name="T85" fmla="*/ 38 h 143"/>
                <a:gd name="T86" fmla="*/ 337 w 1879"/>
                <a:gd name="T87" fmla="*/ 105 h 143"/>
                <a:gd name="T88" fmla="*/ 337 w 1879"/>
                <a:gd name="T89" fmla="*/ 1 h 143"/>
                <a:gd name="T90" fmla="*/ 266 w 1879"/>
                <a:gd name="T91" fmla="*/ 38 h 143"/>
                <a:gd name="T92" fmla="*/ 331 w 1879"/>
                <a:gd name="T93" fmla="*/ 38 h 143"/>
                <a:gd name="T94" fmla="*/ 337 w 1879"/>
                <a:gd name="T95" fmla="*/ 90 h 143"/>
                <a:gd name="T96" fmla="*/ 312 w 1879"/>
                <a:gd name="T97" fmla="*/ 52 h 143"/>
                <a:gd name="T98" fmla="*/ 266 w 1879"/>
                <a:gd name="T99" fmla="*/ 52 h 143"/>
                <a:gd name="T100" fmla="*/ 266 w 1879"/>
                <a:gd name="T101" fmla="*/ 142 h 143"/>
                <a:gd name="T102" fmla="*/ 266 w 1879"/>
                <a:gd name="T103" fmla="*/ 0 h 143"/>
                <a:gd name="T104" fmla="*/ 232 w 1879"/>
                <a:gd name="T105" fmla="*/ 0 h 143"/>
                <a:gd name="T106" fmla="*/ 243 w 1879"/>
                <a:gd name="T107" fmla="*/ 71 h 143"/>
                <a:gd name="T108" fmla="*/ 148 w 1879"/>
                <a:gd name="T109" fmla="*/ 52 h 143"/>
                <a:gd name="T110" fmla="*/ 266 w 1879"/>
                <a:gd name="T111" fmla="*/ 90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79" h="143">
                  <a:moveTo>
                    <a:pt x="1566" y="138"/>
                  </a:moveTo>
                  <a:cubicBezTo>
                    <a:pt x="1566" y="102"/>
                    <a:pt x="1566" y="102"/>
                    <a:pt x="1566" y="102"/>
                  </a:cubicBezTo>
                  <a:cubicBezTo>
                    <a:pt x="1825" y="102"/>
                    <a:pt x="1825" y="102"/>
                    <a:pt x="1825" y="102"/>
                  </a:cubicBezTo>
                  <a:cubicBezTo>
                    <a:pt x="1834" y="108"/>
                    <a:pt x="1843" y="114"/>
                    <a:pt x="1852" y="120"/>
                  </a:cubicBezTo>
                  <a:cubicBezTo>
                    <a:pt x="1861" y="125"/>
                    <a:pt x="1870" y="131"/>
                    <a:pt x="1879" y="137"/>
                  </a:cubicBezTo>
                  <a:cubicBezTo>
                    <a:pt x="1774" y="138"/>
                    <a:pt x="1670" y="138"/>
                    <a:pt x="1566" y="138"/>
                  </a:cubicBezTo>
                  <a:close/>
                  <a:moveTo>
                    <a:pt x="1566" y="87"/>
                  </a:moveTo>
                  <a:cubicBezTo>
                    <a:pt x="1566" y="52"/>
                    <a:pt x="1566" y="52"/>
                    <a:pt x="1566" y="52"/>
                  </a:cubicBezTo>
                  <a:cubicBezTo>
                    <a:pt x="1585" y="52"/>
                    <a:pt x="1585" y="52"/>
                    <a:pt x="1585" y="52"/>
                  </a:cubicBezTo>
                  <a:cubicBezTo>
                    <a:pt x="1592" y="58"/>
                    <a:pt x="1599" y="63"/>
                    <a:pt x="1606" y="70"/>
                  </a:cubicBezTo>
                  <a:cubicBezTo>
                    <a:pt x="1612" y="75"/>
                    <a:pt x="1619" y="81"/>
                    <a:pt x="1626" y="87"/>
                  </a:cubicBezTo>
                  <a:cubicBezTo>
                    <a:pt x="1566" y="87"/>
                    <a:pt x="1566" y="87"/>
                    <a:pt x="1566" y="87"/>
                  </a:cubicBezTo>
                  <a:close/>
                  <a:moveTo>
                    <a:pt x="1566" y="38"/>
                  </a:moveTo>
                  <a:cubicBezTo>
                    <a:pt x="1566" y="36"/>
                    <a:pt x="1566" y="36"/>
                    <a:pt x="1566" y="36"/>
                  </a:cubicBezTo>
                  <a:cubicBezTo>
                    <a:pt x="1568" y="38"/>
                    <a:pt x="1568" y="38"/>
                    <a:pt x="1568" y="38"/>
                  </a:cubicBezTo>
                  <a:cubicBezTo>
                    <a:pt x="1566" y="38"/>
                    <a:pt x="1566" y="38"/>
                    <a:pt x="1566" y="38"/>
                  </a:cubicBezTo>
                  <a:close/>
                  <a:moveTo>
                    <a:pt x="1566" y="4"/>
                  </a:moveTo>
                  <a:cubicBezTo>
                    <a:pt x="1573" y="9"/>
                    <a:pt x="1580" y="14"/>
                    <a:pt x="1587" y="20"/>
                  </a:cubicBezTo>
                  <a:cubicBezTo>
                    <a:pt x="1595" y="26"/>
                    <a:pt x="1602" y="32"/>
                    <a:pt x="1609" y="38"/>
                  </a:cubicBezTo>
                  <a:cubicBezTo>
                    <a:pt x="1649" y="38"/>
                    <a:pt x="1688" y="38"/>
                    <a:pt x="1728" y="38"/>
                  </a:cubicBezTo>
                  <a:cubicBezTo>
                    <a:pt x="1719" y="32"/>
                    <a:pt x="1711" y="26"/>
                    <a:pt x="1702" y="20"/>
                  </a:cubicBezTo>
                  <a:cubicBezTo>
                    <a:pt x="1693" y="14"/>
                    <a:pt x="1684" y="8"/>
                    <a:pt x="1675" y="2"/>
                  </a:cubicBezTo>
                  <a:cubicBezTo>
                    <a:pt x="1566" y="2"/>
                    <a:pt x="1566" y="2"/>
                    <a:pt x="1566" y="2"/>
                  </a:cubicBezTo>
                  <a:cubicBezTo>
                    <a:pt x="1566" y="4"/>
                    <a:pt x="1566" y="4"/>
                    <a:pt x="1566" y="4"/>
                  </a:cubicBezTo>
                  <a:close/>
                  <a:moveTo>
                    <a:pt x="1627" y="52"/>
                  </a:moveTo>
                  <a:cubicBezTo>
                    <a:pt x="1667" y="52"/>
                    <a:pt x="1708" y="52"/>
                    <a:pt x="1749" y="52"/>
                  </a:cubicBezTo>
                  <a:cubicBezTo>
                    <a:pt x="1758" y="57"/>
                    <a:pt x="1767" y="63"/>
                    <a:pt x="1776" y="69"/>
                  </a:cubicBezTo>
                  <a:cubicBezTo>
                    <a:pt x="1785" y="75"/>
                    <a:pt x="1794" y="81"/>
                    <a:pt x="1803" y="87"/>
                  </a:cubicBezTo>
                  <a:cubicBezTo>
                    <a:pt x="1759" y="87"/>
                    <a:pt x="1715" y="87"/>
                    <a:pt x="1672" y="87"/>
                  </a:cubicBezTo>
                  <a:cubicBezTo>
                    <a:pt x="1664" y="81"/>
                    <a:pt x="1657" y="75"/>
                    <a:pt x="1649" y="69"/>
                  </a:cubicBezTo>
                  <a:cubicBezTo>
                    <a:pt x="1642" y="63"/>
                    <a:pt x="1634" y="58"/>
                    <a:pt x="1627" y="52"/>
                  </a:cubicBezTo>
                  <a:close/>
                  <a:moveTo>
                    <a:pt x="337" y="105"/>
                  </a:moveTo>
                  <a:cubicBezTo>
                    <a:pt x="490" y="105"/>
                    <a:pt x="490" y="105"/>
                    <a:pt x="490" y="105"/>
                  </a:cubicBezTo>
                  <a:cubicBezTo>
                    <a:pt x="633" y="104"/>
                    <a:pt x="776" y="104"/>
                    <a:pt x="920" y="104"/>
                  </a:cubicBezTo>
                  <a:cubicBezTo>
                    <a:pt x="919" y="110"/>
                    <a:pt x="918" y="116"/>
                    <a:pt x="917" y="122"/>
                  </a:cubicBezTo>
                  <a:cubicBezTo>
                    <a:pt x="916" y="128"/>
                    <a:pt x="915" y="134"/>
                    <a:pt x="914" y="140"/>
                  </a:cubicBezTo>
                  <a:cubicBezTo>
                    <a:pt x="762" y="141"/>
                    <a:pt x="609" y="141"/>
                    <a:pt x="457" y="142"/>
                  </a:cubicBezTo>
                  <a:cubicBezTo>
                    <a:pt x="337" y="142"/>
                    <a:pt x="337" y="142"/>
                    <a:pt x="337" y="142"/>
                  </a:cubicBezTo>
                  <a:cubicBezTo>
                    <a:pt x="337" y="105"/>
                    <a:pt x="337" y="105"/>
                    <a:pt x="337" y="105"/>
                  </a:cubicBezTo>
                  <a:close/>
                  <a:moveTo>
                    <a:pt x="1566" y="2"/>
                  </a:moveTo>
                  <a:cubicBezTo>
                    <a:pt x="1566" y="4"/>
                    <a:pt x="1566" y="4"/>
                    <a:pt x="1566" y="4"/>
                  </a:cubicBezTo>
                  <a:cubicBezTo>
                    <a:pt x="1564" y="2"/>
                    <a:pt x="1564" y="2"/>
                    <a:pt x="1564" y="2"/>
                  </a:cubicBezTo>
                  <a:cubicBezTo>
                    <a:pt x="1566" y="2"/>
                    <a:pt x="1566" y="2"/>
                    <a:pt x="1566" y="2"/>
                  </a:cubicBezTo>
                  <a:close/>
                  <a:moveTo>
                    <a:pt x="1566" y="36"/>
                  </a:moveTo>
                  <a:cubicBezTo>
                    <a:pt x="1560" y="31"/>
                    <a:pt x="1554" y="25"/>
                    <a:pt x="1548" y="20"/>
                  </a:cubicBezTo>
                  <a:cubicBezTo>
                    <a:pt x="1541" y="14"/>
                    <a:pt x="1533" y="8"/>
                    <a:pt x="1527" y="2"/>
                  </a:cubicBezTo>
                  <a:cubicBezTo>
                    <a:pt x="1490" y="2"/>
                    <a:pt x="1453" y="2"/>
                    <a:pt x="1416" y="2"/>
                  </a:cubicBezTo>
                  <a:cubicBezTo>
                    <a:pt x="1422" y="8"/>
                    <a:pt x="1427" y="14"/>
                    <a:pt x="1433" y="20"/>
                  </a:cubicBezTo>
                  <a:cubicBezTo>
                    <a:pt x="1439" y="26"/>
                    <a:pt x="1444" y="32"/>
                    <a:pt x="1449" y="38"/>
                  </a:cubicBezTo>
                  <a:cubicBezTo>
                    <a:pt x="1488" y="38"/>
                    <a:pt x="1527" y="38"/>
                    <a:pt x="1566" y="38"/>
                  </a:cubicBezTo>
                  <a:cubicBezTo>
                    <a:pt x="1566" y="36"/>
                    <a:pt x="1566" y="36"/>
                    <a:pt x="1566" y="36"/>
                  </a:cubicBezTo>
                  <a:close/>
                  <a:moveTo>
                    <a:pt x="1566" y="52"/>
                  </a:moveTo>
                  <a:cubicBezTo>
                    <a:pt x="1566" y="87"/>
                    <a:pt x="1566" y="87"/>
                    <a:pt x="1566" y="87"/>
                  </a:cubicBezTo>
                  <a:cubicBezTo>
                    <a:pt x="1495" y="88"/>
                    <a:pt x="1495" y="88"/>
                    <a:pt x="1495" y="88"/>
                  </a:cubicBezTo>
                  <a:cubicBezTo>
                    <a:pt x="1490" y="82"/>
                    <a:pt x="1484" y="76"/>
                    <a:pt x="1479" y="70"/>
                  </a:cubicBezTo>
                  <a:cubicBezTo>
                    <a:pt x="1473" y="64"/>
                    <a:pt x="1468" y="58"/>
                    <a:pt x="1462" y="52"/>
                  </a:cubicBezTo>
                  <a:cubicBezTo>
                    <a:pt x="1497" y="52"/>
                    <a:pt x="1532" y="52"/>
                    <a:pt x="1566" y="52"/>
                  </a:cubicBezTo>
                  <a:close/>
                  <a:moveTo>
                    <a:pt x="1566" y="102"/>
                  </a:moveTo>
                  <a:cubicBezTo>
                    <a:pt x="1566" y="138"/>
                    <a:pt x="1566" y="138"/>
                    <a:pt x="1566" y="138"/>
                  </a:cubicBezTo>
                  <a:cubicBezTo>
                    <a:pt x="1517" y="138"/>
                    <a:pt x="1517" y="138"/>
                    <a:pt x="1517" y="138"/>
                  </a:cubicBezTo>
                  <a:cubicBezTo>
                    <a:pt x="1397" y="139"/>
                    <a:pt x="1277" y="139"/>
                    <a:pt x="1157" y="140"/>
                  </a:cubicBezTo>
                  <a:cubicBezTo>
                    <a:pt x="1155" y="133"/>
                    <a:pt x="1153" y="127"/>
                    <a:pt x="1152" y="121"/>
                  </a:cubicBezTo>
                  <a:cubicBezTo>
                    <a:pt x="1150" y="115"/>
                    <a:pt x="1149" y="109"/>
                    <a:pt x="1147" y="103"/>
                  </a:cubicBezTo>
                  <a:cubicBezTo>
                    <a:pt x="1260" y="103"/>
                    <a:pt x="1373" y="103"/>
                    <a:pt x="1486" y="103"/>
                  </a:cubicBezTo>
                  <a:cubicBezTo>
                    <a:pt x="1566" y="102"/>
                    <a:pt x="1566" y="102"/>
                    <a:pt x="1566" y="102"/>
                  </a:cubicBezTo>
                  <a:close/>
                  <a:moveTo>
                    <a:pt x="337" y="90"/>
                  </a:moveTo>
                  <a:cubicBezTo>
                    <a:pt x="337" y="52"/>
                    <a:pt x="337" y="52"/>
                    <a:pt x="337" y="52"/>
                  </a:cubicBezTo>
                  <a:cubicBezTo>
                    <a:pt x="369" y="52"/>
                    <a:pt x="401" y="52"/>
                    <a:pt x="434" y="52"/>
                  </a:cubicBezTo>
                  <a:cubicBezTo>
                    <a:pt x="427" y="59"/>
                    <a:pt x="420" y="65"/>
                    <a:pt x="414" y="71"/>
                  </a:cubicBezTo>
                  <a:cubicBezTo>
                    <a:pt x="407" y="77"/>
                    <a:pt x="400" y="83"/>
                    <a:pt x="393" y="89"/>
                  </a:cubicBezTo>
                  <a:cubicBezTo>
                    <a:pt x="337" y="90"/>
                    <a:pt x="337" y="90"/>
                    <a:pt x="337" y="90"/>
                  </a:cubicBezTo>
                  <a:close/>
                  <a:moveTo>
                    <a:pt x="337" y="38"/>
                  </a:moveTo>
                  <a:cubicBezTo>
                    <a:pt x="337" y="34"/>
                    <a:pt x="337" y="34"/>
                    <a:pt x="337" y="34"/>
                  </a:cubicBezTo>
                  <a:cubicBezTo>
                    <a:pt x="343" y="29"/>
                    <a:pt x="349" y="24"/>
                    <a:pt x="356" y="19"/>
                  </a:cubicBezTo>
                  <a:cubicBezTo>
                    <a:pt x="364" y="13"/>
                    <a:pt x="372" y="7"/>
                    <a:pt x="380" y="1"/>
                  </a:cubicBezTo>
                  <a:cubicBezTo>
                    <a:pt x="417" y="1"/>
                    <a:pt x="453" y="1"/>
                    <a:pt x="490" y="1"/>
                  </a:cubicBezTo>
                  <a:cubicBezTo>
                    <a:pt x="483" y="7"/>
                    <a:pt x="477" y="13"/>
                    <a:pt x="470" y="19"/>
                  </a:cubicBezTo>
                  <a:cubicBezTo>
                    <a:pt x="463" y="25"/>
                    <a:pt x="456" y="32"/>
                    <a:pt x="450" y="38"/>
                  </a:cubicBezTo>
                  <a:cubicBezTo>
                    <a:pt x="412" y="38"/>
                    <a:pt x="374" y="38"/>
                    <a:pt x="337" y="38"/>
                  </a:cubicBezTo>
                  <a:close/>
                  <a:moveTo>
                    <a:pt x="337" y="5"/>
                  </a:moveTo>
                  <a:cubicBezTo>
                    <a:pt x="338" y="3"/>
                    <a:pt x="340" y="2"/>
                    <a:pt x="342" y="1"/>
                  </a:cubicBezTo>
                  <a:cubicBezTo>
                    <a:pt x="337" y="1"/>
                    <a:pt x="337" y="1"/>
                    <a:pt x="337" y="1"/>
                  </a:cubicBezTo>
                  <a:cubicBezTo>
                    <a:pt x="337" y="5"/>
                    <a:pt x="337" y="5"/>
                    <a:pt x="337" y="5"/>
                  </a:cubicBezTo>
                  <a:close/>
                  <a:moveTo>
                    <a:pt x="966" y="104"/>
                  </a:moveTo>
                  <a:cubicBezTo>
                    <a:pt x="1011" y="104"/>
                    <a:pt x="1056" y="103"/>
                    <a:pt x="1101" y="103"/>
                  </a:cubicBezTo>
                  <a:cubicBezTo>
                    <a:pt x="1102" y="109"/>
                    <a:pt x="1103" y="115"/>
                    <a:pt x="1104" y="121"/>
                  </a:cubicBezTo>
                  <a:cubicBezTo>
                    <a:pt x="1105" y="128"/>
                    <a:pt x="1106" y="134"/>
                    <a:pt x="1107" y="140"/>
                  </a:cubicBezTo>
                  <a:cubicBezTo>
                    <a:pt x="1059" y="140"/>
                    <a:pt x="1012" y="140"/>
                    <a:pt x="964" y="140"/>
                  </a:cubicBezTo>
                  <a:cubicBezTo>
                    <a:pt x="964" y="134"/>
                    <a:pt x="965" y="128"/>
                    <a:pt x="965" y="122"/>
                  </a:cubicBezTo>
                  <a:cubicBezTo>
                    <a:pt x="965" y="116"/>
                    <a:pt x="966" y="110"/>
                    <a:pt x="966" y="104"/>
                  </a:cubicBezTo>
                  <a:close/>
                  <a:moveTo>
                    <a:pt x="476" y="52"/>
                  </a:moveTo>
                  <a:cubicBezTo>
                    <a:pt x="517" y="52"/>
                    <a:pt x="558" y="52"/>
                    <a:pt x="598" y="52"/>
                  </a:cubicBezTo>
                  <a:cubicBezTo>
                    <a:pt x="594" y="58"/>
                    <a:pt x="589" y="64"/>
                    <a:pt x="584" y="71"/>
                  </a:cubicBezTo>
                  <a:cubicBezTo>
                    <a:pt x="579" y="77"/>
                    <a:pt x="574" y="83"/>
                    <a:pt x="570" y="89"/>
                  </a:cubicBezTo>
                  <a:cubicBezTo>
                    <a:pt x="526" y="89"/>
                    <a:pt x="482" y="89"/>
                    <a:pt x="438" y="89"/>
                  </a:cubicBezTo>
                  <a:cubicBezTo>
                    <a:pt x="445" y="83"/>
                    <a:pt x="451" y="77"/>
                    <a:pt x="457" y="71"/>
                  </a:cubicBezTo>
                  <a:cubicBezTo>
                    <a:pt x="464" y="65"/>
                    <a:pt x="470" y="58"/>
                    <a:pt x="476" y="52"/>
                  </a:cubicBezTo>
                  <a:close/>
                  <a:moveTo>
                    <a:pt x="640" y="52"/>
                  </a:moveTo>
                  <a:cubicBezTo>
                    <a:pt x="681" y="52"/>
                    <a:pt x="722" y="52"/>
                    <a:pt x="763" y="52"/>
                  </a:cubicBezTo>
                  <a:cubicBezTo>
                    <a:pt x="760" y="58"/>
                    <a:pt x="757" y="64"/>
                    <a:pt x="754" y="71"/>
                  </a:cubicBezTo>
                  <a:cubicBezTo>
                    <a:pt x="751" y="77"/>
                    <a:pt x="749" y="83"/>
                    <a:pt x="746" y="89"/>
                  </a:cubicBezTo>
                  <a:cubicBezTo>
                    <a:pt x="702" y="89"/>
                    <a:pt x="658" y="89"/>
                    <a:pt x="615" y="89"/>
                  </a:cubicBezTo>
                  <a:cubicBezTo>
                    <a:pt x="619" y="83"/>
                    <a:pt x="623" y="77"/>
                    <a:pt x="628" y="71"/>
                  </a:cubicBezTo>
                  <a:cubicBezTo>
                    <a:pt x="632" y="65"/>
                    <a:pt x="636" y="58"/>
                    <a:pt x="640" y="52"/>
                  </a:cubicBezTo>
                  <a:close/>
                  <a:moveTo>
                    <a:pt x="805" y="52"/>
                  </a:moveTo>
                  <a:cubicBezTo>
                    <a:pt x="846" y="52"/>
                    <a:pt x="886" y="52"/>
                    <a:pt x="927" y="52"/>
                  </a:cubicBezTo>
                  <a:cubicBezTo>
                    <a:pt x="926" y="58"/>
                    <a:pt x="925" y="64"/>
                    <a:pt x="924" y="70"/>
                  </a:cubicBezTo>
                  <a:cubicBezTo>
                    <a:pt x="924" y="76"/>
                    <a:pt x="923" y="82"/>
                    <a:pt x="922" y="89"/>
                  </a:cubicBezTo>
                  <a:cubicBezTo>
                    <a:pt x="878" y="89"/>
                    <a:pt x="834" y="89"/>
                    <a:pt x="791" y="89"/>
                  </a:cubicBezTo>
                  <a:cubicBezTo>
                    <a:pt x="793" y="83"/>
                    <a:pt x="796" y="77"/>
                    <a:pt x="798" y="70"/>
                  </a:cubicBezTo>
                  <a:cubicBezTo>
                    <a:pt x="800" y="64"/>
                    <a:pt x="802" y="58"/>
                    <a:pt x="805" y="52"/>
                  </a:cubicBezTo>
                  <a:close/>
                  <a:moveTo>
                    <a:pt x="969" y="52"/>
                  </a:moveTo>
                  <a:cubicBezTo>
                    <a:pt x="1010" y="52"/>
                    <a:pt x="1051" y="52"/>
                    <a:pt x="1091" y="52"/>
                  </a:cubicBezTo>
                  <a:cubicBezTo>
                    <a:pt x="1092" y="58"/>
                    <a:pt x="1093" y="64"/>
                    <a:pt x="1095" y="70"/>
                  </a:cubicBezTo>
                  <a:cubicBezTo>
                    <a:pt x="1096" y="76"/>
                    <a:pt x="1097" y="82"/>
                    <a:pt x="1098" y="88"/>
                  </a:cubicBezTo>
                  <a:cubicBezTo>
                    <a:pt x="1054" y="88"/>
                    <a:pt x="1010" y="88"/>
                    <a:pt x="967" y="88"/>
                  </a:cubicBezTo>
                  <a:cubicBezTo>
                    <a:pt x="967" y="82"/>
                    <a:pt x="968" y="76"/>
                    <a:pt x="968" y="70"/>
                  </a:cubicBezTo>
                  <a:cubicBezTo>
                    <a:pt x="968" y="64"/>
                    <a:pt x="969" y="58"/>
                    <a:pt x="969" y="52"/>
                  </a:cubicBezTo>
                  <a:close/>
                  <a:moveTo>
                    <a:pt x="1133" y="52"/>
                  </a:moveTo>
                  <a:cubicBezTo>
                    <a:pt x="1174" y="52"/>
                    <a:pt x="1215" y="52"/>
                    <a:pt x="1256" y="52"/>
                  </a:cubicBezTo>
                  <a:cubicBezTo>
                    <a:pt x="1259" y="58"/>
                    <a:pt x="1262" y="64"/>
                    <a:pt x="1265" y="70"/>
                  </a:cubicBezTo>
                  <a:cubicBezTo>
                    <a:pt x="1268" y="76"/>
                    <a:pt x="1271" y="82"/>
                    <a:pt x="1274" y="88"/>
                  </a:cubicBezTo>
                  <a:cubicBezTo>
                    <a:pt x="1230" y="88"/>
                    <a:pt x="1187" y="88"/>
                    <a:pt x="1143" y="88"/>
                  </a:cubicBezTo>
                  <a:cubicBezTo>
                    <a:pt x="1142" y="82"/>
                    <a:pt x="1140" y="76"/>
                    <a:pt x="1138" y="70"/>
                  </a:cubicBezTo>
                  <a:cubicBezTo>
                    <a:pt x="1137" y="64"/>
                    <a:pt x="1135" y="58"/>
                    <a:pt x="1133" y="52"/>
                  </a:cubicBezTo>
                  <a:close/>
                  <a:moveTo>
                    <a:pt x="1298" y="52"/>
                  </a:moveTo>
                  <a:cubicBezTo>
                    <a:pt x="1339" y="52"/>
                    <a:pt x="1379" y="52"/>
                    <a:pt x="1420" y="52"/>
                  </a:cubicBezTo>
                  <a:cubicBezTo>
                    <a:pt x="1425" y="58"/>
                    <a:pt x="1430" y="64"/>
                    <a:pt x="1435" y="70"/>
                  </a:cubicBezTo>
                  <a:cubicBezTo>
                    <a:pt x="1440" y="76"/>
                    <a:pt x="1445" y="82"/>
                    <a:pt x="1450" y="88"/>
                  </a:cubicBezTo>
                  <a:cubicBezTo>
                    <a:pt x="1406" y="88"/>
                    <a:pt x="1363" y="88"/>
                    <a:pt x="1319" y="88"/>
                  </a:cubicBezTo>
                  <a:cubicBezTo>
                    <a:pt x="1316" y="82"/>
                    <a:pt x="1312" y="76"/>
                    <a:pt x="1309" y="70"/>
                  </a:cubicBezTo>
                  <a:cubicBezTo>
                    <a:pt x="1305" y="64"/>
                    <a:pt x="1301" y="58"/>
                    <a:pt x="1298" y="52"/>
                  </a:cubicBezTo>
                  <a:close/>
                  <a:moveTo>
                    <a:pt x="528" y="1"/>
                  </a:moveTo>
                  <a:cubicBezTo>
                    <a:pt x="565" y="1"/>
                    <a:pt x="602" y="1"/>
                    <a:pt x="638" y="1"/>
                  </a:cubicBezTo>
                  <a:cubicBezTo>
                    <a:pt x="634" y="7"/>
                    <a:pt x="629" y="13"/>
                    <a:pt x="624" y="19"/>
                  </a:cubicBezTo>
                  <a:cubicBezTo>
                    <a:pt x="619" y="26"/>
                    <a:pt x="614" y="32"/>
                    <a:pt x="610" y="38"/>
                  </a:cubicBezTo>
                  <a:cubicBezTo>
                    <a:pt x="570" y="38"/>
                    <a:pt x="530" y="38"/>
                    <a:pt x="491" y="38"/>
                  </a:cubicBezTo>
                  <a:cubicBezTo>
                    <a:pt x="497" y="32"/>
                    <a:pt x="503" y="26"/>
                    <a:pt x="509" y="19"/>
                  </a:cubicBezTo>
                  <a:cubicBezTo>
                    <a:pt x="516" y="13"/>
                    <a:pt x="522" y="7"/>
                    <a:pt x="528" y="1"/>
                  </a:cubicBezTo>
                  <a:close/>
                  <a:moveTo>
                    <a:pt x="676" y="1"/>
                  </a:moveTo>
                  <a:cubicBezTo>
                    <a:pt x="713" y="1"/>
                    <a:pt x="750" y="1"/>
                    <a:pt x="786" y="1"/>
                  </a:cubicBezTo>
                  <a:cubicBezTo>
                    <a:pt x="783" y="7"/>
                    <a:pt x="781" y="13"/>
                    <a:pt x="778" y="19"/>
                  </a:cubicBezTo>
                  <a:cubicBezTo>
                    <a:pt x="775" y="26"/>
                    <a:pt x="772" y="32"/>
                    <a:pt x="769" y="38"/>
                  </a:cubicBezTo>
                  <a:cubicBezTo>
                    <a:pt x="730" y="38"/>
                    <a:pt x="690" y="38"/>
                    <a:pt x="650" y="38"/>
                  </a:cubicBezTo>
                  <a:cubicBezTo>
                    <a:pt x="655" y="32"/>
                    <a:pt x="659" y="26"/>
                    <a:pt x="663" y="19"/>
                  </a:cubicBezTo>
                  <a:cubicBezTo>
                    <a:pt x="668" y="13"/>
                    <a:pt x="672" y="7"/>
                    <a:pt x="676" y="1"/>
                  </a:cubicBezTo>
                  <a:close/>
                  <a:moveTo>
                    <a:pt x="824" y="1"/>
                  </a:moveTo>
                  <a:cubicBezTo>
                    <a:pt x="861" y="1"/>
                    <a:pt x="898" y="1"/>
                    <a:pt x="934" y="1"/>
                  </a:cubicBezTo>
                  <a:cubicBezTo>
                    <a:pt x="933" y="7"/>
                    <a:pt x="933" y="13"/>
                    <a:pt x="932" y="20"/>
                  </a:cubicBezTo>
                  <a:cubicBezTo>
                    <a:pt x="931" y="26"/>
                    <a:pt x="930" y="32"/>
                    <a:pt x="929" y="38"/>
                  </a:cubicBezTo>
                  <a:cubicBezTo>
                    <a:pt x="889" y="38"/>
                    <a:pt x="850" y="38"/>
                    <a:pt x="810" y="38"/>
                  </a:cubicBezTo>
                  <a:cubicBezTo>
                    <a:pt x="813" y="32"/>
                    <a:pt x="815" y="26"/>
                    <a:pt x="817" y="19"/>
                  </a:cubicBezTo>
                  <a:cubicBezTo>
                    <a:pt x="820" y="13"/>
                    <a:pt x="822" y="7"/>
                    <a:pt x="824" y="1"/>
                  </a:cubicBezTo>
                  <a:close/>
                  <a:moveTo>
                    <a:pt x="972" y="1"/>
                  </a:moveTo>
                  <a:cubicBezTo>
                    <a:pt x="1009" y="1"/>
                    <a:pt x="1046" y="1"/>
                    <a:pt x="1082" y="1"/>
                  </a:cubicBezTo>
                  <a:cubicBezTo>
                    <a:pt x="1084" y="8"/>
                    <a:pt x="1085" y="14"/>
                    <a:pt x="1086" y="20"/>
                  </a:cubicBezTo>
                  <a:cubicBezTo>
                    <a:pt x="1087" y="26"/>
                    <a:pt x="1088" y="32"/>
                    <a:pt x="1089" y="38"/>
                  </a:cubicBezTo>
                  <a:cubicBezTo>
                    <a:pt x="1049" y="38"/>
                    <a:pt x="1010" y="38"/>
                    <a:pt x="970" y="38"/>
                  </a:cubicBezTo>
                  <a:cubicBezTo>
                    <a:pt x="970" y="32"/>
                    <a:pt x="971" y="26"/>
                    <a:pt x="971" y="20"/>
                  </a:cubicBezTo>
                  <a:cubicBezTo>
                    <a:pt x="972" y="13"/>
                    <a:pt x="972" y="7"/>
                    <a:pt x="972" y="1"/>
                  </a:cubicBezTo>
                  <a:close/>
                  <a:moveTo>
                    <a:pt x="1120" y="1"/>
                  </a:moveTo>
                  <a:cubicBezTo>
                    <a:pt x="1157" y="2"/>
                    <a:pt x="1194" y="2"/>
                    <a:pt x="1230" y="2"/>
                  </a:cubicBezTo>
                  <a:cubicBezTo>
                    <a:pt x="1234" y="8"/>
                    <a:pt x="1237" y="14"/>
                    <a:pt x="1240" y="20"/>
                  </a:cubicBezTo>
                  <a:cubicBezTo>
                    <a:pt x="1243" y="26"/>
                    <a:pt x="1246" y="32"/>
                    <a:pt x="1249" y="38"/>
                  </a:cubicBezTo>
                  <a:cubicBezTo>
                    <a:pt x="1209" y="38"/>
                    <a:pt x="1169" y="38"/>
                    <a:pt x="1130" y="38"/>
                  </a:cubicBezTo>
                  <a:cubicBezTo>
                    <a:pt x="1128" y="32"/>
                    <a:pt x="1127" y="26"/>
                    <a:pt x="1125" y="20"/>
                  </a:cubicBezTo>
                  <a:cubicBezTo>
                    <a:pt x="1123" y="14"/>
                    <a:pt x="1122" y="8"/>
                    <a:pt x="1120" y="1"/>
                  </a:cubicBezTo>
                  <a:close/>
                  <a:moveTo>
                    <a:pt x="1268" y="2"/>
                  </a:moveTo>
                  <a:cubicBezTo>
                    <a:pt x="1305" y="2"/>
                    <a:pt x="1342" y="2"/>
                    <a:pt x="1378" y="2"/>
                  </a:cubicBezTo>
                  <a:cubicBezTo>
                    <a:pt x="1384" y="8"/>
                    <a:pt x="1389" y="14"/>
                    <a:pt x="1393" y="20"/>
                  </a:cubicBezTo>
                  <a:cubicBezTo>
                    <a:pt x="1399" y="26"/>
                    <a:pt x="1404" y="32"/>
                    <a:pt x="1409" y="38"/>
                  </a:cubicBezTo>
                  <a:cubicBezTo>
                    <a:pt x="1369" y="38"/>
                    <a:pt x="1329" y="38"/>
                    <a:pt x="1290" y="38"/>
                  </a:cubicBezTo>
                  <a:cubicBezTo>
                    <a:pt x="1286" y="32"/>
                    <a:pt x="1282" y="26"/>
                    <a:pt x="1279" y="20"/>
                  </a:cubicBezTo>
                  <a:cubicBezTo>
                    <a:pt x="1275" y="14"/>
                    <a:pt x="1272" y="8"/>
                    <a:pt x="1268" y="2"/>
                  </a:cubicBezTo>
                  <a:close/>
                  <a:moveTo>
                    <a:pt x="266" y="105"/>
                  </a:moveTo>
                  <a:cubicBezTo>
                    <a:pt x="337" y="105"/>
                    <a:pt x="337" y="105"/>
                    <a:pt x="337" y="105"/>
                  </a:cubicBezTo>
                  <a:cubicBezTo>
                    <a:pt x="337" y="142"/>
                    <a:pt x="337" y="142"/>
                    <a:pt x="337" y="142"/>
                  </a:cubicBezTo>
                  <a:cubicBezTo>
                    <a:pt x="266" y="142"/>
                    <a:pt x="266" y="142"/>
                    <a:pt x="266" y="142"/>
                  </a:cubicBezTo>
                  <a:cubicBezTo>
                    <a:pt x="266" y="105"/>
                    <a:pt x="266" y="105"/>
                    <a:pt x="266" y="105"/>
                  </a:cubicBezTo>
                  <a:close/>
                  <a:moveTo>
                    <a:pt x="337" y="1"/>
                  </a:moveTo>
                  <a:cubicBezTo>
                    <a:pt x="337" y="5"/>
                    <a:pt x="337" y="5"/>
                    <a:pt x="337" y="5"/>
                  </a:cubicBezTo>
                  <a:cubicBezTo>
                    <a:pt x="330" y="9"/>
                    <a:pt x="323" y="14"/>
                    <a:pt x="316" y="19"/>
                  </a:cubicBezTo>
                  <a:cubicBezTo>
                    <a:pt x="307" y="25"/>
                    <a:pt x="298" y="32"/>
                    <a:pt x="290" y="38"/>
                  </a:cubicBezTo>
                  <a:cubicBezTo>
                    <a:pt x="266" y="38"/>
                    <a:pt x="266" y="38"/>
                    <a:pt x="266" y="38"/>
                  </a:cubicBezTo>
                  <a:cubicBezTo>
                    <a:pt x="266" y="0"/>
                    <a:pt x="266" y="0"/>
                    <a:pt x="266" y="0"/>
                  </a:cubicBezTo>
                  <a:cubicBezTo>
                    <a:pt x="290" y="0"/>
                    <a:pt x="313" y="1"/>
                    <a:pt x="337" y="1"/>
                  </a:cubicBezTo>
                  <a:close/>
                  <a:moveTo>
                    <a:pt x="337" y="34"/>
                  </a:moveTo>
                  <a:cubicBezTo>
                    <a:pt x="335" y="35"/>
                    <a:pt x="333" y="36"/>
                    <a:pt x="331" y="38"/>
                  </a:cubicBezTo>
                  <a:cubicBezTo>
                    <a:pt x="337" y="38"/>
                    <a:pt x="337" y="38"/>
                    <a:pt x="337" y="38"/>
                  </a:cubicBezTo>
                  <a:cubicBezTo>
                    <a:pt x="337" y="34"/>
                    <a:pt x="337" y="34"/>
                    <a:pt x="337" y="34"/>
                  </a:cubicBezTo>
                  <a:close/>
                  <a:moveTo>
                    <a:pt x="337" y="52"/>
                  </a:moveTo>
                  <a:cubicBezTo>
                    <a:pt x="337" y="90"/>
                    <a:pt x="337" y="90"/>
                    <a:pt x="337" y="90"/>
                  </a:cubicBezTo>
                  <a:cubicBezTo>
                    <a:pt x="266" y="90"/>
                    <a:pt x="266" y="90"/>
                    <a:pt x="266" y="90"/>
                  </a:cubicBezTo>
                  <a:cubicBezTo>
                    <a:pt x="266" y="87"/>
                    <a:pt x="266" y="87"/>
                    <a:pt x="266" y="87"/>
                  </a:cubicBezTo>
                  <a:cubicBezTo>
                    <a:pt x="273" y="82"/>
                    <a:pt x="280" y="76"/>
                    <a:pt x="287" y="71"/>
                  </a:cubicBezTo>
                  <a:cubicBezTo>
                    <a:pt x="295" y="65"/>
                    <a:pt x="304" y="59"/>
                    <a:pt x="312" y="52"/>
                  </a:cubicBezTo>
                  <a:cubicBezTo>
                    <a:pt x="337" y="52"/>
                    <a:pt x="337" y="52"/>
                    <a:pt x="337" y="52"/>
                  </a:cubicBezTo>
                  <a:close/>
                  <a:moveTo>
                    <a:pt x="266" y="55"/>
                  </a:moveTo>
                  <a:cubicBezTo>
                    <a:pt x="270" y="52"/>
                    <a:pt x="270" y="52"/>
                    <a:pt x="270" y="52"/>
                  </a:cubicBezTo>
                  <a:cubicBezTo>
                    <a:pt x="266" y="52"/>
                    <a:pt x="266" y="52"/>
                    <a:pt x="266" y="52"/>
                  </a:cubicBezTo>
                  <a:lnTo>
                    <a:pt x="266" y="55"/>
                  </a:lnTo>
                  <a:close/>
                  <a:moveTo>
                    <a:pt x="61" y="105"/>
                  </a:moveTo>
                  <a:cubicBezTo>
                    <a:pt x="266" y="105"/>
                    <a:pt x="266" y="105"/>
                    <a:pt x="266" y="105"/>
                  </a:cubicBezTo>
                  <a:cubicBezTo>
                    <a:pt x="266" y="142"/>
                    <a:pt x="266" y="142"/>
                    <a:pt x="266" y="142"/>
                  </a:cubicBezTo>
                  <a:cubicBezTo>
                    <a:pt x="177" y="142"/>
                    <a:pt x="89" y="143"/>
                    <a:pt x="0" y="143"/>
                  </a:cubicBezTo>
                  <a:cubicBezTo>
                    <a:pt x="10" y="137"/>
                    <a:pt x="20" y="130"/>
                    <a:pt x="31" y="124"/>
                  </a:cubicBezTo>
                  <a:cubicBezTo>
                    <a:pt x="41" y="118"/>
                    <a:pt x="51" y="112"/>
                    <a:pt x="61" y="105"/>
                  </a:cubicBezTo>
                  <a:close/>
                  <a:moveTo>
                    <a:pt x="266" y="0"/>
                  </a:moveTo>
                  <a:cubicBezTo>
                    <a:pt x="266" y="38"/>
                    <a:pt x="266" y="38"/>
                    <a:pt x="266" y="38"/>
                  </a:cubicBezTo>
                  <a:cubicBezTo>
                    <a:pt x="234" y="38"/>
                    <a:pt x="203" y="38"/>
                    <a:pt x="171" y="38"/>
                  </a:cubicBezTo>
                  <a:cubicBezTo>
                    <a:pt x="181" y="32"/>
                    <a:pt x="192" y="25"/>
                    <a:pt x="202" y="19"/>
                  </a:cubicBezTo>
                  <a:cubicBezTo>
                    <a:pt x="212" y="13"/>
                    <a:pt x="222" y="7"/>
                    <a:pt x="232" y="0"/>
                  </a:cubicBezTo>
                  <a:cubicBezTo>
                    <a:pt x="266" y="0"/>
                    <a:pt x="266" y="0"/>
                    <a:pt x="266" y="0"/>
                  </a:cubicBezTo>
                  <a:close/>
                  <a:moveTo>
                    <a:pt x="266" y="52"/>
                  </a:moveTo>
                  <a:cubicBezTo>
                    <a:pt x="266" y="55"/>
                    <a:pt x="266" y="55"/>
                    <a:pt x="266" y="55"/>
                  </a:cubicBezTo>
                  <a:cubicBezTo>
                    <a:pt x="258" y="60"/>
                    <a:pt x="251" y="66"/>
                    <a:pt x="243" y="71"/>
                  </a:cubicBezTo>
                  <a:cubicBezTo>
                    <a:pt x="235" y="77"/>
                    <a:pt x="226" y="84"/>
                    <a:pt x="217" y="90"/>
                  </a:cubicBezTo>
                  <a:cubicBezTo>
                    <a:pt x="174" y="90"/>
                    <a:pt x="130" y="90"/>
                    <a:pt x="86" y="90"/>
                  </a:cubicBezTo>
                  <a:cubicBezTo>
                    <a:pt x="97" y="84"/>
                    <a:pt x="107" y="77"/>
                    <a:pt x="117" y="71"/>
                  </a:cubicBezTo>
                  <a:cubicBezTo>
                    <a:pt x="127" y="65"/>
                    <a:pt x="137" y="59"/>
                    <a:pt x="148" y="52"/>
                  </a:cubicBezTo>
                  <a:cubicBezTo>
                    <a:pt x="187" y="52"/>
                    <a:pt x="226" y="52"/>
                    <a:pt x="266" y="52"/>
                  </a:cubicBezTo>
                  <a:close/>
                  <a:moveTo>
                    <a:pt x="266" y="87"/>
                  </a:moveTo>
                  <a:cubicBezTo>
                    <a:pt x="262" y="90"/>
                    <a:pt x="262" y="90"/>
                    <a:pt x="262" y="90"/>
                  </a:cubicBezTo>
                  <a:cubicBezTo>
                    <a:pt x="266" y="90"/>
                    <a:pt x="266" y="90"/>
                    <a:pt x="266" y="90"/>
                  </a:cubicBezTo>
                  <a:lnTo>
                    <a:pt x="266" y="8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1" name="îṧļíďe"/>
            <p:cNvSpPr/>
            <p:nvPr/>
          </p:nvSpPr>
          <p:spPr bwMode="auto">
            <a:xfrm>
              <a:off x="4586658" y="1375213"/>
              <a:ext cx="2677754" cy="24847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2" name="iṡḻïdè"/>
            <p:cNvSpPr/>
            <p:nvPr/>
          </p:nvSpPr>
          <p:spPr bwMode="auto">
            <a:xfrm>
              <a:off x="4586658" y="1569370"/>
              <a:ext cx="2641927" cy="54318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3" name="ïsḻíḋê"/>
            <p:cNvSpPr/>
            <p:nvPr/>
          </p:nvSpPr>
          <p:spPr bwMode="auto">
            <a:xfrm>
              <a:off x="4586658" y="1451489"/>
              <a:ext cx="28892" cy="172199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4" name="ïšļíḑê"/>
            <p:cNvSpPr/>
            <p:nvPr/>
          </p:nvSpPr>
          <p:spPr bwMode="auto">
            <a:xfrm>
              <a:off x="4651377" y="1500028"/>
              <a:ext cx="11557" cy="123660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5" name="ïšḻîďê"/>
            <p:cNvSpPr/>
            <p:nvPr/>
          </p:nvSpPr>
          <p:spPr bwMode="auto">
            <a:xfrm>
              <a:off x="4701072" y="1500028"/>
              <a:ext cx="10401" cy="123660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6" name="îṩḻîḍè"/>
            <p:cNvSpPr/>
            <p:nvPr/>
          </p:nvSpPr>
          <p:spPr bwMode="auto">
            <a:xfrm>
              <a:off x="4750767" y="1500028"/>
              <a:ext cx="10401" cy="123660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7" name="iṣ1íḓé"/>
            <p:cNvSpPr/>
            <p:nvPr/>
          </p:nvSpPr>
          <p:spPr bwMode="auto">
            <a:xfrm>
              <a:off x="4799306" y="1500028"/>
              <a:ext cx="10401" cy="123660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9" name="i$ļïḍè"/>
            <p:cNvSpPr/>
            <p:nvPr/>
          </p:nvSpPr>
          <p:spPr bwMode="auto">
            <a:xfrm>
              <a:off x="4849001" y="1451489"/>
              <a:ext cx="28892" cy="172199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0" name="íṩľíḑê"/>
            <p:cNvSpPr/>
            <p:nvPr/>
          </p:nvSpPr>
          <p:spPr bwMode="auto">
            <a:xfrm>
              <a:off x="4913720" y="1500028"/>
              <a:ext cx="9246" cy="123660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1" name="ï$lïḍê"/>
            <p:cNvSpPr/>
            <p:nvPr/>
          </p:nvSpPr>
          <p:spPr bwMode="auto">
            <a:xfrm>
              <a:off x="4961104" y="1500028"/>
              <a:ext cx="12713" cy="123660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2" name="iṥľïḋé"/>
            <p:cNvSpPr/>
            <p:nvPr/>
          </p:nvSpPr>
          <p:spPr bwMode="auto">
            <a:xfrm>
              <a:off x="5011955" y="1500028"/>
              <a:ext cx="9246" cy="123660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3" name="î$ḷîḍé"/>
            <p:cNvSpPr/>
            <p:nvPr/>
          </p:nvSpPr>
          <p:spPr bwMode="auto">
            <a:xfrm>
              <a:off x="5061650" y="1500028"/>
              <a:ext cx="10401" cy="123660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4" name="ïṣ1ïḋè"/>
            <p:cNvSpPr/>
            <p:nvPr/>
          </p:nvSpPr>
          <p:spPr bwMode="auto">
            <a:xfrm>
              <a:off x="5110189" y="1451489"/>
              <a:ext cx="27737" cy="172199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5" name="ísľîḍè"/>
            <p:cNvSpPr/>
            <p:nvPr/>
          </p:nvSpPr>
          <p:spPr bwMode="auto">
            <a:xfrm>
              <a:off x="5173753" y="1500028"/>
              <a:ext cx="10401" cy="123660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6" name="íśḻïḓe"/>
            <p:cNvSpPr/>
            <p:nvPr/>
          </p:nvSpPr>
          <p:spPr bwMode="auto">
            <a:xfrm>
              <a:off x="5223448" y="1500028"/>
              <a:ext cx="10401" cy="123660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7" name="íślide"/>
            <p:cNvSpPr/>
            <p:nvPr/>
          </p:nvSpPr>
          <p:spPr bwMode="auto">
            <a:xfrm>
              <a:off x="5271987" y="1500028"/>
              <a:ext cx="11557" cy="123660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8" name="isḻïḋe"/>
            <p:cNvSpPr/>
            <p:nvPr/>
          </p:nvSpPr>
          <p:spPr bwMode="auto">
            <a:xfrm>
              <a:off x="5321682" y="1500028"/>
              <a:ext cx="10401" cy="123660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9" name="îṧ1ïḋe"/>
            <p:cNvSpPr/>
            <p:nvPr/>
          </p:nvSpPr>
          <p:spPr bwMode="auto">
            <a:xfrm>
              <a:off x="5372533" y="1451489"/>
              <a:ext cx="27737" cy="172199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0" name="ïšḻïḍe"/>
            <p:cNvSpPr/>
            <p:nvPr/>
          </p:nvSpPr>
          <p:spPr bwMode="auto">
            <a:xfrm>
              <a:off x="5436096" y="1500028"/>
              <a:ext cx="10401" cy="123660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1" name="îṣ1ïḍê"/>
            <p:cNvSpPr/>
            <p:nvPr/>
          </p:nvSpPr>
          <p:spPr bwMode="auto">
            <a:xfrm>
              <a:off x="5484635" y="1500028"/>
              <a:ext cx="9246" cy="123660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2" name="îṥļîḋe"/>
            <p:cNvSpPr/>
            <p:nvPr/>
          </p:nvSpPr>
          <p:spPr bwMode="auto">
            <a:xfrm>
              <a:off x="5534330" y="1500028"/>
              <a:ext cx="10401" cy="123660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3" name="íşľïḓe"/>
            <p:cNvSpPr/>
            <p:nvPr/>
          </p:nvSpPr>
          <p:spPr bwMode="auto">
            <a:xfrm>
              <a:off x="5584026" y="1500028"/>
              <a:ext cx="10401" cy="123660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4" name="íśḻidé"/>
            <p:cNvSpPr/>
            <p:nvPr/>
          </p:nvSpPr>
          <p:spPr bwMode="auto">
            <a:xfrm>
              <a:off x="5632565" y="1451489"/>
              <a:ext cx="27737" cy="172199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5" name="íŝḻïdê"/>
            <p:cNvSpPr/>
            <p:nvPr/>
          </p:nvSpPr>
          <p:spPr bwMode="auto">
            <a:xfrm>
              <a:off x="5696128" y="1500028"/>
              <a:ext cx="10401" cy="123660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6" name="íṡḷiḍè"/>
            <p:cNvSpPr/>
            <p:nvPr/>
          </p:nvSpPr>
          <p:spPr bwMode="auto">
            <a:xfrm>
              <a:off x="5746979" y="1500028"/>
              <a:ext cx="9246" cy="123660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7" name="iśḷiḋé"/>
            <p:cNvSpPr/>
            <p:nvPr/>
          </p:nvSpPr>
          <p:spPr bwMode="auto">
            <a:xfrm>
              <a:off x="5794363" y="1500028"/>
              <a:ext cx="10401" cy="123660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8" name="îSļïḋè"/>
            <p:cNvSpPr/>
            <p:nvPr/>
          </p:nvSpPr>
          <p:spPr bwMode="auto">
            <a:xfrm>
              <a:off x="5845213" y="1500028"/>
              <a:ext cx="9246" cy="123660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9" name="îS1îḑe"/>
            <p:cNvSpPr/>
            <p:nvPr/>
          </p:nvSpPr>
          <p:spPr bwMode="auto">
            <a:xfrm>
              <a:off x="5894908" y="1451489"/>
              <a:ext cx="27737" cy="172199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0" name="íśļîḍê"/>
            <p:cNvSpPr/>
            <p:nvPr/>
          </p:nvSpPr>
          <p:spPr bwMode="auto">
            <a:xfrm>
              <a:off x="5958472" y="1500028"/>
              <a:ext cx="10401" cy="123660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1" name="ïşļîḋê"/>
            <p:cNvSpPr/>
            <p:nvPr/>
          </p:nvSpPr>
          <p:spPr bwMode="auto">
            <a:xfrm>
              <a:off x="6007011" y="1500028"/>
              <a:ext cx="10401" cy="123660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2" name="íṩľiḓé"/>
            <p:cNvSpPr/>
            <p:nvPr/>
          </p:nvSpPr>
          <p:spPr bwMode="auto">
            <a:xfrm>
              <a:off x="6056706" y="1500028"/>
              <a:ext cx="10401" cy="123660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3" name="íś1iḑê"/>
            <p:cNvSpPr/>
            <p:nvPr/>
          </p:nvSpPr>
          <p:spPr bwMode="auto">
            <a:xfrm>
              <a:off x="6105246" y="1500028"/>
              <a:ext cx="9246" cy="123660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4" name="ïṥľîḋe"/>
            <p:cNvSpPr/>
            <p:nvPr/>
          </p:nvSpPr>
          <p:spPr bwMode="auto">
            <a:xfrm>
              <a:off x="6154941" y="1451489"/>
              <a:ext cx="27737" cy="172199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5" name="ïṥḻîḓe"/>
            <p:cNvSpPr/>
            <p:nvPr/>
          </p:nvSpPr>
          <p:spPr bwMode="auto">
            <a:xfrm>
              <a:off x="6219660" y="1500028"/>
              <a:ext cx="9246" cy="123660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6" name="ïṥḷïdè"/>
            <p:cNvSpPr/>
            <p:nvPr/>
          </p:nvSpPr>
          <p:spPr bwMode="auto">
            <a:xfrm>
              <a:off x="6269355" y="1500028"/>
              <a:ext cx="10401" cy="123660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7" name="işḷïḑê"/>
            <p:cNvSpPr/>
            <p:nvPr/>
          </p:nvSpPr>
          <p:spPr bwMode="auto">
            <a:xfrm>
              <a:off x="6316738" y="1500028"/>
              <a:ext cx="10401" cy="123660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8" name="ïṩlîḋe"/>
            <p:cNvSpPr/>
            <p:nvPr/>
          </p:nvSpPr>
          <p:spPr bwMode="auto">
            <a:xfrm>
              <a:off x="6367589" y="1500028"/>
              <a:ext cx="9246" cy="123660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9" name="isḷîḑê"/>
            <p:cNvSpPr/>
            <p:nvPr/>
          </p:nvSpPr>
          <p:spPr bwMode="auto">
            <a:xfrm>
              <a:off x="6414973" y="1451489"/>
              <a:ext cx="30048" cy="172199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50" name="íṡḷíďé"/>
            <p:cNvSpPr/>
            <p:nvPr/>
          </p:nvSpPr>
          <p:spPr bwMode="auto">
            <a:xfrm>
              <a:off x="6479692" y="1500028"/>
              <a:ext cx="11557" cy="123660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51" name="ïŝḷíḋe"/>
            <p:cNvSpPr/>
            <p:nvPr/>
          </p:nvSpPr>
          <p:spPr bwMode="auto">
            <a:xfrm>
              <a:off x="6529387" y="1500028"/>
              <a:ext cx="10401" cy="123660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52" name="îṥlïdé"/>
            <p:cNvSpPr/>
            <p:nvPr/>
          </p:nvSpPr>
          <p:spPr bwMode="auto">
            <a:xfrm>
              <a:off x="6579082" y="1500028"/>
              <a:ext cx="10401" cy="123660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53" name="i$ḻîḑé"/>
            <p:cNvSpPr/>
            <p:nvPr/>
          </p:nvSpPr>
          <p:spPr bwMode="auto">
            <a:xfrm>
              <a:off x="6627621" y="1500028"/>
              <a:ext cx="10401" cy="123660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54" name="ïśľîḑé"/>
            <p:cNvSpPr/>
            <p:nvPr/>
          </p:nvSpPr>
          <p:spPr bwMode="auto">
            <a:xfrm>
              <a:off x="6677316" y="1451489"/>
              <a:ext cx="28892" cy="172199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55" name="íSḻïḑé"/>
            <p:cNvSpPr/>
            <p:nvPr/>
          </p:nvSpPr>
          <p:spPr bwMode="auto">
            <a:xfrm>
              <a:off x="6742036" y="1500028"/>
              <a:ext cx="9246" cy="123660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56" name="îŝ1iḓê"/>
            <p:cNvSpPr/>
            <p:nvPr/>
          </p:nvSpPr>
          <p:spPr bwMode="auto">
            <a:xfrm>
              <a:off x="6791731" y="1500028"/>
              <a:ext cx="10401" cy="123660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57" name="iṣliḓé"/>
            <p:cNvSpPr/>
            <p:nvPr/>
          </p:nvSpPr>
          <p:spPr bwMode="auto">
            <a:xfrm>
              <a:off x="6840270" y="1500028"/>
              <a:ext cx="9246" cy="123660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58" name="ïś1iḑè"/>
            <p:cNvSpPr/>
            <p:nvPr/>
          </p:nvSpPr>
          <p:spPr bwMode="auto">
            <a:xfrm>
              <a:off x="6889965" y="1500028"/>
              <a:ext cx="10401" cy="123660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59" name="ïšḷïḓé"/>
            <p:cNvSpPr/>
            <p:nvPr/>
          </p:nvSpPr>
          <p:spPr bwMode="auto">
            <a:xfrm>
              <a:off x="6938504" y="1451489"/>
              <a:ext cx="27737" cy="172199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" name="í$1íďe"/>
            <p:cNvSpPr/>
            <p:nvPr/>
          </p:nvSpPr>
          <p:spPr bwMode="auto">
            <a:xfrm>
              <a:off x="7002068" y="1500028"/>
              <a:ext cx="10401" cy="123660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" name="iš1îḋè"/>
            <p:cNvSpPr/>
            <p:nvPr/>
          </p:nvSpPr>
          <p:spPr bwMode="auto">
            <a:xfrm>
              <a:off x="7051763" y="1500028"/>
              <a:ext cx="10401" cy="123660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" name="íşľiḍê"/>
            <p:cNvSpPr/>
            <p:nvPr/>
          </p:nvSpPr>
          <p:spPr bwMode="auto">
            <a:xfrm>
              <a:off x="7102613" y="1500028"/>
              <a:ext cx="9246" cy="123660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" name="îŝļîḓè"/>
            <p:cNvSpPr/>
            <p:nvPr/>
          </p:nvSpPr>
          <p:spPr bwMode="auto">
            <a:xfrm>
              <a:off x="7149997" y="1500028"/>
              <a:ext cx="10401" cy="123660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" name="í$ľîďé"/>
            <p:cNvSpPr/>
            <p:nvPr/>
          </p:nvSpPr>
          <p:spPr bwMode="auto">
            <a:xfrm>
              <a:off x="7200848" y="1451489"/>
              <a:ext cx="27737" cy="172199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" name="ïṣ1îďé"/>
            <p:cNvSpPr/>
            <p:nvPr/>
          </p:nvSpPr>
          <p:spPr bwMode="auto">
            <a:xfrm>
              <a:off x="3974137" y="3735149"/>
              <a:ext cx="144462" cy="918780"/>
            </a:xfrm>
            <a:custGeom>
              <a:avLst/>
              <a:gdLst>
                <a:gd name="T0" fmla="*/ 2 w 125"/>
                <a:gd name="T1" fmla="*/ 0 h 795"/>
                <a:gd name="T2" fmla="*/ 125 w 125"/>
                <a:gd name="T3" fmla="*/ 0 h 795"/>
                <a:gd name="T4" fmla="*/ 123 w 125"/>
                <a:gd name="T5" fmla="*/ 795 h 795"/>
                <a:gd name="T6" fmla="*/ 0 w 125"/>
                <a:gd name="T7" fmla="*/ 793 h 795"/>
                <a:gd name="T8" fmla="*/ 2 w 125"/>
                <a:gd name="T9" fmla="*/ 0 h 7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5" h="795">
                  <a:moveTo>
                    <a:pt x="2" y="0"/>
                  </a:moveTo>
                  <a:lnTo>
                    <a:pt x="125" y="0"/>
                  </a:lnTo>
                  <a:lnTo>
                    <a:pt x="123" y="795"/>
                  </a:lnTo>
                  <a:lnTo>
                    <a:pt x="0" y="793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" name="îṧḷïďê"/>
            <p:cNvSpPr/>
            <p:nvPr/>
          </p:nvSpPr>
          <p:spPr bwMode="auto">
            <a:xfrm>
              <a:off x="4001874" y="3774443"/>
              <a:ext cx="88989" cy="837881"/>
            </a:xfrm>
            <a:custGeom>
              <a:avLst/>
              <a:gdLst>
                <a:gd name="T0" fmla="*/ 2 w 77"/>
                <a:gd name="T1" fmla="*/ 0 h 725"/>
                <a:gd name="T2" fmla="*/ 0 w 77"/>
                <a:gd name="T3" fmla="*/ 725 h 725"/>
                <a:gd name="T4" fmla="*/ 75 w 77"/>
                <a:gd name="T5" fmla="*/ 725 h 725"/>
                <a:gd name="T6" fmla="*/ 77 w 77"/>
                <a:gd name="T7" fmla="*/ 2 h 725"/>
                <a:gd name="T8" fmla="*/ 2 w 77"/>
                <a:gd name="T9" fmla="*/ 0 h 7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7" h="725">
                  <a:moveTo>
                    <a:pt x="2" y="0"/>
                  </a:moveTo>
                  <a:lnTo>
                    <a:pt x="0" y="725"/>
                  </a:lnTo>
                  <a:lnTo>
                    <a:pt x="75" y="725"/>
                  </a:lnTo>
                  <a:lnTo>
                    <a:pt x="77" y="2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87BB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7" name="îṩ1ïḓé"/>
            <p:cNvSpPr/>
            <p:nvPr/>
          </p:nvSpPr>
          <p:spPr bwMode="auto">
            <a:xfrm>
              <a:off x="3875903" y="3502854"/>
              <a:ext cx="344398" cy="317817"/>
            </a:xfrm>
            <a:custGeom>
              <a:avLst/>
              <a:gdLst>
                <a:gd name="T0" fmla="*/ 131 w 172"/>
                <a:gd name="T1" fmla="*/ 0 h 159"/>
                <a:gd name="T2" fmla="*/ 172 w 172"/>
                <a:gd name="T3" fmla="*/ 74 h 159"/>
                <a:gd name="T4" fmla="*/ 86 w 172"/>
                <a:gd name="T5" fmla="*/ 159 h 159"/>
                <a:gd name="T6" fmla="*/ 0 w 172"/>
                <a:gd name="T7" fmla="*/ 73 h 159"/>
                <a:gd name="T8" fmla="*/ 42 w 172"/>
                <a:gd name="T9" fmla="*/ 0 h 159"/>
                <a:gd name="T10" fmla="*/ 41 w 172"/>
                <a:gd name="T11" fmla="*/ 49 h 159"/>
                <a:gd name="T12" fmla="*/ 41 w 172"/>
                <a:gd name="T13" fmla="*/ 74 h 159"/>
                <a:gd name="T14" fmla="*/ 64 w 172"/>
                <a:gd name="T15" fmla="*/ 87 h 159"/>
                <a:gd name="T16" fmla="*/ 86 w 172"/>
                <a:gd name="T17" fmla="*/ 100 h 159"/>
                <a:gd name="T18" fmla="*/ 108 w 172"/>
                <a:gd name="T19" fmla="*/ 88 h 159"/>
                <a:gd name="T20" fmla="*/ 131 w 172"/>
                <a:gd name="T21" fmla="*/ 75 h 159"/>
                <a:gd name="T22" fmla="*/ 131 w 172"/>
                <a:gd name="T23" fmla="*/ 49 h 159"/>
                <a:gd name="T24" fmla="*/ 131 w 172"/>
                <a:gd name="T25" fmla="*/ 0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2" h="159">
                  <a:moveTo>
                    <a:pt x="131" y="0"/>
                  </a:moveTo>
                  <a:cubicBezTo>
                    <a:pt x="155" y="16"/>
                    <a:pt x="172" y="43"/>
                    <a:pt x="172" y="74"/>
                  </a:cubicBezTo>
                  <a:cubicBezTo>
                    <a:pt x="171" y="121"/>
                    <a:pt x="133" y="159"/>
                    <a:pt x="86" y="159"/>
                  </a:cubicBezTo>
                  <a:cubicBezTo>
                    <a:pt x="38" y="159"/>
                    <a:pt x="0" y="120"/>
                    <a:pt x="0" y="73"/>
                  </a:cubicBezTo>
                  <a:cubicBezTo>
                    <a:pt x="0" y="42"/>
                    <a:pt x="17" y="15"/>
                    <a:pt x="42" y="0"/>
                  </a:cubicBezTo>
                  <a:cubicBezTo>
                    <a:pt x="41" y="49"/>
                    <a:pt x="41" y="49"/>
                    <a:pt x="41" y="49"/>
                  </a:cubicBezTo>
                  <a:cubicBezTo>
                    <a:pt x="41" y="74"/>
                    <a:pt x="41" y="74"/>
                    <a:pt x="41" y="74"/>
                  </a:cubicBezTo>
                  <a:cubicBezTo>
                    <a:pt x="64" y="87"/>
                    <a:pt x="64" y="87"/>
                    <a:pt x="64" y="87"/>
                  </a:cubicBezTo>
                  <a:cubicBezTo>
                    <a:pt x="86" y="100"/>
                    <a:pt x="86" y="100"/>
                    <a:pt x="86" y="100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31" y="75"/>
                    <a:pt x="131" y="75"/>
                    <a:pt x="131" y="75"/>
                  </a:cubicBezTo>
                  <a:cubicBezTo>
                    <a:pt x="131" y="49"/>
                    <a:pt x="131" y="49"/>
                    <a:pt x="131" y="49"/>
                  </a:cubicBezTo>
                  <a:lnTo>
                    <a:pt x="13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8" name="ïšľïḍe"/>
            <p:cNvSpPr/>
            <p:nvPr/>
          </p:nvSpPr>
          <p:spPr bwMode="auto">
            <a:xfrm>
              <a:off x="3873592" y="4536048"/>
              <a:ext cx="343242" cy="317817"/>
            </a:xfrm>
            <a:custGeom>
              <a:avLst/>
              <a:gdLst>
                <a:gd name="T0" fmla="*/ 130 w 171"/>
                <a:gd name="T1" fmla="*/ 159 h 159"/>
                <a:gd name="T2" fmla="*/ 171 w 171"/>
                <a:gd name="T3" fmla="*/ 86 h 159"/>
                <a:gd name="T4" fmla="*/ 86 w 171"/>
                <a:gd name="T5" fmla="*/ 0 h 159"/>
                <a:gd name="T6" fmla="*/ 0 w 171"/>
                <a:gd name="T7" fmla="*/ 85 h 159"/>
                <a:gd name="T8" fmla="*/ 40 w 171"/>
                <a:gd name="T9" fmla="*/ 158 h 159"/>
                <a:gd name="T10" fmla="*/ 41 w 171"/>
                <a:gd name="T11" fmla="*/ 110 h 159"/>
                <a:gd name="T12" fmla="*/ 41 w 171"/>
                <a:gd name="T13" fmla="*/ 84 h 159"/>
                <a:gd name="T14" fmla="*/ 63 w 171"/>
                <a:gd name="T15" fmla="*/ 71 h 159"/>
                <a:gd name="T16" fmla="*/ 85 w 171"/>
                <a:gd name="T17" fmla="*/ 59 h 159"/>
                <a:gd name="T18" fmla="*/ 108 w 171"/>
                <a:gd name="T19" fmla="*/ 72 h 159"/>
                <a:gd name="T20" fmla="*/ 130 w 171"/>
                <a:gd name="T21" fmla="*/ 85 h 159"/>
                <a:gd name="T22" fmla="*/ 130 w 171"/>
                <a:gd name="T23" fmla="*/ 110 h 159"/>
                <a:gd name="T24" fmla="*/ 130 w 171"/>
                <a:gd name="T25" fmla="*/ 159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1" h="159">
                  <a:moveTo>
                    <a:pt x="130" y="159"/>
                  </a:moveTo>
                  <a:cubicBezTo>
                    <a:pt x="154" y="144"/>
                    <a:pt x="171" y="117"/>
                    <a:pt x="171" y="86"/>
                  </a:cubicBezTo>
                  <a:cubicBezTo>
                    <a:pt x="171" y="39"/>
                    <a:pt x="133" y="0"/>
                    <a:pt x="86" y="0"/>
                  </a:cubicBezTo>
                  <a:cubicBezTo>
                    <a:pt x="38" y="0"/>
                    <a:pt x="0" y="38"/>
                    <a:pt x="0" y="85"/>
                  </a:cubicBezTo>
                  <a:cubicBezTo>
                    <a:pt x="0" y="116"/>
                    <a:pt x="16" y="143"/>
                    <a:pt x="40" y="158"/>
                  </a:cubicBezTo>
                  <a:cubicBezTo>
                    <a:pt x="41" y="110"/>
                    <a:pt x="41" y="110"/>
                    <a:pt x="41" y="110"/>
                  </a:cubicBezTo>
                  <a:cubicBezTo>
                    <a:pt x="41" y="84"/>
                    <a:pt x="41" y="84"/>
                    <a:pt x="41" y="84"/>
                  </a:cubicBezTo>
                  <a:cubicBezTo>
                    <a:pt x="63" y="71"/>
                    <a:pt x="63" y="71"/>
                    <a:pt x="63" y="71"/>
                  </a:cubicBezTo>
                  <a:cubicBezTo>
                    <a:pt x="85" y="59"/>
                    <a:pt x="85" y="59"/>
                    <a:pt x="85" y="59"/>
                  </a:cubicBezTo>
                  <a:cubicBezTo>
                    <a:pt x="108" y="72"/>
                    <a:pt x="108" y="72"/>
                    <a:pt x="108" y="72"/>
                  </a:cubicBezTo>
                  <a:cubicBezTo>
                    <a:pt x="130" y="85"/>
                    <a:pt x="130" y="85"/>
                    <a:pt x="130" y="85"/>
                  </a:cubicBezTo>
                  <a:cubicBezTo>
                    <a:pt x="130" y="110"/>
                    <a:pt x="130" y="110"/>
                    <a:pt x="130" y="110"/>
                  </a:cubicBezTo>
                  <a:lnTo>
                    <a:pt x="130" y="15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9" name="iṣľïďê"/>
            <p:cNvSpPr/>
            <p:nvPr/>
          </p:nvSpPr>
          <p:spPr bwMode="auto">
            <a:xfrm>
              <a:off x="3900173" y="4563785"/>
              <a:ext cx="287769" cy="228828"/>
            </a:xfrm>
            <a:custGeom>
              <a:avLst/>
              <a:gdLst>
                <a:gd name="T0" fmla="*/ 131 w 144"/>
                <a:gd name="T1" fmla="*/ 114 h 114"/>
                <a:gd name="T2" fmla="*/ 144 w 144"/>
                <a:gd name="T3" fmla="*/ 72 h 114"/>
                <a:gd name="T4" fmla="*/ 73 w 144"/>
                <a:gd name="T5" fmla="*/ 0 h 114"/>
                <a:gd name="T6" fmla="*/ 0 w 144"/>
                <a:gd name="T7" fmla="*/ 71 h 114"/>
                <a:gd name="T8" fmla="*/ 14 w 144"/>
                <a:gd name="T9" fmla="*/ 113 h 114"/>
                <a:gd name="T10" fmla="*/ 14 w 144"/>
                <a:gd name="T11" fmla="*/ 62 h 114"/>
                <a:gd name="T12" fmla="*/ 73 w 144"/>
                <a:gd name="T13" fmla="*/ 29 h 114"/>
                <a:gd name="T14" fmla="*/ 131 w 144"/>
                <a:gd name="T15" fmla="*/ 63 h 114"/>
                <a:gd name="T16" fmla="*/ 131 w 144"/>
                <a:gd name="T17" fmla="*/ 114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4" h="114">
                  <a:moveTo>
                    <a:pt x="131" y="114"/>
                  </a:moveTo>
                  <a:cubicBezTo>
                    <a:pt x="139" y="102"/>
                    <a:pt x="144" y="87"/>
                    <a:pt x="144" y="72"/>
                  </a:cubicBezTo>
                  <a:cubicBezTo>
                    <a:pt x="144" y="32"/>
                    <a:pt x="112" y="0"/>
                    <a:pt x="73" y="0"/>
                  </a:cubicBezTo>
                  <a:cubicBezTo>
                    <a:pt x="33" y="0"/>
                    <a:pt x="1" y="32"/>
                    <a:pt x="0" y="71"/>
                  </a:cubicBezTo>
                  <a:cubicBezTo>
                    <a:pt x="0" y="87"/>
                    <a:pt x="5" y="101"/>
                    <a:pt x="14" y="113"/>
                  </a:cubicBezTo>
                  <a:cubicBezTo>
                    <a:pt x="14" y="62"/>
                    <a:pt x="14" y="62"/>
                    <a:pt x="14" y="62"/>
                  </a:cubicBezTo>
                  <a:cubicBezTo>
                    <a:pt x="73" y="29"/>
                    <a:pt x="73" y="29"/>
                    <a:pt x="73" y="29"/>
                  </a:cubicBezTo>
                  <a:cubicBezTo>
                    <a:pt x="131" y="63"/>
                    <a:pt x="131" y="63"/>
                    <a:pt x="131" y="63"/>
                  </a:cubicBezTo>
                  <a:lnTo>
                    <a:pt x="131" y="114"/>
                  </a:lnTo>
                  <a:close/>
                </a:path>
              </a:pathLst>
            </a:custGeom>
            <a:solidFill>
              <a:srgbClr val="87BB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0" name="îṣḻíḑé"/>
            <p:cNvSpPr/>
            <p:nvPr/>
          </p:nvSpPr>
          <p:spPr bwMode="auto">
            <a:xfrm>
              <a:off x="3903640" y="3564106"/>
              <a:ext cx="288925" cy="228828"/>
            </a:xfrm>
            <a:custGeom>
              <a:avLst/>
              <a:gdLst>
                <a:gd name="T0" fmla="*/ 14 w 144"/>
                <a:gd name="T1" fmla="*/ 0 h 114"/>
                <a:gd name="T2" fmla="*/ 0 w 144"/>
                <a:gd name="T3" fmla="*/ 41 h 114"/>
                <a:gd name="T4" fmla="*/ 72 w 144"/>
                <a:gd name="T5" fmla="*/ 114 h 114"/>
                <a:gd name="T6" fmla="*/ 144 w 144"/>
                <a:gd name="T7" fmla="*/ 42 h 114"/>
                <a:gd name="T8" fmla="*/ 131 w 144"/>
                <a:gd name="T9" fmla="*/ 0 h 114"/>
                <a:gd name="T10" fmla="*/ 130 w 144"/>
                <a:gd name="T11" fmla="*/ 51 h 114"/>
                <a:gd name="T12" fmla="*/ 72 w 144"/>
                <a:gd name="T13" fmla="*/ 85 h 114"/>
                <a:gd name="T14" fmla="*/ 13 w 144"/>
                <a:gd name="T15" fmla="*/ 51 h 114"/>
                <a:gd name="T16" fmla="*/ 14 w 144"/>
                <a:gd name="T17" fmla="*/ 0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4" h="114">
                  <a:moveTo>
                    <a:pt x="14" y="0"/>
                  </a:moveTo>
                  <a:cubicBezTo>
                    <a:pt x="5" y="12"/>
                    <a:pt x="0" y="26"/>
                    <a:pt x="0" y="41"/>
                  </a:cubicBezTo>
                  <a:cubicBezTo>
                    <a:pt x="0" y="81"/>
                    <a:pt x="32" y="113"/>
                    <a:pt x="72" y="114"/>
                  </a:cubicBezTo>
                  <a:cubicBezTo>
                    <a:pt x="111" y="114"/>
                    <a:pt x="144" y="82"/>
                    <a:pt x="144" y="42"/>
                  </a:cubicBezTo>
                  <a:cubicBezTo>
                    <a:pt x="144" y="27"/>
                    <a:pt x="139" y="12"/>
                    <a:pt x="131" y="0"/>
                  </a:cubicBezTo>
                  <a:cubicBezTo>
                    <a:pt x="130" y="51"/>
                    <a:pt x="130" y="51"/>
                    <a:pt x="130" y="51"/>
                  </a:cubicBezTo>
                  <a:cubicBezTo>
                    <a:pt x="72" y="85"/>
                    <a:pt x="72" y="85"/>
                    <a:pt x="72" y="85"/>
                  </a:cubicBezTo>
                  <a:cubicBezTo>
                    <a:pt x="13" y="51"/>
                    <a:pt x="13" y="51"/>
                    <a:pt x="13" y="51"/>
                  </a:cubicBezTo>
                  <a:lnTo>
                    <a:pt x="14" y="0"/>
                  </a:lnTo>
                  <a:close/>
                </a:path>
              </a:pathLst>
            </a:custGeom>
            <a:solidFill>
              <a:srgbClr val="87BB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1" name="íš1ïḍé"/>
            <p:cNvSpPr/>
            <p:nvPr/>
          </p:nvSpPr>
          <p:spPr bwMode="auto">
            <a:xfrm>
              <a:off x="7627301" y="3502854"/>
              <a:ext cx="129438" cy="1351012"/>
            </a:xfrm>
            <a:custGeom>
              <a:avLst/>
              <a:gdLst>
                <a:gd name="T0" fmla="*/ 65 w 65"/>
                <a:gd name="T1" fmla="*/ 74 h 675"/>
                <a:gd name="T2" fmla="*/ 32 w 65"/>
                <a:gd name="T3" fmla="*/ 0 h 675"/>
                <a:gd name="T4" fmla="*/ 0 w 65"/>
                <a:gd name="T5" fmla="*/ 74 h 675"/>
                <a:gd name="T6" fmla="*/ 0 w 65"/>
                <a:gd name="T7" fmla="*/ 657 h 675"/>
                <a:gd name="T8" fmla="*/ 18 w 65"/>
                <a:gd name="T9" fmla="*/ 675 h 675"/>
                <a:gd name="T10" fmla="*/ 47 w 65"/>
                <a:gd name="T11" fmla="*/ 675 h 675"/>
                <a:gd name="T12" fmla="*/ 65 w 65"/>
                <a:gd name="T13" fmla="*/ 657 h 675"/>
                <a:gd name="T14" fmla="*/ 65 w 65"/>
                <a:gd name="T15" fmla="*/ 74 h 6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5" h="675">
                  <a:moveTo>
                    <a:pt x="65" y="74"/>
                  </a:moveTo>
                  <a:cubicBezTo>
                    <a:pt x="32" y="0"/>
                    <a:pt x="32" y="0"/>
                    <a:pt x="32" y="0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657"/>
                    <a:pt x="0" y="657"/>
                    <a:pt x="0" y="657"/>
                  </a:cubicBezTo>
                  <a:cubicBezTo>
                    <a:pt x="0" y="667"/>
                    <a:pt x="8" y="675"/>
                    <a:pt x="18" y="675"/>
                  </a:cubicBezTo>
                  <a:cubicBezTo>
                    <a:pt x="47" y="675"/>
                    <a:pt x="47" y="675"/>
                    <a:pt x="47" y="675"/>
                  </a:cubicBezTo>
                  <a:cubicBezTo>
                    <a:pt x="57" y="675"/>
                    <a:pt x="65" y="667"/>
                    <a:pt x="65" y="657"/>
                  </a:cubicBezTo>
                  <a:lnTo>
                    <a:pt x="65" y="74"/>
                  </a:lnTo>
                  <a:close/>
                </a:path>
              </a:pathLst>
            </a:custGeom>
            <a:solidFill>
              <a:srgbClr val="FFEE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" name="íṥḷîdè"/>
            <p:cNvSpPr/>
            <p:nvPr/>
          </p:nvSpPr>
          <p:spPr bwMode="auto">
            <a:xfrm>
              <a:off x="7690864" y="3502854"/>
              <a:ext cx="65875" cy="1351012"/>
            </a:xfrm>
            <a:custGeom>
              <a:avLst/>
              <a:gdLst>
                <a:gd name="T0" fmla="*/ 33 w 33"/>
                <a:gd name="T1" fmla="*/ 74 h 675"/>
                <a:gd name="T2" fmla="*/ 0 w 33"/>
                <a:gd name="T3" fmla="*/ 0 h 675"/>
                <a:gd name="T4" fmla="*/ 15 w 33"/>
                <a:gd name="T5" fmla="*/ 77 h 675"/>
                <a:gd name="T6" fmla="*/ 15 w 33"/>
                <a:gd name="T7" fmla="*/ 675 h 675"/>
                <a:gd name="T8" fmla="*/ 15 w 33"/>
                <a:gd name="T9" fmla="*/ 675 h 675"/>
                <a:gd name="T10" fmla="*/ 33 w 33"/>
                <a:gd name="T11" fmla="*/ 657 h 675"/>
                <a:gd name="T12" fmla="*/ 33 w 33"/>
                <a:gd name="T13" fmla="*/ 74 h 6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3" h="675">
                  <a:moveTo>
                    <a:pt x="33" y="74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5" y="77"/>
                    <a:pt x="15" y="77"/>
                    <a:pt x="15" y="77"/>
                  </a:cubicBezTo>
                  <a:cubicBezTo>
                    <a:pt x="15" y="675"/>
                    <a:pt x="15" y="675"/>
                    <a:pt x="15" y="675"/>
                  </a:cubicBezTo>
                  <a:cubicBezTo>
                    <a:pt x="15" y="675"/>
                    <a:pt x="15" y="675"/>
                    <a:pt x="15" y="675"/>
                  </a:cubicBezTo>
                  <a:cubicBezTo>
                    <a:pt x="25" y="675"/>
                    <a:pt x="33" y="667"/>
                    <a:pt x="33" y="657"/>
                  </a:cubicBezTo>
                  <a:lnTo>
                    <a:pt x="33" y="74"/>
                  </a:lnTo>
                  <a:close/>
                </a:path>
              </a:pathLst>
            </a:cu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" name="íṥľïḑe"/>
            <p:cNvSpPr/>
            <p:nvPr/>
          </p:nvSpPr>
          <p:spPr bwMode="auto">
            <a:xfrm>
              <a:off x="7627301" y="3502854"/>
              <a:ext cx="129438" cy="1271268"/>
            </a:xfrm>
            <a:custGeom>
              <a:avLst/>
              <a:gdLst>
                <a:gd name="T0" fmla="*/ 65 w 65"/>
                <a:gd name="T1" fmla="*/ 74 h 635"/>
                <a:gd name="T2" fmla="*/ 32 w 65"/>
                <a:gd name="T3" fmla="*/ 0 h 635"/>
                <a:gd name="T4" fmla="*/ 0 w 65"/>
                <a:gd name="T5" fmla="*/ 74 h 635"/>
                <a:gd name="T6" fmla="*/ 0 w 65"/>
                <a:gd name="T7" fmla="*/ 631 h 635"/>
                <a:gd name="T8" fmla="*/ 65 w 65"/>
                <a:gd name="T9" fmla="*/ 631 h 635"/>
                <a:gd name="T10" fmla="*/ 65 w 65"/>
                <a:gd name="T11" fmla="*/ 74 h 6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5" h="635">
                  <a:moveTo>
                    <a:pt x="65" y="74"/>
                  </a:moveTo>
                  <a:cubicBezTo>
                    <a:pt x="32" y="0"/>
                    <a:pt x="32" y="0"/>
                    <a:pt x="32" y="0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631"/>
                    <a:pt x="0" y="631"/>
                    <a:pt x="0" y="631"/>
                  </a:cubicBezTo>
                  <a:cubicBezTo>
                    <a:pt x="23" y="635"/>
                    <a:pt x="44" y="635"/>
                    <a:pt x="65" y="631"/>
                  </a:cubicBezTo>
                  <a:lnTo>
                    <a:pt x="65" y="74"/>
                  </a:lnTo>
                  <a:close/>
                </a:path>
              </a:pathLst>
            </a:custGeom>
            <a:solidFill>
              <a:srgbClr val="C0F7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" name="í$lïḑe"/>
            <p:cNvSpPr/>
            <p:nvPr/>
          </p:nvSpPr>
          <p:spPr bwMode="auto">
            <a:xfrm>
              <a:off x="7690864" y="3502854"/>
              <a:ext cx="65875" cy="1268957"/>
            </a:xfrm>
            <a:custGeom>
              <a:avLst/>
              <a:gdLst>
                <a:gd name="T0" fmla="*/ 33 w 33"/>
                <a:gd name="T1" fmla="*/ 74 h 634"/>
                <a:gd name="T2" fmla="*/ 0 w 33"/>
                <a:gd name="T3" fmla="*/ 0 h 634"/>
                <a:gd name="T4" fmla="*/ 15 w 33"/>
                <a:gd name="T5" fmla="*/ 77 h 634"/>
                <a:gd name="T6" fmla="*/ 15 w 33"/>
                <a:gd name="T7" fmla="*/ 634 h 634"/>
                <a:gd name="T8" fmla="*/ 33 w 33"/>
                <a:gd name="T9" fmla="*/ 631 h 634"/>
                <a:gd name="T10" fmla="*/ 33 w 33"/>
                <a:gd name="T11" fmla="*/ 74 h 6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3" h="634">
                  <a:moveTo>
                    <a:pt x="33" y="74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5" y="77"/>
                    <a:pt x="15" y="77"/>
                    <a:pt x="15" y="77"/>
                  </a:cubicBezTo>
                  <a:cubicBezTo>
                    <a:pt x="15" y="634"/>
                    <a:pt x="15" y="634"/>
                    <a:pt x="15" y="634"/>
                  </a:cubicBezTo>
                  <a:cubicBezTo>
                    <a:pt x="26" y="634"/>
                    <a:pt x="22" y="633"/>
                    <a:pt x="33" y="631"/>
                  </a:cubicBezTo>
                  <a:lnTo>
                    <a:pt x="33" y="74"/>
                  </a:lnTo>
                  <a:close/>
                </a:path>
              </a:pathLst>
            </a:custGeom>
            <a:solidFill>
              <a:srgbClr val="A2ED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" name="išḻïḋè"/>
            <p:cNvSpPr/>
            <p:nvPr/>
          </p:nvSpPr>
          <p:spPr bwMode="auto">
            <a:xfrm>
              <a:off x="7627301" y="3502854"/>
              <a:ext cx="129438" cy="1229663"/>
            </a:xfrm>
            <a:custGeom>
              <a:avLst/>
              <a:gdLst>
                <a:gd name="T0" fmla="*/ 65 w 65"/>
                <a:gd name="T1" fmla="*/ 74 h 614"/>
                <a:gd name="T2" fmla="*/ 32 w 65"/>
                <a:gd name="T3" fmla="*/ 0 h 614"/>
                <a:gd name="T4" fmla="*/ 0 w 65"/>
                <a:gd name="T5" fmla="*/ 74 h 614"/>
                <a:gd name="T6" fmla="*/ 0 w 65"/>
                <a:gd name="T7" fmla="*/ 610 h 614"/>
                <a:gd name="T8" fmla="*/ 65 w 65"/>
                <a:gd name="T9" fmla="*/ 610 h 614"/>
                <a:gd name="T10" fmla="*/ 65 w 65"/>
                <a:gd name="T11" fmla="*/ 74 h 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5" h="614">
                  <a:moveTo>
                    <a:pt x="65" y="74"/>
                  </a:moveTo>
                  <a:cubicBezTo>
                    <a:pt x="32" y="0"/>
                    <a:pt x="32" y="0"/>
                    <a:pt x="32" y="0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610"/>
                    <a:pt x="0" y="610"/>
                    <a:pt x="0" y="610"/>
                  </a:cubicBezTo>
                  <a:cubicBezTo>
                    <a:pt x="23" y="614"/>
                    <a:pt x="45" y="614"/>
                    <a:pt x="65" y="610"/>
                  </a:cubicBezTo>
                  <a:lnTo>
                    <a:pt x="65" y="74"/>
                  </a:lnTo>
                  <a:close/>
                </a:path>
              </a:pathLst>
            </a:custGeom>
            <a:solidFill>
              <a:srgbClr val="87BB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" name="ïśḻíḑê"/>
            <p:cNvSpPr/>
            <p:nvPr/>
          </p:nvSpPr>
          <p:spPr bwMode="auto">
            <a:xfrm>
              <a:off x="7693175" y="3508632"/>
              <a:ext cx="63563" cy="1219262"/>
            </a:xfrm>
            <a:custGeom>
              <a:avLst/>
              <a:gdLst>
                <a:gd name="T0" fmla="*/ 32 w 32"/>
                <a:gd name="T1" fmla="*/ 74 h 609"/>
                <a:gd name="T2" fmla="*/ 0 w 32"/>
                <a:gd name="T3" fmla="*/ 0 h 609"/>
                <a:gd name="T4" fmla="*/ 16 w 32"/>
                <a:gd name="T5" fmla="*/ 74 h 609"/>
                <a:gd name="T6" fmla="*/ 16 w 32"/>
                <a:gd name="T7" fmla="*/ 607 h 609"/>
                <a:gd name="T8" fmla="*/ 32 w 32"/>
                <a:gd name="T9" fmla="*/ 607 h 609"/>
                <a:gd name="T10" fmla="*/ 32 w 32"/>
                <a:gd name="T11" fmla="*/ 74 h 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2" h="609">
                  <a:moveTo>
                    <a:pt x="32" y="74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6" y="607"/>
                    <a:pt x="16" y="607"/>
                    <a:pt x="16" y="607"/>
                  </a:cubicBezTo>
                  <a:cubicBezTo>
                    <a:pt x="27" y="607"/>
                    <a:pt x="21" y="609"/>
                    <a:pt x="32" y="607"/>
                  </a:cubicBezTo>
                  <a:lnTo>
                    <a:pt x="32" y="74"/>
                  </a:lnTo>
                  <a:close/>
                </a:path>
              </a:pathLst>
            </a:custGeom>
            <a:solidFill>
              <a:srgbClr val="4C8E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" name="î$ľîḍê"/>
            <p:cNvSpPr/>
            <p:nvPr/>
          </p:nvSpPr>
          <p:spPr bwMode="auto">
            <a:xfrm>
              <a:off x="7627301" y="3502854"/>
              <a:ext cx="129438" cy="153708"/>
            </a:xfrm>
            <a:custGeom>
              <a:avLst/>
              <a:gdLst>
                <a:gd name="T0" fmla="*/ 65 w 65"/>
                <a:gd name="T1" fmla="*/ 74 h 77"/>
                <a:gd name="T2" fmla="*/ 32 w 65"/>
                <a:gd name="T3" fmla="*/ 0 h 77"/>
                <a:gd name="T4" fmla="*/ 0 w 65"/>
                <a:gd name="T5" fmla="*/ 74 h 77"/>
                <a:gd name="T6" fmla="*/ 32 w 65"/>
                <a:gd name="T7" fmla="*/ 77 h 77"/>
                <a:gd name="T8" fmla="*/ 65 w 65"/>
                <a:gd name="T9" fmla="*/ 74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77">
                  <a:moveTo>
                    <a:pt x="65" y="74"/>
                  </a:moveTo>
                  <a:cubicBezTo>
                    <a:pt x="32" y="0"/>
                    <a:pt x="32" y="0"/>
                    <a:pt x="32" y="0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10" y="76"/>
                    <a:pt x="21" y="77"/>
                    <a:pt x="32" y="77"/>
                  </a:cubicBezTo>
                  <a:cubicBezTo>
                    <a:pt x="44" y="77"/>
                    <a:pt x="55" y="76"/>
                    <a:pt x="65" y="7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" name="iṥļiḑè"/>
            <p:cNvSpPr/>
            <p:nvPr/>
          </p:nvSpPr>
          <p:spPr bwMode="auto">
            <a:xfrm>
              <a:off x="7690864" y="3502854"/>
              <a:ext cx="65875" cy="153708"/>
            </a:xfrm>
            <a:custGeom>
              <a:avLst/>
              <a:gdLst>
                <a:gd name="T0" fmla="*/ 33 w 33"/>
                <a:gd name="T1" fmla="*/ 74 h 77"/>
                <a:gd name="T2" fmla="*/ 0 w 33"/>
                <a:gd name="T3" fmla="*/ 0 h 77"/>
                <a:gd name="T4" fmla="*/ 17 w 33"/>
                <a:gd name="T5" fmla="*/ 77 h 77"/>
                <a:gd name="T6" fmla="*/ 33 w 33"/>
                <a:gd name="T7" fmla="*/ 74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77">
                  <a:moveTo>
                    <a:pt x="33" y="74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7" y="77"/>
                    <a:pt x="17" y="77"/>
                    <a:pt x="17" y="77"/>
                  </a:cubicBezTo>
                  <a:cubicBezTo>
                    <a:pt x="28" y="77"/>
                    <a:pt x="23" y="76"/>
                    <a:pt x="33" y="7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9" name="íšḻïdè"/>
            <p:cNvSpPr/>
            <p:nvPr/>
          </p:nvSpPr>
          <p:spPr bwMode="auto">
            <a:xfrm>
              <a:off x="7671217" y="3502854"/>
              <a:ext cx="41605" cy="52006"/>
            </a:xfrm>
            <a:custGeom>
              <a:avLst/>
              <a:gdLst>
                <a:gd name="T0" fmla="*/ 21 w 21"/>
                <a:gd name="T1" fmla="*/ 25 h 26"/>
                <a:gd name="T2" fmla="*/ 10 w 21"/>
                <a:gd name="T3" fmla="*/ 0 h 26"/>
                <a:gd name="T4" fmla="*/ 0 w 21"/>
                <a:gd name="T5" fmla="*/ 25 h 26"/>
                <a:gd name="T6" fmla="*/ 10 w 21"/>
                <a:gd name="T7" fmla="*/ 26 h 26"/>
                <a:gd name="T8" fmla="*/ 21 w 21"/>
                <a:gd name="T9" fmla="*/ 25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26">
                  <a:moveTo>
                    <a:pt x="21" y="25"/>
                  </a:moveTo>
                  <a:cubicBezTo>
                    <a:pt x="10" y="0"/>
                    <a:pt x="10" y="0"/>
                    <a:pt x="10" y="0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3" y="26"/>
                    <a:pt x="7" y="26"/>
                    <a:pt x="10" y="26"/>
                  </a:cubicBezTo>
                  <a:cubicBezTo>
                    <a:pt x="14" y="26"/>
                    <a:pt x="18" y="26"/>
                    <a:pt x="21" y="25"/>
                  </a:cubicBez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80" name="íśľïḑé"/>
            <p:cNvSpPr/>
            <p:nvPr/>
          </p:nvSpPr>
          <p:spPr bwMode="auto">
            <a:xfrm>
              <a:off x="3619338" y="2062853"/>
              <a:ext cx="543178" cy="542023"/>
            </a:xfrm>
            <a:custGeom>
              <a:avLst/>
              <a:gdLst>
                <a:gd name="T0" fmla="*/ 239 w 271"/>
                <a:gd name="T1" fmla="*/ 189 h 271"/>
                <a:gd name="T2" fmla="*/ 254 w 271"/>
                <a:gd name="T3" fmla="*/ 202 h 271"/>
                <a:gd name="T4" fmla="*/ 222 w 271"/>
                <a:gd name="T5" fmla="*/ 241 h 271"/>
                <a:gd name="T6" fmla="*/ 207 w 271"/>
                <a:gd name="T7" fmla="*/ 228 h 271"/>
                <a:gd name="T8" fmla="*/ 171 w 271"/>
                <a:gd name="T9" fmla="*/ 246 h 271"/>
                <a:gd name="T10" fmla="*/ 172 w 271"/>
                <a:gd name="T11" fmla="*/ 266 h 271"/>
                <a:gd name="T12" fmla="*/ 136 w 271"/>
                <a:gd name="T13" fmla="*/ 270 h 271"/>
                <a:gd name="T14" fmla="*/ 136 w 271"/>
                <a:gd name="T15" fmla="*/ 213 h 271"/>
                <a:gd name="T16" fmla="*/ 195 w 271"/>
                <a:gd name="T17" fmla="*/ 186 h 271"/>
                <a:gd name="T18" fmla="*/ 186 w 271"/>
                <a:gd name="T19" fmla="*/ 76 h 271"/>
                <a:gd name="T20" fmla="*/ 186 w 271"/>
                <a:gd name="T21" fmla="*/ 76 h 271"/>
                <a:gd name="T22" fmla="*/ 158 w 271"/>
                <a:gd name="T23" fmla="*/ 61 h 271"/>
                <a:gd name="T24" fmla="*/ 136 w 271"/>
                <a:gd name="T25" fmla="*/ 57 h 271"/>
                <a:gd name="T26" fmla="*/ 136 w 271"/>
                <a:gd name="T27" fmla="*/ 1 h 271"/>
                <a:gd name="T28" fmla="*/ 149 w 271"/>
                <a:gd name="T29" fmla="*/ 0 h 271"/>
                <a:gd name="T30" fmla="*/ 151 w 271"/>
                <a:gd name="T31" fmla="*/ 20 h 271"/>
                <a:gd name="T32" fmla="*/ 190 w 271"/>
                <a:gd name="T33" fmla="*/ 32 h 271"/>
                <a:gd name="T34" fmla="*/ 203 w 271"/>
                <a:gd name="T35" fmla="*/ 17 h 271"/>
                <a:gd name="T36" fmla="*/ 241 w 271"/>
                <a:gd name="T37" fmla="*/ 49 h 271"/>
                <a:gd name="T38" fmla="*/ 228 w 271"/>
                <a:gd name="T39" fmla="*/ 64 h 271"/>
                <a:gd name="T40" fmla="*/ 247 w 271"/>
                <a:gd name="T41" fmla="*/ 101 h 271"/>
                <a:gd name="T42" fmla="*/ 267 w 271"/>
                <a:gd name="T43" fmla="*/ 99 h 271"/>
                <a:gd name="T44" fmla="*/ 271 w 271"/>
                <a:gd name="T45" fmla="*/ 149 h 271"/>
                <a:gd name="T46" fmla="*/ 251 w 271"/>
                <a:gd name="T47" fmla="*/ 150 h 271"/>
                <a:gd name="T48" fmla="*/ 239 w 271"/>
                <a:gd name="T49" fmla="*/ 189 h 271"/>
                <a:gd name="T50" fmla="*/ 136 w 271"/>
                <a:gd name="T51" fmla="*/ 270 h 271"/>
                <a:gd name="T52" fmla="*/ 123 w 271"/>
                <a:gd name="T53" fmla="*/ 271 h 271"/>
                <a:gd name="T54" fmla="*/ 121 w 271"/>
                <a:gd name="T55" fmla="*/ 251 h 271"/>
                <a:gd name="T56" fmla="*/ 82 w 271"/>
                <a:gd name="T57" fmla="*/ 238 h 271"/>
                <a:gd name="T58" fmla="*/ 69 w 271"/>
                <a:gd name="T59" fmla="*/ 254 h 271"/>
                <a:gd name="T60" fmla="*/ 31 w 271"/>
                <a:gd name="T61" fmla="*/ 222 h 271"/>
                <a:gd name="T62" fmla="*/ 44 w 271"/>
                <a:gd name="T63" fmla="*/ 206 h 271"/>
                <a:gd name="T64" fmla="*/ 25 w 271"/>
                <a:gd name="T65" fmla="*/ 170 h 271"/>
                <a:gd name="T66" fmla="*/ 5 w 271"/>
                <a:gd name="T67" fmla="*/ 172 h 271"/>
                <a:gd name="T68" fmla="*/ 0 w 271"/>
                <a:gd name="T69" fmla="*/ 122 h 271"/>
                <a:gd name="T70" fmla="*/ 20 w 271"/>
                <a:gd name="T71" fmla="*/ 120 h 271"/>
                <a:gd name="T72" fmla="*/ 33 w 271"/>
                <a:gd name="T73" fmla="*/ 82 h 271"/>
                <a:gd name="T74" fmla="*/ 17 w 271"/>
                <a:gd name="T75" fmla="*/ 69 h 271"/>
                <a:gd name="T76" fmla="*/ 49 w 271"/>
                <a:gd name="T77" fmla="*/ 30 h 271"/>
                <a:gd name="T78" fmla="*/ 65 w 271"/>
                <a:gd name="T79" fmla="*/ 43 h 271"/>
                <a:gd name="T80" fmla="*/ 101 w 271"/>
                <a:gd name="T81" fmla="*/ 24 h 271"/>
                <a:gd name="T82" fmla="*/ 99 w 271"/>
                <a:gd name="T83" fmla="*/ 4 h 271"/>
                <a:gd name="T84" fmla="*/ 136 w 271"/>
                <a:gd name="T85" fmla="*/ 1 h 271"/>
                <a:gd name="T86" fmla="*/ 136 w 271"/>
                <a:gd name="T87" fmla="*/ 57 h 271"/>
                <a:gd name="T88" fmla="*/ 76 w 271"/>
                <a:gd name="T89" fmla="*/ 85 h 271"/>
                <a:gd name="T90" fmla="*/ 86 w 271"/>
                <a:gd name="T91" fmla="*/ 195 h 271"/>
                <a:gd name="T92" fmla="*/ 113 w 271"/>
                <a:gd name="T93" fmla="*/ 210 h 271"/>
                <a:gd name="T94" fmla="*/ 136 w 271"/>
                <a:gd name="T95" fmla="*/ 213 h 271"/>
                <a:gd name="T96" fmla="*/ 136 w 271"/>
                <a:gd name="T97" fmla="*/ 27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71" h="271">
                  <a:moveTo>
                    <a:pt x="239" y="189"/>
                  </a:moveTo>
                  <a:cubicBezTo>
                    <a:pt x="254" y="202"/>
                    <a:pt x="254" y="202"/>
                    <a:pt x="254" y="202"/>
                  </a:cubicBezTo>
                  <a:cubicBezTo>
                    <a:pt x="222" y="241"/>
                    <a:pt x="222" y="241"/>
                    <a:pt x="222" y="241"/>
                  </a:cubicBezTo>
                  <a:cubicBezTo>
                    <a:pt x="207" y="228"/>
                    <a:pt x="207" y="228"/>
                    <a:pt x="207" y="228"/>
                  </a:cubicBezTo>
                  <a:cubicBezTo>
                    <a:pt x="196" y="236"/>
                    <a:pt x="184" y="242"/>
                    <a:pt x="171" y="246"/>
                  </a:cubicBezTo>
                  <a:cubicBezTo>
                    <a:pt x="172" y="266"/>
                    <a:pt x="172" y="266"/>
                    <a:pt x="172" y="266"/>
                  </a:cubicBezTo>
                  <a:cubicBezTo>
                    <a:pt x="136" y="270"/>
                    <a:pt x="136" y="270"/>
                    <a:pt x="136" y="270"/>
                  </a:cubicBezTo>
                  <a:cubicBezTo>
                    <a:pt x="136" y="213"/>
                    <a:pt x="136" y="213"/>
                    <a:pt x="136" y="213"/>
                  </a:cubicBezTo>
                  <a:cubicBezTo>
                    <a:pt x="158" y="213"/>
                    <a:pt x="180" y="204"/>
                    <a:pt x="195" y="186"/>
                  </a:cubicBezTo>
                  <a:cubicBezTo>
                    <a:pt x="223" y="153"/>
                    <a:pt x="219" y="103"/>
                    <a:pt x="186" y="76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78" y="69"/>
                    <a:pt x="169" y="64"/>
                    <a:pt x="158" y="61"/>
                  </a:cubicBezTo>
                  <a:cubicBezTo>
                    <a:pt x="151" y="59"/>
                    <a:pt x="143" y="57"/>
                    <a:pt x="136" y="57"/>
                  </a:cubicBezTo>
                  <a:cubicBezTo>
                    <a:pt x="136" y="1"/>
                    <a:pt x="136" y="1"/>
                    <a:pt x="136" y="1"/>
                  </a:cubicBezTo>
                  <a:cubicBezTo>
                    <a:pt x="149" y="0"/>
                    <a:pt x="149" y="0"/>
                    <a:pt x="149" y="0"/>
                  </a:cubicBezTo>
                  <a:cubicBezTo>
                    <a:pt x="151" y="20"/>
                    <a:pt x="151" y="20"/>
                    <a:pt x="151" y="20"/>
                  </a:cubicBezTo>
                  <a:cubicBezTo>
                    <a:pt x="164" y="22"/>
                    <a:pt x="178" y="26"/>
                    <a:pt x="190" y="32"/>
                  </a:cubicBezTo>
                  <a:cubicBezTo>
                    <a:pt x="203" y="17"/>
                    <a:pt x="203" y="17"/>
                    <a:pt x="203" y="17"/>
                  </a:cubicBezTo>
                  <a:cubicBezTo>
                    <a:pt x="241" y="49"/>
                    <a:pt x="241" y="49"/>
                    <a:pt x="241" y="49"/>
                  </a:cubicBezTo>
                  <a:cubicBezTo>
                    <a:pt x="228" y="64"/>
                    <a:pt x="228" y="64"/>
                    <a:pt x="228" y="64"/>
                  </a:cubicBezTo>
                  <a:cubicBezTo>
                    <a:pt x="236" y="75"/>
                    <a:pt x="243" y="88"/>
                    <a:pt x="247" y="101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71" y="149"/>
                    <a:pt x="271" y="149"/>
                    <a:pt x="271" y="149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49" y="164"/>
                    <a:pt x="245" y="177"/>
                    <a:pt x="239" y="189"/>
                  </a:cubicBezTo>
                  <a:close/>
                  <a:moveTo>
                    <a:pt x="136" y="270"/>
                  </a:moveTo>
                  <a:cubicBezTo>
                    <a:pt x="123" y="271"/>
                    <a:pt x="123" y="271"/>
                    <a:pt x="123" y="271"/>
                  </a:cubicBezTo>
                  <a:cubicBezTo>
                    <a:pt x="121" y="251"/>
                    <a:pt x="121" y="251"/>
                    <a:pt x="121" y="251"/>
                  </a:cubicBezTo>
                  <a:cubicBezTo>
                    <a:pt x="107" y="249"/>
                    <a:pt x="94" y="245"/>
                    <a:pt x="82" y="238"/>
                  </a:cubicBezTo>
                  <a:cubicBezTo>
                    <a:pt x="69" y="254"/>
                    <a:pt x="69" y="254"/>
                    <a:pt x="69" y="254"/>
                  </a:cubicBezTo>
                  <a:cubicBezTo>
                    <a:pt x="31" y="222"/>
                    <a:pt x="31" y="222"/>
                    <a:pt x="31" y="222"/>
                  </a:cubicBezTo>
                  <a:cubicBezTo>
                    <a:pt x="44" y="206"/>
                    <a:pt x="44" y="206"/>
                    <a:pt x="44" y="206"/>
                  </a:cubicBezTo>
                  <a:cubicBezTo>
                    <a:pt x="35" y="195"/>
                    <a:pt x="29" y="183"/>
                    <a:pt x="25" y="170"/>
                  </a:cubicBezTo>
                  <a:cubicBezTo>
                    <a:pt x="5" y="172"/>
                    <a:pt x="5" y="172"/>
                    <a:pt x="5" y="172"/>
                  </a:cubicBezTo>
                  <a:cubicBezTo>
                    <a:pt x="0" y="122"/>
                    <a:pt x="0" y="122"/>
                    <a:pt x="0" y="122"/>
                  </a:cubicBezTo>
                  <a:cubicBezTo>
                    <a:pt x="20" y="120"/>
                    <a:pt x="20" y="120"/>
                    <a:pt x="20" y="120"/>
                  </a:cubicBezTo>
                  <a:cubicBezTo>
                    <a:pt x="22" y="107"/>
                    <a:pt x="26" y="94"/>
                    <a:pt x="33" y="82"/>
                  </a:cubicBezTo>
                  <a:cubicBezTo>
                    <a:pt x="17" y="69"/>
                    <a:pt x="17" y="69"/>
                    <a:pt x="17" y="69"/>
                  </a:cubicBezTo>
                  <a:cubicBezTo>
                    <a:pt x="49" y="30"/>
                    <a:pt x="49" y="30"/>
                    <a:pt x="49" y="30"/>
                  </a:cubicBezTo>
                  <a:cubicBezTo>
                    <a:pt x="65" y="43"/>
                    <a:pt x="65" y="43"/>
                    <a:pt x="65" y="43"/>
                  </a:cubicBezTo>
                  <a:cubicBezTo>
                    <a:pt x="76" y="35"/>
                    <a:pt x="88" y="29"/>
                    <a:pt x="101" y="24"/>
                  </a:cubicBezTo>
                  <a:cubicBezTo>
                    <a:pt x="99" y="4"/>
                    <a:pt x="99" y="4"/>
                    <a:pt x="99" y="4"/>
                  </a:cubicBezTo>
                  <a:cubicBezTo>
                    <a:pt x="136" y="1"/>
                    <a:pt x="136" y="1"/>
                    <a:pt x="136" y="1"/>
                  </a:cubicBezTo>
                  <a:cubicBezTo>
                    <a:pt x="136" y="57"/>
                    <a:pt x="136" y="57"/>
                    <a:pt x="136" y="57"/>
                  </a:cubicBezTo>
                  <a:cubicBezTo>
                    <a:pt x="113" y="57"/>
                    <a:pt x="91" y="67"/>
                    <a:pt x="76" y="85"/>
                  </a:cubicBezTo>
                  <a:cubicBezTo>
                    <a:pt x="48" y="118"/>
                    <a:pt x="53" y="168"/>
                    <a:pt x="86" y="195"/>
                  </a:cubicBezTo>
                  <a:cubicBezTo>
                    <a:pt x="94" y="202"/>
                    <a:pt x="103" y="207"/>
                    <a:pt x="113" y="210"/>
                  </a:cubicBezTo>
                  <a:cubicBezTo>
                    <a:pt x="121" y="212"/>
                    <a:pt x="128" y="213"/>
                    <a:pt x="136" y="213"/>
                  </a:cubicBezTo>
                  <a:lnTo>
                    <a:pt x="136" y="270"/>
                  </a:lnTo>
                  <a:close/>
                </a:path>
              </a:pathLst>
            </a:custGeom>
            <a:solidFill>
              <a:srgbClr val="8080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81" name="ïṡlîḑê"/>
            <p:cNvSpPr/>
            <p:nvPr/>
          </p:nvSpPr>
          <p:spPr bwMode="auto">
            <a:xfrm>
              <a:off x="7726691" y="1159097"/>
              <a:ext cx="538556" cy="374446"/>
            </a:xfrm>
            <a:custGeom>
              <a:avLst/>
              <a:gdLst>
                <a:gd name="T0" fmla="*/ 213 w 269"/>
                <a:gd name="T1" fmla="*/ 68 h 187"/>
                <a:gd name="T2" fmla="*/ 269 w 269"/>
                <a:gd name="T3" fmla="*/ 127 h 187"/>
                <a:gd name="T4" fmla="*/ 269 w 269"/>
                <a:gd name="T5" fmla="*/ 127 h 187"/>
                <a:gd name="T6" fmla="*/ 211 w 269"/>
                <a:gd name="T7" fmla="*/ 187 h 187"/>
                <a:gd name="T8" fmla="*/ 63 w 269"/>
                <a:gd name="T9" fmla="*/ 187 h 187"/>
                <a:gd name="T10" fmla="*/ 0 w 269"/>
                <a:gd name="T11" fmla="*/ 127 h 187"/>
                <a:gd name="T12" fmla="*/ 0 w 269"/>
                <a:gd name="T13" fmla="*/ 127 h 187"/>
                <a:gd name="T14" fmla="*/ 55 w 269"/>
                <a:gd name="T15" fmla="*/ 68 h 187"/>
                <a:gd name="T16" fmla="*/ 55 w 269"/>
                <a:gd name="T17" fmla="*/ 66 h 187"/>
                <a:gd name="T18" fmla="*/ 134 w 269"/>
                <a:gd name="T19" fmla="*/ 0 h 187"/>
                <a:gd name="T20" fmla="*/ 213 w 269"/>
                <a:gd name="T21" fmla="*/ 66 h 187"/>
                <a:gd name="T22" fmla="*/ 213 w 269"/>
                <a:gd name="T23" fmla="*/ 68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69" h="187">
                  <a:moveTo>
                    <a:pt x="213" y="68"/>
                  </a:moveTo>
                  <a:cubicBezTo>
                    <a:pt x="245" y="75"/>
                    <a:pt x="269" y="99"/>
                    <a:pt x="269" y="127"/>
                  </a:cubicBezTo>
                  <a:cubicBezTo>
                    <a:pt x="269" y="127"/>
                    <a:pt x="269" y="127"/>
                    <a:pt x="269" y="127"/>
                  </a:cubicBezTo>
                  <a:cubicBezTo>
                    <a:pt x="269" y="157"/>
                    <a:pt x="244" y="187"/>
                    <a:pt x="211" y="187"/>
                  </a:cubicBezTo>
                  <a:cubicBezTo>
                    <a:pt x="63" y="187"/>
                    <a:pt x="63" y="187"/>
                    <a:pt x="63" y="187"/>
                  </a:cubicBezTo>
                  <a:cubicBezTo>
                    <a:pt x="27" y="187"/>
                    <a:pt x="0" y="158"/>
                    <a:pt x="0" y="127"/>
                  </a:cubicBezTo>
                  <a:cubicBezTo>
                    <a:pt x="0" y="127"/>
                    <a:pt x="0" y="127"/>
                    <a:pt x="0" y="127"/>
                  </a:cubicBezTo>
                  <a:cubicBezTo>
                    <a:pt x="0" y="99"/>
                    <a:pt x="23" y="75"/>
                    <a:pt x="55" y="68"/>
                  </a:cubicBezTo>
                  <a:cubicBezTo>
                    <a:pt x="55" y="68"/>
                    <a:pt x="55" y="67"/>
                    <a:pt x="55" y="66"/>
                  </a:cubicBezTo>
                  <a:cubicBezTo>
                    <a:pt x="55" y="30"/>
                    <a:pt x="91" y="0"/>
                    <a:pt x="134" y="0"/>
                  </a:cubicBezTo>
                  <a:cubicBezTo>
                    <a:pt x="178" y="0"/>
                    <a:pt x="213" y="30"/>
                    <a:pt x="213" y="66"/>
                  </a:cubicBezTo>
                  <a:cubicBezTo>
                    <a:pt x="213" y="67"/>
                    <a:pt x="213" y="68"/>
                    <a:pt x="213" y="68"/>
                  </a:cubicBezTo>
                  <a:close/>
                </a:path>
              </a:pathLst>
            </a:custGeom>
            <a:solidFill>
              <a:srgbClr val="FFBB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82" name="íšḻíḍè"/>
            <p:cNvSpPr/>
            <p:nvPr/>
          </p:nvSpPr>
          <p:spPr bwMode="auto">
            <a:xfrm>
              <a:off x="7619211" y="1151007"/>
              <a:ext cx="376758" cy="262344"/>
            </a:xfrm>
            <a:custGeom>
              <a:avLst/>
              <a:gdLst>
                <a:gd name="T0" fmla="*/ 149 w 188"/>
                <a:gd name="T1" fmla="*/ 48 h 131"/>
                <a:gd name="T2" fmla="*/ 188 w 188"/>
                <a:gd name="T3" fmla="*/ 89 h 131"/>
                <a:gd name="T4" fmla="*/ 188 w 188"/>
                <a:gd name="T5" fmla="*/ 89 h 131"/>
                <a:gd name="T6" fmla="*/ 147 w 188"/>
                <a:gd name="T7" fmla="*/ 131 h 131"/>
                <a:gd name="T8" fmla="*/ 44 w 188"/>
                <a:gd name="T9" fmla="*/ 131 h 131"/>
                <a:gd name="T10" fmla="*/ 0 w 188"/>
                <a:gd name="T11" fmla="*/ 89 h 131"/>
                <a:gd name="T12" fmla="*/ 0 w 188"/>
                <a:gd name="T13" fmla="*/ 89 h 131"/>
                <a:gd name="T14" fmla="*/ 39 w 188"/>
                <a:gd name="T15" fmla="*/ 48 h 131"/>
                <a:gd name="T16" fmla="*/ 39 w 188"/>
                <a:gd name="T17" fmla="*/ 47 h 131"/>
                <a:gd name="T18" fmla="*/ 94 w 188"/>
                <a:gd name="T19" fmla="*/ 0 h 131"/>
                <a:gd name="T20" fmla="*/ 149 w 188"/>
                <a:gd name="T21" fmla="*/ 47 h 131"/>
                <a:gd name="T22" fmla="*/ 149 w 188"/>
                <a:gd name="T23" fmla="*/ 48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8" h="131">
                  <a:moveTo>
                    <a:pt x="149" y="48"/>
                  </a:moveTo>
                  <a:cubicBezTo>
                    <a:pt x="172" y="53"/>
                    <a:pt x="188" y="69"/>
                    <a:pt x="188" y="89"/>
                  </a:cubicBezTo>
                  <a:cubicBezTo>
                    <a:pt x="188" y="89"/>
                    <a:pt x="188" y="89"/>
                    <a:pt x="188" y="89"/>
                  </a:cubicBezTo>
                  <a:cubicBezTo>
                    <a:pt x="188" y="110"/>
                    <a:pt x="171" y="131"/>
                    <a:pt x="147" y="131"/>
                  </a:cubicBezTo>
                  <a:cubicBezTo>
                    <a:pt x="44" y="131"/>
                    <a:pt x="44" y="131"/>
                    <a:pt x="44" y="131"/>
                  </a:cubicBezTo>
                  <a:cubicBezTo>
                    <a:pt x="19" y="131"/>
                    <a:pt x="0" y="111"/>
                    <a:pt x="0" y="89"/>
                  </a:cubicBezTo>
                  <a:cubicBezTo>
                    <a:pt x="0" y="89"/>
                    <a:pt x="0" y="89"/>
                    <a:pt x="0" y="89"/>
                  </a:cubicBezTo>
                  <a:cubicBezTo>
                    <a:pt x="0" y="69"/>
                    <a:pt x="17" y="53"/>
                    <a:pt x="39" y="48"/>
                  </a:cubicBezTo>
                  <a:cubicBezTo>
                    <a:pt x="39" y="48"/>
                    <a:pt x="39" y="47"/>
                    <a:pt x="39" y="47"/>
                  </a:cubicBezTo>
                  <a:cubicBezTo>
                    <a:pt x="39" y="21"/>
                    <a:pt x="64" y="0"/>
                    <a:pt x="94" y="0"/>
                  </a:cubicBezTo>
                  <a:cubicBezTo>
                    <a:pt x="125" y="0"/>
                    <a:pt x="149" y="21"/>
                    <a:pt x="149" y="47"/>
                  </a:cubicBezTo>
                  <a:cubicBezTo>
                    <a:pt x="149" y="47"/>
                    <a:pt x="149" y="48"/>
                    <a:pt x="149" y="4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83" name="îṣḷíḓe"/>
            <p:cNvSpPr/>
            <p:nvPr/>
          </p:nvSpPr>
          <p:spPr bwMode="auto">
            <a:xfrm>
              <a:off x="4913720" y="1954218"/>
              <a:ext cx="2024784" cy="2830306"/>
            </a:xfrm>
            <a:prstGeom prst="rect">
              <a:avLst/>
            </a:pr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84" name="îSlîḑè"/>
            <p:cNvSpPr/>
            <p:nvPr/>
          </p:nvSpPr>
          <p:spPr bwMode="auto">
            <a:xfrm>
              <a:off x="5061650" y="2118327"/>
              <a:ext cx="970787" cy="35827"/>
            </a:xfrm>
            <a:prstGeom prst="rect">
              <a:avLst/>
            </a:prstGeom>
            <a:solidFill>
              <a:srgbClr val="F2675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85" name="íSlîďè"/>
            <p:cNvSpPr/>
            <p:nvPr/>
          </p:nvSpPr>
          <p:spPr bwMode="auto">
            <a:xfrm>
              <a:off x="5061650" y="2208471"/>
              <a:ext cx="310883" cy="38138"/>
            </a:xfrm>
            <a:prstGeom prst="rect">
              <a:avLst/>
            </a:prstGeom>
            <a:solidFill>
              <a:srgbClr val="9A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86" name="îṥļïďe"/>
            <p:cNvSpPr/>
            <p:nvPr/>
          </p:nvSpPr>
          <p:spPr bwMode="auto">
            <a:xfrm>
              <a:off x="5061650" y="2300927"/>
              <a:ext cx="502729" cy="35827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87" name="îŝḻïḑé"/>
            <p:cNvSpPr/>
            <p:nvPr/>
          </p:nvSpPr>
          <p:spPr bwMode="auto">
            <a:xfrm>
              <a:off x="5296257" y="2391072"/>
              <a:ext cx="292392" cy="38138"/>
            </a:xfrm>
            <a:prstGeom prst="rect">
              <a:avLst/>
            </a:prstGeom>
            <a:solidFill>
              <a:srgbClr val="9A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88" name="íšļîḋè"/>
            <p:cNvSpPr/>
            <p:nvPr/>
          </p:nvSpPr>
          <p:spPr bwMode="auto">
            <a:xfrm>
              <a:off x="5296257" y="2483527"/>
              <a:ext cx="292392" cy="35827"/>
            </a:xfrm>
            <a:prstGeom prst="rect">
              <a:avLst/>
            </a:prstGeom>
            <a:solidFill>
              <a:srgbClr val="9A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89" name="î$ļíḍé"/>
            <p:cNvSpPr/>
            <p:nvPr/>
          </p:nvSpPr>
          <p:spPr bwMode="auto">
            <a:xfrm>
              <a:off x="5498504" y="2573672"/>
              <a:ext cx="286613" cy="38138"/>
            </a:xfrm>
            <a:prstGeom prst="rect">
              <a:avLst/>
            </a:prstGeom>
            <a:solidFill>
              <a:srgbClr val="9A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90" name="íśḷïḋè"/>
            <p:cNvSpPr/>
            <p:nvPr/>
          </p:nvSpPr>
          <p:spPr bwMode="auto">
            <a:xfrm>
              <a:off x="5477701" y="2208471"/>
              <a:ext cx="531621" cy="38138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91" name="îşḻîďê"/>
            <p:cNvSpPr/>
            <p:nvPr/>
          </p:nvSpPr>
          <p:spPr bwMode="auto">
            <a:xfrm>
              <a:off x="6084443" y="2208471"/>
              <a:ext cx="255409" cy="38138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92" name="ïṧḷîḑe"/>
            <p:cNvSpPr/>
            <p:nvPr/>
          </p:nvSpPr>
          <p:spPr bwMode="auto">
            <a:xfrm>
              <a:off x="6435775" y="2208471"/>
              <a:ext cx="342087" cy="38138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93" name="iŝľîdé"/>
            <p:cNvSpPr/>
            <p:nvPr/>
          </p:nvSpPr>
          <p:spPr bwMode="auto">
            <a:xfrm>
              <a:off x="5648745" y="2300927"/>
              <a:ext cx="298170" cy="35827"/>
            </a:xfrm>
            <a:prstGeom prst="rect">
              <a:avLst/>
            </a:prstGeom>
            <a:solidFill>
              <a:srgbClr val="9A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94" name="ïŝḷïḓê"/>
            <p:cNvSpPr/>
            <p:nvPr/>
          </p:nvSpPr>
          <p:spPr bwMode="auto">
            <a:xfrm>
              <a:off x="5678793" y="2391072"/>
              <a:ext cx="169888" cy="38138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95" name="îśliḍé"/>
            <p:cNvSpPr/>
            <p:nvPr/>
          </p:nvSpPr>
          <p:spPr bwMode="auto">
            <a:xfrm>
              <a:off x="5678793" y="2483527"/>
              <a:ext cx="292392" cy="35827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96" name="íŝļíḍé"/>
            <p:cNvSpPr/>
            <p:nvPr/>
          </p:nvSpPr>
          <p:spPr bwMode="auto">
            <a:xfrm>
              <a:off x="5930735" y="2391072"/>
              <a:ext cx="324751" cy="38138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97" name="ïŝ1ïḓé"/>
            <p:cNvSpPr/>
            <p:nvPr/>
          </p:nvSpPr>
          <p:spPr bwMode="auto">
            <a:xfrm>
              <a:off x="6321361" y="2391072"/>
              <a:ext cx="169888" cy="38138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98" name="îsļîḋé"/>
            <p:cNvSpPr/>
            <p:nvPr/>
          </p:nvSpPr>
          <p:spPr bwMode="auto">
            <a:xfrm>
              <a:off x="6565214" y="2391072"/>
              <a:ext cx="212649" cy="38138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99" name="iŝlidé"/>
            <p:cNvSpPr/>
            <p:nvPr/>
          </p:nvSpPr>
          <p:spPr bwMode="auto">
            <a:xfrm>
              <a:off x="6037059" y="2483527"/>
              <a:ext cx="368668" cy="35827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00" name="ïŝ1iďé"/>
            <p:cNvSpPr/>
            <p:nvPr/>
          </p:nvSpPr>
          <p:spPr bwMode="auto">
            <a:xfrm>
              <a:off x="6461201" y="2483527"/>
              <a:ext cx="110947" cy="35827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01" name="îṧľiḋê"/>
            <p:cNvSpPr/>
            <p:nvPr/>
          </p:nvSpPr>
          <p:spPr bwMode="auto">
            <a:xfrm>
              <a:off x="5864860" y="2573672"/>
              <a:ext cx="212649" cy="38138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02" name="îṣľïďè"/>
            <p:cNvSpPr/>
            <p:nvPr/>
          </p:nvSpPr>
          <p:spPr bwMode="auto">
            <a:xfrm>
              <a:off x="5296257" y="2755117"/>
              <a:ext cx="292392" cy="38138"/>
            </a:xfrm>
            <a:prstGeom prst="rect">
              <a:avLst/>
            </a:prstGeom>
            <a:solidFill>
              <a:srgbClr val="9A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03" name="îSḻidé"/>
            <p:cNvSpPr/>
            <p:nvPr/>
          </p:nvSpPr>
          <p:spPr bwMode="auto">
            <a:xfrm>
              <a:off x="5296257" y="2847573"/>
              <a:ext cx="292392" cy="35827"/>
            </a:xfrm>
            <a:prstGeom prst="rect">
              <a:avLst/>
            </a:prstGeom>
            <a:solidFill>
              <a:srgbClr val="9A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04" name="í$ḻîďé"/>
            <p:cNvSpPr/>
            <p:nvPr/>
          </p:nvSpPr>
          <p:spPr bwMode="auto">
            <a:xfrm>
              <a:off x="5678793" y="2755117"/>
              <a:ext cx="169888" cy="38138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05" name="ísļiḓé"/>
            <p:cNvSpPr/>
            <p:nvPr/>
          </p:nvSpPr>
          <p:spPr bwMode="auto">
            <a:xfrm>
              <a:off x="5678793" y="2847573"/>
              <a:ext cx="262344" cy="35827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06" name="íṣḷíḋe"/>
            <p:cNvSpPr/>
            <p:nvPr/>
          </p:nvSpPr>
          <p:spPr bwMode="auto">
            <a:xfrm>
              <a:off x="5930735" y="2755117"/>
              <a:ext cx="250787" cy="38138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07" name="iṩḷîdé"/>
            <p:cNvSpPr/>
            <p:nvPr/>
          </p:nvSpPr>
          <p:spPr bwMode="auto">
            <a:xfrm>
              <a:off x="6231217" y="2755117"/>
              <a:ext cx="131750" cy="38138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08" name="iśḻïḑe"/>
            <p:cNvSpPr/>
            <p:nvPr/>
          </p:nvSpPr>
          <p:spPr bwMode="auto">
            <a:xfrm>
              <a:off x="6419596" y="2755117"/>
              <a:ext cx="161798" cy="38138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09" name="îṥļíďé"/>
            <p:cNvSpPr/>
            <p:nvPr/>
          </p:nvSpPr>
          <p:spPr bwMode="auto">
            <a:xfrm>
              <a:off x="6198857" y="2847573"/>
              <a:ext cx="292392" cy="35827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10" name="îšḻîďe"/>
            <p:cNvSpPr/>
            <p:nvPr/>
          </p:nvSpPr>
          <p:spPr bwMode="auto">
            <a:xfrm>
              <a:off x="5296257" y="2937717"/>
              <a:ext cx="292392" cy="38138"/>
            </a:xfrm>
            <a:prstGeom prst="rect">
              <a:avLst/>
            </a:prstGeom>
            <a:solidFill>
              <a:srgbClr val="9A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11" name="íṩḻîḍe"/>
            <p:cNvSpPr/>
            <p:nvPr/>
          </p:nvSpPr>
          <p:spPr bwMode="auto">
            <a:xfrm>
              <a:off x="5296257" y="3030173"/>
              <a:ext cx="292392" cy="35827"/>
            </a:xfrm>
            <a:prstGeom prst="rect">
              <a:avLst/>
            </a:prstGeom>
            <a:solidFill>
              <a:srgbClr val="9A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12" name="î$ḷïdé"/>
            <p:cNvSpPr/>
            <p:nvPr/>
          </p:nvSpPr>
          <p:spPr bwMode="auto">
            <a:xfrm>
              <a:off x="5678793" y="2937717"/>
              <a:ext cx="169888" cy="38138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13" name="ïŝlíḍé"/>
            <p:cNvSpPr/>
            <p:nvPr/>
          </p:nvSpPr>
          <p:spPr bwMode="auto">
            <a:xfrm>
              <a:off x="5678793" y="3030173"/>
              <a:ext cx="536244" cy="35827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14" name="ïṡľíḍe"/>
            <p:cNvSpPr/>
            <p:nvPr/>
          </p:nvSpPr>
          <p:spPr bwMode="auto">
            <a:xfrm>
              <a:off x="5930735" y="2937717"/>
              <a:ext cx="324751" cy="38138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15" name="iSḷiḓè"/>
            <p:cNvSpPr/>
            <p:nvPr/>
          </p:nvSpPr>
          <p:spPr bwMode="auto">
            <a:xfrm>
              <a:off x="6321361" y="2937717"/>
              <a:ext cx="169888" cy="38138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16" name="iṥļîdé"/>
            <p:cNvSpPr/>
            <p:nvPr/>
          </p:nvSpPr>
          <p:spPr bwMode="auto">
            <a:xfrm>
              <a:off x="6565214" y="2937717"/>
              <a:ext cx="212649" cy="38138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17" name="ïṩḻîḍè"/>
            <p:cNvSpPr/>
            <p:nvPr/>
          </p:nvSpPr>
          <p:spPr bwMode="auto">
            <a:xfrm>
              <a:off x="6280912" y="3030173"/>
              <a:ext cx="300482" cy="35827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18" name="íŝľïḑe"/>
            <p:cNvSpPr/>
            <p:nvPr/>
          </p:nvSpPr>
          <p:spPr bwMode="auto">
            <a:xfrm>
              <a:off x="6001233" y="2847573"/>
              <a:ext cx="123660" cy="35827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19" name="íśľíḓé"/>
            <p:cNvSpPr/>
            <p:nvPr/>
          </p:nvSpPr>
          <p:spPr bwMode="auto">
            <a:xfrm>
              <a:off x="5061650" y="3211618"/>
              <a:ext cx="310883" cy="38138"/>
            </a:xfrm>
            <a:prstGeom prst="rect">
              <a:avLst/>
            </a:prstGeom>
            <a:solidFill>
              <a:srgbClr val="9A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20" name="îš1îḑè"/>
            <p:cNvSpPr/>
            <p:nvPr/>
          </p:nvSpPr>
          <p:spPr bwMode="auto">
            <a:xfrm>
              <a:off x="5061650" y="3304074"/>
              <a:ext cx="502729" cy="35827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21" name="íṡľíḓé"/>
            <p:cNvSpPr/>
            <p:nvPr/>
          </p:nvSpPr>
          <p:spPr bwMode="auto">
            <a:xfrm>
              <a:off x="5296257" y="3394218"/>
              <a:ext cx="292392" cy="38138"/>
            </a:xfrm>
            <a:prstGeom prst="rect">
              <a:avLst/>
            </a:prstGeom>
            <a:solidFill>
              <a:srgbClr val="9A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22" name="i$ļîḑe"/>
            <p:cNvSpPr/>
            <p:nvPr/>
          </p:nvSpPr>
          <p:spPr bwMode="auto">
            <a:xfrm>
              <a:off x="5296257" y="3486674"/>
              <a:ext cx="292392" cy="35827"/>
            </a:xfrm>
            <a:prstGeom prst="rect">
              <a:avLst/>
            </a:prstGeom>
            <a:solidFill>
              <a:srgbClr val="9A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23" name="îs1iḋé"/>
            <p:cNvSpPr/>
            <p:nvPr/>
          </p:nvSpPr>
          <p:spPr bwMode="auto">
            <a:xfrm>
              <a:off x="5498504" y="3576818"/>
              <a:ext cx="286613" cy="38138"/>
            </a:xfrm>
            <a:prstGeom prst="rect">
              <a:avLst/>
            </a:prstGeom>
            <a:solidFill>
              <a:srgbClr val="9A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24" name="îśļîḑè"/>
            <p:cNvSpPr/>
            <p:nvPr/>
          </p:nvSpPr>
          <p:spPr bwMode="auto">
            <a:xfrm>
              <a:off x="5477701" y="3211618"/>
              <a:ext cx="294703" cy="38138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25" name="ïṧḷiďe"/>
            <p:cNvSpPr/>
            <p:nvPr/>
          </p:nvSpPr>
          <p:spPr bwMode="auto">
            <a:xfrm>
              <a:off x="5848681" y="3211618"/>
              <a:ext cx="147929" cy="38138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26" name="íSḷîḋê"/>
            <p:cNvSpPr/>
            <p:nvPr/>
          </p:nvSpPr>
          <p:spPr bwMode="auto">
            <a:xfrm>
              <a:off x="6092533" y="3211618"/>
              <a:ext cx="472681" cy="38138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27" name="ïṧḻïḓè"/>
            <p:cNvSpPr/>
            <p:nvPr/>
          </p:nvSpPr>
          <p:spPr bwMode="auto">
            <a:xfrm>
              <a:off x="5648745" y="3304074"/>
              <a:ext cx="298170" cy="35827"/>
            </a:xfrm>
            <a:prstGeom prst="rect">
              <a:avLst/>
            </a:prstGeom>
            <a:solidFill>
              <a:srgbClr val="9A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28" name="îṧḷíḓé"/>
            <p:cNvSpPr/>
            <p:nvPr/>
          </p:nvSpPr>
          <p:spPr bwMode="auto">
            <a:xfrm>
              <a:off x="5678793" y="3394218"/>
              <a:ext cx="331685" cy="38138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29" name="íṥḷídè"/>
            <p:cNvSpPr/>
            <p:nvPr/>
          </p:nvSpPr>
          <p:spPr bwMode="auto">
            <a:xfrm>
              <a:off x="5678793" y="3486674"/>
              <a:ext cx="225361" cy="35827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30" name="îšḷiḑê"/>
            <p:cNvSpPr/>
            <p:nvPr/>
          </p:nvSpPr>
          <p:spPr bwMode="auto">
            <a:xfrm>
              <a:off x="6092533" y="3394218"/>
              <a:ext cx="248475" cy="38138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31" name="ïslíḋè"/>
            <p:cNvSpPr/>
            <p:nvPr/>
          </p:nvSpPr>
          <p:spPr bwMode="auto">
            <a:xfrm>
              <a:off x="5971185" y="3486674"/>
              <a:ext cx="434543" cy="35827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32" name="işḻiḋè"/>
            <p:cNvSpPr/>
            <p:nvPr/>
          </p:nvSpPr>
          <p:spPr bwMode="auto">
            <a:xfrm>
              <a:off x="6461201" y="3486674"/>
              <a:ext cx="110947" cy="35827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33" name="ïŝļídê"/>
            <p:cNvSpPr/>
            <p:nvPr/>
          </p:nvSpPr>
          <p:spPr bwMode="auto">
            <a:xfrm>
              <a:off x="5864860" y="3576818"/>
              <a:ext cx="212649" cy="38138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34" name="îṥ1iḑè"/>
            <p:cNvSpPr/>
            <p:nvPr/>
          </p:nvSpPr>
          <p:spPr bwMode="auto">
            <a:xfrm>
              <a:off x="6124892" y="3576818"/>
              <a:ext cx="394093" cy="38138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35" name="îsḻîďè"/>
            <p:cNvSpPr/>
            <p:nvPr/>
          </p:nvSpPr>
          <p:spPr bwMode="auto">
            <a:xfrm>
              <a:off x="6577926" y="3576818"/>
              <a:ext cx="117881" cy="38138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36" name="išlïdé"/>
            <p:cNvSpPr/>
            <p:nvPr/>
          </p:nvSpPr>
          <p:spPr bwMode="auto">
            <a:xfrm>
              <a:off x="5296257" y="3759419"/>
              <a:ext cx="292392" cy="36982"/>
            </a:xfrm>
            <a:prstGeom prst="rect">
              <a:avLst/>
            </a:prstGeom>
            <a:solidFill>
              <a:srgbClr val="9A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37" name="ïsļíḋê"/>
            <p:cNvSpPr/>
            <p:nvPr/>
          </p:nvSpPr>
          <p:spPr bwMode="auto">
            <a:xfrm>
              <a:off x="5296257" y="3850719"/>
              <a:ext cx="292392" cy="35827"/>
            </a:xfrm>
            <a:prstGeom prst="rect">
              <a:avLst/>
            </a:prstGeom>
            <a:solidFill>
              <a:srgbClr val="9A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38" name="îṡľíḑè"/>
            <p:cNvSpPr/>
            <p:nvPr/>
          </p:nvSpPr>
          <p:spPr bwMode="auto">
            <a:xfrm>
              <a:off x="5678793" y="3759419"/>
              <a:ext cx="481926" cy="36982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39" name="îṩḷïḍê"/>
            <p:cNvSpPr/>
            <p:nvPr/>
          </p:nvSpPr>
          <p:spPr bwMode="auto">
            <a:xfrm>
              <a:off x="5678793" y="3850719"/>
              <a:ext cx="262344" cy="35827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40" name="ïṧļïďe"/>
            <p:cNvSpPr/>
            <p:nvPr/>
          </p:nvSpPr>
          <p:spPr bwMode="auto">
            <a:xfrm>
              <a:off x="6231217" y="3759419"/>
              <a:ext cx="131750" cy="36982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41" name="îṣḻîďè"/>
            <p:cNvSpPr/>
            <p:nvPr/>
          </p:nvSpPr>
          <p:spPr bwMode="auto">
            <a:xfrm>
              <a:off x="6419596" y="3759419"/>
              <a:ext cx="161798" cy="36982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42" name="iṧļiḋê"/>
            <p:cNvSpPr/>
            <p:nvPr/>
          </p:nvSpPr>
          <p:spPr bwMode="auto">
            <a:xfrm>
              <a:off x="6198857" y="3850719"/>
              <a:ext cx="292392" cy="35827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43" name="íślíḍe"/>
            <p:cNvSpPr/>
            <p:nvPr/>
          </p:nvSpPr>
          <p:spPr bwMode="auto">
            <a:xfrm>
              <a:off x="6001233" y="3850719"/>
              <a:ext cx="123660" cy="35827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44" name="iśļîďè"/>
            <p:cNvSpPr/>
            <p:nvPr/>
          </p:nvSpPr>
          <p:spPr bwMode="auto">
            <a:xfrm>
              <a:off x="5061650" y="4000960"/>
              <a:ext cx="310883" cy="35827"/>
            </a:xfrm>
            <a:prstGeom prst="rect">
              <a:avLst/>
            </a:prstGeom>
            <a:solidFill>
              <a:srgbClr val="9A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45" name="îśľídè"/>
            <p:cNvSpPr/>
            <p:nvPr/>
          </p:nvSpPr>
          <p:spPr bwMode="auto">
            <a:xfrm>
              <a:off x="5061650" y="4091104"/>
              <a:ext cx="502729" cy="35827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46" name="islíḓé"/>
            <p:cNvSpPr/>
            <p:nvPr/>
          </p:nvSpPr>
          <p:spPr bwMode="auto">
            <a:xfrm>
              <a:off x="5296257" y="4183560"/>
              <a:ext cx="292392" cy="35827"/>
            </a:xfrm>
            <a:prstGeom prst="rect">
              <a:avLst/>
            </a:prstGeom>
            <a:solidFill>
              <a:srgbClr val="9A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47" name="ïsļïḋé"/>
            <p:cNvSpPr/>
            <p:nvPr/>
          </p:nvSpPr>
          <p:spPr bwMode="auto">
            <a:xfrm>
              <a:off x="5296257" y="4273705"/>
              <a:ext cx="292392" cy="38138"/>
            </a:xfrm>
            <a:prstGeom prst="rect">
              <a:avLst/>
            </a:prstGeom>
            <a:solidFill>
              <a:srgbClr val="9A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48" name="îṣlïḑe"/>
            <p:cNvSpPr/>
            <p:nvPr/>
          </p:nvSpPr>
          <p:spPr bwMode="auto">
            <a:xfrm>
              <a:off x="5498504" y="4366161"/>
              <a:ext cx="286613" cy="35827"/>
            </a:xfrm>
            <a:prstGeom prst="rect">
              <a:avLst/>
            </a:prstGeom>
            <a:solidFill>
              <a:srgbClr val="9A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49" name="îṥľíḓé"/>
            <p:cNvSpPr/>
            <p:nvPr/>
          </p:nvSpPr>
          <p:spPr bwMode="auto">
            <a:xfrm>
              <a:off x="5477701" y="4000960"/>
              <a:ext cx="294703" cy="35827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50" name="îşḷídé"/>
            <p:cNvSpPr/>
            <p:nvPr/>
          </p:nvSpPr>
          <p:spPr bwMode="auto">
            <a:xfrm>
              <a:off x="5848681" y="4000960"/>
              <a:ext cx="147929" cy="35827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51" name="ïŝḷíde"/>
            <p:cNvSpPr/>
            <p:nvPr/>
          </p:nvSpPr>
          <p:spPr bwMode="auto">
            <a:xfrm>
              <a:off x="6092533" y="4000960"/>
              <a:ext cx="685329" cy="35827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52" name="îSļîḑè"/>
            <p:cNvSpPr/>
            <p:nvPr/>
          </p:nvSpPr>
          <p:spPr bwMode="auto">
            <a:xfrm>
              <a:off x="5648745" y="4091104"/>
              <a:ext cx="298170" cy="35827"/>
            </a:xfrm>
            <a:prstGeom prst="rect">
              <a:avLst/>
            </a:prstGeom>
            <a:solidFill>
              <a:srgbClr val="9A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53" name="îS1ïďè"/>
            <p:cNvSpPr/>
            <p:nvPr/>
          </p:nvSpPr>
          <p:spPr bwMode="auto">
            <a:xfrm>
              <a:off x="5678793" y="4183560"/>
              <a:ext cx="331685" cy="35827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54" name="íṣḷíḓé"/>
            <p:cNvSpPr/>
            <p:nvPr/>
          </p:nvSpPr>
          <p:spPr bwMode="auto">
            <a:xfrm>
              <a:off x="5678793" y="4273705"/>
              <a:ext cx="225361" cy="38138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55" name="ïŝlîḓê"/>
            <p:cNvSpPr/>
            <p:nvPr/>
          </p:nvSpPr>
          <p:spPr bwMode="auto">
            <a:xfrm>
              <a:off x="6092533" y="4183560"/>
              <a:ext cx="248475" cy="35827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56" name="ïś1ïdè"/>
            <p:cNvSpPr/>
            <p:nvPr/>
          </p:nvSpPr>
          <p:spPr bwMode="auto">
            <a:xfrm>
              <a:off x="6406883" y="4183560"/>
              <a:ext cx="150241" cy="35827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57" name="iṩļiḋè"/>
            <p:cNvSpPr/>
            <p:nvPr/>
          </p:nvSpPr>
          <p:spPr bwMode="auto">
            <a:xfrm>
              <a:off x="6631088" y="4183560"/>
              <a:ext cx="146774" cy="35827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58" name="îšḻiḓê"/>
            <p:cNvSpPr/>
            <p:nvPr/>
          </p:nvSpPr>
          <p:spPr bwMode="auto">
            <a:xfrm>
              <a:off x="5971185" y="4273705"/>
              <a:ext cx="434543" cy="38138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59" name="îṧ1îḋè"/>
            <p:cNvSpPr/>
            <p:nvPr/>
          </p:nvSpPr>
          <p:spPr bwMode="auto">
            <a:xfrm>
              <a:off x="6461201" y="4273705"/>
              <a:ext cx="110947" cy="38138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60" name="îṣ1iḍè"/>
            <p:cNvSpPr/>
            <p:nvPr/>
          </p:nvSpPr>
          <p:spPr bwMode="auto">
            <a:xfrm>
              <a:off x="5864860" y="4366161"/>
              <a:ext cx="212649" cy="35827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61" name="ïşlîďe"/>
            <p:cNvSpPr/>
            <p:nvPr/>
          </p:nvSpPr>
          <p:spPr bwMode="auto">
            <a:xfrm>
              <a:off x="5296257" y="4547605"/>
              <a:ext cx="292392" cy="35827"/>
            </a:xfrm>
            <a:prstGeom prst="rect">
              <a:avLst/>
            </a:prstGeom>
            <a:solidFill>
              <a:srgbClr val="9A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62" name="íṣ1îḓè"/>
            <p:cNvSpPr/>
            <p:nvPr/>
          </p:nvSpPr>
          <p:spPr bwMode="auto">
            <a:xfrm>
              <a:off x="5296257" y="4637750"/>
              <a:ext cx="292392" cy="38138"/>
            </a:xfrm>
            <a:prstGeom prst="rect">
              <a:avLst/>
            </a:prstGeom>
            <a:solidFill>
              <a:srgbClr val="9A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63" name="îśľíḓê"/>
            <p:cNvSpPr/>
            <p:nvPr/>
          </p:nvSpPr>
          <p:spPr bwMode="auto">
            <a:xfrm>
              <a:off x="5678793" y="4547605"/>
              <a:ext cx="481926" cy="35827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64" name="îšḻîde"/>
            <p:cNvSpPr/>
            <p:nvPr/>
          </p:nvSpPr>
          <p:spPr bwMode="auto">
            <a:xfrm>
              <a:off x="5678793" y="4637750"/>
              <a:ext cx="262344" cy="38138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65" name="ï$1îḋè"/>
            <p:cNvSpPr/>
            <p:nvPr/>
          </p:nvSpPr>
          <p:spPr bwMode="auto">
            <a:xfrm>
              <a:off x="6231217" y="4547605"/>
              <a:ext cx="131750" cy="35827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66" name="íş1idè"/>
            <p:cNvSpPr/>
            <p:nvPr/>
          </p:nvSpPr>
          <p:spPr bwMode="auto">
            <a:xfrm>
              <a:off x="6419596" y="4547605"/>
              <a:ext cx="161798" cy="35827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67" name="íšḻîďe"/>
            <p:cNvSpPr/>
            <p:nvPr/>
          </p:nvSpPr>
          <p:spPr bwMode="auto">
            <a:xfrm>
              <a:off x="6198857" y="4637750"/>
              <a:ext cx="292392" cy="38138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68" name="ïş1îďê"/>
            <p:cNvSpPr/>
            <p:nvPr/>
          </p:nvSpPr>
          <p:spPr bwMode="auto">
            <a:xfrm>
              <a:off x="6001233" y="4637750"/>
              <a:ext cx="123660" cy="38138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  <p:pic>
        <p:nvPicPr>
          <p:cNvPr id="272" name="图片 271" descr="图片包含 星星, 碗, 水, 夜空&#10;&#10;描述已自动生成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5521" y="1204565"/>
            <a:ext cx="1436303" cy="871200"/>
          </a:xfrm>
          <a:prstGeom prst="rect">
            <a:avLst/>
          </a:prstGeom>
        </p:spPr>
      </p:pic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B54BD4-5486-4A33-9B83-769ED7785D49}" type="slidenum">
              <a:rPr lang="zh-CN" altLang="en-US" smtClean="0"/>
              <a:t>38</a:t>
            </a:fld>
            <a:endParaRPr lang="en-US" altLang="zh-CN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编程框架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1667236" y="1373155"/>
            <a:ext cx="8640960" cy="1840085"/>
          </a:xfrm>
        </p:spPr>
        <p:txBody>
          <a:bodyPr>
            <a:normAutofit/>
          </a:bodyPr>
          <a:lstStyle/>
          <a:p>
            <a:pPr algn="just"/>
            <a:r>
              <a:rPr lang="zh-CN" altLang="en-US" dirty="0"/>
              <a:t>将深度学习算法中的基本操作封装成一系列组件，帮助研究人员更简单的实现已有算法，或设计新的算法。这一系列深度学习组件，即构成一套深度学习框架</a:t>
            </a:r>
          </a:p>
          <a:p>
            <a:endParaRPr lang="zh-CN" altLang="en-US" dirty="0"/>
          </a:p>
        </p:txBody>
      </p:sp>
      <p:pic>
        <p:nvPicPr>
          <p:cNvPr id="5" name="图片 4" descr="v2-8de143e4cfda19791d6016020d8ffd12_r_副本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317373" y="2891079"/>
            <a:ext cx="1410879" cy="83639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224791" y="4094901"/>
            <a:ext cx="1518662" cy="87021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2" descr="https://ss0.bdstatic.com/70cFuHSh_Q1YnxGkpoWK1HF6hhy/it/u=3839881794,2835985268&amp;fm=26&amp;gp=0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2002" y="4055307"/>
            <a:ext cx="1807042" cy="9494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7372" y="5292952"/>
            <a:ext cx="1333500" cy="7239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1133" y="5312859"/>
            <a:ext cx="1628783" cy="684089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7745" y="3130032"/>
            <a:ext cx="1115559" cy="45726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1" name="内容占位符 2"/>
          <p:cNvSpPr txBox="1"/>
          <p:nvPr/>
        </p:nvSpPr>
        <p:spPr>
          <a:xfrm>
            <a:off x="1775521" y="3130093"/>
            <a:ext cx="5503163" cy="2927004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lnSpc>
                <a:spcPct val="150000"/>
              </a:lnSpc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/>
              <a:buChar char=""/>
              <a:defRPr kumimoji="0" sz="2600" kern="120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defRPr>
            </a:lvl1pPr>
            <a:lvl2pPr marL="548640" indent="-274320" algn="l" rtl="0" eaLnBrk="1" latinLnBrk="0" hangingPunct="1">
              <a:lnSpc>
                <a:spcPct val="150000"/>
              </a:lnSpc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/>
              <a:buChar char=""/>
              <a:defRPr kumimoji="0" sz="2300" kern="1200">
                <a:solidFill>
                  <a:schemeClr val="tx2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defRPr>
            </a:lvl2pPr>
            <a:lvl3pPr marL="822960" indent="-228600" algn="l" rtl="0" eaLnBrk="1" latinLnBrk="0" hangingPunct="1">
              <a:lnSpc>
                <a:spcPct val="150000"/>
              </a:lnSpc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 panose="05040102010807070707"/>
              <a:buChar char=""/>
              <a:defRPr kumimoji="0" sz="2000" kern="120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defRPr>
            </a:lvl3pPr>
            <a:lvl4pPr marL="1097280" indent="-228600" algn="l" rtl="0" eaLnBrk="1" latinLnBrk="0" hangingPunct="1">
              <a:lnSpc>
                <a:spcPct val="150000"/>
              </a:lnSpc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 panose="05000000000000000000"/>
              <a:buChar char=""/>
              <a:defRPr kumimoji="0" sz="1800" kern="120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defRPr>
            </a:lvl4pPr>
            <a:lvl5pPr marL="1371600" indent="-228600" algn="l" rtl="0" eaLnBrk="1" latinLnBrk="0" hangingPunct="1">
              <a:lnSpc>
                <a:spcPct val="150000"/>
              </a:lnSpc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/>
              <a:buChar char=""/>
              <a:defRPr kumimoji="0" sz="1600" kern="120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 panose="05040102010807070707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 panose="05040102010807070707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 panose="05040102010807070707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 panose="05040102010807070707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zh-CN" altLang="en-US" dirty="0"/>
              <a:t>以</a:t>
            </a:r>
            <a:r>
              <a:rPr lang="en-US" altLang="zh-CN" dirty="0" err="1"/>
              <a:t>Pytorch</a:t>
            </a:r>
            <a:r>
              <a:rPr lang="zh-CN" altLang="en-US" dirty="0"/>
              <a:t>为例</a:t>
            </a:r>
            <a:endParaRPr lang="en-US" altLang="zh-CN" dirty="0"/>
          </a:p>
        </p:txBody>
      </p:sp>
      <p:sp>
        <p:nvSpPr>
          <p:cNvPr id="14" name="灯片编号占位符 1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B54BD4-5486-4A33-9B83-769ED7785D49}" type="slidenum">
              <a:rPr lang="zh-CN" altLang="en-US" smtClean="0"/>
              <a:t>39</a:t>
            </a:fld>
            <a:endParaRPr lang="en-US" altLang="zh-CN" dirty="0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3D45D034-2101-3EBD-D9F8-94B8F72FD31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58152" y="4055307"/>
            <a:ext cx="4737898" cy="1545985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运行</a:t>
            </a:r>
          </a:p>
        </p:txBody>
      </p:sp>
      <p:cxnSp>
        <p:nvCxnSpPr>
          <p:cNvPr id="11" name="肘形连接符 10"/>
          <p:cNvCxnSpPr/>
          <p:nvPr/>
        </p:nvCxnSpPr>
        <p:spPr>
          <a:xfrm rot="10800000" flipV="1">
            <a:off x="3081941" y="3829049"/>
            <a:ext cx="4256885" cy="499466"/>
          </a:xfrm>
          <a:prstGeom prst="bentConnector3">
            <a:avLst>
              <a:gd name="adj1" fmla="val 100047"/>
            </a:avLst>
          </a:prstGeom>
          <a:noFill/>
          <a:ln w="28575" cap="flat" cmpd="sng">
            <a:solidFill>
              <a:srgbClr val="BC3649"/>
            </a:solidFill>
            <a:prstDash val="solid"/>
            <a:round/>
            <a:tailEnd type="triangle"/>
          </a:ln>
          <a:effectLst/>
        </p:spPr>
      </p:cxnSp>
      <p:cxnSp>
        <p:nvCxnSpPr>
          <p:cNvPr id="13" name="肘形连接符 12"/>
          <p:cNvCxnSpPr>
            <a:stCxn id="117" idx="2"/>
          </p:cNvCxnSpPr>
          <p:nvPr/>
        </p:nvCxnSpPr>
        <p:spPr>
          <a:xfrm rot="16200000" flipH="1">
            <a:off x="8108089" y="2593054"/>
            <a:ext cx="466732" cy="2005262"/>
          </a:xfrm>
          <a:prstGeom prst="bentConnector2">
            <a:avLst/>
          </a:prstGeom>
          <a:noFill/>
          <a:ln w="28575" cap="flat" cmpd="sng">
            <a:solidFill>
              <a:srgbClr val="BC364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8" name="retro-abacus_73707"/>
          <p:cNvSpPr/>
          <p:nvPr/>
        </p:nvSpPr>
        <p:spPr bwMode="auto">
          <a:xfrm>
            <a:off x="5787836" y="4354868"/>
            <a:ext cx="398466" cy="295119"/>
          </a:xfrm>
          <a:custGeom>
            <a:avLst/>
            <a:gdLst>
              <a:gd name="T0" fmla="*/ 432 w 5052"/>
              <a:gd name="T1" fmla="*/ 0 h 6493"/>
              <a:gd name="T2" fmla="*/ 0 w 5052"/>
              <a:gd name="T3" fmla="*/ 6061 h 6493"/>
              <a:gd name="T4" fmla="*/ 4619 w 5052"/>
              <a:gd name="T5" fmla="*/ 6493 h 6493"/>
              <a:gd name="T6" fmla="*/ 5052 w 5052"/>
              <a:gd name="T7" fmla="*/ 433 h 6493"/>
              <a:gd name="T8" fmla="*/ 613 w 5052"/>
              <a:gd name="T9" fmla="*/ 1036 h 6493"/>
              <a:gd name="T10" fmla="*/ 4116 w 5052"/>
              <a:gd name="T11" fmla="*/ 713 h 6493"/>
              <a:gd name="T12" fmla="*/ 4439 w 5052"/>
              <a:gd name="T13" fmla="*/ 1512 h 6493"/>
              <a:gd name="T14" fmla="*/ 935 w 5052"/>
              <a:gd name="T15" fmla="*/ 1835 h 6493"/>
              <a:gd name="T16" fmla="*/ 613 w 5052"/>
              <a:gd name="T17" fmla="*/ 1036 h 6493"/>
              <a:gd name="T18" fmla="*/ 1912 w 5052"/>
              <a:gd name="T19" fmla="*/ 5734 h 6493"/>
              <a:gd name="T20" fmla="*/ 1673 w 5052"/>
              <a:gd name="T21" fmla="*/ 5734 h 6493"/>
              <a:gd name="T22" fmla="*/ 1077 w 5052"/>
              <a:gd name="T23" fmla="*/ 5734 h 6493"/>
              <a:gd name="T24" fmla="*/ 838 w 5052"/>
              <a:gd name="T25" fmla="*/ 5734 h 6493"/>
              <a:gd name="T26" fmla="*/ 1136 w 5052"/>
              <a:gd name="T27" fmla="*/ 5197 h 6493"/>
              <a:gd name="T28" fmla="*/ 838 w 5052"/>
              <a:gd name="T29" fmla="*/ 4660 h 6493"/>
              <a:gd name="T30" fmla="*/ 1375 w 5052"/>
              <a:gd name="T31" fmla="*/ 4958 h 6493"/>
              <a:gd name="T32" fmla="*/ 1912 w 5052"/>
              <a:gd name="T33" fmla="*/ 4660 h 6493"/>
              <a:gd name="T34" fmla="*/ 1614 w 5052"/>
              <a:gd name="T35" fmla="*/ 5197 h 6493"/>
              <a:gd name="T36" fmla="*/ 1966 w 5052"/>
              <a:gd name="T37" fmla="*/ 3435 h 6493"/>
              <a:gd name="T38" fmla="*/ 1544 w 5052"/>
              <a:gd name="T39" fmla="*/ 3856 h 6493"/>
              <a:gd name="T40" fmla="*/ 1206 w 5052"/>
              <a:gd name="T41" fmla="*/ 3856 h 6493"/>
              <a:gd name="T42" fmla="*/ 784 w 5052"/>
              <a:gd name="T43" fmla="*/ 3435 h 6493"/>
              <a:gd name="T44" fmla="*/ 784 w 5052"/>
              <a:gd name="T45" fmla="*/ 3097 h 6493"/>
              <a:gd name="T46" fmla="*/ 1206 w 5052"/>
              <a:gd name="T47" fmla="*/ 2675 h 6493"/>
              <a:gd name="T48" fmla="*/ 1544 w 5052"/>
              <a:gd name="T49" fmla="*/ 2675 h 6493"/>
              <a:gd name="T50" fmla="*/ 1966 w 5052"/>
              <a:gd name="T51" fmla="*/ 3097 h 6493"/>
              <a:gd name="T52" fmla="*/ 1966 w 5052"/>
              <a:gd name="T53" fmla="*/ 3435 h 6493"/>
              <a:gd name="T54" fmla="*/ 3102 w 5052"/>
              <a:gd name="T55" fmla="*/ 5772 h 6493"/>
              <a:gd name="T56" fmla="*/ 3937 w 5052"/>
              <a:gd name="T57" fmla="*/ 4698 h 6493"/>
              <a:gd name="T58" fmla="*/ 4176 w 5052"/>
              <a:gd name="T59" fmla="*/ 4937 h 6493"/>
              <a:gd name="T60" fmla="*/ 3221 w 5052"/>
              <a:gd name="T61" fmla="*/ 5822 h 6493"/>
              <a:gd name="T62" fmla="*/ 3228 w 5052"/>
              <a:gd name="T63" fmla="*/ 4573 h 6493"/>
              <a:gd name="T64" fmla="*/ 3228 w 5052"/>
              <a:gd name="T65" fmla="*/ 4986 h 6493"/>
              <a:gd name="T66" fmla="*/ 4134 w 5052"/>
              <a:gd name="T67" fmla="*/ 5822 h 6493"/>
              <a:gd name="T68" fmla="*/ 4134 w 5052"/>
              <a:gd name="T69" fmla="*/ 5408 h 6493"/>
              <a:gd name="T70" fmla="*/ 4134 w 5052"/>
              <a:gd name="T71" fmla="*/ 5822 h 6493"/>
              <a:gd name="T72" fmla="*/ 3090 w 5052"/>
              <a:gd name="T73" fmla="*/ 3435 h 6493"/>
              <a:gd name="T74" fmla="*/ 3090 w 5052"/>
              <a:gd name="T75" fmla="*/ 3097 h 6493"/>
              <a:gd name="T76" fmla="*/ 4441 w 5052"/>
              <a:gd name="T77" fmla="*/ 3266 h 64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5052" h="6493">
                <a:moveTo>
                  <a:pt x="4619" y="0"/>
                </a:moveTo>
                <a:lnTo>
                  <a:pt x="432" y="0"/>
                </a:lnTo>
                <a:cubicBezTo>
                  <a:pt x="194" y="0"/>
                  <a:pt x="0" y="194"/>
                  <a:pt x="0" y="433"/>
                </a:cubicBezTo>
                <a:lnTo>
                  <a:pt x="0" y="6061"/>
                </a:lnTo>
                <a:cubicBezTo>
                  <a:pt x="0" y="6299"/>
                  <a:pt x="194" y="6493"/>
                  <a:pt x="432" y="6493"/>
                </a:cubicBezTo>
                <a:lnTo>
                  <a:pt x="4619" y="6493"/>
                </a:lnTo>
                <a:cubicBezTo>
                  <a:pt x="4858" y="6493"/>
                  <a:pt x="5052" y="6299"/>
                  <a:pt x="5052" y="6061"/>
                </a:cubicBezTo>
                <a:lnTo>
                  <a:pt x="5052" y="433"/>
                </a:lnTo>
                <a:cubicBezTo>
                  <a:pt x="5052" y="194"/>
                  <a:pt x="4858" y="0"/>
                  <a:pt x="4619" y="0"/>
                </a:cubicBezTo>
                <a:close/>
                <a:moveTo>
                  <a:pt x="613" y="1036"/>
                </a:moveTo>
                <a:cubicBezTo>
                  <a:pt x="613" y="858"/>
                  <a:pt x="757" y="713"/>
                  <a:pt x="935" y="713"/>
                </a:cubicBezTo>
                <a:lnTo>
                  <a:pt x="4116" y="713"/>
                </a:lnTo>
                <a:cubicBezTo>
                  <a:pt x="4295" y="713"/>
                  <a:pt x="4439" y="858"/>
                  <a:pt x="4439" y="1036"/>
                </a:cubicBezTo>
                <a:lnTo>
                  <a:pt x="4439" y="1512"/>
                </a:lnTo>
                <a:cubicBezTo>
                  <a:pt x="4439" y="1690"/>
                  <a:pt x="4295" y="1835"/>
                  <a:pt x="4116" y="1835"/>
                </a:cubicBezTo>
                <a:lnTo>
                  <a:pt x="935" y="1835"/>
                </a:lnTo>
                <a:cubicBezTo>
                  <a:pt x="757" y="1835"/>
                  <a:pt x="613" y="1690"/>
                  <a:pt x="613" y="1512"/>
                </a:cubicBezTo>
                <a:lnTo>
                  <a:pt x="613" y="1036"/>
                </a:lnTo>
                <a:close/>
                <a:moveTo>
                  <a:pt x="1912" y="5496"/>
                </a:moveTo>
                <a:cubicBezTo>
                  <a:pt x="1978" y="5562"/>
                  <a:pt x="1978" y="5668"/>
                  <a:pt x="1912" y="5734"/>
                </a:cubicBezTo>
                <a:cubicBezTo>
                  <a:pt x="1879" y="5767"/>
                  <a:pt x="1836" y="5784"/>
                  <a:pt x="1793" y="5784"/>
                </a:cubicBezTo>
                <a:cubicBezTo>
                  <a:pt x="1750" y="5784"/>
                  <a:pt x="1706" y="5767"/>
                  <a:pt x="1673" y="5734"/>
                </a:cubicBezTo>
                <a:lnTo>
                  <a:pt x="1375" y="5436"/>
                </a:lnTo>
                <a:lnTo>
                  <a:pt x="1077" y="5734"/>
                </a:lnTo>
                <a:cubicBezTo>
                  <a:pt x="1044" y="5767"/>
                  <a:pt x="1001" y="5784"/>
                  <a:pt x="957" y="5784"/>
                </a:cubicBezTo>
                <a:cubicBezTo>
                  <a:pt x="914" y="5784"/>
                  <a:pt x="871" y="5767"/>
                  <a:pt x="838" y="5734"/>
                </a:cubicBezTo>
                <a:cubicBezTo>
                  <a:pt x="772" y="5668"/>
                  <a:pt x="772" y="5562"/>
                  <a:pt x="838" y="5496"/>
                </a:cubicBezTo>
                <a:lnTo>
                  <a:pt x="1136" y="5197"/>
                </a:lnTo>
                <a:lnTo>
                  <a:pt x="838" y="4899"/>
                </a:lnTo>
                <a:cubicBezTo>
                  <a:pt x="772" y="4833"/>
                  <a:pt x="772" y="4726"/>
                  <a:pt x="838" y="4660"/>
                </a:cubicBezTo>
                <a:cubicBezTo>
                  <a:pt x="904" y="4594"/>
                  <a:pt x="1011" y="4594"/>
                  <a:pt x="1077" y="4660"/>
                </a:cubicBezTo>
                <a:lnTo>
                  <a:pt x="1375" y="4958"/>
                </a:lnTo>
                <a:lnTo>
                  <a:pt x="1673" y="4660"/>
                </a:lnTo>
                <a:cubicBezTo>
                  <a:pt x="1739" y="4594"/>
                  <a:pt x="1846" y="4594"/>
                  <a:pt x="1912" y="4660"/>
                </a:cubicBezTo>
                <a:cubicBezTo>
                  <a:pt x="1978" y="4726"/>
                  <a:pt x="1978" y="4833"/>
                  <a:pt x="1912" y="4899"/>
                </a:cubicBezTo>
                <a:lnTo>
                  <a:pt x="1614" y="5197"/>
                </a:lnTo>
                <a:lnTo>
                  <a:pt x="1912" y="5496"/>
                </a:lnTo>
                <a:close/>
                <a:moveTo>
                  <a:pt x="1966" y="3435"/>
                </a:moveTo>
                <a:lnTo>
                  <a:pt x="1544" y="3435"/>
                </a:lnTo>
                <a:lnTo>
                  <a:pt x="1544" y="3856"/>
                </a:lnTo>
                <a:cubicBezTo>
                  <a:pt x="1544" y="3950"/>
                  <a:pt x="1468" y="4025"/>
                  <a:pt x="1375" y="4025"/>
                </a:cubicBezTo>
                <a:cubicBezTo>
                  <a:pt x="1282" y="4025"/>
                  <a:pt x="1206" y="3950"/>
                  <a:pt x="1206" y="3856"/>
                </a:cubicBezTo>
                <a:lnTo>
                  <a:pt x="1206" y="3435"/>
                </a:lnTo>
                <a:lnTo>
                  <a:pt x="784" y="3435"/>
                </a:lnTo>
                <a:cubicBezTo>
                  <a:pt x="691" y="3435"/>
                  <a:pt x="615" y="3359"/>
                  <a:pt x="615" y="3266"/>
                </a:cubicBezTo>
                <a:cubicBezTo>
                  <a:pt x="615" y="3172"/>
                  <a:pt x="691" y="3097"/>
                  <a:pt x="784" y="3097"/>
                </a:cubicBezTo>
                <a:lnTo>
                  <a:pt x="1206" y="3097"/>
                </a:lnTo>
                <a:lnTo>
                  <a:pt x="1206" y="2675"/>
                </a:lnTo>
                <a:cubicBezTo>
                  <a:pt x="1206" y="2582"/>
                  <a:pt x="1282" y="2506"/>
                  <a:pt x="1375" y="2506"/>
                </a:cubicBezTo>
                <a:cubicBezTo>
                  <a:pt x="1468" y="2506"/>
                  <a:pt x="1544" y="2582"/>
                  <a:pt x="1544" y="2675"/>
                </a:cubicBezTo>
                <a:lnTo>
                  <a:pt x="1544" y="3097"/>
                </a:lnTo>
                <a:lnTo>
                  <a:pt x="1966" y="3097"/>
                </a:lnTo>
                <a:cubicBezTo>
                  <a:pt x="2059" y="3097"/>
                  <a:pt x="2135" y="3172"/>
                  <a:pt x="2135" y="3266"/>
                </a:cubicBezTo>
                <a:cubicBezTo>
                  <a:pt x="2135" y="3359"/>
                  <a:pt x="2059" y="3435"/>
                  <a:pt x="1966" y="3435"/>
                </a:cubicBezTo>
                <a:close/>
                <a:moveTo>
                  <a:pt x="3221" y="5822"/>
                </a:moveTo>
                <a:cubicBezTo>
                  <a:pt x="3178" y="5822"/>
                  <a:pt x="3134" y="5805"/>
                  <a:pt x="3102" y="5772"/>
                </a:cubicBezTo>
                <a:cubicBezTo>
                  <a:pt x="3036" y="5707"/>
                  <a:pt x="3036" y="5600"/>
                  <a:pt x="3102" y="5534"/>
                </a:cubicBezTo>
                <a:lnTo>
                  <a:pt x="3937" y="4698"/>
                </a:lnTo>
                <a:cubicBezTo>
                  <a:pt x="4003" y="4632"/>
                  <a:pt x="4110" y="4632"/>
                  <a:pt x="4176" y="4698"/>
                </a:cubicBezTo>
                <a:cubicBezTo>
                  <a:pt x="4242" y="4764"/>
                  <a:pt x="4242" y="4871"/>
                  <a:pt x="4176" y="4937"/>
                </a:cubicBezTo>
                <a:lnTo>
                  <a:pt x="3340" y="5772"/>
                </a:lnTo>
                <a:cubicBezTo>
                  <a:pt x="3307" y="5805"/>
                  <a:pt x="3264" y="5822"/>
                  <a:pt x="3221" y="5822"/>
                </a:cubicBezTo>
                <a:close/>
                <a:moveTo>
                  <a:pt x="3021" y="4779"/>
                </a:moveTo>
                <a:cubicBezTo>
                  <a:pt x="3021" y="4665"/>
                  <a:pt x="3113" y="4573"/>
                  <a:pt x="3228" y="4573"/>
                </a:cubicBezTo>
                <a:cubicBezTo>
                  <a:pt x="3342" y="4573"/>
                  <a:pt x="3434" y="4665"/>
                  <a:pt x="3434" y="4779"/>
                </a:cubicBezTo>
                <a:cubicBezTo>
                  <a:pt x="3434" y="4894"/>
                  <a:pt x="3342" y="4986"/>
                  <a:pt x="3228" y="4986"/>
                </a:cubicBezTo>
                <a:cubicBezTo>
                  <a:pt x="3113" y="4986"/>
                  <a:pt x="3021" y="4894"/>
                  <a:pt x="3021" y="4779"/>
                </a:cubicBezTo>
                <a:close/>
                <a:moveTo>
                  <a:pt x="4134" y="5822"/>
                </a:moveTo>
                <a:cubicBezTo>
                  <a:pt x="4020" y="5822"/>
                  <a:pt x="3927" y="5729"/>
                  <a:pt x="3927" y="5615"/>
                </a:cubicBezTo>
                <a:cubicBezTo>
                  <a:pt x="3927" y="5501"/>
                  <a:pt x="4020" y="5408"/>
                  <a:pt x="4134" y="5408"/>
                </a:cubicBezTo>
                <a:cubicBezTo>
                  <a:pt x="4249" y="5408"/>
                  <a:pt x="4341" y="5501"/>
                  <a:pt x="4341" y="5615"/>
                </a:cubicBezTo>
                <a:cubicBezTo>
                  <a:pt x="4341" y="5729"/>
                  <a:pt x="4249" y="5822"/>
                  <a:pt x="4134" y="5822"/>
                </a:cubicBezTo>
                <a:close/>
                <a:moveTo>
                  <a:pt x="4272" y="3435"/>
                </a:moveTo>
                <a:lnTo>
                  <a:pt x="3090" y="3435"/>
                </a:lnTo>
                <a:cubicBezTo>
                  <a:pt x="2997" y="3435"/>
                  <a:pt x="2921" y="3359"/>
                  <a:pt x="2921" y="3266"/>
                </a:cubicBezTo>
                <a:cubicBezTo>
                  <a:pt x="2921" y="3172"/>
                  <a:pt x="2997" y="3097"/>
                  <a:pt x="3090" y="3097"/>
                </a:cubicBezTo>
                <a:lnTo>
                  <a:pt x="4272" y="3097"/>
                </a:lnTo>
                <a:cubicBezTo>
                  <a:pt x="4365" y="3097"/>
                  <a:pt x="4441" y="3172"/>
                  <a:pt x="4441" y="3266"/>
                </a:cubicBezTo>
                <a:cubicBezTo>
                  <a:pt x="4441" y="3359"/>
                  <a:pt x="4365" y="3435"/>
                  <a:pt x="4272" y="3435"/>
                </a:cubicBezTo>
                <a:close/>
              </a:path>
            </a:pathLst>
          </a:custGeom>
          <a:solidFill>
            <a:srgbClr val="BC3649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retro-abacus_73707"/>
          <p:cNvSpPr/>
          <p:nvPr/>
        </p:nvSpPr>
        <p:spPr bwMode="auto">
          <a:xfrm>
            <a:off x="2882706" y="4354868"/>
            <a:ext cx="398466" cy="295119"/>
          </a:xfrm>
          <a:custGeom>
            <a:avLst/>
            <a:gdLst>
              <a:gd name="T0" fmla="*/ 278945 h 440259"/>
              <a:gd name="T1" fmla="*/ 278945 h 440259"/>
              <a:gd name="T2" fmla="*/ 278945 h 440259"/>
              <a:gd name="T3" fmla="*/ 278945 h 440259"/>
              <a:gd name="T4" fmla="*/ 278945 h 440259"/>
              <a:gd name="T5" fmla="*/ 278945 h 440259"/>
              <a:gd name="T6" fmla="*/ 278945 h 440259"/>
              <a:gd name="T7" fmla="*/ 278945 h 440259"/>
              <a:gd name="T8" fmla="*/ 278945 h 440259"/>
              <a:gd name="T9" fmla="*/ 278945 h 440259"/>
              <a:gd name="T10" fmla="*/ 278945 h 440259"/>
              <a:gd name="T11" fmla="*/ 278945 h 440259"/>
              <a:gd name="T12" fmla="*/ 278945 h 440259"/>
              <a:gd name="T13" fmla="*/ 278945 h 440259"/>
              <a:gd name="T14" fmla="*/ 278945 h 440259"/>
              <a:gd name="T15" fmla="*/ 278945 h 440259"/>
              <a:gd name="T16" fmla="*/ 278945 h 440259"/>
              <a:gd name="T17" fmla="*/ 278945 h 440259"/>
              <a:gd name="T18" fmla="*/ 278945 h 440259"/>
              <a:gd name="T19" fmla="*/ 278945 h 440259"/>
              <a:gd name="T20" fmla="*/ 278945 h 440259"/>
              <a:gd name="T21" fmla="*/ 278945 h 440259"/>
              <a:gd name="T22" fmla="*/ 278945 h 440259"/>
              <a:gd name="T23" fmla="*/ 278945 h 440259"/>
              <a:gd name="T24" fmla="*/ 278945 h 440259"/>
              <a:gd name="T25" fmla="*/ 278945 h 440259"/>
              <a:gd name="T26" fmla="*/ 278945 h 440259"/>
              <a:gd name="T27" fmla="*/ 278945 h 440259"/>
              <a:gd name="T28" fmla="*/ 278945 h 440259"/>
              <a:gd name="T29" fmla="*/ 278945 h 440259"/>
              <a:gd name="T30" fmla="*/ 278945 h 440259"/>
              <a:gd name="T31" fmla="*/ 278945 h 440259"/>
              <a:gd name="T32" fmla="*/ 278945 h 440259"/>
              <a:gd name="T33" fmla="*/ 278945 h 440259"/>
              <a:gd name="T34" fmla="*/ 278945 h 440259"/>
              <a:gd name="T35" fmla="*/ 278945 h 440259"/>
              <a:gd name="T36" fmla="*/ 278945 h 440259"/>
              <a:gd name="T37" fmla="*/ 278945 h 440259"/>
              <a:gd name="T38" fmla="*/ 278945 h 440259"/>
              <a:gd name="T39" fmla="*/ 278945 h 440259"/>
              <a:gd name="T40" fmla="*/ 278945 h 440259"/>
              <a:gd name="T41" fmla="*/ 278945 h 440259"/>
              <a:gd name="T42" fmla="*/ 278945 h 440259"/>
              <a:gd name="T43" fmla="*/ 278945 h 440259"/>
              <a:gd name="T44" fmla="*/ 88862 h 440259"/>
              <a:gd name="T45" fmla="*/ 88862 h 440259"/>
              <a:gd name="T46" fmla="*/ 278945 h 440259"/>
              <a:gd name="T47" fmla="*/ 278945 h 440259"/>
              <a:gd name="T48" fmla="*/ 278945 h 440259"/>
              <a:gd name="T49" fmla="*/ 278945 h 440259"/>
              <a:gd name="T50" fmla="*/ 278945 h 440259"/>
              <a:gd name="T51" fmla="*/ 278945 h 440259"/>
              <a:gd name="T52" fmla="*/ 278945 h 440259"/>
              <a:gd name="T53" fmla="*/ 278945 h 440259"/>
              <a:gd name="T54" fmla="*/ 278945 h 440259"/>
              <a:gd name="T55" fmla="*/ 278945 h 440259"/>
              <a:gd name="T56" fmla="*/ 278945 h 440259"/>
              <a:gd name="T57" fmla="*/ 278945 h 440259"/>
              <a:gd name="T58" fmla="*/ 278945 h 440259"/>
              <a:gd name="T59" fmla="*/ 278945 h 440259"/>
              <a:gd name="T60" fmla="*/ 278945 h 440259"/>
              <a:gd name="T61" fmla="*/ 278945 h 440259"/>
              <a:gd name="T62" fmla="*/ 278945 h 440259"/>
              <a:gd name="T63" fmla="*/ 278945 h 440259"/>
              <a:gd name="T64" fmla="*/ 278945 h 440259"/>
              <a:gd name="T65" fmla="*/ 278945 h 440259"/>
              <a:gd name="T66" fmla="*/ 278945 h 440259"/>
              <a:gd name="T67" fmla="*/ 278945 h 440259"/>
              <a:gd name="T68" fmla="*/ 278945 h 440259"/>
              <a:gd name="T69" fmla="*/ 278945 h 440259"/>
              <a:gd name="T70" fmla="*/ 278945 h 440259"/>
              <a:gd name="T71" fmla="*/ 278945 h 440259"/>
              <a:gd name="T72" fmla="*/ 278945 h 440259"/>
              <a:gd name="T73" fmla="*/ 278945 h 440259"/>
              <a:gd name="T74" fmla="*/ 278945 h 440259"/>
              <a:gd name="T75" fmla="*/ 278945 h 440259"/>
              <a:gd name="T76" fmla="*/ 278945 h 440259"/>
              <a:gd name="T77" fmla="*/ 278945 h 440259"/>
              <a:gd name="T78" fmla="*/ 278945 h 440259"/>
              <a:gd name="T79" fmla="*/ 278945 h 440259"/>
              <a:gd name="T80" fmla="*/ 278945 h 440259"/>
              <a:gd name="T81" fmla="*/ 278945 h 440259"/>
              <a:gd name="T82" fmla="*/ 278945 h 440259"/>
              <a:gd name="T83" fmla="*/ 278945 h 440259"/>
              <a:gd name="T84" fmla="*/ 278945 h 440259"/>
              <a:gd name="T85" fmla="*/ 278945 h 440259"/>
              <a:gd name="T86" fmla="*/ 278945 h 440259"/>
              <a:gd name="T87" fmla="*/ 278945 h 440259"/>
              <a:gd name="T88" fmla="*/ 278945 h 440259"/>
              <a:gd name="T89" fmla="*/ 278945 h 440259"/>
              <a:gd name="T90" fmla="*/ 278945 h 440259"/>
              <a:gd name="T91" fmla="*/ 278945 h 440259"/>
              <a:gd name="T92" fmla="*/ 278945 h 440259"/>
              <a:gd name="T93" fmla="*/ 278945 h 440259"/>
              <a:gd name="T94" fmla="*/ 278945 h 440259"/>
              <a:gd name="T95" fmla="*/ 278945 h 440259"/>
              <a:gd name="T96" fmla="*/ 278945 h 440259"/>
              <a:gd name="T97" fmla="*/ 278945 h 440259"/>
              <a:gd name="T98" fmla="*/ 278945 h 440259"/>
              <a:gd name="T99" fmla="*/ 278945 h 440259"/>
              <a:gd name="T100" fmla="*/ 278945 h 440259"/>
              <a:gd name="T101" fmla="*/ 278945 h 4402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2648" h="2613">
                <a:moveTo>
                  <a:pt x="2582" y="0"/>
                </a:moveTo>
                <a:lnTo>
                  <a:pt x="2362" y="0"/>
                </a:lnTo>
                <a:cubicBezTo>
                  <a:pt x="2325" y="0"/>
                  <a:pt x="2296" y="29"/>
                  <a:pt x="2296" y="66"/>
                </a:cubicBezTo>
                <a:lnTo>
                  <a:pt x="2296" y="386"/>
                </a:lnTo>
                <a:lnTo>
                  <a:pt x="1455" y="386"/>
                </a:lnTo>
                <a:lnTo>
                  <a:pt x="1455" y="361"/>
                </a:lnTo>
                <a:cubicBezTo>
                  <a:pt x="1455" y="261"/>
                  <a:pt x="1374" y="180"/>
                  <a:pt x="1275" y="180"/>
                </a:cubicBezTo>
                <a:lnTo>
                  <a:pt x="1272" y="180"/>
                </a:lnTo>
                <a:cubicBezTo>
                  <a:pt x="1173" y="180"/>
                  <a:pt x="1091" y="261"/>
                  <a:pt x="1091" y="361"/>
                </a:cubicBezTo>
                <a:lnTo>
                  <a:pt x="1091" y="386"/>
                </a:lnTo>
                <a:lnTo>
                  <a:pt x="918" y="386"/>
                </a:lnTo>
                <a:lnTo>
                  <a:pt x="918" y="361"/>
                </a:lnTo>
                <a:cubicBezTo>
                  <a:pt x="918" y="261"/>
                  <a:pt x="836" y="180"/>
                  <a:pt x="737" y="180"/>
                </a:cubicBezTo>
                <a:lnTo>
                  <a:pt x="734" y="180"/>
                </a:lnTo>
                <a:cubicBezTo>
                  <a:pt x="635" y="180"/>
                  <a:pt x="554" y="261"/>
                  <a:pt x="554" y="361"/>
                </a:cubicBezTo>
                <a:lnTo>
                  <a:pt x="554" y="386"/>
                </a:lnTo>
                <a:lnTo>
                  <a:pt x="353" y="386"/>
                </a:lnTo>
                <a:lnTo>
                  <a:pt x="353" y="66"/>
                </a:lnTo>
                <a:cubicBezTo>
                  <a:pt x="353" y="29"/>
                  <a:pt x="323" y="0"/>
                  <a:pt x="286" y="0"/>
                </a:cubicBezTo>
                <a:lnTo>
                  <a:pt x="67" y="0"/>
                </a:lnTo>
                <a:cubicBezTo>
                  <a:pt x="30" y="0"/>
                  <a:pt x="0" y="29"/>
                  <a:pt x="0" y="66"/>
                </a:cubicBezTo>
                <a:lnTo>
                  <a:pt x="0" y="2546"/>
                </a:lnTo>
                <a:cubicBezTo>
                  <a:pt x="0" y="2583"/>
                  <a:pt x="30" y="2613"/>
                  <a:pt x="67" y="2613"/>
                </a:cubicBezTo>
                <a:lnTo>
                  <a:pt x="286" y="2613"/>
                </a:lnTo>
                <a:cubicBezTo>
                  <a:pt x="323" y="2613"/>
                  <a:pt x="353" y="2583"/>
                  <a:pt x="353" y="2546"/>
                </a:cubicBezTo>
                <a:lnTo>
                  <a:pt x="353" y="2226"/>
                </a:lnTo>
                <a:lnTo>
                  <a:pt x="496" y="2226"/>
                </a:lnTo>
                <a:lnTo>
                  <a:pt x="496" y="2259"/>
                </a:lnTo>
                <a:cubicBezTo>
                  <a:pt x="496" y="2358"/>
                  <a:pt x="577" y="2440"/>
                  <a:pt x="676" y="2440"/>
                </a:cubicBezTo>
                <a:lnTo>
                  <a:pt x="679" y="2440"/>
                </a:lnTo>
                <a:cubicBezTo>
                  <a:pt x="778" y="2440"/>
                  <a:pt x="860" y="2358"/>
                  <a:pt x="860" y="2259"/>
                </a:cubicBezTo>
                <a:lnTo>
                  <a:pt x="860" y="2226"/>
                </a:lnTo>
                <a:lnTo>
                  <a:pt x="1033" y="2226"/>
                </a:lnTo>
                <a:lnTo>
                  <a:pt x="1033" y="2259"/>
                </a:lnTo>
                <a:cubicBezTo>
                  <a:pt x="1033" y="2358"/>
                  <a:pt x="1115" y="2440"/>
                  <a:pt x="1214" y="2440"/>
                </a:cubicBezTo>
                <a:lnTo>
                  <a:pt x="1217" y="2440"/>
                </a:lnTo>
                <a:cubicBezTo>
                  <a:pt x="1316" y="2440"/>
                  <a:pt x="1397" y="2358"/>
                  <a:pt x="1397" y="2259"/>
                </a:cubicBezTo>
                <a:lnTo>
                  <a:pt x="1397" y="2226"/>
                </a:lnTo>
                <a:lnTo>
                  <a:pt x="2296" y="2226"/>
                </a:lnTo>
                <a:lnTo>
                  <a:pt x="2296" y="2546"/>
                </a:lnTo>
                <a:cubicBezTo>
                  <a:pt x="2296" y="2583"/>
                  <a:pt x="2325" y="2613"/>
                  <a:pt x="2362" y="2613"/>
                </a:cubicBezTo>
                <a:lnTo>
                  <a:pt x="2582" y="2613"/>
                </a:lnTo>
                <a:cubicBezTo>
                  <a:pt x="2619" y="2613"/>
                  <a:pt x="2648" y="2583"/>
                  <a:pt x="2648" y="2546"/>
                </a:cubicBezTo>
                <a:lnTo>
                  <a:pt x="2648" y="66"/>
                </a:lnTo>
                <a:cubicBezTo>
                  <a:pt x="2648" y="29"/>
                  <a:pt x="2619" y="0"/>
                  <a:pt x="2582" y="0"/>
                </a:cubicBezTo>
                <a:close/>
                <a:moveTo>
                  <a:pt x="553" y="520"/>
                </a:moveTo>
                <a:lnTo>
                  <a:pt x="553" y="559"/>
                </a:lnTo>
                <a:cubicBezTo>
                  <a:pt x="553" y="659"/>
                  <a:pt x="635" y="740"/>
                  <a:pt x="734" y="740"/>
                </a:cubicBezTo>
                <a:lnTo>
                  <a:pt x="737" y="740"/>
                </a:lnTo>
                <a:cubicBezTo>
                  <a:pt x="836" y="740"/>
                  <a:pt x="918" y="659"/>
                  <a:pt x="918" y="559"/>
                </a:cubicBezTo>
                <a:lnTo>
                  <a:pt x="918" y="520"/>
                </a:lnTo>
                <a:lnTo>
                  <a:pt x="1091" y="520"/>
                </a:lnTo>
                <a:lnTo>
                  <a:pt x="1091" y="559"/>
                </a:lnTo>
                <a:cubicBezTo>
                  <a:pt x="1091" y="659"/>
                  <a:pt x="1172" y="740"/>
                  <a:pt x="1272" y="740"/>
                </a:cubicBezTo>
                <a:lnTo>
                  <a:pt x="1275" y="740"/>
                </a:lnTo>
                <a:cubicBezTo>
                  <a:pt x="1374" y="740"/>
                  <a:pt x="1455" y="659"/>
                  <a:pt x="1455" y="559"/>
                </a:cubicBezTo>
                <a:lnTo>
                  <a:pt x="1455" y="520"/>
                </a:lnTo>
                <a:lnTo>
                  <a:pt x="2296" y="520"/>
                </a:lnTo>
                <a:lnTo>
                  <a:pt x="2296" y="1240"/>
                </a:lnTo>
                <a:lnTo>
                  <a:pt x="2051" y="1240"/>
                </a:lnTo>
                <a:lnTo>
                  <a:pt x="2051" y="1188"/>
                </a:lnTo>
                <a:cubicBezTo>
                  <a:pt x="2051" y="1088"/>
                  <a:pt x="1970" y="1007"/>
                  <a:pt x="1870" y="1007"/>
                </a:cubicBezTo>
                <a:lnTo>
                  <a:pt x="1868" y="1007"/>
                </a:lnTo>
                <a:cubicBezTo>
                  <a:pt x="1768" y="1007"/>
                  <a:pt x="1687" y="1088"/>
                  <a:pt x="1687" y="1188"/>
                </a:cubicBezTo>
                <a:lnTo>
                  <a:pt x="1687" y="1240"/>
                </a:lnTo>
                <a:lnTo>
                  <a:pt x="1513" y="1240"/>
                </a:lnTo>
                <a:lnTo>
                  <a:pt x="1513" y="1188"/>
                </a:lnTo>
                <a:cubicBezTo>
                  <a:pt x="1513" y="1088"/>
                  <a:pt x="1432" y="1007"/>
                  <a:pt x="1332" y="1007"/>
                </a:cubicBezTo>
                <a:lnTo>
                  <a:pt x="1330" y="1007"/>
                </a:lnTo>
                <a:cubicBezTo>
                  <a:pt x="1230" y="1007"/>
                  <a:pt x="1149" y="1088"/>
                  <a:pt x="1149" y="1188"/>
                </a:cubicBezTo>
                <a:lnTo>
                  <a:pt x="1149" y="1240"/>
                </a:lnTo>
                <a:lnTo>
                  <a:pt x="353" y="1240"/>
                </a:lnTo>
                <a:lnTo>
                  <a:pt x="353" y="520"/>
                </a:lnTo>
                <a:lnTo>
                  <a:pt x="553" y="520"/>
                </a:lnTo>
                <a:close/>
                <a:moveTo>
                  <a:pt x="1397" y="2093"/>
                </a:moveTo>
                <a:lnTo>
                  <a:pt x="1397" y="2060"/>
                </a:lnTo>
                <a:cubicBezTo>
                  <a:pt x="1397" y="1961"/>
                  <a:pt x="1316" y="1880"/>
                  <a:pt x="1217" y="1880"/>
                </a:cubicBezTo>
                <a:lnTo>
                  <a:pt x="1214" y="1880"/>
                </a:lnTo>
                <a:cubicBezTo>
                  <a:pt x="1115" y="1880"/>
                  <a:pt x="1033" y="1961"/>
                  <a:pt x="1033" y="2060"/>
                </a:cubicBezTo>
                <a:lnTo>
                  <a:pt x="1033" y="2093"/>
                </a:lnTo>
                <a:lnTo>
                  <a:pt x="860" y="2093"/>
                </a:lnTo>
                <a:lnTo>
                  <a:pt x="860" y="2060"/>
                </a:lnTo>
                <a:cubicBezTo>
                  <a:pt x="860" y="1961"/>
                  <a:pt x="778" y="1880"/>
                  <a:pt x="679" y="1880"/>
                </a:cubicBezTo>
                <a:lnTo>
                  <a:pt x="676" y="1880"/>
                </a:lnTo>
                <a:cubicBezTo>
                  <a:pt x="577" y="1880"/>
                  <a:pt x="496" y="1961"/>
                  <a:pt x="496" y="2060"/>
                </a:cubicBezTo>
                <a:lnTo>
                  <a:pt x="496" y="2093"/>
                </a:lnTo>
                <a:lnTo>
                  <a:pt x="353" y="2093"/>
                </a:lnTo>
                <a:lnTo>
                  <a:pt x="353" y="1373"/>
                </a:lnTo>
                <a:lnTo>
                  <a:pt x="1149" y="1373"/>
                </a:lnTo>
                <a:lnTo>
                  <a:pt x="1149" y="1386"/>
                </a:lnTo>
                <a:cubicBezTo>
                  <a:pt x="1149" y="1486"/>
                  <a:pt x="1230" y="1567"/>
                  <a:pt x="1330" y="1567"/>
                </a:cubicBezTo>
                <a:lnTo>
                  <a:pt x="1332" y="1567"/>
                </a:lnTo>
                <a:cubicBezTo>
                  <a:pt x="1432" y="1567"/>
                  <a:pt x="1513" y="1486"/>
                  <a:pt x="1513" y="1386"/>
                </a:cubicBezTo>
                <a:lnTo>
                  <a:pt x="1513" y="1373"/>
                </a:lnTo>
                <a:lnTo>
                  <a:pt x="1687" y="1373"/>
                </a:lnTo>
                <a:lnTo>
                  <a:pt x="1687" y="1386"/>
                </a:lnTo>
                <a:cubicBezTo>
                  <a:pt x="1687" y="1486"/>
                  <a:pt x="1768" y="1567"/>
                  <a:pt x="1868" y="1567"/>
                </a:cubicBezTo>
                <a:lnTo>
                  <a:pt x="1870" y="1567"/>
                </a:lnTo>
                <a:cubicBezTo>
                  <a:pt x="1970" y="1567"/>
                  <a:pt x="2051" y="1486"/>
                  <a:pt x="2051" y="1386"/>
                </a:cubicBezTo>
                <a:lnTo>
                  <a:pt x="2051" y="1373"/>
                </a:lnTo>
                <a:lnTo>
                  <a:pt x="2296" y="1373"/>
                </a:lnTo>
                <a:lnTo>
                  <a:pt x="2296" y="2093"/>
                </a:lnTo>
                <a:lnTo>
                  <a:pt x="1397" y="2093"/>
                </a:lnTo>
                <a:close/>
              </a:path>
            </a:pathLst>
          </a:custGeom>
          <a:solidFill>
            <a:srgbClr val="BC3649"/>
          </a:solidFill>
          <a:ln>
            <a:noFill/>
          </a:ln>
        </p:spPr>
      </p:sp>
      <p:sp>
        <p:nvSpPr>
          <p:cNvPr id="40" name="old-computer-screen-and-keyboard_77334"/>
          <p:cNvSpPr/>
          <p:nvPr/>
        </p:nvSpPr>
        <p:spPr bwMode="auto">
          <a:xfrm>
            <a:off x="9144854" y="4354868"/>
            <a:ext cx="398466" cy="295119"/>
          </a:xfrm>
          <a:custGeom>
            <a:avLst/>
            <a:gdLst>
              <a:gd name="connsiteX0" fmla="*/ 77343 w 606580"/>
              <a:gd name="connsiteY0" fmla="*/ 537652 h 605592"/>
              <a:gd name="connsiteX1" fmla="*/ 64994 w 606580"/>
              <a:gd name="connsiteY1" fmla="*/ 549979 h 605592"/>
              <a:gd name="connsiteX2" fmla="*/ 77343 w 606580"/>
              <a:gd name="connsiteY2" fmla="*/ 562399 h 605592"/>
              <a:gd name="connsiteX3" fmla="*/ 529237 w 606580"/>
              <a:gd name="connsiteY3" fmla="*/ 562399 h 605592"/>
              <a:gd name="connsiteX4" fmla="*/ 541586 w 606580"/>
              <a:gd name="connsiteY4" fmla="*/ 549979 h 605592"/>
              <a:gd name="connsiteX5" fmla="*/ 529237 w 606580"/>
              <a:gd name="connsiteY5" fmla="*/ 537652 h 605592"/>
              <a:gd name="connsiteX6" fmla="*/ 462386 w 606580"/>
              <a:gd name="connsiteY6" fmla="*/ 487785 h 605592"/>
              <a:gd name="connsiteX7" fmla="*/ 450037 w 606580"/>
              <a:gd name="connsiteY7" fmla="*/ 500205 h 605592"/>
              <a:gd name="connsiteX8" fmla="*/ 462386 w 606580"/>
              <a:gd name="connsiteY8" fmla="*/ 512533 h 605592"/>
              <a:gd name="connsiteX9" fmla="*/ 492376 w 606580"/>
              <a:gd name="connsiteY9" fmla="*/ 512533 h 605592"/>
              <a:gd name="connsiteX10" fmla="*/ 504818 w 606580"/>
              <a:gd name="connsiteY10" fmla="*/ 500205 h 605592"/>
              <a:gd name="connsiteX11" fmla="*/ 492376 w 606580"/>
              <a:gd name="connsiteY11" fmla="*/ 487785 h 605592"/>
              <a:gd name="connsiteX12" fmla="*/ 375387 w 606580"/>
              <a:gd name="connsiteY12" fmla="*/ 487785 h 605592"/>
              <a:gd name="connsiteX13" fmla="*/ 362945 w 606580"/>
              <a:gd name="connsiteY13" fmla="*/ 500205 h 605592"/>
              <a:gd name="connsiteX14" fmla="*/ 375387 w 606580"/>
              <a:gd name="connsiteY14" fmla="*/ 512533 h 605592"/>
              <a:gd name="connsiteX15" fmla="*/ 405377 w 606580"/>
              <a:gd name="connsiteY15" fmla="*/ 512533 h 605592"/>
              <a:gd name="connsiteX16" fmla="*/ 417726 w 606580"/>
              <a:gd name="connsiteY16" fmla="*/ 500205 h 605592"/>
              <a:gd name="connsiteX17" fmla="*/ 405377 w 606580"/>
              <a:gd name="connsiteY17" fmla="*/ 487785 h 605592"/>
              <a:gd name="connsiteX18" fmla="*/ 288295 w 606580"/>
              <a:gd name="connsiteY18" fmla="*/ 487785 h 605592"/>
              <a:gd name="connsiteX19" fmla="*/ 275946 w 606580"/>
              <a:gd name="connsiteY19" fmla="*/ 500205 h 605592"/>
              <a:gd name="connsiteX20" fmla="*/ 288295 w 606580"/>
              <a:gd name="connsiteY20" fmla="*/ 512533 h 605592"/>
              <a:gd name="connsiteX21" fmla="*/ 318285 w 606580"/>
              <a:gd name="connsiteY21" fmla="*/ 512533 h 605592"/>
              <a:gd name="connsiteX22" fmla="*/ 330727 w 606580"/>
              <a:gd name="connsiteY22" fmla="*/ 500205 h 605592"/>
              <a:gd name="connsiteX23" fmla="*/ 318285 w 606580"/>
              <a:gd name="connsiteY23" fmla="*/ 487785 h 605592"/>
              <a:gd name="connsiteX24" fmla="*/ 201296 w 606580"/>
              <a:gd name="connsiteY24" fmla="*/ 487785 h 605592"/>
              <a:gd name="connsiteX25" fmla="*/ 188854 w 606580"/>
              <a:gd name="connsiteY25" fmla="*/ 500205 h 605592"/>
              <a:gd name="connsiteX26" fmla="*/ 201296 w 606580"/>
              <a:gd name="connsiteY26" fmla="*/ 512533 h 605592"/>
              <a:gd name="connsiteX27" fmla="*/ 231286 w 606580"/>
              <a:gd name="connsiteY27" fmla="*/ 512533 h 605592"/>
              <a:gd name="connsiteX28" fmla="*/ 243635 w 606580"/>
              <a:gd name="connsiteY28" fmla="*/ 500205 h 605592"/>
              <a:gd name="connsiteX29" fmla="*/ 231286 w 606580"/>
              <a:gd name="connsiteY29" fmla="*/ 487785 h 605592"/>
              <a:gd name="connsiteX30" fmla="*/ 114204 w 606580"/>
              <a:gd name="connsiteY30" fmla="*/ 487785 h 605592"/>
              <a:gd name="connsiteX31" fmla="*/ 101855 w 606580"/>
              <a:gd name="connsiteY31" fmla="*/ 500205 h 605592"/>
              <a:gd name="connsiteX32" fmla="*/ 114204 w 606580"/>
              <a:gd name="connsiteY32" fmla="*/ 512533 h 605592"/>
              <a:gd name="connsiteX33" fmla="*/ 144194 w 606580"/>
              <a:gd name="connsiteY33" fmla="*/ 512533 h 605592"/>
              <a:gd name="connsiteX34" fmla="*/ 156636 w 606580"/>
              <a:gd name="connsiteY34" fmla="*/ 500205 h 605592"/>
              <a:gd name="connsiteX35" fmla="*/ 144194 w 606580"/>
              <a:gd name="connsiteY35" fmla="*/ 487785 h 605592"/>
              <a:gd name="connsiteX36" fmla="*/ 110304 w 606580"/>
              <a:gd name="connsiteY36" fmla="*/ 468413 h 605592"/>
              <a:gd name="connsiteX37" fmla="*/ 302687 w 606580"/>
              <a:gd name="connsiteY37" fmla="*/ 468413 h 605592"/>
              <a:gd name="connsiteX38" fmla="*/ 303894 w 606580"/>
              <a:gd name="connsiteY38" fmla="*/ 468413 h 605592"/>
              <a:gd name="connsiteX39" fmla="*/ 496276 w 606580"/>
              <a:gd name="connsiteY39" fmla="*/ 468413 h 605592"/>
              <a:gd name="connsiteX40" fmla="*/ 513267 w 606580"/>
              <a:gd name="connsiteY40" fmla="*/ 472770 h 605592"/>
              <a:gd name="connsiteX41" fmla="*/ 515589 w 606580"/>
              <a:gd name="connsiteY41" fmla="*/ 474809 h 605592"/>
              <a:gd name="connsiteX42" fmla="*/ 589496 w 606580"/>
              <a:gd name="connsiteY42" fmla="*/ 538300 h 605592"/>
              <a:gd name="connsiteX43" fmla="*/ 597760 w 606580"/>
              <a:gd name="connsiteY43" fmla="*/ 545345 h 605592"/>
              <a:gd name="connsiteX44" fmla="*/ 606580 w 606580"/>
              <a:gd name="connsiteY44" fmla="*/ 569166 h 605592"/>
              <a:gd name="connsiteX45" fmla="*/ 570091 w 606580"/>
              <a:gd name="connsiteY45" fmla="*/ 605592 h 605592"/>
              <a:gd name="connsiteX46" fmla="*/ 303894 w 606580"/>
              <a:gd name="connsiteY46" fmla="*/ 605592 h 605592"/>
              <a:gd name="connsiteX47" fmla="*/ 302687 w 606580"/>
              <a:gd name="connsiteY47" fmla="*/ 605592 h 605592"/>
              <a:gd name="connsiteX48" fmla="*/ 36489 w 606580"/>
              <a:gd name="connsiteY48" fmla="*/ 605592 h 605592"/>
              <a:gd name="connsiteX49" fmla="*/ 0 w 606580"/>
              <a:gd name="connsiteY49" fmla="*/ 569166 h 605592"/>
              <a:gd name="connsiteX50" fmla="*/ 8820 w 606580"/>
              <a:gd name="connsiteY50" fmla="*/ 545345 h 605592"/>
              <a:gd name="connsiteX51" fmla="*/ 17084 w 606580"/>
              <a:gd name="connsiteY51" fmla="*/ 538300 h 605592"/>
              <a:gd name="connsiteX52" fmla="*/ 90991 w 606580"/>
              <a:gd name="connsiteY52" fmla="*/ 474809 h 605592"/>
              <a:gd name="connsiteX53" fmla="*/ 93405 w 606580"/>
              <a:gd name="connsiteY53" fmla="*/ 472770 h 605592"/>
              <a:gd name="connsiteX54" fmla="*/ 110304 w 606580"/>
              <a:gd name="connsiteY54" fmla="*/ 468413 h 605592"/>
              <a:gd name="connsiteX55" fmla="*/ 150233 w 606580"/>
              <a:gd name="connsiteY55" fmla="*/ 49396 h 605592"/>
              <a:gd name="connsiteX56" fmla="*/ 456347 w 606580"/>
              <a:gd name="connsiteY56" fmla="*/ 49396 h 605592"/>
              <a:gd name="connsiteX57" fmla="*/ 479280 w 606580"/>
              <a:gd name="connsiteY57" fmla="*/ 72295 h 605592"/>
              <a:gd name="connsiteX58" fmla="*/ 479280 w 606580"/>
              <a:gd name="connsiteY58" fmla="*/ 183541 h 605592"/>
              <a:gd name="connsiteX59" fmla="*/ 479280 w 606580"/>
              <a:gd name="connsiteY59" fmla="*/ 294788 h 605592"/>
              <a:gd name="connsiteX60" fmla="*/ 456347 w 606580"/>
              <a:gd name="connsiteY60" fmla="*/ 317686 h 605592"/>
              <a:gd name="connsiteX61" fmla="*/ 150233 w 606580"/>
              <a:gd name="connsiteY61" fmla="*/ 317686 h 605592"/>
              <a:gd name="connsiteX62" fmla="*/ 127300 w 606580"/>
              <a:gd name="connsiteY62" fmla="*/ 294788 h 605592"/>
              <a:gd name="connsiteX63" fmla="*/ 127300 w 606580"/>
              <a:gd name="connsiteY63" fmla="*/ 183541 h 605592"/>
              <a:gd name="connsiteX64" fmla="*/ 127300 w 606580"/>
              <a:gd name="connsiteY64" fmla="*/ 72295 h 605592"/>
              <a:gd name="connsiteX65" fmla="*/ 150233 w 606580"/>
              <a:gd name="connsiteY65" fmla="*/ 49396 h 605592"/>
              <a:gd name="connsiteX66" fmla="*/ 150248 w 606580"/>
              <a:gd name="connsiteY66" fmla="*/ 24750 h 605592"/>
              <a:gd name="connsiteX67" fmla="*/ 102621 w 606580"/>
              <a:gd name="connsiteY67" fmla="*/ 72304 h 605592"/>
              <a:gd name="connsiteX68" fmla="*/ 102621 w 606580"/>
              <a:gd name="connsiteY68" fmla="*/ 183541 h 605592"/>
              <a:gd name="connsiteX69" fmla="*/ 102621 w 606580"/>
              <a:gd name="connsiteY69" fmla="*/ 294777 h 605592"/>
              <a:gd name="connsiteX70" fmla="*/ 150248 w 606580"/>
              <a:gd name="connsiteY70" fmla="*/ 342331 h 605592"/>
              <a:gd name="connsiteX71" fmla="*/ 456334 w 606580"/>
              <a:gd name="connsiteY71" fmla="*/ 342331 h 605592"/>
              <a:gd name="connsiteX72" fmla="*/ 504052 w 606580"/>
              <a:gd name="connsiteY72" fmla="*/ 294777 h 605592"/>
              <a:gd name="connsiteX73" fmla="*/ 504052 w 606580"/>
              <a:gd name="connsiteY73" fmla="*/ 183541 h 605592"/>
              <a:gd name="connsiteX74" fmla="*/ 504052 w 606580"/>
              <a:gd name="connsiteY74" fmla="*/ 72304 h 605592"/>
              <a:gd name="connsiteX75" fmla="*/ 456334 w 606580"/>
              <a:gd name="connsiteY75" fmla="*/ 24750 h 605592"/>
              <a:gd name="connsiteX76" fmla="*/ 150248 w 606580"/>
              <a:gd name="connsiteY76" fmla="*/ 0 h 605592"/>
              <a:gd name="connsiteX77" fmla="*/ 456334 w 606580"/>
              <a:gd name="connsiteY77" fmla="*/ 0 h 605592"/>
              <a:gd name="connsiteX78" fmla="*/ 528747 w 606580"/>
              <a:gd name="connsiteY78" fmla="*/ 72304 h 605592"/>
              <a:gd name="connsiteX79" fmla="*/ 528747 w 606580"/>
              <a:gd name="connsiteY79" fmla="*/ 183541 h 605592"/>
              <a:gd name="connsiteX80" fmla="*/ 528747 w 606580"/>
              <a:gd name="connsiteY80" fmla="*/ 294777 h 605592"/>
              <a:gd name="connsiteX81" fmla="*/ 456334 w 606580"/>
              <a:gd name="connsiteY81" fmla="*/ 367081 h 605592"/>
              <a:gd name="connsiteX82" fmla="*/ 371477 w 606580"/>
              <a:gd name="connsiteY82" fmla="*/ 367081 h 605592"/>
              <a:gd name="connsiteX83" fmla="*/ 371477 w 606580"/>
              <a:gd name="connsiteY83" fmla="*/ 410093 h 605592"/>
              <a:gd name="connsiteX84" fmla="*/ 380391 w 606580"/>
              <a:gd name="connsiteY84" fmla="*/ 418992 h 605592"/>
              <a:gd name="connsiteX85" fmla="*/ 399240 w 606580"/>
              <a:gd name="connsiteY85" fmla="*/ 418992 h 605592"/>
              <a:gd name="connsiteX86" fmla="*/ 399240 w 606580"/>
              <a:gd name="connsiteY86" fmla="*/ 419085 h 605592"/>
              <a:gd name="connsiteX87" fmla="*/ 440094 w 606580"/>
              <a:gd name="connsiteY87" fmla="*/ 419085 h 605592"/>
              <a:gd name="connsiteX88" fmla="*/ 449007 w 606580"/>
              <a:gd name="connsiteY88" fmla="*/ 427891 h 605592"/>
              <a:gd name="connsiteX89" fmla="*/ 449007 w 606580"/>
              <a:gd name="connsiteY89" fmla="*/ 448655 h 605592"/>
              <a:gd name="connsiteX90" fmla="*/ 157643 w 606580"/>
              <a:gd name="connsiteY90" fmla="*/ 448655 h 605592"/>
              <a:gd name="connsiteX91" fmla="*/ 157643 w 606580"/>
              <a:gd name="connsiteY91" fmla="*/ 427891 h 605592"/>
              <a:gd name="connsiteX92" fmla="*/ 166557 w 606580"/>
              <a:gd name="connsiteY92" fmla="*/ 419085 h 605592"/>
              <a:gd name="connsiteX93" fmla="*/ 207318 w 606580"/>
              <a:gd name="connsiteY93" fmla="*/ 419085 h 605592"/>
              <a:gd name="connsiteX94" fmla="*/ 207318 w 606580"/>
              <a:gd name="connsiteY94" fmla="*/ 418992 h 605592"/>
              <a:gd name="connsiteX95" fmla="*/ 226167 w 606580"/>
              <a:gd name="connsiteY95" fmla="*/ 418992 h 605592"/>
              <a:gd name="connsiteX96" fmla="*/ 235080 w 606580"/>
              <a:gd name="connsiteY96" fmla="*/ 410093 h 605592"/>
              <a:gd name="connsiteX97" fmla="*/ 235080 w 606580"/>
              <a:gd name="connsiteY97" fmla="*/ 367081 h 605592"/>
              <a:gd name="connsiteX98" fmla="*/ 150248 w 606580"/>
              <a:gd name="connsiteY98" fmla="*/ 367081 h 605592"/>
              <a:gd name="connsiteX99" fmla="*/ 77834 w 606580"/>
              <a:gd name="connsiteY99" fmla="*/ 294777 h 605592"/>
              <a:gd name="connsiteX100" fmla="*/ 77834 w 606580"/>
              <a:gd name="connsiteY100" fmla="*/ 183541 h 605592"/>
              <a:gd name="connsiteX101" fmla="*/ 77834 w 606580"/>
              <a:gd name="connsiteY101" fmla="*/ 72304 h 605592"/>
              <a:gd name="connsiteX102" fmla="*/ 150248 w 606580"/>
              <a:gd name="connsiteY102" fmla="*/ 0 h 6055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</a:cxnLst>
            <a:rect l="l" t="t" r="r" b="b"/>
            <a:pathLst>
              <a:path w="606580" h="605592">
                <a:moveTo>
                  <a:pt x="77343" y="537652"/>
                </a:moveTo>
                <a:cubicBezTo>
                  <a:pt x="70565" y="537652"/>
                  <a:pt x="64994" y="543213"/>
                  <a:pt x="64994" y="549979"/>
                </a:cubicBezTo>
                <a:cubicBezTo>
                  <a:pt x="64994" y="556838"/>
                  <a:pt x="70565" y="562399"/>
                  <a:pt x="77343" y="562399"/>
                </a:cubicBezTo>
                <a:lnTo>
                  <a:pt x="529237" y="562399"/>
                </a:lnTo>
                <a:cubicBezTo>
                  <a:pt x="536108" y="562399"/>
                  <a:pt x="541586" y="556838"/>
                  <a:pt x="541586" y="549979"/>
                </a:cubicBezTo>
                <a:cubicBezTo>
                  <a:pt x="541586" y="543213"/>
                  <a:pt x="536108" y="537652"/>
                  <a:pt x="529237" y="537652"/>
                </a:cubicBezTo>
                <a:close/>
                <a:moveTo>
                  <a:pt x="462386" y="487785"/>
                </a:moveTo>
                <a:cubicBezTo>
                  <a:pt x="455516" y="487785"/>
                  <a:pt x="450037" y="493346"/>
                  <a:pt x="450037" y="500205"/>
                </a:cubicBezTo>
                <a:cubicBezTo>
                  <a:pt x="450037" y="506972"/>
                  <a:pt x="455516" y="512533"/>
                  <a:pt x="462386" y="512533"/>
                </a:cubicBezTo>
                <a:lnTo>
                  <a:pt x="492376" y="512533"/>
                </a:lnTo>
                <a:cubicBezTo>
                  <a:pt x="499247" y="512533"/>
                  <a:pt x="504818" y="506972"/>
                  <a:pt x="504818" y="500205"/>
                </a:cubicBezTo>
                <a:cubicBezTo>
                  <a:pt x="504818" y="493346"/>
                  <a:pt x="499247" y="487785"/>
                  <a:pt x="492376" y="487785"/>
                </a:cubicBezTo>
                <a:close/>
                <a:moveTo>
                  <a:pt x="375387" y="487785"/>
                </a:moveTo>
                <a:cubicBezTo>
                  <a:pt x="368516" y="487785"/>
                  <a:pt x="362945" y="493346"/>
                  <a:pt x="362945" y="500205"/>
                </a:cubicBezTo>
                <a:cubicBezTo>
                  <a:pt x="362945" y="506972"/>
                  <a:pt x="368516" y="512533"/>
                  <a:pt x="375387" y="512533"/>
                </a:cubicBezTo>
                <a:lnTo>
                  <a:pt x="405377" y="512533"/>
                </a:lnTo>
                <a:cubicBezTo>
                  <a:pt x="412155" y="512533"/>
                  <a:pt x="417726" y="506972"/>
                  <a:pt x="417726" y="500205"/>
                </a:cubicBezTo>
                <a:cubicBezTo>
                  <a:pt x="417726" y="493346"/>
                  <a:pt x="412155" y="487785"/>
                  <a:pt x="405377" y="487785"/>
                </a:cubicBezTo>
                <a:close/>
                <a:moveTo>
                  <a:pt x="288295" y="487785"/>
                </a:moveTo>
                <a:cubicBezTo>
                  <a:pt x="281424" y="487785"/>
                  <a:pt x="275946" y="493346"/>
                  <a:pt x="275946" y="500205"/>
                </a:cubicBezTo>
                <a:cubicBezTo>
                  <a:pt x="275946" y="506972"/>
                  <a:pt x="281424" y="512533"/>
                  <a:pt x="288295" y="512533"/>
                </a:cubicBezTo>
                <a:lnTo>
                  <a:pt x="318285" y="512533"/>
                </a:lnTo>
                <a:cubicBezTo>
                  <a:pt x="325156" y="512533"/>
                  <a:pt x="330727" y="506972"/>
                  <a:pt x="330727" y="500205"/>
                </a:cubicBezTo>
                <a:cubicBezTo>
                  <a:pt x="330727" y="493346"/>
                  <a:pt x="325156" y="487785"/>
                  <a:pt x="318285" y="487785"/>
                </a:cubicBezTo>
                <a:close/>
                <a:moveTo>
                  <a:pt x="201296" y="487785"/>
                </a:moveTo>
                <a:cubicBezTo>
                  <a:pt x="194425" y="487785"/>
                  <a:pt x="188854" y="493346"/>
                  <a:pt x="188854" y="500205"/>
                </a:cubicBezTo>
                <a:cubicBezTo>
                  <a:pt x="188854" y="506972"/>
                  <a:pt x="194425" y="512533"/>
                  <a:pt x="201296" y="512533"/>
                </a:cubicBezTo>
                <a:lnTo>
                  <a:pt x="231286" y="512533"/>
                </a:lnTo>
                <a:cubicBezTo>
                  <a:pt x="238064" y="512533"/>
                  <a:pt x="243635" y="506972"/>
                  <a:pt x="243635" y="500205"/>
                </a:cubicBezTo>
                <a:cubicBezTo>
                  <a:pt x="243635" y="493346"/>
                  <a:pt x="238064" y="487785"/>
                  <a:pt x="231286" y="487785"/>
                </a:cubicBezTo>
                <a:close/>
                <a:moveTo>
                  <a:pt x="114204" y="487785"/>
                </a:moveTo>
                <a:cubicBezTo>
                  <a:pt x="107333" y="487785"/>
                  <a:pt x="101855" y="493346"/>
                  <a:pt x="101855" y="500205"/>
                </a:cubicBezTo>
                <a:cubicBezTo>
                  <a:pt x="101855" y="506972"/>
                  <a:pt x="107333" y="512533"/>
                  <a:pt x="114204" y="512533"/>
                </a:cubicBezTo>
                <a:lnTo>
                  <a:pt x="144194" y="512533"/>
                </a:lnTo>
                <a:cubicBezTo>
                  <a:pt x="151065" y="512533"/>
                  <a:pt x="156636" y="506972"/>
                  <a:pt x="156636" y="500205"/>
                </a:cubicBezTo>
                <a:cubicBezTo>
                  <a:pt x="156636" y="493346"/>
                  <a:pt x="151065" y="487785"/>
                  <a:pt x="144194" y="487785"/>
                </a:cubicBezTo>
                <a:close/>
                <a:moveTo>
                  <a:pt x="110304" y="468413"/>
                </a:moveTo>
                <a:lnTo>
                  <a:pt x="302687" y="468413"/>
                </a:lnTo>
                <a:lnTo>
                  <a:pt x="303894" y="468413"/>
                </a:lnTo>
                <a:lnTo>
                  <a:pt x="496276" y="468413"/>
                </a:lnTo>
                <a:cubicBezTo>
                  <a:pt x="503240" y="468413"/>
                  <a:pt x="509461" y="470174"/>
                  <a:pt x="513267" y="472770"/>
                </a:cubicBezTo>
                <a:cubicBezTo>
                  <a:pt x="514196" y="473418"/>
                  <a:pt x="515032" y="474067"/>
                  <a:pt x="515589" y="474809"/>
                </a:cubicBezTo>
                <a:lnTo>
                  <a:pt x="589496" y="538300"/>
                </a:lnTo>
                <a:cubicBezTo>
                  <a:pt x="592560" y="540247"/>
                  <a:pt x="595346" y="542657"/>
                  <a:pt x="597760" y="545345"/>
                </a:cubicBezTo>
                <a:cubicBezTo>
                  <a:pt x="603238" y="551740"/>
                  <a:pt x="606580" y="560082"/>
                  <a:pt x="606580" y="569166"/>
                </a:cubicBezTo>
                <a:cubicBezTo>
                  <a:pt x="606580" y="589279"/>
                  <a:pt x="590239" y="605592"/>
                  <a:pt x="570091" y="605592"/>
                </a:cubicBezTo>
                <a:lnTo>
                  <a:pt x="303894" y="605592"/>
                </a:lnTo>
                <a:lnTo>
                  <a:pt x="302687" y="605592"/>
                </a:lnTo>
                <a:lnTo>
                  <a:pt x="36489" y="605592"/>
                </a:lnTo>
                <a:cubicBezTo>
                  <a:pt x="16341" y="605592"/>
                  <a:pt x="0" y="589279"/>
                  <a:pt x="0" y="569166"/>
                </a:cubicBezTo>
                <a:cubicBezTo>
                  <a:pt x="0" y="560082"/>
                  <a:pt x="3342" y="551740"/>
                  <a:pt x="8820" y="545345"/>
                </a:cubicBezTo>
                <a:cubicBezTo>
                  <a:pt x="11234" y="542657"/>
                  <a:pt x="14020" y="540247"/>
                  <a:pt x="17084" y="538300"/>
                </a:cubicBezTo>
                <a:lnTo>
                  <a:pt x="90991" y="474809"/>
                </a:lnTo>
                <a:cubicBezTo>
                  <a:pt x="91641" y="474067"/>
                  <a:pt x="92384" y="473418"/>
                  <a:pt x="93405" y="472770"/>
                </a:cubicBezTo>
                <a:cubicBezTo>
                  <a:pt x="97212" y="470174"/>
                  <a:pt x="103340" y="468413"/>
                  <a:pt x="110304" y="468413"/>
                </a:cubicBezTo>
                <a:close/>
                <a:moveTo>
                  <a:pt x="150233" y="49396"/>
                </a:moveTo>
                <a:lnTo>
                  <a:pt x="456347" y="49396"/>
                </a:lnTo>
                <a:cubicBezTo>
                  <a:pt x="468974" y="49396"/>
                  <a:pt x="479280" y="59687"/>
                  <a:pt x="479280" y="72295"/>
                </a:cubicBezTo>
                <a:lnTo>
                  <a:pt x="479280" y="183541"/>
                </a:lnTo>
                <a:lnTo>
                  <a:pt x="479280" y="294788"/>
                </a:lnTo>
                <a:cubicBezTo>
                  <a:pt x="479280" y="307396"/>
                  <a:pt x="468974" y="317686"/>
                  <a:pt x="456347" y="317686"/>
                </a:cubicBezTo>
                <a:lnTo>
                  <a:pt x="150233" y="317686"/>
                </a:lnTo>
                <a:cubicBezTo>
                  <a:pt x="137606" y="317686"/>
                  <a:pt x="127300" y="307396"/>
                  <a:pt x="127300" y="294788"/>
                </a:cubicBezTo>
                <a:lnTo>
                  <a:pt x="127300" y="183541"/>
                </a:lnTo>
                <a:lnTo>
                  <a:pt x="127300" y="72295"/>
                </a:lnTo>
                <a:cubicBezTo>
                  <a:pt x="127300" y="59687"/>
                  <a:pt x="137606" y="49396"/>
                  <a:pt x="150233" y="49396"/>
                </a:cubicBezTo>
                <a:close/>
                <a:moveTo>
                  <a:pt x="150248" y="24750"/>
                </a:moveTo>
                <a:cubicBezTo>
                  <a:pt x="123881" y="24750"/>
                  <a:pt x="102621" y="45978"/>
                  <a:pt x="102621" y="72304"/>
                </a:cubicBezTo>
                <a:lnTo>
                  <a:pt x="102621" y="183541"/>
                </a:lnTo>
                <a:lnTo>
                  <a:pt x="102621" y="294777"/>
                </a:lnTo>
                <a:cubicBezTo>
                  <a:pt x="102621" y="321103"/>
                  <a:pt x="123881" y="342331"/>
                  <a:pt x="150248" y="342331"/>
                </a:cubicBezTo>
                <a:lnTo>
                  <a:pt x="456334" y="342331"/>
                </a:lnTo>
                <a:cubicBezTo>
                  <a:pt x="482700" y="342331"/>
                  <a:pt x="504052" y="321103"/>
                  <a:pt x="504052" y="294777"/>
                </a:cubicBezTo>
                <a:lnTo>
                  <a:pt x="504052" y="183541"/>
                </a:lnTo>
                <a:lnTo>
                  <a:pt x="504052" y="72304"/>
                </a:lnTo>
                <a:cubicBezTo>
                  <a:pt x="504052" y="45978"/>
                  <a:pt x="482700" y="24750"/>
                  <a:pt x="456334" y="24750"/>
                </a:cubicBezTo>
                <a:close/>
                <a:moveTo>
                  <a:pt x="150248" y="0"/>
                </a:moveTo>
                <a:lnTo>
                  <a:pt x="456334" y="0"/>
                </a:lnTo>
                <a:cubicBezTo>
                  <a:pt x="496254" y="0"/>
                  <a:pt x="528747" y="32444"/>
                  <a:pt x="528747" y="72304"/>
                </a:cubicBezTo>
                <a:lnTo>
                  <a:pt x="528747" y="183541"/>
                </a:lnTo>
                <a:lnTo>
                  <a:pt x="528747" y="294777"/>
                </a:lnTo>
                <a:cubicBezTo>
                  <a:pt x="528747" y="334637"/>
                  <a:pt x="496254" y="367081"/>
                  <a:pt x="456334" y="367081"/>
                </a:cubicBezTo>
                <a:lnTo>
                  <a:pt x="371477" y="367081"/>
                </a:lnTo>
                <a:lnTo>
                  <a:pt x="371477" y="410093"/>
                </a:lnTo>
                <a:cubicBezTo>
                  <a:pt x="371477" y="415006"/>
                  <a:pt x="375470" y="418992"/>
                  <a:pt x="380391" y="418992"/>
                </a:cubicBezTo>
                <a:lnTo>
                  <a:pt x="399240" y="418992"/>
                </a:lnTo>
                <a:lnTo>
                  <a:pt x="399240" y="419085"/>
                </a:lnTo>
                <a:lnTo>
                  <a:pt x="440094" y="419085"/>
                </a:lnTo>
                <a:cubicBezTo>
                  <a:pt x="445015" y="419085"/>
                  <a:pt x="449007" y="422978"/>
                  <a:pt x="449007" y="427891"/>
                </a:cubicBezTo>
                <a:lnTo>
                  <a:pt x="449007" y="448655"/>
                </a:lnTo>
                <a:lnTo>
                  <a:pt x="157643" y="448655"/>
                </a:lnTo>
                <a:lnTo>
                  <a:pt x="157643" y="427891"/>
                </a:lnTo>
                <a:cubicBezTo>
                  <a:pt x="157643" y="422978"/>
                  <a:pt x="161636" y="419085"/>
                  <a:pt x="166557" y="419085"/>
                </a:cubicBezTo>
                <a:lnTo>
                  <a:pt x="207318" y="419085"/>
                </a:lnTo>
                <a:lnTo>
                  <a:pt x="207318" y="418992"/>
                </a:lnTo>
                <a:lnTo>
                  <a:pt x="226167" y="418992"/>
                </a:lnTo>
                <a:cubicBezTo>
                  <a:pt x="231088" y="418992"/>
                  <a:pt x="235080" y="415006"/>
                  <a:pt x="235080" y="410093"/>
                </a:cubicBezTo>
                <a:lnTo>
                  <a:pt x="235080" y="367081"/>
                </a:lnTo>
                <a:lnTo>
                  <a:pt x="150248" y="367081"/>
                </a:lnTo>
                <a:cubicBezTo>
                  <a:pt x="110327" y="367081"/>
                  <a:pt x="77834" y="334637"/>
                  <a:pt x="77834" y="294777"/>
                </a:cubicBezTo>
                <a:lnTo>
                  <a:pt x="77834" y="183541"/>
                </a:lnTo>
                <a:lnTo>
                  <a:pt x="77834" y="72304"/>
                </a:lnTo>
                <a:cubicBezTo>
                  <a:pt x="77834" y="32444"/>
                  <a:pt x="110327" y="0"/>
                  <a:pt x="150248" y="0"/>
                </a:cubicBezTo>
                <a:close/>
              </a:path>
            </a:pathLst>
          </a:custGeom>
          <a:solidFill>
            <a:srgbClr val="BC3649"/>
          </a:solidFill>
          <a:ln>
            <a:noFill/>
          </a:ln>
        </p:spPr>
      </p:sp>
      <p:cxnSp>
        <p:nvCxnSpPr>
          <p:cNvPr id="100" name="直接连接符 99"/>
          <p:cNvCxnSpPr/>
          <p:nvPr/>
        </p:nvCxnSpPr>
        <p:spPr>
          <a:xfrm>
            <a:off x="5979925" y="3829049"/>
            <a:ext cx="0" cy="442914"/>
          </a:xfrm>
          <a:prstGeom prst="line">
            <a:avLst/>
          </a:prstGeom>
          <a:noFill/>
          <a:ln w="28575" cap="flat" cmpd="sng">
            <a:solidFill>
              <a:srgbClr val="BC3649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84" name="直接连接符 83"/>
          <p:cNvCxnSpPr/>
          <p:nvPr/>
        </p:nvCxnSpPr>
        <p:spPr>
          <a:xfrm>
            <a:off x="9344087" y="3813175"/>
            <a:ext cx="0" cy="474663"/>
          </a:xfrm>
          <a:prstGeom prst="line">
            <a:avLst/>
          </a:prstGeom>
          <a:noFill/>
          <a:ln w="28575" cap="flat" cmpd="sng">
            <a:solidFill>
              <a:srgbClr val="BC3649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sp>
        <p:nvSpPr>
          <p:cNvPr id="108" name="文本框 107"/>
          <p:cNvSpPr txBox="1"/>
          <p:nvPr/>
        </p:nvSpPr>
        <p:spPr>
          <a:xfrm>
            <a:off x="2311587" y="476697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架构基础</a:t>
            </a:r>
          </a:p>
        </p:txBody>
      </p:sp>
      <p:sp>
        <p:nvSpPr>
          <p:cNvPr id="89" name="文本框 88"/>
          <p:cNvSpPr txBox="1"/>
          <p:nvPr/>
        </p:nvSpPr>
        <p:spPr>
          <a:xfrm>
            <a:off x="5463880" y="476697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架构设计</a:t>
            </a:r>
          </a:p>
        </p:txBody>
      </p:sp>
      <p:sp>
        <p:nvSpPr>
          <p:cNvPr id="90" name="文本框 89"/>
          <p:cNvSpPr txBox="1"/>
          <p:nvPr/>
        </p:nvSpPr>
        <p:spPr>
          <a:xfrm>
            <a:off x="8790089" y="4766979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标准与评测</a:t>
            </a:r>
          </a:p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7997" y="1097721"/>
            <a:ext cx="1645803" cy="1084891"/>
          </a:xfrm>
          <a:prstGeom prst="rect">
            <a:avLst/>
          </a:prstGeom>
        </p:spPr>
      </p:pic>
      <p:grpSp>
        <p:nvGrpSpPr>
          <p:cNvPr id="43" name="243693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2766822" y="2412201"/>
            <a:ext cx="6438900" cy="950119"/>
            <a:chOff x="1803400" y="1598613"/>
            <a:chExt cx="8585200" cy="1266825"/>
          </a:xfrm>
        </p:grpSpPr>
        <p:sp>
          <p:nvSpPr>
            <p:cNvPr id="44" name="ï$ḻíḓé"/>
            <p:cNvSpPr/>
            <p:nvPr/>
          </p:nvSpPr>
          <p:spPr>
            <a:xfrm>
              <a:off x="1803400" y="1598613"/>
              <a:ext cx="1371600" cy="1266825"/>
            </a:xfrm>
            <a:prstGeom prst="roundRect">
              <a:avLst/>
            </a:prstGeom>
            <a:solidFill>
              <a:srgbClr val="BC3649"/>
            </a:solidFill>
            <a:ln w="12700" cap="flat">
              <a:noFill/>
              <a:miter lim="400000"/>
            </a:ln>
            <a:effectLst/>
          </p:spPr>
          <p:txBody>
            <a:bodyPr wrap="square" lIns="91440" tIns="45720" rIns="91440" bIns="45720" numCol="1" anchor="ctr">
              <a:normAutofit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1pPr>
              <a:lvl2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2pPr>
              <a:lvl3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3pPr>
              <a:lvl4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4pPr>
              <a:lvl5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5pPr>
              <a:lvl6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6pPr>
              <a:lvl7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7pPr>
              <a:lvl8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8pPr>
              <a:lvl9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9pPr>
            </a:lstStyle>
            <a:p>
              <a:pPr>
                <a:spcBef>
                  <a:spcPct val="0"/>
                </a:spcBef>
              </a:pPr>
              <a:r>
                <a:rPr lang="zh-CN" altLang="en-US" sz="1800" b="1" dirty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输入</a:t>
              </a:r>
            </a:p>
          </p:txBody>
        </p:sp>
        <p:sp>
          <p:nvSpPr>
            <p:cNvPr id="45" name="íšliḋè"/>
            <p:cNvSpPr/>
            <p:nvPr/>
          </p:nvSpPr>
          <p:spPr>
            <a:xfrm>
              <a:off x="9017000" y="1598613"/>
              <a:ext cx="1371600" cy="1266825"/>
            </a:xfrm>
            <a:prstGeom prst="roundRect">
              <a:avLst/>
            </a:prstGeom>
            <a:solidFill>
              <a:srgbClr val="BC3649"/>
            </a:solidFill>
            <a:ln w="12700" cap="flat">
              <a:noFill/>
              <a:miter lim="400000"/>
            </a:ln>
            <a:effectLst/>
          </p:spPr>
          <p:txBody>
            <a:bodyPr wrap="square" lIns="91440" tIns="45720" rIns="91440" bIns="45720" numCol="1" anchor="ctr">
              <a:normAutofit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1pPr>
              <a:lvl2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2pPr>
              <a:lvl3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3pPr>
              <a:lvl4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4pPr>
              <a:lvl5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5pPr>
              <a:lvl6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6pPr>
              <a:lvl7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7pPr>
              <a:lvl8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8pPr>
              <a:lvl9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9pPr>
            </a:lstStyle>
            <a:p>
              <a:pPr>
                <a:spcBef>
                  <a:spcPct val="0"/>
                </a:spcBef>
              </a:pPr>
              <a:r>
                <a:rPr lang="zh-CN" altLang="en-US" sz="1800" b="1" dirty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输出</a:t>
              </a:r>
            </a:p>
          </p:txBody>
        </p:sp>
        <p:sp>
          <p:nvSpPr>
            <p:cNvPr id="46" name="ïsḷïḑè"/>
            <p:cNvSpPr/>
            <p:nvPr/>
          </p:nvSpPr>
          <p:spPr>
            <a:xfrm>
              <a:off x="3606801" y="1598613"/>
              <a:ext cx="1371601" cy="1266825"/>
            </a:xfrm>
            <a:prstGeom prst="roundRect">
              <a:avLst/>
            </a:prstGeom>
            <a:solidFill>
              <a:srgbClr val="BC3649"/>
            </a:solidFill>
            <a:ln w="12700" cap="flat">
              <a:noFill/>
              <a:miter lim="400000"/>
            </a:ln>
            <a:effectLst/>
          </p:spPr>
          <p:txBody>
            <a:bodyPr wrap="square" lIns="91440" tIns="45720" rIns="91440" bIns="45720" numCol="1" anchor="ctr">
              <a:normAutofit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1pPr>
              <a:lvl2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2pPr>
              <a:lvl3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3pPr>
              <a:lvl4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4pPr>
              <a:lvl5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5pPr>
              <a:lvl6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6pPr>
              <a:lvl7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7pPr>
              <a:lvl8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8pPr>
              <a:lvl9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9pPr>
            </a:lstStyle>
            <a:p>
              <a:pPr>
                <a:spcBef>
                  <a:spcPct val="0"/>
                </a:spcBef>
              </a:pPr>
              <a:r>
                <a:rPr lang="zh-CN" altLang="en-US" sz="1800" b="1" dirty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建模</a:t>
              </a:r>
            </a:p>
          </p:txBody>
        </p:sp>
        <p:sp>
          <p:nvSpPr>
            <p:cNvPr id="47" name="ïšḷïḓé"/>
            <p:cNvSpPr/>
            <p:nvPr/>
          </p:nvSpPr>
          <p:spPr>
            <a:xfrm>
              <a:off x="5410203" y="1598613"/>
              <a:ext cx="1371600" cy="1266825"/>
            </a:xfrm>
            <a:prstGeom prst="roundRect">
              <a:avLst/>
            </a:prstGeom>
            <a:solidFill>
              <a:srgbClr val="BC3649"/>
            </a:solidFill>
            <a:ln w="12700" cap="flat">
              <a:noFill/>
              <a:miter lim="400000"/>
            </a:ln>
            <a:effectLst/>
          </p:spPr>
          <p:txBody>
            <a:bodyPr wrap="square" lIns="91440" tIns="45720" rIns="91440" bIns="45720" numCol="1" anchor="ctr">
              <a:normAutofit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1pPr>
              <a:lvl2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2pPr>
              <a:lvl3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3pPr>
              <a:lvl4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4pPr>
              <a:lvl5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5pPr>
              <a:lvl6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6pPr>
              <a:lvl7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7pPr>
              <a:lvl8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8pPr>
              <a:lvl9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9pPr>
            </a:lstStyle>
            <a:p>
              <a:pPr>
                <a:spcBef>
                  <a:spcPct val="0"/>
                </a:spcBef>
              </a:pPr>
              <a:r>
                <a:rPr lang="zh-CN" altLang="en-US" sz="1800" b="1" dirty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实现</a:t>
              </a:r>
            </a:p>
          </p:txBody>
        </p:sp>
        <p:sp>
          <p:nvSpPr>
            <p:cNvPr id="48" name="íśḻíḑè"/>
            <p:cNvSpPr/>
            <p:nvPr/>
          </p:nvSpPr>
          <p:spPr>
            <a:xfrm>
              <a:off x="7213603" y="1598613"/>
              <a:ext cx="1371600" cy="1266825"/>
            </a:xfrm>
            <a:prstGeom prst="roundRect">
              <a:avLst/>
            </a:prstGeom>
            <a:solidFill>
              <a:srgbClr val="BC3649"/>
            </a:solidFill>
            <a:ln w="12700" cap="flat">
              <a:noFill/>
              <a:miter lim="400000"/>
            </a:ln>
            <a:effectLst/>
          </p:spPr>
          <p:txBody>
            <a:bodyPr wrap="square" lIns="91440" tIns="45720" rIns="91440" bIns="45720" numCol="1" anchor="ctr">
              <a:normAutofit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1pPr>
              <a:lvl2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2pPr>
              <a:lvl3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3pPr>
              <a:lvl4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4pPr>
              <a:lvl5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5pPr>
              <a:lvl6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6pPr>
              <a:lvl7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7pPr>
              <a:lvl8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8pPr>
              <a:lvl9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9pPr>
            </a:lstStyle>
            <a:p>
              <a:pPr>
                <a:spcBef>
                  <a:spcPct val="0"/>
                </a:spcBef>
              </a:pPr>
              <a:r>
                <a:rPr lang="zh-CN" altLang="en-US" sz="1800" b="1" dirty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运行</a:t>
              </a:r>
            </a:p>
          </p:txBody>
        </p:sp>
        <p:sp>
          <p:nvSpPr>
            <p:cNvPr id="49" name="ïṣḷïḍè"/>
            <p:cNvSpPr/>
            <p:nvPr/>
          </p:nvSpPr>
          <p:spPr>
            <a:xfrm>
              <a:off x="3289300" y="2079625"/>
              <a:ext cx="203201" cy="304800"/>
            </a:xfrm>
            <a:prstGeom prst="rightArrow">
              <a:avLst>
                <a:gd name="adj1" fmla="val 32000"/>
                <a:gd name="adj2" fmla="val 275000"/>
              </a:avLst>
            </a:prstGeom>
            <a:solidFill>
              <a:srgbClr val="BC3649"/>
            </a:solidFill>
            <a:ln w="12700" cap="flat">
              <a:noFill/>
              <a:miter lim="400000"/>
            </a:ln>
            <a:effectLst/>
          </p:spPr>
          <p:txBody>
            <a:bodyPr wrap="square" lIns="91440" tIns="45720" rIns="91440" bIns="45720" numCol="1" anchor="ctr">
              <a:normAutofit fontScale="25000" lnSpcReduction="20000"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1pPr>
              <a:lvl2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2pPr>
              <a:lvl3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3pPr>
              <a:lvl4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4pPr>
              <a:lvl5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5pPr>
              <a:lvl6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6pPr>
              <a:lvl7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7pPr>
              <a:lvl8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8pPr>
              <a:lvl9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9pPr>
            </a:lstStyle>
            <a:p>
              <a:pPr algn="l" defTabSz="584200">
                <a:lnSpc>
                  <a:spcPct val="110000"/>
                </a:lnSpc>
                <a:spcBef>
                  <a:spcPts val="3000"/>
                </a:spcBef>
                <a:defRPr sz="2000">
                  <a:solidFill>
                    <a:srgbClr val="4C4C4C"/>
                  </a:solidFill>
                </a:defRPr>
              </a:pPr>
              <a:endParaRPr sz="2000" dirty="0"/>
            </a:p>
          </p:txBody>
        </p:sp>
        <p:sp>
          <p:nvSpPr>
            <p:cNvPr id="50" name="ïṧḷïḓé"/>
            <p:cNvSpPr/>
            <p:nvPr/>
          </p:nvSpPr>
          <p:spPr>
            <a:xfrm>
              <a:off x="5092702" y="2079625"/>
              <a:ext cx="203201" cy="304800"/>
            </a:xfrm>
            <a:prstGeom prst="rightArrow">
              <a:avLst>
                <a:gd name="adj1" fmla="val 32000"/>
                <a:gd name="adj2" fmla="val 275000"/>
              </a:avLst>
            </a:prstGeom>
            <a:solidFill>
              <a:srgbClr val="BC3649"/>
            </a:solidFill>
            <a:ln w="12700" cap="flat">
              <a:noFill/>
              <a:miter lim="400000"/>
            </a:ln>
            <a:effectLst/>
          </p:spPr>
          <p:txBody>
            <a:bodyPr wrap="square" lIns="91440" tIns="45720" rIns="91440" bIns="45720" numCol="1" anchor="ctr">
              <a:normAutofit fontScale="25000" lnSpcReduction="20000"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1pPr>
              <a:lvl2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2pPr>
              <a:lvl3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3pPr>
              <a:lvl4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4pPr>
              <a:lvl5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5pPr>
              <a:lvl6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6pPr>
              <a:lvl7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7pPr>
              <a:lvl8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8pPr>
              <a:lvl9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9pPr>
            </a:lstStyle>
            <a:p>
              <a:pPr algn="l" defTabSz="584200">
                <a:lnSpc>
                  <a:spcPct val="110000"/>
                </a:lnSpc>
                <a:spcBef>
                  <a:spcPts val="3000"/>
                </a:spcBef>
                <a:defRPr sz="2000">
                  <a:solidFill>
                    <a:srgbClr val="4C4C4C"/>
                  </a:solidFill>
                </a:defRPr>
              </a:pPr>
              <a:endParaRPr sz="2000" dirty="0">
                <a:solidFill>
                  <a:schemeClr val="bg1"/>
                </a:solidFill>
              </a:endParaRPr>
            </a:p>
          </p:txBody>
        </p:sp>
        <p:sp>
          <p:nvSpPr>
            <p:cNvPr id="51" name="iṡļíḍè"/>
            <p:cNvSpPr/>
            <p:nvPr/>
          </p:nvSpPr>
          <p:spPr>
            <a:xfrm>
              <a:off x="8699503" y="2079625"/>
              <a:ext cx="203200" cy="304800"/>
            </a:xfrm>
            <a:prstGeom prst="rightArrow">
              <a:avLst>
                <a:gd name="adj1" fmla="val 32000"/>
                <a:gd name="adj2" fmla="val 275000"/>
              </a:avLst>
            </a:prstGeom>
            <a:solidFill>
              <a:srgbClr val="BC3649"/>
            </a:solidFill>
            <a:ln w="12700" cap="flat">
              <a:noFill/>
              <a:miter lim="400000"/>
            </a:ln>
            <a:effectLst/>
          </p:spPr>
          <p:txBody>
            <a:bodyPr wrap="square" lIns="91440" tIns="45720" rIns="91440" bIns="45720" numCol="1" anchor="ctr">
              <a:normAutofit fontScale="25000" lnSpcReduction="20000"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1pPr>
              <a:lvl2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2pPr>
              <a:lvl3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3pPr>
              <a:lvl4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4pPr>
              <a:lvl5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5pPr>
              <a:lvl6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6pPr>
              <a:lvl7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7pPr>
              <a:lvl8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8pPr>
              <a:lvl9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9pPr>
            </a:lstStyle>
            <a:p>
              <a:pPr algn="l" defTabSz="584200">
                <a:lnSpc>
                  <a:spcPct val="110000"/>
                </a:lnSpc>
                <a:spcBef>
                  <a:spcPts val="3000"/>
                </a:spcBef>
                <a:defRPr sz="2000">
                  <a:solidFill>
                    <a:srgbClr val="4C4C4C"/>
                  </a:solidFill>
                </a:defRPr>
              </a:pPr>
              <a:endParaRPr sz="2000" dirty="0">
                <a:solidFill>
                  <a:schemeClr val="bg1"/>
                </a:solidFill>
              </a:endParaRPr>
            </a:p>
          </p:txBody>
        </p:sp>
        <p:sp>
          <p:nvSpPr>
            <p:cNvPr id="52" name="ïş1ïḓè"/>
            <p:cNvSpPr/>
            <p:nvPr/>
          </p:nvSpPr>
          <p:spPr>
            <a:xfrm>
              <a:off x="6896103" y="2079625"/>
              <a:ext cx="203200" cy="304800"/>
            </a:xfrm>
            <a:prstGeom prst="rightArrow">
              <a:avLst>
                <a:gd name="adj1" fmla="val 32000"/>
                <a:gd name="adj2" fmla="val 275000"/>
              </a:avLst>
            </a:prstGeom>
            <a:solidFill>
              <a:srgbClr val="BC3649"/>
            </a:solidFill>
            <a:ln w="12700" cap="flat">
              <a:noFill/>
              <a:miter lim="400000"/>
            </a:ln>
            <a:effectLst/>
          </p:spPr>
          <p:txBody>
            <a:bodyPr wrap="square" lIns="91440" tIns="45720" rIns="91440" bIns="45720" numCol="1" anchor="ctr">
              <a:normAutofit fontScale="25000" lnSpcReduction="20000"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1pPr>
              <a:lvl2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2pPr>
              <a:lvl3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3pPr>
              <a:lvl4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4pPr>
              <a:lvl5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5pPr>
              <a:lvl6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6pPr>
              <a:lvl7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7pPr>
              <a:lvl8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8pPr>
              <a:lvl9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9pPr>
            </a:lstStyle>
            <a:p>
              <a:pPr algn="l" defTabSz="584200">
                <a:lnSpc>
                  <a:spcPct val="110000"/>
                </a:lnSpc>
                <a:spcBef>
                  <a:spcPts val="3000"/>
                </a:spcBef>
                <a:defRPr sz="2000">
                  <a:solidFill>
                    <a:srgbClr val="4C4C4C"/>
                  </a:solidFill>
                </a:defRPr>
              </a:pPr>
              <a:endParaRPr sz="20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53" name="62a0234c-3beb-46f2-bd39-7e0bbc0a0fb7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2"/>
            </p:custDataLst>
          </p:nvPr>
        </p:nvGrpSpPr>
        <p:grpSpPr>
          <a:xfrm>
            <a:off x="5282245" y="1054992"/>
            <a:ext cx="1456504" cy="1339314"/>
            <a:chOff x="3381264" y="1151007"/>
            <a:chExt cx="5429472" cy="4992618"/>
          </a:xfrm>
        </p:grpSpPr>
        <p:sp>
          <p:nvSpPr>
            <p:cNvPr id="54" name="íSļîḋè"/>
            <p:cNvSpPr/>
            <p:nvPr/>
          </p:nvSpPr>
          <p:spPr bwMode="auto">
            <a:xfrm>
              <a:off x="5468456" y="2803656"/>
              <a:ext cx="3342280" cy="3339969"/>
            </a:xfrm>
            <a:custGeom>
              <a:avLst/>
              <a:gdLst>
                <a:gd name="T0" fmla="*/ 835 w 1669"/>
                <a:gd name="T1" fmla="*/ 114 h 1668"/>
                <a:gd name="T2" fmla="*/ 915 w 1669"/>
                <a:gd name="T3" fmla="*/ 119 h 1668"/>
                <a:gd name="T4" fmla="*/ 951 w 1669"/>
                <a:gd name="T5" fmla="*/ 0 h 1668"/>
                <a:gd name="T6" fmla="*/ 1202 w 1669"/>
                <a:gd name="T7" fmla="*/ 76 h 1668"/>
                <a:gd name="T8" fmla="*/ 1166 w 1669"/>
                <a:gd name="T9" fmla="*/ 195 h 1668"/>
                <a:gd name="T10" fmla="*/ 1397 w 1669"/>
                <a:gd name="T11" fmla="*/ 385 h 1668"/>
                <a:gd name="T12" fmla="*/ 1507 w 1669"/>
                <a:gd name="T13" fmla="*/ 326 h 1668"/>
                <a:gd name="T14" fmla="*/ 1630 w 1669"/>
                <a:gd name="T15" fmla="*/ 558 h 1668"/>
                <a:gd name="T16" fmla="*/ 1520 w 1669"/>
                <a:gd name="T17" fmla="*/ 617 h 1668"/>
                <a:gd name="T18" fmla="*/ 1549 w 1669"/>
                <a:gd name="T19" fmla="*/ 914 h 1668"/>
                <a:gd name="T20" fmla="*/ 1669 w 1669"/>
                <a:gd name="T21" fmla="*/ 950 h 1668"/>
                <a:gd name="T22" fmla="*/ 1592 w 1669"/>
                <a:gd name="T23" fmla="*/ 1201 h 1668"/>
                <a:gd name="T24" fmla="*/ 1473 w 1669"/>
                <a:gd name="T25" fmla="*/ 1165 h 1668"/>
                <a:gd name="T26" fmla="*/ 1283 w 1669"/>
                <a:gd name="T27" fmla="*/ 1396 h 1668"/>
                <a:gd name="T28" fmla="*/ 1342 w 1669"/>
                <a:gd name="T29" fmla="*/ 1506 h 1668"/>
                <a:gd name="T30" fmla="*/ 1110 w 1669"/>
                <a:gd name="T31" fmla="*/ 1630 h 1668"/>
                <a:gd name="T32" fmla="*/ 1052 w 1669"/>
                <a:gd name="T33" fmla="*/ 1520 h 1668"/>
                <a:gd name="T34" fmla="*/ 835 w 1669"/>
                <a:gd name="T35" fmla="*/ 1553 h 1668"/>
                <a:gd name="T36" fmla="*/ 835 w 1669"/>
                <a:gd name="T37" fmla="*/ 1365 h 1668"/>
                <a:gd name="T38" fmla="*/ 1343 w 1669"/>
                <a:gd name="T39" fmla="*/ 988 h 1668"/>
                <a:gd name="T40" fmla="*/ 989 w 1669"/>
                <a:gd name="T41" fmla="*/ 326 h 1668"/>
                <a:gd name="T42" fmla="*/ 835 w 1669"/>
                <a:gd name="T43" fmla="*/ 303 h 1668"/>
                <a:gd name="T44" fmla="*/ 835 w 1669"/>
                <a:gd name="T45" fmla="*/ 114 h 1668"/>
                <a:gd name="T46" fmla="*/ 386 w 1669"/>
                <a:gd name="T47" fmla="*/ 272 h 1668"/>
                <a:gd name="T48" fmla="*/ 327 w 1669"/>
                <a:gd name="T49" fmla="*/ 162 h 1668"/>
                <a:gd name="T50" fmla="*/ 559 w 1669"/>
                <a:gd name="T51" fmla="*/ 38 h 1668"/>
                <a:gd name="T52" fmla="*/ 617 w 1669"/>
                <a:gd name="T53" fmla="*/ 148 h 1668"/>
                <a:gd name="T54" fmla="*/ 835 w 1669"/>
                <a:gd name="T55" fmla="*/ 114 h 1668"/>
                <a:gd name="T56" fmla="*/ 835 w 1669"/>
                <a:gd name="T57" fmla="*/ 303 h 1668"/>
                <a:gd name="T58" fmla="*/ 326 w 1669"/>
                <a:gd name="T59" fmla="*/ 679 h 1668"/>
                <a:gd name="T60" fmla="*/ 680 w 1669"/>
                <a:gd name="T61" fmla="*/ 1342 h 1668"/>
                <a:gd name="T62" fmla="*/ 680 w 1669"/>
                <a:gd name="T63" fmla="*/ 1342 h 1668"/>
                <a:gd name="T64" fmla="*/ 835 w 1669"/>
                <a:gd name="T65" fmla="*/ 1365 h 1668"/>
                <a:gd name="T66" fmla="*/ 835 w 1669"/>
                <a:gd name="T67" fmla="*/ 1553 h 1668"/>
                <a:gd name="T68" fmla="*/ 754 w 1669"/>
                <a:gd name="T69" fmla="*/ 1549 h 1668"/>
                <a:gd name="T70" fmla="*/ 718 w 1669"/>
                <a:gd name="T71" fmla="*/ 1668 h 1668"/>
                <a:gd name="T72" fmla="*/ 467 w 1669"/>
                <a:gd name="T73" fmla="*/ 1592 h 1668"/>
                <a:gd name="T74" fmla="*/ 503 w 1669"/>
                <a:gd name="T75" fmla="*/ 1472 h 1668"/>
                <a:gd name="T76" fmla="*/ 272 w 1669"/>
                <a:gd name="T77" fmla="*/ 1283 h 1668"/>
                <a:gd name="T78" fmla="*/ 162 w 1669"/>
                <a:gd name="T79" fmla="*/ 1341 h 1668"/>
                <a:gd name="T80" fmla="*/ 39 w 1669"/>
                <a:gd name="T81" fmla="*/ 1110 h 1668"/>
                <a:gd name="T82" fmla="*/ 149 w 1669"/>
                <a:gd name="T83" fmla="*/ 1051 h 1668"/>
                <a:gd name="T84" fmla="*/ 120 w 1669"/>
                <a:gd name="T85" fmla="*/ 754 h 1668"/>
                <a:gd name="T86" fmla="*/ 0 w 1669"/>
                <a:gd name="T87" fmla="*/ 718 h 1668"/>
                <a:gd name="T88" fmla="*/ 77 w 1669"/>
                <a:gd name="T89" fmla="*/ 466 h 1668"/>
                <a:gd name="T90" fmla="*/ 196 w 1669"/>
                <a:gd name="T91" fmla="*/ 502 h 1668"/>
                <a:gd name="T92" fmla="*/ 386 w 1669"/>
                <a:gd name="T93" fmla="*/ 272 h 16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669" h="1668">
                  <a:moveTo>
                    <a:pt x="835" y="114"/>
                  </a:moveTo>
                  <a:cubicBezTo>
                    <a:pt x="861" y="114"/>
                    <a:pt x="888" y="116"/>
                    <a:pt x="915" y="119"/>
                  </a:cubicBezTo>
                  <a:cubicBezTo>
                    <a:pt x="951" y="0"/>
                    <a:pt x="951" y="0"/>
                    <a:pt x="951" y="0"/>
                  </a:cubicBezTo>
                  <a:cubicBezTo>
                    <a:pt x="1202" y="76"/>
                    <a:pt x="1202" y="76"/>
                    <a:pt x="1202" y="76"/>
                  </a:cubicBezTo>
                  <a:cubicBezTo>
                    <a:pt x="1166" y="195"/>
                    <a:pt x="1166" y="195"/>
                    <a:pt x="1166" y="195"/>
                  </a:cubicBezTo>
                  <a:cubicBezTo>
                    <a:pt x="1257" y="242"/>
                    <a:pt x="1335" y="308"/>
                    <a:pt x="1397" y="385"/>
                  </a:cubicBezTo>
                  <a:cubicBezTo>
                    <a:pt x="1507" y="326"/>
                    <a:pt x="1507" y="326"/>
                    <a:pt x="1507" y="326"/>
                  </a:cubicBezTo>
                  <a:cubicBezTo>
                    <a:pt x="1630" y="558"/>
                    <a:pt x="1630" y="558"/>
                    <a:pt x="1630" y="558"/>
                  </a:cubicBezTo>
                  <a:cubicBezTo>
                    <a:pt x="1520" y="617"/>
                    <a:pt x="1520" y="617"/>
                    <a:pt x="1520" y="617"/>
                  </a:cubicBezTo>
                  <a:cubicBezTo>
                    <a:pt x="1550" y="711"/>
                    <a:pt x="1561" y="812"/>
                    <a:pt x="1549" y="914"/>
                  </a:cubicBezTo>
                  <a:cubicBezTo>
                    <a:pt x="1669" y="950"/>
                    <a:pt x="1669" y="950"/>
                    <a:pt x="1669" y="950"/>
                  </a:cubicBezTo>
                  <a:cubicBezTo>
                    <a:pt x="1592" y="1201"/>
                    <a:pt x="1592" y="1201"/>
                    <a:pt x="1592" y="1201"/>
                  </a:cubicBezTo>
                  <a:cubicBezTo>
                    <a:pt x="1473" y="1165"/>
                    <a:pt x="1473" y="1165"/>
                    <a:pt x="1473" y="1165"/>
                  </a:cubicBezTo>
                  <a:cubicBezTo>
                    <a:pt x="1426" y="1256"/>
                    <a:pt x="1361" y="1334"/>
                    <a:pt x="1283" y="1396"/>
                  </a:cubicBezTo>
                  <a:cubicBezTo>
                    <a:pt x="1342" y="1506"/>
                    <a:pt x="1342" y="1506"/>
                    <a:pt x="1342" y="1506"/>
                  </a:cubicBezTo>
                  <a:cubicBezTo>
                    <a:pt x="1110" y="1630"/>
                    <a:pt x="1110" y="1630"/>
                    <a:pt x="1110" y="1630"/>
                  </a:cubicBezTo>
                  <a:cubicBezTo>
                    <a:pt x="1052" y="1520"/>
                    <a:pt x="1052" y="1520"/>
                    <a:pt x="1052" y="1520"/>
                  </a:cubicBezTo>
                  <a:cubicBezTo>
                    <a:pt x="982" y="1542"/>
                    <a:pt x="909" y="1553"/>
                    <a:pt x="835" y="1553"/>
                  </a:cubicBezTo>
                  <a:cubicBezTo>
                    <a:pt x="835" y="1365"/>
                    <a:pt x="835" y="1365"/>
                    <a:pt x="835" y="1365"/>
                  </a:cubicBezTo>
                  <a:cubicBezTo>
                    <a:pt x="1062" y="1365"/>
                    <a:pt x="1273" y="1218"/>
                    <a:pt x="1343" y="988"/>
                  </a:cubicBezTo>
                  <a:cubicBezTo>
                    <a:pt x="1428" y="708"/>
                    <a:pt x="1270" y="411"/>
                    <a:pt x="989" y="326"/>
                  </a:cubicBezTo>
                  <a:cubicBezTo>
                    <a:pt x="938" y="310"/>
                    <a:pt x="886" y="303"/>
                    <a:pt x="835" y="303"/>
                  </a:cubicBezTo>
                  <a:lnTo>
                    <a:pt x="835" y="114"/>
                  </a:lnTo>
                  <a:close/>
                  <a:moveTo>
                    <a:pt x="386" y="272"/>
                  </a:moveTo>
                  <a:cubicBezTo>
                    <a:pt x="327" y="162"/>
                    <a:pt x="327" y="162"/>
                    <a:pt x="327" y="162"/>
                  </a:cubicBezTo>
                  <a:cubicBezTo>
                    <a:pt x="559" y="38"/>
                    <a:pt x="559" y="38"/>
                    <a:pt x="559" y="38"/>
                  </a:cubicBezTo>
                  <a:cubicBezTo>
                    <a:pt x="617" y="148"/>
                    <a:pt x="617" y="148"/>
                    <a:pt x="617" y="148"/>
                  </a:cubicBezTo>
                  <a:cubicBezTo>
                    <a:pt x="687" y="126"/>
                    <a:pt x="760" y="114"/>
                    <a:pt x="835" y="114"/>
                  </a:cubicBezTo>
                  <a:cubicBezTo>
                    <a:pt x="835" y="303"/>
                    <a:pt x="835" y="303"/>
                    <a:pt x="835" y="303"/>
                  </a:cubicBezTo>
                  <a:cubicBezTo>
                    <a:pt x="607" y="302"/>
                    <a:pt x="396" y="450"/>
                    <a:pt x="326" y="679"/>
                  </a:cubicBezTo>
                  <a:cubicBezTo>
                    <a:pt x="241" y="960"/>
                    <a:pt x="399" y="1257"/>
                    <a:pt x="680" y="1342"/>
                  </a:cubicBezTo>
                  <a:cubicBezTo>
                    <a:pt x="680" y="1342"/>
                    <a:pt x="680" y="1342"/>
                    <a:pt x="680" y="1342"/>
                  </a:cubicBezTo>
                  <a:cubicBezTo>
                    <a:pt x="731" y="1358"/>
                    <a:pt x="783" y="1365"/>
                    <a:pt x="835" y="1365"/>
                  </a:cubicBezTo>
                  <a:cubicBezTo>
                    <a:pt x="835" y="1553"/>
                    <a:pt x="835" y="1553"/>
                    <a:pt x="835" y="1553"/>
                  </a:cubicBezTo>
                  <a:cubicBezTo>
                    <a:pt x="808" y="1553"/>
                    <a:pt x="781" y="1552"/>
                    <a:pt x="754" y="1549"/>
                  </a:cubicBezTo>
                  <a:cubicBezTo>
                    <a:pt x="718" y="1668"/>
                    <a:pt x="718" y="1668"/>
                    <a:pt x="718" y="1668"/>
                  </a:cubicBezTo>
                  <a:cubicBezTo>
                    <a:pt x="467" y="1592"/>
                    <a:pt x="467" y="1592"/>
                    <a:pt x="467" y="1592"/>
                  </a:cubicBezTo>
                  <a:cubicBezTo>
                    <a:pt x="503" y="1472"/>
                    <a:pt x="503" y="1472"/>
                    <a:pt x="503" y="1472"/>
                  </a:cubicBezTo>
                  <a:cubicBezTo>
                    <a:pt x="412" y="1425"/>
                    <a:pt x="334" y="1360"/>
                    <a:pt x="272" y="1283"/>
                  </a:cubicBezTo>
                  <a:cubicBezTo>
                    <a:pt x="162" y="1341"/>
                    <a:pt x="162" y="1341"/>
                    <a:pt x="162" y="1341"/>
                  </a:cubicBezTo>
                  <a:cubicBezTo>
                    <a:pt x="39" y="1110"/>
                    <a:pt x="39" y="1110"/>
                    <a:pt x="39" y="1110"/>
                  </a:cubicBezTo>
                  <a:cubicBezTo>
                    <a:pt x="149" y="1051"/>
                    <a:pt x="149" y="1051"/>
                    <a:pt x="149" y="1051"/>
                  </a:cubicBezTo>
                  <a:cubicBezTo>
                    <a:pt x="119" y="957"/>
                    <a:pt x="108" y="856"/>
                    <a:pt x="120" y="754"/>
                  </a:cubicBezTo>
                  <a:cubicBezTo>
                    <a:pt x="0" y="718"/>
                    <a:pt x="0" y="718"/>
                    <a:pt x="0" y="718"/>
                  </a:cubicBezTo>
                  <a:cubicBezTo>
                    <a:pt x="77" y="466"/>
                    <a:pt x="77" y="466"/>
                    <a:pt x="77" y="466"/>
                  </a:cubicBezTo>
                  <a:cubicBezTo>
                    <a:pt x="196" y="502"/>
                    <a:pt x="196" y="502"/>
                    <a:pt x="196" y="502"/>
                  </a:cubicBezTo>
                  <a:cubicBezTo>
                    <a:pt x="243" y="411"/>
                    <a:pt x="308" y="333"/>
                    <a:pt x="386" y="272"/>
                  </a:cubicBezTo>
                  <a:close/>
                </a:path>
              </a:pathLst>
            </a:custGeom>
            <a:solidFill>
              <a:srgbClr val="FFA1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55" name="íṡḻïḋè"/>
            <p:cNvSpPr/>
            <p:nvPr/>
          </p:nvSpPr>
          <p:spPr bwMode="auto">
            <a:xfrm>
              <a:off x="3381264" y="1427219"/>
              <a:ext cx="2022473" cy="2021317"/>
            </a:xfrm>
            <a:custGeom>
              <a:avLst/>
              <a:gdLst>
                <a:gd name="T0" fmla="*/ 505 w 1010"/>
                <a:gd name="T1" fmla="*/ 69 h 1009"/>
                <a:gd name="T2" fmla="*/ 553 w 1010"/>
                <a:gd name="T3" fmla="*/ 72 h 1009"/>
                <a:gd name="T4" fmla="*/ 575 w 1010"/>
                <a:gd name="T5" fmla="*/ 0 h 1009"/>
                <a:gd name="T6" fmla="*/ 727 w 1010"/>
                <a:gd name="T7" fmla="*/ 46 h 1009"/>
                <a:gd name="T8" fmla="*/ 705 w 1010"/>
                <a:gd name="T9" fmla="*/ 118 h 1009"/>
                <a:gd name="T10" fmla="*/ 845 w 1010"/>
                <a:gd name="T11" fmla="*/ 233 h 1009"/>
                <a:gd name="T12" fmla="*/ 912 w 1010"/>
                <a:gd name="T13" fmla="*/ 197 h 1009"/>
                <a:gd name="T14" fmla="*/ 986 w 1010"/>
                <a:gd name="T15" fmla="*/ 337 h 1009"/>
                <a:gd name="T16" fmla="*/ 920 w 1010"/>
                <a:gd name="T17" fmla="*/ 373 h 1009"/>
                <a:gd name="T18" fmla="*/ 938 w 1010"/>
                <a:gd name="T19" fmla="*/ 553 h 1009"/>
                <a:gd name="T20" fmla="*/ 1010 w 1010"/>
                <a:gd name="T21" fmla="*/ 575 h 1009"/>
                <a:gd name="T22" fmla="*/ 963 w 1010"/>
                <a:gd name="T23" fmla="*/ 727 h 1009"/>
                <a:gd name="T24" fmla="*/ 891 w 1010"/>
                <a:gd name="T25" fmla="*/ 705 h 1009"/>
                <a:gd name="T26" fmla="*/ 777 w 1010"/>
                <a:gd name="T27" fmla="*/ 845 h 1009"/>
                <a:gd name="T28" fmla="*/ 812 w 1010"/>
                <a:gd name="T29" fmla="*/ 911 h 1009"/>
                <a:gd name="T30" fmla="*/ 672 w 1010"/>
                <a:gd name="T31" fmla="*/ 986 h 1009"/>
                <a:gd name="T32" fmla="*/ 636 w 1010"/>
                <a:gd name="T33" fmla="*/ 919 h 1009"/>
                <a:gd name="T34" fmla="*/ 505 w 1010"/>
                <a:gd name="T35" fmla="*/ 940 h 1009"/>
                <a:gd name="T36" fmla="*/ 505 w 1010"/>
                <a:gd name="T37" fmla="*/ 826 h 1009"/>
                <a:gd name="T38" fmla="*/ 812 w 1010"/>
                <a:gd name="T39" fmla="*/ 598 h 1009"/>
                <a:gd name="T40" fmla="*/ 598 w 1010"/>
                <a:gd name="T41" fmla="*/ 197 h 1009"/>
                <a:gd name="T42" fmla="*/ 505 w 1010"/>
                <a:gd name="T43" fmla="*/ 183 h 1009"/>
                <a:gd name="T44" fmla="*/ 505 w 1010"/>
                <a:gd name="T45" fmla="*/ 69 h 1009"/>
                <a:gd name="T46" fmla="*/ 233 w 1010"/>
                <a:gd name="T47" fmla="*/ 164 h 1009"/>
                <a:gd name="T48" fmla="*/ 198 w 1010"/>
                <a:gd name="T49" fmla="*/ 98 h 1009"/>
                <a:gd name="T50" fmla="*/ 338 w 1010"/>
                <a:gd name="T51" fmla="*/ 23 h 1009"/>
                <a:gd name="T52" fmla="*/ 373 w 1010"/>
                <a:gd name="T53" fmla="*/ 89 h 1009"/>
                <a:gd name="T54" fmla="*/ 505 w 1010"/>
                <a:gd name="T55" fmla="*/ 69 h 1009"/>
                <a:gd name="T56" fmla="*/ 505 w 1010"/>
                <a:gd name="T57" fmla="*/ 183 h 1009"/>
                <a:gd name="T58" fmla="*/ 197 w 1010"/>
                <a:gd name="T59" fmla="*/ 411 h 1009"/>
                <a:gd name="T60" fmla="*/ 411 w 1010"/>
                <a:gd name="T61" fmla="*/ 812 h 1009"/>
                <a:gd name="T62" fmla="*/ 411 w 1010"/>
                <a:gd name="T63" fmla="*/ 812 h 1009"/>
                <a:gd name="T64" fmla="*/ 505 w 1010"/>
                <a:gd name="T65" fmla="*/ 826 h 1009"/>
                <a:gd name="T66" fmla="*/ 505 w 1010"/>
                <a:gd name="T67" fmla="*/ 940 h 1009"/>
                <a:gd name="T68" fmla="*/ 456 w 1010"/>
                <a:gd name="T69" fmla="*/ 937 h 1009"/>
                <a:gd name="T70" fmla="*/ 434 w 1010"/>
                <a:gd name="T71" fmla="*/ 1009 h 1009"/>
                <a:gd name="T72" fmla="*/ 282 w 1010"/>
                <a:gd name="T73" fmla="*/ 963 h 1009"/>
                <a:gd name="T74" fmla="*/ 304 w 1010"/>
                <a:gd name="T75" fmla="*/ 891 h 1009"/>
                <a:gd name="T76" fmla="*/ 165 w 1010"/>
                <a:gd name="T77" fmla="*/ 776 h 1009"/>
                <a:gd name="T78" fmla="*/ 98 w 1010"/>
                <a:gd name="T79" fmla="*/ 812 h 1009"/>
                <a:gd name="T80" fmla="*/ 23 w 1010"/>
                <a:gd name="T81" fmla="*/ 671 h 1009"/>
                <a:gd name="T82" fmla="*/ 90 w 1010"/>
                <a:gd name="T83" fmla="*/ 636 h 1009"/>
                <a:gd name="T84" fmla="*/ 72 w 1010"/>
                <a:gd name="T85" fmla="*/ 456 h 1009"/>
                <a:gd name="T86" fmla="*/ 0 w 1010"/>
                <a:gd name="T87" fmla="*/ 434 h 1009"/>
                <a:gd name="T88" fmla="*/ 46 w 1010"/>
                <a:gd name="T89" fmla="*/ 282 h 1009"/>
                <a:gd name="T90" fmla="*/ 118 w 1010"/>
                <a:gd name="T91" fmla="*/ 304 h 1009"/>
                <a:gd name="T92" fmla="*/ 233 w 1010"/>
                <a:gd name="T93" fmla="*/ 164 h 10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010" h="1009">
                  <a:moveTo>
                    <a:pt x="505" y="69"/>
                  </a:moveTo>
                  <a:cubicBezTo>
                    <a:pt x="521" y="69"/>
                    <a:pt x="537" y="70"/>
                    <a:pt x="553" y="72"/>
                  </a:cubicBezTo>
                  <a:cubicBezTo>
                    <a:pt x="575" y="0"/>
                    <a:pt x="575" y="0"/>
                    <a:pt x="575" y="0"/>
                  </a:cubicBezTo>
                  <a:cubicBezTo>
                    <a:pt x="727" y="46"/>
                    <a:pt x="727" y="46"/>
                    <a:pt x="727" y="46"/>
                  </a:cubicBezTo>
                  <a:cubicBezTo>
                    <a:pt x="705" y="118"/>
                    <a:pt x="705" y="118"/>
                    <a:pt x="705" y="118"/>
                  </a:cubicBezTo>
                  <a:cubicBezTo>
                    <a:pt x="761" y="146"/>
                    <a:pt x="808" y="186"/>
                    <a:pt x="845" y="233"/>
                  </a:cubicBezTo>
                  <a:cubicBezTo>
                    <a:pt x="912" y="197"/>
                    <a:pt x="912" y="197"/>
                    <a:pt x="912" y="197"/>
                  </a:cubicBezTo>
                  <a:cubicBezTo>
                    <a:pt x="986" y="337"/>
                    <a:pt x="986" y="337"/>
                    <a:pt x="986" y="337"/>
                  </a:cubicBezTo>
                  <a:cubicBezTo>
                    <a:pt x="920" y="373"/>
                    <a:pt x="920" y="373"/>
                    <a:pt x="920" y="373"/>
                  </a:cubicBezTo>
                  <a:cubicBezTo>
                    <a:pt x="938" y="430"/>
                    <a:pt x="945" y="491"/>
                    <a:pt x="938" y="553"/>
                  </a:cubicBezTo>
                  <a:cubicBezTo>
                    <a:pt x="1010" y="575"/>
                    <a:pt x="1010" y="575"/>
                    <a:pt x="1010" y="575"/>
                  </a:cubicBezTo>
                  <a:cubicBezTo>
                    <a:pt x="963" y="727"/>
                    <a:pt x="963" y="727"/>
                    <a:pt x="963" y="727"/>
                  </a:cubicBezTo>
                  <a:cubicBezTo>
                    <a:pt x="891" y="705"/>
                    <a:pt x="891" y="705"/>
                    <a:pt x="891" y="705"/>
                  </a:cubicBezTo>
                  <a:cubicBezTo>
                    <a:pt x="863" y="760"/>
                    <a:pt x="823" y="807"/>
                    <a:pt x="777" y="845"/>
                  </a:cubicBezTo>
                  <a:cubicBezTo>
                    <a:pt x="812" y="911"/>
                    <a:pt x="812" y="911"/>
                    <a:pt x="812" y="911"/>
                  </a:cubicBezTo>
                  <a:cubicBezTo>
                    <a:pt x="672" y="986"/>
                    <a:pt x="672" y="986"/>
                    <a:pt x="672" y="986"/>
                  </a:cubicBezTo>
                  <a:cubicBezTo>
                    <a:pt x="636" y="919"/>
                    <a:pt x="636" y="919"/>
                    <a:pt x="636" y="919"/>
                  </a:cubicBezTo>
                  <a:cubicBezTo>
                    <a:pt x="594" y="933"/>
                    <a:pt x="550" y="940"/>
                    <a:pt x="505" y="940"/>
                  </a:cubicBezTo>
                  <a:cubicBezTo>
                    <a:pt x="505" y="826"/>
                    <a:pt x="505" y="826"/>
                    <a:pt x="505" y="826"/>
                  </a:cubicBezTo>
                  <a:cubicBezTo>
                    <a:pt x="643" y="826"/>
                    <a:pt x="770" y="737"/>
                    <a:pt x="812" y="598"/>
                  </a:cubicBezTo>
                  <a:cubicBezTo>
                    <a:pt x="864" y="428"/>
                    <a:pt x="768" y="248"/>
                    <a:pt x="598" y="197"/>
                  </a:cubicBezTo>
                  <a:cubicBezTo>
                    <a:pt x="567" y="187"/>
                    <a:pt x="536" y="183"/>
                    <a:pt x="505" y="183"/>
                  </a:cubicBezTo>
                  <a:lnTo>
                    <a:pt x="505" y="69"/>
                  </a:lnTo>
                  <a:close/>
                  <a:moveTo>
                    <a:pt x="233" y="164"/>
                  </a:moveTo>
                  <a:cubicBezTo>
                    <a:pt x="198" y="98"/>
                    <a:pt x="198" y="98"/>
                    <a:pt x="198" y="98"/>
                  </a:cubicBezTo>
                  <a:cubicBezTo>
                    <a:pt x="338" y="23"/>
                    <a:pt x="338" y="23"/>
                    <a:pt x="338" y="23"/>
                  </a:cubicBezTo>
                  <a:cubicBezTo>
                    <a:pt x="373" y="89"/>
                    <a:pt x="373" y="89"/>
                    <a:pt x="373" y="89"/>
                  </a:cubicBezTo>
                  <a:cubicBezTo>
                    <a:pt x="415" y="76"/>
                    <a:pt x="460" y="69"/>
                    <a:pt x="505" y="69"/>
                  </a:cubicBezTo>
                  <a:cubicBezTo>
                    <a:pt x="505" y="183"/>
                    <a:pt x="505" y="183"/>
                    <a:pt x="505" y="183"/>
                  </a:cubicBezTo>
                  <a:cubicBezTo>
                    <a:pt x="367" y="183"/>
                    <a:pt x="239" y="272"/>
                    <a:pt x="197" y="411"/>
                  </a:cubicBezTo>
                  <a:cubicBezTo>
                    <a:pt x="146" y="581"/>
                    <a:pt x="241" y="760"/>
                    <a:pt x="411" y="812"/>
                  </a:cubicBezTo>
                  <a:cubicBezTo>
                    <a:pt x="411" y="812"/>
                    <a:pt x="411" y="812"/>
                    <a:pt x="411" y="812"/>
                  </a:cubicBezTo>
                  <a:cubicBezTo>
                    <a:pt x="443" y="821"/>
                    <a:pt x="474" y="826"/>
                    <a:pt x="505" y="826"/>
                  </a:cubicBezTo>
                  <a:cubicBezTo>
                    <a:pt x="505" y="940"/>
                    <a:pt x="505" y="940"/>
                    <a:pt x="505" y="940"/>
                  </a:cubicBezTo>
                  <a:cubicBezTo>
                    <a:pt x="489" y="940"/>
                    <a:pt x="473" y="939"/>
                    <a:pt x="456" y="937"/>
                  </a:cubicBezTo>
                  <a:cubicBezTo>
                    <a:pt x="434" y="1009"/>
                    <a:pt x="434" y="1009"/>
                    <a:pt x="434" y="1009"/>
                  </a:cubicBezTo>
                  <a:cubicBezTo>
                    <a:pt x="282" y="963"/>
                    <a:pt x="282" y="963"/>
                    <a:pt x="282" y="963"/>
                  </a:cubicBezTo>
                  <a:cubicBezTo>
                    <a:pt x="304" y="891"/>
                    <a:pt x="304" y="891"/>
                    <a:pt x="304" y="891"/>
                  </a:cubicBezTo>
                  <a:cubicBezTo>
                    <a:pt x="249" y="862"/>
                    <a:pt x="202" y="823"/>
                    <a:pt x="165" y="776"/>
                  </a:cubicBezTo>
                  <a:cubicBezTo>
                    <a:pt x="98" y="812"/>
                    <a:pt x="98" y="812"/>
                    <a:pt x="98" y="812"/>
                  </a:cubicBezTo>
                  <a:cubicBezTo>
                    <a:pt x="23" y="671"/>
                    <a:pt x="23" y="671"/>
                    <a:pt x="23" y="671"/>
                  </a:cubicBezTo>
                  <a:cubicBezTo>
                    <a:pt x="90" y="636"/>
                    <a:pt x="90" y="636"/>
                    <a:pt x="90" y="636"/>
                  </a:cubicBezTo>
                  <a:cubicBezTo>
                    <a:pt x="72" y="579"/>
                    <a:pt x="65" y="518"/>
                    <a:pt x="72" y="456"/>
                  </a:cubicBezTo>
                  <a:cubicBezTo>
                    <a:pt x="0" y="434"/>
                    <a:pt x="0" y="434"/>
                    <a:pt x="0" y="434"/>
                  </a:cubicBezTo>
                  <a:cubicBezTo>
                    <a:pt x="46" y="282"/>
                    <a:pt x="46" y="282"/>
                    <a:pt x="46" y="282"/>
                  </a:cubicBezTo>
                  <a:cubicBezTo>
                    <a:pt x="118" y="304"/>
                    <a:pt x="118" y="304"/>
                    <a:pt x="118" y="304"/>
                  </a:cubicBezTo>
                  <a:cubicBezTo>
                    <a:pt x="147" y="249"/>
                    <a:pt x="186" y="201"/>
                    <a:pt x="233" y="164"/>
                  </a:cubicBezTo>
                  <a:close/>
                </a:path>
              </a:pathLst>
            </a:custGeom>
            <a:solidFill>
              <a:srgbClr val="FFA1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56" name="ïŝľídè"/>
            <p:cNvSpPr/>
            <p:nvPr/>
          </p:nvSpPr>
          <p:spPr bwMode="auto">
            <a:xfrm>
              <a:off x="7188135" y="1954218"/>
              <a:ext cx="1292071" cy="1828315"/>
            </a:xfrm>
            <a:custGeom>
              <a:avLst/>
              <a:gdLst>
                <a:gd name="T0" fmla="*/ 0 w 1118"/>
                <a:gd name="T1" fmla="*/ 0 h 1582"/>
                <a:gd name="T2" fmla="*/ 958 w 1118"/>
                <a:gd name="T3" fmla="*/ 0 h 1582"/>
                <a:gd name="T4" fmla="*/ 1118 w 1118"/>
                <a:gd name="T5" fmla="*/ 161 h 1582"/>
                <a:gd name="T6" fmla="*/ 1118 w 1118"/>
                <a:gd name="T7" fmla="*/ 0 h 1582"/>
                <a:gd name="T8" fmla="*/ 1118 w 1118"/>
                <a:gd name="T9" fmla="*/ 1582 h 1582"/>
                <a:gd name="T10" fmla="*/ 0 w 1118"/>
                <a:gd name="T11" fmla="*/ 1582 h 1582"/>
                <a:gd name="T12" fmla="*/ 0 w 1118"/>
                <a:gd name="T13" fmla="*/ 0 h 1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18" h="1582">
                  <a:moveTo>
                    <a:pt x="0" y="0"/>
                  </a:moveTo>
                  <a:lnTo>
                    <a:pt x="958" y="0"/>
                  </a:lnTo>
                  <a:lnTo>
                    <a:pt x="1118" y="161"/>
                  </a:lnTo>
                  <a:lnTo>
                    <a:pt x="1118" y="0"/>
                  </a:lnTo>
                  <a:lnTo>
                    <a:pt x="1118" y="1582"/>
                  </a:lnTo>
                  <a:lnTo>
                    <a:pt x="0" y="15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57" name="ïśḻïḋè"/>
            <p:cNvSpPr/>
            <p:nvPr/>
          </p:nvSpPr>
          <p:spPr bwMode="auto">
            <a:xfrm>
              <a:off x="7972855" y="3252067"/>
              <a:ext cx="0" cy="114414"/>
            </a:xfrm>
            <a:prstGeom prst="line">
              <a:avLst/>
            </a:prstGeom>
            <a:noFill/>
            <a:ln w="11113" cap="flat">
              <a:solidFill>
                <a:srgbClr val="CCCCCC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58" name="ïṥľîdê"/>
            <p:cNvSpPr/>
            <p:nvPr/>
          </p:nvSpPr>
          <p:spPr bwMode="auto">
            <a:xfrm>
              <a:off x="8251378" y="3252067"/>
              <a:ext cx="0" cy="228828"/>
            </a:xfrm>
            <a:prstGeom prst="line">
              <a:avLst/>
            </a:prstGeom>
            <a:noFill/>
            <a:ln w="11113" cap="flat">
              <a:solidFill>
                <a:srgbClr val="CCCCCC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59" name="íṣ1iḍè"/>
            <p:cNvSpPr/>
            <p:nvPr/>
          </p:nvSpPr>
          <p:spPr bwMode="auto">
            <a:xfrm>
              <a:off x="7520976" y="2150686"/>
              <a:ext cx="626389" cy="43917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60" name="îṥļîďè"/>
            <p:cNvSpPr/>
            <p:nvPr/>
          </p:nvSpPr>
          <p:spPr bwMode="auto">
            <a:xfrm>
              <a:off x="7306016" y="2262789"/>
              <a:ext cx="1056309" cy="43917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61" name="ïšḻïďè"/>
            <p:cNvSpPr/>
            <p:nvPr/>
          </p:nvSpPr>
          <p:spPr bwMode="auto">
            <a:xfrm>
              <a:off x="7306016" y="2341377"/>
              <a:ext cx="1056309" cy="43917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62" name="íṩľïḓè"/>
            <p:cNvSpPr/>
            <p:nvPr/>
          </p:nvSpPr>
          <p:spPr bwMode="auto">
            <a:xfrm>
              <a:off x="7306016" y="2418808"/>
              <a:ext cx="1056309" cy="43917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63" name="ïṩḷiḑé"/>
            <p:cNvSpPr/>
            <p:nvPr/>
          </p:nvSpPr>
          <p:spPr bwMode="auto">
            <a:xfrm>
              <a:off x="7306016" y="2497396"/>
              <a:ext cx="494639" cy="43917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64" name="ïṧliḍé"/>
            <p:cNvSpPr/>
            <p:nvPr/>
          </p:nvSpPr>
          <p:spPr bwMode="auto">
            <a:xfrm>
              <a:off x="8087269" y="2743560"/>
              <a:ext cx="275056" cy="272745"/>
            </a:xfrm>
            <a:prstGeom prst="ellipse">
              <a:avLst/>
            </a:prstGeom>
            <a:solidFill>
              <a:srgbClr val="EF413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65" name="íṣliḓè"/>
            <p:cNvSpPr/>
            <p:nvPr/>
          </p:nvSpPr>
          <p:spPr bwMode="auto">
            <a:xfrm>
              <a:off x="8103448" y="2879932"/>
              <a:ext cx="122504" cy="114414"/>
            </a:xfrm>
            <a:custGeom>
              <a:avLst/>
              <a:gdLst>
                <a:gd name="T0" fmla="*/ 23 w 61"/>
                <a:gd name="T1" fmla="*/ 57 h 57"/>
                <a:gd name="T2" fmla="*/ 0 w 61"/>
                <a:gd name="T3" fmla="*/ 31 h 57"/>
                <a:gd name="T4" fmla="*/ 61 w 61"/>
                <a:gd name="T5" fmla="*/ 0 h 57"/>
                <a:gd name="T6" fmla="*/ 23 w 61"/>
                <a:gd name="T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1" h="57">
                  <a:moveTo>
                    <a:pt x="23" y="57"/>
                  </a:moveTo>
                  <a:cubicBezTo>
                    <a:pt x="13" y="51"/>
                    <a:pt x="5" y="42"/>
                    <a:pt x="0" y="31"/>
                  </a:cubicBezTo>
                  <a:cubicBezTo>
                    <a:pt x="61" y="0"/>
                    <a:pt x="61" y="0"/>
                    <a:pt x="61" y="0"/>
                  </a:cubicBezTo>
                  <a:lnTo>
                    <a:pt x="23" y="57"/>
                  </a:lnTo>
                  <a:close/>
                </a:path>
              </a:pathLst>
            </a:custGeom>
            <a:solidFill>
              <a:srgbClr val="FCD8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66" name="ïSlídè"/>
            <p:cNvSpPr/>
            <p:nvPr/>
          </p:nvSpPr>
          <p:spPr bwMode="auto">
            <a:xfrm>
              <a:off x="8087269" y="2771296"/>
              <a:ext cx="138684" cy="169888"/>
            </a:xfrm>
            <a:custGeom>
              <a:avLst/>
              <a:gdLst>
                <a:gd name="T0" fmla="*/ 8 w 69"/>
                <a:gd name="T1" fmla="*/ 85 h 85"/>
                <a:gd name="T2" fmla="*/ 0 w 69"/>
                <a:gd name="T3" fmla="*/ 54 h 85"/>
                <a:gd name="T4" fmla="*/ 27 w 69"/>
                <a:gd name="T5" fmla="*/ 0 h 85"/>
                <a:gd name="T6" fmla="*/ 69 w 69"/>
                <a:gd name="T7" fmla="*/ 54 h 85"/>
                <a:gd name="T8" fmla="*/ 8 w 69"/>
                <a:gd name="T9" fmla="*/ 85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85">
                  <a:moveTo>
                    <a:pt x="8" y="85"/>
                  </a:moveTo>
                  <a:cubicBezTo>
                    <a:pt x="3" y="76"/>
                    <a:pt x="0" y="65"/>
                    <a:pt x="0" y="54"/>
                  </a:cubicBezTo>
                  <a:cubicBezTo>
                    <a:pt x="0" y="32"/>
                    <a:pt x="11" y="13"/>
                    <a:pt x="27" y="0"/>
                  </a:cubicBezTo>
                  <a:cubicBezTo>
                    <a:pt x="69" y="54"/>
                    <a:pt x="69" y="54"/>
                    <a:pt x="69" y="54"/>
                  </a:cubicBezTo>
                  <a:lnTo>
                    <a:pt x="8" y="85"/>
                  </a:lnTo>
                  <a:close/>
                </a:path>
              </a:pathLst>
            </a:custGeom>
            <a:solidFill>
              <a:srgbClr val="F9B3A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67" name="îsḷidé"/>
            <p:cNvSpPr/>
            <p:nvPr/>
          </p:nvSpPr>
          <p:spPr bwMode="auto">
            <a:xfrm>
              <a:off x="8141587" y="2743560"/>
              <a:ext cx="84366" cy="136372"/>
            </a:xfrm>
            <a:custGeom>
              <a:avLst/>
              <a:gdLst>
                <a:gd name="T0" fmla="*/ 0 w 42"/>
                <a:gd name="T1" fmla="*/ 14 h 68"/>
                <a:gd name="T2" fmla="*/ 42 w 42"/>
                <a:gd name="T3" fmla="*/ 0 h 68"/>
                <a:gd name="T4" fmla="*/ 42 w 42"/>
                <a:gd name="T5" fmla="*/ 68 h 68"/>
                <a:gd name="T6" fmla="*/ 0 w 42"/>
                <a:gd name="T7" fmla="*/ 14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2" h="68">
                  <a:moveTo>
                    <a:pt x="0" y="14"/>
                  </a:moveTo>
                  <a:cubicBezTo>
                    <a:pt x="11" y="5"/>
                    <a:pt x="26" y="0"/>
                    <a:pt x="42" y="0"/>
                  </a:cubicBezTo>
                  <a:cubicBezTo>
                    <a:pt x="42" y="68"/>
                    <a:pt x="42" y="68"/>
                    <a:pt x="42" y="68"/>
                  </a:cubicBezTo>
                  <a:lnTo>
                    <a:pt x="0" y="14"/>
                  </a:lnTo>
                  <a:close/>
                </a:path>
              </a:pathLst>
            </a:custGeom>
            <a:solidFill>
              <a:srgbClr val="F48C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68" name="íṥḻîḋê"/>
            <p:cNvSpPr/>
            <p:nvPr/>
          </p:nvSpPr>
          <p:spPr bwMode="auto">
            <a:xfrm>
              <a:off x="8225953" y="2743560"/>
              <a:ext cx="98234" cy="136372"/>
            </a:xfrm>
            <a:custGeom>
              <a:avLst/>
              <a:gdLst>
                <a:gd name="T0" fmla="*/ 0 w 49"/>
                <a:gd name="T1" fmla="*/ 0 h 68"/>
                <a:gd name="T2" fmla="*/ 0 w 49"/>
                <a:gd name="T3" fmla="*/ 68 h 68"/>
                <a:gd name="T4" fmla="*/ 49 w 49"/>
                <a:gd name="T5" fmla="*/ 20 h 68"/>
                <a:gd name="T6" fmla="*/ 0 w 49"/>
                <a:gd name="T7" fmla="*/ 0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68">
                  <a:moveTo>
                    <a:pt x="0" y="0"/>
                  </a:moveTo>
                  <a:cubicBezTo>
                    <a:pt x="0" y="68"/>
                    <a:pt x="0" y="68"/>
                    <a:pt x="0" y="68"/>
                  </a:cubicBezTo>
                  <a:cubicBezTo>
                    <a:pt x="49" y="20"/>
                    <a:pt x="49" y="20"/>
                    <a:pt x="49" y="20"/>
                  </a:cubicBezTo>
                  <a:cubicBezTo>
                    <a:pt x="36" y="8"/>
                    <a:pt x="19" y="0"/>
                    <a:pt x="0" y="0"/>
                  </a:cubicBezTo>
                  <a:close/>
                </a:path>
              </a:pathLst>
            </a:custGeom>
            <a:solidFill>
              <a:srgbClr val="F2675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69" name="îṣḻïďe"/>
            <p:cNvSpPr/>
            <p:nvPr/>
          </p:nvSpPr>
          <p:spPr bwMode="auto">
            <a:xfrm>
              <a:off x="7306016" y="3039419"/>
              <a:ext cx="629856" cy="16180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70" name="išľiḑe"/>
            <p:cNvSpPr/>
            <p:nvPr/>
          </p:nvSpPr>
          <p:spPr bwMode="auto">
            <a:xfrm>
              <a:off x="7306016" y="2703110"/>
              <a:ext cx="112103" cy="336308"/>
            </a:xfrm>
            <a:prstGeom prst="rect">
              <a:avLst/>
            </a:prstGeom>
            <a:solidFill>
              <a:srgbClr val="4C8E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71" name="iśḷïďé"/>
            <p:cNvSpPr/>
            <p:nvPr/>
          </p:nvSpPr>
          <p:spPr bwMode="auto">
            <a:xfrm>
              <a:off x="7436610" y="2829081"/>
              <a:ext cx="109791" cy="210337"/>
            </a:xfrm>
            <a:prstGeom prst="rect">
              <a:avLst/>
            </a:prstGeom>
            <a:solidFill>
              <a:srgbClr val="609D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72" name="ïṥľíḍé"/>
            <p:cNvSpPr/>
            <p:nvPr/>
          </p:nvSpPr>
          <p:spPr bwMode="auto">
            <a:xfrm>
              <a:off x="7564893" y="2901890"/>
              <a:ext cx="112103" cy="137528"/>
            </a:xfrm>
            <a:prstGeom prst="rect">
              <a:avLst/>
            </a:prstGeom>
            <a:solidFill>
              <a:srgbClr val="73AC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73" name="iṧḷîḑê"/>
            <p:cNvSpPr/>
            <p:nvPr/>
          </p:nvSpPr>
          <p:spPr bwMode="auto">
            <a:xfrm>
              <a:off x="7693175" y="2836016"/>
              <a:ext cx="112103" cy="203403"/>
            </a:xfrm>
            <a:prstGeom prst="rect">
              <a:avLst/>
            </a:prstGeom>
            <a:solidFill>
              <a:srgbClr val="87BB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74" name="ïṥľíḑe"/>
            <p:cNvSpPr/>
            <p:nvPr/>
          </p:nvSpPr>
          <p:spPr bwMode="auto">
            <a:xfrm>
              <a:off x="7823769" y="2893801"/>
              <a:ext cx="112103" cy="145618"/>
            </a:xfrm>
            <a:prstGeom prst="rect">
              <a:avLst/>
            </a:prstGeom>
            <a:solidFill>
              <a:srgbClr val="9A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75" name="íşliḋe"/>
            <p:cNvSpPr/>
            <p:nvPr/>
          </p:nvSpPr>
          <p:spPr bwMode="auto">
            <a:xfrm>
              <a:off x="8097670" y="3039419"/>
              <a:ext cx="55474" cy="16180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76" name="ïṡļíďê"/>
            <p:cNvSpPr/>
            <p:nvPr/>
          </p:nvSpPr>
          <p:spPr bwMode="auto">
            <a:xfrm>
              <a:off x="8179725" y="3039419"/>
              <a:ext cx="167576" cy="16180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77" name="ïṩļiḓé"/>
            <p:cNvSpPr/>
            <p:nvPr/>
          </p:nvSpPr>
          <p:spPr bwMode="auto">
            <a:xfrm>
              <a:off x="8295294" y="1954218"/>
              <a:ext cx="184912" cy="186067"/>
            </a:xfrm>
            <a:custGeom>
              <a:avLst/>
              <a:gdLst>
                <a:gd name="T0" fmla="*/ 0 w 160"/>
                <a:gd name="T1" fmla="*/ 161 h 161"/>
                <a:gd name="T2" fmla="*/ 160 w 160"/>
                <a:gd name="T3" fmla="*/ 161 h 161"/>
                <a:gd name="T4" fmla="*/ 0 w 160"/>
                <a:gd name="T5" fmla="*/ 0 h 161"/>
                <a:gd name="T6" fmla="*/ 0 w 160"/>
                <a:gd name="T7" fmla="*/ 161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0" h="161">
                  <a:moveTo>
                    <a:pt x="0" y="161"/>
                  </a:moveTo>
                  <a:lnTo>
                    <a:pt x="160" y="161"/>
                  </a:lnTo>
                  <a:lnTo>
                    <a:pt x="0" y="0"/>
                  </a:lnTo>
                  <a:lnTo>
                    <a:pt x="0" y="16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78" name="íS1íḓe"/>
            <p:cNvSpPr/>
            <p:nvPr/>
          </p:nvSpPr>
          <p:spPr bwMode="auto">
            <a:xfrm>
              <a:off x="7306016" y="3218552"/>
              <a:ext cx="223050" cy="68186"/>
            </a:xfrm>
            <a:prstGeom prst="rect">
              <a:avLst/>
            </a:prstGeom>
            <a:solidFill>
              <a:srgbClr val="EF413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79" name="îṥlîḍê"/>
            <p:cNvSpPr/>
            <p:nvPr/>
          </p:nvSpPr>
          <p:spPr bwMode="auto">
            <a:xfrm>
              <a:off x="7584540" y="3218552"/>
              <a:ext cx="223050" cy="68186"/>
            </a:xfrm>
            <a:prstGeom prst="rect">
              <a:avLst/>
            </a:prstGeom>
            <a:solidFill>
              <a:srgbClr val="9A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80" name="ïšḷïḍê"/>
            <p:cNvSpPr/>
            <p:nvPr/>
          </p:nvSpPr>
          <p:spPr bwMode="auto">
            <a:xfrm>
              <a:off x="7860752" y="3218552"/>
              <a:ext cx="225361" cy="68186"/>
            </a:xfrm>
            <a:prstGeom prst="rect">
              <a:avLst/>
            </a:prstGeom>
            <a:solidFill>
              <a:srgbClr val="609D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81" name="íšlíḑe"/>
            <p:cNvSpPr/>
            <p:nvPr/>
          </p:nvSpPr>
          <p:spPr bwMode="auto">
            <a:xfrm>
              <a:off x="8139275" y="3218552"/>
              <a:ext cx="223050" cy="68186"/>
            </a:xfrm>
            <a:prstGeom prst="rect">
              <a:avLst/>
            </a:prstGeom>
            <a:solidFill>
              <a:srgbClr val="9A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82" name="ïṥḻïďe"/>
            <p:cNvSpPr/>
            <p:nvPr/>
          </p:nvSpPr>
          <p:spPr bwMode="auto">
            <a:xfrm>
              <a:off x="7306016" y="3331810"/>
              <a:ext cx="223050" cy="68186"/>
            </a:xfrm>
            <a:prstGeom prst="rect">
              <a:avLst/>
            </a:prstGeom>
            <a:solidFill>
              <a:srgbClr val="F2675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83" name="íṣḻîḓè"/>
            <p:cNvSpPr/>
            <p:nvPr/>
          </p:nvSpPr>
          <p:spPr bwMode="auto">
            <a:xfrm>
              <a:off x="7306016" y="3446224"/>
              <a:ext cx="223050" cy="68186"/>
            </a:xfrm>
            <a:prstGeom prst="rect">
              <a:avLst/>
            </a:prstGeom>
            <a:solidFill>
              <a:srgbClr val="F48C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85" name="ïSliḑé"/>
            <p:cNvSpPr/>
            <p:nvPr/>
          </p:nvSpPr>
          <p:spPr bwMode="auto">
            <a:xfrm>
              <a:off x="7306016" y="3560639"/>
              <a:ext cx="223050" cy="68186"/>
            </a:xfrm>
            <a:prstGeom prst="rect">
              <a:avLst/>
            </a:prstGeom>
            <a:solidFill>
              <a:srgbClr val="FCD8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86" name="ïṡḻîḑe"/>
            <p:cNvSpPr/>
            <p:nvPr/>
          </p:nvSpPr>
          <p:spPr bwMode="auto">
            <a:xfrm>
              <a:off x="7860752" y="3331810"/>
              <a:ext cx="225361" cy="68186"/>
            </a:xfrm>
            <a:prstGeom prst="rect">
              <a:avLst/>
            </a:prstGeom>
            <a:solidFill>
              <a:srgbClr val="609D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87" name="iS1îḓê"/>
            <p:cNvSpPr/>
            <p:nvPr/>
          </p:nvSpPr>
          <p:spPr bwMode="auto">
            <a:xfrm>
              <a:off x="8139275" y="3331810"/>
              <a:ext cx="223050" cy="68186"/>
            </a:xfrm>
            <a:prstGeom prst="rect">
              <a:avLst/>
            </a:prstGeom>
            <a:solidFill>
              <a:srgbClr val="9A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88" name="ísļiḑe"/>
            <p:cNvSpPr/>
            <p:nvPr/>
          </p:nvSpPr>
          <p:spPr bwMode="auto">
            <a:xfrm>
              <a:off x="8139275" y="3446224"/>
              <a:ext cx="223050" cy="68186"/>
            </a:xfrm>
            <a:prstGeom prst="rect">
              <a:avLst/>
            </a:prstGeom>
            <a:solidFill>
              <a:srgbClr val="9A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91" name="iṣļiḋé"/>
            <p:cNvSpPr/>
            <p:nvPr/>
          </p:nvSpPr>
          <p:spPr bwMode="auto">
            <a:xfrm>
              <a:off x="4432950" y="3142276"/>
              <a:ext cx="2985169" cy="1962376"/>
            </a:xfrm>
            <a:custGeom>
              <a:avLst/>
              <a:gdLst>
                <a:gd name="T0" fmla="*/ 52 w 1491"/>
                <a:gd name="T1" fmla="*/ 0 h 980"/>
                <a:gd name="T2" fmla="*/ 1440 w 1491"/>
                <a:gd name="T3" fmla="*/ 0 h 980"/>
                <a:gd name="T4" fmla="*/ 1491 w 1491"/>
                <a:gd name="T5" fmla="*/ 51 h 980"/>
                <a:gd name="T6" fmla="*/ 1491 w 1491"/>
                <a:gd name="T7" fmla="*/ 928 h 980"/>
                <a:gd name="T8" fmla="*/ 1440 w 1491"/>
                <a:gd name="T9" fmla="*/ 980 h 980"/>
                <a:gd name="T10" fmla="*/ 52 w 1491"/>
                <a:gd name="T11" fmla="*/ 980 h 980"/>
                <a:gd name="T12" fmla="*/ 0 w 1491"/>
                <a:gd name="T13" fmla="*/ 928 h 980"/>
                <a:gd name="T14" fmla="*/ 0 w 1491"/>
                <a:gd name="T15" fmla="*/ 51 h 980"/>
                <a:gd name="T16" fmla="*/ 52 w 1491"/>
                <a:gd name="T17" fmla="*/ 0 h 9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91" h="980">
                  <a:moveTo>
                    <a:pt x="52" y="0"/>
                  </a:moveTo>
                  <a:cubicBezTo>
                    <a:pt x="1440" y="0"/>
                    <a:pt x="1440" y="0"/>
                    <a:pt x="1440" y="0"/>
                  </a:cubicBezTo>
                  <a:cubicBezTo>
                    <a:pt x="1468" y="0"/>
                    <a:pt x="1491" y="23"/>
                    <a:pt x="1491" y="51"/>
                  </a:cubicBezTo>
                  <a:cubicBezTo>
                    <a:pt x="1491" y="928"/>
                    <a:pt x="1491" y="928"/>
                    <a:pt x="1491" y="928"/>
                  </a:cubicBezTo>
                  <a:cubicBezTo>
                    <a:pt x="1491" y="957"/>
                    <a:pt x="1468" y="980"/>
                    <a:pt x="1440" y="980"/>
                  </a:cubicBezTo>
                  <a:cubicBezTo>
                    <a:pt x="52" y="980"/>
                    <a:pt x="52" y="980"/>
                    <a:pt x="52" y="980"/>
                  </a:cubicBezTo>
                  <a:cubicBezTo>
                    <a:pt x="23" y="980"/>
                    <a:pt x="0" y="957"/>
                    <a:pt x="0" y="928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23"/>
                    <a:pt x="23" y="0"/>
                    <a:pt x="52" y="0"/>
                  </a:cubicBezTo>
                  <a:close/>
                </a:path>
              </a:pathLst>
            </a:custGeom>
            <a:solidFill>
              <a:srgbClr val="8080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92" name="i$1íďè"/>
            <p:cNvSpPr/>
            <p:nvPr/>
          </p:nvSpPr>
          <p:spPr bwMode="auto">
            <a:xfrm>
              <a:off x="4586658" y="3346834"/>
              <a:ext cx="2677754" cy="143768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93" name="ïṡlîḑe"/>
            <p:cNvSpPr/>
            <p:nvPr/>
          </p:nvSpPr>
          <p:spPr bwMode="auto">
            <a:xfrm>
              <a:off x="5862549" y="4872357"/>
              <a:ext cx="125971" cy="128283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94" name="iṡ1ïḓê"/>
            <p:cNvSpPr/>
            <p:nvPr/>
          </p:nvSpPr>
          <p:spPr bwMode="auto">
            <a:xfrm>
              <a:off x="3914041" y="5104652"/>
              <a:ext cx="4022987" cy="340931"/>
            </a:xfrm>
            <a:custGeom>
              <a:avLst/>
              <a:gdLst>
                <a:gd name="T0" fmla="*/ 449 w 3481"/>
                <a:gd name="T1" fmla="*/ 0 h 295"/>
                <a:gd name="T2" fmla="*/ 3032 w 3481"/>
                <a:gd name="T3" fmla="*/ 0 h 295"/>
                <a:gd name="T4" fmla="*/ 3481 w 3481"/>
                <a:gd name="T5" fmla="*/ 295 h 295"/>
                <a:gd name="T6" fmla="*/ 0 w 3481"/>
                <a:gd name="T7" fmla="*/ 295 h 295"/>
                <a:gd name="T8" fmla="*/ 449 w 3481"/>
                <a:gd name="T9" fmla="*/ 0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81" h="295">
                  <a:moveTo>
                    <a:pt x="449" y="0"/>
                  </a:moveTo>
                  <a:lnTo>
                    <a:pt x="3032" y="0"/>
                  </a:lnTo>
                  <a:lnTo>
                    <a:pt x="3481" y="295"/>
                  </a:lnTo>
                  <a:lnTo>
                    <a:pt x="0" y="295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rgbClr val="8080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95" name="iŝḻïḋé"/>
            <p:cNvSpPr/>
            <p:nvPr/>
          </p:nvSpPr>
          <p:spPr bwMode="auto">
            <a:xfrm>
              <a:off x="3914041" y="5445583"/>
              <a:ext cx="4022987" cy="189535"/>
            </a:xfrm>
            <a:custGeom>
              <a:avLst/>
              <a:gdLst>
                <a:gd name="T0" fmla="*/ 0 w 2009"/>
                <a:gd name="T1" fmla="*/ 0 h 95"/>
                <a:gd name="T2" fmla="*/ 2009 w 2009"/>
                <a:gd name="T3" fmla="*/ 0 h 95"/>
                <a:gd name="T4" fmla="*/ 2009 w 2009"/>
                <a:gd name="T5" fmla="*/ 58 h 95"/>
                <a:gd name="T6" fmla="*/ 1972 w 2009"/>
                <a:gd name="T7" fmla="*/ 95 h 95"/>
                <a:gd name="T8" fmla="*/ 37 w 2009"/>
                <a:gd name="T9" fmla="*/ 95 h 95"/>
                <a:gd name="T10" fmla="*/ 0 w 2009"/>
                <a:gd name="T11" fmla="*/ 58 h 95"/>
                <a:gd name="T12" fmla="*/ 0 w 2009"/>
                <a:gd name="T13" fmla="*/ 0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09" h="95">
                  <a:moveTo>
                    <a:pt x="0" y="0"/>
                  </a:moveTo>
                  <a:cubicBezTo>
                    <a:pt x="2009" y="0"/>
                    <a:pt x="2009" y="0"/>
                    <a:pt x="2009" y="0"/>
                  </a:cubicBezTo>
                  <a:cubicBezTo>
                    <a:pt x="2009" y="58"/>
                    <a:pt x="2009" y="58"/>
                    <a:pt x="2009" y="58"/>
                  </a:cubicBezTo>
                  <a:cubicBezTo>
                    <a:pt x="2009" y="78"/>
                    <a:pt x="1993" y="95"/>
                    <a:pt x="1972" y="95"/>
                  </a:cubicBezTo>
                  <a:cubicBezTo>
                    <a:pt x="37" y="95"/>
                    <a:pt x="37" y="95"/>
                    <a:pt x="37" y="95"/>
                  </a:cubicBezTo>
                  <a:cubicBezTo>
                    <a:pt x="17" y="95"/>
                    <a:pt x="0" y="78"/>
                    <a:pt x="0" y="58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96" name="ïšľïďê"/>
            <p:cNvSpPr/>
            <p:nvPr/>
          </p:nvSpPr>
          <p:spPr bwMode="auto">
            <a:xfrm>
              <a:off x="5520462" y="5543817"/>
              <a:ext cx="812456" cy="52006"/>
            </a:xfrm>
            <a:prstGeom prst="rect">
              <a:avLst/>
            </a:prstGeom>
            <a:solidFill>
              <a:srgbClr val="8080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97" name="iṣlíḍè"/>
            <p:cNvSpPr/>
            <p:nvPr/>
          </p:nvSpPr>
          <p:spPr bwMode="auto">
            <a:xfrm>
              <a:off x="3914041" y="5445583"/>
              <a:ext cx="4022987" cy="57785"/>
            </a:xfrm>
            <a:prstGeom prst="rect">
              <a:avLst/>
            </a:pr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98" name="ïṧlîḓè"/>
            <p:cNvSpPr/>
            <p:nvPr/>
          </p:nvSpPr>
          <p:spPr bwMode="auto">
            <a:xfrm>
              <a:off x="4022677" y="5126610"/>
              <a:ext cx="3762955" cy="286613"/>
            </a:xfrm>
            <a:custGeom>
              <a:avLst/>
              <a:gdLst>
                <a:gd name="T0" fmla="*/ 1852 w 1879"/>
                <a:gd name="T1" fmla="*/ 120 h 143"/>
                <a:gd name="T2" fmla="*/ 1566 w 1879"/>
                <a:gd name="T3" fmla="*/ 52 h 143"/>
                <a:gd name="T4" fmla="*/ 1566 w 1879"/>
                <a:gd name="T5" fmla="*/ 87 h 143"/>
                <a:gd name="T6" fmla="*/ 1566 w 1879"/>
                <a:gd name="T7" fmla="*/ 38 h 143"/>
                <a:gd name="T8" fmla="*/ 1728 w 1879"/>
                <a:gd name="T9" fmla="*/ 38 h 143"/>
                <a:gd name="T10" fmla="*/ 1566 w 1879"/>
                <a:gd name="T11" fmla="*/ 4 h 143"/>
                <a:gd name="T12" fmla="*/ 1803 w 1879"/>
                <a:gd name="T13" fmla="*/ 87 h 143"/>
                <a:gd name="T14" fmla="*/ 337 w 1879"/>
                <a:gd name="T15" fmla="*/ 105 h 143"/>
                <a:gd name="T16" fmla="*/ 914 w 1879"/>
                <a:gd name="T17" fmla="*/ 140 h 143"/>
                <a:gd name="T18" fmla="*/ 1566 w 1879"/>
                <a:gd name="T19" fmla="*/ 2 h 143"/>
                <a:gd name="T20" fmla="*/ 1566 w 1879"/>
                <a:gd name="T21" fmla="*/ 36 h 143"/>
                <a:gd name="T22" fmla="*/ 1433 w 1879"/>
                <a:gd name="T23" fmla="*/ 20 h 143"/>
                <a:gd name="T24" fmla="*/ 1566 w 1879"/>
                <a:gd name="T25" fmla="*/ 52 h 143"/>
                <a:gd name="T26" fmla="*/ 1462 w 1879"/>
                <a:gd name="T27" fmla="*/ 52 h 143"/>
                <a:gd name="T28" fmla="*/ 1517 w 1879"/>
                <a:gd name="T29" fmla="*/ 138 h 143"/>
                <a:gd name="T30" fmla="*/ 1486 w 1879"/>
                <a:gd name="T31" fmla="*/ 103 h 143"/>
                <a:gd name="T32" fmla="*/ 434 w 1879"/>
                <a:gd name="T33" fmla="*/ 52 h 143"/>
                <a:gd name="T34" fmla="*/ 337 w 1879"/>
                <a:gd name="T35" fmla="*/ 38 h 143"/>
                <a:gd name="T36" fmla="*/ 490 w 1879"/>
                <a:gd name="T37" fmla="*/ 1 h 143"/>
                <a:gd name="T38" fmla="*/ 337 w 1879"/>
                <a:gd name="T39" fmla="*/ 5 h 143"/>
                <a:gd name="T40" fmla="*/ 966 w 1879"/>
                <a:gd name="T41" fmla="*/ 104 h 143"/>
                <a:gd name="T42" fmla="*/ 964 w 1879"/>
                <a:gd name="T43" fmla="*/ 140 h 143"/>
                <a:gd name="T44" fmla="*/ 598 w 1879"/>
                <a:gd name="T45" fmla="*/ 52 h 143"/>
                <a:gd name="T46" fmla="*/ 457 w 1879"/>
                <a:gd name="T47" fmla="*/ 71 h 143"/>
                <a:gd name="T48" fmla="*/ 754 w 1879"/>
                <a:gd name="T49" fmla="*/ 71 h 143"/>
                <a:gd name="T50" fmla="*/ 640 w 1879"/>
                <a:gd name="T51" fmla="*/ 52 h 143"/>
                <a:gd name="T52" fmla="*/ 922 w 1879"/>
                <a:gd name="T53" fmla="*/ 89 h 143"/>
                <a:gd name="T54" fmla="*/ 969 w 1879"/>
                <a:gd name="T55" fmla="*/ 52 h 143"/>
                <a:gd name="T56" fmla="*/ 967 w 1879"/>
                <a:gd name="T57" fmla="*/ 88 h 143"/>
                <a:gd name="T58" fmla="*/ 1256 w 1879"/>
                <a:gd name="T59" fmla="*/ 52 h 143"/>
                <a:gd name="T60" fmla="*/ 1138 w 1879"/>
                <a:gd name="T61" fmla="*/ 70 h 143"/>
                <a:gd name="T62" fmla="*/ 1435 w 1879"/>
                <a:gd name="T63" fmla="*/ 70 h 143"/>
                <a:gd name="T64" fmla="*/ 1298 w 1879"/>
                <a:gd name="T65" fmla="*/ 52 h 143"/>
                <a:gd name="T66" fmla="*/ 610 w 1879"/>
                <a:gd name="T67" fmla="*/ 38 h 143"/>
                <a:gd name="T68" fmla="*/ 676 w 1879"/>
                <a:gd name="T69" fmla="*/ 1 h 143"/>
                <a:gd name="T70" fmla="*/ 650 w 1879"/>
                <a:gd name="T71" fmla="*/ 38 h 143"/>
                <a:gd name="T72" fmla="*/ 934 w 1879"/>
                <a:gd name="T73" fmla="*/ 1 h 143"/>
                <a:gd name="T74" fmla="*/ 817 w 1879"/>
                <a:gd name="T75" fmla="*/ 19 h 143"/>
                <a:gd name="T76" fmla="*/ 1086 w 1879"/>
                <a:gd name="T77" fmla="*/ 20 h 143"/>
                <a:gd name="T78" fmla="*/ 972 w 1879"/>
                <a:gd name="T79" fmla="*/ 1 h 143"/>
                <a:gd name="T80" fmla="*/ 1249 w 1879"/>
                <a:gd name="T81" fmla="*/ 38 h 143"/>
                <a:gd name="T82" fmla="*/ 1268 w 1879"/>
                <a:gd name="T83" fmla="*/ 2 h 143"/>
                <a:gd name="T84" fmla="*/ 1290 w 1879"/>
                <a:gd name="T85" fmla="*/ 38 h 143"/>
                <a:gd name="T86" fmla="*/ 337 w 1879"/>
                <a:gd name="T87" fmla="*/ 105 h 143"/>
                <a:gd name="T88" fmla="*/ 337 w 1879"/>
                <a:gd name="T89" fmla="*/ 1 h 143"/>
                <a:gd name="T90" fmla="*/ 266 w 1879"/>
                <a:gd name="T91" fmla="*/ 38 h 143"/>
                <a:gd name="T92" fmla="*/ 331 w 1879"/>
                <a:gd name="T93" fmla="*/ 38 h 143"/>
                <a:gd name="T94" fmla="*/ 337 w 1879"/>
                <a:gd name="T95" fmla="*/ 90 h 143"/>
                <a:gd name="T96" fmla="*/ 312 w 1879"/>
                <a:gd name="T97" fmla="*/ 52 h 143"/>
                <a:gd name="T98" fmla="*/ 266 w 1879"/>
                <a:gd name="T99" fmla="*/ 52 h 143"/>
                <a:gd name="T100" fmla="*/ 266 w 1879"/>
                <a:gd name="T101" fmla="*/ 142 h 143"/>
                <a:gd name="T102" fmla="*/ 266 w 1879"/>
                <a:gd name="T103" fmla="*/ 0 h 143"/>
                <a:gd name="T104" fmla="*/ 232 w 1879"/>
                <a:gd name="T105" fmla="*/ 0 h 143"/>
                <a:gd name="T106" fmla="*/ 243 w 1879"/>
                <a:gd name="T107" fmla="*/ 71 h 143"/>
                <a:gd name="T108" fmla="*/ 148 w 1879"/>
                <a:gd name="T109" fmla="*/ 52 h 143"/>
                <a:gd name="T110" fmla="*/ 266 w 1879"/>
                <a:gd name="T111" fmla="*/ 90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79" h="143">
                  <a:moveTo>
                    <a:pt x="1566" y="138"/>
                  </a:moveTo>
                  <a:cubicBezTo>
                    <a:pt x="1566" y="102"/>
                    <a:pt x="1566" y="102"/>
                    <a:pt x="1566" y="102"/>
                  </a:cubicBezTo>
                  <a:cubicBezTo>
                    <a:pt x="1825" y="102"/>
                    <a:pt x="1825" y="102"/>
                    <a:pt x="1825" y="102"/>
                  </a:cubicBezTo>
                  <a:cubicBezTo>
                    <a:pt x="1834" y="108"/>
                    <a:pt x="1843" y="114"/>
                    <a:pt x="1852" y="120"/>
                  </a:cubicBezTo>
                  <a:cubicBezTo>
                    <a:pt x="1861" y="125"/>
                    <a:pt x="1870" y="131"/>
                    <a:pt x="1879" y="137"/>
                  </a:cubicBezTo>
                  <a:cubicBezTo>
                    <a:pt x="1774" y="138"/>
                    <a:pt x="1670" y="138"/>
                    <a:pt x="1566" y="138"/>
                  </a:cubicBezTo>
                  <a:close/>
                  <a:moveTo>
                    <a:pt x="1566" y="87"/>
                  </a:moveTo>
                  <a:cubicBezTo>
                    <a:pt x="1566" y="52"/>
                    <a:pt x="1566" y="52"/>
                    <a:pt x="1566" y="52"/>
                  </a:cubicBezTo>
                  <a:cubicBezTo>
                    <a:pt x="1585" y="52"/>
                    <a:pt x="1585" y="52"/>
                    <a:pt x="1585" y="52"/>
                  </a:cubicBezTo>
                  <a:cubicBezTo>
                    <a:pt x="1592" y="58"/>
                    <a:pt x="1599" y="63"/>
                    <a:pt x="1606" y="70"/>
                  </a:cubicBezTo>
                  <a:cubicBezTo>
                    <a:pt x="1612" y="75"/>
                    <a:pt x="1619" y="81"/>
                    <a:pt x="1626" y="87"/>
                  </a:cubicBezTo>
                  <a:cubicBezTo>
                    <a:pt x="1566" y="87"/>
                    <a:pt x="1566" y="87"/>
                    <a:pt x="1566" y="87"/>
                  </a:cubicBezTo>
                  <a:close/>
                  <a:moveTo>
                    <a:pt x="1566" y="38"/>
                  </a:moveTo>
                  <a:cubicBezTo>
                    <a:pt x="1566" y="36"/>
                    <a:pt x="1566" y="36"/>
                    <a:pt x="1566" y="36"/>
                  </a:cubicBezTo>
                  <a:cubicBezTo>
                    <a:pt x="1568" y="38"/>
                    <a:pt x="1568" y="38"/>
                    <a:pt x="1568" y="38"/>
                  </a:cubicBezTo>
                  <a:cubicBezTo>
                    <a:pt x="1566" y="38"/>
                    <a:pt x="1566" y="38"/>
                    <a:pt x="1566" y="38"/>
                  </a:cubicBezTo>
                  <a:close/>
                  <a:moveTo>
                    <a:pt x="1566" y="4"/>
                  </a:moveTo>
                  <a:cubicBezTo>
                    <a:pt x="1573" y="9"/>
                    <a:pt x="1580" y="14"/>
                    <a:pt x="1587" y="20"/>
                  </a:cubicBezTo>
                  <a:cubicBezTo>
                    <a:pt x="1595" y="26"/>
                    <a:pt x="1602" y="32"/>
                    <a:pt x="1609" y="38"/>
                  </a:cubicBezTo>
                  <a:cubicBezTo>
                    <a:pt x="1649" y="38"/>
                    <a:pt x="1688" y="38"/>
                    <a:pt x="1728" y="38"/>
                  </a:cubicBezTo>
                  <a:cubicBezTo>
                    <a:pt x="1719" y="32"/>
                    <a:pt x="1711" y="26"/>
                    <a:pt x="1702" y="20"/>
                  </a:cubicBezTo>
                  <a:cubicBezTo>
                    <a:pt x="1693" y="14"/>
                    <a:pt x="1684" y="8"/>
                    <a:pt x="1675" y="2"/>
                  </a:cubicBezTo>
                  <a:cubicBezTo>
                    <a:pt x="1566" y="2"/>
                    <a:pt x="1566" y="2"/>
                    <a:pt x="1566" y="2"/>
                  </a:cubicBezTo>
                  <a:cubicBezTo>
                    <a:pt x="1566" y="4"/>
                    <a:pt x="1566" y="4"/>
                    <a:pt x="1566" y="4"/>
                  </a:cubicBezTo>
                  <a:close/>
                  <a:moveTo>
                    <a:pt x="1627" y="52"/>
                  </a:moveTo>
                  <a:cubicBezTo>
                    <a:pt x="1667" y="52"/>
                    <a:pt x="1708" y="52"/>
                    <a:pt x="1749" y="52"/>
                  </a:cubicBezTo>
                  <a:cubicBezTo>
                    <a:pt x="1758" y="57"/>
                    <a:pt x="1767" y="63"/>
                    <a:pt x="1776" y="69"/>
                  </a:cubicBezTo>
                  <a:cubicBezTo>
                    <a:pt x="1785" y="75"/>
                    <a:pt x="1794" y="81"/>
                    <a:pt x="1803" y="87"/>
                  </a:cubicBezTo>
                  <a:cubicBezTo>
                    <a:pt x="1759" y="87"/>
                    <a:pt x="1715" y="87"/>
                    <a:pt x="1672" y="87"/>
                  </a:cubicBezTo>
                  <a:cubicBezTo>
                    <a:pt x="1664" y="81"/>
                    <a:pt x="1657" y="75"/>
                    <a:pt x="1649" y="69"/>
                  </a:cubicBezTo>
                  <a:cubicBezTo>
                    <a:pt x="1642" y="63"/>
                    <a:pt x="1634" y="58"/>
                    <a:pt x="1627" y="52"/>
                  </a:cubicBezTo>
                  <a:close/>
                  <a:moveTo>
                    <a:pt x="337" y="105"/>
                  </a:moveTo>
                  <a:cubicBezTo>
                    <a:pt x="490" y="105"/>
                    <a:pt x="490" y="105"/>
                    <a:pt x="490" y="105"/>
                  </a:cubicBezTo>
                  <a:cubicBezTo>
                    <a:pt x="633" y="104"/>
                    <a:pt x="776" y="104"/>
                    <a:pt x="920" y="104"/>
                  </a:cubicBezTo>
                  <a:cubicBezTo>
                    <a:pt x="919" y="110"/>
                    <a:pt x="918" y="116"/>
                    <a:pt x="917" y="122"/>
                  </a:cubicBezTo>
                  <a:cubicBezTo>
                    <a:pt x="916" y="128"/>
                    <a:pt x="915" y="134"/>
                    <a:pt x="914" y="140"/>
                  </a:cubicBezTo>
                  <a:cubicBezTo>
                    <a:pt x="762" y="141"/>
                    <a:pt x="609" y="141"/>
                    <a:pt x="457" y="142"/>
                  </a:cubicBezTo>
                  <a:cubicBezTo>
                    <a:pt x="337" y="142"/>
                    <a:pt x="337" y="142"/>
                    <a:pt x="337" y="142"/>
                  </a:cubicBezTo>
                  <a:cubicBezTo>
                    <a:pt x="337" y="105"/>
                    <a:pt x="337" y="105"/>
                    <a:pt x="337" y="105"/>
                  </a:cubicBezTo>
                  <a:close/>
                  <a:moveTo>
                    <a:pt x="1566" y="2"/>
                  </a:moveTo>
                  <a:cubicBezTo>
                    <a:pt x="1566" y="4"/>
                    <a:pt x="1566" y="4"/>
                    <a:pt x="1566" y="4"/>
                  </a:cubicBezTo>
                  <a:cubicBezTo>
                    <a:pt x="1564" y="2"/>
                    <a:pt x="1564" y="2"/>
                    <a:pt x="1564" y="2"/>
                  </a:cubicBezTo>
                  <a:cubicBezTo>
                    <a:pt x="1566" y="2"/>
                    <a:pt x="1566" y="2"/>
                    <a:pt x="1566" y="2"/>
                  </a:cubicBezTo>
                  <a:close/>
                  <a:moveTo>
                    <a:pt x="1566" y="36"/>
                  </a:moveTo>
                  <a:cubicBezTo>
                    <a:pt x="1560" y="31"/>
                    <a:pt x="1554" y="25"/>
                    <a:pt x="1548" y="20"/>
                  </a:cubicBezTo>
                  <a:cubicBezTo>
                    <a:pt x="1541" y="14"/>
                    <a:pt x="1533" y="8"/>
                    <a:pt x="1527" y="2"/>
                  </a:cubicBezTo>
                  <a:cubicBezTo>
                    <a:pt x="1490" y="2"/>
                    <a:pt x="1453" y="2"/>
                    <a:pt x="1416" y="2"/>
                  </a:cubicBezTo>
                  <a:cubicBezTo>
                    <a:pt x="1422" y="8"/>
                    <a:pt x="1427" y="14"/>
                    <a:pt x="1433" y="20"/>
                  </a:cubicBezTo>
                  <a:cubicBezTo>
                    <a:pt x="1439" y="26"/>
                    <a:pt x="1444" y="32"/>
                    <a:pt x="1449" y="38"/>
                  </a:cubicBezTo>
                  <a:cubicBezTo>
                    <a:pt x="1488" y="38"/>
                    <a:pt x="1527" y="38"/>
                    <a:pt x="1566" y="38"/>
                  </a:cubicBezTo>
                  <a:cubicBezTo>
                    <a:pt x="1566" y="36"/>
                    <a:pt x="1566" y="36"/>
                    <a:pt x="1566" y="36"/>
                  </a:cubicBezTo>
                  <a:close/>
                  <a:moveTo>
                    <a:pt x="1566" y="52"/>
                  </a:moveTo>
                  <a:cubicBezTo>
                    <a:pt x="1566" y="87"/>
                    <a:pt x="1566" y="87"/>
                    <a:pt x="1566" y="87"/>
                  </a:cubicBezTo>
                  <a:cubicBezTo>
                    <a:pt x="1495" y="88"/>
                    <a:pt x="1495" y="88"/>
                    <a:pt x="1495" y="88"/>
                  </a:cubicBezTo>
                  <a:cubicBezTo>
                    <a:pt x="1490" y="82"/>
                    <a:pt x="1484" y="76"/>
                    <a:pt x="1479" y="70"/>
                  </a:cubicBezTo>
                  <a:cubicBezTo>
                    <a:pt x="1473" y="64"/>
                    <a:pt x="1468" y="58"/>
                    <a:pt x="1462" y="52"/>
                  </a:cubicBezTo>
                  <a:cubicBezTo>
                    <a:pt x="1497" y="52"/>
                    <a:pt x="1532" y="52"/>
                    <a:pt x="1566" y="52"/>
                  </a:cubicBezTo>
                  <a:close/>
                  <a:moveTo>
                    <a:pt x="1566" y="102"/>
                  </a:moveTo>
                  <a:cubicBezTo>
                    <a:pt x="1566" y="138"/>
                    <a:pt x="1566" y="138"/>
                    <a:pt x="1566" y="138"/>
                  </a:cubicBezTo>
                  <a:cubicBezTo>
                    <a:pt x="1517" y="138"/>
                    <a:pt x="1517" y="138"/>
                    <a:pt x="1517" y="138"/>
                  </a:cubicBezTo>
                  <a:cubicBezTo>
                    <a:pt x="1397" y="139"/>
                    <a:pt x="1277" y="139"/>
                    <a:pt x="1157" y="140"/>
                  </a:cubicBezTo>
                  <a:cubicBezTo>
                    <a:pt x="1155" y="133"/>
                    <a:pt x="1153" y="127"/>
                    <a:pt x="1152" y="121"/>
                  </a:cubicBezTo>
                  <a:cubicBezTo>
                    <a:pt x="1150" y="115"/>
                    <a:pt x="1149" y="109"/>
                    <a:pt x="1147" y="103"/>
                  </a:cubicBezTo>
                  <a:cubicBezTo>
                    <a:pt x="1260" y="103"/>
                    <a:pt x="1373" y="103"/>
                    <a:pt x="1486" y="103"/>
                  </a:cubicBezTo>
                  <a:cubicBezTo>
                    <a:pt x="1566" y="102"/>
                    <a:pt x="1566" y="102"/>
                    <a:pt x="1566" y="102"/>
                  </a:cubicBezTo>
                  <a:close/>
                  <a:moveTo>
                    <a:pt x="337" y="90"/>
                  </a:moveTo>
                  <a:cubicBezTo>
                    <a:pt x="337" y="52"/>
                    <a:pt x="337" y="52"/>
                    <a:pt x="337" y="52"/>
                  </a:cubicBezTo>
                  <a:cubicBezTo>
                    <a:pt x="369" y="52"/>
                    <a:pt x="401" y="52"/>
                    <a:pt x="434" y="52"/>
                  </a:cubicBezTo>
                  <a:cubicBezTo>
                    <a:pt x="427" y="59"/>
                    <a:pt x="420" y="65"/>
                    <a:pt x="414" y="71"/>
                  </a:cubicBezTo>
                  <a:cubicBezTo>
                    <a:pt x="407" y="77"/>
                    <a:pt x="400" y="83"/>
                    <a:pt x="393" y="89"/>
                  </a:cubicBezTo>
                  <a:cubicBezTo>
                    <a:pt x="337" y="90"/>
                    <a:pt x="337" y="90"/>
                    <a:pt x="337" y="90"/>
                  </a:cubicBezTo>
                  <a:close/>
                  <a:moveTo>
                    <a:pt x="337" y="38"/>
                  </a:moveTo>
                  <a:cubicBezTo>
                    <a:pt x="337" y="34"/>
                    <a:pt x="337" y="34"/>
                    <a:pt x="337" y="34"/>
                  </a:cubicBezTo>
                  <a:cubicBezTo>
                    <a:pt x="343" y="29"/>
                    <a:pt x="349" y="24"/>
                    <a:pt x="356" y="19"/>
                  </a:cubicBezTo>
                  <a:cubicBezTo>
                    <a:pt x="364" y="13"/>
                    <a:pt x="372" y="7"/>
                    <a:pt x="380" y="1"/>
                  </a:cubicBezTo>
                  <a:cubicBezTo>
                    <a:pt x="417" y="1"/>
                    <a:pt x="453" y="1"/>
                    <a:pt x="490" y="1"/>
                  </a:cubicBezTo>
                  <a:cubicBezTo>
                    <a:pt x="483" y="7"/>
                    <a:pt x="477" y="13"/>
                    <a:pt x="470" y="19"/>
                  </a:cubicBezTo>
                  <a:cubicBezTo>
                    <a:pt x="463" y="25"/>
                    <a:pt x="456" y="32"/>
                    <a:pt x="450" y="38"/>
                  </a:cubicBezTo>
                  <a:cubicBezTo>
                    <a:pt x="412" y="38"/>
                    <a:pt x="374" y="38"/>
                    <a:pt x="337" y="38"/>
                  </a:cubicBezTo>
                  <a:close/>
                  <a:moveTo>
                    <a:pt x="337" y="5"/>
                  </a:moveTo>
                  <a:cubicBezTo>
                    <a:pt x="338" y="3"/>
                    <a:pt x="340" y="2"/>
                    <a:pt x="342" y="1"/>
                  </a:cubicBezTo>
                  <a:cubicBezTo>
                    <a:pt x="337" y="1"/>
                    <a:pt x="337" y="1"/>
                    <a:pt x="337" y="1"/>
                  </a:cubicBezTo>
                  <a:cubicBezTo>
                    <a:pt x="337" y="5"/>
                    <a:pt x="337" y="5"/>
                    <a:pt x="337" y="5"/>
                  </a:cubicBezTo>
                  <a:close/>
                  <a:moveTo>
                    <a:pt x="966" y="104"/>
                  </a:moveTo>
                  <a:cubicBezTo>
                    <a:pt x="1011" y="104"/>
                    <a:pt x="1056" y="103"/>
                    <a:pt x="1101" y="103"/>
                  </a:cubicBezTo>
                  <a:cubicBezTo>
                    <a:pt x="1102" y="109"/>
                    <a:pt x="1103" y="115"/>
                    <a:pt x="1104" y="121"/>
                  </a:cubicBezTo>
                  <a:cubicBezTo>
                    <a:pt x="1105" y="128"/>
                    <a:pt x="1106" y="134"/>
                    <a:pt x="1107" y="140"/>
                  </a:cubicBezTo>
                  <a:cubicBezTo>
                    <a:pt x="1059" y="140"/>
                    <a:pt x="1012" y="140"/>
                    <a:pt x="964" y="140"/>
                  </a:cubicBezTo>
                  <a:cubicBezTo>
                    <a:pt x="964" y="134"/>
                    <a:pt x="965" y="128"/>
                    <a:pt x="965" y="122"/>
                  </a:cubicBezTo>
                  <a:cubicBezTo>
                    <a:pt x="965" y="116"/>
                    <a:pt x="966" y="110"/>
                    <a:pt x="966" y="104"/>
                  </a:cubicBezTo>
                  <a:close/>
                  <a:moveTo>
                    <a:pt x="476" y="52"/>
                  </a:moveTo>
                  <a:cubicBezTo>
                    <a:pt x="517" y="52"/>
                    <a:pt x="558" y="52"/>
                    <a:pt x="598" y="52"/>
                  </a:cubicBezTo>
                  <a:cubicBezTo>
                    <a:pt x="594" y="58"/>
                    <a:pt x="589" y="64"/>
                    <a:pt x="584" y="71"/>
                  </a:cubicBezTo>
                  <a:cubicBezTo>
                    <a:pt x="579" y="77"/>
                    <a:pt x="574" y="83"/>
                    <a:pt x="570" y="89"/>
                  </a:cubicBezTo>
                  <a:cubicBezTo>
                    <a:pt x="526" y="89"/>
                    <a:pt x="482" y="89"/>
                    <a:pt x="438" y="89"/>
                  </a:cubicBezTo>
                  <a:cubicBezTo>
                    <a:pt x="445" y="83"/>
                    <a:pt x="451" y="77"/>
                    <a:pt x="457" y="71"/>
                  </a:cubicBezTo>
                  <a:cubicBezTo>
                    <a:pt x="464" y="65"/>
                    <a:pt x="470" y="58"/>
                    <a:pt x="476" y="52"/>
                  </a:cubicBezTo>
                  <a:close/>
                  <a:moveTo>
                    <a:pt x="640" y="52"/>
                  </a:moveTo>
                  <a:cubicBezTo>
                    <a:pt x="681" y="52"/>
                    <a:pt x="722" y="52"/>
                    <a:pt x="763" y="52"/>
                  </a:cubicBezTo>
                  <a:cubicBezTo>
                    <a:pt x="760" y="58"/>
                    <a:pt x="757" y="64"/>
                    <a:pt x="754" y="71"/>
                  </a:cubicBezTo>
                  <a:cubicBezTo>
                    <a:pt x="751" y="77"/>
                    <a:pt x="749" y="83"/>
                    <a:pt x="746" y="89"/>
                  </a:cubicBezTo>
                  <a:cubicBezTo>
                    <a:pt x="702" y="89"/>
                    <a:pt x="658" y="89"/>
                    <a:pt x="615" y="89"/>
                  </a:cubicBezTo>
                  <a:cubicBezTo>
                    <a:pt x="619" y="83"/>
                    <a:pt x="623" y="77"/>
                    <a:pt x="628" y="71"/>
                  </a:cubicBezTo>
                  <a:cubicBezTo>
                    <a:pt x="632" y="65"/>
                    <a:pt x="636" y="58"/>
                    <a:pt x="640" y="52"/>
                  </a:cubicBezTo>
                  <a:close/>
                  <a:moveTo>
                    <a:pt x="805" y="52"/>
                  </a:moveTo>
                  <a:cubicBezTo>
                    <a:pt x="846" y="52"/>
                    <a:pt x="886" y="52"/>
                    <a:pt x="927" y="52"/>
                  </a:cubicBezTo>
                  <a:cubicBezTo>
                    <a:pt x="926" y="58"/>
                    <a:pt x="925" y="64"/>
                    <a:pt x="924" y="70"/>
                  </a:cubicBezTo>
                  <a:cubicBezTo>
                    <a:pt x="924" y="76"/>
                    <a:pt x="923" y="82"/>
                    <a:pt x="922" y="89"/>
                  </a:cubicBezTo>
                  <a:cubicBezTo>
                    <a:pt x="878" y="89"/>
                    <a:pt x="834" y="89"/>
                    <a:pt x="791" y="89"/>
                  </a:cubicBezTo>
                  <a:cubicBezTo>
                    <a:pt x="793" y="83"/>
                    <a:pt x="796" y="77"/>
                    <a:pt x="798" y="70"/>
                  </a:cubicBezTo>
                  <a:cubicBezTo>
                    <a:pt x="800" y="64"/>
                    <a:pt x="802" y="58"/>
                    <a:pt x="805" y="52"/>
                  </a:cubicBezTo>
                  <a:close/>
                  <a:moveTo>
                    <a:pt x="969" y="52"/>
                  </a:moveTo>
                  <a:cubicBezTo>
                    <a:pt x="1010" y="52"/>
                    <a:pt x="1051" y="52"/>
                    <a:pt x="1091" y="52"/>
                  </a:cubicBezTo>
                  <a:cubicBezTo>
                    <a:pt x="1092" y="58"/>
                    <a:pt x="1093" y="64"/>
                    <a:pt x="1095" y="70"/>
                  </a:cubicBezTo>
                  <a:cubicBezTo>
                    <a:pt x="1096" y="76"/>
                    <a:pt x="1097" y="82"/>
                    <a:pt x="1098" y="88"/>
                  </a:cubicBezTo>
                  <a:cubicBezTo>
                    <a:pt x="1054" y="88"/>
                    <a:pt x="1010" y="88"/>
                    <a:pt x="967" y="88"/>
                  </a:cubicBezTo>
                  <a:cubicBezTo>
                    <a:pt x="967" y="82"/>
                    <a:pt x="968" y="76"/>
                    <a:pt x="968" y="70"/>
                  </a:cubicBezTo>
                  <a:cubicBezTo>
                    <a:pt x="968" y="64"/>
                    <a:pt x="969" y="58"/>
                    <a:pt x="969" y="52"/>
                  </a:cubicBezTo>
                  <a:close/>
                  <a:moveTo>
                    <a:pt x="1133" y="52"/>
                  </a:moveTo>
                  <a:cubicBezTo>
                    <a:pt x="1174" y="52"/>
                    <a:pt x="1215" y="52"/>
                    <a:pt x="1256" y="52"/>
                  </a:cubicBezTo>
                  <a:cubicBezTo>
                    <a:pt x="1259" y="58"/>
                    <a:pt x="1262" y="64"/>
                    <a:pt x="1265" y="70"/>
                  </a:cubicBezTo>
                  <a:cubicBezTo>
                    <a:pt x="1268" y="76"/>
                    <a:pt x="1271" y="82"/>
                    <a:pt x="1274" y="88"/>
                  </a:cubicBezTo>
                  <a:cubicBezTo>
                    <a:pt x="1230" y="88"/>
                    <a:pt x="1187" y="88"/>
                    <a:pt x="1143" y="88"/>
                  </a:cubicBezTo>
                  <a:cubicBezTo>
                    <a:pt x="1142" y="82"/>
                    <a:pt x="1140" y="76"/>
                    <a:pt x="1138" y="70"/>
                  </a:cubicBezTo>
                  <a:cubicBezTo>
                    <a:pt x="1137" y="64"/>
                    <a:pt x="1135" y="58"/>
                    <a:pt x="1133" y="52"/>
                  </a:cubicBezTo>
                  <a:close/>
                  <a:moveTo>
                    <a:pt x="1298" y="52"/>
                  </a:moveTo>
                  <a:cubicBezTo>
                    <a:pt x="1339" y="52"/>
                    <a:pt x="1379" y="52"/>
                    <a:pt x="1420" y="52"/>
                  </a:cubicBezTo>
                  <a:cubicBezTo>
                    <a:pt x="1425" y="58"/>
                    <a:pt x="1430" y="64"/>
                    <a:pt x="1435" y="70"/>
                  </a:cubicBezTo>
                  <a:cubicBezTo>
                    <a:pt x="1440" y="76"/>
                    <a:pt x="1445" y="82"/>
                    <a:pt x="1450" y="88"/>
                  </a:cubicBezTo>
                  <a:cubicBezTo>
                    <a:pt x="1406" y="88"/>
                    <a:pt x="1363" y="88"/>
                    <a:pt x="1319" y="88"/>
                  </a:cubicBezTo>
                  <a:cubicBezTo>
                    <a:pt x="1316" y="82"/>
                    <a:pt x="1312" y="76"/>
                    <a:pt x="1309" y="70"/>
                  </a:cubicBezTo>
                  <a:cubicBezTo>
                    <a:pt x="1305" y="64"/>
                    <a:pt x="1301" y="58"/>
                    <a:pt x="1298" y="52"/>
                  </a:cubicBezTo>
                  <a:close/>
                  <a:moveTo>
                    <a:pt x="528" y="1"/>
                  </a:moveTo>
                  <a:cubicBezTo>
                    <a:pt x="565" y="1"/>
                    <a:pt x="602" y="1"/>
                    <a:pt x="638" y="1"/>
                  </a:cubicBezTo>
                  <a:cubicBezTo>
                    <a:pt x="634" y="7"/>
                    <a:pt x="629" y="13"/>
                    <a:pt x="624" y="19"/>
                  </a:cubicBezTo>
                  <a:cubicBezTo>
                    <a:pt x="619" y="26"/>
                    <a:pt x="614" y="32"/>
                    <a:pt x="610" y="38"/>
                  </a:cubicBezTo>
                  <a:cubicBezTo>
                    <a:pt x="570" y="38"/>
                    <a:pt x="530" y="38"/>
                    <a:pt x="491" y="38"/>
                  </a:cubicBezTo>
                  <a:cubicBezTo>
                    <a:pt x="497" y="32"/>
                    <a:pt x="503" y="26"/>
                    <a:pt x="509" y="19"/>
                  </a:cubicBezTo>
                  <a:cubicBezTo>
                    <a:pt x="516" y="13"/>
                    <a:pt x="522" y="7"/>
                    <a:pt x="528" y="1"/>
                  </a:cubicBezTo>
                  <a:close/>
                  <a:moveTo>
                    <a:pt x="676" y="1"/>
                  </a:moveTo>
                  <a:cubicBezTo>
                    <a:pt x="713" y="1"/>
                    <a:pt x="750" y="1"/>
                    <a:pt x="786" y="1"/>
                  </a:cubicBezTo>
                  <a:cubicBezTo>
                    <a:pt x="783" y="7"/>
                    <a:pt x="781" y="13"/>
                    <a:pt x="778" y="19"/>
                  </a:cubicBezTo>
                  <a:cubicBezTo>
                    <a:pt x="775" y="26"/>
                    <a:pt x="772" y="32"/>
                    <a:pt x="769" y="38"/>
                  </a:cubicBezTo>
                  <a:cubicBezTo>
                    <a:pt x="730" y="38"/>
                    <a:pt x="690" y="38"/>
                    <a:pt x="650" y="38"/>
                  </a:cubicBezTo>
                  <a:cubicBezTo>
                    <a:pt x="655" y="32"/>
                    <a:pt x="659" y="26"/>
                    <a:pt x="663" y="19"/>
                  </a:cubicBezTo>
                  <a:cubicBezTo>
                    <a:pt x="668" y="13"/>
                    <a:pt x="672" y="7"/>
                    <a:pt x="676" y="1"/>
                  </a:cubicBezTo>
                  <a:close/>
                  <a:moveTo>
                    <a:pt x="824" y="1"/>
                  </a:moveTo>
                  <a:cubicBezTo>
                    <a:pt x="861" y="1"/>
                    <a:pt x="898" y="1"/>
                    <a:pt x="934" y="1"/>
                  </a:cubicBezTo>
                  <a:cubicBezTo>
                    <a:pt x="933" y="7"/>
                    <a:pt x="933" y="13"/>
                    <a:pt x="932" y="20"/>
                  </a:cubicBezTo>
                  <a:cubicBezTo>
                    <a:pt x="931" y="26"/>
                    <a:pt x="930" y="32"/>
                    <a:pt x="929" y="38"/>
                  </a:cubicBezTo>
                  <a:cubicBezTo>
                    <a:pt x="889" y="38"/>
                    <a:pt x="850" y="38"/>
                    <a:pt x="810" y="38"/>
                  </a:cubicBezTo>
                  <a:cubicBezTo>
                    <a:pt x="813" y="32"/>
                    <a:pt x="815" y="26"/>
                    <a:pt x="817" y="19"/>
                  </a:cubicBezTo>
                  <a:cubicBezTo>
                    <a:pt x="820" y="13"/>
                    <a:pt x="822" y="7"/>
                    <a:pt x="824" y="1"/>
                  </a:cubicBezTo>
                  <a:close/>
                  <a:moveTo>
                    <a:pt x="972" y="1"/>
                  </a:moveTo>
                  <a:cubicBezTo>
                    <a:pt x="1009" y="1"/>
                    <a:pt x="1046" y="1"/>
                    <a:pt x="1082" y="1"/>
                  </a:cubicBezTo>
                  <a:cubicBezTo>
                    <a:pt x="1084" y="8"/>
                    <a:pt x="1085" y="14"/>
                    <a:pt x="1086" y="20"/>
                  </a:cubicBezTo>
                  <a:cubicBezTo>
                    <a:pt x="1087" y="26"/>
                    <a:pt x="1088" y="32"/>
                    <a:pt x="1089" y="38"/>
                  </a:cubicBezTo>
                  <a:cubicBezTo>
                    <a:pt x="1049" y="38"/>
                    <a:pt x="1010" y="38"/>
                    <a:pt x="970" y="38"/>
                  </a:cubicBezTo>
                  <a:cubicBezTo>
                    <a:pt x="970" y="32"/>
                    <a:pt x="971" y="26"/>
                    <a:pt x="971" y="20"/>
                  </a:cubicBezTo>
                  <a:cubicBezTo>
                    <a:pt x="972" y="13"/>
                    <a:pt x="972" y="7"/>
                    <a:pt x="972" y="1"/>
                  </a:cubicBezTo>
                  <a:close/>
                  <a:moveTo>
                    <a:pt x="1120" y="1"/>
                  </a:moveTo>
                  <a:cubicBezTo>
                    <a:pt x="1157" y="2"/>
                    <a:pt x="1194" y="2"/>
                    <a:pt x="1230" y="2"/>
                  </a:cubicBezTo>
                  <a:cubicBezTo>
                    <a:pt x="1234" y="8"/>
                    <a:pt x="1237" y="14"/>
                    <a:pt x="1240" y="20"/>
                  </a:cubicBezTo>
                  <a:cubicBezTo>
                    <a:pt x="1243" y="26"/>
                    <a:pt x="1246" y="32"/>
                    <a:pt x="1249" y="38"/>
                  </a:cubicBezTo>
                  <a:cubicBezTo>
                    <a:pt x="1209" y="38"/>
                    <a:pt x="1169" y="38"/>
                    <a:pt x="1130" y="38"/>
                  </a:cubicBezTo>
                  <a:cubicBezTo>
                    <a:pt x="1128" y="32"/>
                    <a:pt x="1127" y="26"/>
                    <a:pt x="1125" y="20"/>
                  </a:cubicBezTo>
                  <a:cubicBezTo>
                    <a:pt x="1123" y="14"/>
                    <a:pt x="1122" y="8"/>
                    <a:pt x="1120" y="1"/>
                  </a:cubicBezTo>
                  <a:close/>
                  <a:moveTo>
                    <a:pt x="1268" y="2"/>
                  </a:moveTo>
                  <a:cubicBezTo>
                    <a:pt x="1305" y="2"/>
                    <a:pt x="1342" y="2"/>
                    <a:pt x="1378" y="2"/>
                  </a:cubicBezTo>
                  <a:cubicBezTo>
                    <a:pt x="1384" y="8"/>
                    <a:pt x="1389" y="14"/>
                    <a:pt x="1393" y="20"/>
                  </a:cubicBezTo>
                  <a:cubicBezTo>
                    <a:pt x="1399" y="26"/>
                    <a:pt x="1404" y="32"/>
                    <a:pt x="1409" y="38"/>
                  </a:cubicBezTo>
                  <a:cubicBezTo>
                    <a:pt x="1369" y="38"/>
                    <a:pt x="1329" y="38"/>
                    <a:pt x="1290" y="38"/>
                  </a:cubicBezTo>
                  <a:cubicBezTo>
                    <a:pt x="1286" y="32"/>
                    <a:pt x="1282" y="26"/>
                    <a:pt x="1279" y="20"/>
                  </a:cubicBezTo>
                  <a:cubicBezTo>
                    <a:pt x="1275" y="14"/>
                    <a:pt x="1272" y="8"/>
                    <a:pt x="1268" y="2"/>
                  </a:cubicBezTo>
                  <a:close/>
                  <a:moveTo>
                    <a:pt x="266" y="105"/>
                  </a:moveTo>
                  <a:cubicBezTo>
                    <a:pt x="337" y="105"/>
                    <a:pt x="337" y="105"/>
                    <a:pt x="337" y="105"/>
                  </a:cubicBezTo>
                  <a:cubicBezTo>
                    <a:pt x="337" y="142"/>
                    <a:pt x="337" y="142"/>
                    <a:pt x="337" y="142"/>
                  </a:cubicBezTo>
                  <a:cubicBezTo>
                    <a:pt x="266" y="142"/>
                    <a:pt x="266" y="142"/>
                    <a:pt x="266" y="142"/>
                  </a:cubicBezTo>
                  <a:cubicBezTo>
                    <a:pt x="266" y="105"/>
                    <a:pt x="266" y="105"/>
                    <a:pt x="266" y="105"/>
                  </a:cubicBezTo>
                  <a:close/>
                  <a:moveTo>
                    <a:pt x="337" y="1"/>
                  </a:moveTo>
                  <a:cubicBezTo>
                    <a:pt x="337" y="5"/>
                    <a:pt x="337" y="5"/>
                    <a:pt x="337" y="5"/>
                  </a:cubicBezTo>
                  <a:cubicBezTo>
                    <a:pt x="330" y="9"/>
                    <a:pt x="323" y="14"/>
                    <a:pt x="316" y="19"/>
                  </a:cubicBezTo>
                  <a:cubicBezTo>
                    <a:pt x="307" y="25"/>
                    <a:pt x="298" y="32"/>
                    <a:pt x="290" y="38"/>
                  </a:cubicBezTo>
                  <a:cubicBezTo>
                    <a:pt x="266" y="38"/>
                    <a:pt x="266" y="38"/>
                    <a:pt x="266" y="38"/>
                  </a:cubicBezTo>
                  <a:cubicBezTo>
                    <a:pt x="266" y="0"/>
                    <a:pt x="266" y="0"/>
                    <a:pt x="266" y="0"/>
                  </a:cubicBezTo>
                  <a:cubicBezTo>
                    <a:pt x="290" y="0"/>
                    <a:pt x="313" y="1"/>
                    <a:pt x="337" y="1"/>
                  </a:cubicBezTo>
                  <a:close/>
                  <a:moveTo>
                    <a:pt x="337" y="34"/>
                  </a:moveTo>
                  <a:cubicBezTo>
                    <a:pt x="335" y="35"/>
                    <a:pt x="333" y="36"/>
                    <a:pt x="331" y="38"/>
                  </a:cubicBezTo>
                  <a:cubicBezTo>
                    <a:pt x="337" y="38"/>
                    <a:pt x="337" y="38"/>
                    <a:pt x="337" y="38"/>
                  </a:cubicBezTo>
                  <a:cubicBezTo>
                    <a:pt x="337" y="34"/>
                    <a:pt x="337" y="34"/>
                    <a:pt x="337" y="34"/>
                  </a:cubicBezTo>
                  <a:close/>
                  <a:moveTo>
                    <a:pt x="337" y="52"/>
                  </a:moveTo>
                  <a:cubicBezTo>
                    <a:pt x="337" y="90"/>
                    <a:pt x="337" y="90"/>
                    <a:pt x="337" y="90"/>
                  </a:cubicBezTo>
                  <a:cubicBezTo>
                    <a:pt x="266" y="90"/>
                    <a:pt x="266" y="90"/>
                    <a:pt x="266" y="90"/>
                  </a:cubicBezTo>
                  <a:cubicBezTo>
                    <a:pt x="266" y="87"/>
                    <a:pt x="266" y="87"/>
                    <a:pt x="266" y="87"/>
                  </a:cubicBezTo>
                  <a:cubicBezTo>
                    <a:pt x="273" y="82"/>
                    <a:pt x="280" y="76"/>
                    <a:pt x="287" y="71"/>
                  </a:cubicBezTo>
                  <a:cubicBezTo>
                    <a:pt x="295" y="65"/>
                    <a:pt x="304" y="59"/>
                    <a:pt x="312" y="52"/>
                  </a:cubicBezTo>
                  <a:cubicBezTo>
                    <a:pt x="337" y="52"/>
                    <a:pt x="337" y="52"/>
                    <a:pt x="337" y="52"/>
                  </a:cubicBezTo>
                  <a:close/>
                  <a:moveTo>
                    <a:pt x="266" y="55"/>
                  </a:moveTo>
                  <a:cubicBezTo>
                    <a:pt x="270" y="52"/>
                    <a:pt x="270" y="52"/>
                    <a:pt x="270" y="52"/>
                  </a:cubicBezTo>
                  <a:cubicBezTo>
                    <a:pt x="266" y="52"/>
                    <a:pt x="266" y="52"/>
                    <a:pt x="266" y="52"/>
                  </a:cubicBezTo>
                  <a:lnTo>
                    <a:pt x="266" y="55"/>
                  </a:lnTo>
                  <a:close/>
                  <a:moveTo>
                    <a:pt x="61" y="105"/>
                  </a:moveTo>
                  <a:cubicBezTo>
                    <a:pt x="266" y="105"/>
                    <a:pt x="266" y="105"/>
                    <a:pt x="266" y="105"/>
                  </a:cubicBezTo>
                  <a:cubicBezTo>
                    <a:pt x="266" y="142"/>
                    <a:pt x="266" y="142"/>
                    <a:pt x="266" y="142"/>
                  </a:cubicBezTo>
                  <a:cubicBezTo>
                    <a:pt x="177" y="142"/>
                    <a:pt x="89" y="143"/>
                    <a:pt x="0" y="143"/>
                  </a:cubicBezTo>
                  <a:cubicBezTo>
                    <a:pt x="10" y="137"/>
                    <a:pt x="20" y="130"/>
                    <a:pt x="31" y="124"/>
                  </a:cubicBezTo>
                  <a:cubicBezTo>
                    <a:pt x="41" y="118"/>
                    <a:pt x="51" y="112"/>
                    <a:pt x="61" y="105"/>
                  </a:cubicBezTo>
                  <a:close/>
                  <a:moveTo>
                    <a:pt x="266" y="0"/>
                  </a:moveTo>
                  <a:cubicBezTo>
                    <a:pt x="266" y="38"/>
                    <a:pt x="266" y="38"/>
                    <a:pt x="266" y="38"/>
                  </a:cubicBezTo>
                  <a:cubicBezTo>
                    <a:pt x="234" y="38"/>
                    <a:pt x="203" y="38"/>
                    <a:pt x="171" y="38"/>
                  </a:cubicBezTo>
                  <a:cubicBezTo>
                    <a:pt x="181" y="32"/>
                    <a:pt x="192" y="25"/>
                    <a:pt x="202" y="19"/>
                  </a:cubicBezTo>
                  <a:cubicBezTo>
                    <a:pt x="212" y="13"/>
                    <a:pt x="222" y="7"/>
                    <a:pt x="232" y="0"/>
                  </a:cubicBezTo>
                  <a:cubicBezTo>
                    <a:pt x="266" y="0"/>
                    <a:pt x="266" y="0"/>
                    <a:pt x="266" y="0"/>
                  </a:cubicBezTo>
                  <a:close/>
                  <a:moveTo>
                    <a:pt x="266" y="52"/>
                  </a:moveTo>
                  <a:cubicBezTo>
                    <a:pt x="266" y="55"/>
                    <a:pt x="266" y="55"/>
                    <a:pt x="266" y="55"/>
                  </a:cubicBezTo>
                  <a:cubicBezTo>
                    <a:pt x="258" y="60"/>
                    <a:pt x="251" y="66"/>
                    <a:pt x="243" y="71"/>
                  </a:cubicBezTo>
                  <a:cubicBezTo>
                    <a:pt x="235" y="77"/>
                    <a:pt x="226" y="84"/>
                    <a:pt x="217" y="90"/>
                  </a:cubicBezTo>
                  <a:cubicBezTo>
                    <a:pt x="174" y="90"/>
                    <a:pt x="130" y="90"/>
                    <a:pt x="86" y="90"/>
                  </a:cubicBezTo>
                  <a:cubicBezTo>
                    <a:pt x="97" y="84"/>
                    <a:pt x="107" y="77"/>
                    <a:pt x="117" y="71"/>
                  </a:cubicBezTo>
                  <a:cubicBezTo>
                    <a:pt x="127" y="65"/>
                    <a:pt x="137" y="59"/>
                    <a:pt x="148" y="52"/>
                  </a:cubicBezTo>
                  <a:cubicBezTo>
                    <a:pt x="187" y="52"/>
                    <a:pt x="226" y="52"/>
                    <a:pt x="266" y="52"/>
                  </a:cubicBezTo>
                  <a:close/>
                  <a:moveTo>
                    <a:pt x="266" y="87"/>
                  </a:moveTo>
                  <a:cubicBezTo>
                    <a:pt x="262" y="90"/>
                    <a:pt x="262" y="90"/>
                    <a:pt x="262" y="90"/>
                  </a:cubicBezTo>
                  <a:cubicBezTo>
                    <a:pt x="266" y="90"/>
                    <a:pt x="266" y="90"/>
                    <a:pt x="266" y="90"/>
                  </a:cubicBezTo>
                  <a:lnTo>
                    <a:pt x="266" y="8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99" name="îṧļíďe"/>
            <p:cNvSpPr/>
            <p:nvPr/>
          </p:nvSpPr>
          <p:spPr bwMode="auto">
            <a:xfrm>
              <a:off x="4586658" y="1375213"/>
              <a:ext cx="2677754" cy="24847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01" name="iṡḻïdè"/>
            <p:cNvSpPr/>
            <p:nvPr/>
          </p:nvSpPr>
          <p:spPr bwMode="auto">
            <a:xfrm>
              <a:off x="4586658" y="1569370"/>
              <a:ext cx="2641927" cy="54318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02" name="ïsḻíḋê"/>
            <p:cNvSpPr/>
            <p:nvPr/>
          </p:nvSpPr>
          <p:spPr bwMode="auto">
            <a:xfrm>
              <a:off x="4586658" y="1451489"/>
              <a:ext cx="28892" cy="172199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03" name="ïšļíḑê"/>
            <p:cNvSpPr/>
            <p:nvPr/>
          </p:nvSpPr>
          <p:spPr bwMode="auto">
            <a:xfrm>
              <a:off x="4651377" y="1500028"/>
              <a:ext cx="11557" cy="123660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04" name="ïšḻîďê"/>
            <p:cNvSpPr/>
            <p:nvPr/>
          </p:nvSpPr>
          <p:spPr bwMode="auto">
            <a:xfrm>
              <a:off x="4701072" y="1500028"/>
              <a:ext cx="10401" cy="123660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05" name="îṩḻîḍè"/>
            <p:cNvSpPr/>
            <p:nvPr/>
          </p:nvSpPr>
          <p:spPr bwMode="auto">
            <a:xfrm>
              <a:off x="4750767" y="1500028"/>
              <a:ext cx="10401" cy="123660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06" name="iṣ1íḓé"/>
            <p:cNvSpPr/>
            <p:nvPr/>
          </p:nvSpPr>
          <p:spPr bwMode="auto">
            <a:xfrm>
              <a:off x="4799306" y="1500028"/>
              <a:ext cx="10401" cy="123660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07" name="i$ļïḍè"/>
            <p:cNvSpPr/>
            <p:nvPr/>
          </p:nvSpPr>
          <p:spPr bwMode="auto">
            <a:xfrm>
              <a:off x="4849001" y="1451489"/>
              <a:ext cx="28892" cy="172199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09" name="íṩľíḑê"/>
            <p:cNvSpPr/>
            <p:nvPr/>
          </p:nvSpPr>
          <p:spPr bwMode="auto">
            <a:xfrm>
              <a:off x="4913720" y="1500028"/>
              <a:ext cx="9246" cy="123660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10" name="ï$lïḍê"/>
            <p:cNvSpPr/>
            <p:nvPr/>
          </p:nvSpPr>
          <p:spPr bwMode="auto">
            <a:xfrm>
              <a:off x="4961104" y="1500028"/>
              <a:ext cx="12713" cy="123660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11" name="iṥľïḋé"/>
            <p:cNvSpPr/>
            <p:nvPr/>
          </p:nvSpPr>
          <p:spPr bwMode="auto">
            <a:xfrm>
              <a:off x="5011955" y="1500028"/>
              <a:ext cx="9246" cy="123660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22" name="î$ḷîḍé"/>
            <p:cNvSpPr/>
            <p:nvPr/>
          </p:nvSpPr>
          <p:spPr bwMode="auto">
            <a:xfrm>
              <a:off x="5061650" y="1500028"/>
              <a:ext cx="10401" cy="123660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23" name="ïṣ1ïḋè"/>
            <p:cNvSpPr/>
            <p:nvPr/>
          </p:nvSpPr>
          <p:spPr bwMode="auto">
            <a:xfrm>
              <a:off x="5110189" y="1451489"/>
              <a:ext cx="27737" cy="172199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24" name="ísľîḍè"/>
            <p:cNvSpPr/>
            <p:nvPr/>
          </p:nvSpPr>
          <p:spPr bwMode="auto">
            <a:xfrm>
              <a:off x="5173753" y="1500028"/>
              <a:ext cx="10401" cy="123660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25" name="íśḻïḓe"/>
            <p:cNvSpPr/>
            <p:nvPr/>
          </p:nvSpPr>
          <p:spPr bwMode="auto">
            <a:xfrm>
              <a:off x="5223448" y="1500028"/>
              <a:ext cx="10401" cy="123660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26" name="íślide"/>
            <p:cNvSpPr/>
            <p:nvPr/>
          </p:nvSpPr>
          <p:spPr bwMode="auto">
            <a:xfrm>
              <a:off x="5271987" y="1500028"/>
              <a:ext cx="11557" cy="123660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27" name="isḻïḋe"/>
            <p:cNvSpPr/>
            <p:nvPr/>
          </p:nvSpPr>
          <p:spPr bwMode="auto">
            <a:xfrm>
              <a:off x="5321682" y="1500028"/>
              <a:ext cx="10401" cy="123660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28" name="îṧ1ïḋe"/>
            <p:cNvSpPr/>
            <p:nvPr/>
          </p:nvSpPr>
          <p:spPr bwMode="auto">
            <a:xfrm>
              <a:off x="5372533" y="1451489"/>
              <a:ext cx="27737" cy="172199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29" name="ïšḻïḍe"/>
            <p:cNvSpPr/>
            <p:nvPr/>
          </p:nvSpPr>
          <p:spPr bwMode="auto">
            <a:xfrm>
              <a:off x="5436096" y="1500028"/>
              <a:ext cx="10401" cy="123660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30" name="îṣ1ïḍê"/>
            <p:cNvSpPr/>
            <p:nvPr/>
          </p:nvSpPr>
          <p:spPr bwMode="auto">
            <a:xfrm>
              <a:off x="5484635" y="1500028"/>
              <a:ext cx="9246" cy="123660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31" name="îṥļîḋe"/>
            <p:cNvSpPr/>
            <p:nvPr/>
          </p:nvSpPr>
          <p:spPr bwMode="auto">
            <a:xfrm>
              <a:off x="5534330" y="1500028"/>
              <a:ext cx="10401" cy="123660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32" name="íşľïḓe"/>
            <p:cNvSpPr/>
            <p:nvPr/>
          </p:nvSpPr>
          <p:spPr bwMode="auto">
            <a:xfrm>
              <a:off x="5584026" y="1500028"/>
              <a:ext cx="10401" cy="123660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33" name="íśḻidé"/>
            <p:cNvSpPr/>
            <p:nvPr/>
          </p:nvSpPr>
          <p:spPr bwMode="auto">
            <a:xfrm>
              <a:off x="5632565" y="1451489"/>
              <a:ext cx="27737" cy="172199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34" name="íŝḻïdê"/>
            <p:cNvSpPr/>
            <p:nvPr/>
          </p:nvSpPr>
          <p:spPr bwMode="auto">
            <a:xfrm>
              <a:off x="5696128" y="1500028"/>
              <a:ext cx="10401" cy="123660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35" name="íṡḷiḍè"/>
            <p:cNvSpPr/>
            <p:nvPr/>
          </p:nvSpPr>
          <p:spPr bwMode="auto">
            <a:xfrm>
              <a:off x="5746979" y="1500028"/>
              <a:ext cx="9246" cy="123660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36" name="iśḷiḋé"/>
            <p:cNvSpPr/>
            <p:nvPr/>
          </p:nvSpPr>
          <p:spPr bwMode="auto">
            <a:xfrm>
              <a:off x="5794363" y="1500028"/>
              <a:ext cx="10401" cy="123660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37" name="îSļïḋè"/>
            <p:cNvSpPr/>
            <p:nvPr/>
          </p:nvSpPr>
          <p:spPr bwMode="auto">
            <a:xfrm>
              <a:off x="5845213" y="1500028"/>
              <a:ext cx="9246" cy="123660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38" name="îS1îḑe"/>
            <p:cNvSpPr/>
            <p:nvPr/>
          </p:nvSpPr>
          <p:spPr bwMode="auto">
            <a:xfrm>
              <a:off x="5894908" y="1451489"/>
              <a:ext cx="27737" cy="172199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39" name="íśļîḍê"/>
            <p:cNvSpPr/>
            <p:nvPr/>
          </p:nvSpPr>
          <p:spPr bwMode="auto">
            <a:xfrm>
              <a:off x="5958472" y="1500028"/>
              <a:ext cx="10401" cy="123660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40" name="ïşļîḋê"/>
            <p:cNvSpPr/>
            <p:nvPr/>
          </p:nvSpPr>
          <p:spPr bwMode="auto">
            <a:xfrm>
              <a:off x="6007011" y="1500028"/>
              <a:ext cx="10401" cy="123660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41" name="íṩľiḓé"/>
            <p:cNvSpPr/>
            <p:nvPr/>
          </p:nvSpPr>
          <p:spPr bwMode="auto">
            <a:xfrm>
              <a:off x="6056706" y="1500028"/>
              <a:ext cx="10401" cy="123660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42" name="íś1iḑê"/>
            <p:cNvSpPr/>
            <p:nvPr/>
          </p:nvSpPr>
          <p:spPr bwMode="auto">
            <a:xfrm>
              <a:off x="6105246" y="1500028"/>
              <a:ext cx="9246" cy="123660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43" name="ïṥľîḋe"/>
            <p:cNvSpPr/>
            <p:nvPr/>
          </p:nvSpPr>
          <p:spPr bwMode="auto">
            <a:xfrm>
              <a:off x="6154941" y="1451489"/>
              <a:ext cx="27737" cy="172199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44" name="ïṥḻîḓe"/>
            <p:cNvSpPr/>
            <p:nvPr/>
          </p:nvSpPr>
          <p:spPr bwMode="auto">
            <a:xfrm>
              <a:off x="6219660" y="1500028"/>
              <a:ext cx="9246" cy="123660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45" name="ïṥḷïdè"/>
            <p:cNvSpPr/>
            <p:nvPr/>
          </p:nvSpPr>
          <p:spPr bwMode="auto">
            <a:xfrm>
              <a:off x="6269355" y="1500028"/>
              <a:ext cx="10401" cy="123660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46" name="işḷïḑê"/>
            <p:cNvSpPr/>
            <p:nvPr/>
          </p:nvSpPr>
          <p:spPr bwMode="auto">
            <a:xfrm>
              <a:off x="6316738" y="1500028"/>
              <a:ext cx="10401" cy="123660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47" name="ïṩlîḋe"/>
            <p:cNvSpPr/>
            <p:nvPr/>
          </p:nvSpPr>
          <p:spPr bwMode="auto">
            <a:xfrm>
              <a:off x="6367589" y="1500028"/>
              <a:ext cx="9246" cy="123660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48" name="isḷîḑê"/>
            <p:cNvSpPr/>
            <p:nvPr/>
          </p:nvSpPr>
          <p:spPr bwMode="auto">
            <a:xfrm>
              <a:off x="6414973" y="1451489"/>
              <a:ext cx="30048" cy="172199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49" name="íṡḷíďé"/>
            <p:cNvSpPr/>
            <p:nvPr/>
          </p:nvSpPr>
          <p:spPr bwMode="auto">
            <a:xfrm>
              <a:off x="6479692" y="1500028"/>
              <a:ext cx="11557" cy="123660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50" name="ïŝḷíḋe"/>
            <p:cNvSpPr/>
            <p:nvPr/>
          </p:nvSpPr>
          <p:spPr bwMode="auto">
            <a:xfrm>
              <a:off x="6529387" y="1500028"/>
              <a:ext cx="10401" cy="123660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51" name="îṥlïdé"/>
            <p:cNvSpPr/>
            <p:nvPr/>
          </p:nvSpPr>
          <p:spPr bwMode="auto">
            <a:xfrm>
              <a:off x="6579082" y="1500028"/>
              <a:ext cx="10401" cy="123660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52" name="i$ḻîḑé"/>
            <p:cNvSpPr/>
            <p:nvPr/>
          </p:nvSpPr>
          <p:spPr bwMode="auto">
            <a:xfrm>
              <a:off x="6627621" y="1500028"/>
              <a:ext cx="10401" cy="123660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53" name="ïśľîḑé"/>
            <p:cNvSpPr/>
            <p:nvPr/>
          </p:nvSpPr>
          <p:spPr bwMode="auto">
            <a:xfrm>
              <a:off x="6677316" y="1451489"/>
              <a:ext cx="28892" cy="172199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54" name="íSḻïḑé"/>
            <p:cNvSpPr/>
            <p:nvPr/>
          </p:nvSpPr>
          <p:spPr bwMode="auto">
            <a:xfrm>
              <a:off x="6742036" y="1500028"/>
              <a:ext cx="9246" cy="123660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55" name="îŝ1iḓê"/>
            <p:cNvSpPr/>
            <p:nvPr/>
          </p:nvSpPr>
          <p:spPr bwMode="auto">
            <a:xfrm>
              <a:off x="6791731" y="1500028"/>
              <a:ext cx="10401" cy="123660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56" name="iṣliḓé"/>
            <p:cNvSpPr/>
            <p:nvPr/>
          </p:nvSpPr>
          <p:spPr bwMode="auto">
            <a:xfrm>
              <a:off x="6840270" y="1500028"/>
              <a:ext cx="9246" cy="123660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57" name="ïś1iḑè"/>
            <p:cNvSpPr/>
            <p:nvPr/>
          </p:nvSpPr>
          <p:spPr bwMode="auto">
            <a:xfrm>
              <a:off x="6889965" y="1500028"/>
              <a:ext cx="10401" cy="123660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58" name="ïšḷïḓé"/>
            <p:cNvSpPr/>
            <p:nvPr/>
          </p:nvSpPr>
          <p:spPr bwMode="auto">
            <a:xfrm>
              <a:off x="6938504" y="1451489"/>
              <a:ext cx="27737" cy="172199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59" name="í$1íďe"/>
            <p:cNvSpPr/>
            <p:nvPr/>
          </p:nvSpPr>
          <p:spPr bwMode="auto">
            <a:xfrm>
              <a:off x="7002068" y="1500028"/>
              <a:ext cx="10401" cy="123660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60" name="iš1îḋè"/>
            <p:cNvSpPr/>
            <p:nvPr/>
          </p:nvSpPr>
          <p:spPr bwMode="auto">
            <a:xfrm>
              <a:off x="7051763" y="1500028"/>
              <a:ext cx="10401" cy="123660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61" name="íşľiḍê"/>
            <p:cNvSpPr/>
            <p:nvPr/>
          </p:nvSpPr>
          <p:spPr bwMode="auto">
            <a:xfrm>
              <a:off x="7102613" y="1500028"/>
              <a:ext cx="9246" cy="123660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62" name="îŝļîḓè"/>
            <p:cNvSpPr/>
            <p:nvPr/>
          </p:nvSpPr>
          <p:spPr bwMode="auto">
            <a:xfrm>
              <a:off x="7149997" y="1500028"/>
              <a:ext cx="10401" cy="123660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63" name="í$ľîďé"/>
            <p:cNvSpPr/>
            <p:nvPr/>
          </p:nvSpPr>
          <p:spPr bwMode="auto">
            <a:xfrm>
              <a:off x="7200848" y="1451489"/>
              <a:ext cx="27737" cy="172199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64" name="ïṣ1îďé"/>
            <p:cNvSpPr/>
            <p:nvPr/>
          </p:nvSpPr>
          <p:spPr bwMode="auto">
            <a:xfrm>
              <a:off x="3974137" y="3735149"/>
              <a:ext cx="144462" cy="918780"/>
            </a:xfrm>
            <a:custGeom>
              <a:avLst/>
              <a:gdLst>
                <a:gd name="T0" fmla="*/ 2 w 125"/>
                <a:gd name="T1" fmla="*/ 0 h 795"/>
                <a:gd name="T2" fmla="*/ 125 w 125"/>
                <a:gd name="T3" fmla="*/ 0 h 795"/>
                <a:gd name="T4" fmla="*/ 123 w 125"/>
                <a:gd name="T5" fmla="*/ 795 h 795"/>
                <a:gd name="T6" fmla="*/ 0 w 125"/>
                <a:gd name="T7" fmla="*/ 793 h 795"/>
                <a:gd name="T8" fmla="*/ 2 w 125"/>
                <a:gd name="T9" fmla="*/ 0 h 7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5" h="795">
                  <a:moveTo>
                    <a:pt x="2" y="0"/>
                  </a:moveTo>
                  <a:lnTo>
                    <a:pt x="125" y="0"/>
                  </a:lnTo>
                  <a:lnTo>
                    <a:pt x="123" y="795"/>
                  </a:lnTo>
                  <a:lnTo>
                    <a:pt x="0" y="793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65" name="îṧḷïďê"/>
            <p:cNvSpPr/>
            <p:nvPr/>
          </p:nvSpPr>
          <p:spPr bwMode="auto">
            <a:xfrm>
              <a:off x="4001874" y="3774443"/>
              <a:ext cx="88989" cy="837881"/>
            </a:xfrm>
            <a:custGeom>
              <a:avLst/>
              <a:gdLst>
                <a:gd name="T0" fmla="*/ 2 w 77"/>
                <a:gd name="T1" fmla="*/ 0 h 725"/>
                <a:gd name="T2" fmla="*/ 0 w 77"/>
                <a:gd name="T3" fmla="*/ 725 h 725"/>
                <a:gd name="T4" fmla="*/ 75 w 77"/>
                <a:gd name="T5" fmla="*/ 725 h 725"/>
                <a:gd name="T6" fmla="*/ 77 w 77"/>
                <a:gd name="T7" fmla="*/ 2 h 725"/>
                <a:gd name="T8" fmla="*/ 2 w 77"/>
                <a:gd name="T9" fmla="*/ 0 h 7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7" h="725">
                  <a:moveTo>
                    <a:pt x="2" y="0"/>
                  </a:moveTo>
                  <a:lnTo>
                    <a:pt x="0" y="725"/>
                  </a:lnTo>
                  <a:lnTo>
                    <a:pt x="75" y="725"/>
                  </a:lnTo>
                  <a:lnTo>
                    <a:pt x="77" y="2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87BB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66" name="îṩ1ïḓé"/>
            <p:cNvSpPr/>
            <p:nvPr/>
          </p:nvSpPr>
          <p:spPr bwMode="auto">
            <a:xfrm>
              <a:off x="3875903" y="3502854"/>
              <a:ext cx="344398" cy="317817"/>
            </a:xfrm>
            <a:custGeom>
              <a:avLst/>
              <a:gdLst>
                <a:gd name="T0" fmla="*/ 131 w 172"/>
                <a:gd name="T1" fmla="*/ 0 h 159"/>
                <a:gd name="T2" fmla="*/ 172 w 172"/>
                <a:gd name="T3" fmla="*/ 74 h 159"/>
                <a:gd name="T4" fmla="*/ 86 w 172"/>
                <a:gd name="T5" fmla="*/ 159 h 159"/>
                <a:gd name="T6" fmla="*/ 0 w 172"/>
                <a:gd name="T7" fmla="*/ 73 h 159"/>
                <a:gd name="T8" fmla="*/ 42 w 172"/>
                <a:gd name="T9" fmla="*/ 0 h 159"/>
                <a:gd name="T10" fmla="*/ 41 w 172"/>
                <a:gd name="T11" fmla="*/ 49 h 159"/>
                <a:gd name="T12" fmla="*/ 41 w 172"/>
                <a:gd name="T13" fmla="*/ 74 h 159"/>
                <a:gd name="T14" fmla="*/ 64 w 172"/>
                <a:gd name="T15" fmla="*/ 87 h 159"/>
                <a:gd name="T16" fmla="*/ 86 w 172"/>
                <a:gd name="T17" fmla="*/ 100 h 159"/>
                <a:gd name="T18" fmla="*/ 108 w 172"/>
                <a:gd name="T19" fmla="*/ 88 h 159"/>
                <a:gd name="T20" fmla="*/ 131 w 172"/>
                <a:gd name="T21" fmla="*/ 75 h 159"/>
                <a:gd name="T22" fmla="*/ 131 w 172"/>
                <a:gd name="T23" fmla="*/ 49 h 159"/>
                <a:gd name="T24" fmla="*/ 131 w 172"/>
                <a:gd name="T25" fmla="*/ 0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2" h="159">
                  <a:moveTo>
                    <a:pt x="131" y="0"/>
                  </a:moveTo>
                  <a:cubicBezTo>
                    <a:pt x="155" y="16"/>
                    <a:pt x="172" y="43"/>
                    <a:pt x="172" y="74"/>
                  </a:cubicBezTo>
                  <a:cubicBezTo>
                    <a:pt x="171" y="121"/>
                    <a:pt x="133" y="159"/>
                    <a:pt x="86" y="159"/>
                  </a:cubicBezTo>
                  <a:cubicBezTo>
                    <a:pt x="38" y="159"/>
                    <a:pt x="0" y="120"/>
                    <a:pt x="0" y="73"/>
                  </a:cubicBezTo>
                  <a:cubicBezTo>
                    <a:pt x="0" y="42"/>
                    <a:pt x="17" y="15"/>
                    <a:pt x="42" y="0"/>
                  </a:cubicBezTo>
                  <a:cubicBezTo>
                    <a:pt x="41" y="49"/>
                    <a:pt x="41" y="49"/>
                    <a:pt x="41" y="49"/>
                  </a:cubicBezTo>
                  <a:cubicBezTo>
                    <a:pt x="41" y="74"/>
                    <a:pt x="41" y="74"/>
                    <a:pt x="41" y="74"/>
                  </a:cubicBezTo>
                  <a:cubicBezTo>
                    <a:pt x="64" y="87"/>
                    <a:pt x="64" y="87"/>
                    <a:pt x="64" y="87"/>
                  </a:cubicBezTo>
                  <a:cubicBezTo>
                    <a:pt x="86" y="100"/>
                    <a:pt x="86" y="100"/>
                    <a:pt x="86" y="100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31" y="75"/>
                    <a:pt x="131" y="75"/>
                    <a:pt x="131" y="75"/>
                  </a:cubicBezTo>
                  <a:cubicBezTo>
                    <a:pt x="131" y="49"/>
                    <a:pt x="131" y="49"/>
                    <a:pt x="131" y="49"/>
                  </a:cubicBezTo>
                  <a:lnTo>
                    <a:pt x="13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67" name="ïšľïḍe"/>
            <p:cNvSpPr/>
            <p:nvPr/>
          </p:nvSpPr>
          <p:spPr bwMode="auto">
            <a:xfrm>
              <a:off x="3873592" y="4536048"/>
              <a:ext cx="343242" cy="317817"/>
            </a:xfrm>
            <a:custGeom>
              <a:avLst/>
              <a:gdLst>
                <a:gd name="T0" fmla="*/ 130 w 171"/>
                <a:gd name="T1" fmla="*/ 159 h 159"/>
                <a:gd name="T2" fmla="*/ 171 w 171"/>
                <a:gd name="T3" fmla="*/ 86 h 159"/>
                <a:gd name="T4" fmla="*/ 86 w 171"/>
                <a:gd name="T5" fmla="*/ 0 h 159"/>
                <a:gd name="T6" fmla="*/ 0 w 171"/>
                <a:gd name="T7" fmla="*/ 85 h 159"/>
                <a:gd name="T8" fmla="*/ 40 w 171"/>
                <a:gd name="T9" fmla="*/ 158 h 159"/>
                <a:gd name="T10" fmla="*/ 41 w 171"/>
                <a:gd name="T11" fmla="*/ 110 h 159"/>
                <a:gd name="T12" fmla="*/ 41 w 171"/>
                <a:gd name="T13" fmla="*/ 84 h 159"/>
                <a:gd name="T14" fmla="*/ 63 w 171"/>
                <a:gd name="T15" fmla="*/ 71 h 159"/>
                <a:gd name="T16" fmla="*/ 85 w 171"/>
                <a:gd name="T17" fmla="*/ 59 h 159"/>
                <a:gd name="T18" fmla="*/ 108 w 171"/>
                <a:gd name="T19" fmla="*/ 72 h 159"/>
                <a:gd name="T20" fmla="*/ 130 w 171"/>
                <a:gd name="T21" fmla="*/ 85 h 159"/>
                <a:gd name="T22" fmla="*/ 130 w 171"/>
                <a:gd name="T23" fmla="*/ 110 h 159"/>
                <a:gd name="T24" fmla="*/ 130 w 171"/>
                <a:gd name="T25" fmla="*/ 159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1" h="159">
                  <a:moveTo>
                    <a:pt x="130" y="159"/>
                  </a:moveTo>
                  <a:cubicBezTo>
                    <a:pt x="154" y="144"/>
                    <a:pt x="171" y="117"/>
                    <a:pt x="171" y="86"/>
                  </a:cubicBezTo>
                  <a:cubicBezTo>
                    <a:pt x="171" y="39"/>
                    <a:pt x="133" y="0"/>
                    <a:pt x="86" y="0"/>
                  </a:cubicBezTo>
                  <a:cubicBezTo>
                    <a:pt x="38" y="0"/>
                    <a:pt x="0" y="38"/>
                    <a:pt x="0" y="85"/>
                  </a:cubicBezTo>
                  <a:cubicBezTo>
                    <a:pt x="0" y="116"/>
                    <a:pt x="16" y="143"/>
                    <a:pt x="40" y="158"/>
                  </a:cubicBezTo>
                  <a:cubicBezTo>
                    <a:pt x="41" y="110"/>
                    <a:pt x="41" y="110"/>
                    <a:pt x="41" y="110"/>
                  </a:cubicBezTo>
                  <a:cubicBezTo>
                    <a:pt x="41" y="84"/>
                    <a:pt x="41" y="84"/>
                    <a:pt x="41" y="84"/>
                  </a:cubicBezTo>
                  <a:cubicBezTo>
                    <a:pt x="63" y="71"/>
                    <a:pt x="63" y="71"/>
                    <a:pt x="63" y="71"/>
                  </a:cubicBezTo>
                  <a:cubicBezTo>
                    <a:pt x="85" y="59"/>
                    <a:pt x="85" y="59"/>
                    <a:pt x="85" y="59"/>
                  </a:cubicBezTo>
                  <a:cubicBezTo>
                    <a:pt x="108" y="72"/>
                    <a:pt x="108" y="72"/>
                    <a:pt x="108" y="72"/>
                  </a:cubicBezTo>
                  <a:cubicBezTo>
                    <a:pt x="130" y="85"/>
                    <a:pt x="130" y="85"/>
                    <a:pt x="130" y="85"/>
                  </a:cubicBezTo>
                  <a:cubicBezTo>
                    <a:pt x="130" y="110"/>
                    <a:pt x="130" y="110"/>
                    <a:pt x="130" y="110"/>
                  </a:cubicBezTo>
                  <a:lnTo>
                    <a:pt x="130" y="15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68" name="iṣľïďê"/>
            <p:cNvSpPr/>
            <p:nvPr/>
          </p:nvSpPr>
          <p:spPr bwMode="auto">
            <a:xfrm>
              <a:off x="3900173" y="4563785"/>
              <a:ext cx="287769" cy="228828"/>
            </a:xfrm>
            <a:custGeom>
              <a:avLst/>
              <a:gdLst>
                <a:gd name="T0" fmla="*/ 131 w 144"/>
                <a:gd name="T1" fmla="*/ 114 h 114"/>
                <a:gd name="T2" fmla="*/ 144 w 144"/>
                <a:gd name="T3" fmla="*/ 72 h 114"/>
                <a:gd name="T4" fmla="*/ 73 w 144"/>
                <a:gd name="T5" fmla="*/ 0 h 114"/>
                <a:gd name="T6" fmla="*/ 0 w 144"/>
                <a:gd name="T7" fmla="*/ 71 h 114"/>
                <a:gd name="T8" fmla="*/ 14 w 144"/>
                <a:gd name="T9" fmla="*/ 113 h 114"/>
                <a:gd name="T10" fmla="*/ 14 w 144"/>
                <a:gd name="T11" fmla="*/ 62 h 114"/>
                <a:gd name="T12" fmla="*/ 73 w 144"/>
                <a:gd name="T13" fmla="*/ 29 h 114"/>
                <a:gd name="T14" fmla="*/ 131 w 144"/>
                <a:gd name="T15" fmla="*/ 63 h 114"/>
                <a:gd name="T16" fmla="*/ 131 w 144"/>
                <a:gd name="T17" fmla="*/ 114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4" h="114">
                  <a:moveTo>
                    <a:pt x="131" y="114"/>
                  </a:moveTo>
                  <a:cubicBezTo>
                    <a:pt x="139" y="102"/>
                    <a:pt x="144" y="87"/>
                    <a:pt x="144" y="72"/>
                  </a:cubicBezTo>
                  <a:cubicBezTo>
                    <a:pt x="144" y="32"/>
                    <a:pt x="112" y="0"/>
                    <a:pt x="73" y="0"/>
                  </a:cubicBezTo>
                  <a:cubicBezTo>
                    <a:pt x="33" y="0"/>
                    <a:pt x="1" y="32"/>
                    <a:pt x="0" y="71"/>
                  </a:cubicBezTo>
                  <a:cubicBezTo>
                    <a:pt x="0" y="87"/>
                    <a:pt x="5" y="101"/>
                    <a:pt x="14" y="113"/>
                  </a:cubicBezTo>
                  <a:cubicBezTo>
                    <a:pt x="14" y="62"/>
                    <a:pt x="14" y="62"/>
                    <a:pt x="14" y="62"/>
                  </a:cubicBezTo>
                  <a:cubicBezTo>
                    <a:pt x="73" y="29"/>
                    <a:pt x="73" y="29"/>
                    <a:pt x="73" y="29"/>
                  </a:cubicBezTo>
                  <a:cubicBezTo>
                    <a:pt x="131" y="63"/>
                    <a:pt x="131" y="63"/>
                    <a:pt x="131" y="63"/>
                  </a:cubicBezTo>
                  <a:lnTo>
                    <a:pt x="131" y="114"/>
                  </a:lnTo>
                  <a:close/>
                </a:path>
              </a:pathLst>
            </a:custGeom>
            <a:solidFill>
              <a:srgbClr val="87BB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69" name="îṣḻíḑé"/>
            <p:cNvSpPr/>
            <p:nvPr/>
          </p:nvSpPr>
          <p:spPr bwMode="auto">
            <a:xfrm>
              <a:off x="3903640" y="3564106"/>
              <a:ext cx="288925" cy="228828"/>
            </a:xfrm>
            <a:custGeom>
              <a:avLst/>
              <a:gdLst>
                <a:gd name="T0" fmla="*/ 14 w 144"/>
                <a:gd name="T1" fmla="*/ 0 h 114"/>
                <a:gd name="T2" fmla="*/ 0 w 144"/>
                <a:gd name="T3" fmla="*/ 41 h 114"/>
                <a:gd name="T4" fmla="*/ 72 w 144"/>
                <a:gd name="T5" fmla="*/ 114 h 114"/>
                <a:gd name="T6" fmla="*/ 144 w 144"/>
                <a:gd name="T7" fmla="*/ 42 h 114"/>
                <a:gd name="T8" fmla="*/ 131 w 144"/>
                <a:gd name="T9" fmla="*/ 0 h 114"/>
                <a:gd name="T10" fmla="*/ 130 w 144"/>
                <a:gd name="T11" fmla="*/ 51 h 114"/>
                <a:gd name="T12" fmla="*/ 72 w 144"/>
                <a:gd name="T13" fmla="*/ 85 h 114"/>
                <a:gd name="T14" fmla="*/ 13 w 144"/>
                <a:gd name="T15" fmla="*/ 51 h 114"/>
                <a:gd name="T16" fmla="*/ 14 w 144"/>
                <a:gd name="T17" fmla="*/ 0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4" h="114">
                  <a:moveTo>
                    <a:pt x="14" y="0"/>
                  </a:moveTo>
                  <a:cubicBezTo>
                    <a:pt x="5" y="12"/>
                    <a:pt x="0" y="26"/>
                    <a:pt x="0" y="41"/>
                  </a:cubicBezTo>
                  <a:cubicBezTo>
                    <a:pt x="0" y="81"/>
                    <a:pt x="32" y="113"/>
                    <a:pt x="72" y="114"/>
                  </a:cubicBezTo>
                  <a:cubicBezTo>
                    <a:pt x="111" y="114"/>
                    <a:pt x="144" y="82"/>
                    <a:pt x="144" y="42"/>
                  </a:cubicBezTo>
                  <a:cubicBezTo>
                    <a:pt x="144" y="27"/>
                    <a:pt x="139" y="12"/>
                    <a:pt x="131" y="0"/>
                  </a:cubicBezTo>
                  <a:cubicBezTo>
                    <a:pt x="130" y="51"/>
                    <a:pt x="130" y="51"/>
                    <a:pt x="130" y="51"/>
                  </a:cubicBezTo>
                  <a:cubicBezTo>
                    <a:pt x="72" y="85"/>
                    <a:pt x="72" y="85"/>
                    <a:pt x="72" y="85"/>
                  </a:cubicBezTo>
                  <a:cubicBezTo>
                    <a:pt x="13" y="51"/>
                    <a:pt x="13" y="51"/>
                    <a:pt x="13" y="51"/>
                  </a:cubicBezTo>
                  <a:lnTo>
                    <a:pt x="14" y="0"/>
                  </a:lnTo>
                  <a:close/>
                </a:path>
              </a:pathLst>
            </a:custGeom>
            <a:solidFill>
              <a:srgbClr val="87BB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70" name="íš1ïḍé"/>
            <p:cNvSpPr/>
            <p:nvPr/>
          </p:nvSpPr>
          <p:spPr bwMode="auto">
            <a:xfrm>
              <a:off x="7627301" y="3502854"/>
              <a:ext cx="129438" cy="1351012"/>
            </a:xfrm>
            <a:custGeom>
              <a:avLst/>
              <a:gdLst>
                <a:gd name="T0" fmla="*/ 65 w 65"/>
                <a:gd name="T1" fmla="*/ 74 h 675"/>
                <a:gd name="T2" fmla="*/ 32 w 65"/>
                <a:gd name="T3" fmla="*/ 0 h 675"/>
                <a:gd name="T4" fmla="*/ 0 w 65"/>
                <a:gd name="T5" fmla="*/ 74 h 675"/>
                <a:gd name="T6" fmla="*/ 0 w 65"/>
                <a:gd name="T7" fmla="*/ 657 h 675"/>
                <a:gd name="T8" fmla="*/ 18 w 65"/>
                <a:gd name="T9" fmla="*/ 675 h 675"/>
                <a:gd name="T10" fmla="*/ 47 w 65"/>
                <a:gd name="T11" fmla="*/ 675 h 675"/>
                <a:gd name="T12" fmla="*/ 65 w 65"/>
                <a:gd name="T13" fmla="*/ 657 h 675"/>
                <a:gd name="T14" fmla="*/ 65 w 65"/>
                <a:gd name="T15" fmla="*/ 74 h 6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5" h="675">
                  <a:moveTo>
                    <a:pt x="65" y="74"/>
                  </a:moveTo>
                  <a:cubicBezTo>
                    <a:pt x="32" y="0"/>
                    <a:pt x="32" y="0"/>
                    <a:pt x="32" y="0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657"/>
                    <a:pt x="0" y="657"/>
                    <a:pt x="0" y="657"/>
                  </a:cubicBezTo>
                  <a:cubicBezTo>
                    <a:pt x="0" y="667"/>
                    <a:pt x="8" y="675"/>
                    <a:pt x="18" y="675"/>
                  </a:cubicBezTo>
                  <a:cubicBezTo>
                    <a:pt x="47" y="675"/>
                    <a:pt x="47" y="675"/>
                    <a:pt x="47" y="675"/>
                  </a:cubicBezTo>
                  <a:cubicBezTo>
                    <a:pt x="57" y="675"/>
                    <a:pt x="65" y="667"/>
                    <a:pt x="65" y="657"/>
                  </a:cubicBezTo>
                  <a:lnTo>
                    <a:pt x="65" y="74"/>
                  </a:lnTo>
                  <a:close/>
                </a:path>
              </a:pathLst>
            </a:custGeom>
            <a:solidFill>
              <a:srgbClr val="FFEE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71" name="íṥḷîdè"/>
            <p:cNvSpPr/>
            <p:nvPr/>
          </p:nvSpPr>
          <p:spPr bwMode="auto">
            <a:xfrm>
              <a:off x="7690864" y="3502854"/>
              <a:ext cx="65875" cy="1351012"/>
            </a:xfrm>
            <a:custGeom>
              <a:avLst/>
              <a:gdLst>
                <a:gd name="T0" fmla="*/ 33 w 33"/>
                <a:gd name="T1" fmla="*/ 74 h 675"/>
                <a:gd name="T2" fmla="*/ 0 w 33"/>
                <a:gd name="T3" fmla="*/ 0 h 675"/>
                <a:gd name="T4" fmla="*/ 15 w 33"/>
                <a:gd name="T5" fmla="*/ 77 h 675"/>
                <a:gd name="T6" fmla="*/ 15 w 33"/>
                <a:gd name="T7" fmla="*/ 675 h 675"/>
                <a:gd name="T8" fmla="*/ 15 w 33"/>
                <a:gd name="T9" fmla="*/ 675 h 675"/>
                <a:gd name="T10" fmla="*/ 33 w 33"/>
                <a:gd name="T11" fmla="*/ 657 h 675"/>
                <a:gd name="T12" fmla="*/ 33 w 33"/>
                <a:gd name="T13" fmla="*/ 74 h 6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3" h="675">
                  <a:moveTo>
                    <a:pt x="33" y="74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5" y="77"/>
                    <a:pt x="15" y="77"/>
                    <a:pt x="15" y="77"/>
                  </a:cubicBezTo>
                  <a:cubicBezTo>
                    <a:pt x="15" y="675"/>
                    <a:pt x="15" y="675"/>
                    <a:pt x="15" y="675"/>
                  </a:cubicBezTo>
                  <a:cubicBezTo>
                    <a:pt x="15" y="675"/>
                    <a:pt x="15" y="675"/>
                    <a:pt x="15" y="675"/>
                  </a:cubicBezTo>
                  <a:cubicBezTo>
                    <a:pt x="25" y="675"/>
                    <a:pt x="33" y="667"/>
                    <a:pt x="33" y="657"/>
                  </a:cubicBezTo>
                  <a:lnTo>
                    <a:pt x="33" y="74"/>
                  </a:lnTo>
                  <a:close/>
                </a:path>
              </a:pathLst>
            </a:cu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72" name="íṥľïḑe"/>
            <p:cNvSpPr/>
            <p:nvPr/>
          </p:nvSpPr>
          <p:spPr bwMode="auto">
            <a:xfrm>
              <a:off x="7627301" y="3502854"/>
              <a:ext cx="129438" cy="1271268"/>
            </a:xfrm>
            <a:custGeom>
              <a:avLst/>
              <a:gdLst>
                <a:gd name="T0" fmla="*/ 65 w 65"/>
                <a:gd name="T1" fmla="*/ 74 h 635"/>
                <a:gd name="T2" fmla="*/ 32 w 65"/>
                <a:gd name="T3" fmla="*/ 0 h 635"/>
                <a:gd name="T4" fmla="*/ 0 w 65"/>
                <a:gd name="T5" fmla="*/ 74 h 635"/>
                <a:gd name="T6" fmla="*/ 0 w 65"/>
                <a:gd name="T7" fmla="*/ 631 h 635"/>
                <a:gd name="T8" fmla="*/ 65 w 65"/>
                <a:gd name="T9" fmla="*/ 631 h 635"/>
                <a:gd name="T10" fmla="*/ 65 w 65"/>
                <a:gd name="T11" fmla="*/ 74 h 6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5" h="635">
                  <a:moveTo>
                    <a:pt x="65" y="74"/>
                  </a:moveTo>
                  <a:cubicBezTo>
                    <a:pt x="32" y="0"/>
                    <a:pt x="32" y="0"/>
                    <a:pt x="32" y="0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631"/>
                    <a:pt x="0" y="631"/>
                    <a:pt x="0" y="631"/>
                  </a:cubicBezTo>
                  <a:cubicBezTo>
                    <a:pt x="23" y="635"/>
                    <a:pt x="44" y="635"/>
                    <a:pt x="65" y="631"/>
                  </a:cubicBezTo>
                  <a:lnTo>
                    <a:pt x="65" y="74"/>
                  </a:lnTo>
                  <a:close/>
                </a:path>
              </a:pathLst>
            </a:custGeom>
            <a:solidFill>
              <a:srgbClr val="C0F7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73" name="í$lïḑe"/>
            <p:cNvSpPr/>
            <p:nvPr/>
          </p:nvSpPr>
          <p:spPr bwMode="auto">
            <a:xfrm>
              <a:off x="7690864" y="3502854"/>
              <a:ext cx="65875" cy="1268957"/>
            </a:xfrm>
            <a:custGeom>
              <a:avLst/>
              <a:gdLst>
                <a:gd name="T0" fmla="*/ 33 w 33"/>
                <a:gd name="T1" fmla="*/ 74 h 634"/>
                <a:gd name="T2" fmla="*/ 0 w 33"/>
                <a:gd name="T3" fmla="*/ 0 h 634"/>
                <a:gd name="T4" fmla="*/ 15 w 33"/>
                <a:gd name="T5" fmla="*/ 77 h 634"/>
                <a:gd name="T6" fmla="*/ 15 w 33"/>
                <a:gd name="T7" fmla="*/ 634 h 634"/>
                <a:gd name="T8" fmla="*/ 33 w 33"/>
                <a:gd name="T9" fmla="*/ 631 h 634"/>
                <a:gd name="T10" fmla="*/ 33 w 33"/>
                <a:gd name="T11" fmla="*/ 74 h 6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3" h="634">
                  <a:moveTo>
                    <a:pt x="33" y="74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5" y="77"/>
                    <a:pt x="15" y="77"/>
                    <a:pt x="15" y="77"/>
                  </a:cubicBezTo>
                  <a:cubicBezTo>
                    <a:pt x="15" y="634"/>
                    <a:pt x="15" y="634"/>
                    <a:pt x="15" y="634"/>
                  </a:cubicBezTo>
                  <a:cubicBezTo>
                    <a:pt x="26" y="634"/>
                    <a:pt x="22" y="633"/>
                    <a:pt x="33" y="631"/>
                  </a:cubicBezTo>
                  <a:lnTo>
                    <a:pt x="33" y="74"/>
                  </a:lnTo>
                  <a:close/>
                </a:path>
              </a:pathLst>
            </a:custGeom>
            <a:solidFill>
              <a:srgbClr val="A2ED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74" name="išḻïḋè"/>
            <p:cNvSpPr/>
            <p:nvPr/>
          </p:nvSpPr>
          <p:spPr bwMode="auto">
            <a:xfrm>
              <a:off x="7627301" y="3502854"/>
              <a:ext cx="129438" cy="1229663"/>
            </a:xfrm>
            <a:custGeom>
              <a:avLst/>
              <a:gdLst>
                <a:gd name="T0" fmla="*/ 65 w 65"/>
                <a:gd name="T1" fmla="*/ 74 h 614"/>
                <a:gd name="T2" fmla="*/ 32 w 65"/>
                <a:gd name="T3" fmla="*/ 0 h 614"/>
                <a:gd name="T4" fmla="*/ 0 w 65"/>
                <a:gd name="T5" fmla="*/ 74 h 614"/>
                <a:gd name="T6" fmla="*/ 0 w 65"/>
                <a:gd name="T7" fmla="*/ 610 h 614"/>
                <a:gd name="T8" fmla="*/ 65 w 65"/>
                <a:gd name="T9" fmla="*/ 610 h 614"/>
                <a:gd name="T10" fmla="*/ 65 w 65"/>
                <a:gd name="T11" fmla="*/ 74 h 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5" h="614">
                  <a:moveTo>
                    <a:pt x="65" y="74"/>
                  </a:moveTo>
                  <a:cubicBezTo>
                    <a:pt x="32" y="0"/>
                    <a:pt x="32" y="0"/>
                    <a:pt x="32" y="0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610"/>
                    <a:pt x="0" y="610"/>
                    <a:pt x="0" y="610"/>
                  </a:cubicBezTo>
                  <a:cubicBezTo>
                    <a:pt x="23" y="614"/>
                    <a:pt x="45" y="614"/>
                    <a:pt x="65" y="610"/>
                  </a:cubicBezTo>
                  <a:lnTo>
                    <a:pt x="65" y="74"/>
                  </a:lnTo>
                  <a:close/>
                </a:path>
              </a:pathLst>
            </a:custGeom>
            <a:solidFill>
              <a:srgbClr val="87BB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75" name="ïśḻíḑê"/>
            <p:cNvSpPr/>
            <p:nvPr/>
          </p:nvSpPr>
          <p:spPr bwMode="auto">
            <a:xfrm>
              <a:off x="7693175" y="3508632"/>
              <a:ext cx="63563" cy="1219262"/>
            </a:xfrm>
            <a:custGeom>
              <a:avLst/>
              <a:gdLst>
                <a:gd name="T0" fmla="*/ 32 w 32"/>
                <a:gd name="T1" fmla="*/ 74 h 609"/>
                <a:gd name="T2" fmla="*/ 0 w 32"/>
                <a:gd name="T3" fmla="*/ 0 h 609"/>
                <a:gd name="T4" fmla="*/ 16 w 32"/>
                <a:gd name="T5" fmla="*/ 74 h 609"/>
                <a:gd name="T6" fmla="*/ 16 w 32"/>
                <a:gd name="T7" fmla="*/ 607 h 609"/>
                <a:gd name="T8" fmla="*/ 32 w 32"/>
                <a:gd name="T9" fmla="*/ 607 h 609"/>
                <a:gd name="T10" fmla="*/ 32 w 32"/>
                <a:gd name="T11" fmla="*/ 74 h 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2" h="609">
                  <a:moveTo>
                    <a:pt x="32" y="74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6" y="607"/>
                    <a:pt x="16" y="607"/>
                    <a:pt x="16" y="607"/>
                  </a:cubicBezTo>
                  <a:cubicBezTo>
                    <a:pt x="27" y="607"/>
                    <a:pt x="21" y="609"/>
                    <a:pt x="32" y="607"/>
                  </a:cubicBezTo>
                  <a:lnTo>
                    <a:pt x="32" y="74"/>
                  </a:lnTo>
                  <a:close/>
                </a:path>
              </a:pathLst>
            </a:custGeom>
            <a:solidFill>
              <a:srgbClr val="4C8E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76" name="î$ľîḍê"/>
            <p:cNvSpPr/>
            <p:nvPr/>
          </p:nvSpPr>
          <p:spPr bwMode="auto">
            <a:xfrm>
              <a:off x="7627301" y="3502854"/>
              <a:ext cx="129438" cy="153708"/>
            </a:xfrm>
            <a:custGeom>
              <a:avLst/>
              <a:gdLst>
                <a:gd name="T0" fmla="*/ 65 w 65"/>
                <a:gd name="T1" fmla="*/ 74 h 77"/>
                <a:gd name="T2" fmla="*/ 32 w 65"/>
                <a:gd name="T3" fmla="*/ 0 h 77"/>
                <a:gd name="T4" fmla="*/ 0 w 65"/>
                <a:gd name="T5" fmla="*/ 74 h 77"/>
                <a:gd name="T6" fmla="*/ 32 w 65"/>
                <a:gd name="T7" fmla="*/ 77 h 77"/>
                <a:gd name="T8" fmla="*/ 65 w 65"/>
                <a:gd name="T9" fmla="*/ 74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77">
                  <a:moveTo>
                    <a:pt x="65" y="74"/>
                  </a:moveTo>
                  <a:cubicBezTo>
                    <a:pt x="32" y="0"/>
                    <a:pt x="32" y="0"/>
                    <a:pt x="32" y="0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10" y="76"/>
                    <a:pt x="21" y="77"/>
                    <a:pt x="32" y="77"/>
                  </a:cubicBezTo>
                  <a:cubicBezTo>
                    <a:pt x="44" y="77"/>
                    <a:pt x="55" y="76"/>
                    <a:pt x="65" y="7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77" name="iṥļiḑè"/>
            <p:cNvSpPr/>
            <p:nvPr/>
          </p:nvSpPr>
          <p:spPr bwMode="auto">
            <a:xfrm>
              <a:off x="7690864" y="3502854"/>
              <a:ext cx="65875" cy="153708"/>
            </a:xfrm>
            <a:custGeom>
              <a:avLst/>
              <a:gdLst>
                <a:gd name="T0" fmla="*/ 33 w 33"/>
                <a:gd name="T1" fmla="*/ 74 h 77"/>
                <a:gd name="T2" fmla="*/ 0 w 33"/>
                <a:gd name="T3" fmla="*/ 0 h 77"/>
                <a:gd name="T4" fmla="*/ 17 w 33"/>
                <a:gd name="T5" fmla="*/ 77 h 77"/>
                <a:gd name="T6" fmla="*/ 33 w 33"/>
                <a:gd name="T7" fmla="*/ 74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77">
                  <a:moveTo>
                    <a:pt x="33" y="74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7" y="77"/>
                    <a:pt x="17" y="77"/>
                    <a:pt x="17" y="77"/>
                  </a:cubicBezTo>
                  <a:cubicBezTo>
                    <a:pt x="28" y="77"/>
                    <a:pt x="23" y="76"/>
                    <a:pt x="33" y="7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78" name="íšḻïdè"/>
            <p:cNvSpPr/>
            <p:nvPr/>
          </p:nvSpPr>
          <p:spPr bwMode="auto">
            <a:xfrm>
              <a:off x="7671217" y="3502854"/>
              <a:ext cx="41605" cy="52006"/>
            </a:xfrm>
            <a:custGeom>
              <a:avLst/>
              <a:gdLst>
                <a:gd name="T0" fmla="*/ 21 w 21"/>
                <a:gd name="T1" fmla="*/ 25 h 26"/>
                <a:gd name="T2" fmla="*/ 10 w 21"/>
                <a:gd name="T3" fmla="*/ 0 h 26"/>
                <a:gd name="T4" fmla="*/ 0 w 21"/>
                <a:gd name="T5" fmla="*/ 25 h 26"/>
                <a:gd name="T6" fmla="*/ 10 w 21"/>
                <a:gd name="T7" fmla="*/ 26 h 26"/>
                <a:gd name="T8" fmla="*/ 21 w 21"/>
                <a:gd name="T9" fmla="*/ 25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26">
                  <a:moveTo>
                    <a:pt x="21" y="25"/>
                  </a:moveTo>
                  <a:cubicBezTo>
                    <a:pt x="10" y="0"/>
                    <a:pt x="10" y="0"/>
                    <a:pt x="10" y="0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3" y="26"/>
                    <a:pt x="7" y="26"/>
                    <a:pt x="10" y="26"/>
                  </a:cubicBezTo>
                  <a:cubicBezTo>
                    <a:pt x="14" y="26"/>
                    <a:pt x="18" y="26"/>
                    <a:pt x="21" y="25"/>
                  </a:cubicBez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79" name="íśľïḑé"/>
            <p:cNvSpPr/>
            <p:nvPr/>
          </p:nvSpPr>
          <p:spPr bwMode="auto">
            <a:xfrm>
              <a:off x="3619338" y="2062853"/>
              <a:ext cx="543178" cy="542023"/>
            </a:xfrm>
            <a:custGeom>
              <a:avLst/>
              <a:gdLst>
                <a:gd name="T0" fmla="*/ 239 w 271"/>
                <a:gd name="T1" fmla="*/ 189 h 271"/>
                <a:gd name="T2" fmla="*/ 254 w 271"/>
                <a:gd name="T3" fmla="*/ 202 h 271"/>
                <a:gd name="T4" fmla="*/ 222 w 271"/>
                <a:gd name="T5" fmla="*/ 241 h 271"/>
                <a:gd name="T6" fmla="*/ 207 w 271"/>
                <a:gd name="T7" fmla="*/ 228 h 271"/>
                <a:gd name="T8" fmla="*/ 171 w 271"/>
                <a:gd name="T9" fmla="*/ 246 h 271"/>
                <a:gd name="T10" fmla="*/ 172 w 271"/>
                <a:gd name="T11" fmla="*/ 266 h 271"/>
                <a:gd name="T12" fmla="*/ 136 w 271"/>
                <a:gd name="T13" fmla="*/ 270 h 271"/>
                <a:gd name="T14" fmla="*/ 136 w 271"/>
                <a:gd name="T15" fmla="*/ 213 h 271"/>
                <a:gd name="T16" fmla="*/ 195 w 271"/>
                <a:gd name="T17" fmla="*/ 186 h 271"/>
                <a:gd name="T18" fmla="*/ 186 w 271"/>
                <a:gd name="T19" fmla="*/ 76 h 271"/>
                <a:gd name="T20" fmla="*/ 186 w 271"/>
                <a:gd name="T21" fmla="*/ 76 h 271"/>
                <a:gd name="T22" fmla="*/ 158 w 271"/>
                <a:gd name="T23" fmla="*/ 61 h 271"/>
                <a:gd name="T24" fmla="*/ 136 w 271"/>
                <a:gd name="T25" fmla="*/ 57 h 271"/>
                <a:gd name="T26" fmla="*/ 136 w 271"/>
                <a:gd name="T27" fmla="*/ 1 h 271"/>
                <a:gd name="T28" fmla="*/ 149 w 271"/>
                <a:gd name="T29" fmla="*/ 0 h 271"/>
                <a:gd name="T30" fmla="*/ 151 w 271"/>
                <a:gd name="T31" fmla="*/ 20 h 271"/>
                <a:gd name="T32" fmla="*/ 190 w 271"/>
                <a:gd name="T33" fmla="*/ 32 h 271"/>
                <a:gd name="T34" fmla="*/ 203 w 271"/>
                <a:gd name="T35" fmla="*/ 17 h 271"/>
                <a:gd name="T36" fmla="*/ 241 w 271"/>
                <a:gd name="T37" fmla="*/ 49 h 271"/>
                <a:gd name="T38" fmla="*/ 228 w 271"/>
                <a:gd name="T39" fmla="*/ 64 h 271"/>
                <a:gd name="T40" fmla="*/ 247 w 271"/>
                <a:gd name="T41" fmla="*/ 101 h 271"/>
                <a:gd name="T42" fmla="*/ 267 w 271"/>
                <a:gd name="T43" fmla="*/ 99 h 271"/>
                <a:gd name="T44" fmla="*/ 271 w 271"/>
                <a:gd name="T45" fmla="*/ 149 h 271"/>
                <a:gd name="T46" fmla="*/ 251 w 271"/>
                <a:gd name="T47" fmla="*/ 150 h 271"/>
                <a:gd name="T48" fmla="*/ 239 w 271"/>
                <a:gd name="T49" fmla="*/ 189 h 271"/>
                <a:gd name="T50" fmla="*/ 136 w 271"/>
                <a:gd name="T51" fmla="*/ 270 h 271"/>
                <a:gd name="T52" fmla="*/ 123 w 271"/>
                <a:gd name="T53" fmla="*/ 271 h 271"/>
                <a:gd name="T54" fmla="*/ 121 w 271"/>
                <a:gd name="T55" fmla="*/ 251 h 271"/>
                <a:gd name="T56" fmla="*/ 82 w 271"/>
                <a:gd name="T57" fmla="*/ 238 h 271"/>
                <a:gd name="T58" fmla="*/ 69 w 271"/>
                <a:gd name="T59" fmla="*/ 254 h 271"/>
                <a:gd name="T60" fmla="*/ 31 w 271"/>
                <a:gd name="T61" fmla="*/ 222 h 271"/>
                <a:gd name="T62" fmla="*/ 44 w 271"/>
                <a:gd name="T63" fmla="*/ 206 h 271"/>
                <a:gd name="T64" fmla="*/ 25 w 271"/>
                <a:gd name="T65" fmla="*/ 170 h 271"/>
                <a:gd name="T66" fmla="*/ 5 w 271"/>
                <a:gd name="T67" fmla="*/ 172 h 271"/>
                <a:gd name="T68" fmla="*/ 0 w 271"/>
                <a:gd name="T69" fmla="*/ 122 h 271"/>
                <a:gd name="T70" fmla="*/ 20 w 271"/>
                <a:gd name="T71" fmla="*/ 120 h 271"/>
                <a:gd name="T72" fmla="*/ 33 w 271"/>
                <a:gd name="T73" fmla="*/ 82 h 271"/>
                <a:gd name="T74" fmla="*/ 17 w 271"/>
                <a:gd name="T75" fmla="*/ 69 h 271"/>
                <a:gd name="T76" fmla="*/ 49 w 271"/>
                <a:gd name="T77" fmla="*/ 30 h 271"/>
                <a:gd name="T78" fmla="*/ 65 w 271"/>
                <a:gd name="T79" fmla="*/ 43 h 271"/>
                <a:gd name="T80" fmla="*/ 101 w 271"/>
                <a:gd name="T81" fmla="*/ 24 h 271"/>
                <a:gd name="T82" fmla="*/ 99 w 271"/>
                <a:gd name="T83" fmla="*/ 4 h 271"/>
                <a:gd name="T84" fmla="*/ 136 w 271"/>
                <a:gd name="T85" fmla="*/ 1 h 271"/>
                <a:gd name="T86" fmla="*/ 136 w 271"/>
                <a:gd name="T87" fmla="*/ 57 h 271"/>
                <a:gd name="T88" fmla="*/ 76 w 271"/>
                <a:gd name="T89" fmla="*/ 85 h 271"/>
                <a:gd name="T90" fmla="*/ 86 w 271"/>
                <a:gd name="T91" fmla="*/ 195 h 271"/>
                <a:gd name="T92" fmla="*/ 113 w 271"/>
                <a:gd name="T93" fmla="*/ 210 h 271"/>
                <a:gd name="T94" fmla="*/ 136 w 271"/>
                <a:gd name="T95" fmla="*/ 213 h 271"/>
                <a:gd name="T96" fmla="*/ 136 w 271"/>
                <a:gd name="T97" fmla="*/ 27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71" h="271">
                  <a:moveTo>
                    <a:pt x="239" y="189"/>
                  </a:moveTo>
                  <a:cubicBezTo>
                    <a:pt x="254" y="202"/>
                    <a:pt x="254" y="202"/>
                    <a:pt x="254" y="202"/>
                  </a:cubicBezTo>
                  <a:cubicBezTo>
                    <a:pt x="222" y="241"/>
                    <a:pt x="222" y="241"/>
                    <a:pt x="222" y="241"/>
                  </a:cubicBezTo>
                  <a:cubicBezTo>
                    <a:pt x="207" y="228"/>
                    <a:pt x="207" y="228"/>
                    <a:pt x="207" y="228"/>
                  </a:cubicBezTo>
                  <a:cubicBezTo>
                    <a:pt x="196" y="236"/>
                    <a:pt x="184" y="242"/>
                    <a:pt x="171" y="246"/>
                  </a:cubicBezTo>
                  <a:cubicBezTo>
                    <a:pt x="172" y="266"/>
                    <a:pt x="172" y="266"/>
                    <a:pt x="172" y="266"/>
                  </a:cubicBezTo>
                  <a:cubicBezTo>
                    <a:pt x="136" y="270"/>
                    <a:pt x="136" y="270"/>
                    <a:pt x="136" y="270"/>
                  </a:cubicBezTo>
                  <a:cubicBezTo>
                    <a:pt x="136" y="213"/>
                    <a:pt x="136" y="213"/>
                    <a:pt x="136" y="213"/>
                  </a:cubicBezTo>
                  <a:cubicBezTo>
                    <a:pt x="158" y="213"/>
                    <a:pt x="180" y="204"/>
                    <a:pt x="195" y="186"/>
                  </a:cubicBezTo>
                  <a:cubicBezTo>
                    <a:pt x="223" y="153"/>
                    <a:pt x="219" y="103"/>
                    <a:pt x="186" y="76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78" y="69"/>
                    <a:pt x="169" y="64"/>
                    <a:pt x="158" y="61"/>
                  </a:cubicBezTo>
                  <a:cubicBezTo>
                    <a:pt x="151" y="59"/>
                    <a:pt x="143" y="57"/>
                    <a:pt x="136" y="57"/>
                  </a:cubicBezTo>
                  <a:cubicBezTo>
                    <a:pt x="136" y="1"/>
                    <a:pt x="136" y="1"/>
                    <a:pt x="136" y="1"/>
                  </a:cubicBezTo>
                  <a:cubicBezTo>
                    <a:pt x="149" y="0"/>
                    <a:pt x="149" y="0"/>
                    <a:pt x="149" y="0"/>
                  </a:cubicBezTo>
                  <a:cubicBezTo>
                    <a:pt x="151" y="20"/>
                    <a:pt x="151" y="20"/>
                    <a:pt x="151" y="20"/>
                  </a:cubicBezTo>
                  <a:cubicBezTo>
                    <a:pt x="164" y="22"/>
                    <a:pt x="178" y="26"/>
                    <a:pt x="190" y="32"/>
                  </a:cubicBezTo>
                  <a:cubicBezTo>
                    <a:pt x="203" y="17"/>
                    <a:pt x="203" y="17"/>
                    <a:pt x="203" y="17"/>
                  </a:cubicBezTo>
                  <a:cubicBezTo>
                    <a:pt x="241" y="49"/>
                    <a:pt x="241" y="49"/>
                    <a:pt x="241" y="49"/>
                  </a:cubicBezTo>
                  <a:cubicBezTo>
                    <a:pt x="228" y="64"/>
                    <a:pt x="228" y="64"/>
                    <a:pt x="228" y="64"/>
                  </a:cubicBezTo>
                  <a:cubicBezTo>
                    <a:pt x="236" y="75"/>
                    <a:pt x="243" y="88"/>
                    <a:pt x="247" y="101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71" y="149"/>
                    <a:pt x="271" y="149"/>
                    <a:pt x="271" y="149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49" y="164"/>
                    <a:pt x="245" y="177"/>
                    <a:pt x="239" y="189"/>
                  </a:cubicBezTo>
                  <a:close/>
                  <a:moveTo>
                    <a:pt x="136" y="270"/>
                  </a:moveTo>
                  <a:cubicBezTo>
                    <a:pt x="123" y="271"/>
                    <a:pt x="123" y="271"/>
                    <a:pt x="123" y="271"/>
                  </a:cubicBezTo>
                  <a:cubicBezTo>
                    <a:pt x="121" y="251"/>
                    <a:pt x="121" y="251"/>
                    <a:pt x="121" y="251"/>
                  </a:cubicBezTo>
                  <a:cubicBezTo>
                    <a:pt x="107" y="249"/>
                    <a:pt x="94" y="245"/>
                    <a:pt x="82" y="238"/>
                  </a:cubicBezTo>
                  <a:cubicBezTo>
                    <a:pt x="69" y="254"/>
                    <a:pt x="69" y="254"/>
                    <a:pt x="69" y="254"/>
                  </a:cubicBezTo>
                  <a:cubicBezTo>
                    <a:pt x="31" y="222"/>
                    <a:pt x="31" y="222"/>
                    <a:pt x="31" y="222"/>
                  </a:cubicBezTo>
                  <a:cubicBezTo>
                    <a:pt x="44" y="206"/>
                    <a:pt x="44" y="206"/>
                    <a:pt x="44" y="206"/>
                  </a:cubicBezTo>
                  <a:cubicBezTo>
                    <a:pt x="35" y="195"/>
                    <a:pt x="29" y="183"/>
                    <a:pt x="25" y="170"/>
                  </a:cubicBezTo>
                  <a:cubicBezTo>
                    <a:pt x="5" y="172"/>
                    <a:pt x="5" y="172"/>
                    <a:pt x="5" y="172"/>
                  </a:cubicBezTo>
                  <a:cubicBezTo>
                    <a:pt x="0" y="122"/>
                    <a:pt x="0" y="122"/>
                    <a:pt x="0" y="122"/>
                  </a:cubicBezTo>
                  <a:cubicBezTo>
                    <a:pt x="20" y="120"/>
                    <a:pt x="20" y="120"/>
                    <a:pt x="20" y="120"/>
                  </a:cubicBezTo>
                  <a:cubicBezTo>
                    <a:pt x="22" y="107"/>
                    <a:pt x="26" y="94"/>
                    <a:pt x="33" y="82"/>
                  </a:cubicBezTo>
                  <a:cubicBezTo>
                    <a:pt x="17" y="69"/>
                    <a:pt x="17" y="69"/>
                    <a:pt x="17" y="69"/>
                  </a:cubicBezTo>
                  <a:cubicBezTo>
                    <a:pt x="49" y="30"/>
                    <a:pt x="49" y="30"/>
                    <a:pt x="49" y="30"/>
                  </a:cubicBezTo>
                  <a:cubicBezTo>
                    <a:pt x="65" y="43"/>
                    <a:pt x="65" y="43"/>
                    <a:pt x="65" y="43"/>
                  </a:cubicBezTo>
                  <a:cubicBezTo>
                    <a:pt x="76" y="35"/>
                    <a:pt x="88" y="29"/>
                    <a:pt x="101" y="24"/>
                  </a:cubicBezTo>
                  <a:cubicBezTo>
                    <a:pt x="99" y="4"/>
                    <a:pt x="99" y="4"/>
                    <a:pt x="99" y="4"/>
                  </a:cubicBezTo>
                  <a:cubicBezTo>
                    <a:pt x="136" y="1"/>
                    <a:pt x="136" y="1"/>
                    <a:pt x="136" y="1"/>
                  </a:cubicBezTo>
                  <a:cubicBezTo>
                    <a:pt x="136" y="57"/>
                    <a:pt x="136" y="57"/>
                    <a:pt x="136" y="57"/>
                  </a:cubicBezTo>
                  <a:cubicBezTo>
                    <a:pt x="113" y="57"/>
                    <a:pt x="91" y="67"/>
                    <a:pt x="76" y="85"/>
                  </a:cubicBezTo>
                  <a:cubicBezTo>
                    <a:pt x="48" y="118"/>
                    <a:pt x="53" y="168"/>
                    <a:pt x="86" y="195"/>
                  </a:cubicBezTo>
                  <a:cubicBezTo>
                    <a:pt x="94" y="202"/>
                    <a:pt x="103" y="207"/>
                    <a:pt x="113" y="210"/>
                  </a:cubicBezTo>
                  <a:cubicBezTo>
                    <a:pt x="121" y="212"/>
                    <a:pt x="128" y="213"/>
                    <a:pt x="136" y="213"/>
                  </a:cubicBezTo>
                  <a:lnTo>
                    <a:pt x="136" y="270"/>
                  </a:lnTo>
                  <a:close/>
                </a:path>
              </a:pathLst>
            </a:custGeom>
            <a:solidFill>
              <a:srgbClr val="8080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80" name="ïṡlîḑê"/>
            <p:cNvSpPr/>
            <p:nvPr/>
          </p:nvSpPr>
          <p:spPr bwMode="auto">
            <a:xfrm>
              <a:off x="7726691" y="1159097"/>
              <a:ext cx="538556" cy="374446"/>
            </a:xfrm>
            <a:custGeom>
              <a:avLst/>
              <a:gdLst>
                <a:gd name="T0" fmla="*/ 213 w 269"/>
                <a:gd name="T1" fmla="*/ 68 h 187"/>
                <a:gd name="T2" fmla="*/ 269 w 269"/>
                <a:gd name="T3" fmla="*/ 127 h 187"/>
                <a:gd name="T4" fmla="*/ 269 w 269"/>
                <a:gd name="T5" fmla="*/ 127 h 187"/>
                <a:gd name="T6" fmla="*/ 211 w 269"/>
                <a:gd name="T7" fmla="*/ 187 h 187"/>
                <a:gd name="T8" fmla="*/ 63 w 269"/>
                <a:gd name="T9" fmla="*/ 187 h 187"/>
                <a:gd name="T10" fmla="*/ 0 w 269"/>
                <a:gd name="T11" fmla="*/ 127 h 187"/>
                <a:gd name="T12" fmla="*/ 0 w 269"/>
                <a:gd name="T13" fmla="*/ 127 h 187"/>
                <a:gd name="T14" fmla="*/ 55 w 269"/>
                <a:gd name="T15" fmla="*/ 68 h 187"/>
                <a:gd name="T16" fmla="*/ 55 w 269"/>
                <a:gd name="T17" fmla="*/ 66 h 187"/>
                <a:gd name="T18" fmla="*/ 134 w 269"/>
                <a:gd name="T19" fmla="*/ 0 h 187"/>
                <a:gd name="T20" fmla="*/ 213 w 269"/>
                <a:gd name="T21" fmla="*/ 66 h 187"/>
                <a:gd name="T22" fmla="*/ 213 w 269"/>
                <a:gd name="T23" fmla="*/ 68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69" h="187">
                  <a:moveTo>
                    <a:pt x="213" y="68"/>
                  </a:moveTo>
                  <a:cubicBezTo>
                    <a:pt x="245" y="75"/>
                    <a:pt x="269" y="99"/>
                    <a:pt x="269" y="127"/>
                  </a:cubicBezTo>
                  <a:cubicBezTo>
                    <a:pt x="269" y="127"/>
                    <a:pt x="269" y="127"/>
                    <a:pt x="269" y="127"/>
                  </a:cubicBezTo>
                  <a:cubicBezTo>
                    <a:pt x="269" y="157"/>
                    <a:pt x="244" y="187"/>
                    <a:pt x="211" y="187"/>
                  </a:cubicBezTo>
                  <a:cubicBezTo>
                    <a:pt x="63" y="187"/>
                    <a:pt x="63" y="187"/>
                    <a:pt x="63" y="187"/>
                  </a:cubicBezTo>
                  <a:cubicBezTo>
                    <a:pt x="27" y="187"/>
                    <a:pt x="0" y="158"/>
                    <a:pt x="0" y="127"/>
                  </a:cubicBezTo>
                  <a:cubicBezTo>
                    <a:pt x="0" y="127"/>
                    <a:pt x="0" y="127"/>
                    <a:pt x="0" y="127"/>
                  </a:cubicBezTo>
                  <a:cubicBezTo>
                    <a:pt x="0" y="99"/>
                    <a:pt x="23" y="75"/>
                    <a:pt x="55" y="68"/>
                  </a:cubicBezTo>
                  <a:cubicBezTo>
                    <a:pt x="55" y="68"/>
                    <a:pt x="55" y="67"/>
                    <a:pt x="55" y="66"/>
                  </a:cubicBezTo>
                  <a:cubicBezTo>
                    <a:pt x="55" y="30"/>
                    <a:pt x="91" y="0"/>
                    <a:pt x="134" y="0"/>
                  </a:cubicBezTo>
                  <a:cubicBezTo>
                    <a:pt x="178" y="0"/>
                    <a:pt x="213" y="30"/>
                    <a:pt x="213" y="66"/>
                  </a:cubicBezTo>
                  <a:cubicBezTo>
                    <a:pt x="213" y="67"/>
                    <a:pt x="213" y="68"/>
                    <a:pt x="213" y="68"/>
                  </a:cubicBezTo>
                  <a:close/>
                </a:path>
              </a:pathLst>
            </a:custGeom>
            <a:solidFill>
              <a:srgbClr val="FFBB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81" name="íšḻíḍè"/>
            <p:cNvSpPr/>
            <p:nvPr/>
          </p:nvSpPr>
          <p:spPr bwMode="auto">
            <a:xfrm>
              <a:off x="7619211" y="1151007"/>
              <a:ext cx="376758" cy="262344"/>
            </a:xfrm>
            <a:custGeom>
              <a:avLst/>
              <a:gdLst>
                <a:gd name="T0" fmla="*/ 149 w 188"/>
                <a:gd name="T1" fmla="*/ 48 h 131"/>
                <a:gd name="T2" fmla="*/ 188 w 188"/>
                <a:gd name="T3" fmla="*/ 89 h 131"/>
                <a:gd name="T4" fmla="*/ 188 w 188"/>
                <a:gd name="T5" fmla="*/ 89 h 131"/>
                <a:gd name="T6" fmla="*/ 147 w 188"/>
                <a:gd name="T7" fmla="*/ 131 h 131"/>
                <a:gd name="T8" fmla="*/ 44 w 188"/>
                <a:gd name="T9" fmla="*/ 131 h 131"/>
                <a:gd name="T10" fmla="*/ 0 w 188"/>
                <a:gd name="T11" fmla="*/ 89 h 131"/>
                <a:gd name="T12" fmla="*/ 0 w 188"/>
                <a:gd name="T13" fmla="*/ 89 h 131"/>
                <a:gd name="T14" fmla="*/ 39 w 188"/>
                <a:gd name="T15" fmla="*/ 48 h 131"/>
                <a:gd name="T16" fmla="*/ 39 w 188"/>
                <a:gd name="T17" fmla="*/ 47 h 131"/>
                <a:gd name="T18" fmla="*/ 94 w 188"/>
                <a:gd name="T19" fmla="*/ 0 h 131"/>
                <a:gd name="T20" fmla="*/ 149 w 188"/>
                <a:gd name="T21" fmla="*/ 47 h 131"/>
                <a:gd name="T22" fmla="*/ 149 w 188"/>
                <a:gd name="T23" fmla="*/ 48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8" h="131">
                  <a:moveTo>
                    <a:pt x="149" y="48"/>
                  </a:moveTo>
                  <a:cubicBezTo>
                    <a:pt x="172" y="53"/>
                    <a:pt x="188" y="69"/>
                    <a:pt x="188" y="89"/>
                  </a:cubicBezTo>
                  <a:cubicBezTo>
                    <a:pt x="188" y="89"/>
                    <a:pt x="188" y="89"/>
                    <a:pt x="188" y="89"/>
                  </a:cubicBezTo>
                  <a:cubicBezTo>
                    <a:pt x="188" y="110"/>
                    <a:pt x="171" y="131"/>
                    <a:pt x="147" y="131"/>
                  </a:cubicBezTo>
                  <a:cubicBezTo>
                    <a:pt x="44" y="131"/>
                    <a:pt x="44" y="131"/>
                    <a:pt x="44" y="131"/>
                  </a:cubicBezTo>
                  <a:cubicBezTo>
                    <a:pt x="19" y="131"/>
                    <a:pt x="0" y="111"/>
                    <a:pt x="0" y="89"/>
                  </a:cubicBezTo>
                  <a:cubicBezTo>
                    <a:pt x="0" y="89"/>
                    <a:pt x="0" y="89"/>
                    <a:pt x="0" y="89"/>
                  </a:cubicBezTo>
                  <a:cubicBezTo>
                    <a:pt x="0" y="69"/>
                    <a:pt x="17" y="53"/>
                    <a:pt x="39" y="48"/>
                  </a:cubicBezTo>
                  <a:cubicBezTo>
                    <a:pt x="39" y="48"/>
                    <a:pt x="39" y="47"/>
                    <a:pt x="39" y="47"/>
                  </a:cubicBezTo>
                  <a:cubicBezTo>
                    <a:pt x="39" y="21"/>
                    <a:pt x="64" y="0"/>
                    <a:pt x="94" y="0"/>
                  </a:cubicBezTo>
                  <a:cubicBezTo>
                    <a:pt x="125" y="0"/>
                    <a:pt x="149" y="21"/>
                    <a:pt x="149" y="47"/>
                  </a:cubicBezTo>
                  <a:cubicBezTo>
                    <a:pt x="149" y="47"/>
                    <a:pt x="149" y="48"/>
                    <a:pt x="149" y="4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82" name="îṣḷíḓe"/>
            <p:cNvSpPr/>
            <p:nvPr/>
          </p:nvSpPr>
          <p:spPr bwMode="auto">
            <a:xfrm>
              <a:off x="4913720" y="1954218"/>
              <a:ext cx="2024784" cy="2830306"/>
            </a:xfrm>
            <a:prstGeom prst="rect">
              <a:avLst/>
            </a:pr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83" name="îSlîḑè"/>
            <p:cNvSpPr/>
            <p:nvPr/>
          </p:nvSpPr>
          <p:spPr bwMode="auto">
            <a:xfrm>
              <a:off x="5061650" y="2118327"/>
              <a:ext cx="970787" cy="35827"/>
            </a:xfrm>
            <a:prstGeom prst="rect">
              <a:avLst/>
            </a:prstGeom>
            <a:solidFill>
              <a:srgbClr val="F2675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84" name="íSlîďè"/>
            <p:cNvSpPr/>
            <p:nvPr/>
          </p:nvSpPr>
          <p:spPr bwMode="auto">
            <a:xfrm>
              <a:off x="5061650" y="2208471"/>
              <a:ext cx="310883" cy="38138"/>
            </a:xfrm>
            <a:prstGeom prst="rect">
              <a:avLst/>
            </a:prstGeom>
            <a:solidFill>
              <a:srgbClr val="9A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85" name="îṥļïďe"/>
            <p:cNvSpPr/>
            <p:nvPr/>
          </p:nvSpPr>
          <p:spPr bwMode="auto">
            <a:xfrm>
              <a:off x="5061650" y="2300927"/>
              <a:ext cx="502729" cy="35827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86" name="îŝḻïḑé"/>
            <p:cNvSpPr/>
            <p:nvPr/>
          </p:nvSpPr>
          <p:spPr bwMode="auto">
            <a:xfrm>
              <a:off x="5296257" y="2391072"/>
              <a:ext cx="292392" cy="38138"/>
            </a:xfrm>
            <a:prstGeom prst="rect">
              <a:avLst/>
            </a:prstGeom>
            <a:solidFill>
              <a:srgbClr val="9A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87" name="íšļîḋè"/>
            <p:cNvSpPr/>
            <p:nvPr/>
          </p:nvSpPr>
          <p:spPr bwMode="auto">
            <a:xfrm>
              <a:off x="5296257" y="2483527"/>
              <a:ext cx="292392" cy="35827"/>
            </a:xfrm>
            <a:prstGeom prst="rect">
              <a:avLst/>
            </a:prstGeom>
            <a:solidFill>
              <a:srgbClr val="9A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88" name="î$ļíḍé"/>
            <p:cNvSpPr/>
            <p:nvPr/>
          </p:nvSpPr>
          <p:spPr bwMode="auto">
            <a:xfrm>
              <a:off x="5498504" y="2573672"/>
              <a:ext cx="286613" cy="38138"/>
            </a:xfrm>
            <a:prstGeom prst="rect">
              <a:avLst/>
            </a:prstGeom>
            <a:solidFill>
              <a:srgbClr val="9A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89" name="íśḷïḋè"/>
            <p:cNvSpPr/>
            <p:nvPr/>
          </p:nvSpPr>
          <p:spPr bwMode="auto">
            <a:xfrm>
              <a:off x="5477701" y="2208471"/>
              <a:ext cx="531621" cy="38138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90" name="îşḻîďê"/>
            <p:cNvSpPr/>
            <p:nvPr/>
          </p:nvSpPr>
          <p:spPr bwMode="auto">
            <a:xfrm>
              <a:off x="6084443" y="2208471"/>
              <a:ext cx="255409" cy="38138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91" name="ïṧḷîḑe"/>
            <p:cNvSpPr/>
            <p:nvPr/>
          </p:nvSpPr>
          <p:spPr bwMode="auto">
            <a:xfrm>
              <a:off x="6435775" y="2208471"/>
              <a:ext cx="342087" cy="38138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92" name="iŝľîdé"/>
            <p:cNvSpPr/>
            <p:nvPr/>
          </p:nvSpPr>
          <p:spPr bwMode="auto">
            <a:xfrm>
              <a:off x="5648745" y="2300927"/>
              <a:ext cx="298170" cy="35827"/>
            </a:xfrm>
            <a:prstGeom prst="rect">
              <a:avLst/>
            </a:prstGeom>
            <a:solidFill>
              <a:srgbClr val="9A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93" name="ïŝḷïḓê"/>
            <p:cNvSpPr/>
            <p:nvPr/>
          </p:nvSpPr>
          <p:spPr bwMode="auto">
            <a:xfrm>
              <a:off x="5678793" y="2391072"/>
              <a:ext cx="169888" cy="38138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94" name="îśliḍé"/>
            <p:cNvSpPr/>
            <p:nvPr/>
          </p:nvSpPr>
          <p:spPr bwMode="auto">
            <a:xfrm>
              <a:off x="5678793" y="2483527"/>
              <a:ext cx="292392" cy="35827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95" name="íŝļíḍé"/>
            <p:cNvSpPr/>
            <p:nvPr/>
          </p:nvSpPr>
          <p:spPr bwMode="auto">
            <a:xfrm>
              <a:off x="5930735" y="2391072"/>
              <a:ext cx="324751" cy="38138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96" name="ïŝ1ïḓé"/>
            <p:cNvSpPr/>
            <p:nvPr/>
          </p:nvSpPr>
          <p:spPr bwMode="auto">
            <a:xfrm>
              <a:off x="6321361" y="2391072"/>
              <a:ext cx="169888" cy="38138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97" name="îsļîḋé"/>
            <p:cNvSpPr/>
            <p:nvPr/>
          </p:nvSpPr>
          <p:spPr bwMode="auto">
            <a:xfrm>
              <a:off x="6565214" y="2391072"/>
              <a:ext cx="212649" cy="38138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98" name="iŝlidé"/>
            <p:cNvSpPr/>
            <p:nvPr/>
          </p:nvSpPr>
          <p:spPr bwMode="auto">
            <a:xfrm>
              <a:off x="6037059" y="2483527"/>
              <a:ext cx="368668" cy="35827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99" name="ïŝ1iďé"/>
            <p:cNvSpPr/>
            <p:nvPr/>
          </p:nvSpPr>
          <p:spPr bwMode="auto">
            <a:xfrm>
              <a:off x="6461201" y="2483527"/>
              <a:ext cx="110947" cy="35827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00" name="îṧľiḋê"/>
            <p:cNvSpPr/>
            <p:nvPr/>
          </p:nvSpPr>
          <p:spPr bwMode="auto">
            <a:xfrm>
              <a:off x="5864860" y="2573672"/>
              <a:ext cx="212649" cy="38138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01" name="îṣľïďè"/>
            <p:cNvSpPr/>
            <p:nvPr/>
          </p:nvSpPr>
          <p:spPr bwMode="auto">
            <a:xfrm>
              <a:off x="5296257" y="2755117"/>
              <a:ext cx="292392" cy="38138"/>
            </a:xfrm>
            <a:prstGeom prst="rect">
              <a:avLst/>
            </a:prstGeom>
            <a:solidFill>
              <a:srgbClr val="9A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02" name="îSḻidé"/>
            <p:cNvSpPr/>
            <p:nvPr/>
          </p:nvSpPr>
          <p:spPr bwMode="auto">
            <a:xfrm>
              <a:off x="5296257" y="2847573"/>
              <a:ext cx="292392" cy="35827"/>
            </a:xfrm>
            <a:prstGeom prst="rect">
              <a:avLst/>
            </a:prstGeom>
            <a:solidFill>
              <a:srgbClr val="9A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03" name="í$ḻîďé"/>
            <p:cNvSpPr/>
            <p:nvPr/>
          </p:nvSpPr>
          <p:spPr bwMode="auto">
            <a:xfrm>
              <a:off x="5678793" y="2755117"/>
              <a:ext cx="169888" cy="38138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04" name="ísļiḓé"/>
            <p:cNvSpPr/>
            <p:nvPr/>
          </p:nvSpPr>
          <p:spPr bwMode="auto">
            <a:xfrm>
              <a:off x="5678793" y="2847573"/>
              <a:ext cx="262344" cy="35827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05" name="íṣḷíḋe"/>
            <p:cNvSpPr/>
            <p:nvPr/>
          </p:nvSpPr>
          <p:spPr bwMode="auto">
            <a:xfrm>
              <a:off x="5930735" y="2755117"/>
              <a:ext cx="250787" cy="38138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06" name="iṩḷîdé"/>
            <p:cNvSpPr/>
            <p:nvPr/>
          </p:nvSpPr>
          <p:spPr bwMode="auto">
            <a:xfrm>
              <a:off x="6231217" y="2755117"/>
              <a:ext cx="131750" cy="38138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07" name="iśḻïḑe"/>
            <p:cNvSpPr/>
            <p:nvPr/>
          </p:nvSpPr>
          <p:spPr bwMode="auto">
            <a:xfrm>
              <a:off x="6419596" y="2755117"/>
              <a:ext cx="161798" cy="38138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08" name="îṥļíďé"/>
            <p:cNvSpPr/>
            <p:nvPr/>
          </p:nvSpPr>
          <p:spPr bwMode="auto">
            <a:xfrm>
              <a:off x="6198857" y="2847573"/>
              <a:ext cx="292392" cy="35827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09" name="îšḻîďe"/>
            <p:cNvSpPr/>
            <p:nvPr/>
          </p:nvSpPr>
          <p:spPr bwMode="auto">
            <a:xfrm>
              <a:off x="5296257" y="2937717"/>
              <a:ext cx="292392" cy="38138"/>
            </a:xfrm>
            <a:prstGeom prst="rect">
              <a:avLst/>
            </a:prstGeom>
            <a:solidFill>
              <a:srgbClr val="9A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10" name="íṩḻîḍe"/>
            <p:cNvSpPr/>
            <p:nvPr/>
          </p:nvSpPr>
          <p:spPr bwMode="auto">
            <a:xfrm>
              <a:off x="5296257" y="3030173"/>
              <a:ext cx="292392" cy="35827"/>
            </a:xfrm>
            <a:prstGeom prst="rect">
              <a:avLst/>
            </a:prstGeom>
            <a:solidFill>
              <a:srgbClr val="9A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11" name="î$ḷïdé"/>
            <p:cNvSpPr/>
            <p:nvPr/>
          </p:nvSpPr>
          <p:spPr bwMode="auto">
            <a:xfrm>
              <a:off x="5678793" y="2937717"/>
              <a:ext cx="169888" cy="38138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12" name="ïŝlíḍé"/>
            <p:cNvSpPr/>
            <p:nvPr/>
          </p:nvSpPr>
          <p:spPr bwMode="auto">
            <a:xfrm>
              <a:off x="5678793" y="3030173"/>
              <a:ext cx="536244" cy="35827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13" name="ïṡľíḍe"/>
            <p:cNvSpPr/>
            <p:nvPr/>
          </p:nvSpPr>
          <p:spPr bwMode="auto">
            <a:xfrm>
              <a:off x="5930735" y="2937717"/>
              <a:ext cx="324751" cy="38138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14" name="iSḷiḓè"/>
            <p:cNvSpPr/>
            <p:nvPr/>
          </p:nvSpPr>
          <p:spPr bwMode="auto">
            <a:xfrm>
              <a:off x="6321361" y="2937717"/>
              <a:ext cx="169888" cy="38138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15" name="iṥļîdé"/>
            <p:cNvSpPr/>
            <p:nvPr/>
          </p:nvSpPr>
          <p:spPr bwMode="auto">
            <a:xfrm>
              <a:off x="6565214" y="2937717"/>
              <a:ext cx="212649" cy="38138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16" name="ïṩḻîḍè"/>
            <p:cNvSpPr/>
            <p:nvPr/>
          </p:nvSpPr>
          <p:spPr bwMode="auto">
            <a:xfrm>
              <a:off x="6280912" y="3030173"/>
              <a:ext cx="300482" cy="35827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17" name="íŝľïḑe"/>
            <p:cNvSpPr/>
            <p:nvPr/>
          </p:nvSpPr>
          <p:spPr bwMode="auto">
            <a:xfrm>
              <a:off x="6001233" y="2847573"/>
              <a:ext cx="123660" cy="35827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18" name="íśľíḓé"/>
            <p:cNvSpPr/>
            <p:nvPr/>
          </p:nvSpPr>
          <p:spPr bwMode="auto">
            <a:xfrm>
              <a:off x="5061650" y="3211618"/>
              <a:ext cx="310883" cy="38138"/>
            </a:xfrm>
            <a:prstGeom prst="rect">
              <a:avLst/>
            </a:prstGeom>
            <a:solidFill>
              <a:srgbClr val="9A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19" name="îš1îḑè"/>
            <p:cNvSpPr/>
            <p:nvPr/>
          </p:nvSpPr>
          <p:spPr bwMode="auto">
            <a:xfrm>
              <a:off x="5061650" y="3304074"/>
              <a:ext cx="502729" cy="35827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20" name="íṡľíḓé"/>
            <p:cNvSpPr/>
            <p:nvPr/>
          </p:nvSpPr>
          <p:spPr bwMode="auto">
            <a:xfrm>
              <a:off x="5296257" y="3394218"/>
              <a:ext cx="292392" cy="38138"/>
            </a:xfrm>
            <a:prstGeom prst="rect">
              <a:avLst/>
            </a:prstGeom>
            <a:solidFill>
              <a:srgbClr val="9A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21" name="i$ļîḑe"/>
            <p:cNvSpPr/>
            <p:nvPr/>
          </p:nvSpPr>
          <p:spPr bwMode="auto">
            <a:xfrm>
              <a:off x="5296257" y="3486674"/>
              <a:ext cx="292392" cy="35827"/>
            </a:xfrm>
            <a:prstGeom prst="rect">
              <a:avLst/>
            </a:prstGeom>
            <a:solidFill>
              <a:srgbClr val="9A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22" name="îs1iḋé"/>
            <p:cNvSpPr/>
            <p:nvPr/>
          </p:nvSpPr>
          <p:spPr bwMode="auto">
            <a:xfrm>
              <a:off x="5498504" y="3576818"/>
              <a:ext cx="286613" cy="38138"/>
            </a:xfrm>
            <a:prstGeom prst="rect">
              <a:avLst/>
            </a:prstGeom>
            <a:solidFill>
              <a:srgbClr val="9A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23" name="îśļîḑè"/>
            <p:cNvSpPr/>
            <p:nvPr/>
          </p:nvSpPr>
          <p:spPr bwMode="auto">
            <a:xfrm>
              <a:off x="5477701" y="3211618"/>
              <a:ext cx="294703" cy="38138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24" name="ïṧḷiďe"/>
            <p:cNvSpPr/>
            <p:nvPr/>
          </p:nvSpPr>
          <p:spPr bwMode="auto">
            <a:xfrm>
              <a:off x="5848681" y="3211618"/>
              <a:ext cx="147929" cy="38138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25" name="íSḷîḋê"/>
            <p:cNvSpPr/>
            <p:nvPr/>
          </p:nvSpPr>
          <p:spPr bwMode="auto">
            <a:xfrm>
              <a:off x="6092533" y="3211618"/>
              <a:ext cx="472681" cy="38138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26" name="ïṧḻïḓè"/>
            <p:cNvSpPr/>
            <p:nvPr/>
          </p:nvSpPr>
          <p:spPr bwMode="auto">
            <a:xfrm>
              <a:off x="5648745" y="3304074"/>
              <a:ext cx="298170" cy="35827"/>
            </a:xfrm>
            <a:prstGeom prst="rect">
              <a:avLst/>
            </a:prstGeom>
            <a:solidFill>
              <a:srgbClr val="9A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27" name="îṧḷíḓé"/>
            <p:cNvSpPr/>
            <p:nvPr/>
          </p:nvSpPr>
          <p:spPr bwMode="auto">
            <a:xfrm>
              <a:off x="5678793" y="3394218"/>
              <a:ext cx="331685" cy="38138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28" name="íṥḷídè"/>
            <p:cNvSpPr/>
            <p:nvPr/>
          </p:nvSpPr>
          <p:spPr bwMode="auto">
            <a:xfrm>
              <a:off x="5678793" y="3486674"/>
              <a:ext cx="225361" cy="35827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29" name="îšḷiḑê"/>
            <p:cNvSpPr/>
            <p:nvPr/>
          </p:nvSpPr>
          <p:spPr bwMode="auto">
            <a:xfrm>
              <a:off x="6092533" y="3394218"/>
              <a:ext cx="248475" cy="38138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30" name="ïslíḋè"/>
            <p:cNvSpPr/>
            <p:nvPr/>
          </p:nvSpPr>
          <p:spPr bwMode="auto">
            <a:xfrm>
              <a:off x="5971185" y="3486674"/>
              <a:ext cx="434543" cy="35827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31" name="işḻiḋè"/>
            <p:cNvSpPr/>
            <p:nvPr/>
          </p:nvSpPr>
          <p:spPr bwMode="auto">
            <a:xfrm>
              <a:off x="6461201" y="3486674"/>
              <a:ext cx="110947" cy="35827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32" name="ïŝļídê"/>
            <p:cNvSpPr/>
            <p:nvPr/>
          </p:nvSpPr>
          <p:spPr bwMode="auto">
            <a:xfrm>
              <a:off x="5864860" y="3576818"/>
              <a:ext cx="212649" cy="38138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33" name="îṥ1iḑè"/>
            <p:cNvSpPr/>
            <p:nvPr/>
          </p:nvSpPr>
          <p:spPr bwMode="auto">
            <a:xfrm>
              <a:off x="6124892" y="3576818"/>
              <a:ext cx="394093" cy="38138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34" name="îsḻîďè"/>
            <p:cNvSpPr/>
            <p:nvPr/>
          </p:nvSpPr>
          <p:spPr bwMode="auto">
            <a:xfrm>
              <a:off x="6577926" y="3576818"/>
              <a:ext cx="117881" cy="38138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35" name="išlïdé"/>
            <p:cNvSpPr/>
            <p:nvPr/>
          </p:nvSpPr>
          <p:spPr bwMode="auto">
            <a:xfrm>
              <a:off x="5296257" y="3759419"/>
              <a:ext cx="292392" cy="36982"/>
            </a:xfrm>
            <a:prstGeom prst="rect">
              <a:avLst/>
            </a:prstGeom>
            <a:solidFill>
              <a:srgbClr val="9A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36" name="ïsļíḋê"/>
            <p:cNvSpPr/>
            <p:nvPr/>
          </p:nvSpPr>
          <p:spPr bwMode="auto">
            <a:xfrm>
              <a:off x="5296257" y="3850719"/>
              <a:ext cx="292392" cy="35827"/>
            </a:xfrm>
            <a:prstGeom prst="rect">
              <a:avLst/>
            </a:prstGeom>
            <a:solidFill>
              <a:srgbClr val="9A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37" name="îṡľíḑè"/>
            <p:cNvSpPr/>
            <p:nvPr/>
          </p:nvSpPr>
          <p:spPr bwMode="auto">
            <a:xfrm>
              <a:off x="5678793" y="3759419"/>
              <a:ext cx="481926" cy="36982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38" name="îṩḷïḍê"/>
            <p:cNvSpPr/>
            <p:nvPr/>
          </p:nvSpPr>
          <p:spPr bwMode="auto">
            <a:xfrm>
              <a:off x="5678793" y="3850719"/>
              <a:ext cx="262344" cy="35827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39" name="ïṧļïďe"/>
            <p:cNvSpPr/>
            <p:nvPr/>
          </p:nvSpPr>
          <p:spPr bwMode="auto">
            <a:xfrm>
              <a:off x="6231217" y="3759419"/>
              <a:ext cx="131750" cy="36982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40" name="îṣḻîďè"/>
            <p:cNvSpPr/>
            <p:nvPr/>
          </p:nvSpPr>
          <p:spPr bwMode="auto">
            <a:xfrm>
              <a:off x="6419596" y="3759419"/>
              <a:ext cx="161798" cy="36982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41" name="iṧļiḋê"/>
            <p:cNvSpPr/>
            <p:nvPr/>
          </p:nvSpPr>
          <p:spPr bwMode="auto">
            <a:xfrm>
              <a:off x="6198857" y="3850719"/>
              <a:ext cx="292392" cy="35827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42" name="íślíḍe"/>
            <p:cNvSpPr/>
            <p:nvPr/>
          </p:nvSpPr>
          <p:spPr bwMode="auto">
            <a:xfrm>
              <a:off x="6001233" y="3850719"/>
              <a:ext cx="123660" cy="35827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43" name="iśļîďè"/>
            <p:cNvSpPr/>
            <p:nvPr/>
          </p:nvSpPr>
          <p:spPr bwMode="auto">
            <a:xfrm>
              <a:off x="5061650" y="4000960"/>
              <a:ext cx="310883" cy="35827"/>
            </a:xfrm>
            <a:prstGeom prst="rect">
              <a:avLst/>
            </a:prstGeom>
            <a:solidFill>
              <a:srgbClr val="9A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44" name="îśľídè"/>
            <p:cNvSpPr/>
            <p:nvPr/>
          </p:nvSpPr>
          <p:spPr bwMode="auto">
            <a:xfrm>
              <a:off x="5061650" y="4091104"/>
              <a:ext cx="502729" cy="35827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45" name="islíḓé"/>
            <p:cNvSpPr/>
            <p:nvPr/>
          </p:nvSpPr>
          <p:spPr bwMode="auto">
            <a:xfrm>
              <a:off x="5296257" y="4183560"/>
              <a:ext cx="292392" cy="35827"/>
            </a:xfrm>
            <a:prstGeom prst="rect">
              <a:avLst/>
            </a:prstGeom>
            <a:solidFill>
              <a:srgbClr val="9A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46" name="ïsļïḋé"/>
            <p:cNvSpPr/>
            <p:nvPr/>
          </p:nvSpPr>
          <p:spPr bwMode="auto">
            <a:xfrm>
              <a:off x="5296257" y="4273705"/>
              <a:ext cx="292392" cy="38138"/>
            </a:xfrm>
            <a:prstGeom prst="rect">
              <a:avLst/>
            </a:prstGeom>
            <a:solidFill>
              <a:srgbClr val="9A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47" name="îṣlïḑe"/>
            <p:cNvSpPr/>
            <p:nvPr/>
          </p:nvSpPr>
          <p:spPr bwMode="auto">
            <a:xfrm>
              <a:off x="5498504" y="4366161"/>
              <a:ext cx="286613" cy="35827"/>
            </a:xfrm>
            <a:prstGeom prst="rect">
              <a:avLst/>
            </a:prstGeom>
            <a:solidFill>
              <a:srgbClr val="9A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48" name="îṥľíḓé"/>
            <p:cNvSpPr/>
            <p:nvPr/>
          </p:nvSpPr>
          <p:spPr bwMode="auto">
            <a:xfrm>
              <a:off x="5477701" y="4000960"/>
              <a:ext cx="294703" cy="35827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49" name="îşḷídé"/>
            <p:cNvSpPr/>
            <p:nvPr/>
          </p:nvSpPr>
          <p:spPr bwMode="auto">
            <a:xfrm>
              <a:off x="5848681" y="4000960"/>
              <a:ext cx="147929" cy="35827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50" name="ïŝḷíde"/>
            <p:cNvSpPr/>
            <p:nvPr/>
          </p:nvSpPr>
          <p:spPr bwMode="auto">
            <a:xfrm>
              <a:off x="6092533" y="4000960"/>
              <a:ext cx="685329" cy="35827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51" name="îSļîḑè"/>
            <p:cNvSpPr/>
            <p:nvPr/>
          </p:nvSpPr>
          <p:spPr bwMode="auto">
            <a:xfrm>
              <a:off x="5648745" y="4091104"/>
              <a:ext cx="298170" cy="35827"/>
            </a:xfrm>
            <a:prstGeom prst="rect">
              <a:avLst/>
            </a:prstGeom>
            <a:solidFill>
              <a:srgbClr val="9A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52" name="îS1ïďè"/>
            <p:cNvSpPr/>
            <p:nvPr/>
          </p:nvSpPr>
          <p:spPr bwMode="auto">
            <a:xfrm>
              <a:off x="5678793" y="4183560"/>
              <a:ext cx="331685" cy="35827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53" name="íṣḷíḓé"/>
            <p:cNvSpPr/>
            <p:nvPr/>
          </p:nvSpPr>
          <p:spPr bwMode="auto">
            <a:xfrm>
              <a:off x="5678793" y="4273705"/>
              <a:ext cx="225361" cy="38138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54" name="ïŝlîḓê"/>
            <p:cNvSpPr/>
            <p:nvPr/>
          </p:nvSpPr>
          <p:spPr bwMode="auto">
            <a:xfrm>
              <a:off x="6092533" y="4183560"/>
              <a:ext cx="248475" cy="35827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55" name="ïś1ïdè"/>
            <p:cNvSpPr/>
            <p:nvPr/>
          </p:nvSpPr>
          <p:spPr bwMode="auto">
            <a:xfrm>
              <a:off x="6406883" y="4183560"/>
              <a:ext cx="150241" cy="35827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56" name="iṩļiḋè"/>
            <p:cNvSpPr/>
            <p:nvPr/>
          </p:nvSpPr>
          <p:spPr bwMode="auto">
            <a:xfrm>
              <a:off x="6631088" y="4183560"/>
              <a:ext cx="146774" cy="35827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57" name="îšḻiḓê"/>
            <p:cNvSpPr/>
            <p:nvPr/>
          </p:nvSpPr>
          <p:spPr bwMode="auto">
            <a:xfrm>
              <a:off x="5971185" y="4273705"/>
              <a:ext cx="434543" cy="38138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58" name="îṧ1îḋè"/>
            <p:cNvSpPr/>
            <p:nvPr/>
          </p:nvSpPr>
          <p:spPr bwMode="auto">
            <a:xfrm>
              <a:off x="6461201" y="4273705"/>
              <a:ext cx="110947" cy="38138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59" name="îṣ1iḍè"/>
            <p:cNvSpPr/>
            <p:nvPr/>
          </p:nvSpPr>
          <p:spPr bwMode="auto">
            <a:xfrm>
              <a:off x="5864860" y="4366161"/>
              <a:ext cx="212649" cy="35827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60" name="ïşlîďe"/>
            <p:cNvSpPr/>
            <p:nvPr/>
          </p:nvSpPr>
          <p:spPr bwMode="auto">
            <a:xfrm>
              <a:off x="5296257" y="4547605"/>
              <a:ext cx="292392" cy="35827"/>
            </a:xfrm>
            <a:prstGeom prst="rect">
              <a:avLst/>
            </a:prstGeom>
            <a:solidFill>
              <a:srgbClr val="9A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61" name="íṣ1îḓè"/>
            <p:cNvSpPr/>
            <p:nvPr/>
          </p:nvSpPr>
          <p:spPr bwMode="auto">
            <a:xfrm>
              <a:off x="5296257" y="4637750"/>
              <a:ext cx="292392" cy="38138"/>
            </a:xfrm>
            <a:prstGeom prst="rect">
              <a:avLst/>
            </a:prstGeom>
            <a:solidFill>
              <a:srgbClr val="9A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62" name="îśľíḓê"/>
            <p:cNvSpPr/>
            <p:nvPr/>
          </p:nvSpPr>
          <p:spPr bwMode="auto">
            <a:xfrm>
              <a:off x="5678793" y="4547605"/>
              <a:ext cx="481926" cy="35827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63" name="îšḻîde"/>
            <p:cNvSpPr/>
            <p:nvPr/>
          </p:nvSpPr>
          <p:spPr bwMode="auto">
            <a:xfrm>
              <a:off x="5678793" y="4637750"/>
              <a:ext cx="262344" cy="38138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64" name="ï$1îḋè"/>
            <p:cNvSpPr/>
            <p:nvPr/>
          </p:nvSpPr>
          <p:spPr bwMode="auto">
            <a:xfrm>
              <a:off x="6231217" y="4547605"/>
              <a:ext cx="131750" cy="35827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65" name="íş1idè"/>
            <p:cNvSpPr/>
            <p:nvPr/>
          </p:nvSpPr>
          <p:spPr bwMode="auto">
            <a:xfrm>
              <a:off x="6419596" y="4547605"/>
              <a:ext cx="161798" cy="35827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66" name="íšḻîďe"/>
            <p:cNvSpPr/>
            <p:nvPr/>
          </p:nvSpPr>
          <p:spPr bwMode="auto">
            <a:xfrm>
              <a:off x="6198857" y="4637750"/>
              <a:ext cx="292392" cy="38138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67" name="ïş1îďê"/>
            <p:cNvSpPr/>
            <p:nvPr/>
          </p:nvSpPr>
          <p:spPr bwMode="auto">
            <a:xfrm>
              <a:off x="6001233" y="4637750"/>
              <a:ext cx="123660" cy="38138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</p:grpSp>
      <p:grpSp>
        <p:nvGrpSpPr>
          <p:cNvPr id="268" name="1042c4d6-065c-43ea-a1d1-115b3632b96d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3"/>
            </p:custDataLst>
          </p:nvPr>
        </p:nvGrpSpPr>
        <p:grpSpPr>
          <a:xfrm>
            <a:off x="6801065" y="1136548"/>
            <a:ext cx="1227745" cy="1225913"/>
            <a:chOff x="3979863" y="1304925"/>
            <a:chExt cx="4254500" cy="4248151"/>
          </a:xfrm>
        </p:grpSpPr>
        <p:sp>
          <p:nvSpPr>
            <p:cNvPr id="269" name="iṡḻíḍè"/>
            <p:cNvSpPr/>
            <p:nvPr/>
          </p:nvSpPr>
          <p:spPr bwMode="auto">
            <a:xfrm>
              <a:off x="4533900" y="1857375"/>
              <a:ext cx="3146425" cy="3141663"/>
            </a:xfrm>
            <a:custGeom>
              <a:avLst/>
              <a:gdLst>
                <a:gd name="T0" fmla="*/ 284 w 284"/>
                <a:gd name="T1" fmla="*/ 223 h 284"/>
                <a:gd name="T2" fmla="*/ 223 w 284"/>
                <a:gd name="T3" fmla="*/ 284 h 284"/>
                <a:gd name="T4" fmla="*/ 61 w 284"/>
                <a:gd name="T5" fmla="*/ 284 h 284"/>
                <a:gd name="T6" fmla="*/ 0 w 284"/>
                <a:gd name="T7" fmla="*/ 223 h 284"/>
                <a:gd name="T8" fmla="*/ 0 w 284"/>
                <a:gd name="T9" fmla="*/ 62 h 284"/>
                <a:gd name="T10" fmla="*/ 61 w 284"/>
                <a:gd name="T11" fmla="*/ 0 h 284"/>
                <a:gd name="T12" fmla="*/ 223 w 284"/>
                <a:gd name="T13" fmla="*/ 0 h 284"/>
                <a:gd name="T14" fmla="*/ 284 w 284"/>
                <a:gd name="T15" fmla="*/ 62 h 284"/>
                <a:gd name="T16" fmla="*/ 284 w 284"/>
                <a:gd name="T17" fmla="*/ 223 h 2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84" h="284">
                  <a:moveTo>
                    <a:pt x="284" y="223"/>
                  </a:moveTo>
                  <a:cubicBezTo>
                    <a:pt x="284" y="257"/>
                    <a:pt x="257" y="284"/>
                    <a:pt x="223" y="284"/>
                  </a:cubicBezTo>
                  <a:cubicBezTo>
                    <a:pt x="61" y="284"/>
                    <a:pt x="61" y="284"/>
                    <a:pt x="61" y="284"/>
                  </a:cubicBezTo>
                  <a:cubicBezTo>
                    <a:pt x="27" y="284"/>
                    <a:pt x="0" y="257"/>
                    <a:pt x="0" y="223"/>
                  </a:cubicBezTo>
                  <a:cubicBezTo>
                    <a:pt x="0" y="62"/>
                    <a:pt x="0" y="62"/>
                    <a:pt x="0" y="62"/>
                  </a:cubicBezTo>
                  <a:cubicBezTo>
                    <a:pt x="0" y="27"/>
                    <a:pt x="27" y="0"/>
                    <a:pt x="61" y="0"/>
                  </a:cubicBezTo>
                  <a:cubicBezTo>
                    <a:pt x="223" y="0"/>
                    <a:pt x="223" y="0"/>
                    <a:pt x="223" y="0"/>
                  </a:cubicBezTo>
                  <a:cubicBezTo>
                    <a:pt x="257" y="0"/>
                    <a:pt x="284" y="27"/>
                    <a:pt x="284" y="62"/>
                  </a:cubicBezTo>
                  <a:lnTo>
                    <a:pt x="284" y="223"/>
                  </a:lnTo>
                  <a:close/>
                </a:path>
              </a:pathLst>
            </a:custGeom>
            <a:solidFill>
              <a:srgbClr val="11BC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70" name="íṡḷiďê"/>
            <p:cNvSpPr/>
            <p:nvPr/>
          </p:nvSpPr>
          <p:spPr bwMode="auto">
            <a:xfrm>
              <a:off x="4976813" y="2311400"/>
              <a:ext cx="2260600" cy="2246313"/>
            </a:xfrm>
            <a:custGeom>
              <a:avLst/>
              <a:gdLst>
                <a:gd name="T0" fmla="*/ 204 w 204"/>
                <a:gd name="T1" fmla="*/ 159 h 203"/>
                <a:gd name="T2" fmla="*/ 159 w 204"/>
                <a:gd name="T3" fmla="*/ 203 h 203"/>
                <a:gd name="T4" fmla="*/ 45 w 204"/>
                <a:gd name="T5" fmla="*/ 203 h 203"/>
                <a:gd name="T6" fmla="*/ 0 w 204"/>
                <a:gd name="T7" fmla="*/ 159 h 203"/>
                <a:gd name="T8" fmla="*/ 0 w 204"/>
                <a:gd name="T9" fmla="*/ 44 h 203"/>
                <a:gd name="T10" fmla="*/ 45 w 204"/>
                <a:gd name="T11" fmla="*/ 0 h 203"/>
                <a:gd name="T12" fmla="*/ 159 w 204"/>
                <a:gd name="T13" fmla="*/ 0 h 203"/>
                <a:gd name="T14" fmla="*/ 204 w 204"/>
                <a:gd name="T15" fmla="*/ 44 h 203"/>
                <a:gd name="T16" fmla="*/ 204 w 204"/>
                <a:gd name="T17" fmla="*/ 159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04" h="203">
                  <a:moveTo>
                    <a:pt x="204" y="159"/>
                  </a:moveTo>
                  <a:cubicBezTo>
                    <a:pt x="204" y="183"/>
                    <a:pt x="184" y="203"/>
                    <a:pt x="159" y="203"/>
                  </a:cubicBezTo>
                  <a:cubicBezTo>
                    <a:pt x="45" y="203"/>
                    <a:pt x="45" y="203"/>
                    <a:pt x="45" y="203"/>
                  </a:cubicBezTo>
                  <a:cubicBezTo>
                    <a:pt x="20" y="203"/>
                    <a:pt x="0" y="183"/>
                    <a:pt x="0" y="159"/>
                  </a:cubicBezTo>
                  <a:cubicBezTo>
                    <a:pt x="0" y="44"/>
                    <a:pt x="0" y="44"/>
                    <a:pt x="0" y="44"/>
                  </a:cubicBezTo>
                  <a:cubicBezTo>
                    <a:pt x="0" y="19"/>
                    <a:pt x="20" y="0"/>
                    <a:pt x="45" y="0"/>
                  </a:cubicBezTo>
                  <a:cubicBezTo>
                    <a:pt x="159" y="0"/>
                    <a:pt x="159" y="0"/>
                    <a:pt x="159" y="0"/>
                  </a:cubicBezTo>
                  <a:cubicBezTo>
                    <a:pt x="184" y="0"/>
                    <a:pt x="204" y="19"/>
                    <a:pt x="204" y="44"/>
                  </a:cubicBezTo>
                  <a:lnTo>
                    <a:pt x="204" y="159"/>
                  </a:lnTo>
                  <a:close/>
                </a:path>
              </a:pathLst>
            </a:custGeom>
            <a:solidFill>
              <a:srgbClr val="5EE8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71" name="iṣľîḋê"/>
            <p:cNvSpPr/>
            <p:nvPr/>
          </p:nvSpPr>
          <p:spPr bwMode="auto">
            <a:xfrm>
              <a:off x="5221288" y="2543175"/>
              <a:ext cx="1773238" cy="1770063"/>
            </a:xfrm>
            <a:custGeom>
              <a:avLst/>
              <a:gdLst>
                <a:gd name="T0" fmla="*/ 160 w 160"/>
                <a:gd name="T1" fmla="*/ 20 h 160"/>
                <a:gd name="T2" fmla="*/ 20 w 160"/>
                <a:gd name="T3" fmla="*/ 0 h 160"/>
                <a:gd name="T4" fmla="*/ 0 w 160"/>
                <a:gd name="T5" fmla="*/ 140 h 160"/>
                <a:gd name="T6" fmla="*/ 140 w 160"/>
                <a:gd name="T7" fmla="*/ 160 h 160"/>
                <a:gd name="T8" fmla="*/ 20 w 160"/>
                <a:gd name="T9" fmla="*/ 151 h 160"/>
                <a:gd name="T10" fmla="*/ 9 w 160"/>
                <a:gd name="T11" fmla="*/ 138 h 160"/>
                <a:gd name="T12" fmla="*/ 51 w 160"/>
                <a:gd name="T13" fmla="*/ 142 h 160"/>
                <a:gd name="T14" fmla="*/ 51 w 160"/>
                <a:gd name="T15" fmla="*/ 123 h 160"/>
                <a:gd name="T16" fmla="*/ 9 w 160"/>
                <a:gd name="T17" fmla="*/ 127 h 160"/>
                <a:gd name="T18" fmla="*/ 67 w 160"/>
                <a:gd name="T19" fmla="*/ 107 h 160"/>
                <a:gd name="T20" fmla="*/ 88 w 160"/>
                <a:gd name="T21" fmla="*/ 123 h 160"/>
                <a:gd name="T22" fmla="*/ 108 w 160"/>
                <a:gd name="T23" fmla="*/ 123 h 160"/>
                <a:gd name="T24" fmla="*/ 95 w 160"/>
                <a:gd name="T25" fmla="*/ 113 h 160"/>
                <a:gd name="T26" fmla="*/ 9 w 160"/>
                <a:gd name="T27" fmla="*/ 96 h 160"/>
                <a:gd name="T28" fmla="*/ 25 w 160"/>
                <a:gd name="T29" fmla="*/ 80 h 160"/>
                <a:gd name="T30" fmla="*/ 43 w 160"/>
                <a:gd name="T31" fmla="*/ 75 h 160"/>
                <a:gd name="T32" fmla="*/ 25 w 160"/>
                <a:gd name="T33" fmla="*/ 69 h 160"/>
                <a:gd name="T34" fmla="*/ 9 w 160"/>
                <a:gd name="T35" fmla="*/ 31 h 160"/>
                <a:gd name="T36" fmla="*/ 60 w 160"/>
                <a:gd name="T37" fmla="*/ 36 h 160"/>
                <a:gd name="T38" fmla="*/ 60 w 160"/>
                <a:gd name="T39" fmla="*/ 16 h 160"/>
                <a:gd name="T40" fmla="*/ 9 w 160"/>
                <a:gd name="T41" fmla="*/ 20 h 160"/>
                <a:gd name="T42" fmla="*/ 20 w 160"/>
                <a:gd name="T43" fmla="*/ 9 h 160"/>
                <a:gd name="T44" fmla="*/ 151 w 160"/>
                <a:gd name="T45" fmla="*/ 20 h 160"/>
                <a:gd name="T46" fmla="*/ 104 w 160"/>
                <a:gd name="T47" fmla="*/ 30 h 160"/>
                <a:gd name="T48" fmla="*/ 70 w 160"/>
                <a:gd name="T49" fmla="*/ 45 h 160"/>
                <a:gd name="T50" fmla="*/ 70 w 160"/>
                <a:gd name="T51" fmla="*/ 65 h 160"/>
                <a:gd name="T52" fmla="*/ 106 w 160"/>
                <a:gd name="T53" fmla="*/ 41 h 160"/>
                <a:gd name="T54" fmla="*/ 151 w 160"/>
                <a:gd name="T55" fmla="*/ 61 h 160"/>
                <a:gd name="T56" fmla="*/ 121 w 160"/>
                <a:gd name="T57" fmla="*/ 57 h 160"/>
                <a:gd name="T58" fmla="*/ 121 w 160"/>
                <a:gd name="T59" fmla="*/ 76 h 160"/>
                <a:gd name="T60" fmla="*/ 151 w 160"/>
                <a:gd name="T61" fmla="*/ 72 h 160"/>
                <a:gd name="T62" fmla="*/ 117 w 160"/>
                <a:gd name="T63" fmla="*/ 90 h 160"/>
                <a:gd name="T64" fmla="*/ 88 w 160"/>
                <a:gd name="T65" fmla="*/ 70 h 160"/>
                <a:gd name="T66" fmla="*/ 88 w 160"/>
                <a:gd name="T67" fmla="*/ 90 h 160"/>
                <a:gd name="T68" fmla="*/ 114 w 160"/>
                <a:gd name="T69" fmla="*/ 101 h 160"/>
                <a:gd name="T70" fmla="*/ 151 w 160"/>
                <a:gd name="T71" fmla="*/ 117 h 160"/>
                <a:gd name="T72" fmla="*/ 137 w 160"/>
                <a:gd name="T73" fmla="*/ 113 h 160"/>
                <a:gd name="T74" fmla="*/ 137 w 160"/>
                <a:gd name="T75" fmla="*/ 132 h 160"/>
                <a:gd name="T76" fmla="*/ 151 w 160"/>
                <a:gd name="T77" fmla="*/ 128 h 160"/>
                <a:gd name="T78" fmla="*/ 140 w 160"/>
                <a:gd name="T79" fmla="*/ 151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60" h="160">
                  <a:moveTo>
                    <a:pt x="160" y="140"/>
                  </a:moveTo>
                  <a:cubicBezTo>
                    <a:pt x="160" y="20"/>
                    <a:pt x="160" y="20"/>
                    <a:pt x="160" y="20"/>
                  </a:cubicBezTo>
                  <a:cubicBezTo>
                    <a:pt x="160" y="9"/>
                    <a:pt x="151" y="0"/>
                    <a:pt x="140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9" y="0"/>
                    <a:pt x="0" y="9"/>
                    <a:pt x="0" y="20"/>
                  </a:cubicBezTo>
                  <a:cubicBezTo>
                    <a:pt x="0" y="140"/>
                    <a:pt x="0" y="140"/>
                    <a:pt x="0" y="140"/>
                  </a:cubicBezTo>
                  <a:cubicBezTo>
                    <a:pt x="0" y="151"/>
                    <a:pt x="9" y="160"/>
                    <a:pt x="20" y="160"/>
                  </a:cubicBezTo>
                  <a:cubicBezTo>
                    <a:pt x="140" y="160"/>
                    <a:pt x="140" y="160"/>
                    <a:pt x="140" y="160"/>
                  </a:cubicBezTo>
                  <a:cubicBezTo>
                    <a:pt x="151" y="160"/>
                    <a:pt x="160" y="151"/>
                    <a:pt x="160" y="140"/>
                  </a:cubicBezTo>
                  <a:close/>
                  <a:moveTo>
                    <a:pt x="20" y="151"/>
                  </a:moveTo>
                  <a:cubicBezTo>
                    <a:pt x="14" y="151"/>
                    <a:pt x="9" y="146"/>
                    <a:pt x="9" y="140"/>
                  </a:cubicBezTo>
                  <a:cubicBezTo>
                    <a:pt x="9" y="138"/>
                    <a:pt x="9" y="138"/>
                    <a:pt x="9" y="138"/>
                  </a:cubicBezTo>
                  <a:cubicBezTo>
                    <a:pt x="42" y="138"/>
                    <a:pt x="42" y="138"/>
                    <a:pt x="42" y="138"/>
                  </a:cubicBezTo>
                  <a:cubicBezTo>
                    <a:pt x="44" y="140"/>
                    <a:pt x="47" y="142"/>
                    <a:pt x="51" y="142"/>
                  </a:cubicBezTo>
                  <a:cubicBezTo>
                    <a:pt x="56" y="142"/>
                    <a:pt x="60" y="138"/>
                    <a:pt x="60" y="132"/>
                  </a:cubicBezTo>
                  <a:cubicBezTo>
                    <a:pt x="60" y="127"/>
                    <a:pt x="56" y="123"/>
                    <a:pt x="51" y="123"/>
                  </a:cubicBezTo>
                  <a:cubicBezTo>
                    <a:pt x="47" y="123"/>
                    <a:pt x="44" y="124"/>
                    <a:pt x="43" y="127"/>
                  </a:cubicBezTo>
                  <a:cubicBezTo>
                    <a:pt x="9" y="127"/>
                    <a:pt x="9" y="127"/>
                    <a:pt x="9" y="127"/>
                  </a:cubicBezTo>
                  <a:cubicBezTo>
                    <a:pt x="9" y="107"/>
                    <a:pt x="9" y="107"/>
                    <a:pt x="9" y="107"/>
                  </a:cubicBezTo>
                  <a:cubicBezTo>
                    <a:pt x="67" y="107"/>
                    <a:pt x="67" y="107"/>
                    <a:pt x="67" y="107"/>
                  </a:cubicBezTo>
                  <a:cubicBezTo>
                    <a:pt x="88" y="122"/>
                    <a:pt x="88" y="122"/>
                    <a:pt x="88" y="122"/>
                  </a:cubicBezTo>
                  <a:cubicBezTo>
                    <a:pt x="88" y="122"/>
                    <a:pt x="88" y="122"/>
                    <a:pt x="88" y="123"/>
                  </a:cubicBezTo>
                  <a:cubicBezTo>
                    <a:pt x="88" y="128"/>
                    <a:pt x="92" y="132"/>
                    <a:pt x="98" y="132"/>
                  </a:cubicBezTo>
                  <a:cubicBezTo>
                    <a:pt x="103" y="132"/>
                    <a:pt x="108" y="128"/>
                    <a:pt x="108" y="123"/>
                  </a:cubicBezTo>
                  <a:cubicBezTo>
                    <a:pt x="108" y="117"/>
                    <a:pt x="103" y="113"/>
                    <a:pt x="98" y="113"/>
                  </a:cubicBezTo>
                  <a:cubicBezTo>
                    <a:pt x="97" y="113"/>
                    <a:pt x="96" y="113"/>
                    <a:pt x="95" y="113"/>
                  </a:cubicBezTo>
                  <a:cubicBezTo>
                    <a:pt x="70" y="96"/>
                    <a:pt x="70" y="96"/>
                    <a:pt x="70" y="96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25" y="80"/>
                    <a:pt x="25" y="80"/>
                    <a:pt x="25" y="80"/>
                  </a:cubicBezTo>
                  <a:cubicBezTo>
                    <a:pt x="27" y="83"/>
                    <a:pt x="30" y="85"/>
                    <a:pt x="33" y="85"/>
                  </a:cubicBezTo>
                  <a:cubicBezTo>
                    <a:pt x="39" y="85"/>
                    <a:pt x="43" y="80"/>
                    <a:pt x="43" y="75"/>
                  </a:cubicBezTo>
                  <a:cubicBezTo>
                    <a:pt x="43" y="70"/>
                    <a:pt x="39" y="65"/>
                    <a:pt x="33" y="65"/>
                  </a:cubicBezTo>
                  <a:cubicBezTo>
                    <a:pt x="30" y="65"/>
                    <a:pt x="27" y="67"/>
                    <a:pt x="25" y="69"/>
                  </a:cubicBezTo>
                  <a:cubicBezTo>
                    <a:pt x="9" y="69"/>
                    <a:pt x="9" y="69"/>
                    <a:pt x="9" y="69"/>
                  </a:cubicBezTo>
                  <a:cubicBezTo>
                    <a:pt x="9" y="31"/>
                    <a:pt x="9" y="31"/>
                    <a:pt x="9" y="31"/>
                  </a:cubicBezTo>
                  <a:cubicBezTo>
                    <a:pt x="52" y="31"/>
                    <a:pt x="52" y="31"/>
                    <a:pt x="52" y="31"/>
                  </a:cubicBezTo>
                  <a:cubicBezTo>
                    <a:pt x="54" y="34"/>
                    <a:pt x="57" y="36"/>
                    <a:pt x="60" y="36"/>
                  </a:cubicBezTo>
                  <a:cubicBezTo>
                    <a:pt x="65" y="36"/>
                    <a:pt x="70" y="31"/>
                    <a:pt x="70" y="26"/>
                  </a:cubicBezTo>
                  <a:cubicBezTo>
                    <a:pt x="70" y="21"/>
                    <a:pt x="65" y="16"/>
                    <a:pt x="60" y="16"/>
                  </a:cubicBezTo>
                  <a:cubicBezTo>
                    <a:pt x="57" y="16"/>
                    <a:pt x="54" y="18"/>
                    <a:pt x="52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14"/>
                    <a:pt x="14" y="9"/>
                    <a:pt x="20" y="9"/>
                  </a:cubicBezTo>
                  <a:cubicBezTo>
                    <a:pt x="140" y="9"/>
                    <a:pt x="140" y="9"/>
                    <a:pt x="140" y="9"/>
                  </a:cubicBezTo>
                  <a:cubicBezTo>
                    <a:pt x="146" y="9"/>
                    <a:pt x="151" y="14"/>
                    <a:pt x="151" y="20"/>
                  </a:cubicBezTo>
                  <a:cubicBezTo>
                    <a:pt x="151" y="30"/>
                    <a:pt x="151" y="30"/>
                    <a:pt x="151" y="30"/>
                  </a:cubicBezTo>
                  <a:cubicBezTo>
                    <a:pt x="104" y="30"/>
                    <a:pt x="104" y="30"/>
                    <a:pt x="104" y="30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3" y="46"/>
                    <a:pt x="71" y="45"/>
                    <a:pt x="70" y="45"/>
                  </a:cubicBezTo>
                  <a:cubicBezTo>
                    <a:pt x="64" y="45"/>
                    <a:pt x="60" y="50"/>
                    <a:pt x="60" y="55"/>
                  </a:cubicBezTo>
                  <a:cubicBezTo>
                    <a:pt x="60" y="60"/>
                    <a:pt x="64" y="65"/>
                    <a:pt x="70" y="65"/>
                  </a:cubicBezTo>
                  <a:cubicBezTo>
                    <a:pt x="75" y="65"/>
                    <a:pt x="79" y="61"/>
                    <a:pt x="80" y="56"/>
                  </a:cubicBezTo>
                  <a:cubicBezTo>
                    <a:pt x="106" y="41"/>
                    <a:pt x="106" y="41"/>
                    <a:pt x="106" y="41"/>
                  </a:cubicBezTo>
                  <a:cubicBezTo>
                    <a:pt x="151" y="41"/>
                    <a:pt x="151" y="41"/>
                    <a:pt x="151" y="41"/>
                  </a:cubicBezTo>
                  <a:cubicBezTo>
                    <a:pt x="151" y="61"/>
                    <a:pt x="151" y="61"/>
                    <a:pt x="151" y="61"/>
                  </a:cubicBezTo>
                  <a:cubicBezTo>
                    <a:pt x="129" y="61"/>
                    <a:pt x="129" y="61"/>
                    <a:pt x="129" y="61"/>
                  </a:cubicBezTo>
                  <a:cubicBezTo>
                    <a:pt x="127" y="59"/>
                    <a:pt x="124" y="57"/>
                    <a:pt x="121" y="57"/>
                  </a:cubicBezTo>
                  <a:cubicBezTo>
                    <a:pt x="116" y="57"/>
                    <a:pt x="111" y="61"/>
                    <a:pt x="111" y="67"/>
                  </a:cubicBezTo>
                  <a:cubicBezTo>
                    <a:pt x="111" y="72"/>
                    <a:pt x="116" y="76"/>
                    <a:pt x="121" y="76"/>
                  </a:cubicBezTo>
                  <a:cubicBezTo>
                    <a:pt x="124" y="76"/>
                    <a:pt x="127" y="75"/>
                    <a:pt x="129" y="72"/>
                  </a:cubicBezTo>
                  <a:cubicBezTo>
                    <a:pt x="151" y="72"/>
                    <a:pt x="151" y="72"/>
                    <a:pt x="151" y="72"/>
                  </a:cubicBezTo>
                  <a:cubicBezTo>
                    <a:pt x="151" y="90"/>
                    <a:pt x="151" y="90"/>
                    <a:pt x="151" y="90"/>
                  </a:cubicBezTo>
                  <a:cubicBezTo>
                    <a:pt x="117" y="90"/>
                    <a:pt x="117" y="90"/>
                    <a:pt x="117" y="90"/>
                  </a:cubicBezTo>
                  <a:cubicBezTo>
                    <a:pt x="98" y="79"/>
                    <a:pt x="98" y="79"/>
                    <a:pt x="98" y="79"/>
                  </a:cubicBezTo>
                  <a:cubicBezTo>
                    <a:pt x="97" y="74"/>
                    <a:pt x="93" y="70"/>
                    <a:pt x="88" y="70"/>
                  </a:cubicBezTo>
                  <a:cubicBezTo>
                    <a:pt x="83" y="70"/>
                    <a:pt x="78" y="75"/>
                    <a:pt x="78" y="80"/>
                  </a:cubicBezTo>
                  <a:cubicBezTo>
                    <a:pt x="78" y="85"/>
                    <a:pt x="83" y="90"/>
                    <a:pt x="88" y="90"/>
                  </a:cubicBezTo>
                  <a:cubicBezTo>
                    <a:pt x="90" y="90"/>
                    <a:pt x="91" y="89"/>
                    <a:pt x="92" y="89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51" y="101"/>
                    <a:pt x="151" y="101"/>
                    <a:pt x="151" y="101"/>
                  </a:cubicBezTo>
                  <a:cubicBezTo>
                    <a:pt x="151" y="117"/>
                    <a:pt x="151" y="117"/>
                    <a:pt x="151" y="117"/>
                  </a:cubicBezTo>
                  <a:cubicBezTo>
                    <a:pt x="145" y="117"/>
                    <a:pt x="145" y="117"/>
                    <a:pt x="145" y="117"/>
                  </a:cubicBezTo>
                  <a:cubicBezTo>
                    <a:pt x="143" y="114"/>
                    <a:pt x="140" y="113"/>
                    <a:pt x="137" y="113"/>
                  </a:cubicBezTo>
                  <a:cubicBezTo>
                    <a:pt x="132" y="113"/>
                    <a:pt x="127" y="117"/>
                    <a:pt x="127" y="123"/>
                  </a:cubicBezTo>
                  <a:cubicBezTo>
                    <a:pt x="127" y="128"/>
                    <a:pt x="132" y="132"/>
                    <a:pt x="137" y="132"/>
                  </a:cubicBezTo>
                  <a:cubicBezTo>
                    <a:pt x="140" y="132"/>
                    <a:pt x="143" y="131"/>
                    <a:pt x="145" y="128"/>
                  </a:cubicBezTo>
                  <a:cubicBezTo>
                    <a:pt x="151" y="128"/>
                    <a:pt x="151" y="128"/>
                    <a:pt x="151" y="128"/>
                  </a:cubicBezTo>
                  <a:cubicBezTo>
                    <a:pt x="151" y="140"/>
                    <a:pt x="151" y="140"/>
                    <a:pt x="151" y="140"/>
                  </a:cubicBezTo>
                  <a:cubicBezTo>
                    <a:pt x="151" y="146"/>
                    <a:pt x="146" y="151"/>
                    <a:pt x="140" y="151"/>
                  </a:cubicBezTo>
                  <a:lnTo>
                    <a:pt x="20" y="151"/>
                  </a:lnTo>
                  <a:close/>
                </a:path>
              </a:pathLst>
            </a:custGeom>
            <a:solidFill>
              <a:srgbClr val="737E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72" name="íṩ1ïdê"/>
            <p:cNvSpPr/>
            <p:nvPr/>
          </p:nvSpPr>
          <p:spPr bwMode="auto">
            <a:xfrm>
              <a:off x="6018213" y="1304925"/>
              <a:ext cx="177800" cy="552450"/>
            </a:xfrm>
            <a:prstGeom prst="rect">
              <a:avLst/>
            </a:prstGeom>
            <a:solidFill>
              <a:srgbClr val="11BC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73" name="ïşḻïḓe"/>
            <p:cNvSpPr/>
            <p:nvPr/>
          </p:nvSpPr>
          <p:spPr bwMode="auto">
            <a:xfrm>
              <a:off x="5619750" y="1304925"/>
              <a:ext cx="177800" cy="552450"/>
            </a:xfrm>
            <a:prstGeom prst="rect">
              <a:avLst/>
            </a:prstGeom>
            <a:solidFill>
              <a:srgbClr val="11BC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74" name="isľiḑê"/>
            <p:cNvSpPr/>
            <p:nvPr/>
          </p:nvSpPr>
          <p:spPr bwMode="auto">
            <a:xfrm>
              <a:off x="5221288" y="1304925"/>
              <a:ext cx="177800" cy="552450"/>
            </a:xfrm>
            <a:prstGeom prst="rect">
              <a:avLst/>
            </a:prstGeom>
            <a:solidFill>
              <a:srgbClr val="11BC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75" name="ísļîďé"/>
            <p:cNvSpPr/>
            <p:nvPr/>
          </p:nvSpPr>
          <p:spPr bwMode="auto">
            <a:xfrm>
              <a:off x="6816725" y="1304925"/>
              <a:ext cx="177800" cy="552450"/>
            </a:xfrm>
            <a:prstGeom prst="rect">
              <a:avLst/>
            </a:prstGeom>
            <a:solidFill>
              <a:srgbClr val="11BC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76" name="îsḻiḑe"/>
            <p:cNvSpPr/>
            <p:nvPr/>
          </p:nvSpPr>
          <p:spPr bwMode="auto">
            <a:xfrm>
              <a:off x="6418263" y="1304925"/>
              <a:ext cx="176213" cy="552450"/>
            </a:xfrm>
            <a:prstGeom prst="rect">
              <a:avLst/>
            </a:prstGeom>
            <a:solidFill>
              <a:srgbClr val="11BC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77" name="î$ḷíḋè"/>
            <p:cNvSpPr/>
            <p:nvPr/>
          </p:nvSpPr>
          <p:spPr bwMode="auto">
            <a:xfrm>
              <a:off x="6018213" y="4999038"/>
              <a:ext cx="177800" cy="554038"/>
            </a:xfrm>
            <a:prstGeom prst="rect">
              <a:avLst/>
            </a:prstGeom>
            <a:solidFill>
              <a:srgbClr val="11BC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78" name="ïSľiḍè"/>
            <p:cNvSpPr/>
            <p:nvPr/>
          </p:nvSpPr>
          <p:spPr bwMode="auto">
            <a:xfrm>
              <a:off x="5619750" y="4999038"/>
              <a:ext cx="177800" cy="554038"/>
            </a:xfrm>
            <a:prstGeom prst="rect">
              <a:avLst/>
            </a:prstGeom>
            <a:solidFill>
              <a:srgbClr val="11BC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79" name="îṡļîḋê"/>
            <p:cNvSpPr/>
            <p:nvPr/>
          </p:nvSpPr>
          <p:spPr bwMode="auto">
            <a:xfrm>
              <a:off x="5221288" y="4999038"/>
              <a:ext cx="177800" cy="554038"/>
            </a:xfrm>
            <a:prstGeom prst="rect">
              <a:avLst/>
            </a:prstGeom>
            <a:solidFill>
              <a:srgbClr val="11BC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80" name="íš1îde"/>
            <p:cNvSpPr/>
            <p:nvPr/>
          </p:nvSpPr>
          <p:spPr bwMode="auto">
            <a:xfrm>
              <a:off x="6816725" y="4999038"/>
              <a:ext cx="177800" cy="554038"/>
            </a:xfrm>
            <a:prstGeom prst="rect">
              <a:avLst/>
            </a:prstGeom>
            <a:solidFill>
              <a:srgbClr val="11BC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81" name="iṧļíḍê"/>
            <p:cNvSpPr/>
            <p:nvPr/>
          </p:nvSpPr>
          <p:spPr bwMode="auto">
            <a:xfrm>
              <a:off x="6418263" y="4999038"/>
              <a:ext cx="176213" cy="554038"/>
            </a:xfrm>
            <a:prstGeom prst="rect">
              <a:avLst/>
            </a:prstGeom>
            <a:solidFill>
              <a:srgbClr val="11BC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82" name="ïŝlïḍé"/>
            <p:cNvSpPr/>
            <p:nvPr/>
          </p:nvSpPr>
          <p:spPr bwMode="auto">
            <a:xfrm>
              <a:off x="7680325" y="3340100"/>
              <a:ext cx="554038" cy="177800"/>
            </a:xfrm>
            <a:prstGeom prst="rect">
              <a:avLst/>
            </a:prstGeom>
            <a:solidFill>
              <a:srgbClr val="11BC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83" name="íŝḻïḍè"/>
            <p:cNvSpPr/>
            <p:nvPr/>
          </p:nvSpPr>
          <p:spPr bwMode="auto">
            <a:xfrm>
              <a:off x="7680325" y="2941638"/>
              <a:ext cx="554038" cy="177800"/>
            </a:xfrm>
            <a:prstGeom prst="rect">
              <a:avLst/>
            </a:prstGeom>
            <a:solidFill>
              <a:srgbClr val="11BC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84" name="íṡḷidé"/>
            <p:cNvSpPr/>
            <p:nvPr/>
          </p:nvSpPr>
          <p:spPr bwMode="auto">
            <a:xfrm>
              <a:off x="7680325" y="2543175"/>
              <a:ext cx="554038" cy="177800"/>
            </a:xfrm>
            <a:prstGeom prst="rect">
              <a:avLst/>
            </a:prstGeom>
            <a:solidFill>
              <a:srgbClr val="11BC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85" name="işḻiḓé"/>
            <p:cNvSpPr/>
            <p:nvPr/>
          </p:nvSpPr>
          <p:spPr bwMode="auto">
            <a:xfrm>
              <a:off x="7680325" y="4137025"/>
              <a:ext cx="554038" cy="176213"/>
            </a:xfrm>
            <a:prstGeom prst="rect">
              <a:avLst/>
            </a:prstGeom>
            <a:solidFill>
              <a:srgbClr val="11BC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86" name="iS1îdè"/>
            <p:cNvSpPr/>
            <p:nvPr/>
          </p:nvSpPr>
          <p:spPr bwMode="auto">
            <a:xfrm>
              <a:off x="7680325" y="3738563"/>
              <a:ext cx="554038" cy="176213"/>
            </a:xfrm>
            <a:prstGeom prst="rect">
              <a:avLst/>
            </a:prstGeom>
            <a:solidFill>
              <a:srgbClr val="11BC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87" name="ïṡļídé"/>
            <p:cNvSpPr/>
            <p:nvPr/>
          </p:nvSpPr>
          <p:spPr bwMode="auto">
            <a:xfrm>
              <a:off x="3979863" y="3340100"/>
              <a:ext cx="554038" cy="177800"/>
            </a:xfrm>
            <a:prstGeom prst="rect">
              <a:avLst/>
            </a:prstGeom>
            <a:solidFill>
              <a:srgbClr val="11BC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88" name="iŝ1iḋè"/>
            <p:cNvSpPr/>
            <p:nvPr/>
          </p:nvSpPr>
          <p:spPr bwMode="auto">
            <a:xfrm>
              <a:off x="3979863" y="2941638"/>
              <a:ext cx="554038" cy="177800"/>
            </a:xfrm>
            <a:prstGeom prst="rect">
              <a:avLst/>
            </a:prstGeom>
            <a:solidFill>
              <a:srgbClr val="11BC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89" name="ïṥľîdé"/>
            <p:cNvSpPr/>
            <p:nvPr/>
          </p:nvSpPr>
          <p:spPr bwMode="auto">
            <a:xfrm>
              <a:off x="3979863" y="2543175"/>
              <a:ext cx="554038" cy="177800"/>
            </a:xfrm>
            <a:prstGeom prst="rect">
              <a:avLst/>
            </a:prstGeom>
            <a:solidFill>
              <a:srgbClr val="11BC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90" name="íSḷïḋè"/>
            <p:cNvSpPr/>
            <p:nvPr/>
          </p:nvSpPr>
          <p:spPr bwMode="auto">
            <a:xfrm>
              <a:off x="3979863" y="4137025"/>
              <a:ext cx="554038" cy="176213"/>
            </a:xfrm>
            <a:prstGeom prst="rect">
              <a:avLst/>
            </a:prstGeom>
            <a:solidFill>
              <a:srgbClr val="11BC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91" name="ïšḻîḑè"/>
            <p:cNvSpPr/>
            <p:nvPr/>
          </p:nvSpPr>
          <p:spPr bwMode="auto">
            <a:xfrm>
              <a:off x="3979863" y="3738563"/>
              <a:ext cx="554038" cy="176213"/>
            </a:xfrm>
            <a:prstGeom prst="rect">
              <a:avLst/>
            </a:prstGeom>
            <a:solidFill>
              <a:srgbClr val="11BC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</p:grpSp>
      <p:pic>
        <p:nvPicPr>
          <p:cNvPr id="295" name="图片 294" descr="图片包含 星星, 碗, 水, 夜空&#10;&#10;描述已自动生成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5729" y="1204565"/>
            <a:ext cx="1436303" cy="871200"/>
          </a:xfrm>
          <a:prstGeom prst="rect">
            <a:avLst/>
          </a:prstGeom>
        </p:spPr>
      </p:pic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B54BD4-5486-4A33-9B83-769ED7785D49}" type="slidenum">
              <a:rPr lang="zh-CN" altLang="en-US" smtClean="0"/>
              <a:t>40</a:t>
            </a:fld>
            <a:endParaRPr lang="en-US" altLang="zh-CN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架构设计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B54BD4-5486-4A33-9B83-769ED7785D49}" type="slidenum">
              <a:rPr lang="zh-CN" altLang="en-US" smtClean="0"/>
              <a:t>41</a:t>
            </a:fld>
            <a:endParaRPr lang="en-US" altLang="zh-CN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E608547-C778-27A4-BCB4-B17EA91EEDD0}"/>
              </a:ext>
            </a:extLst>
          </p:cNvPr>
          <p:cNvSpPr/>
          <p:nvPr/>
        </p:nvSpPr>
        <p:spPr>
          <a:xfrm>
            <a:off x="7022940" y="3384334"/>
            <a:ext cx="311888" cy="2495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194FD59-C139-BDD2-1CB1-40FC2E4062A8}"/>
              </a:ext>
            </a:extLst>
          </p:cNvPr>
          <p:cNvSpPr/>
          <p:nvPr/>
        </p:nvSpPr>
        <p:spPr>
          <a:xfrm>
            <a:off x="7022940" y="2829235"/>
            <a:ext cx="311888" cy="2495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3DB2A3C-6AE8-0A50-4FFB-92083A7BE5EC}"/>
              </a:ext>
            </a:extLst>
          </p:cNvPr>
          <p:cNvSpPr/>
          <p:nvPr/>
        </p:nvSpPr>
        <p:spPr>
          <a:xfrm>
            <a:off x="7379092" y="2582455"/>
            <a:ext cx="311888" cy="2495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575198A5-2248-8358-44F3-144707958F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8311" y="2570318"/>
            <a:ext cx="3268060" cy="2341589"/>
          </a:xfrm>
          <a:prstGeom prst="rect">
            <a:avLst/>
          </a:prstGeom>
        </p:spPr>
      </p:pic>
      <p:sp>
        <p:nvSpPr>
          <p:cNvPr id="12" name="内容占位符 2">
            <a:extLst>
              <a:ext uri="{FF2B5EF4-FFF2-40B4-BE49-F238E27FC236}">
                <a16:creationId xmlns:a16="http://schemas.microsoft.com/office/drawing/2014/main" id="{E7A9753F-4D47-C2BA-B172-E21B4A7AEFBD}"/>
              </a:ext>
            </a:extLst>
          </p:cNvPr>
          <p:cNvSpPr>
            <a:spLocks noGrp="1"/>
          </p:cNvSpPr>
          <p:nvPr/>
        </p:nvSpPr>
        <p:spPr>
          <a:xfrm>
            <a:off x="1907786" y="717522"/>
            <a:ext cx="2752556" cy="5414075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lnSpc>
                <a:spcPct val="150000"/>
              </a:lnSpc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/>
              <a:buChar char=""/>
              <a:defRPr kumimoji="0" sz="2600" kern="120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defRPr>
            </a:lvl1pPr>
            <a:lvl2pPr marL="548640" indent="-274320" algn="l" rtl="0" eaLnBrk="1" latinLnBrk="0" hangingPunct="1">
              <a:lnSpc>
                <a:spcPct val="150000"/>
              </a:lnSpc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/>
              <a:buChar char=""/>
              <a:defRPr kumimoji="0" sz="2300" kern="1200">
                <a:solidFill>
                  <a:schemeClr val="tx2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defRPr>
            </a:lvl2pPr>
            <a:lvl3pPr marL="822960" indent="-228600" algn="l" rtl="0" eaLnBrk="1" latinLnBrk="0" hangingPunct="1">
              <a:lnSpc>
                <a:spcPct val="150000"/>
              </a:lnSpc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 panose="05040102010807070707"/>
              <a:buChar char=""/>
              <a:defRPr kumimoji="0" sz="2000" kern="120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defRPr>
            </a:lvl3pPr>
            <a:lvl4pPr marL="1097280" indent="-228600" algn="l" rtl="0" eaLnBrk="1" latinLnBrk="0" hangingPunct="1">
              <a:lnSpc>
                <a:spcPct val="150000"/>
              </a:lnSpc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 panose="05000000000000000000"/>
              <a:buChar char=""/>
              <a:defRPr kumimoji="0" sz="1800" kern="120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defRPr>
            </a:lvl4pPr>
            <a:lvl5pPr marL="1143000" marR="0" indent="0" algn="l" defTabSz="914400" rtl="0" eaLnBrk="1" fontAlgn="auto" latinLnBrk="0" hangingPunct="1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ct val="70000"/>
              <a:buFont typeface="Wingdings" panose="05000000000000000000"/>
              <a:buNone/>
              <a:defRPr kumimoji="0" sz="1600" kern="120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 panose="05040102010807070707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 panose="05040102010807070707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 panose="05040102010807070707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 panose="05040102010807070707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 algn="ctr">
              <a:lnSpc>
                <a:spcPct val="100000"/>
              </a:lnSpc>
              <a:buNone/>
            </a:pPr>
            <a:endParaRPr lang="en-US" altLang="zh-CN" dirty="0"/>
          </a:p>
          <a:p>
            <a:pPr marL="45720" indent="0" algn="ctr">
              <a:lnSpc>
                <a:spcPct val="100000"/>
              </a:lnSpc>
              <a:buNone/>
            </a:pPr>
            <a:endParaRPr lang="en-US" altLang="zh-CN" dirty="0"/>
          </a:p>
          <a:p>
            <a:pPr algn="ctr">
              <a:lnSpc>
                <a:spcPct val="100000"/>
              </a:lnSpc>
            </a:pPr>
            <a:r>
              <a:rPr lang="zh-CN" altLang="en-US" b="1" dirty="0"/>
              <a:t>计算</a:t>
            </a:r>
            <a:endParaRPr lang="en-US" altLang="zh-CN" b="1" dirty="0"/>
          </a:p>
          <a:p>
            <a:pPr algn="ctr">
              <a:lnSpc>
                <a:spcPct val="100000"/>
              </a:lnSpc>
            </a:pPr>
            <a:endParaRPr lang="en-US" altLang="zh-CN" dirty="0"/>
          </a:p>
          <a:p>
            <a:pPr algn="ctr">
              <a:lnSpc>
                <a:spcPct val="100000"/>
              </a:lnSpc>
            </a:pPr>
            <a:endParaRPr lang="en-US" altLang="zh-CN" dirty="0"/>
          </a:p>
          <a:p>
            <a:pPr algn="ctr">
              <a:lnSpc>
                <a:spcPct val="100000"/>
              </a:lnSpc>
            </a:pPr>
            <a:r>
              <a:rPr lang="zh-CN" altLang="en-US" b="1" dirty="0"/>
              <a:t>访存</a:t>
            </a:r>
            <a:endParaRPr lang="en-US" altLang="zh-CN" b="1" dirty="0"/>
          </a:p>
          <a:p>
            <a:pPr algn="ctr">
              <a:lnSpc>
                <a:spcPct val="100000"/>
              </a:lnSpc>
            </a:pPr>
            <a:endParaRPr lang="en-US" altLang="zh-CN" dirty="0"/>
          </a:p>
          <a:p>
            <a:pPr algn="ctr">
              <a:lnSpc>
                <a:spcPct val="100000"/>
              </a:lnSpc>
            </a:pPr>
            <a:endParaRPr lang="en-US" altLang="zh-CN" dirty="0"/>
          </a:p>
          <a:p>
            <a:pPr algn="ctr">
              <a:lnSpc>
                <a:spcPct val="100000"/>
              </a:lnSpc>
            </a:pPr>
            <a:r>
              <a:rPr lang="zh-CN" altLang="en-US" b="1" dirty="0"/>
              <a:t>通信</a:t>
            </a:r>
            <a:endParaRPr lang="en-US" altLang="zh-CN" b="1" dirty="0"/>
          </a:p>
          <a:p>
            <a:pPr algn="ctr">
              <a:lnSpc>
                <a:spcPct val="100000"/>
              </a:lnSpc>
            </a:pPr>
            <a:endParaRPr lang="en-US" altLang="zh-CN" dirty="0"/>
          </a:p>
          <a:p>
            <a:pPr algn="ctr">
              <a:lnSpc>
                <a:spcPct val="100000"/>
              </a:lnSpc>
            </a:pPr>
            <a:endParaRPr lang="en-US" altLang="zh-CN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C1D06513-80BA-3D19-BA63-B98B162DCF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8966" y="1106826"/>
            <a:ext cx="1706228" cy="1600251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6CBC06AF-16B1-AF4B-FB74-7639541C7F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5261" y="3166641"/>
            <a:ext cx="5748953" cy="2393745"/>
          </a:xfrm>
          <a:prstGeom prst="rect">
            <a:avLst/>
          </a:prstGeom>
        </p:spPr>
      </p:pic>
      <p:cxnSp>
        <p:nvCxnSpPr>
          <p:cNvPr id="15" name="连接符: 肘形 14">
            <a:extLst>
              <a:ext uri="{FF2B5EF4-FFF2-40B4-BE49-F238E27FC236}">
                <a16:creationId xmlns:a16="http://schemas.microsoft.com/office/drawing/2014/main" id="{934639ED-E6DF-C3B4-1D32-BC8E63D91797}"/>
              </a:ext>
            </a:extLst>
          </p:cNvPr>
          <p:cNvCxnSpPr>
            <a:endCxn id="10" idx="0"/>
          </p:cNvCxnSpPr>
          <p:nvPr/>
        </p:nvCxnSpPr>
        <p:spPr>
          <a:xfrm>
            <a:off x="5069936" y="1161435"/>
            <a:ext cx="2465100" cy="1421021"/>
          </a:xfrm>
          <a:prstGeom prst="bentConnector2">
            <a:avLst/>
          </a:prstGeom>
          <a:noFill/>
          <a:ln w="28575" cap="flat" cmpd="sng">
            <a:solidFill>
              <a:schemeClr val="tx1"/>
            </a:solidFill>
            <a:prstDash val="solid"/>
            <a:round/>
            <a:tailEnd type="triangle"/>
          </a:ln>
        </p:spPr>
      </p:cxnSp>
      <p:cxnSp>
        <p:nvCxnSpPr>
          <p:cNvPr id="16" name="连接符: 肘形 15">
            <a:extLst>
              <a:ext uri="{FF2B5EF4-FFF2-40B4-BE49-F238E27FC236}">
                <a16:creationId xmlns:a16="http://schemas.microsoft.com/office/drawing/2014/main" id="{615F1692-D4CA-2D28-D1DF-253CFD43126C}"/>
              </a:ext>
            </a:extLst>
          </p:cNvPr>
          <p:cNvCxnSpPr>
            <a:stCxn id="9" idx="1"/>
          </p:cNvCxnSpPr>
          <p:nvPr/>
        </p:nvCxnSpPr>
        <p:spPr>
          <a:xfrm rot="10800000">
            <a:off x="6585194" y="1459861"/>
            <a:ext cx="437746" cy="1494147"/>
          </a:xfrm>
          <a:prstGeom prst="bentConnector2">
            <a:avLst/>
          </a:pr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" name="连接符: 肘形 16">
            <a:extLst>
              <a:ext uri="{FF2B5EF4-FFF2-40B4-BE49-F238E27FC236}">
                <a16:creationId xmlns:a16="http://schemas.microsoft.com/office/drawing/2014/main" id="{73571438-E831-C717-D0B8-C75E7AAB11B0}"/>
              </a:ext>
            </a:extLst>
          </p:cNvPr>
          <p:cNvCxnSpPr>
            <a:stCxn id="8" idx="1"/>
          </p:cNvCxnSpPr>
          <p:nvPr/>
        </p:nvCxnSpPr>
        <p:spPr>
          <a:xfrm rot="10800000">
            <a:off x="5069936" y="2707078"/>
            <a:ext cx="1953004" cy="802029"/>
          </a:xfrm>
          <a:prstGeom prst="bentConnector3">
            <a:avLst>
              <a:gd name="adj1" fmla="val 39642"/>
            </a:avLst>
          </a:pr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矩形 17">
            <a:extLst>
              <a:ext uri="{FF2B5EF4-FFF2-40B4-BE49-F238E27FC236}">
                <a16:creationId xmlns:a16="http://schemas.microsoft.com/office/drawing/2014/main" id="{43CFD161-596B-F937-CBB4-1DD90152FDBD}"/>
              </a:ext>
            </a:extLst>
          </p:cNvPr>
          <p:cNvSpPr/>
          <p:nvPr/>
        </p:nvSpPr>
        <p:spPr>
          <a:xfrm rot="14400000">
            <a:off x="6556428" y="1095414"/>
            <a:ext cx="198842" cy="31143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DE91D4C4-90DC-C056-B317-650E2507C76E}"/>
              </a:ext>
            </a:extLst>
          </p:cNvPr>
          <p:cNvCxnSpPr/>
          <p:nvPr/>
        </p:nvCxnSpPr>
        <p:spPr>
          <a:xfrm>
            <a:off x="6251345" y="2761729"/>
            <a:ext cx="0" cy="275129"/>
          </a:xfrm>
          <a:prstGeom prst="line">
            <a:avLst/>
          </a:prstGeom>
          <a:noFill/>
          <a:ln w="28575" cap="flat" cmpd="sng">
            <a:solidFill>
              <a:schemeClr val="bg1">
                <a:lumMod val="75000"/>
              </a:schemeClr>
            </a:solidFill>
            <a:prstDash val="sysDash"/>
            <a:round/>
          </a:ln>
        </p:spPr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34574D53-0210-0AAF-14F7-0966F7B2A299}"/>
              </a:ext>
            </a:extLst>
          </p:cNvPr>
          <p:cNvCxnSpPr/>
          <p:nvPr/>
        </p:nvCxnSpPr>
        <p:spPr>
          <a:xfrm>
            <a:off x="6587318" y="2554107"/>
            <a:ext cx="0" cy="275129"/>
          </a:xfrm>
          <a:prstGeom prst="line">
            <a:avLst/>
          </a:prstGeom>
          <a:noFill/>
          <a:ln w="28575" cap="flat" cmpd="sng">
            <a:solidFill>
              <a:schemeClr val="bg1">
                <a:lumMod val="75000"/>
              </a:schemeClr>
            </a:solidFill>
            <a:prstDash val="sysDash"/>
            <a:round/>
          </a:ln>
        </p:spPr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659F76B6-E6C6-4C97-63CF-147B80CA132C}"/>
              </a:ext>
            </a:extLst>
          </p:cNvPr>
          <p:cNvCxnSpPr/>
          <p:nvPr/>
        </p:nvCxnSpPr>
        <p:spPr>
          <a:xfrm>
            <a:off x="7535036" y="2020707"/>
            <a:ext cx="0" cy="275129"/>
          </a:xfrm>
          <a:prstGeom prst="line">
            <a:avLst/>
          </a:prstGeom>
          <a:noFill/>
          <a:ln w="28575" cap="flat" cmpd="sng">
            <a:solidFill>
              <a:schemeClr val="bg1">
                <a:lumMod val="75000"/>
              </a:schemeClr>
            </a:solidFill>
            <a:prstDash val="sysDash"/>
            <a:round/>
          </a:ln>
        </p:spPr>
      </p:cxnSp>
      <p:sp>
        <p:nvSpPr>
          <p:cNvPr id="22" name="矩形 21">
            <a:extLst>
              <a:ext uri="{FF2B5EF4-FFF2-40B4-BE49-F238E27FC236}">
                <a16:creationId xmlns:a16="http://schemas.microsoft.com/office/drawing/2014/main" id="{7987E84C-106E-756B-EE9B-3B87048CFD19}"/>
              </a:ext>
            </a:extLst>
          </p:cNvPr>
          <p:cNvSpPr/>
          <p:nvPr/>
        </p:nvSpPr>
        <p:spPr>
          <a:xfrm rot="16200000">
            <a:off x="6880279" y="3026127"/>
            <a:ext cx="198842" cy="31143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0E324323-8837-709A-9302-5ACE00F4620D}"/>
              </a:ext>
            </a:extLst>
          </p:cNvPr>
          <p:cNvCxnSpPr/>
          <p:nvPr/>
        </p:nvCxnSpPr>
        <p:spPr>
          <a:xfrm>
            <a:off x="7419261" y="4445738"/>
            <a:ext cx="0" cy="275129"/>
          </a:xfrm>
          <a:prstGeom prst="line">
            <a:avLst/>
          </a:prstGeom>
          <a:noFill/>
          <a:ln w="9525" cap="flat" cmpd="sng">
            <a:solidFill>
              <a:schemeClr val="bg1">
                <a:lumMod val="75000"/>
              </a:schemeClr>
            </a:solidFill>
            <a:prstDash val="dash"/>
            <a:round/>
          </a:ln>
        </p:spPr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7ACE2B67-26B6-C336-5B81-FA69ADA04095}"/>
              </a:ext>
            </a:extLst>
          </p:cNvPr>
          <p:cNvCxnSpPr/>
          <p:nvPr/>
        </p:nvCxnSpPr>
        <p:spPr>
          <a:xfrm>
            <a:off x="7508796" y="4445738"/>
            <a:ext cx="0" cy="275129"/>
          </a:xfrm>
          <a:prstGeom prst="line">
            <a:avLst/>
          </a:prstGeom>
          <a:noFill/>
          <a:ln w="9525" cap="flat" cmpd="sng">
            <a:solidFill>
              <a:schemeClr val="bg1">
                <a:lumMod val="75000"/>
              </a:schemeClr>
            </a:solidFill>
            <a:prstDash val="dash"/>
            <a:round/>
          </a:ln>
        </p:spPr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1BA5AF4E-7138-3D13-AE04-69F735D537F5}"/>
              </a:ext>
            </a:extLst>
          </p:cNvPr>
          <p:cNvCxnSpPr/>
          <p:nvPr/>
        </p:nvCxnSpPr>
        <p:spPr>
          <a:xfrm>
            <a:off x="7602141" y="4445738"/>
            <a:ext cx="0" cy="275129"/>
          </a:xfrm>
          <a:prstGeom prst="line">
            <a:avLst/>
          </a:prstGeom>
          <a:noFill/>
          <a:ln w="9525" cap="flat" cmpd="sng">
            <a:solidFill>
              <a:schemeClr val="bg1">
                <a:lumMod val="75000"/>
              </a:schemeClr>
            </a:solidFill>
            <a:prstDash val="dash"/>
            <a:round/>
          </a:ln>
        </p:spPr>
      </p:cxn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输出</a:t>
            </a:r>
          </a:p>
        </p:txBody>
      </p:sp>
      <p:cxnSp>
        <p:nvCxnSpPr>
          <p:cNvPr id="11" name="肘形连接符 10"/>
          <p:cNvCxnSpPr/>
          <p:nvPr/>
        </p:nvCxnSpPr>
        <p:spPr>
          <a:xfrm rot="10800000" flipV="1">
            <a:off x="3081939" y="3829049"/>
            <a:ext cx="2897986" cy="499467"/>
          </a:xfrm>
          <a:prstGeom prst="bentConnector3">
            <a:avLst>
              <a:gd name="adj1" fmla="val 99877"/>
            </a:avLst>
          </a:prstGeom>
          <a:noFill/>
          <a:ln w="28575" cap="flat" cmpd="sng">
            <a:solidFill>
              <a:srgbClr val="BC3649"/>
            </a:solidFill>
            <a:prstDash val="solid"/>
            <a:round/>
            <a:tailEnd type="triangle"/>
          </a:ln>
          <a:effectLst/>
        </p:spPr>
      </p:cxnSp>
      <p:cxnSp>
        <p:nvCxnSpPr>
          <p:cNvPr id="13" name="肘形连接符 12"/>
          <p:cNvCxnSpPr/>
          <p:nvPr/>
        </p:nvCxnSpPr>
        <p:spPr>
          <a:xfrm>
            <a:off x="5886454" y="3829049"/>
            <a:ext cx="3457633" cy="2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rgbClr val="BC364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8" name="retro-abacus_73707"/>
          <p:cNvSpPr/>
          <p:nvPr/>
        </p:nvSpPr>
        <p:spPr bwMode="auto">
          <a:xfrm>
            <a:off x="5787836" y="4354868"/>
            <a:ext cx="398466" cy="295119"/>
          </a:xfrm>
          <a:custGeom>
            <a:avLst/>
            <a:gdLst>
              <a:gd name="T0" fmla="*/ 432 w 5052"/>
              <a:gd name="T1" fmla="*/ 0 h 6493"/>
              <a:gd name="T2" fmla="*/ 0 w 5052"/>
              <a:gd name="T3" fmla="*/ 6061 h 6493"/>
              <a:gd name="T4" fmla="*/ 4619 w 5052"/>
              <a:gd name="T5" fmla="*/ 6493 h 6493"/>
              <a:gd name="T6" fmla="*/ 5052 w 5052"/>
              <a:gd name="T7" fmla="*/ 433 h 6493"/>
              <a:gd name="T8" fmla="*/ 613 w 5052"/>
              <a:gd name="T9" fmla="*/ 1036 h 6493"/>
              <a:gd name="T10" fmla="*/ 4116 w 5052"/>
              <a:gd name="T11" fmla="*/ 713 h 6493"/>
              <a:gd name="T12" fmla="*/ 4439 w 5052"/>
              <a:gd name="T13" fmla="*/ 1512 h 6493"/>
              <a:gd name="T14" fmla="*/ 935 w 5052"/>
              <a:gd name="T15" fmla="*/ 1835 h 6493"/>
              <a:gd name="T16" fmla="*/ 613 w 5052"/>
              <a:gd name="T17" fmla="*/ 1036 h 6493"/>
              <a:gd name="T18" fmla="*/ 1912 w 5052"/>
              <a:gd name="T19" fmla="*/ 5734 h 6493"/>
              <a:gd name="T20" fmla="*/ 1673 w 5052"/>
              <a:gd name="T21" fmla="*/ 5734 h 6493"/>
              <a:gd name="T22" fmla="*/ 1077 w 5052"/>
              <a:gd name="T23" fmla="*/ 5734 h 6493"/>
              <a:gd name="T24" fmla="*/ 838 w 5052"/>
              <a:gd name="T25" fmla="*/ 5734 h 6493"/>
              <a:gd name="T26" fmla="*/ 1136 w 5052"/>
              <a:gd name="T27" fmla="*/ 5197 h 6493"/>
              <a:gd name="T28" fmla="*/ 838 w 5052"/>
              <a:gd name="T29" fmla="*/ 4660 h 6493"/>
              <a:gd name="T30" fmla="*/ 1375 w 5052"/>
              <a:gd name="T31" fmla="*/ 4958 h 6493"/>
              <a:gd name="T32" fmla="*/ 1912 w 5052"/>
              <a:gd name="T33" fmla="*/ 4660 h 6493"/>
              <a:gd name="T34" fmla="*/ 1614 w 5052"/>
              <a:gd name="T35" fmla="*/ 5197 h 6493"/>
              <a:gd name="T36" fmla="*/ 1966 w 5052"/>
              <a:gd name="T37" fmla="*/ 3435 h 6493"/>
              <a:gd name="T38" fmla="*/ 1544 w 5052"/>
              <a:gd name="T39" fmla="*/ 3856 h 6493"/>
              <a:gd name="T40" fmla="*/ 1206 w 5052"/>
              <a:gd name="T41" fmla="*/ 3856 h 6493"/>
              <a:gd name="T42" fmla="*/ 784 w 5052"/>
              <a:gd name="T43" fmla="*/ 3435 h 6493"/>
              <a:gd name="T44" fmla="*/ 784 w 5052"/>
              <a:gd name="T45" fmla="*/ 3097 h 6493"/>
              <a:gd name="T46" fmla="*/ 1206 w 5052"/>
              <a:gd name="T47" fmla="*/ 2675 h 6493"/>
              <a:gd name="T48" fmla="*/ 1544 w 5052"/>
              <a:gd name="T49" fmla="*/ 2675 h 6493"/>
              <a:gd name="T50" fmla="*/ 1966 w 5052"/>
              <a:gd name="T51" fmla="*/ 3097 h 6493"/>
              <a:gd name="T52" fmla="*/ 1966 w 5052"/>
              <a:gd name="T53" fmla="*/ 3435 h 6493"/>
              <a:gd name="T54" fmla="*/ 3102 w 5052"/>
              <a:gd name="T55" fmla="*/ 5772 h 6493"/>
              <a:gd name="T56" fmla="*/ 3937 w 5052"/>
              <a:gd name="T57" fmla="*/ 4698 h 6493"/>
              <a:gd name="T58" fmla="*/ 4176 w 5052"/>
              <a:gd name="T59" fmla="*/ 4937 h 6493"/>
              <a:gd name="T60" fmla="*/ 3221 w 5052"/>
              <a:gd name="T61" fmla="*/ 5822 h 6493"/>
              <a:gd name="T62" fmla="*/ 3228 w 5052"/>
              <a:gd name="T63" fmla="*/ 4573 h 6493"/>
              <a:gd name="T64" fmla="*/ 3228 w 5052"/>
              <a:gd name="T65" fmla="*/ 4986 h 6493"/>
              <a:gd name="T66" fmla="*/ 4134 w 5052"/>
              <a:gd name="T67" fmla="*/ 5822 h 6493"/>
              <a:gd name="T68" fmla="*/ 4134 w 5052"/>
              <a:gd name="T69" fmla="*/ 5408 h 6493"/>
              <a:gd name="T70" fmla="*/ 4134 w 5052"/>
              <a:gd name="T71" fmla="*/ 5822 h 6493"/>
              <a:gd name="T72" fmla="*/ 3090 w 5052"/>
              <a:gd name="T73" fmla="*/ 3435 h 6493"/>
              <a:gd name="T74" fmla="*/ 3090 w 5052"/>
              <a:gd name="T75" fmla="*/ 3097 h 6493"/>
              <a:gd name="T76" fmla="*/ 4441 w 5052"/>
              <a:gd name="T77" fmla="*/ 3266 h 64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5052" h="6493">
                <a:moveTo>
                  <a:pt x="4619" y="0"/>
                </a:moveTo>
                <a:lnTo>
                  <a:pt x="432" y="0"/>
                </a:lnTo>
                <a:cubicBezTo>
                  <a:pt x="194" y="0"/>
                  <a:pt x="0" y="194"/>
                  <a:pt x="0" y="433"/>
                </a:cubicBezTo>
                <a:lnTo>
                  <a:pt x="0" y="6061"/>
                </a:lnTo>
                <a:cubicBezTo>
                  <a:pt x="0" y="6299"/>
                  <a:pt x="194" y="6493"/>
                  <a:pt x="432" y="6493"/>
                </a:cubicBezTo>
                <a:lnTo>
                  <a:pt x="4619" y="6493"/>
                </a:lnTo>
                <a:cubicBezTo>
                  <a:pt x="4858" y="6493"/>
                  <a:pt x="5052" y="6299"/>
                  <a:pt x="5052" y="6061"/>
                </a:cubicBezTo>
                <a:lnTo>
                  <a:pt x="5052" y="433"/>
                </a:lnTo>
                <a:cubicBezTo>
                  <a:pt x="5052" y="194"/>
                  <a:pt x="4858" y="0"/>
                  <a:pt x="4619" y="0"/>
                </a:cubicBezTo>
                <a:close/>
                <a:moveTo>
                  <a:pt x="613" y="1036"/>
                </a:moveTo>
                <a:cubicBezTo>
                  <a:pt x="613" y="858"/>
                  <a:pt x="757" y="713"/>
                  <a:pt x="935" y="713"/>
                </a:cubicBezTo>
                <a:lnTo>
                  <a:pt x="4116" y="713"/>
                </a:lnTo>
                <a:cubicBezTo>
                  <a:pt x="4295" y="713"/>
                  <a:pt x="4439" y="858"/>
                  <a:pt x="4439" y="1036"/>
                </a:cubicBezTo>
                <a:lnTo>
                  <a:pt x="4439" y="1512"/>
                </a:lnTo>
                <a:cubicBezTo>
                  <a:pt x="4439" y="1690"/>
                  <a:pt x="4295" y="1835"/>
                  <a:pt x="4116" y="1835"/>
                </a:cubicBezTo>
                <a:lnTo>
                  <a:pt x="935" y="1835"/>
                </a:lnTo>
                <a:cubicBezTo>
                  <a:pt x="757" y="1835"/>
                  <a:pt x="613" y="1690"/>
                  <a:pt x="613" y="1512"/>
                </a:cubicBezTo>
                <a:lnTo>
                  <a:pt x="613" y="1036"/>
                </a:lnTo>
                <a:close/>
                <a:moveTo>
                  <a:pt x="1912" y="5496"/>
                </a:moveTo>
                <a:cubicBezTo>
                  <a:pt x="1978" y="5562"/>
                  <a:pt x="1978" y="5668"/>
                  <a:pt x="1912" y="5734"/>
                </a:cubicBezTo>
                <a:cubicBezTo>
                  <a:pt x="1879" y="5767"/>
                  <a:pt x="1836" y="5784"/>
                  <a:pt x="1793" y="5784"/>
                </a:cubicBezTo>
                <a:cubicBezTo>
                  <a:pt x="1750" y="5784"/>
                  <a:pt x="1706" y="5767"/>
                  <a:pt x="1673" y="5734"/>
                </a:cubicBezTo>
                <a:lnTo>
                  <a:pt x="1375" y="5436"/>
                </a:lnTo>
                <a:lnTo>
                  <a:pt x="1077" y="5734"/>
                </a:lnTo>
                <a:cubicBezTo>
                  <a:pt x="1044" y="5767"/>
                  <a:pt x="1001" y="5784"/>
                  <a:pt x="957" y="5784"/>
                </a:cubicBezTo>
                <a:cubicBezTo>
                  <a:pt x="914" y="5784"/>
                  <a:pt x="871" y="5767"/>
                  <a:pt x="838" y="5734"/>
                </a:cubicBezTo>
                <a:cubicBezTo>
                  <a:pt x="772" y="5668"/>
                  <a:pt x="772" y="5562"/>
                  <a:pt x="838" y="5496"/>
                </a:cubicBezTo>
                <a:lnTo>
                  <a:pt x="1136" y="5197"/>
                </a:lnTo>
                <a:lnTo>
                  <a:pt x="838" y="4899"/>
                </a:lnTo>
                <a:cubicBezTo>
                  <a:pt x="772" y="4833"/>
                  <a:pt x="772" y="4726"/>
                  <a:pt x="838" y="4660"/>
                </a:cubicBezTo>
                <a:cubicBezTo>
                  <a:pt x="904" y="4594"/>
                  <a:pt x="1011" y="4594"/>
                  <a:pt x="1077" y="4660"/>
                </a:cubicBezTo>
                <a:lnTo>
                  <a:pt x="1375" y="4958"/>
                </a:lnTo>
                <a:lnTo>
                  <a:pt x="1673" y="4660"/>
                </a:lnTo>
                <a:cubicBezTo>
                  <a:pt x="1739" y="4594"/>
                  <a:pt x="1846" y="4594"/>
                  <a:pt x="1912" y="4660"/>
                </a:cubicBezTo>
                <a:cubicBezTo>
                  <a:pt x="1978" y="4726"/>
                  <a:pt x="1978" y="4833"/>
                  <a:pt x="1912" y="4899"/>
                </a:cubicBezTo>
                <a:lnTo>
                  <a:pt x="1614" y="5197"/>
                </a:lnTo>
                <a:lnTo>
                  <a:pt x="1912" y="5496"/>
                </a:lnTo>
                <a:close/>
                <a:moveTo>
                  <a:pt x="1966" y="3435"/>
                </a:moveTo>
                <a:lnTo>
                  <a:pt x="1544" y="3435"/>
                </a:lnTo>
                <a:lnTo>
                  <a:pt x="1544" y="3856"/>
                </a:lnTo>
                <a:cubicBezTo>
                  <a:pt x="1544" y="3950"/>
                  <a:pt x="1468" y="4025"/>
                  <a:pt x="1375" y="4025"/>
                </a:cubicBezTo>
                <a:cubicBezTo>
                  <a:pt x="1282" y="4025"/>
                  <a:pt x="1206" y="3950"/>
                  <a:pt x="1206" y="3856"/>
                </a:cubicBezTo>
                <a:lnTo>
                  <a:pt x="1206" y="3435"/>
                </a:lnTo>
                <a:lnTo>
                  <a:pt x="784" y="3435"/>
                </a:lnTo>
                <a:cubicBezTo>
                  <a:pt x="691" y="3435"/>
                  <a:pt x="615" y="3359"/>
                  <a:pt x="615" y="3266"/>
                </a:cubicBezTo>
                <a:cubicBezTo>
                  <a:pt x="615" y="3172"/>
                  <a:pt x="691" y="3097"/>
                  <a:pt x="784" y="3097"/>
                </a:cubicBezTo>
                <a:lnTo>
                  <a:pt x="1206" y="3097"/>
                </a:lnTo>
                <a:lnTo>
                  <a:pt x="1206" y="2675"/>
                </a:lnTo>
                <a:cubicBezTo>
                  <a:pt x="1206" y="2582"/>
                  <a:pt x="1282" y="2506"/>
                  <a:pt x="1375" y="2506"/>
                </a:cubicBezTo>
                <a:cubicBezTo>
                  <a:pt x="1468" y="2506"/>
                  <a:pt x="1544" y="2582"/>
                  <a:pt x="1544" y="2675"/>
                </a:cubicBezTo>
                <a:lnTo>
                  <a:pt x="1544" y="3097"/>
                </a:lnTo>
                <a:lnTo>
                  <a:pt x="1966" y="3097"/>
                </a:lnTo>
                <a:cubicBezTo>
                  <a:pt x="2059" y="3097"/>
                  <a:pt x="2135" y="3172"/>
                  <a:pt x="2135" y="3266"/>
                </a:cubicBezTo>
                <a:cubicBezTo>
                  <a:pt x="2135" y="3359"/>
                  <a:pt x="2059" y="3435"/>
                  <a:pt x="1966" y="3435"/>
                </a:cubicBezTo>
                <a:close/>
                <a:moveTo>
                  <a:pt x="3221" y="5822"/>
                </a:moveTo>
                <a:cubicBezTo>
                  <a:pt x="3178" y="5822"/>
                  <a:pt x="3134" y="5805"/>
                  <a:pt x="3102" y="5772"/>
                </a:cubicBezTo>
                <a:cubicBezTo>
                  <a:pt x="3036" y="5707"/>
                  <a:pt x="3036" y="5600"/>
                  <a:pt x="3102" y="5534"/>
                </a:cubicBezTo>
                <a:lnTo>
                  <a:pt x="3937" y="4698"/>
                </a:lnTo>
                <a:cubicBezTo>
                  <a:pt x="4003" y="4632"/>
                  <a:pt x="4110" y="4632"/>
                  <a:pt x="4176" y="4698"/>
                </a:cubicBezTo>
                <a:cubicBezTo>
                  <a:pt x="4242" y="4764"/>
                  <a:pt x="4242" y="4871"/>
                  <a:pt x="4176" y="4937"/>
                </a:cubicBezTo>
                <a:lnTo>
                  <a:pt x="3340" y="5772"/>
                </a:lnTo>
                <a:cubicBezTo>
                  <a:pt x="3307" y="5805"/>
                  <a:pt x="3264" y="5822"/>
                  <a:pt x="3221" y="5822"/>
                </a:cubicBezTo>
                <a:close/>
                <a:moveTo>
                  <a:pt x="3021" y="4779"/>
                </a:moveTo>
                <a:cubicBezTo>
                  <a:pt x="3021" y="4665"/>
                  <a:pt x="3113" y="4573"/>
                  <a:pt x="3228" y="4573"/>
                </a:cubicBezTo>
                <a:cubicBezTo>
                  <a:pt x="3342" y="4573"/>
                  <a:pt x="3434" y="4665"/>
                  <a:pt x="3434" y="4779"/>
                </a:cubicBezTo>
                <a:cubicBezTo>
                  <a:pt x="3434" y="4894"/>
                  <a:pt x="3342" y="4986"/>
                  <a:pt x="3228" y="4986"/>
                </a:cubicBezTo>
                <a:cubicBezTo>
                  <a:pt x="3113" y="4986"/>
                  <a:pt x="3021" y="4894"/>
                  <a:pt x="3021" y="4779"/>
                </a:cubicBezTo>
                <a:close/>
                <a:moveTo>
                  <a:pt x="4134" y="5822"/>
                </a:moveTo>
                <a:cubicBezTo>
                  <a:pt x="4020" y="5822"/>
                  <a:pt x="3927" y="5729"/>
                  <a:pt x="3927" y="5615"/>
                </a:cubicBezTo>
                <a:cubicBezTo>
                  <a:pt x="3927" y="5501"/>
                  <a:pt x="4020" y="5408"/>
                  <a:pt x="4134" y="5408"/>
                </a:cubicBezTo>
                <a:cubicBezTo>
                  <a:pt x="4249" y="5408"/>
                  <a:pt x="4341" y="5501"/>
                  <a:pt x="4341" y="5615"/>
                </a:cubicBezTo>
                <a:cubicBezTo>
                  <a:pt x="4341" y="5729"/>
                  <a:pt x="4249" y="5822"/>
                  <a:pt x="4134" y="5822"/>
                </a:cubicBezTo>
                <a:close/>
                <a:moveTo>
                  <a:pt x="4272" y="3435"/>
                </a:moveTo>
                <a:lnTo>
                  <a:pt x="3090" y="3435"/>
                </a:lnTo>
                <a:cubicBezTo>
                  <a:pt x="2997" y="3435"/>
                  <a:pt x="2921" y="3359"/>
                  <a:pt x="2921" y="3266"/>
                </a:cubicBezTo>
                <a:cubicBezTo>
                  <a:pt x="2921" y="3172"/>
                  <a:pt x="2997" y="3097"/>
                  <a:pt x="3090" y="3097"/>
                </a:cubicBezTo>
                <a:lnTo>
                  <a:pt x="4272" y="3097"/>
                </a:lnTo>
                <a:cubicBezTo>
                  <a:pt x="4365" y="3097"/>
                  <a:pt x="4441" y="3172"/>
                  <a:pt x="4441" y="3266"/>
                </a:cubicBezTo>
                <a:cubicBezTo>
                  <a:pt x="4441" y="3359"/>
                  <a:pt x="4365" y="3435"/>
                  <a:pt x="4272" y="3435"/>
                </a:cubicBezTo>
                <a:close/>
              </a:path>
            </a:pathLst>
          </a:custGeom>
          <a:solidFill>
            <a:srgbClr val="BC3649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retro-abacus_73707"/>
          <p:cNvSpPr/>
          <p:nvPr/>
        </p:nvSpPr>
        <p:spPr bwMode="auto">
          <a:xfrm>
            <a:off x="2882706" y="4354868"/>
            <a:ext cx="398466" cy="295119"/>
          </a:xfrm>
          <a:custGeom>
            <a:avLst/>
            <a:gdLst>
              <a:gd name="T0" fmla="*/ 278945 h 440259"/>
              <a:gd name="T1" fmla="*/ 278945 h 440259"/>
              <a:gd name="T2" fmla="*/ 278945 h 440259"/>
              <a:gd name="T3" fmla="*/ 278945 h 440259"/>
              <a:gd name="T4" fmla="*/ 278945 h 440259"/>
              <a:gd name="T5" fmla="*/ 278945 h 440259"/>
              <a:gd name="T6" fmla="*/ 278945 h 440259"/>
              <a:gd name="T7" fmla="*/ 278945 h 440259"/>
              <a:gd name="T8" fmla="*/ 278945 h 440259"/>
              <a:gd name="T9" fmla="*/ 278945 h 440259"/>
              <a:gd name="T10" fmla="*/ 278945 h 440259"/>
              <a:gd name="T11" fmla="*/ 278945 h 440259"/>
              <a:gd name="T12" fmla="*/ 278945 h 440259"/>
              <a:gd name="T13" fmla="*/ 278945 h 440259"/>
              <a:gd name="T14" fmla="*/ 278945 h 440259"/>
              <a:gd name="T15" fmla="*/ 278945 h 440259"/>
              <a:gd name="T16" fmla="*/ 278945 h 440259"/>
              <a:gd name="T17" fmla="*/ 278945 h 440259"/>
              <a:gd name="T18" fmla="*/ 278945 h 440259"/>
              <a:gd name="T19" fmla="*/ 278945 h 440259"/>
              <a:gd name="T20" fmla="*/ 278945 h 440259"/>
              <a:gd name="T21" fmla="*/ 278945 h 440259"/>
              <a:gd name="T22" fmla="*/ 278945 h 440259"/>
              <a:gd name="T23" fmla="*/ 278945 h 440259"/>
              <a:gd name="T24" fmla="*/ 278945 h 440259"/>
              <a:gd name="T25" fmla="*/ 278945 h 440259"/>
              <a:gd name="T26" fmla="*/ 278945 h 440259"/>
              <a:gd name="T27" fmla="*/ 278945 h 440259"/>
              <a:gd name="T28" fmla="*/ 278945 h 440259"/>
              <a:gd name="T29" fmla="*/ 278945 h 440259"/>
              <a:gd name="T30" fmla="*/ 278945 h 440259"/>
              <a:gd name="T31" fmla="*/ 278945 h 440259"/>
              <a:gd name="T32" fmla="*/ 278945 h 440259"/>
              <a:gd name="T33" fmla="*/ 278945 h 440259"/>
              <a:gd name="T34" fmla="*/ 278945 h 440259"/>
              <a:gd name="T35" fmla="*/ 278945 h 440259"/>
              <a:gd name="T36" fmla="*/ 278945 h 440259"/>
              <a:gd name="T37" fmla="*/ 278945 h 440259"/>
              <a:gd name="T38" fmla="*/ 278945 h 440259"/>
              <a:gd name="T39" fmla="*/ 278945 h 440259"/>
              <a:gd name="T40" fmla="*/ 278945 h 440259"/>
              <a:gd name="T41" fmla="*/ 278945 h 440259"/>
              <a:gd name="T42" fmla="*/ 278945 h 440259"/>
              <a:gd name="T43" fmla="*/ 278945 h 440259"/>
              <a:gd name="T44" fmla="*/ 88862 h 440259"/>
              <a:gd name="T45" fmla="*/ 88862 h 440259"/>
              <a:gd name="T46" fmla="*/ 278945 h 440259"/>
              <a:gd name="T47" fmla="*/ 278945 h 440259"/>
              <a:gd name="T48" fmla="*/ 278945 h 440259"/>
              <a:gd name="T49" fmla="*/ 278945 h 440259"/>
              <a:gd name="T50" fmla="*/ 278945 h 440259"/>
              <a:gd name="T51" fmla="*/ 278945 h 440259"/>
              <a:gd name="T52" fmla="*/ 278945 h 440259"/>
              <a:gd name="T53" fmla="*/ 278945 h 440259"/>
              <a:gd name="T54" fmla="*/ 278945 h 440259"/>
              <a:gd name="T55" fmla="*/ 278945 h 440259"/>
              <a:gd name="T56" fmla="*/ 278945 h 440259"/>
              <a:gd name="T57" fmla="*/ 278945 h 440259"/>
              <a:gd name="T58" fmla="*/ 278945 h 440259"/>
              <a:gd name="T59" fmla="*/ 278945 h 440259"/>
              <a:gd name="T60" fmla="*/ 278945 h 440259"/>
              <a:gd name="T61" fmla="*/ 278945 h 440259"/>
              <a:gd name="T62" fmla="*/ 278945 h 440259"/>
              <a:gd name="T63" fmla="*/ 278945 h 440259"/>
              <a:gd name="T64" fmla="*/ 278945 h 440259"/>
              <a:gd name="T65" fmla="*/ 278945 h 440259"/>
              <a:gd name="T66" fmla="*/ 278945 h 440259"/>
              <a:gd name="T67" fmla="*/ 278945 h 440259"/>
              <a:gd name="T68" fmla="*/ 278945 h 440259"/>
              <a:gd name="T69" fmla="*/ 278945 h 440259"/>
              <a:gd name="T70" fmla="*/ 278945 h 440259"/>
              <a:gd name="T71" fmla="*/ 278945 h 440259"/>
              <a:gd name="T72" fmla="*/ 278945 h 440259"/>
              <a:gd name="T73" fmla="*/ 278945 h 440259"/>
              <a:gd name="T74" fmla="*/ 278945 h 440259"/>
              <a:gd name="T75" fmla="*/ 278945 h 440259"/>
              <a:gd name="T76" fmla="*/ 278945 h 440259"/>
              <a:gd name="T77" fmla="*/ 278945 h 440259"/>
              <a:gd name="T78" fmla="*/ 278945 h 440259"/>
              <a:gd name="T79" fmla="*/ 278945 h 440259"/>
              <a:gd name="T80" fmla="*/ 278945 h 440259"/>
              <a:gd name="T81" fmla="*/ 278945 h 440259"/>
              <a:gd name="T82" fmla="*/ 278945 h 440259"/>
              <a:gd name="T83" fmla="*/ 278945 h 440259"/>
              <a:gd name="T84" fmla="*/ 278945 h 440259"/>
              <a:gd name="T85" fmla="*/ 278945 h 440259"/>
              <a:gd name="T86" fmla="*/ 278945 h 440259"/>
              <a:gd name="T87" fmla="*/ 278945 h 440259"/>
              <a:gd name="T88" fmla="*/ 278945 h 440259"/>
              <a:gd name="T89" fmla="*/ 278945 h 440259"/>
              <a:gd name="T90" fmla="*/ 278945 h 440259"/>
              <a:gd name="T91" fmla="*/ 278945 h 440259"/>
              <a:gd name="T92" fmla="*/ 278945 h 440259"/>
              <a:gd name="T93" fmla="*/ 278945 h 440259"/>
              <a:gd name="T94" fmla="*/ 278945 h 440259"/>
              <a:gd name="T95" fmla="*/ 278945 h 440259"/>
              <a:gd name="T96" fmla="*/ 278945 h 440259"/>
              <a:gd name="T97" fmla="*/ 278945 h 440259"/>
              <a:gd name="T98" fmla="*/ 278945 h 440259"/>
              <a:gd name="T99" fmla="*/ 278945 h 440259"/>
              <a:gd name="T100" fmla="*/ 278945 h 440259"/>
              <a:gd name="T101" fmla="*/ 278945 h 4402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2648" h="2613">
                <a:moveTo>
                  <a:pt x="2582" y="0"/>
                </a:moveTo>
                <a:lnTo>
                  <a:pt x="2362" y="0"/>
                </a:lnTo>
                <a:cubicBezTo>
                  <a:pt x="2325" y="0"/>
                  <a:pt x="2296" y="29"/>
                  <a:pt x="2296" y="66"/>
                </a:cubicBezTo>
                <a:lnTo>
                  <a:pt x="2296" y="386"/>
                </a:lnTo>
                <a:lnTo>
                  <a:pt x="1455" y="386"/>
                </a:lnTo>
                <a:lnTo>
                  <a:pt x="1455" y="361"/>
                </a:lnTo>
                <a:cubicBezTo>
                  <a:pt x="1455" y="261"/>
                  <a:pt x="1374" y="180"/>
                  <a:pt x="1275" y="180"/>
                </a:cubicBezTo>
                <a:lnTo>
                  <a:pt x="1272" y="180"/>
                </a:lnTo>
                <a:cubicBezTo>
                  <a:pt x="1173" y="180"/>
                  <a:pt x="1091" y="261"/>
                  <a:pt x="1091" y="361"/>
                </a:cubicBezTo>
                <a:lnTo>
                  <a:pt x="1091" y="386"/>
                </a:lnTo>
                <a:lnTo>
                  <a:pt x="918" y="386"/>
                </a:lnTo>
                <a:lnTo>
                  <a:pt x="918" y="361"/>
                </a:lnTo>
                <a:cubicBezTo>
                  <a:pt x="918" y="261"/>
                  <a:pt x="836" y="180"/>
                  <a:pt x="737" y="180"/>
                </a:cubicBezTo>
                <a:lnTo>
                  <a:pt x="734" y="180"/>
                </a:lnTo>
                <a:cubicBezTo>
                  <a:pt x="635" y="180"/>
                  <a:pt x="554" y="261"/>
                  <a:pt x="554" y="361"/>
                </a:cubicBezTo>
                <a:lnTo>
                  <a:pt x="554" y="386"/>
                </a:lnTo>
                <a:lnTo>
                  <a:pt x="353" y="386"/>
                </a:lnTo>
                <a:lnTo>
                  <a:pt x="353" y="66"/>
                </a:lnTo>
                <a:cubicBezTo>
                  <a:pt x="353" y="29"/>
                  <a:pt x="323" y="0"/>
                  <a:pt x="286" y="0"/>
                </a:cubicBezTo>
                <a:lnTo>
                  <a:pt x="67" y="0"/>
                </a:lnTo>
                <a:cubicBezTo>
                  <a:pt x="30" y="0"/>
                  <a:pt x="0" y="29"/>
                  <a:pt x="0" y="66"/>
                </a:cubicBezTo>
                <a:lnTo>
                  <a:pt x="0" y="2546"/>
                </a:lnTo>
                <a:cubicBezTo>
                  <a:pt x="0" y="2583"/>
                  <a:pt x="30" y="2613"/>
                  <a:pt x="67" y="2613"/>
                </a:cubicBezTo>
                <a:lnTo>
                  <a:pt x="286" y="2613"/>
                </a:lnTo>
                <a:cubicBezTo>
                  <a:pt x="323" y="2613"/>
                  <a:pt x="353" y="2583"/>
                  <a:pt x="353" y="2546"/>
                </a:cubicBezTo>
                <a:lnTo>
                  <a:pt x="353" y="2226"/>
                </a:lnTo>
                <a:lnTo>
                  <a:pt x="496" y="2226"/>
                </a:lnTo>
                <a:lnTo>
                  <a:pt x="496" y="2259"/>
                </a:lnTo>
                <a:cubicBezTo>
                  <a:pt x="496" y="2358"/>
                  <a:pt x="577" y="2440"/>
                  <a:pt x="676" y="2440"/>
                </a:cubicBezTo>
                <a:lnTo>
                  <a:pt x="679" y="2440"/>
                </a:lnTo>
                <a:cubicBezTo>
                  <a:pt x="778" y="2440"/>
                  <a:pt x="860" y="2358"/>
                  <a:pt x="860" y="2259"/>
                </a:cubicBezTo>
                <a:lnTo>
                  <a:pt x="860" y="2226"/>
                </a:lnTo>
                <a:lnTo>
                  <a:pt x="1033" y="2226"/>
                </a:lnTo>
                <a:lnTo>
                  <a:pt x="1033" y="2259"/>
                </a:lnTo>
                <a:cubicBezTo>
                  <a:pt x="1033" y="2358"/>
                  <a:pt x="1115" y="2440"/>
                  <a:pt x="1214" y="2440"/>
                </a:cubicBezTo>
                <a:lnTo>
                  <a:pt x="1217" y="2440"/>
                </a:lnTo>
                <a:cubicBezTo>
                  <a:pt x="1316" y="2440"/>
                  <a:pt x="1397" y="2358"/>
                  <a:pt x="1397" y="2259"/>
                </a:cubicBezTo>
                <a:lnTo>
                  <a:pt x="1397" y="2226"/>
                </a:lnTo>
                <a:lnTo>
                  <a:pt x="2296" y="2226"/>
                </a:lnTo>
                <a:lnTo>
                  <a:pt x="2296" y="2546"/>
                </a:lnTo>
                <a:cubicBezTo>
                  <a:pt x="2296" y="2583"/>
                  <a:pt x="2325" y="2613"/>
                  <a:pt x="2362" y="2613"/>
                </a:cubicBezTo>
                <a:lnTo>
                  <a:pt x="2582" y="2613"/>
                </a:lnTo>
                <a:cubicBezTo>
                  <a:pt x="2619" y="2613"/>
                  <a:pt x="2648" y="2583"/>
                  <a:pt x="2648" y="2546"/>
                </a:cubicBezTo>
                <a:lnTo>
                  <a:pt x="2648" y="66"/>
                </a:lnTo>
                <a:cubicBezTo>
                  <a:pt x="2648" y="29"/>
                  <a:pt x="2619" y="0"/>
                  <a:pt x="2582" y="0"/>
                </a:cubicBezTo>
                <a:close/>
                <a:moveTo>
                  <a:pt x="553" y="520"/>
                </a:moveTo>
                <a:lnTo>
                  <a:pt x="553" y="559"/>
                </a:lnTo>
                <a:cubicBezTo>
                  <a:pt x="553" y="659"/>
                  <a:pt x="635" y="740"/>
                  <a:pt x="734" y="740"/>
                </a:cubicBezTo>
                <a:lnTo>
                  <a:pt x="737" y="740"/>
                </a:lnTo>
                <a:cubicBezTo>
                  <a:pt x="836" y="740"/>
                  <a:pt x="918" y="659"/>
                  <a:pt x="918" y="559"/>
                </a:cubicBezTo>
                <a:lnTo>
                  <a:pt x="918" y="520"/>
                </a:lnTo>
                <a:lnTo>
                  <a:pt x="1091" y="520"/>
                </a:lnTo>
                <a:lnTo>
                  <a:pt x="1091" y="559"/>
                </a:lnTo>
                <a:cubicBezTo>
                  <a:pt x="1091" y="659"/>
                  <a:pt x="1172" y="740"/>
                  <a:pt x="1272" y="740"/>
                </a:cubicBezTo>
                <a:lnTo>
                  <a:pt x="1275" y="740"/>
                </a:lnTo>
                <a:cubicBezTo>
                  <a:pt x="1374" y="740"/>
                  <a:pt x="1455" y="659"/>
                  <a:pt x="1455" y="559"/>
                </a:cubicBezTo>
                <a:lnTo>
                  <a:pt x="1455" y="520"/>
                </a:lnTo>
                <a:lnTo>
                  <a:pt x="2296" y="520"/>
                </a:lnTo>
                <a:lnTo>
                  <a:pt x="2296" y="1240"/>
                </a:lnTo>
                <a:lnTo>
                  <a:pt x="2051" y="1240"/>
                </a:lnTo>
                <a:lnTo>
                  <a:pt x="2051" y="1188"/>
                </a:lnTo>
                <a:cubicBezTo>
                  <a:pt x="2051" y="1088"/>
                  <a:pt x="1970" y="1007"/>
                  <a:pt x="1870" y="1007"/>
                </a:cubicBezTo>
                <a:lnTo>
                  <a:pt x="1868" y="1007"/>
                </a:lnTo>
                <a:cubicBezTo>
                  <a:pt x="1768" y="1007"/>
                  <a:pt x="1687" y="1088"/>
                  <a:pt x="1687" y="1188"/>
                </a:cubicBezTo>
                <a:lnTo>
                  <a:pt x="1687" y="1240"/>
                </a:lnTo>
                <a:lnTo>
                  <a:pt x="1513" y="1240"/>
                </a:lnTo>
                <a:lnTo>
                  <a:pt x="1513" y="1188"/>
                </a:lnTo>
                <a:cubicBezTo>
                  <a:pt x="1513" y="1088"/>
                  <a:pt x="1432" y="1007"/>
                  <a:pt x="1332" y="1007"/>
                </a:cubicBezTo>
                <a:lnTo>
                  <a:pt x="1330" y="1007"/>
                </a:lnTo>
                <a:cubicBezTo>
                  <a:pt x="1230" y="1007"/>
                  <a:pt x="1149" y="1088"/>
                  <a:pt x="1149" y="1188"/>
                </a:cubicBezTo>
                <a:lnTo>
                  <a:pt x="1149" y="1240"/>
                </a:lnTo>
                <a:lnTo>
                  <a:pt x="353" y="1240"/>
                </a:lnTo>
                <a:lnTo>
                  <a:pt x="353" y="520"/>
                </a:lnTo>
                <a:lnTo>
                  <a:pt x="553" y="520"/>
                </a:lnTo>
                <a:close/>
                <a:moveTo>
                  <a:pt x="1397" y="2093"/>
                </a:moveTo>
                <a:lnTo>
                  <a:pt x="1397" y="2060"/>
                </a:lnTo>
                <a:cubicBezTo>
                  <a:pt x="1397" y="1961"/>
                  <a:pt x="1316" y="1880"/>
                  <a:pt x="1217" y="1880"/>
                </a:cubicBezTo>
                <a:lnTo>
                  <a:pt x="1214" y="1880"/>
                </a:lnTo>
                <a:cubicBezTo>
                  <a:pt x="1115" y="1880"/>
                  <a:pt x="1033" y="1961"/>
                  <a:pt x="1033" y="2060"/>
                </a:cubicBezTo>
                <a:lnTo>
                  <a:pt x="1033" y="2093"/>
                </a:lnTo>
                <a:lnTo>
                  <a:pt x="860" y="2093"/>
                </a:lnTo>
                <a:lnTo>
                  <a:pt x="860" y="2060"/>
                </a:lnTo>
                <a:cubicBezTo>
                  <a:pt x="860" y="1961"/>
                  <a:pt x="778" y="1880"/>
                  <a:pt x="679" y="1880"/>
                </a:cubicBezTo>
                <a:lnTo>
                  <a:pt x="676" y="1880"/>
                </a:lnTo>
                <a:cubicBezTo>
                  <a:pt x="577" y="1880"/>
                  <a:pt x="496" y="1961"/>
                  <a:pt x="496" y="2060"/>
                </a:cubicBezTo>
                <a:lnTo>
                  <a:pt x="496" y="2093"/>
                </a:lnTo>
                <a:lnTo>
                  <a:pt x="353" y="2093"/>
                </a:lnTo>
                <a:lnTo>
                  <a:pt x="353" y="1373"/>
                </a:lnTo>
                <a:lnTo>
                  <a:pt x="1149" y="1373"/>
                </a:lnTo>
                <a:lnTo>
                  <a:pt x="1149" y="1386"/>
                </a:lnTo>
                <a:cubicBezTo>
                  <a:pt x="1149" y="1486"/>
                  <a:pt x="1230" y="1567"/>
                  <a:pt x="1330" y="1567"/>
                </a:cubicBezTo>
                <a:lnTo>
                  <a:pt x="1332" y="1567"/>
                </a:lnTo>
                <a:cubicBezTo>
                  <a:pt x="1432" y="1567"/>
                  <a:pt x="1513" y="1486"/>
                  <a:pt x="1513" y="1386"/>
                </a:cubicBezTo>
                <a:lnTo>
                  <a:pt x="1513" y="1373"/>
                </a:lnTo>
                <a:lnTo>
                  <a:pt x="1687" y="1373"/>
                </a:lnTo>
                <a:lnTo>
                  <a:pt x="1687" y="1386"/>
                </a:lnTo>
                <a:cubicBezTo>
                  <a:pt x="1687" y="1486"/>
                  <a:pt x="1768" y="1567"/>
                  <a:pt x="1868" y="1567"/>
                </a:cubicBezTo>
                <a:lnTo>
                  <a:pt x="1870" y="1567"/>
                </a:lnTo>
                <a:cubicBezTo>
                  <a:pt x="1970" y="1567"/>
                  <a:pt x="2051" y="1486"/>
                  <a:pt x="2051" y="1386"/>
                </a:cubicBezTo>
                <a:lnTo>
                  <a:pt x="2051" y="1373"/>
                </a:lnTo>
                <a:lnTo>
                  <a:pt x="2296" y="1373"/>
                </a:lnTo>
                <a:lnTo>
                  <a:pt x="2296" y="2093"/>
                </a:lnTo>
                <a:lnTo>
                  <a:pt x="1397" y="2093"/>
                </a:lnTo>
                <a:close/>
              </a:path>
            </a:pathLst>
          </a:custGeom>
          <a:solidFill>
            <a:srgbClr val="BC3649"/>
          </a:solidFill>
          <a:ln>
            <a:noFill/>
          </a:ln>
        </p:spPr>
      </p:sp>
      <p:sp>
        <p:nvSpPr>
          <p:cNvPr id="40" name="old-computer-screen-and-keyboard_77334"/>
          <p:cNvSpPr/>
          <p:nvPr/>
        </p:nvSpPr>
        <p:spPr bwMode="auto">
          <a:xfrm>
            <a:off x="9144854" y="4354868"/>
            <a:ext cx="398466" cy="295119"/>
          </a:xfrm>
          <a:custGeom>
            <a:avLst/>
            <a:gdLst>
              <a:gd name="connsiteX0" fmla="*/ 77343 w 606580"/>
              <a:gd name="connsiteY0" fmla="*/ 537652 h 605592"/>
              <a:gd name="connsiteX1" fmla="*/ 64994 w 606580"/>
              <a:gd name="connsiteY1" fmla="*/ 549979 h 605592"/>
              <a:gd name="connsiteX2" fmla="*/ 77343 w 606580"/>
              <a:gd name="connsiteY2" fmla="*/ 562399 h 605592"/>
              <a:gd name="connsiteX3" fmla="*/ 529237 w 606580"/>
              <a:gd name="connsiteY3" fmla="*/ 562399 h 605592"/>
              <a:gd name="connsiteX4" fmla="*/ 541586 w 606580"/>
              <a:gd name="connsiteY4" fmla="*/ 549979 h 605592"/>
              <a:gd name="connsiteX5" fmla="*/ 529237 w 606580"/>
              <a:gd name="connsiteY5" fmla="*/ 537652 h 605592"/>
              <a:gd name="connsiteX6" fmla="*/ 462386 w 606580"/>
              <a:gd name="connsiteY6" fmla="*/ 487785 h 605592"/>
              <a:gd name="connsiteX7" fmla="*/ 450037 w 606580"/>
              <a:gd name="connsiteY7" fmla="*/ 500205 h 605592"/>
              <a:gd name="connsiteX8" fmla="*/ 462386 w 606580"/>
              <a:gd name="connsiteY8" fmla="*/ 512533 h 605592"/>
              <a:gd name="connsiteX9" fmla="*/ 492376 w 606580"/>
              <a:gd name="connsiteY9" fmla="*/ 512533 h 605592"/>
              <a:gd name="connsiteX10" fmla="*/ 504818 w 606580"/>
              <a:gd name="connsiteY10" fmla="*/ 500205 h 605592"/>
              <a:gd name="connsiteX11" fmla="*/ 492376 w 606580"/>
              <a:gd name="connsiteY11" fmla="*/ 487785 h 605592"/>
              <a:gd name="connsiteX12" fmla="*/ 375387 w 606580"/>
              <a:gd name="connsiteY12" fmla="*/ 487785 h 605592"/>
              <a:gd name="connsiteX13" fmla="*/ 362945 w 606580"/>
              <a:gd name="connsiteY13" fmla="*/ 500205 h 605592"/>
              <a:gd name="connsiteX14" fmla="*/ 375387 w 606580"/>
              <a:gd name="connsiteY14" fmla="*/ 512533 h 605592"/>
              <a:gd name="connsiteX15" fmla="*/ 405377 w 606580"/>
              <a:gd name="connsiteY15" fmla="*/ 512533 h 605592"/>
              <a:gd name="connsiteX16" fmla="*/ 417726 w 606580"/>
              <a:gd name="connsiteY16" fmla="*/ 500205 h 605592"/>
              <a:gd name="connsiteX17" fmla="*/ 405377 w 606580"/>
              <a:gd name="connsiteY17" fmla="*/ 487785 h 605592"/>
              <a:gd name="connsiteX18" fmla="*/ 288295 w 606580"/>
              <a:gd name="connsiteY18" fmla="*/ 487785 h 605592"/>
              <a:gd name="connsiteX19" fmla="*/ 275946 w 606580"/>
              <a:gd name="connsiteY19" fmla="*/ 500205 h 605592"/>
              <a:gd name="connsiteX20" fmla="*/ 288295 w 606580"/>
              <a:gd name="connsiteY20" fmla="*/ 512533 h 605592"/>
              <a:gd name="connsiteX21" fmla="*/ 318285 w 606580"/>
              <a:gd name="connsiteY21" fmla="*/ 512533 h 605592"/>
              <a:gd name="connsiteX22" fmla="*/ 330727 w 606580"/>
              <a:gd name="connsiteY22" fmla="*/ 500205 h 605592"/>
              <a:gd name="connsiteX23" fmla="*/ 318285 w 606580"/>
              <a:gd name="connsiteY23" fmla="*/ 487785 h 605592"/>
              <a:gd name="connsiteX24" fmla="*/ 201296 w 606580"/>
              <a:gd name="connsiteY24" fmla="*/ 487785 h 605592"/>
              <a:gd name="connsiteX25" fmla="*/ 188854 w 606580"/>
              <a:gd name="connsiteY25" fmla="*/ 500205 h 605592"/>
              <a:gd name="connsiteX26" fmla="*/ 201296 w 606580"/>
              <a:gd name="connsiteY26" fmla="*/ 512533 h 605592"/>
              <a:gd name="connsiteX27" fmla="*/ 231286 w 606580"/>
              <a:gd name="connsiteY27" fmla="*/ 512533 h 605592"/>
              <a:gd name="connsiteX28" fmla="*/ 243635 w 606580"/>
              <a:gd name="connsiteY28" fmla="*/ 500205 h 605592"/>
              <a:gd name="connsiteX29" fmla="*/ 231286 w 606580"/>
              <a:gd name="connsiteY29" fmla="*/ 487785 h 605592"/>
              <a:gd name="connsiteX30" fmla="*/ 114204 w 606580"/>
              <a:gd name="connsiteY30" fmla="*/ 487785 h 605592"/>
              <a:gd name="connsiteX31" fmla="*/ 101855 w 606580"/>
              <a:gd name="connsiteY31" fmla="*/ 500205 h 605592"/>
              <a:gd name="connsiteX32" fmla="*/ 114204 w 606580"/>
              <a:gd name="connsiteY32" fmla="*/ 512533 h 605592"/>
              <a:gd name="connsiteX33" fmla="*/ 144194 w 606580"/>
              <a:gd name="connsiteY33" fmla="*/ 512533 h 605592"/>
              <a:gd name="connsiteX34" fmla="*/ 156636 w 606580"/>
              <a:gd name="connsiteY34" fmla="*/ 500205 h 605592"/>
              <a:gd name="connsiteX35" fmla="*/ 144194 w 606580"/>
              <a:gd name="connsiteY35" fmla="*/ 487785 h 605592"/>
              <a:gd name="connsiteX36" fmla="*/ 110304 w 606580"/>
              <a:gd name="connsiteY36" fmla="*/ 468413 h 605592"/>
              <a:gd name="connsiteX37" fmla="*/ 302687 w 606580"/>
              <a:gd name="connsiteY37" fmla="*/ 468413 h 605592"/>
              <a:gd name="connsiteX38" fmla="*/ 303894 w 606580"/>
              <a:gd name="connsiteY38" fmla="*/ 468413 h 605592"/>
              <a:gd name="connsiteX39" fmla="*/ 496276 w 606580"/>
              <a:gd name="connsiteY39" fmla="*/ 468413 h 605592"/>
              <a:gd name="connsiteX40" fmla="*/ 513267 w 606580"/>
              <a:gd name="connsiteY40" fmla="*/ 472770 h 605592"/>
              <a:gd name="connsiteX41" fmla="*/ 515589 w 606580"/>
              <a:gd name="connsiteY41" fmla="*/ 474809 h 605592"/>
              <a:gd name="connsiteX42" fmla="*/ 589496 w 606580"/>
              <a:gd name="connsiteY42" fmla="*/ 538300 h 605592"/>
              <a:gd name="connsiteX43" fmla="*/ 597760 w 606580"/>
              <a:gd name="connsiteY43" fmla="*/ 545345 h 605592"/>
              <a:gd name="connsiteX44" fmla="*/ 606580 w 606580"/>
              <a:gd name="connsiteY44" fmla="*/ 569166 h 605592"/>
              <a:gd name="connsiteX45" fmla="*/ 570091 w 606580"/>
              <a:gd name="connsiteY45" fmla="*/ 605592 h 605592"/>
              <a:gd name="connsiteX46" fmla="*/ 303894 w 606580"/>
              <a:gd name="connsiteY46" fmla="*/ 605592 h 605592"/>
              <a:gd name="connsiteX47" fmla="*/ 302687 w 606580"/>
              <a:gd name="connsiteY47" fmla="*/ 605592 h 605592"/>
              <a:gd name="connsiteX48" fmla="*/ 36489 w 606580"/>
              <a:gd name="connsiteY48" fmla="*/ 605592 h 605592"/>
              <a:gd name="connsiteX49" fmla="*/ 0 w 606580"/>
              <a:gd name="connsiteY49" fmla="*/ 569166 h 605592"/>
              <a:gd name="connsiteX50" fmla="*/ 8820 w 606580"/>
              <a:gd name="connsiteY50" fmla="*/ 545345 h 605592"/>
              <a:gd name="connsiteX51" fmla="*/ 17084 w 606580"/>
              <a:gd name="connsiteY51" fmla="*/ 538300 h 605592"/>
              <a:gd name="connsiteX52" fmla="*/ 90991 w 606580"/>
              <a:gd name="connsiteY52" fmla="*/ 474809 h 605592"/>
              <a:gd name="connsiteX53" fmla="*/ 93405 w 606580"/>
              <a:gd name="connsiteY53" fmla="*/ 472770 h 605592"/>
              <a:gd name="connsiteX54" fmla="*/ 110304 w 606580"/>
              <a:gd name="connsiteY54" fmla="*/ 468413 h 605592"/>
              <a:gd name="connsiteX55" fmla="*/ 150233 w 606580"/>
              <a:gd name="connsiteY55" fmla="*/ 49396 h 605592"/>
              <a:gd name="connsiteX56" fmla="*/ 456347 w 606580"/>
              <a:gd name="connsiteY56" fmla="*/ 49396 h 605592"/>
              <a:gd name="connsiteX57" fmla="*/ 479280 w 606580"/>
              <a:gd name="connsiteY57" fmla="*/ 72295 h 605592"/>
              <a:gd name="connsiteX58" fmla="*/ 479280 w 606580"/>
              <a:gd name="connsiteY58" fmla="*/ 183541 h 605592"/>
              <a:gd name="connsiteX59" fmla="*/ 479280 w 606580"/>
              <a:gd name="connsiteY59" fmla="*/ 294788 h 605592"/>
              <a:gd name="connsiteX60" fmla="*/ 456347 w 606580"/>
              <a:gd name="connsiteY60" fmla="*/ 317686 h 605592"/>
              <a:gd name="connsiteX61" fmla="*/ 150233 w 606580"/>
              <a:gd name="connsiteY61" fmla="*/ 317686 h 605592"/>
              <a:gd name="connsiteX62" fmla="*/ 127300 w 606580"/>
              <a:gd name="connsiteY62" fmla="*/ 294788 h 605592"/>
              <a:gd name="connsiteX63" fmla="*/ 127300 w 606580"/>
              <a:gd name="connsiteY63" fmla="*/ 183541 h 605592"/>
              <a:gd name="connsiteX64" fmla="*/ 127300 w 606580"/>
              <a:gd name="connsiteY64" fmla="*/ 72295 h 605592"/>
              <a:gd name="connsiteX65" fmla="*/ 150233 w 606580"/>
              <a:gd name="connsiteY65" fmla="*/ 49396 h 605592"/>
              <a:gd name="connsiteX66" fmla="*/ 150248 w 606580"/>
              <a:gd name="connsiteY66" fmla="*/ 24750 h 605592"/>
              <a:gd name="connsiteX67" fmla="*/ 102621 w 606580"/>
              <a:gd name="connsiteY67" fmla="*/ 72304 h 605592"/>
              <a:gd name="connsiteX68" fmla="*/ 102621 w 606580"/>
              <a:gd name="connsiteY68" fmla="*/ 183541 h 605592"/>
              <a:gd name="connsiteX69" fmla="*/ 102621 w 606580"/>
              <a:gd name="connsiteY69" fmla="*/ 294777 h 605592"/>
              <a:gd name="connsiteX70" fmla="*/ 150248 w 606580"/>
              <a:gd name="connsiteY70" fmla="*/ 342331 h 605592"/>
              <a:gd name="connsiteX71" fmla="*/ 456334 w 606580"/>
              <a:gd name="connsiteY71" fmla="*/ 342331 h 605592"/>
              <a:gd name="connsiteX72" fmla="*/ 504052 w 606580"/>
              <a:gd name="connsiteY72" fmla="*/ 294777 h 605592"/>
              <a:gd name="connsiteX73" fmla="*/ 504052 w 606580"/>
              <a:gd name="connsiteY73" fmla="*/ 183541 h 605592"/>
              <a:gd name="connsiteX74" fmla="*/ 504052 w 606580"/>
              <a:gd name="connsiteY74" fmla="*/ 72304 h 605592"/>
              <a:gd name="connsiteX75" fmla="*/ 456334 w 606580"/>
              <a:gd name="connsiteY75" fmla="*/ 24750 h 605592"/>
              <a:gd name="connsiteX76" fmla="*/ 150248 w 606580"/>
              <a:gd name="connsiteY76" fmla="*/ 0 h 605592"/>
              <a:gd name="connsiteX77" fmla="*/ 456334 w 606580"/>
              <a:gd name="connsiteY77" fmla="*/ 0 h 605592"/>
              <a:gd name="connsiteX78" fmla="*/ 528747 w 606580"/>
              <a:gd name="connsiteY78" fmla="*/ 72304 h 605592"/>
              <a:gd name="connsiteX79" fmla="*/ 528747 w 606580"/>
              <a:gd name="connsiteY79" fmla="*/ 183541 h 605592"/>
              <a:gd name="connsiteX80" fmla="*/ 528747 w 606580"/>
              <a:gd name="connsiteY80" fmla="*/ 294777 h 605592"/>
              <a:gd name="connsiteX81" fmla="*/ 456334 w 606580"/>
              <a:gd name="connsiteY81" fmla="*/ 367081 h 605592"/>
              <a:gd name="connsiteX82" fmla="*/ 371477 w 606580"/>
              <a:gd name="connsiteY82" fmla="*/ 367081 h 605592"/>
              <a:gd name="connsiteX83" fmla="*/ 371477 w 606580"/>
              <a:gd name="connsiteY83" fmla="*/ 410093 h 605592"/>
              <a:gd name="connsiteX84" fmla="*/ 380391 w 606580"/>
              <a:gd name="connsiteY84" fmla="*/ 418992 h 605592"/>
              <a:gd name="connsiteX85" fmla="*/ 399240 w 606580"/>
              <a:gd name="connsiteY85" fmla="*/ 418992 h 605592"/>
              <a:gd name="connsiteX86" fmla="*/ 399240 w 606580"/>
              <a:gd name="connsiteY86" fmla="*/ 419085 h 605592"/>
              <a:gd name="connsiteX87" fmla="*/ 440094 w 606580"/>
              <a:gd name="connsiteY87" fmla="*/ 419085 h 605592"/>
              <a:gd name="connsiteX88" fmla="*/ 449007 w 606580"/>
              <a:gd name="connsiteY88" fmla="*/ 427891 h 605592"/>
              <a:gd name="connsiteX89" fmla="*/ 449007 w 606580"/>
              <a:gd name="connsiteY89" fmla="*/ 448655 h 605592"/>
              <a:gd name="connsiteX90" fmla="*/ 157643 w 606580"/>
              <a:gd name="connsiteY90" fmla="*/ 448655 h 605592"/>
              <a:gd name="connsiteX91" fmla="*/ 157643 w 606580"/>
              <a:gd name="connsiteY91" fmla="*/ 427891 h 605592"/>
              <a:gd name="connsiteX92" fmla="*/ 166557 w 606580"/>
              <a:gd name="connsiteY92" fmla="*/ 419085 h 605592"/>
              <a:gd name="connsiteX93" fmla="*/ 207318 w 606580"/>
              <a:gd name="connsiteY93" fmla="*/ 419085 h 605592"/>
              <a:gd name="connsiteX94" fmla="*/ 207318 w 606580"/>
              <a:gd name="connsiteY94" fmla="*/ 418992 h 605592"/>
              <a:gd name="connsiteX95" fmla="*/ 226167 w 606580"/>
              <a:gd name="connsiteY95" fmla="*/ 418992 h 605592"/>
              <a:gd name="connsiteX96" fmla="*/ 235080 w 606580"/>
              <a:gd name="connsiteY96" fmla="*/ 410093 h 605592"/>
              <a:gd name="connsiteX97" fmla="*/ 235080 w 606580"/>
              <a:gd name="connsiteY97" fmla="*/ 367081 h 605592"/>
              <a:gd name="connsiteX98" fmla="*/ 150248 w 606580"/>
              <a:gd name="connsiteY98" fmla="*/ 367081 h 605592"/>
              <a:gd name="connsiteX99" fmla="*/ 77834 w 606580"/>
              <a:gd name="connsiteY99" fmla="*/ 294777 h 605592"/>
              <a:gd name="connsiteX100" fmla="*/ 77834 w 606580"/>
              <a:gd name="connsiteY100" fmla="*/ 183541 h 605592"/>
              <a:gd name="connsiteX101" fmla="*/ 77834 w 606580"/>
              <a:gd name="connsiteY101" fmla="*/ 72304 h 605592"/>
              <a:gd name="connsiteX102" fmla="*/ 150248 w 606580"/>
              <a:gd name="connsiteY102" fmla="*/ 0 h 6055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</a:cxnLst>
            <a:rect l="l" t="t" r="r" b="b"/>
            <a:pathLst>
              <a:path w="606580" h="605592">
                <a:moveTo>
                  <a:pt x="77343" y="537652"/>
                </a:moveTo>
                <a:cubicBezTo>
                  <a:pt x="70565" y="537652"/>
                  <a:pt x="64994" y="543213"/>
                  <a:pt x="64994" y="549979"/>
                </a:cubicBezTo>
                <a:cubicBezTo>
                  <a:pt x="64994" y="556838"/>
                  <a:pt x="70565" y="562399"/>
                  <a:pt x="77343" y="562399"/>
                </a:cubicBezTo>
                <a:lnTo>
                  <a:pt x="529237" y="562399"/>
                </a:lnTo>
                <a:cubicBezTo>
                  <a:pt x="536108" y="562399"/>
                  <a:pt x="541586" y="556838"/>
                  <a:pt x="541586" y="549979"/>
                </a:cubicBezTo>
                <a:cubicBezTo>
                  <a:pt x="541586" y="543213"/>
                  <a:pt x="536108" y="537652"/>
                  <a:pt x="529237" y="537652"/>
                </a:cubicBezTo>
                <a:close/>
                <a:moveTo>
                  <a:pt x="462386" y="487785"/>
                </a:moveTo>
                <a:cubicBezTo>
                  <a:pt x="455516" y="487785"/>
                  <a:pt x="450037" y="493346"/>
                  <a:pt x="450037" y="500205"/>
                </a:cubicBezTo>
                <a:cubicBezTo>
                  <a:pt x="450037" y="506972"/>
                  <a:pt x="455516" y="512533"/>
                  <a:pt x="462386" y="512533"/>
                </a:cubicBezTo>
                <a:lnTo>
                  <a:pt x="492376" y="512533"/>
                </a:lnTo>
                <a:cubicBezTo>
                  <a:pt x="499247" y="512533"/>
                  <a:pt x="504818" y="506972"/>
                  <a:pt x="504818" y="500205"/>
                </a:cubicBezTo>
                <a:cubicBezTo>
                  <a:pt x="504818" y="493346"/>
                  <a:pt x="499247" y="487785"/>
                  <a:pt x="492376" y="487785"/>
                </a:cubicBezTo>
                <a:close/>
                <a:moveTo>
                  <a:pt x="375387" y="487785"/>
                </a:moveTo>
                <a:cubicBezTo>
                  <a:pt x="368516" y="487785"/>
                  <a:pt x="362945" y="493346"/>
                  <a:pt x="362945" y="500205"/>
                </a:cubicBezTo>
                <a:cubicBezTo>
                  <a:pt x="362945" y="506972"/>
                  <a:pt x="368516" y="512533"/>
                  <a:pt x="375387" y="512533"/>
                </a:cubicBezTo>
                <a:lnTo>
                  <a:pt x="405377" y="512533"/>
                </a:lnTo>
                <a:cubicBezTo>
                  <a:pt x="412155" y="512533"/>
                  <a:pt x="417726" y="506972"/>
                  <a:pt x="417726" y="500205"/>
                </a:cubicBezTo>
                <a:cubicBezTo>
                  <a:pt x="417726" y="493346"/>
                  <a:pt x="412155" y="487785"/>
                  <a:pt x="405377" y="487785"/>
                </a:cubicBezTo>
                <a:close/>
                <a:moveTo>
                  <a:pt x="288295" y="487785"/>
                </a:moveTo>
                <a:cubicBezTo>
                  <a:pt x="281424" y="487785"/>
                  <a:pt x="275946" y="493346"/>
                  <a:pt x="275946" y="500205"/>
                </a:cubicBezTo>
                <a:cubicBezTo>
                  <a:pt x="275946" y="506972"/>
                  <a:pt x="281424" y="512533"/>
                  <a:pt x="288295" y="512533"/>
                </a:cubicBezTo>
                <a:lnTo>
                  <a:pt x="318285" y="512533"/>
                </a:lnTo>
                <a:cubicBezTo>
                  <a:pt x="325156" y="512533"/>
                  <a:pt x="330727" y="506972"/>
                  <a:pt x="330727" y="500205"/>
                </a:cubicBezTo>
                <a:cubicBezTo>
                  <a:pt x="330727" y="493346"/>
                  <a:pt x="325156" y="487785"/>
                  <a:pt x="318285" y="487785"/>
                </a:cubicBezTo>
                <a:close/>
                <a:moveTo>
                  <a:pt x="201296" y="487785"/>
                </a:moveTo>
                <a:cubicBezTo>
                  <a:pt x="194425" y="487785"/>
                  <a:pt x="188854" y="493346"/>
                  <a:pt x="188854" y="500205"/>
                </a:cubicBezTo>
                <a:cubicBezTo>
                  <a:pt x="188854" y="506972"/>
                  <a:pt x="194425" y="512533"/>
                  <a:pt x="201296" y="512533"/>
                </a:cubicBezTo>
                <a:lnTo>
                  <a:pt x="231286" y="512533"/>
                </a:lnTo>
                <a:cubicBezTo>
                  <a:pt x="238064" y="512533"/>
                  <a:pt x="243635" y="506972"/>
                  <a:pt x="243635" y="500205"/>
                </a:cubicBezTo>
                <a:cubicBezTo>
                  <a:pt x="243635" y="493346"/>
                  <a:pt x="238064" y="487785"/>
                  <a:pt x="231286" y="487785"/>
                </a:cubicBezTo>
                <a:close/>
                <a:moveTo>
                  <a:pt x="114204" y="487785"/>
                </a:moveTo>
                <a:cubicBezTo>
                  <a:pt x="107333" y="487785"/>
                  <a:pt x="101855" y="493346"/>
                  <a:pt x="101855" y="500205"/>
                </a:cubicBezTo>
                <a:cubicBezTo>
                  <a:pt x="101855" y="506972"/>
                  <a:pt x="107333" y="512533"/>
                  <a:pt x="114204" y="512533"/>
                </a:cubicBezTo>
                <a:lnTo>
                  <a:pt x="144194" y="512533"/>
                </a:lnTo>
                <a:cubicBezTo>
                  <a:pt x="151065" y="512533"/>
                  <a:pt x="156636" y="506972"/>
                  <a:pt x="156636" y="500205"/>
                </a:cubicBezTo>
                <a:cubicBezTo>
                  <a:pt x="156636" y="493346"/>
                  <a:pt x="151065" y="487785"/>
                  <a:pt x="144194" y="487785"/>
                </a:cubicBezTo>
                <a:close/>
                <a:moveTo>
                  <a:pt x="110304" y="468413"/>
                </a:moveTo>
                <a:lnTo>
                  <a:pt x="302687" y="468413"/>
                </a:lnTo>
                <a:lnTo>
                  <a:pt x="303894" y="468413"/>
                </a:lnTo>
                <a:lnTo>
                  <a:pt x="496276" y="468413"/>
                </a:lnTo>
                <a:cubicBezTo>
                  <a:pt x="503240" y="468413"/>
                  <a:pt x="509461" y="470174"/>
                  <a:pt x="513267" y="472770"/>
                </a:cubicBezTo>
                <a:cubicBezTo>
                  <a:pt x="514196" y="473418"/>
                  <a:pt x="515032" y="474067"/>
                  <a:pt x="515589" y="474809"/>
                </a:cubicBezTo>
                <a:lnTo>
                  <a:pt x="589496" y="538300"/>
                </a:lnTo>
                <a:cubicBezTo>
                  <a:pt x="592560" y="540247"/>
                  <a:pt x="595346" y="542657"/>
                  <a:pt x="597760" y="545345"/>
                </a:cubicBezTo>
                <a:cubicBezTo>
                  <a:pt x="603238" y="551740"/>
                  <a:pt x="606580" y="560082"/>
                  <a:pt x="606580" y="569166"/>
                </a:cubicBezTo>
                <a:cubicBezTo>
                  <a:pt x="606580" y="589279"/>
                  <a:pt x="590239" y="605592"/>
                  <a:pt x="570091" y="605592"/>
                </a:cubicBezTo>
                <a:lnTo>
                  <a:pt x="303894" y="605592"/>
                </a:lnTo>
                <a:lnTo>
                  <a:pt x="302687" y="605592"/>
                </a:lnTo>
                <a:lnTo>
                  <a:pt x="36489" y="605592"/>
                </a:lnTo>
                <a:cubicBezTo>
                  <a:pt x="16341" y="605592"/>
                  <a:pt x="0" y="589279"/>
                  <a:pt x="0" y="569166"/>
                </a:cubicBezTo>
                <a:cubicBezTo>
                  <a:pt x="0" y="560082"/>
                  <a:pt x="3342" y="551740"/>
                  <a:pt x="8820" y="545345"/>
                </a:cubicBezTo>
                <a:cubicBezTo>
                  <a:pt x="11234" y="542657"/>
                  <a:pt x="14020" y="540247"/>
                  <a:pt x="17084" y="538300"/>
                </a:cubicBezTo>
                <a:lnTo>
                  <a:pt x="90991" y="474809"/>
                </a:lnTo>
                <a:cubicBezTo>
                  <a:pt x="91641" y="474067"/>
                  <a:pt x="92384" y="473418"/>
                  <a:pt x="93405" y="472770"/>
                </a:cubicBezTo>
                <a:cubicBezTo>
                  <a:pt x="97212" y="470174"/>
                  <a:pt x="103340" y="468413"/>
                  <a:pt x="110304" y="468413"/>
                </a:cubicBezTo>
                <a:close/>
                <a:moveTo>
                  <a:pt x="150233" y="49396"/>
                </a:moveTo>
                <a:lnTo>
                  <a:pt x="456347" y="49396"/>
                </a:lnTo>
                <a:cubicBezTo>
                  <a:pt x="468974" y="49396"/>
                  <a:pt x="479280" y="59687"/>
                  <a:pt x="479280" y="72295"/>
                </a:cubicBezTo>
                <a:lnTo>
                  <a:pt x="479280" y="183541"/>
                </a:lnTo>
                <a:lnTo>
                  <a:pt x="479280" y="294788"/>
                </a:lnTo>
                <a:cubicBezTo>
                  <a:pt x="479280" y="307396"/>
                  <a:pt x="468974" y="317686"/>
                  <a:pt x="456347" y="317686"/>
                </a:cubicBezTo>
                <a:lnTo>
                  <a:pt x="150233" y="317686"/>
                </a:lnTo>
                <a:cubicBezTo>
                  <a:pt x="137606" y="317686"/>
                  <a:pt x="127300" y="307396"/>
                  <a:pt x="127300" y="294788"/>
                </a:cubicBezTo>
                <a:lnTo>
                  <a:pt x="127300" y="183541"/>
                </a:lnTo>
                <a:lnTo>
                  <a:pt x="127300" y="72295"/>
                </a:lnTo>
                <a:cubicBezTo>
                  <a:pt x="127300" y="59687"/>
                  <a:pt x="137606" y="49396"/>
                  <a:pt x="150233" y="49396"/>
                </a:cubicBezTo>
                <a:close/>
                <a:moveTo>
                  <a:pt x="150248" y="24750"/>
                </a:moveTo>
                <a:cubicBezTo>
                  <a:pt x="123881" y="24750"/>
                  <a:pt x="102621" y="45978"/>
                  <a:pt x="102621" y="72304"/>
                </a:cubicBezTo>
                <a:lnTo>
                  <a:pt x="102621" y="183541"/>
                </a:lnTo>
                <a:lnTo>
                  <a:pt x="102621" y="294777"/>
                </a:lnTo>
                <a:cubicBezTo>
                  <a:pt x="102621" y="321103"/>
                  <a:pt x="123881" y="342331"/>
                  <a:pt x="150248" y="342331"/>
                </a:cubicBezTo>
                <a:lnTo>
                  <a:pt x="456334" y="342331"/>
                </a:lnTo>
                <a:cubicBezTo>
                  <a:pt x="482700" y="342331"/>
                  <a:pt x="504052" y="321103"/>
                  <a:pt x="504052" y="294777"/>
                </a:cubicBezTo>
                <a:lnTo>
                  <a:pt x="504052" y="183541"/>
                </a:lnTo>
                <a:lnTo>
                  <a:pt x="504052" y="72304"/>
                </a:lnTo>
                <a:cubicBezTo>
                  <a:pt x="504052" y="45978"/>
                  <a:pt x="482700" y="24750"/>
                  <a:pt x="456334" y="24750"/>
                </a:cubicBezTo>
                <a:close/>
                <a:moveTo>
                  <a:pt x="150248" y="0"/>
                </a:moveTo>
                <a:lnTo>
                  <a:pt x="456334" y="0"/>
                </a:lnTo>
                <a:cubicBezTo>
                  <a:pt x="496254" y="0"/>
                  <a:pt x="528747" y="32444"/>
                  <a:pt x="528747" y="72304"/>
                </a:cubicBezTo>
                <a:lnTo>
                  <a:pt x="528747" y="183541"/>
                </a:lnTo>
                <a:lnTo>
                  <a:pt x="528747" y="294777"/>
                </a:lnTo>
                <a:cubicBezTo>
                  <a:pt x="528747" y="334637"/>
                  <a:pt x="496254" y="367081"/>
                  <a:pt x="456334" y="367081"/>
                </a:cubicBezTo>
                <a:lnTo>
                  <a:pt x="371477" y="367081"/>
                </a:lnTo>
                <a:lnTo>
                  <a:pt x="371477" y="410093"/>
                </a:lnTo>
                <a:cubicBezTo>
                  <a:pt x="371477" y="415006"/>
                  <a:pt x="375470" y="418992"/>
                  <a:pt x="380391" y="418992"/>
                </a:cubicBezTo>
                <a:lnTo>
                  <a:pt x="399240" y="418992"/>
                </a:lnTo>
                <a:lnTo>
                  <a:pt x="399240" y="419085"/>
                </a:lnTo>
                <a:lnTo>
                  <a:pt x="440094" y="419085"/>
                </a:lnTo>
                <a:cubicBezTo>
                  <a:pt x="445015" y="419085"/>
                  <a:pt x="449007" y="422978"/>
                  <a:pt x="449007" y="427891"/>
                </a:cubicBezTo>
                <a:lnTo>
                  <a:pt x="449007" y="448655"/>
                </a:lnTo>
                <a:lnTo>
                  <a:pt x="157643" y="448655"/>
                </a:lnTo>
                <a:lnTo>
                  <a:pt x="157643" y="427891"/>
                </a:lnTo>
                <a:cubicBezTo>
                  <a:pt x="157643" y="422978"/>
                  <a:pt x="161636" y="419085"/>
                  <a:pt x="166557" y="419085"/>
                </a:cubicBezTo>
                <a:lnTo>
                  <a:pt x="207318" y="419085"/>
                </a:lnTo>
                <a:lnTo>
                  <a:pt x="207318" y="418992"/>
                </a:lnTo>
                <a:lnTo>
                  <a:pt x="226167" y="418992"/>
                </a:lnTo>
                <a:cubicBezTo>
                  <a:pt x="231088" y="418992"/>
                  <a:pt x="235080" y="415006"/>
                  <a:pt x="235080" y="410093"/>
                </a:cubicBezTo>
                <a:lnTo>
                  <a:pt x="235080" y="367081"/>
                </a:lnTo>
                <a:lnTo>
                  <a:pt x="150248" y="367081"/>
                </a:lnTo>
                <a:cubicBezTo>
                  <a:pt x="110327" y="367081"/>
                  <a:pt x="77834" y="334637"/>
                  <a:pt x="77834" y="294777"/>
                </a:cubicBezTo>
                <a:lnTo>
                  <a:pt x="77834" y="183541"/>
                </a:lnTo>
                <a:lnTo>
                  <a:pt x="77834" y="72304"/>
                </a:lnTo>
                <a:cubicBezTo>
                  <a:pt x="77834" y="32444"/>
                  <a:pt x="110327" y="0"/>
                  <a:pt x="150248" y="0"/>
                </a:cubicBezTo>
                <a:close/>
              </a:path>
            </a:pathLst>
          </a:custGeom>
          <a:solidFill>
            <a:srgbClr val="BC3649"/>
          </a:solidFill>
          <a:ln>
            <a:noFill/>
          </a:ln>
        </p:spPr>
      </p:sp>
      <p:cxnSp>
        <p:nvCxnSpPr>
          <p:cNvPr id="100" name="直接连接符 99"/>
          <p:cNvCxnSpPr/>
          <p:nvPr/>
        </p:nvCxnSpPr>
        <p:spPr>
          <a:xfrm>
            <a:off x="5979925" y="3829049"/>
            <a:ext cx="0" cy="442914"/>
          </a:xfrm>
          <a:prstGeom prst="line">
            <a:avLst/>
          </a:prstGeom>
          <a:noFill/>
          <a:ln w="28575" cap="flat" cmpd="sng">
            <a:solidFill>
              <a:srgbClr val="BC3649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84" name="直接连接符 83"/>
          <p:cNvCxnSpPr/>
          <p:nvPr/>
        </p:nvCxnSpPr>
        <p:spPr>
          <a:xfrm>
            <a:off x="9344087" y="3813175"/>
            <a:ext cx="0" cy="474663"/>
          </a:xfrm>
          <a:prstGeom prst="line">
            <a:avLst/>
          </a:prstGeom>
          <a:noFill/>
          <a:ln w="28575" cap="flat" cmpd="sng">
            <a:solidFill>
              <a:srgbClr val="BC3649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sp>
        <p:nvSpPr>
          <p:cNvPr id="108" name="文本框 107"/>
          <p:cNvSpPr txBox="1"/>
          <p:nvPr/>
        </p:nvSpPr>
        <p:spPr>
          <a:xfrm>
            <a:off x="2311587" y="4766979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运行环境搭建</a:t>
            </a:r>
          </a:p>
        </p:txBody>
      </p:sp>
      <p:sp>
        <p:nvSpPr>
          <p:cNvPr id="89" name="文本框 88"/>
          <p:cNvSpPr txBox="1"/>
          <p:nvPr/>
        </p:nvSpPr>
        <p:spPr>
          <a:xfrm>
            <a:off x="5463880" y="4766979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运行与调试</a:t>
            </a:r>
          </a:p>
        </p:txBody>
      </p:sp>
      <p:sp>
        <p:nvSpPr>
          <p:cNvPr id="90" name="文本框 89"/>
          <p:cNvSpPr txBox="1"/>
          <p:nvPr/>
        </p:nvSpPr>
        <p:spPr>
          <a:xfrm>
            <a:off x="8790089" y="4766979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应用与开发</a:t>
            </a: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7997" y="1097721"/>
            <a:ext cx="1645803" cy="1084891"/>
          </a:xfrm>
          <a:prstGeom prst="rect">
            <a:avLst/>
          </a:prstGeom>
        </p:spPr>
      </p:pic>
      <p:grpSp>
        <p:nvGrpSpPr>
          <p:cNvPr id="37" name="243693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2766822" y="2412201"/>
            <a:ext cx="6438900" cy="950119"/>
            <a:chOff x="1803400" y="1598613"/>
            <a:chExt cx="8585200" cy="1266825"/>
          </a:xfrm>
        </p:grpSpPr>
        <p:sp>
          <p:nvSpPr>
            <p:cNvPr id="41" name="ï$ḻíḓé"/>
            <p:cNvSpPr/>
            <p:nvPr/>
          </p:nvSpPr>
          <p:spPr>
            <a:xfrm>
              <a:off x="1803400" y="1598613"/>
              <a:ext cx="1371600" cy="1266825"/>
            </a:xfrm>
            <a:prstGeom prst="roundRect">
              <a:avLst/>
            </a:prstGeom>
            <a:solidFill>
              <a:srgbClr val="BC3649"/>
            </a:solidFill>
            <a:ln w="12700" cap="flat">
              <a:noFill/>
              <a:miter lim="400000"/>
            </a:ln>
            <a:effectLst/>
          </p:spPr>
          <p:txBody>
            <a:bodyPr wrap="square" lIns="91440" tIns="45720" rIns="91440" bIns="45720" numCol="1" anchor="ctr">
              <a:normAutofit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1pPr>
              <a:lvl2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2pPr>
              <a:lvl3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3pPr>
              <a:lvl4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4pPr>
              <a:lvl5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5pPr>
              <a:lvl6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6pPr>
              <a:lvl7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7pPr>
              <a:lvl8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8pPr>
              <a:lvl9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9pPr>
            </a:lstStyle>
            <a:p>
              <a:pPr>
                <a:spcBef>
                  <a:spcPct val="0"/>
                </a:spcBef>
              </a:pPr>
              <a:r>
                <a:rPr lang="zh-CN" altLang="en-US" sz="1800" b="1" dirty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输入</a:t>
              </a:r>
            </a:p>
          </p:txBody>
        </p:sp>
        <p:sp>
          <p:nvSpPr>
            <p:cNvPr id="42" name="íšliḋè"/>
            <p:cNvSpPr/>
            <p:nvPr/>
          </p:nvSpPr>
          <p:spPr>
            <a:xfrm>
              <a:off x="9017000" y="1598613"/>
              <a:ext cx="1371600" cy="1266825"/>
            </a:xfrm>
            <a:prstGeom prst="roundRect">
              <a:avLst/>
            </a:prstGeom>
            <a:solidFill>
              <a:srgbClr val="BC3649"/>
            </a:solidFill>
            <a:ln w="12700" cap="flat">
              <a:noFill/>
              <a:miter lim="400000"/>
            </a:ln>
            <a:effectLst/>
          </p:spPr>
          <p:txBody>
            <a:bodyPr wrap="square" lIns="91440" tIns="45720" rIns="91440" bIns="45720" numCol="1" anchor="ctr">
              <a:normAutofit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1pPr>
              <a:lvl2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2pPr>
              <a:lvl3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3pPr>
              <a:lvl4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4pPr>
              <a:lvl5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5pPr>
              <a:lvl6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6pPr>
              <a:lvl7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7pPr>
              <a:lvl8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8pPr>
              <a:lvl9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9pPr>
            </a:lstStyle>
            <a:p>
              <a:pPr>
                <a:spcBef>
                  <a:spcPct val="0"/>
                </a:spcBef>
              </a:pPr>
              <a:r>
                <a:rPr lang="zh-CN" altLang="en-US" sz="1800" b="1" dirty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输出</a:t>
              </a:r>
            </a:p>
          </p:txBody>
        </p:sp>
        <p:sp>
          <p:nvSpPr>
            <p:cNvPr id="43" name="ïsḷïḑè"/>
            <p:cNvSpPr/>
            <p:nvPr/>
          </p:nvSpPr>
          <p:spPr>
            <a:xfrm>
              <a:off x="3606801" y="1598613"/>
              <a:ext cx="1371601" cy="1266825"/>
            </a:xfrm>
            <a:prstGeom prst="roundRect">
              <a:avLst/>
            </a:prstGeom>
            <a:solidFill>
              <a:srgbClr val="BC3649"/>
            </a:solidFill>
            <a:ln w="12700" cap="flat">
              <a:noFill/>
              <a:miter lim="400000"/>
            </a:ln>
            <a:effectLst/>
          </p:spPr>
          <p:txBody>
            <a:bodyPr wrap="square" lIns="91440" tIns="45720" rIns="91440" bIns="45720" numCol="1" anchor="ctr">
              <a:normAutofit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1pPr>
              <a:lvl2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2pPr>
              <a:lvl3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3pPr>
              <a:lvl4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4pPr>
              <a:lvl5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5pPr>
              <a:lvl6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6pPr>
              <a:lvl7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7pPr>
              <a:lvl8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8pPr>
              <a:lvl9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9pPr>
            </a:lstStyle>
            <a:p>
              <a:pPr>
                <a:spcBef>
                  <a:spcPct val="0"/>
                </a:spcBef>
              </a:pPr>
              <a:r>
                <a:rPr lang="zh-CN" altLang="en-US" sz="1800" b="1" dirty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建模</a:t>
              </a:r>
            </a:p>
          </p:txBody>
        </p:sp>
        <p:sp>
          <p:nvSpPr>
            <p:cNvPr id="44" name="ïšḷïḓé"/>
            <p:cNvSpPr/>
            <p:nvPr/>
          </p:nvSpPr>
          <p:spPr>
            <a:xfrm>
              <a:off x="5410203" y="1598613"/>
              <a:ext cx="1371600" cy="1266825"/>
            </a:xfrm>
            <a:prstGeom prst="roundRect">
              <a:avLst/>
            </a:prstGeom>
            <a:solidFill>
              <a:srgbClr val="BC3649"/>
            </a:solidFill>
            <a:ln w="12700" cap="flat">
              <a:noFill/>
              <a:miter lim="400000"/>
            </a:ln>
            <a:effectLst/>
          </p:spPr>
          <p:txBody>
            <a:bodyPr wrap="square" lIns="91440" tIns="45720" rIns="91440" bIns="45720" numCol="1" anchor="ctr">
              <a:normAutofit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1pPr>
              <a:lvl2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2pPr>
              <a:lvl3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3pPr>
              <a:lvl4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4pPr>
              <a:lvl5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5pPr>
              <a:lvl6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6pPr>
              <a:lvl7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7pPr>
              <a:lvl8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8pPr>
              <a:lvl9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9pPr>
            </a:lstStyle>
            <a:p>
              <a:pPr>
                <a:spcBef>
                  <a:spcPct val="0"/>
                </a:spcBef>
              </a:pPr>
              <a:r>
                <a:rPr lang="zh-CN" altLang="en-US" sz="1800" b="1" dirty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实现</a:t>
              </a:r>
            </a:p>
          </p:txBody>
        </p:sp>
        <p:sp>
          <p:nvSpPr>
            <p:cNvPr id="45" name="íśḻíḑè"/>
            <p:cNvSpPr/>
            <p:nvPr/>
          </p:nvSpPr>
          <p:spPr>
            <a:xfrm>
              <a:off x="7213603" y="1598613"/>
              <a:ext cx="1371600" cy="1266825"/>
            </a:xfrm>
            <a:prstGeom prst="roundRect">
              <a:avLst/>
            </a:prstGeom>
            <a:solidFill>
              <a:srgbClr val="BC3649"/>
            </a:solidFill>
            <a:ln w="12700" cap="flat">
              <a:noFill/>
              <a:miter lim="400000"/>
            </a:ln>
            <a:effectLst/>
          </p:spPr>
          <p:txBody>
            <a:bodyPr wrap="square" lIns="91440" tIns="45720" rIns="91440" bIns="45720" numCol="1" anchor="ctr">
              <a:normAutofit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1pPr>
              <a:lvl2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2pPr>
              <a:lvl3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3pPr>
              <a:lvl4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4pPr>
              <a:lvl5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5pPr>
              <a:lvl6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6pPr>
              <a:lvl7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7pPr>
              <a:lvl8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8pPr>
              <a:lvl9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9pPr>
            </a:lstStyle>
            <a:p>
              <a:pPr>
                <a:spcBef>
                  <a:spcPct val="0"/>
                </a:spcBef>
              </a:pPr>
              <a:r>
                <a:rPr lang="zh-CN" altLang="en-US" sz="1800" b="1" dirty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运行</a:t>
              </a:r>
            </a:p>
          </p:txBody>
        </p:sp>
        <p:sp>
          <p:nvSpPr>
            <p:cNvPr id="46" name="ïṣḷïḍè"/>
            <p:cNvSpPr/>
            <p:nvPr/>
          </p:nvSpPr>
          <p:spPr>
            <a:xfrm>
              <a:off x="3289300" y="2079625"/>
              <a:ext cx="203201" cy="304800"/>
            </a:xfrm>
            <a:prstGeom prst="rightArrow">
              <a:avLst>
                <a:gd name="adj1" fmla="val 32000"/>
                <a:gd name="adj2" fmla="val 275000"/>
              </a:avLst>
            </a:prstGeom>
            <a:solidFill>
              <a:srgbClr val="BC3649"/>
            </a:solidFill>
            <a:ln w="12700" cap="flat">
              <a:noFill/>
              <a:miter lim="400000"/>
            </a:ln>
            <a:effectLst/>
          </p:spPr>
          <p:txBody>
            <a:bodyPr wrap="square" lIns="91440" tIns="45720" rIns="91440" bIns="45720" numCol="1" anchor="ctr">
              <a:normAutofit fontScale="25000" lnSpcReduction="20000"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1pPr>
              <a:lvl2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2pPr>
              <a:lvl3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3pPr>
              <a:lvl4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4pPr>
              <a:lvl5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5pPr>
              <a:lvl6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6pPr>
              <a:lvl7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7pPr>
              <a:lvl8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8pPr>
              <a:lvl9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9pPr>
            </a:lstStyle>
            <a:p>
              <a:pPr algn="l" defTabSz="584200">
                <a:lnSpc>
                  <a:spcPct val="110000"/>
                </a:lnSpc>
                <a:spcBef>
                  <a:spcPts val="3000"/>
                </a:spcBef>
                <a:defRPr sz="2000">
                  <a:solidFill>
                    <a:srgbClr val="4C4C4C"/>
                  </a:solidFill>
                </a:defRPr>
              </a:pPr>
              <a:endParaRPr sz="2000"/>
            </a:p>
          </p:txBody>
        </p:sp>
        <p:sp>
          <p:nvSpPr>
            <p:cNvPr id="47" name="ïṧḷïḓé"/>
            <p:cNvSpPr/>
            <p:nvPr/>
          </p:nvSpPr>
          <p:spPr>
            <a:xfrm>
              <a:off x="5092702" y="2079625"/>
              <a:ext cx="203201" cy="304800"/>
            </a:xfrm>
            <a:prstGeom prst="rightArrow">
              <a:avLst>
                <a:gd name="adj1" fmla="val 32000"/>
                <a:gd name="adj2" fmla="val 275000"/>
              </a:avLst>
            </a:prstGeom>
            <a:solidFill>
              <a:srgbClr val="BC3649"/>
            </a:solidFill>
            <a:ln w="12700" cap="flat">
              <a:noFill/>
              <a:miter lim="400000"/>
            </a:ln>
            <a:effectLst/>
          </p:spPr>
          <p:txBody>
            <a:bodyPr wrap="square" lIns="91440" tIns="45720" rIns="91440" bIns="45720" numCol="1" anchor="ctr">
              <a:normAutofit fontScale="25000" lnSpcReduction="20000"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1pPr>
              <a:lvl2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2pPr>
              <a:lvl3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3pPr>
              <a:lvl4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4pPr>
              <a:lvl5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5pPr>
              <a:lvl6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6pPr>
              <a:lvl7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7pPr>
              <a:lvl8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8pPr>
              <a:lvl9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9pPr>
            </a:lstStyle>
            <a:p>
              <a:pPr algn="l" defTabSz="584200">
                <a:lnSpc>
                  <a:spcPct val="110000"/>
                </a:lnSpc>
                <a:spcBef>
                  <a:spcPts val="3000"/>
                </a:spcBef>
                <a:defRPr sz="2000">
                  <a:solidFill>
                    <a:srgbClr val="4C4C4C"/>
                  </a:solidFill>
                </a:defRPr>
              </a:pPr>
              <a:endParaRPr sz="2000">
                <a:solidFill>
                  <a:schemeClr val="bg1"/>
                </a:solidFill>
              </a:endParaRPr>
            </a:p>
          </p:txBody>
        </p:sp>
        <p:sp>
          <p:nvSpPr>
            <p:cNvPr id="48" name="iṡļíḍè"/>
            <p:cNvSpPr/>
            <p:nvPr/>
          </p:nvSpPr>
          <p:spPr>
            <a:xfrm>
              <a:off x="8699503" y="2079625"/>
              <a:ext cx="203200" cy="304800"/>
            </a:xfrm>
            <a:prstGeom prst="rightArrow">
              <a:avLst>
                <a:gd name="adj1" fmla="val 32000"/>
                <a:gd name="adj2" fmla="val 275000"/>
              </a:avLst>
            </a:prstGeom>
            <a:solidFill>
              <a:srgbClr val="BC3649"/>
            </a:solidFill>
            <a:ln w="12700" cap="flat">
              <a:noFill/>
              <a:miter lim="400000"/>
            </a:ln>
            <a:effectLst/>
          </p:spPr>
          <p:txBody>
            <a:bodyPr wrap="square" lIns="91440" tIns="45720" rIns="91440" bIns="45720" numCol="1" anchor="ctr">
              <a:normAutofit fontScale="25000" lnSpcReduction="20000"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1pPr>
              <a:lvl2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2pPr>
              <a:lvl3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3pPr>
              <a:lvl4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4pPr>
              <a:lvl5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5pPr>
              <a:lvl6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6pPr>
              <a:lvl7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7pPr>
              <a:lvl8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8pPr>
              <a:lvl9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9pPr>
            </a:lstStyle>
            <a:p>
              <a:pPr algn="l" defTabSz="584200">
                <a:lnSpc>
                  <a:spcPct val="110000"/>
                </a:lnSpc>
                <a:spcBef>
                  <a:spcPts val="3000"/>
                </a:spcBef>
                <a:defRPr sz="2000">
                  <a:solidFill>
                    <a:srgbClr val="4C4C4C"/>
                  </a:solidFill>
                </a:defRPr>
              </a:pPr>
              <a:endParaRPr sz="2000">
                <a:solidFill>
                  <a:schemeClr val="bg1"/>
                </a:solidFill>
              </a:endParaRPr>
            </a:p>
          </p:txBody>
        </p:sp>
        <p:sp>
          <p:nvSpPr>
            <p:cNvPr id="49" name="ïş1ïḓè"/>
            <p:cNvSpPr/>
            <p:nvPr/>
          </p:nvSpPr>
          <p:spPr>
            <a:xfrm>
              <a:off x="6896103" y="2079625"/>
              <a:ext cx="203200" cy="304800"/>
            </a:xfrm>
            <a:prstGeom prst="rightArrow">
              <a:avLst>
                <a:gd name="adj1" fmla="val 32000"/>
                <a:gd name="adj2" fmla="val 275000"/>
              </a:avLst>
            </a:prstGeom>
            <a:solidFill>
              <a:srgbClr val="BC3649"/>
            </a:solidFill>
            <a:ln w="12700" cap="flat">
              <a:noFill/>
              <a:miter lim="400000"/>
            </a:ln>
            <a:effectLst/>
          </p:spPr>
          <p:txBody>
            <a:bodyPr wrap="square" lIns="91440" tIns="45720" rIns="91440" bIns="45720" numCol="1" anchor="ctr">
              <a:normAutofit fontScale="25000" lnSpcReduction="20000"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1pPr>
              <a:lvl2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2pPr>
              <a:lvl3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3pPr>
              <a:lvl4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4pPr>
              <a:lvl5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5pPr>
              <a:lvl6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6pPr>
              <a:lvl7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7pPr>
              <a:lvl8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8pPr>
              <a:lvl9pPr marL="0" marR="0" indent="0" algn="ctr" defTabSz="457200" rtl="0" fontAlgn="auto" latinLnBrk="0" hangingPunct="0">
                <a:lnSpc>
                  <a:spcPct val="80000"/>
                </a:lnSpc>
                <a:spcBef>
                  <a:spcPts val="550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</a:defRPr>
              </a:lvl9pPr>
            </a:lstStyle>
            <a:p>
              <a:pPr algn="l" defTabSz="584200">
                <a:lnSpc>
                  <a:spcPct val="110000"/>
                </a:lnSpc>
                <a:spcBef>
                  <a:spcPts val="3000"/>
                </a:spcBef>
                <a:defRPr sz="2000">
                  <a:solidFill>
                    <a:srgbClr val="4C4C4C"/>
                  </a:solidFill>
                </a:defRPr>
              </a:pPr>
              <a:endParaRPr sz="2000">
                <a:solidFill>
                  <a:schemeClr val="bg1"/>
                </a:solidFill>
              </a:endParaRPr>
            </a:p>
          </p:txBody>
        </p:sp>
      </p:grpSp>
      <p:cxnSp>
        <p:nvCxnSpPr>
          <p:cNvPr id="8" name="直接连接符 7"/>
          <p:cNvCxnSpPr/>
          <p:nvPr/>
        </p:nvCxnSpPr>
        <p:spPr>
          <a:xfrm flipH="1">
            <a:off x="8691373" y="3362320"/>
            <a:ext cx="1" cy="466729"/>
          </a:xfrm>
          <a:prstGeom prst="line">
            <a:avLst/>
          </a:prstGeom>
          <a:noFill/>
          <a:ln w="28575" cap="flat" cmpd="sng">
            <a:solidFill>
              <a:srgbClr val="BC364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51" name="62a0234c-3beb-46f2-bd39-7e0bbc0a0fb7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2"/>
            </p:custDataLst>
          </p:nvPr>
        </p:nvGrpSpPr>
        <p:grpSpPr>
          <a:xfrm>
            <a:off x="5282245" y="1054992"/>
            <a:ext cx="1456504" cy="1339314"/>
            <a:chOff x="3381264" y="1151007"/>
            <a:chExt cx="5429472" cy="4992618"/>
          </a:xfrm>
        </p:grpSpPr>
        <p:sp>
          <p:nvSpPr>
            <p:cNvPr id="52" name="íSļîḋè"/>
            <p:cNvSpPr/>
            <p:nvPr/>
          </p:nvSpPr>
          <p:spPr bwMode="auto">
            <a:xfrm>
              <a:off x="5468456" y="2803656"/>
              <a:ext cx="3342280" cy="3339969"/>
            </a:xfrm>
            <a:custGeom>
              <a:avLst/>
              <a:gdLst>
                <a:gd name="T0" fmla="*/ 835 w 1669"/>
                <a:gd name="T1" fmla="*/ 114 h 1668"/>
                <a:gd name="T2" fmla="*/ 915 w 1669"/>
                <a:gd name="T3" fmla="*/ 119 h 1668"/>
                <a:gd name="T4" fmla="*/ 951 w 1669"/>
                <a:gd name="T5" fmla="*/ 0 h 1668"/>
                <a:gd name="T6" fmla="*/ 1202 w 1669"/>
                <a:gd name="T7" fmla="*/ 76 h 1668"/>
                <a:gd name="T8" fmla="*/ 1166 w 1669"/>
                <a:gd name="T9" fmla="*/ 195 h 1668"/>
                <a:gd name="T10" fmla="*/ 1397 w 1669"/>
                <a:gd name="T11" fmla="*/ 385 h 1668"/>
                <a:gd name="T12" fmla="*/ 1507 w 1669"/>
                <a:gd name="T13" fmla="*/ 326 h 1668"/>
                <a:gd name="T14" fmla="*/ 1630 w 1669"/>
                <a:gd name="T15" fmla="*/ 558 h 1668"/>
                <a:gd name="T16" fmla="*/ 1520 w 1669"/>
                <a:gd name="T17" fmla="*/ 617 h 1668"/>
                <a:gd name="T18" fmla="*/ 1549 w 1669"/>
                <a:gd name="T19" fmla="*/ 914 h 1668"/>
                <a:gd name="T20" fmla="*/ 1669 w 1669"/>
                <a:gd name="T21" fmla="*/ 950 h 1668"/>
                <a:gd name="T22" fmla="*/ 1592 w 1669"/>
                <a:gd name="T23" fmla="*/ 1201 h 1668"/>
                <a:gd name="T24" fmla="*/ 1473 w 1669"/>
                <a:gd name="T25" fmla="*/ 1165 h 1668"/>
                <a:gd name="T26" fmla="*/ 1283 w 1669"/>
                <a:gd name="T27" fmla="*/ 1396 h 1668"/>
                <a:gd name="T28" fmla="*/ 1342 w 1669"/>
                <a:gd name="T29" fmla="*/ 1506 h 1668"/>
                <a:gd name="T30" fmla="*/ 1110 w 1669"/>
                <a:gd name="T31" fmla="*/ 1630 h 1668"/>
                <a:gd name="T32" fmla="*/ 1052 w 1669"/>
                <a:gd name="T33" fmla="*/ 1520 h 1668"/>
                <a:gd name="T34" fmla="*/ 835 w 1669"/>
                <a:gd name="T35" fmla="*/ 1553 h 1668"/>
                <a:gd name="T36" fmla="*/ 835 w 1669"/>
                <a:gd name="T37" fmla="*/ 1365 h 1668"/>
                <a:gd name="T38" fmla="*/ 1343 w 1669"/>
                <a:gd name="T39" fmla="*/ 988 h 1668"/>
                <a:gd name="T40" fmla="*/ 989 w 1669"/>
                <a:gd name="T41" fmla="*/ 326 h 1668"/>
                <a:gd name="T42" fmla="*/ 835 w 1669"/>
                <a:gd name="T43" fmla="*/ 303 h 1668"/>
                <a:gd name="T44" fmla="*/ 835 w 1669"/>
                <a:gd name="T45" fmla="*/ 114 h 1668"/>
                <a:gd name="T46" fmla="*/ 386 w 1669"/>
                <a:gd name="T47" fmla="*/ 272 h 1668"/>
                <a:gd name="T48" fmla="*/ 327 w 1669"/>
                <a:gd name="T49" fmla="*/ 162 h 1668"/>
                <a:gd name="T50" fmla="*/ 559 w 1669"/>
                <a:gd name="T51" fmla="*/ 38 h 1668"/>
                <a:gd name="T52" fmla="*/ 617 w 1669"/>
                <a:gd name="T53" fmla="*/ 148 h 1668"/>
                <a:gd name="T54" fmla="*/ 835 w 1669"/>
                <a:gd name="T55" fmla="*/ 114 h 1668"/>
                <a:gd name="T56" fmla="*/ 835 w 1669"/>
                <a:gd name="T57" fmla="*/ 303 h 1668"/>
                <a:gd name="T58" fmla="*/ 326 w 1669"/>
                <a:gd name="T59" fmla="*/ 679 h 1668"/>
                <a:gd name="T60" fmla="*/ 680 w 1669"/>
                <a:gd name="T61" fmla="*/ 1342 h 1668"/>
                <a:gd name="T62" fmla="*/ 680 w 1669"/>
                <a:gd name="T63" fmla="*/ 1342 h 1668"/>
                <a:gd name="T64" fmla="*/ 835 w 1669"/>
                <a:gd name="T65" fmla="*/ 1365 h 1668"/>
                <a:gd name="T66" fmla="*/ 835 w 1669"/>
                <a:gd name="T67" fmla="*/ 1553 h 1668"/>
                <a:gd name="T68" fmla="*/ 754 w 1669"/>
                <a:gd name="T69" fmla="*/ 1549 h 1668"/>
                <a:gd name="T70" fmla="*/ 718 w 1669"/>
                <a:gd name="T71" fmla="*/ 1668 h 1668"/>
                <a:gd name="T72" fmla="*/ 467 w 1669"/>
                <a:gd name="T73" fmla="*/ 1592 h 1668"/>
                <a:gd name="T74" fmla="*/ 503 w 1669"/>
                <a:gd name="T75" fmla="*/ 1472 h 1668"/>
                <a:gd name="T76" fmla="*/ 272 w 1669"/>
                <a:gd name="T77" fmla="*/ 1283 h 1668"/>
                <a:gd name="T78" fmla="*/ 162 w 1669"/>
                <a:gd name="T79" fmla="*/ 1341 h 1668"/>
                <a:gd name="T80" fmla="*/ 39 w 1669"/>
                <a:gd name="T81" fmla="*/ 1110 h 1668"/>
                <a:gd name="T82" fmla="*/ 149 w 1669"/>
                <a:gd name="T83" fmla="*/ 1051 h 1668"/>
                <a:gd name="T84" fmla="*/ 120 w 1669"/>
                <a:gd name="T85" fmla="*/ 754 h 1668"/>
                <a:gd name="T86" fmla="*/ 0 w 1669"/>
                <a:gd name="T87" fmla="*/ 718 h 1668"/>
                <a:gd name="T88" fmla="*/ 77 w 1669"/>
                <a:gd name="T89" fmla="*/ 466 h 1668"/>
                <a:gd name="T90" fmla="*/ 196 w 1669"/>
                <a:gd name="T91" fmla="*/ 502 h 1668"/>
                <a:gd name="T92" fmla="*/ 386 w 1669"/>
                <a:gd name="T93" fmla="*/ 272 h 16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669" h="1668">
                  <a:moveTo>
                    <a:pt x="835" y="114"/>
                  </a:moveTo>
                  <a:cubicBezTo>
                    <a:pt x="861" y="114"/>
                    <a:pt x="888" y="116"/>
                    <a:pt x="915" y="119"/>
                  </a:cubicBezTo>
                  <a:cubicBezTo>
                    <a:pt x="951" y="0"/>
                    <a:pt x="951" y="0"/>
                    <a:pt x="951" y="0"/>
                  </a:cubicBezTo>
                  <a:cubicBezTo>
                    <a:pt x="1202" y="76"/>
                    <a:pt x="1202" y="76"/>
                    <a:pt x="1202" y="76"/>
                  </a:cubicBezTo>
                  <a:cubicBezTo>
                    <a:pt x="1166" y="195"/>
                    <a:pt x="1166" y="195"/>
                    <a:pt x="1166" y="195"/>
                  </a:cubicBezTo>
                  <a:cubicBezTo>
                    <a:pt x="1257" y="242"/>
                    <a:pt x="1335" y="308"/>
                    <a:pt x="1397" y="385"/>
                  </a:cubicBezTo>
                  <a:cubicBezTo>
                    <a:pt x="1507" y="326"/>
                    <a:pt x="1507" y="326"/>
                    <a:pt x="1507" y="326"/>
                  </a:cubicBezTo>
                  <a:cubicBezTo>
                    <a:pt x="1630" y="558"/>
                    <a:pt x="1630" y="558"/>
                    <a:pt x="1630" y="558"/>
                  </a:cubicBezTo>
                  <a:cubicBezTo>
                    <a:pt x="1520" y="617"/>
                    <a:pt x="1520" y="617"/>
                    <a:pt x="1520" y="617"/>
                  </a:cubicBezTo>
                  <a:cubicBezTo>
                    <a:pt x="1550" y="711"/>
                    <a:pt x="1561" y="812"/>
                    <a:pt x="1549" y="914"/>
                  </a:cubicBezTo>
                  <a:cubicBezTo>
                    <a:pt x="1669" y="950"/>
                    <a:pt x="1669" y="950"/>
                    <a:pt x="1669" y="950"/>
                  </a:cubicBezTo>
                  <a:cubicBezTo>
                    <a:pt x="1592" y="1201"/>
                    <a:pt x="1592" y="1201"/>
                    <a:pt x="1592" y="1201"/>
                  </a:cubicBezTo>
                  <a:cubicBezTo>
                    <a:pt x="1473" y="1165"/>
                    <a:pt x="1473" y="1165"/>
                    <a:pt x="1473" y="1165"/>
                  </a:cubicBezTo>
                  <a:cubicBezTo>
                    <a:pt x="1426" y="1256"/>
                    <a:pt x="1361" y="1334"/>
                    <a:pt x="1283" y="1396"/>
                  </a:cubicBezTo>
                  <a:cubicBezTo>
                    <a:pt x="1342" y="1506"/>
                    <a:pt x="1342" y="1506"/>
                    <a:pt x="1342" y="1506"/>
                  </a:cubicBezTo>
                  <a:cubicBezTo>
                    <a:pt x="1110" y="1630"/>
                    <a:pt x="1110" y="1630"/>
                    <a:pt x="1110" y="1630"/>
                  </a:cubicBezTo>
                  <a:cubicBezTo>
                    <a:pt x="1052" y="1520"/>
                    <a:pt x="1052" y="1520"/>
                    <a:pt x="1052" y="1520"/>
                  </a:cubicBezTo>
                  <a:cubicBezTo>
                    <a:pt x="982" y="1542"/>
                    <a:pt x="909" y="1553"/>
                    <a:pt x="835" y="1553"/>
                  </a:cubicBezTo>
                  <a:cubicBezTo>
                    <a:pt x="835" y="1365"/>
                    <a:pt x="835" y="1365"/>
                    <a:pt x="835" y="1365"/>
                  </a:cubicBezTo>
                  <a:cubicBezTo>
                    <a:pt x="1062" y="1365"/>
                    <a:pt x="1273" y="1218"/>
                    <a:pt x="1343" y="988"/>
                  </a:cubicBezTo>
                  <a:cubicBezTo>
                    <a:pt x="1428" y="708"/>
                    <a:pt x="1270" y="411"/>
                    <a:pt x="989" y="326"/>
                  </a:cubicBezTo>
                  <a:cubicBezTo>
                    <a:pt x="938" y="310"/>
                    <a:pt x="886" y="303"/>
                    <a:pt x="835" y="303"/>
                  </a:cubicBezTo>
                  <a:lnTo>
                    <a:pt x="835" y="114"/>
                  </a:lnTo>
                  <a:close/>
                  <a:moveTo>
                    <a:pt x="386" y="272"/>
                  </a:moveTo>
                  <a:cubicBezTo>
                    <a:pt x="327" y="162"/>
                    <a:pt x="327" y="162"/>
                    <a:pt x="327" y="162"/>
                  </a:cubicBezTo>
                  <a:cubicBezTo>
                    <a:pt x="559" y="38"/>
                    <a:pt x="559" y="38"/>
                    <a:pt x="559" y="38"/>
                  </a:cubicBezTo>
                  <a:cubicBezTo>
                    <a:pt x="617" y="148"/>
                    <a:pt x="617" y="148"/>
                    <a:pt x="617" y="148"/>
                  </a:cubicBezTo>
                  <a:cubicBezTo>
                    <a:pt x="687" y="126"/>
                    <a:pt x="760" y="114"/>
                    <a:pt x="835" y="114"/>
                  </a:cubicBezTo>
                  <a:cubicBezTo>
                    <a:pt x="835" y="303"/>
                    <a:pt x="835" y="303"/>
                    <a:pt x="835" y="303"/>
                  </a:cubicBezTo>
                  <a:cubicBezTo>
                    <a:pt x="607" y="302"/>
                    <a:pt x="396" y="450"/>
                    <a:pt x="326" y="679"/>
                  </a:cubicBezTo>
                  <a:cubicBezTo>
                    <a:pt x="241" y="960"/>
                    <a:pt x="399" y="1257"/>
                    <a:pt x="680" y="1342"/>
                  </a:cubicBezTo>
                  <a:cubicBezTo>
                    <a:pt x="680" y="1342"/>
                    <a:pt x="680" y="1342"/>
                    <a:pt x="680" y="1342"/>
                  </a:cubicBezTo>
                  <a:cubicBezTo>
                    <a:pt x="731" y="1358"/>
                    <a:pt x="783" y="1365"/>
                    <a:pt x="835" y="1365"/>
                  </a:cubicBezTo>
                  <a:cubicBezTo>
                    <a:pt x="835" y="1553"/>
                    <a:pt x="835" y="1553"/>
                    <a:pt x="835" y="1553"/>
                  </a:cubicBezTo>
                  <a:cubicBezTo>
                    <a:pt x="808" y="1553"/>
                    <a:pt x="781" y="1552"/>
                    <a:pt x="754" y="1549"/>
                  </a:cubicBezTo>
                  <a:cubicBezTo>
                    <a:pt x="718" y="1668"/>
                    <a:pt x="718" y="1668"/>
                    <a:pt x="718" y="1668"/>
                  </a:cubicBezTo>
                  <a:cubicBezTo>
                    <a:pt x="467" y="1592"/>
                    <a:pt x="467" y="1592"/>
                    <a:pt x="467" y="1592"/>
                  </a:cubicBezTo>
                  <a:cubicBezTo>
                    <a:pt x="503" y="1472"/>
                    <a:pt x="503" y="1472"/>
                    <a:pt x="503" y="1472"/>
                  </a:cubicBezTo>
                  <a:cubicBezTo>
                    <a:pt x="412" y="1425"/>
                    <a:pt x="334" y="1360"/>
                    <a:pt x="272" y="1283"/>
                  </a:cubicBezTo>
                  <a:cubicBezTo>
                    <a:pt x="162" y="1341"/>
                    <a:pt x="162" y="1341"/>
                    <a:pt x="162" y="1341"/>
                  </a:cubicBezTo>
                  <a:cubicBezTo>
                    <a:pt x="39" y="1110"/>
                    <a:pt x="39" y="1110"/>
                    <a:pt x="39" y="1110"/>
                  </a:cubicBezTo>
                  <a:cubicBezTo>
                    <a:pt x="149" y="1051"/>
                    <a:pt x="149" y="1051"/>
                    <a:pt x="149" y="1051"/>
                  </a:cubicBezTo>
                  <a:cubicBezTo>
                    <a:pt x="119" y="957"/>
                    <a:pt x="108" y="856"/>
                    <a:pt x="120" y="754"/>
                  </a:cubicBezTo>
                  <a:cubicBezTo>
                    <a:pt x="0" y="718"/>
                    <a:pt x="0" y="718"/>
                    <a:pt x="0" y="718"/>
                  </a:cubicBezTo>
                  <a:cubicBezTo>
                    <a:pt x="77" y="466"/>
                    <a:pt x="77" y="466"/>
                    <a:pt x="77" y="466"/>
                  </a:cubicBezTo>
                  <a:cubicBezTo>
                    <a:pt x="196" y="502"/>
                    <a:pt x="196" y="502"/>
                    <a:pt x="196" y="502"/>
                  </a:cubicBezTo>
                  <a:cubicBezTo>
                    <a:pt x="243" y="411"/>
                    <a:pt x="308" y="333"/>
                    <a:pt x="386" y="272"/>
                  </a:cubicBezTo>
                  <a:close/>
                </a:path>
              </a:pathLst>
            </a:custGeom>
            <a:solidFill>
              <a:srgbClr val="FFA1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3" name="íṡḻïḋè"/>
            <p:cNvSpPr/>
            <p:nvPr/>
          </p:nvSpPr>
          <p:spPr bwMode="auto">
            <a:xfrm>
              <a:off x="3381264" y="1427219"/>
              <a:ext cx="2022473" cy="2021317"/>
            </a:xfrm>
            <a:custGeom>
              <a:avLst/>
              <a:gdLst>
                <a:gd name="T0" fmla="*/ 505 w 1010"/>
                <a:gd name="T1" fmla="*/ 69 h 1009"/>
                <a:gd name="T2" fmla="*/ 553 w 1010"/>
                <a:gd name="T3" fmla="*/ 72 h 1009"/>
                <a:gd name="T4" fmla="*/ 575 w 1010"/>
                <a:gd name="T5" fmla="*/ 0 h 1009"/>
                <a:gd name="T6" fmla="*/ 727 w 1010"/>
                <a:gd name="T7" fmla="*/ 46 h 1009"/>
                <a:gd name="T8" fmla="*/ 705 w 1010"/>
                <a:gd name="T9" fmla="*/ 118 h 1009"/>
                <a:gd name="T10" fmla="*/ 845 w 1010"/>
                <a:gd name="T11" fmla="*/ 233 h 1009"/>
                <a:gd name="T12" fmla="*/ 912 w 1010"/>
                <a:gd name="T13" fmla="*/ 197 h 1009"/>
                <a:gd name="T14" fmla="*/ 986 w 1010"/>
                <a:gd name="T15" fmla="*/ 337 h 1009"/>
                <a:gd name="T16" fmla="*/ 920 w 1010"/>
                <a:gd name="T17" fmla="*/ 373 h 1009"/>
                <a:gd name="T18" fmla="*/ 938 w 1010"/>
                <a:gd name="T19" fmla="*/ 553 h 1009"/>
                <a:gd name="T20" fmla="*/ 1010 w 1010"/>
                <a:gd name="T21" fmla="*/ 575 h 1009"/>
                <a:gd name="T22" fmla="*/ 963 w 1010"/>
                <a:gd name="T23" fmla="*/ 727 h 1009"/>
                <a:gd name="T24" fmla="*/ 891 w 1010"/>
                <a:gd name="T25" fmla="*/ 705 h 1009"/>
                <a:gd name="T26" fmla="*/ 777 w 1010"/>
                <a:gd name="T27" fmla="*/ 845 h 1009"/>
                <a:gd name="T28" fmla="*/ 812 w 1010"/>
                <a:gd name="T29" fmla="*/ 911 h 1009"/>
                <a:gd name="T30" fmla="*/ 672 w 1010"/>
                <a:gd name="T31" fmla="*/ 986 h 1009"/>
                <a:gd name="T32" fmla="*/ 636 w 1010"/>
                <a:gd name="T33" fmla="*/ 919 h 1009"/>
                <a:gd name="T34" fmla="*/ 505 w 1010"/>
                <a:gd name="T35" fmla="*/ 940 h 1009"/>
                <a:gd name="T36" fmla="*/ 505 w 1010"/>
                <a:gd name="T37" fmla="*/ 826 h 1009"/>
                <a:gd name="T38" fmla="*/ 812 w 1010"/>
                <a:gd name="T39" fmla="*/ 598 h 1009"/>
                <a:gd name="T40" fmla="*/ 598 w 1010"/>
                <a:gd name="T41" fmla="*/ 197 h 1009"/>
                <a:gd name="T42" fmla="*/ 505 w 1010"/>
                <a:gd name="T43" fmla="*/ 183 h 1009"/>
                <a:gd name="T44" fmla="*/ 505 w 1010"/>
                <a:gd name="T45" fmla="*/ 69 h 1009"/>
                <a:gd name="T46" fmla="*/ 233 w 1010"/>
                <a:gd name="T47" fmla="*/ 164 h 1009"/>
                <a:gd name="T48" fmla="*/ 198 w 1010"/>
                <a:gd name="T49" fmla="*/ 98 h 1009"/>
                <a:gd name="T50" fmla="*/ 338 w 1010"/>
                <a:gd name="T51" fmla="*/ 23 h 1009"/>
                <a:gd name="T52" fmla="*/ 373 w 1010"/>
                <a:gd name="T53" fmla="*/ 89 h 1009"/>
                <a:gd name="T54" fmla="*/ 505 w 1010"/>
                <a:gd name="T55" fmla="*/ 69 h 1009"/>
                <a:gd name="T56" fmla="*/ 505 w 1010"/>
                <a:gd name="T57" fmla="*/ 183 h 1009"/>
                <a:gd name="T58" fmla="*/ 197 w 1010"/>
                <a:gd name="T59" fmla="*/ 411 h 1009"/>
                <a:gd name="T60" fmla="*/ 411 w 1010"/>
                <a:gd name="T61" fmla="*/ 812 h 1009"/>
                <a:gd name="T62" fmla="*/ 411 w 1010"/>
                <a:gd name="T63" fmla="*/ 812 h 1009"/>
                <a:gd name="T64" fmla="*/ 505 w 1010"/>
                <a:gd name="T65" fmla="*/ 826 h 1009"/>
                <a:gd name="T66" fmla="*/ 505 w 1010"/>
                <a:gd name="T67" fmla="*/ 940 h 1009"/>
                <a:gd name="T68" fmla="*/ 456 w 1010"/>
                <a:gd name="T69" fmla="*/ 937 h 1009"/>
                <a:gd name="T70" fmla="*/ 434 w 1010"/>
                <a:gd name="T71" fmla="*/ 1009 h 1009"/>
                <a:gd name="T72" fmla="*/ 282 w 1010"/>
                <a:gd name="T73" fmla="*/ 963 h 1009"/>
                <a:gd name="T74" fmla="*/ 304 w 1010"/>
                <a:gd name="T75" fmla="*/ 891 h 1009"/>
                <a:gd name="T76" fmla="*/ 165 w 1010"/>
                <a:gd name="T77" fmla="*/ 776 h 1009"/>
                <a:gd name="T78" fmla="*/ 98 w 1010"/>
                <a:gd name="T79" fmla="*/ 812 h 1009"/>
                <a:gd name="T80" fmla="*/ 23 w 1010"/>
                <a:gd name="T81" fmla="*/ 671 h 1009"/>
                <a:gd name="T82" fmla="*/ 90 w 1010"/>
                <a:gd name="T83" fmla="*/ 636 h 1009"/>
                <a:gd name="T84" fmla="*/ 72 w 1010"/>
                <a:gd name="T85" fmla="*/ 456 h 1009"/>
                <a:gd name="T86" fmla="*/ 0 w 1010"/>
                <a:gd name="T87" fmla="*/ 434 h 1009"/>
                <a:gd name="T88" fmla="*/ 46 w 1010"/>
                <a:gd name="T89" fmla="*/ 282 h 1009"/>
                <a:gd name="T90" fmla="*/ 118 w 1010"/>
                <a:gd name="T91" fmla="*/ 304 h 1009"/>
                <a:gd name="T92" fmla="*/ 233 w 1010"/>
                <a:gd name="T93" fmla="*/ 164 h 10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010" h="1009">
                  <a:moveTo>
                    <a:pt x="505" y="69"/>
                  </a:moveTo>
                  <a:cubicBezTo>
                    <a:pt x="521" y="69"/>
                    <a:pt x="537" y="70"/>
                    <a:pt x="553" y="72"/>
                  </a:cubicBezTo>
                  <a:cubicBezTo>
                    <a:pt x="575" y="0"/>
                    <a:pt x="575" y="0"/>
                    <a:pt x="575" y="0"/>
                  </a:cubicBezTo>
                  <a:cubicBezTo>
                    <a:pt x="727" y="46"/>
                    <a:pt x="727" y="46"/>
                    <a:pt x="727" y="46"/>
                  </a:cubicBezTo>
                  <a:cubicBezTo>
                    <a:pt x="705" y="118"/>
                    <a:pt x="705" y="118"/>
                    <a:pt x="705" y="118"/>
                  </a:cubicBezTo>
                  <a:cubicBezTo>
                    <a:pt x="761" y="146"/>
                    <a:pt x="808" y="186"/>
                    <a:pt x="845" y="233"/>
                  </a:cubicBezTo>
                  <a:cubicBezTo>
                    <a:pt x="912" y="197"/>
                    <a:pt x="912" y="197"/>
                    <a:pt x="912" y="197"/>
                  </a:cubicBezTo>
                  <a:cubicBezTo>
                    <a:pt x="986" y="337"/>
                    <a:pt x="986" y="337"/>
                    <a:pt x="986" y="337"/>
                  </a:cubicBezTo>
                  <a:cubicBezTo>
                    <a:pt x="920" y="373"/>
                    <a:pt x="920" y="373"/>
                    <a:pt x="920" y="373"/>
                  </a:cubicBezTo>
                  <a:cubicBezTo>
                    <a:pt x="938" y="430"/>
                    <a:pt x="945" y="491"/>
                    <a:pt x="938" y="553"/>
                  </a:cubicBezTo>
                  <a:cubicBezTo>
                    <a:pt x="1010" y="575"/>
                    <a:pt x="1010" y="575"/>
                    <a:pt x="1010" y="575"/>
                  </a:cubicBezTo>
                  <a:cubicBezTo>
                    <a:pt x="963" y="727"/>
                    <a:pt x="963" y="727"/>
                    <a:pt x="963" y="727"/>
                  </a:cubicBezTo>
                  <a:cubicBezTo>
                    <a:pt x="891" y="705"/>
                    <a:pt x="891" y="705"/>
                    <a:pt x="891" y="705"/>
                  </a:cubicBezTo>
                  <a:cubicBezTo>
                    <a:pt x="863" y="760"/>
                    <a:pt x="823" y="807"/>
                    <a:pt x="777" y="845"/>
                  </a:cubicBezTo>
                  <a:cubicBezTo>
                    <a:pt x="812" y="911"/>
                    <a:pt x="812" y="911"/>
                    <a:pt x="812" y="911"/>
                  </a:cubicBezTo>
                  <a:cubicBezTo>
                    <a:pt x="672" y="986"/>
                    <a:pt x="672" y="986"/>
                    <a:pt x="672" y="986"/>
                  </a:cubicBezTo>
                  <a:cubicBezTo>
                    <a:pt x="636" y="919"/>
                    <a:pt x="636" y="919"/>
                    <a:pt x="636" y="919"/>
                  </a:cubicBezTo>
                  <a:cubicBezTo>
                    <a:pt x="594" y="933"/>
                    <a:pt x="550" y="940"/>
                    <a:pt x="505" y="940"/>
                  </a:cubicBezTo>
                  <a:cubicBezTo>
                    <a:pt x="505" y="826"/>
                    <a:pt x="505" y="826"/>
                    <a:pt x="505" y="826"/>
                  </a:cubicBezTo>
                  <a:cubicBezTo>
                    <a:pt x="643" y="826"/>
                    <a:pt x="770" y="737"/>
                    <a:pt x="812" y="598"/>
                  </a:cubicBezTo>
                  <a:cubicBezTo>
                    <a:pt x="864" y="428"/>
                    <a:pt x="768" y="248"/>
                    <a:pt x="598" y="197"/>
                  </a:cubicBezTo>
                  <a:cubicBezTo>
                    <a:pt x="567" y="187"/>
                    <a:pt x="536" y="183"/>
                    <a:pt x="505" y="183"/>
                  </a:cubicBezTo>
                  <a:lnTo>
                    <a:pt x="505" y="69"/>
                  </a:lnTo>
                  <a:close/>
                  <a:moveTo>
                    <a:pt x="233" y="164"/>
                  </a:moveTo>
                  <a:cubicBezTo>
                    <a:pt x="198" y="98"/>
                    <a:pt x="198" y="98"/>
                    <a:pt x="198" y="98"/>
                  </a:cubicBezTo>
                  <a:cubicBezTo>
                    <a:pt x="338" y="23"/>
                    <a:pt x="338" y="23"/>
                    <a:pt x="338" y="23"/>
                  </a:cubicBezTo>
                  <a:cubicBezTo>
                    <a:pt x="373" y="89"/>
                    <a:pt x="373" y="89"/>
                    <a:pt x="373" y="89"/>
                  </a:cubicBezTo>
                  <a:cubicBezTo>
                    <a:pt x="415" y="76"/>
                    <a:pt x="460" y="69"/>
                    <a:pt x="505" y="69"/>
                  </a:cubicBezTo>
                  <a:cubicBezTo>
                    <a:pt x="505" y="183"/>
                    <a:pt x="505" y="183"/>
                    <a:pt x="505" y="183"/>
                  </a:cubicBezTo>
                  <a:cubicBezTo>
                    <a:pt x="367" y="183"/>
                    <a:pt x="239" y="272"/>
                    <a:pt x="197" y="411"/>
                  </a:cubicBezTo>
                  <a:cubicBezTo>
                    <a:pt x="146" y="581"/>
                    <a:pt x="241" y="760"/>
                    <a:pt x="411" y="812"/>
                  </a:cubicBezTo>
                  <a:cubicBezTo>
                    <a:pt x="411" y="812"/>
                    <a:pt x="411" y="812"/>
                    <a:pt x="411" y="812"/>
                  </a:cubicBezTo>
                  <a:cubicBezTo>
                    <a:pt x="443" y="821"/>
                    <a:pt x="474" y="826"/>
                    <a:pt x="505" y="826"/>
                  </a:cubicBezTo>
                  <a:cubicBezTo>
                    <a:pt x="505" y="940"/>
                    <a:pt x="505" y="940"/>
                    <a:pt x="505" y="940"/>
                  </a:cubicBezTo>
                  <a:cubicBezTo>
                    <a:pt x="489" y="940"/>
                    <a:pt x="473" y="939"/>
                    <a:pt x="456" y="937"/>
                  </a:cubicBezTo>
                  <a:cubicBezTo>
                    <a:pt x="434" y="1009"/>
                    <a:pt x="434" y="1009"/>
                    <a:pt x="434" y="1009"/>
                  </a:cubicBezTo>
                  <a:cubicBezTo>
                    <a:pt x="282" y="963"/>
                    <a:pt x="282" y="963"/>
                    <a:pt x="282" y="963"/>
                  </a:cubicBezTo>
                  <a:cubicBezTo>
                    <a:pt x="304" y="891"/>
                    <a:pt x="304" y="891"/>
                    <a:pt x="304" y="891"/>
                  </a:cubicBezTo>
                  <a:cubicBezTo>
                    <a:pt x="249" y="862"/>
                    <a:pt x="202" y="823"/>
                    <a:pt x="165" y="776"/>
                  </a:cubicBezTo>
                  <a:cubicBezTo>
                    <a:pt x="98" y="812"/>
                    <a:pt x="98" y="812"/>
                    <a:pt x="98" y="812"/>
                  </a:cubicBezTo>
                  <a:cubicBezTo>
                    <a:pt x="23" y="671"/>
                    <a:pt x="23" y="671"/>
                    <a:pt x="23" y="671"/>
                  </a:cubicBezTo>
                  <a:cubicBezTo>
                    <a:pt x="90" y="636"/>
                    <a:pt x="90" y="636"/>
                    <a:pt x="90" y="636"/>
                  </a:cubicBezTo>
                  <a:cubicBezTo>
                    <a:pt x="72" y="579"/>
                    <a:pt x="65" y="518"/>
                    <a:pt x="72" y="456"/>
                  </a:cubicBezTo>
                  <a:cubicBezTo>
                    <a:pt x="0" y="434"/>
                    <a:pt x="0" y="434"/>
                    <a:pt x="0" y="434"/>
                  </a:cubicBezTo>
                  <a:cubicBezTo>
                    <a:pt x="46" y="282"/>
                    <a:pt x="46" y="282"/>
                    <a:pt x="46" y="282"/>
                  </a:cubicBezTo>
                  <a:cubicBezTo>
                    <a:pt x="118" y="304"/>
                    <a:pt x="118" y="304"/>
                    <a:pt x="118" y="304"/>
                  </a:cubicBezTo>
                  <a:cubicBezTo>
                    <a:pt x="147" y="249"/>
                    <a:pt x="186" y="201"/>
                    <a:pt x="233" y="164"/>
                  </a:cubicBezTo>
                  <a:close/>
                </a:path>
              </a:pathLst>
            </a:custGeom>
            <a:solidFill>
              <a:srgbClr val="FFA1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4" name="ïŝľídè"/>
            <p:cNvSpPr/>
            <p:nvPr/>
          </p:nvSpPr>
          <p:spPr bwMode="auto">
            <a:xfrm>
              <a:off x="7188135" y="1954218"/>
              <a:ext cx="1292071" cy="1828315"/>
            </a:xfrm>
            <a:custGeom>
              <a:avLst/>
              <a:gdLst>
                <a:gd name="T0" fmla="*/ 0 w 1118"/>
                <a:gd name="T1" fmla="*/ 0 h 1582"/>
                <a:gd name="T2" fmla="*/ 958 w 1118"/>
                <a:gd name="T3" fmla="*/ 0 h 1582"/>
                <a:gd name="T4" fmla="*/ 1118 w 1118"/>
                <a:gd name="T5" fmla="*/ 161 h 1582"/>
                <a:gd name="T6" fmla="*/ 1118 w 1118"/>
                <a:gd name="T7" fmla="*/ 0 h 1582"/>
                <a:gd name="T8" fmla="*/ 1118 w 1118"/>
                <a:gd name="T9" fmla="*/ 1582 h 1582"/>
                <a:gd name="T10" fmla="*/ 0 w 1118"/>
                <a:gd name="T11" fmla="*/ 1582 h 1582"/>
                <a:gd name="T12" fmla="*/ 0 w 1118"/>
                <a:gd name="T13" fmla="*/ 0 h 1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18" h="1582">
                  <a:moveTo>
                    <a:pt x="0" y="0"/>
                  </a:moveTo>
                  <a:lnTo>
                    <a:pt x="958" y="0"/>
                  </a:lnTo>
                  <a:lnTo>
                    <a:pt x="1118" y="161"/>
                  </a:lnTo>
                  <a:lnTo>
                    <a:pt x="1118" y="0"/>
                  </a:lnTo>
                  <a:lnTo>
                    <a:pt x="1118" y="1582"/>
                  </a:lnTo>
                  <a:lnTo>
                    <a:pt x="0" y="15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5" name="ïśḻïḋè"/>
            <p:cNvSpPr/>
            <p:nvPr/>
          </p:nvSpPr>
          <p:spPr bwMode="auto">
            <a:xfrm>
              <a:off x="7972855" y="3252067"/>
              <a:ext cx="0" cy="114414"/>
            </a:xfrm>
            <a:prstGeom prst="line">
              <a:avLst/>
            </a:prstGeom>
            <a:noFill/>
            <a:ln w="11113" cap="flat">
              <a:solidFill>
                <a:srgbClr val="CCCCCC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6" name="ïṥľîdê"/>
            <p:cNvSpPr/>
            <p:nvPr/>
          </p:nvSpPr>
          <p:spPr bwMode="auto">
            <a:xfrm>
              <a:off x="8251378" y="3252067"/>
              <a:ext cx="0" cy="228828"/>
            </a:xfrm>
            <a:prstGeom prst="line">
              <a:avLst/>
            </a:prstGeom>
            <a:noFill/>
            <a:ln w="11113" cap="flat">
              <a:solidFill>
                <a:srgbClr val="CCCCCC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7" name="íṣ1iḍè"/>
            <p:cNvSpPr/>
            <p:nvPr/>
          </p:nvSpPr>
          <p:spPr bwMode="auto">
            <a:xfrm>
              <a:off x="7520976" y="2150686"/>
              <a:ext cx="626389" cy="43917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8" name="îṥļîďè"/>
            <p:cNvSpPr/>
            <p:nvPr/>
          </p:nvSpPr>
          <p:spPr bwMode="auto">
            <a:xfrm>
              <a:off x="7306016" y="2262789"/>
              <a:ext cx="1056309" cy="43917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9" name="ïšḻïďè"/>
            <p:cNvSpPr/>
            <p:nvPr/>
          </p:nvSpPr>
          <p:spPr bwMode="auto">
            <a:xfrm>
              <a:off x="7306016" y="2341377"/>
              <a:ext cx="1056309" cy="43917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0" name="íṩľïḓè"/>
            <p:cNvSpPr/>
            <p:nvPr/>
          </p:nvSpPr>
          <p:spPr bwMode="auto">
            <a:xfrm>
              <a:off x="7306016" y="2418808"/>
              <a:ext cx="1056309" cy="43917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1" name="ïṩḷiḑé"/>
            <p:cNvSpPr/>
            <p:nvPr/>
          </p:nvSpPr>
          <p:spPr bwMode="auto">
            <a:xfrm>
              <a:off x="7306016" y="2497396"/>
              <a:ext cx="494639" cy="43917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2" name="ïṧliḍé"/>
            <p:cNvSpPr/>
            <p:nvPr/>
          </p:nvSpPr>
          <p:spPr bwMode="auto">
            <a:xfrm>
              <a:off x="8087269" y="2743560"/>
              <a:ext cx="275056" cy="272745"/>
            </a:xfrm>
            <a:prstGeom prst="ellipse">
              <a:avLst/>
            </a:prstGeom>
            <a:solidFill>
              <a:srgbClr val="EF413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3" name="íṣliḓè"/>
            <p:cNvSpPr/>
            <p:nvPr/>
          </p:nvSpPr>
          <p:spPr bwMode="auto">
            <a:xfrm>
              <a:off x="8103448" y="2879932"/>
              <a:ext cx="122504" cy="114414"/>
            </a:xfrm>
            <a:custGeom>
              <a:avLst/>
              <a:gdLst>
                <a:gd name="T0" fmla="*/ 23 w 61"/>
                <a:gd name="T1" fmla="*/ 57 h 57"/>
                <a:gd name="T2" fmla="*/ 0 w 61"/>
                <a:gd name="T3" fmla="*/ 31 h 57"/>
                <a:gd name="T4" fmla="*/ 61 w 61"/>
                <a:gd name="T5" fmla="*/ 0 h 57"/>
                <a:gd name="T6" fmla="*/ 23 w 61"/>
                <a:gd name="T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1" h="57">
                  <a:moveTo>
                    <a:pt x="23" y="57"/>
                  </a:moveTo>
                  <a:cubicBezTo>
                    <a:pt x="13" y="51"/>
                    <a:pt x="5" y="42"/>
                    <a:pt x="0" y="31"/>
                  </a:cubicBezTo>
                  <a:cubicBezTo>
                    <a:pt x="61" y="0"/>
                    <a:pt x="61" y="0"/>
                    <a:pt x="61" y="0"/>
                  </a:cubicBezTo>
                  <a:lnTo>
                    <a:pt x="23" y="57"/>
                  </a:lnTo>
                  <a:close/>
                </a:path>
              </a:pathLst>
            </a:custGeom>
            <a:solidFill>
              <a:srgbClr val="FCD8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4" name="ïSlídè"/>
            <p:cNvSpPr/>
            <p:nvPr/>
          </p:nvSpPr>
          <p:spPr bwMode="auto">
            <a:xfrm>
              <a:off x="8087269" y="2771296"/>
              <a:ext cx="138684" cy="169888"/>
            </a:xfrm>
            <a:custGeom>
              <a:avLst/>
              <a:gdLst>
                <a:gd name="T0" fmla="*/ 8 w 69"/>
                <a:gd name="T1" fmla="*/ 85 h 85"/>
                <a:gd name="T2" fmla="*/ 0 w 69"/>
                <a:gd name="T3" fmla="*/ 54 h 85"/>
                <a:gd name="T4" fmla="*/ 27 w 69"/>
                <a:gd name="T5" fmla="*/ 0 h 85"/>
                <a:gd name="T6" fmla="*/ 69 w 69"/>
                <a:gd name="T7" fmla="*/ 54 h 85"/>
                <a:gd name="T8" fmla="*/ 8 w 69"/>
                <a:gd name="T9" fmla="*/ 85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85">
                  <a:moveTo>
                    <a:pt x="8" y="85"/>
                  </a:moveTo>
                  <a:cubicBezTo>
                    <a:pt x="3" y="76"/>
                    <a:pt x="0" y="65"/>
                    <a:pt x="0" y="54"/>
                  </a:cubicBezTo>
                  <a:cubicBezTo>
                    <a:pt x="0" y="32"/>
                    <a:pt x="11" y="13"/>
                    <a:pt x="27" y="0"/>
                  </a:cubicBezTo>
                  <a:cubicBezTo>
                    <a:pt x="69" y="54"/>
                    <a:pt x="69" y="54"/>
                    <a:pt x="69" y="54"/>
                  </a:cubicBezTo>
                  <a:lnTo>
                    <a:pt x="8" y="85"/>
                  </a:lnTo>
                  <a:close/>
                </a:path>
              </a:pathLst>
            </a:custGeom>
            <a:solidFill>
              <a:srgbClr val="F9B3A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5" name="îsḷidé"/>
            <p:cNvSpPr/>
            <p:nvPr/>
          </p:nvSpPr>
          <p:spPr bwMode="auto">
            <a:xfrm>
              <a:off x="8141587" y="2743560"/>
              <a:ext cx="84366" cy="136372"/>
            </a:xfrm>
            <a:custGeom>
              <a:avLst/>
              <a:gdLst>
                <a:gd name="T0" fmla="*/ 0 w 42"/>
                <a:gd name="T1" fmla="*/ 14 h 68"/>
                <a:gd name="T2" fmla="*/ 42 w 42"/>
                <a:gd name="T3" fmla="*/ 0 h 68"/>
                <a:gd name="T4" fmla="*/ 42 w 42"/>
                <a:gd name="T5" fmla="*/ 68 h 68"/>
                <a:gd name="T6" fmla="*/ 0 w 42"/>
                <a:gd name="T7" fmla="*/ 14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2" h="68">
                  <a:moveTo>
                    <a:pt x="0" y="14"/>
                  </a:moveTo>
                  <a:cubicBezTo>
                    <a:pt x="11" y="5"/>
                    <a:pt x="26" y="0"/>
                    <a:pt x="42" y="0"/>
                  </a:cubicBezTo>
                  <a:cubicBezTo>
                    <a:pt x="42" y="68"/>
                    <a:pt x="42" y="68"/>
                    <a:pt x="42" y="68"/>
                  </a:cubicBezTo>
                  <a:lnTo>
                    <a:pt x="0" y="14"/>
                  </a:lnTo>
                  <a:close/>
                </a:path>
              </a:pathLst>
            </a:custGeom>
            <a:solidFill>
              <a:srgbClr val="F48C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6" name="íṥḻîḋê"/>
            <p:cNvSpPr/>
            <p:nvPr/>
          </p:nvSpPr>
          <p:spPr bwMode="auto">
            <a:xfrm>
              <a:off x="8225953" y="2743560"/>
              <a:ext cx="98234" cy="136372"/>
            </a:xfrm>
            <a:custGeom>
              <a:avLst/>
              <a:gdLst>
                <a:gd name="T0" fmla="*/ 0 w 49"/>
                <a:gd name="T1" fmla="*/ 0 h 68"/>
                <a:gd name="T2" fmla="*/ 0 w 49"/>
                <a:gd name="T3" fmla="*/ 68 h 68"/>
                <a:gd name="T4" fmla="*/ 49 w 49"/>
                <a:gd name="T5" fmla="*/ 20 h 68"/>
                <a:gd name="T6" fmla="*/ 0 w 49"/>
                <a:gd name="T7" fmla="*/ 0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68">
                  <a:moveTo>
                    <a:pt x="0" y="0"/>
                  </a:moveTo>
                  <a:cubicBezTo>
                    <a:pt x="0" y="68"/>
                    <a:pt x="0" y="68"/>
                    <a:pt x="0" y="68"/>
                  </a:cubicBezTo>
                  <a:cubicBezTo>
                    <a:pt x="49" y="20"/>
                    <a:pt x="49" y="20"/>
                    <a:pt x="49" y="20"/>
                  </a:cubicBezTo>
                  <a:cubicBezTo>
                    <a:pt x="36" y="8"/>
                    <a:pt x="19" y="0"/>
                    <a:pt x="0" y="0"/>
                  </a:cubicBezTo>
                  <a:close/>
                </a:path>
              </a:pathLst>
            </a:custGeom>
            <a:solidFill>
              <a:srgbClr val="F2675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7" name="îṣḻïďe"/>
            <p:cNvSpPr/>
            <p:nvPr/>
          </p:nvSpPr>
          <p:spPr bwMode="auto">
            <a:xfrm>
              <a:off x="7306016" y="3039419"/>
              <a:ext cx="629856" cy="16180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8" name="išľiḑe"/>
            <p:cNvSpPr/>
            <p:nvPr/>
          </p:nvSpPr>
          <p:spPr bwMode="auto">
            <a:xfrm>
              <a:off x="7306016" y="2703110"/>
              <a:ext cx="112103" cy="336308"/>
            </a:xfrm>
            <a:prstGeom prst="rect">
              <a:avLst/>
            </a:prstGeom>
            <a:solidFill>
              <a:srgbClr val="4C8E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9" name="iśḷïďé"/>
            <p:cNvSpPr/>
            <p:nvPr/>
          </p:nvSpPr>
          <p:spPr bwMode="auto">
            <a:xfrm>
              <a:off x="7436610" y="2829081"/>
              <a:ext cx="109791" cy="210337"/>
            </a:xfrm>
            <a:prstGeom prst="rect">
              <a:avLst/>
            </a:prstGeom>
            <a:solidFill>
              <a:srgbClr val="609D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0" name="ïṥľíḍé"/>
            <p:cNvSpPr/>
            <p:nvPr/>
          </p:nvSpPr>
          <p:spPr bwMode="auto">
            <a:xfrm>
              <a:off x="7564893" y="2901890"/>
              <a:ext cx="112103" cy="137528"/>
            </a:xfrm>
            <a:prstGeom prst="rect">
              <a:avLst/>
            </a:prstGeom>
            <a:solidFill>
              <a:srgbClr val="73AC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1" name="iṧḷîḑê"/>
            <p:cNvSpPr/>
            <p:nvPr/>
          </p:nvSpPr>
          <p:spPr bwMode="auto">
            <a:xfrm>
              <a:off x="7693175" y="2836016"/>
              <a:ext cx="112103" cy="203403"/>
            </a:xfrm>
            <a:prstGeom prst="rect">
              <a:avLst/>
            </a:prstGeom>
            <a:solidFill>
              <a:srgbClr val="87BB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2" name="ïṥľíḑe"/>
            <p:cNvSpPr/>
            <p:nvPr/>
          </p:nvSpPr>
          <p:spPr bwMode="auto">
            <a:xfrm>
              <a:off x="7823769" y="2893801"/>
              <a:ext cx="112103" cy="145618"/>
            </a:xfrm>
            <a:prstGeom prst="rect">
              <a:avLst/>
            </a:prstGeom>
            <a:solidFill>
              <a:srgbClr val="9A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3" name="íşliḋe"/>
            <p:cNvSpPr/>
            <p:nvPr/>
          </p:nvSpPr>
          <p:spPr bwMode="auto">
            <a:xfrm>
              <a:off x="8097670" y="3039419"/>
              <a:ext cx="55474" cy="16180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4" name="ïṡļíďê"/>
            <p:cNvSpPr/>
            <p:nvPr/>
          </p:nvSpPr>
          <p:spPr bwMode="auto">
            <a:xfrm>
              <a:off x="8179725" y="3039419"/>
              <a:ext cx="167576" cy="16180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5" name="ïṩļiḓé"/>
            <p:cNvSpPr/>
            <p:nvPr/>
          </p:nvSpPr>
          <p:spPr bwMode="auto">
            <a:xfrm>
              <a:off x="8295294" y="1954218"/>
              <a:ext cx="184912" cy="186067"/>
            </a:xfrm>
            <a:custGeom>
              <a:avLst/>
              <a:gdLst>
                <a:gd name="T0" fmla="*/ 0 w 160"/>
                <a:gd name="T1" fmla="*/ 161 h 161"/>
                <a:gd name="T2" fmla="*/ 160 w 160"/>
                <a:gd name="T3" fmla="*/ 161 h 161"/>
                <a:gd name="T4" fmla="*/ 0 w 160"/>
                <a:gd name="T5" fmla="*/ 0 h 161"/>
                <a:gd name="T6" fmla="*/ 0 w 160"/>
                <a:gd name="T7" fmla="*/ 161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0" h="161">
                  <a:moveTo>
                    <a:pt x="0" y="161"/>
                  </a:moveTo>
                  <a:lnTo>
                    <a:pt x="160" y="161"/>
                  </a:lnTo>
                  <a:lnTo>
                    <a:pt x="0" y="0"/>
                  </a:lnTo>
                  <a:lnTo>
                    <a:pt x="0" y="16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6" name="íS1íḓe"/>
            <p:cNvSpPr/>
            <p:nvPr/>
          </p:nvSpPr>
          <p:spPr bwMode="auto">
            <a:xfrm>
              <a:off x="7306016" y="3218552"/>
              <a:ext cx="223050" cy="68186"/>
            </a:xfrm>
            <a:prstGeom prst="rect">
              <a:avLst/>
            </a:prstGeom>
            <a:solidFill>
              <a:srgbClr val="EF413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7" name="îṥlîḍê"/>
            <p:cNvSpPr/>
            <p:nvPr/>
          </p:nvSpPr>
          <p:spPr bwMode="auto">
            <a:xfrm>
              <a:off x="7584540" y="3218552"/>
              <a:ext cx="223050" cy="68186"/>
            </a:xfrm>
            <a:prstGeom prst="rect">
              <a:avLst/>
            </a:prstGeom>
            <a:solidFill>
              <a:srgbClr val="9A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8" name="ïšḷïḍê"/>
            <p:cNvSpPr/>
            <p:nvPr/>
          </p:nvSpPr>
          <p:spPr bwMode="auto">
            <a:xfrm>
              <a:off x="7860752" y="3218552"/>
              <a:ext cx="225361" cy="68186"/>
            </a:xfrm>
            <a:prstGeom prst="rect">
              <a:avLst/>
            </a:prstGeom>
            <a:solidFill>
              <a:srgbClr val="609D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9" name="íšlíḑe"/>
            <p:cNvSpPr/>
            <p:nvPr/>
          </p:nvSpPr>
          <p:spPr bwMode="auto">
            <a:xfrm>
              <a:off x="8139275" y="3218552"/>
              <a:ext cx="223050" cy="68186"/>
            </a:xfrm>
            <a:prstGeom prst="rect">
              <a:avLst/>
            </a:prstGeom>
            <a:solidFill>
              <a:srgbClr val="9A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80" name="ïṥḻïďe"/>
            <p:cNvSpPr/>
            <p:nvPr/>
          </p:nvSpPr>
          <p:spPr bwMode="auto">
            <a:xfrm>
              <a:off x="7306016" y="3331810"/>
              <a:ext cx="223050" cy="68186"/>
            </a:xfrm>
            <a:prstGeom prst="rect">
              <a:avLst/>
            </a:prstGeom>
            <a:solidFill>
              <a:srgbClr val="F2675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81" name="íṣḻîḓè"/>
            <p:cNvSpPr/>
            <p:nvPr/>
          </p:nvSpPr>
          <p:spPr bwMode="auto">
            <a:xfrm>
              <a:off x="7306016" y="3446224"/>
              <a:ext cx="223050" cy="68186"/>
            </a:xfrm>
            <a:prstGeom prst="rect">
              <a:avLst/>
            </a:prstGeom>
            <a:solidFill>
              <a:srgbClr val="F48C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82" name="ïSliḑé"/>
            <p:cNvSpPr/>
            <p:nvPr/>
          </p:nvSpPr>
          <p:spPr bwMode="auto">
            <a:xfrm>
              <a:off x="7306016" y="3560639"/>
              <a:ext cx="223050" cy="68186"/>
            </a:xfrm>
            <a:prstGeom prst="rect">
              <a:avLst/>
            </a:prstGeom>
            <a:solidFill>
              <a:srgbClr val="FCD8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83" name="ïṡḻîḑe"/>
            <p:cNvSpPr/>
            <p:nvPr/>
          </p:nvSpPr>
          <p:spPr bwMode="auto">
            <a:xfrm>
              <a:off x="7860752" y="3331810"/>
              <a:ext cx="225361" cy="68186"/>
            </a:xfrm>
            <a:prstGeom prst="rect">
              <a:avLst/>
            </a:prstGeom>
            <a:solidFill>
              <a:srgbClr val="609D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85" name="iS1îḓê"/>
            <p:cNvSpPr/>
            <p:nvPr/>
          </p:nvSpPr>
          <p:spPr bwMode="auto">
            <a:xfrm>
              <a:off x="8139275" y="3331810"/>
              <a:ext cx="223050" cy="68186"/>
            </a:xfrm>
            <a:prstGeom prst="rect">
              <a:avLst/>
            </a:prstGeom>
            <a:solidFill>
              <a:srgbClr val="9A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86" name="ísļiḑe"/>
            <p:cNvSpPr/>
            <p:nvPr/>
          </p:nvSpPr>
          <p:spPr bwMode="auto">
            <a:xfrm>
              <a:off x="8139275" y="3446224"/>
              <a:ext cx="223050" cy="68186"/>
            </a:xfrm>
            <a:prstGeom prst="rect">
              <a:avLst/>
            </a:prstGeom>
            <a:solidFill>
              <a:srgbClr val="9A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87" name="iṣļiḋé"/>
            <p:cNvSpPr/>
            <p:nvPr/>
          </p:nvSpPr>
          <p:spPr bwMode="auto">
            <a:xfrm>
              <a:off x="4432950" y="3142276"/>
              <a:ext cx="2985169" cy="1962376"/>
            </a:xfrm>
            <a:custGeom>
              <a:avLst/>
              <a:gdLst>
                <a:gd name="T0" fmla="*/ 52 w 1491"/>
                <a:gd name="T1" fmla="*/ 0 h 980"/>
                <a:gd name="T2" fmla="*/ 1440 w 1491"/>
                <a:gd name="T3" fmla="*/ 0 h 980"/>
                <a:gd name="T4" fmla="*/ 1491 w 1491"/>
                <a:gd name="T5" fmla="*/ 51 h 980"/>
                <a:gd name="T6" fmla="*/ 1491 w 1491"/>
                <a:gd name="T7" fmla="*/ 928 h 980"/>
                <a:gd name="T8" fmla="*/ 1440 w 1491"/>
                <a:gd name="T9" fmla="*/ 980 h 980"/>
                <a:gd name="T10" fmla="*/ 52 w 1491"/>
                <a:gd name="T11" fmla="*/ 980 h 980"/>
                <a:gd name="T12" fmla="*/ 0 w 1491"/>
                <a:gd name="T13" fmla="*/ 928 h 980"/>
                <a:gd name="T14" fmla="*/ 0 w 1491"/>
                <a:gd name="T15" fmla="*/ 51 h 980"/>
                <a:gd name="T16" fmla="*/ 52 w 1491"/>
                <a:gd name="T17" fmla="*/ 0 h 9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91" h="980">
                  <a:moveTo>
                    <a:pt x="52" y="0"/>
                  </a:moveTo>
                  <a:cubicBezTo>
                    <a:pt x="1440" y="0"/>
                    <a:pt x="1440" y="0"/>
                    <a:pt x="1440" y="0"/>
                  </a:cubicBezTo>
                  <a:cubicBezTo>
                    <a:pt x="1468" y="0"/>
                    <a:pt x="1491" y="23"/>
                    <a:pt x="1491" y="51"/>
                  </a:cubicBezTo>
                  <a:cubicBezTo>
                    <a:pt x="1491" y="928"/>
                    <a:pt x="1491" y="928"/>
                    <a:pt x="1491" y="928"/>
                  </a:cubicBezTo>
                  <a:cubicBezTo>
                    <a:pt x="1491" y="957"/>
                    <a:pt x="1468" y="980"/>
                    <a:pt x="1440" y="980"/>
                  </a:cubicBezTo>
                  <a:cubicBezTo>
                    <a:pt x="52" y="980"/>
                    <a:pt x="52" y="980"/>
                    <a:pt x="52" y="980"/>
                  </a:cubicBezTo>
                  <a:cubicBezTo>
                    <a:pt x="23" y="980"/>
                    <a:pt x="0" y="957"/>
                    <a:pt x="0" y="928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23"/>
                    <a:pt x="23" y="0"/>
                    <a:pt x="52" y="0"/>
                  </a:cubicBezTo>
                  <a:close/>
                </a:path>
              </a:pathLst>
            </a:custGeom>
            <a:solidFill>
              <a:srgbClr val="8080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88" name="i$1íďè"/>
            <p:cNvSpPr/>
            <p:nvPr/>
          </p:nvSpPr>
          <p:spPr bwMode="auto">
            <a:xfrm>
              <a:off x="4586658" y="3346834"/>
              <a:ext cx="2677754" cy="143768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91" name="ïṡlîḑe"/>
            <p:cNvSpPr/>
            <p:nvPr/>
          </p:nvSpPr>
          <p:spPr bwMode="auto">
            <a:xfrm>
              <a:off x="5862549" y="4872357"/>
              <a:ext cx="125971" cy="128283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92" name="iṡ1ïḓê"/>
            <p:cNvSpPr/>
            <p:nvPr/>
          </p:nvSpPr>
          <p:spPr bwMode="auto">
            <a:xfrm>
              <a:off x="3914041" y="5104652"/>
              <a:ext cx="4022987" cy="340931"/>
            </a:xfrm>
            <a:custGeom>
              <a:avLst/>
              <a:gdLst>
                <a:gd name="T0" fmla="*/ 449 w 3481"/>
                <a:gd name="T1" fmla="*/ 0 h 295"/>
                <a:gd name="T2" fmla="*/ 3032 w 3481"/>
                <a:gd name="T3" fmla="*/ 0 h 295"/>
                <a:gd name="T4" fmla="*/ 3481 w 3481"/>
                <a:gd name="T5" fmla="*/ 295 h 295"/>
                <a:gd name="T6" fmla="*/ 0 w 3481"/>
                <a:gd name="T7" fmla="*/ 295 h 295"/>
                <a:gd name="T8" fmla="*/ 449 w 3481"/>
                <a:gd name="T9" fmla="*/ 0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81" h="295">
                  <a:moveTo>
                    <a:pt x="449" y="0"/>
                  </a:moveTo>
                  <a:lnTo>
                    <a:pt x="3032" y="0"/>
                  </a:lnTo>
                  <a:lnTo>
                    <a:pt x="3481" y="295"/>
                  </a:lnTo>
                  <a:lnTo>
                    <a:pt x="0" y="295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rgbClr val="8080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93" name="iŝḻïḋé"/>
            <p:cNvSpPr/>
            <p:nvPr/>
          </p:nvSpPr>
          <p:spPr bwMode="auto">
            <a:xfrm>
              <a:off x="3914041" y="5445583"/>
              <a:ext cx="4022987" cy="189535"/>
            </a:xfrm>
            <a:custGeom>
              <a:avLst/>
              <a:gdLst>
                <a:gd name="T0" fmla="*/ 0 w 2009"/>
                <a:gd name="T1" fmla="*/ 0 h 95"/>
                <a:gd name="T2" fmla="*/ 2009 w 2009"/>
                <a:gd name="T3" fmla="*/ 0 h 95"/>
                <a:gd name="T4" fmla="*/ 2009 w 2009"/>
                <a:gd name="T5" fmla="*/ 58 h 95"/>
                <a:gd name="T6" fmla="*/ 1972 w 2009"/>
                <a:gd name="T7" fmla="*/ 95 h 95"/>
                <a:gd name="T8" fmla="*/ 37 w 2009"/>
                <a:gd name="T9" fmla="*/ 95 h 95"/>
                <a:gd name="T10" fmla="*/ 0 w 2009"/>
                <a:gd name="T11" fmla="*/ 58 h 95"/>
                <a:gd name="T12" fmla="*/ 0 w 2009"/>
                <a:gd name="T13" fmla="*/ 0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09" h="95">
                  <a:moveTo>
                    <a:pt x="0" y="0"/>
                  </a:moveTo>
                  <a:cubicBezTo>
                    <a:pt x="2009" y="0"/>
                    <a:pt x="2009" y="0"/>
                    <a:pt x="2009" y="0"/>
                  </a:cubicBezTo>
                  <a:cubicBezTo>
                    <a:pt x="2009" y="58"/>
                    <a:pt x="2009" y="58"/>
                    <a:pt x="2009" y="58"/>
                  </a:cubicBezTo>
                  <a:cubicBezTo>
                    <a:pt x="2009" y="78"/>
                    <a:pt x="1993" y="95"/>
                    <a:pt x="1972" y="95"/>
                  </a:cubicBezTo>
                  <a:cubicBezTo>
                    <a:pt x="37" y="95"/>
                    <a:pt x="37" y="95"/>
                    <a:pt x="37" y="95"/>
                  </a:cubicBezTo>
                  <a:cubicBezTo>
                    <a:pt x="17" y="95"/>
                    <a:pt x="0" y="78"/>
                    <a:pt x="0" y="58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94" name="ïšľïďê"/>
            <p:cNvSpPr/>
            <p:nvPr/>
          </p:nvSpPr>
          <p:spPr bwMode="auto">
            <a:xfrm>
              <a:off x="5520462" y="5543817"/>
              <a:ext cx="812456" cy="52006"/>
            </a:xfrm>
            <a:prstGeom prst="rect">
              <a:avLst/>
            </a:prstGeom>
            <a:solidFill>
              <a:srgbClr val="8080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95" name="iṣlíḍè"/>
            <p:cNvSpPr/>
            <p:nvPr/>
          </p:nvSpPr>
          <p:spPr bwMode="auto">
            <a:xfrm>
              <a:off x="3914041" y="5445583"/>
              <a:ext cx="4022987" cy="57785"/>
            </a:xfrm>
            <a:prstGeom prst="rect">
              <a:avLst/>
            </a:pr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96" name="ïṧlîḓè"/>
            <p:cNvSpPr/>
            <p:nvPr/>
          </p:nvSpPr>
          <p:spPr bwMode="auto">
            <a:xfrm>
              <a:off x="4022677" y="5126610"/>
              <a:ext cx="3762955" cy="286613"/>
            </a:xfrm>
            <a:custGeom>
              <a:avLst/>
              <a:gdLst>
                <a:gd name="T0" fmla="*/ 1852 w 1879"/>
                <a:gd name="T1" fmla="*/ 120 h 143"/>
                <a:gd name="T2" fmla="*/ 1566 w 1879"/>
                <a:gd name="T3" fmla="*/ 52 h 143"/>
                <a:gd name="T4" fmla="*/ 1566 w 1879"/>
                <a:gd name="T5" fmla="*/ 87 h 143"/>
                <a:gd name="T6" fmla="*/ 1566 w 1879"/>
                <a:gd name="T7" fmla="*/ 38 h 143"/>
                <a:gd name="T8" fmla="*/ 1728 w 1879"/>
                <a:gd name="T9" fmla="*/ 38 h 143"/>
                <a:gd name="T10" fmla="*/ 1566 w 1879"/>
                <a:gd name="T11" fmla="*/ 4 h 143"/>
                <a:gd name="T12" fmla="*/ 1803 w 1879"/>
                <a:gd name="T13" fmla="*/ 87 h 143"/>
                <a:gd name="T14" fmla="*/ 337 w 1879"/>
                <a:gd name="T15" fmla="*/ 105 h 143"/>
                <a:gd name="T16" fmla="*/ 914 w 1879"/>
                <a:gd name="T17" fmla="*/ 140 h 143"/>
                <a:gd name="T18" fmla="*/ 1566 w 1879"/>
                <a:gd name="T19" fmla="*/ 2 h 143"/>
                <a:gd name="T20" fmla="*/ 1566 w 1879"/>
                <a:gd name="T21" fmla="*/ 36 h 143"/>
                <a:gd name="T22" fmla="*/ 1433 w 1879"/>
                <a:gd name="T23" fmla="*/ 20 h 143"/>
                <a:gd name="T24" fmla="*/ 1566 w 1879"/>
                <a:gd name="T25" fmla="*/ 52 h 143"/>
                <a:gd name="T26" fmla="*/ 1462 w 1879"/>
                <a:gd name="T27" fmla="*/ 52 h 143"/>
                <a:gd name="T28" fmla="*/ 1517 w 1879"/>
                <a:gd name="T29" fmla="*/ 138 h 143"/>
                <a:gd name="T30" fmla="*/ 1486 w 1879"/>
                <a:gd name="T31" fmla="*/ 103 h 143"/>
                <a:gd name="T32" fmla="*/ 434 w 1879"/>
                <a:gd name="T33" fmla="*/ 52 h 143"/>
                <a:gd name="T34" fmla="*/ 337 w 1879"/>
                <a:gd name="T35" fmla="*/ 38 h 143"/>
                <a:gd name="T36" fmla="*/ 490 w 1879"/>
                <a:gd name="T37" fmla="*/ 1 h 143"/>
                <a:gd name="T38" fmla="*/ 337 w 1879"/>
                <a:gd name="T39" fmla="*/ 5 h 143"/>
                <a:gd name="T40" fmla="*/ 966 w 1879"/>
                <a:gd name="T41" fmla="*/ 104 h 143"/>
                <a:gd name="T42" fmla="*/ 964 w 1879"/>
                <a:gd name="T43" fmla="*/ 140 h 143"/>
                <a:gd name="T44" fmla="*/ 598 w 1879"/>
                <a:gd name="T45" fmla="*/ 52 h 143"/>
                <a:gd name="T46" fmla="*/ 457 w 1879"/>
                <a:gd name="T47" fmla="*/ 71 h 143"/>
                <a:gd name="T48" fmla="*/ 754 w 1879"/>
                <a:gd name="T49" fmla="*/ 71 h 143"/>
                <a:gd name="T50" fmla="*/ 640 w 1879"/>
                <a:gd name="T51" fmla="*/ 52 h 143"/>
                <a:gd name="T52" fmla="*/ 922 w 1879"/>
                <a:gd name="T53" fmla="*/ 89 h 143"/>
                <a:gd name="T54" fmla="*/ 969 w 1879"/>
                <a:gd name="T55" fmla="*/ 52 h 143"/>
                <a:gd name="T56" fmla="*/ 967 w 1879"/>
                <a:gd name="T57" fmla="*/ 88 h 143"/>
                <a:gd name="T58" fmla="*/ 1256 w 1879"/>
                <a:gd name="T59" fmla="*/ 52 h 143"/>
                <a:gd name="T60" fmla="*/ 1138 w 1879"/>
                <a:gd name="T61" fmla="*/ 70 h 143"/>
                <a:gd name="T62" fmla="*/ 1435 w 1879"/>
                <a:gd name="T63" fmla="*/ 70 h 143"/>
                <a:gd name="T64" fmla="*/ 1298 w 1879"/>
                <a:gd name="T65" fmla="*/ 52 h 143"/>
                <a:gd name="T66" fmla="*/ 610 w 1879"/>
                <a:gd name="T67" fmla="*/ 38 h 143"/>
                <a:gd name="T68" fmla="*/ 676 w 1879"/>
                <a:gd name="T69" fmla="*/ 1 h 143"/>
                <a:gd name="T70" fmla="*/ 650 w 1879"/>
                <a:gd name="T71" fmla="*/ 38 h 143"/>
                <a:gd name="T72" fmla="*/ 934 w 1879"/>
                <a:gd name="T73" fmla="*/ 1 h 143"/>
                <a:gd name="T74" fmla="*/ 817 w 1879"/>
                <a:gd name="T75" fmla="*/ 19 h 143"/>
                <a:gd name="T76" fmla="*/ 1086 w 1879"/>
                <a:gd name="T77" fmla="*/ 20 h 143"/>
                <a:gd name="T78" fmla="*/ 972 w 1879"/>
                <a:gd name="T79" fmla="*/ 1 h 143"/>
                <a:gd name="T80" fmla="*/ 1249 w 1879"/>
                <a:gd name="T81" fmla="*/ 38 h 143"/>
                <a:gd name="T82" fmla="*/ 1268 w 1879"/>
                <a:gd name="T83" fmla="*/ 2 h 143"/>
                <a:gd name="T84" fmla="*/ 1290 w 1879"/>
                <a:gd name="T85" fmla="*/ 38 h 143"/>
                <a:gd name="T86" fmla="*/ 337 w 1879"/>
                <a:gd name="T87" fmla="*/ 105 h 143"/>
                <a:gd name="T88" fmla="*/ 337 w 1879"/>
                <a:gd name="T89" fmla="*/ 1 h 143"/>
                <a:gd name="T90" fmla="*/ 266 w 1879"/>
                <a:gd name="T91" fmla="*/ 38 h 143"/>
                <a:gd name="T92" fmla="*/ 331 w 1879"/>
                <a:gd name="T93" fmla="*/ 38 h 143"/>
                <a:gd name="T94" fmla="*/ 337 w 1879"/>
                <a:gd name="T95" fmla="*/ 90 h 143"/>
                <a:gd name="T96" fmla="*/ 312 w 1879"/>
                <a:gd name="T97" fmla="*/ 52 h 143"/>
                <a:gd name="T98" fmla="*/ 266 w 1879"/>
                <a:gd name="T99" fmla="*/ 52 h 143"/>
                <a:gd name="T100" fmla="*/ 266 w 1879"/>
                <a:gd name="T101" fmla="*/ 142 h 143"/>
                <a:gd name="T102" fmla="*/ 266 w 1879"/>
                <a:gd name="T103" fmla="*/ 0 h 143"/>
                <a:gd name="T104" fmla="*/ 232 w 1879"/>
                <a:gd name="T105" fmla="*/ 0 h 143"/>
                <a:gd name="T106" fmla="*/ 243 w 1879"/>
                <a:gd name="T107" fmla="*/ 71 h 143"/>
                <a:gd name="T108" fmla="*/ 148 w 1879"/>
                <a:gd name="T109" fmla="*/ 52 h 143"/>
                <a:gd name="T110" fmla="*/ 266 w 1879"/>
                <a:gd name="T111" fmla="*/ 90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79" h="143">
                  <a:moveTo>
                    <a:pt x="1566" y="138"/>
                  </a:moveTo>
                  <a:cubicBezTo>
                    <a:pt x="1566" y="102"/>
                    <a:pt x="1566" y="102"/>
                    <a:pt x="1566" y="102"/>
                  </a:cubicBezTo>
                  <a:cubicBezTo>
                    <a:pt x="1825" y="102"/>
                    <a:pt x="1825" y="102"/>
                    <a:pt x="1825" y="102"/>
                  </a:cubicBezTo>
                  <a:cubicBezTo>
                    <a:pt x="1834" y="108"/>
                    <a:pt x="1843" y="114"/>
                    <a:pt x="1852" y="120"/>
                  </a:cubicBezTo>
                  <a:cubicBezTo>
                    <a:pt x="1861" y="125"/>
                    <a:pt x="1870" y="131"/>
                    <a:pt x="1879" y="137"/>
                  </a:cubicBezTo>
                  <a:cubicBezTo>
                    <a:pt x="1774" y="138"/>
                    <a:pt x="1670" y="138"/>
                    <a:pt x="1566" y="138"/>
                  </a:cubicBezTo>
                  <a:close/>
                  <a:moveTo>
                    <a:pt x="1566" y="87"/>
                  </a:moveTo>
                  <a:cubicBezTo>
                    <a:pt x="1566" y="52"/>
                    <a:pt x="1566" y="52"/>
                    <a:pt x="1566" y="52"/>
                  </a:cubicBezTo>
                  <a:cubicBezTo>
                    <a:pt x="1585" y="52"/>
                    <a:pt x="1585" y="52"/>
                    <a:pt x="1585" y="52"/>
                  </a:cubicBezTo>
                  <a:cubicBezTo>
                    <a:pt x="1592" y="58"/>
                    <a:pt x="1599" y="63"/>
                    <a:pt x="1606" y="70"/>
                  </a:cubicBezTo>
                  <a:cubicBezTo>
                    <a:pt x="1612" y="75"/>
                    <a:pt x="1619" y="81"/>
                    <a:pt x="1626" y="87"/>
                  </a:cubicBezTo>
                  <a:cubicBezTo>
                    <a:pt x="1566" y="87"/>
                    <a:pt x="1566" y="87"/>
                    <a:pt x="1566" y="87"/>
                  </a:cubicBezTo>
                  <a:close/>
                  <a:moveTo>
                    <a:pt x="1566" y="38"/>
                  </a:moveTo>
                  <a:cubicBezTo>
                    <a:pt x="1566" y="36"/>
                    <a:pt x="1566" y="36"/>
                    <a:pt x="1566" y="36"/>
                  </a:cubicBezTo>
                  <a:cubicBezTo>
                    <a:pt x="1568" y="38"/>
                    <a:pt x="1568" y="38"/>
                    <a:pt x="1568" y="38"/>
                  </a:cubicBezTo>
                  <a:cubicBezTo>
                    <a:pt x="1566" y="38"/>
                    <a:pt x="1566" y="38"/>
                    <a:pt x="1566" y="38"/>
                  </a:cubicBezTo>
                  <a:close/>
                  <a:moveTo>
                    <a:pt x="1566" y="4"/>
                  </a:moveTo>
                  <a:cubicBezTo>
                    <a:pt x="1573" y="9"/>
                    <a:pt x="1580" y="14"/>
                    <a:pt x="1587" y="20"/>
                  </a:cubicBezTo>
                  <a:cubicBezTo>
                    <a:pt x="1595" y="26"/>
                    <a:pt x="1602" y="32"/>
                    <a:pt x="1609" y="38"/>
                  </a:cubicBezTo>
                  <a:cubicBezTo>
                    <a:pt x="1649" y="38"/>
                    <a:pt x="1688" y="38"/>
                    <a:pt x="1728" y="38"/>
                  </a:cubicBezTo>
                  <a:cubicBezTo>
                    <a:pt x="1719" y="32"/>
                    <a:pt x="1711" y="26"/>
                    <a:pt x="1702" y="20"/>
                  </a:cubicBezTo>
                  <a:cubicBezTo>
                    <a:pt x="1693" y="14"/>
                    <a:pt x="1684" y="8"/>
                    <a:pt x="1675" y="2"/>
                  </a:cubicBezTo>
                  <a:cubicBezTo>
                    <a:pt x="1566" y="2"/>
                    <a:pt x="1566" y="2"/>
                    <a:pt x="1566" y="2"/>
                  </a:cubicBezTo>
                  <a:cubicBezTo>
                    <a:pt x="1566" y="4"/>
                    <a:pt x="1566" y="4"/>
                    <a:pt x="1566" y="4"/>
                  </a:cubicBezTo>
                  <a:close/>
                  <a:moveTo>
                    <a:pt x="1627" y="52"/>
                  </a:moveTo>
                  <a:cubicBezTo>
                    <a:pt x="1667" y="52"/>
                    <a:pt x="1708" y="52"/>
                    <a:pt x="1749" y="52"/>
                  </a:cubicBezTo>
                  <a:cubicBezTo>
                    <a:pt x="1758" y="57"/>
                    <a:pt x="1767" y="63"/>
                    <a:pt x="1776" y="69"/>
                  </a:cubicBezTo>
                  <a:cubicBezTo>
                    <a:pt x="1785" y="75"/>
                    <a:pt x="1794" y="81"/>
                    <a:pt x="1803" y="87"/>
                  </a:cubicBezTo>
                  <a:cubicBezTo>
                    <a:pt x="1759" y="87"/>
                    <a:pt x="1715" y="87"/>
                    <a:pt x="1672" y="87"/>
                  </a:cubicBezTo>
                  <a:cubicBezTo>
                    <a:pt x="1664" y="81"/>
                    <a:pt x="1657" y="75"/>
                    <a:pt x="1649" y="69"/>
                  </a:cubicBezTo>
                  <a:cubicBezTo>
                    <a:pt x="1642" y="63"/>
                    <a:pt x="1634" y="58"/>
                    <a:pt x="1627" y="52"/>
                  </a:cubicBezTo>
                  <a:close/>
                  <a:moveTo>
                    <a:pt x="337" y="105"/>
                  </a:moveTo>
                  <a:cubicBezTo>
                    <a:pt x="490" y="105"/>
                    <a:pt x="490" y="105"/>
                    <a:pt x="490" y="105"/>
                  </a:cubicBezTo>
                  <a:cubicBezTo>
                    <a:pt x="633" y="104"/>
                    <a:pt x="776" y="104"/>
                    <a:pt x="920" y="104"/>
                  </a:cubicBezTo>
                  <a:cubicBezTo>
                    <a:pt x="919" y="110"/>
                    <a:pt x="918" y="116"/>
                    <a:pt x="917" y="122"/>
                  </a:cubicBezTo>
                  <a:cubicBezTo>
                    <a:pt x="916" y="128"/>
                    <a:pt x="915" y="134"/>
                    <a:pt x="914" y="140"/>
                  </a:cubicBezTo>
                  <a:cubicBezTo>
                    <a:pt x="762" y="141"/>
                    <a:pt x="609" y="141"/>
                    <a:pt x="457" y="142"/>
                  </a:cubicBezTo>
                  <a:cubicBezTo>
                    <a:pt x="337" y="142"/>
                    <a:pt x="337" y="142"/>
                    <a:pt x="337" y="142"/>
                  </a:cubicBezTo>
                  <a:cubicBezTo>
                    <a:pt x="337" y="105"/>
                    <a:pt x="337" y="105"/>
                    <a:pt x="337" y="105"/>
                  </a:cubicBezTo>
                  <a:close/>
                  <a:moveTo>
                    <a:pt x="1566" y="2"/>
                  </a:moveTo>
                  <a:cubicBezTo>
                    <a:pt x="1566" y="4"/>
                    <a:pt x="1566" y="4"/>
                    <a:pt x="1566" y="4"/>
                  </a:cubicBezTo>
                  <a:cubicBezTo>
                    <a:pt x="1564" y="2"/>
                    <a:pt x="1564" y="2"/>
                    <a:pt x="1564" y="2"/>
                  </a:cubicBezTo>
                  <a:cubicBezTo>
                    <a:pt x="1566" y="2"/>
                    <a:pt x="1566" y="2"/>
                    <a:pt x="1566" y="2"/>
                  </a:cubicBezTo>
                  <a:close/>
                  <a:moveTo>
                    <a:pt x="1566" y="36"/>
                  </a:moveTo>
                  <a:cubicBezTo>
                    <a:pt x="1560" y="31"/>
                    <a:pt x="1554" y="25"/>
                    <a:pt x="1548" y="20"/>
                  </a:cubicBezTo>
                  <a:cubicBezTo>
                    <a:pt x="1541" y="14"/>
                    <a:pt x="1533" y="8"/>
                    <a:pt x="1527" y="2"/>
                  </a:cubicBezTo>
                  <a:cubicBezTo>
                    <a:pt x="1490" y="2"/>
                    <a:pt x="1453" y="2"/>
                    <a:pt x="1416" y="2"/>
                  </a:cubicBezTo>
                  <a:cubicBezTo>
                    <a:pt x="1422" y="8"/>
                    <a:pt x="1427" y="14"/>
                    <a:pt x="1433" y="20"/>
                  </a:cubicBezTo>
                  <a:cubicBezTo>
                    <a:pt x="1439" y="26"/>
                    <a:pt x="1444" y="32"/>
                    <a:pt x="1449" y="38"/>
                  </a:cubicBezTo>
                  <a:cubicBezTo>
                    <a:pt x="1488" y="38"/>
                    <a:pt x="1527" y="38"/>
                    <a:pt x="1566" y="38"/>
                  </a:cubicBezTo>
                  <a:cubicBezTo>
                    <a:pt x="1566" y="36"/>
                    <a:pt x="1566" y="36"/>
                    <a:pt x="1566" y="36"/>
                  </a:cubicBezTo>
                  <a:close/>
                  <a:moveTo>
                    <a:pt x="1566" y="52"/>
                  </a:moveTo>
                  <a:cubicBezTo>
                    <a:pt x="1566" y="87"/>
                    <a:pt x="1566" y="87"/>
                    <a:pt x="1566" y="87"/>
                  </a:cubicBezTo>
                  <a:cubicBezTo>
                    <a:pt x="1495" y="88"/>
                    <a:pt x="1495" y="88"/>
                    <a:pt x="1495" y="88"/>
                  </a:cubicBezTo>
                  <a:cubicBezTo>
                    <a:pt x="1490" y="82"/>
                    <a:pt x="1484" y="76"/>
                    <a:pt x="1479" y="70"/>
                  </a:cubicBezTo>
                  <a:cubicBezTo>
                    <a:pt x="1473" y="64"/>
                    <a:pt x="1468" y="58"/>
                    <a:pt x="1462" y="52"/>
                  </a:cubicBezTo>
                  <a:cubicBezTo>
                    <a:pt x="1497" y="52"/>
                    <a:pt x="1532" y="52"/>
                    <a:pt x="1566" y="52"/>
                  </a:cubicBezTo>
                  <a:close/>
                  <a:moveTo>
                    <a:pt x="1566" y="102"/>
                  </a:moveTo>
                  <a:cubicBezTo>
                    <a:pt x="1566" y="138"/>
                    <a:pt x="1566" y="138"/>
                    <a:pt x="1566" y="138"/>
                  </a:cubicBezTo>
                  <a:cubicBezTo>
                    <a:pt x="1517" y="138"/>
                    <a:pt x="1517" y="138"/>
                    <a:pt x="1517" y="138"/>
                  </a:cubicBezTo>
                  <a:cubicBezTo>
                    <a:pt x="1397" y="139"/>
                    <a:pt x="1277" y="139"/>
                    <a:pt x="1157" y="140"/>
                  </a:cubicBezTo>
                  <a:cubicBezTo>
                    <a:pt x="1155" y="133"/>
                    <a:pt x="1153" y="127"/>
                    <a:pt x="1152" y="121"/>
                  </a:cubicBezTo>
                  <a:cubicBezTo>
                    <a:pt x="1150" y="115"/>
                    <a:pt x="1149" y="109"/>
                    <a:pt x="1147" y="103"/>
                  </a:cubicBezTo>
                  <a:cubicBezTo>
                    <a:pt x="1260" y="103"/>
                    <a:pt x="1373" y="103"/>
                    <a:pt x="1486" y="103"/>
                  </a:cubicBezTo>
                  <a:cubicBezTo>
                    <a:pt x="1566" y="102"/>
                    <a:pt x="1566" y="102"/>
                    <a:pt x="1566" y="102"/>
                  </a:cubicBezTo>
                  <a:close/>
                  <a:moveTo>
                    <a:pt x="337" y="90"/>
                  </a:moveTo>
                  <a:cubicBezTo>
                    <a:pt x="337" y="52"/>
                    <a:pt x="337" y="52"/>
                    <a:pt x="337" y="52"/>
                  </a:cubicBezTo>
                  <a:cubicBezTo>
                    <a:pt x="369" y="52"/>
                    <a:pt x="401" y="52"/>
                    <a:pt x="434" y="52"/>
                  </a:cubicBezTo>
                  <a:cubicBezTo>
                    <a:pt x="427" y="59"/>
                    <a:pt x="420" y="65"/>
                    <a:pt x="414" y="71"/>
                  </a:cubicBezTo>
                  <a:cubicBezTo>
                    <a:pt x="407" y="77"/>
                    <a:pt x="400" y="83"/>
                    <a:pt x="393" y="89"/>
                  </a:cubicBezTo>
                  <a:cubicBezTo>
                    <a:pt x="337" y="90"/>
                    <a:pt x="337" y="90"/>
                    <a:pt x="337" y="90"/>
                  </a:cubicBezTo>
                  <a:close/>
                  <a:moveTo>
                    <a:pt x="337" y="38"/>
                  </a:moveTo>
                  <a:cubicBezTo>
                    <a:pt x="337" y="34"/>
                    <a:pt x="337" y="34"/>
                    <a:pt x="337" y="34"/>
                  </a:cubicBezTo>
                  <a:cubicBezTo>
                    <a:pt x="343" y="29"/>
                    <a:pt x="349" y="24"/>
                    <a:pt x="356" y="19"/>
                  </a:cubicBezTo>
                  <a:cubicBezTo>
                    <a:pt x="364" y="13"/>
                    <a:pt x="372" y="7"/>
                    <a:pt x="380" y="1"/>
                  </a:cubicBezTo>
                  <a:cubicBezTo>
                    <a:pt x="417" y="1"/>
                    <a:pt x="453" y="1"/>
                    <a:pt x="490" y="1"/>
                  </a:cubicBezTo>
                  <a:cubicBezTo>
                    <a:pt x="483" y="7"/>
                    <a:pt x="477" y="13"/>
                    <a:pt x="470" y="19"/>
                  </a:cubicBezTo>
                  <a:cubicBezTo>
                    <a:pt x="463" y="25"/>
                    <a:pt x="456" y="32"/>
                    <a:pt x="450" y="38"/>
                  </a:cubicBezTo>
                  <a:cubicBezTo>
                    <a:pt x="412" y="38"/>
                    <a:pt x="374" y="38"/>
                    <a:pt x="337" y="38"/>
                  </a:cubicBezTo>
                  <a:close/>
                  <a:moveTo>
                    <a:pt x="337" y="5"/>
                  </a:moveTo>
                  <a:cubicBezTo>
                    <a:pt x="338" y="3"/>
                    <a:pt x="340" y="2"/>
                    <a:pt x="342" y="1"/>
                  </a:cubicBezTo>
                  <a:cubicBezTo>
                    <a:pt x="337" y="1"/>
                    <a:pt x="337" y="1"/>
                    <a:pt x="337" y="1"/>
                  </a:cubicBezTo>
                  <a:cubicBezTo>
                    <a:pt x="337" y="5"/>
                    <a:pt x="337" y="5"/>
                    <a:pt x="337" y="5"/>
                  </a:cubicBezTo>
                  <a:close/>
                  <a:moveTo>
                    <a:pt x="966" y="104"/>
                  </a:moveTo>
                  <a:cubicBezTo>
                    <a:pt x="1011" y="104"/>
                    <a:pt x="1056" y="103"/>
                    <a:pt x="1101" y="103"/>
                  </a:cubicBezTo>
                  <a:cubicBezTo>
                    <a:pt x="1102" y="109"/>
                    <a:pt x="1103" y="115"/>
                    <a:pt x="1104" y="121"/>
                  </a:cubicBezTo>
                  <a:cubicBezTo>
                    <a:pt x="1105" y="128"/>
                    <a:pt x="1106" y="134"/>
                    <a:pt x="1107" y="140"/>
                  </a:cubicBezTo>
                  <a:cubicBezTo>
                    <a:pt x="1059" y="140"/>
                    <a:pt x="1012" y="140"/>
                    <a:pt x="964" y="140"/>
                  </a:cubicBezTo>
                  <a:cubicBezTo>
                    <a:pt x="964" y="134"/>
                    <a:pt x="965" y="128"/>
                    <a:pt x="965" y="122"/>
                  </a:cubicBezTo>
                  <a:cubicBezTo>
                    <a:pt x="965" y="116"/>
                    <a:pt x="966" y="110"/>
                    <a:pt x="966" y="104"/>
                  </a:cubicBezTo>
                  <a:close/>
                  <a:moveTo>
                    <a:pt x="476" y="52"/>
                  </a:moveTo>
                  <a:cubicBezTo>
                    <a:pt x="517" y="52"/>
                    <a:pt x="558" y="52"/>
                    <a:pt x="598" y="52"/>
                  </a:cubicBezTo>
                  <a:cubicBezTo>
                    <a:pt x="594" y="58"/>
                    <a:pt x="589" y="64"/>
                    <a:pt x="584" y="71"/>
                  </a:cubicBezTo>
                  <a:cubicBezTo>
                    <a:pt x="579" y="77"/>
                    <a:pt x="574" y="83"/>
                    <a:pt x="570" y="89"/>
                  </a:cubicBezTo>
                  <a:cubicBezTo>
                    <a:pt x="526" y="89"/>
                    <a:pt x="482" y="89"/>
                    <a:pt x="438" y="89"/>
                  </a:cubicBezTo>
                  <a:cubicBezTo>
                    <a:pt x="445" y="83"/>
                    <a:pt x="451" y="77"/>
                    <a:pt x="457" y="71"/>
                  </a:cubicBezTo>
                  <a:cubicBezTo>
                    <a:pt x="464" y="65"/>
                    <a:pt x="470" y="58"/>
                    <a:pt x="476" y="52"/>
                  </a:cubicBezTo>
                  <a:close/>
                  <a:moveTo>
                    <a:pt x="640" y="52"/>
                  </a:moveTo>
                  <a:cubicBezTo>
                    <a:pt x="681" y="52"/>
                    <a:pt x="722" y="52"/>
                    <a:pt x="763" y="52"/>
                  </a:cubicBezTo>
                  <a:cubicBezTo>
                    <a:pt x="760" y="58"/>
                    <a:pt x="757" y="64"/>
                    <a:pt x="754" y="71"/>
                  </a:cubicBezTo>
                  <a:cubicBezTo>
                    <a:pt x="751" y="77"/>
                    <a:pt x="749" y="83"/>
                    <a:pt x="746" y="89"/>
                  </a:cubicBezTo>
                  <a:cubicBezTo>
                    <a:pt x="702" y="89"/>
                    <a:pt x="658" y="89"/>
                    <a:pt x="615" y="89"/>
                  </a:cubicBezTo>
                  <a:cubicBezTo>
                    <a:pt x="619" y="83"/>
                    <a:pt x="623" y="77"/>
                    <a:pt x="628" y="71"/>
                  </a:cubicBezTo>
                  <a:cubicBezTo>
                    <a:pt x="632" y="65"/>
                    <a:pt x="636" y="58"/>
                    <a:pt x="640" y="52"/>
                  </a:cubicBezTo>
                  <a:close/>
                  <a:moveTo>
                    <a:pt x="805" y="52"/>
                  </a:moveTo>
                  <a:cubicBezTo>
                    <a:pt x="846" y="52"/>
                    <a:pt x="886" y="52"/>
                    <a:pt x="927" y="52"/>
                  </a:cubicBezTo>
                  <a:cubicBezTo>
                    <a:pt x="926" y="58"/>
                    <a:pt x="925" y="64"/>
                    <a:pt x="924" y="70"/>
                  </a:cubicBezTo>
                  <a:cubicBezTo>
                    <a:pt x="924" y="76"/>
                    <a:pt x="923" y="82"/>
                    <a:pt x="922" y="89"/>
                  </a:cubicBezTo>
                  <a:cubicBezTo>
                    <a:pt x="878" y="89"/>
                    <a:pt x="834" y="89"/>
                    <a:pt x="791" y="89"/>
                  </a:cubicBezTo>
                  <a:cubicBezTo>
                    <a:pt x="793" y="83"/>
                    <a:pt x="796" y="77"/>
                    <a:pt x="798" y="70"/>
                  </a:cubicBezTo>
                  <a:cubicBezTo>
                    <a:pt x="800" y="64"/>
                    <a:pt x="802" y="58"/>
                    <a:pt x="805" y="52"/>
                  </a:cubicBezTo>
                  <a:close/>
                  <a:moveTo>
                    <a:pt x="969" y="52"/>
                  </a:moveTo>
                  <a:cubicBezTo>
                    <a:pt x="1010" y="52"/>
                    <a:pt x="1051" y="52"/>
                    <a:pt x="1091" y="52"/>
                  </a:cubicBezTo>
                  <a:cubicBezTo>
                    <a:pt x="1092" y="58"/>
                    <a:pt x="1093" y="64"/>
                    <a:pt x="1095" y="70"/>
                  </a:cubicBezTo>
                  <a:cubicBezTo>
                    <a:pt x="1096" y="76"/>
                    <a:pt x="1097" y="82"/>
                    <a:pt x="1098" y="88"/>
                  </a:cubicBezTo>
                  <a:cubicBezTo>
                    <a:pt x="1054" y="88"/>
                    <a:pt x="1010" y="88"/>
                    <a:pt x="967" y="88"/>
                  </a:cubicBezTo>
                  <a:cubicBezTo>
                    <a:pt x="967" y="82"/>
                    <a:pt x="968" y="76"/>
                    <a:pt x="968" y="70"/>
                  </a:cubicBezTo>
                  <a:cubicBezTo>
                    <a:pt x="968" y="64"/>
                    <a:pt x="969" y="58"/>
                    <a:pt x="969" y="52"/>
                  </a:cubicBezTo>
                  <a:close/>
                  <a:moveTo>
                    <a:pt x="1133" y="52"/>
                  </a:moveTo>
                  <a:cubicBezTo>
                    <a:pt x="1174" y="52"/>
                    <a:pt x="1215" y="52"/>
                    <a:pt x="1256" y="52"/>
                  </a:cubicBezTo>
                  <a:cubicBezTo>
                    <a:pt x="1259" y="58"/>
                    <a:pt x="1262" y="64"/>
                    <a:pt x="1265" y="70"/>
                  </a:cubicBezTo>
                  <a:cubicBezTo>
                    <a:pt x="1268" y="76"/>
                    <a:pt x="1271" y="82"/>
                    <a:pt x="1274" y="88"/>
                  </a:cubicBezTo>
                  <a:cubicBezTo>
                    <a:pt x="1230" y="88"/>
                    <a:pt x="1187" y="88"/>
                    <a:pt x="1143" y="88"/>
                  </a:cubicBezTo>
                  <a:cubicBezTo>
                    <a:pt x="1142" y="82"/>
                    <a:pt x="1140" y="76"/>
                    <a:pt x="1138" y="70"/>
                  </a:cubicBezTo>
                  <a:cubicBezTo>
                    <a:pt x="1137" y="64"/>
                    <a:pt x="1135" y="58"/>
                    <a:pt x="1133" y="52"/>
                  </a:cubicBezTo>
                  <a:close/>
                  <a:moveTo>
                    <a:pt x="1298" y="52"/>
                  </a:moveTo>
                  <a:cubicBezTo>
                    <a:pt x="1339" y="52"/>
                    <a:pt x="1379" y="52"/>
                    <a:pt x="1420" y="52"/>
                  </a:cubicBezTo>
                  <a:cubicBezTo>
                    <a:pt x="1425" y="58"/>
                    <a:pt x="1430" y="64"/>
                    <a:pt x="1435" y="70"/>
                  </a:cubicBezTo>
                  <a:cubicBezTo>
                    <a:pt x="1440" y="76"/>
                    <a:pt x="1445" y="82"/>
                    <a:pt x="1450" y="88"/>
                  </a:cubicBezTo>
                  <a:cubicBezTo>
                    <a:pt x="1406" y="88"/>
                    <a:pt x="1363" y="88"/>
                    <a:pt x="1319" y="88"/>
                  </a:cubicBezTo>
                  <a:cubicBezTo>
                    <a:pt x="1316" y="82"/>
                    <a:pt x="1312" y="76"/>
                    <a:pt x="1309" y="70"/>
                  </a:cubicBezTo>
                  <a:cubicBezTo>
                    <a:pt x="1305" y="64"/>
                    <a:pt x="1301" y="58"/>
                    <a:pt x="1298" y="52"/>
                  </a:cubicBezTo>
                  <a:close/>
                  <a:moveTo>
                    <a:pt x="528" y="1"/>
                  </a:moveTo>
                  <a:cubicBezTo>
                    <a:pt x="565" y="1"/>
                    <a:pt x="602" y="1"/>
                    <a:pt x="638" y="1"/>
                  </a:cubicBezTo>
                  <a:cubicBezTo>
                    <a:pt x="634" y="7"/>
                    <a:pt x="629" y="13"/>
                    <a:pt x="624" y="19"/>
                  </a:cubicBezTo>
                  <a:cubicBezTo>
                    <a:pt x="619" y="26"/>
                    <a:pt x="614" y="32"/>
                    <a:pt x="610" y="38"/>
                  </a:cubicBezTo>
                  <a:cubicBezTo>
                    <a:pt x="570" y="38"/>
                    <a:pt x="530" y="38"/>
                    <a:pt x="491" y="38"/>
                  </a:cubicBezTo>
                  <a:cubicBezTo>
                    <a:pt x="497" y="32"/>
                    <a:pt x="503" y="26"/>
                    <a:pt x="509" y="19"/>
                  </a:cubicBezTo>
                  <a:cubicBezTo>
                    <a:pt x="516" y="13"/>
                    <a:pt x="522" y="7"/>
                    <a:pt x="528" y="1"/>
                  </a:cubicBezTo>
                  <a:close/>
                  <a:moveTo>
                    <a:pt x="676" y="1"/>
                  </a:moveTo>
                  <a:cubicBezTo>
                    <a:pt x="713" y="1"/>
                    <a:pt x="750" y="1"/>
                    <a:pt x="786" y="1"/>
                  </a:cubicBezTo>
                  <a:cubicBezTo>
                    <a:pt x="783" y="7"/>
                    <a:pt x="781" y="13"/>
                    <a:pt x="778" y="19"/>
                  </a:cubicBezTo>
                  <a:cubicBezTo>
                    <a:pt x="775" y="26"/>
                    <a:pt x="772" y="32"/>
                    <a:pt x="769" y="38"/>
                  </a:cubicBezTo>
                  <a:cubicBezTo>
                    <a:pt x="730" y="38"/>
                    <a:pt x="690" y="38"/>
                    <a:pt x="650" y="38"/>
                  </a:cubicBezTo>
                  <a:cubicBezTo>
                    <a:pt x="655" y="32"/>
                    <a:pt x="659" y="26"/>
                    <a:pt x="663" y="19"/>
                  </a:cubicBezTo>
                  <a:cubicBezTo>
                    <a:pt x="668" y="13"/>
                    <a:pt x="672" y="7"/>
                    <a:pt x="676" y="1"/>
                  </a:cubicBezTo>
                  <a:close/>
                  <a:moveTo>
                    <a:pt x="824" y="1"/>
                  </a:moveTo>
                  <a:cubicBezTo>
                    <a:pt x="861" y="1"/>
                    <a:pt x="898" y="1"/>
                    <a:pt x="934" y="1"/>
                  </a:cubicBezTo>
                  <a:cubicBezTo>
                    <a:pt x="933" y="7"/>
                    <a:pt x="933" y="13"/>
                    <a:pt x="932" y="20"/>
                  </a:cubicBezTo>
                  <a:cubicBezTo>
                    <a:pt x="931" y="26"/>
                    <a:pt x="930" y="32"/>
                    <a:pt x="929" y="38"/>
                  </a:cubicBezTo>
                  <a:cubicBezTo>
                    <a:pt x="889" y="38"/>
                    <a:pt x="850" y="38"/>
                    <a:pt x="810" y="38"/>
                  </a:cubicBezTo>
                  <a:cubicBezTo>
                    <a:pt x="813" y="32"/>
                    <a:pt x="815" y="26"/>
                    <a:pt x="817" y="19"/>
                  </a:cubicBezTo>
                  <a:cubicBezTo>
                    <a:pt x="820" y="13"/>
                    <a:pt x="822" y="7"/>
                    <a:pt x="824" y="1"/>
                  </a:cubicBezTo>
                  <a:close/>
                  <a:moveTo>
                    <a:pt x="972" y="1"/>
                  </a:moveTo>
                  <a:cubicBezTo>
                    <a:pt x="1009" y="1"/>
                    <a:pt x="1046" y="1"/>
                    <a:pt x="1082" y="1"/>
                  </a:cubicBezTo>
                  <a:cubicBezTo>
                    <a:pt x="1084" y="8"/>
                    <a:pt x="1085" y="14"/>
                    <a:pt x="1086" y="20"/>
                  </a:cubicBezTo>
                  <a:cubicBezTo>
                    <a:pt x="1087" y="26"/>
                    <a:pt x="1088" y="32"/>
                    <a:pt x="1089" y="38"/>
                  </a:cubicBezTo>
                  <a:cubicBezTo>
                    <a:pt x="1049" y="38"/>
                    <a:pt x="1010" y="38"/>
                    <a:pt x="970" y="38"/>
                  </a:cubicBezTo>
                  <a:cubicBezTo>
                    <a:pt x="970" y="32"/>
                    <a:pt x="971" y="26"/>
                    <a:pt x="971" y="20"/>
                  </a:cubicBezTo>
                  <a:cubicBezTo>
                    <a:pt x="972" y="13"/>
                    <a:pt x="972" y="7"/>
                    <a:pt x="972" y="1"/>
                  </a:cubicBezTo>
                  <a:close/>
                  <a:moveTo>
                    <a:pt x="1120" y="1"/>
                  </a:moveTo>
                  <a:cubicBezTo>
                    <a:pt x="1157" y="2"/>
                    <a:pt x="1194" y="2"/>
                    <a:pt x="1230" y="2"/>
                  </a:cubicBezTo>
                  <a:cubicBezTo>
                    <a:pt x="1234" y="8"/>
                    <a:pt x="1237" y="14"/>
                    <a:pt x="1240" y="20"/>
                  </a:cubicBezTo>
                  <a:cubicBezTo>
                    <a:pt x="1243" y="26"/>
                    <a:pt x="1246" y="32"/>
                    <a:pt x="1249" y="38"/>
                  </a:cubicBezTo>
                  <a:cubicBezTo>
                    <a:pt x="1209" y="38"/>
                    <a:pt x="1169" y="38"/>
                    <a:pt x="1130" y="38"/>
                  </a:cubicBezTo>
                  <a:cubicBezTo>
                    <a:pt x="1128" y="32"/>
                    <a:pt x="1127" y="26"/>
                    <a:pt x="1125" y="20"/>
                  </a:cubicBezTo>
                  <a:cubicBezTo>
                    <a:pt x="1123" y="14"/>
                    <a:pt x="1122" y="8"/>
                    <a:pt x="1120" y="1"/>
                  </a:cubicBezTo>
                  <a:close/>
                  <a:moveTo>
                    <a:pt x="1268" y="2"/>
                  </a:moveTo>
                  <a:cubicBezTo>
                    <a:pt x="1305" y="2"/>
                    <a:pt x="1342" y="2"/>
                    <a:pt x="1378" y="2"/>
                  </a:cubicBezTo>
                  <a:cubicBezTo>
                    <a:pt x="1384" y="8"/>
                    <a:pt x="1389" y="14"/>
                    <a:pt x="1393" y="20"/>
                  </a:cubicBezTo>
                  <a:cubicBezTo>
                    <a:pt x="1399" y="26"/>
                    <a:pt x="1404" y="32"/>
                    <a:pt x="1409" y="38"/>
                  </a:cubicBezTo>
                  <a:cubicBezTo>
                    <a:pt x="1369" y="38"/>
                    <a:pt x="1329" y="38"/>
                    <a:pt x="1290" y="38"/>
                  </a:cubicBezTo>
                  <a:cubicBezTo>
                    <a:pt x="1286" y="32"/>
                    <a:pt x="1282" y="26"/>
                    <a:pt x="1279" y="20"/>
                  </a:cubicBezTo>
                  <a:cubicBezTo>
                    <a:pt x="1275" y="14"/>
                    <a:pt x="1272" y="8"/>
                    <a:pt x="1268" y="2"/>
                  </a:cubicBezTo>
                  <a:close/>
                  <a:moveTo>
                    <a:pt x="266" y="105"/>
                  </a:moveTo>
                  <a:cubicBezTo>
                    <a:pt x="337" y="105"/>
                    <a:pt x="337" y="105"/>
                    <a:pt x="337" y="105"/>
                  </a:cubicBezTo>
                  <a:cubicBezTo>
                    <a:pt x="337" y="142"/>
                    <a:pt x="337" y="142"/>
                    <a:pt x="337" y="142"/>
                  </a:cubicBezTo>
                  <a:cubicBezTo>
                    <a:pt x="266" y="142"/>
                    <a:pt x="266" y="142"/>
                    <a:pt x="266" y="142"/>
                  </a:cubicBezTo>
                  <a:cubicBezTo>
                    <a:pt x="266" y="105"/>
                    <a:pt x="266" y="105"/>
                    <a:pt x="266" y="105"/>
                  </a:cubicBezTo>
                  <a:close/>
                  <a:moveTo>
                    <a:pt x="337" y="1"/>
                  </a:moveTo>
                  <a:cubicBezTo>
                    <a:pt x="337" y="5"/>
                    <a:pt x="337" y="5"/>
                    <a:pt x="337" y="5"/>
                  </a:cubicBezTo>
                  <a:cubicBezTo>
                    <a:pt x="330" y="9"/>
                    <a:pt x="323" y="14"/>
                    <a:pt x="316" y="19"/>
                  </a:cubicBezTo>
                  <a:cubicBezTo>
                    <a:pt x="307" y="25"/>
                    <a:pt x="298" y="32"/>
                    <a:pt x="290" y="38"/>
                  </a:cubicBezTo>
                  <a:cubicBezTo>
                    <a:pt x="266" y="38"/>
                    <a:pt x="266" y="38"/>
                    <a:pt x="266" y="38"/>
                  </a:cubicBezTo>
                  <a:cubicBezTo>
                    <a:pt x="266" y="0"/>
                    <a:pt x="266" y="0"/>
                    <a:pt x="266" y="0"/>
                  </a:cubicBezTo>
                  <a:cubicBezTo>
                    <a:pt x="290" y="0"/>
                    <a:pt x="313" y="1"/>
                    <a:pt x="337" y="1"/>
                  </a:cubicBezTo>
                  <a:close/>
                  <a:moveTo>
                    <a:pt x="337" y="34"/>
                  </a:moveTo>
                  <a:cubicBezTo>
                    <a:pt x="335" y="35"/>
                    <a:pt x="333" y="36"/>
                    <a:pt x="331" y="38"/>
                  </a:cubicBezTo>
                  <a:cubicBezTo>
                    <a:pt x="337" y="38"/>
                    <a:pt x="337" y="38"/>
                    <a:pt x="337" y="38"/>
                  </a:cubicBezTo>
                  <a:cubicBezTo>
                    <a:pt x="337" y="34"/>
                    <a:pt x="337" y="34"/>
                    <a:pt x="337" y="34"/>
                  </a:cubicBezTo>
                  <a:close/>
                  <a:moveTo>
                    <a:pt x="337" y="52"/>
                  </a:moveTo>
                  <a:cubicBezTo>
                    <a:pt x="337" y="90"/>
                    <a:pt x="337" y="90"/>
                    <a:pt x="337" y="90"/>
                  </a:cubicBezTo>
                  <a:cubicBezTo>
                    <a:pt x="266" y="90"/>
                    <a:pt x="266" y="90"/>
                    <a:pt x="266" y="90"/>
                  </a:cubicBezTo>
                  <a:cubicBezTo>
                    <a:pt x="266" y="87"/>
                    <a:pt x="266" y="87"/>
                    <a:pt x="266" y="87"/>
                  </a:cubicBezTo>
                  <a:cubicBezTo>
                    <a:pt x="273" y="82"/>
                    <a:pt x="280" y="76"/>
                    <a:pt x="287" y="71"/>
                  </a:cubicBezTo>
                  <a:cubicBezTo>
                    <a:pt x="295" y="65"/>
                    <a:pt x="304" y="59"/>
                    <a:pt x="312" y="52"/>
                  </a:cubicBezTo>
                  <a:cubicBezTo>
                    <a:pt x="337" y="52"/>
                    <a:pt x="337" y="52"/>
                    <a:pt x="337" y="52"/>
                  </a:cubicBezTo>
                  <a:close/>
                  <a:moveTo>
                    <a:pt x="266" y="55"/>
                  </a:moveTo>
                  <a:cubicBezTo>
                    <a:pt x="270" y="52"/>
                    <a:pt x="270" y="52"/>
                    <a:pt x="270" y="52"/>
                  </a:cubicBezTo>
                  <a:cubicBezTo>
                    <a:pt x="266" y="52"/>
                    <a:pt x="266" y="52"/>
                    <a:pt x="266" y="52"/>
                  </a:cubicBezTo>
                  <a:lnTo>
                    <a:pt x="266" y="55"/>
                  </a:lnTo>
                  <a:close/>
                  <a:moveTo>
                    <a:pt x="61" y="105"/>
                  </a:moveTo>
                  <a:cubicBezTo>
                    <a:pt x="266" y="105"/>
                    <a:pt x="266" y="105"/>
                    <a:pt x="266" y="105"/>
                  </a:cubicBezTo>
                  <a:cubicBezTo>
                    <a:pt x="266" y="142"/>
                    <a:pt x="266" y="142"/>
                    <a:pt x="266" y="142"/>
                  </a:cubicBezTo>
                  <a:cubicBezTo>
                    <a:pt x="177" y="142"/>
                    <a:pt x="89" y="143"/>
                    <a:pt x="0" y="143"/>
                  </a:cubicBezTo>
                  <a:cubicBezTo>
                    <a:pt x="10" y="137"/>
                    <a:pt x="20" y="130"/>
                    <a:pt x="31" y="124"/>
                  </a:cubicBezTo>
                  <a:cubicBezTo>
                    <a:pt x="41" y="118"/>
                    <a:pt x="51" y="112"/>
                    <a:pt x="61" y="105"/>
                  </a:cubicBezTo>
                  <a:close/>
                  <a:moveTo>
                    <a:pt x="266" y="0"/>
                  </a:moveTo>
                  <a:cubicBezTo>
                    <a:pt x="266" y="38"/>
                    <a:pt x="266" y="38"/>
                    <a:pt x="266" y="38"/>
                  </a:cubicBezTo>
                  <a:cubicBezTo>
                    <a:pt x="234" y="38"/>
                    <a:pt x="203" y="38"/>
                    <a:pt x="171" y="38"/>
                  </a:cubicBezTo>
                  <a:cubicBezTo>
                    <a:pt x="181" y="32"/>
                    <a:pt x="192" y="25"/>
                    <a:pt x="202" y="19"/>
                  </a:cubicBezTo>
                  <a:cubicBezTo>
                    <a:pt x="212" y="13"/>
                    <a:pt x="222" y="7"/>
                    <a:pt x="232" y="0"/>
                  </a:cubicBezTo>
                  <a:cubicBezTo>
                    <a:pt x="266" y="0"/>
                    <a:pt x="266" y="0"/>
                    <a:pt x="266" y="0"/>
                  </a:cubicBezTo>
                  <a:close/>
                  <a:moveTo>
                    <a:pt x="266" y="52"/>
                  </a:moveTo>
                  <a:cubicBezTo>
                    <a:pt x="266" y="55"/>
                    <a:pt x="266" y="55"/>
                    <a:pt x="266" y="55"/>
                  </a:cubicBezTo>
                  <a:cubicBezTo>
                    <a:pt x="258" y="60"/>
                    <a:pt x="251" y="66"/>
                    <a:pt x="243" y="71"/>
                  </a:cubicBezTo>
                  <a:cubicBezTo>
                    <a:pt x="235" y="77"/>
                    <a:pt x="226" y="84"/>
                    <a:pt x="217" y="90"/>
                  </a:cubicBezTo>
                  <a:cubicBezTo>
                    <a:pt x="174" y="90"/>
                    <a:pt x="130" y="90"/>
                    <a:pt x="86" y="90"/>
                  </a:cubicBezTo>
                  <a:cubicBezTo>
                    <a:pt x="97" y="84"/>
                    <a:pt x="107" y="77"/>
                    <a:pt x="117" y="71"/>
                  </a:cubicBezTo>
                  <a:cubicBezTo>
                    <a:pt x="127" y="65"/>
                    <a:pt x="137" y="59"/>
                    <a:pt x="148" y="52"/>
                  </a:cubicBezTo>
                  <a:cubicBezTo>
                    <a:pt x="187" y="52"/>
                    <a:pt x="226" y="52"/>
                    <a:pt x="266" y="52"/>
                  </a:cubicBezTo>
                  <a:close/>
                  <a:moveTo>
                    <a:pt x="266" y="87"/>
                  </a:moveTo>
                  <a:cubicBezTo>
                    <a:pt x="262" y="90"/>
                    <a:pt x="262" y="90"/>
                    <a:pt x="262" y="90"/>
                  </a:cubicBezTo>
                  <a:cubicBezTo>
                    <a:pt x="266" y="90"/>
                    <a:pt x="266" y="90"/>
                    <a:pt x="266" y="90"/>
                  </a:cubicBezTo>
                  <a:lnTo>
                    <a:pt x="266" y="8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97" name="îṧļíďe"/>
            <p:cNvSpPr/>
            <p:nvPr/>
          </p:nvSpPr>
          <p:spPr bwMode="auto">
            <a:xfrm>
              <a:off x="4586658" y="1375213"/>
              <a:ext cx="2677754" cy="24847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98" name="iṡḻïdè"/>
            <p:cNvSpPr/>
            <p:nvPr/>
          </p:nvSpPr>
          <p:spPr bwMode="auto">
            <a:xfrm>
              <a:off x="4586658" y="1569370"/>
              <a:ext cx="2641927" cy="54318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99" name="ïsḻíḋê"/>
            <p:cNvSpPr/>
            <p:nvPr/>
          </p:nvSpPr>
          <p:spPr bwMode="auto">
            <a:xfrm>
              <a:off x="4586658" y="1451489"/>
              <a:ext cx="28892" cy="172199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1" name="ïšļíḑê"/>
            <p:cNvSpPr/>
            <p:nvPr/>
          </p:nvSpPr>
          <p:spPr bwMode="auto">
            <a:xfrm>
              <a:off x="4651377" y="1500028"/>
              <a:ext cx="11557" cy="123660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2" name="ïšḻîďê"/>
            <p:cNvSpPr/>
            <p:nvPr/>
          </p:nvSpPr>
          <p:spPr bwMode="auto">
            <a:xfrm>
              <a:off x="4701072" y="1500028"/>
              <a:ext cx="10401" cy="123660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3" name="îṩḻîḍè"/>
            <p:cNvSpPr/>
            <p:nvPr/>
          </p:nvSpPr>
          <p:spPr bwMode="auto">
            <a:xfrm>
              <a:off x="4750767" y="1500028"/>
              <a:ext cx="10401" cy="123660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4" name="iṣ1íḓé"/>
            <p:cNvSpPr/>
            <p:nvPr/>
          </p:nvSpPr>
          <p:spPr bwMode="auto">
            <a:xfrm>
              <a:off x="4799306" y="1500028"/>
              <a:ext cx="10401" cy="123660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5" name="i$ļïḍè"/>
            <p:cNvSpPr/>
            <p:nvPr/>
          </p:nvSpPr>
          <p:spPr bwMode="auto">
            <a:xfrm>
              <a:off x="4849001" y="1451489"/>
              <a:ext cx="28892" cy="172199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6" name="íṩľíḑê"/>
            <p:cNvSpPr/>
            <p:nvPr/>
          </p:nvSpPr>
          <p:spPr bwMode="auto">
            <a:xfrm>
              <a:off x="4913720" y="1500028"/>
              <a:ext cx="9246" cy="123660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7" name="ï$lïḍê"/>
            <p:cNvSpPr/>
            <p:nvPr/>
          </p:nvSpPr>
          <p:spPr bwMode="auto">
            <a:xfrm>
              <a:off x="4961104" y="1500028"/>
              <a:ext cx="12713" cy="123660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9" name="iṥľïḋé"/>
            <p:cNvSpPr/>
            <p:nvPr/>
          </p:nvSpPr>
          <p:spPr bwMode="auto">
            <a:xfrm>
              <a:off x="5011955" y="1500028"/>
              <a:ext cx="9246" cy="123660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0" name="î$ḷîḍé"/>
            <p:cNvSpPr/>
            <p:nvPr/>
          </p:nvSpPr>
          <p:spPr bwMode="auto">
            <a:xfrm>
              <a:off x="5061650" y="1500028"/>
              <a:ext cx="10401" cy="123660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1" name="ïṣ1ïḋè"/>
            <p:cNvSpPr/>
            <p:nvPr/>
          </p:nvSpPr>
          <p:spPr bwMode="auto">
            <a:xfrm>
              <a:off x="5110189" y="1451489"/>
              <a:ext cx="27737" cy="172199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2" name="ísľîḍè"/>
            <p:cNvSpPr/>
            <p:nvPr/>
          </p:nvSpPr>
          <p:spPr bwMode="auto">
            <a:xfrm>
              <a:off x="5173753" y="1500028"/>
              <a:ext cx="10401" cy="123660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3" name="íśḻïḓe"/>
            <p:cNvSpPr/>
            <p:nvPr/>
          </p:nvSpPr>
          <p:spPr bwMode="auto">
            <a:xfrm>
              <a:off x="5223448" y="1500028"/>
              <a:ext cx="10401" cy="123660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4" name="íślide"/>
            <p:cNvSpPr/>
            <p:nvPr/>
          </p:nvSpPr>
          <p:spPr bwMode="auto">
            <a:xfrm>
              <a:off x="5271987" y="1500028"/>
              <a:ext cx="11557" cy="123660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5" name="isḻïḋe"/>
            <p:cNvSpPr/>
            <p:nvPr/>
          </p:nvSpPr>
          <p:spPr bwMode="auto">
            <a:xfrm>
              <a:off x="5321682" y="1500028"/>
              <a:ext cx="10401" cy="123660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6" name="îṧ1ïḋe"/>
            <p:cNvSpPr/>
            <p:nvPr/>
          </p:nvSpPr>
          <p:spPr bwMode="auto">
            <a:xfrm>
              <a:off x="5372533" y="1451489"/>
              <a:ext cx="27737" cy="172199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7" name="ïšḻïḍe"/>
            <p:cNvSpPr/>
            <p:nvPr/>
          </p:nvSpPr>
          <p:spPr bwMode="auto">
            <a:xfrm>
              <a:off x="5436096" y="1500028"/>
              <a:ext cx="10401" cy="123660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8" name="îṣ1ïḍê"/>
            <p:cNvSpPr/>
            <p:nvPr/>
          </p:nvSpPr>
          <p:spPr bwMode="auto">
            <a:xfrm>
              <a:off x="5484635" y="1500028"/>
              <a:ext cx="9246" cy="123660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9" name="îṥļîḋe"/>
            <p:cNvSpPr/>
            <p:nvPr/>
          </p:nvSpPr>
          <p:spPr bwMode="auto">
            <a:xfrm>
              <a:off x="5534330" y="1500028"/>
              <a:ext cx="10401" cy="123660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0" name="íşľïḓe"/>
            <p:cNvSpPr/>
            <p:nvPr/>
          </p:nvSpPr>
          <p:spPr bwMode="auto">
            <a:xfrm>
              <a:off x="5584026" y="1500028"/>
              <a:ext cx="10401" cy="123660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1" name="íśḻidé"/>
            <p:cNvSpPr/>
            <p:nvPr/>
          </p:nvSpPr>
          <p:spPr bwMode="auto">
            <a:xfrm>
              <a:off x="5632565" y="1451489"/>
              <a:ext cx="27737" cy="172199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2" name="íŝḻïdê"/>
            <p:cNvSpPr/>
            <p:nvPr/>
          </p:nvSpPr>
          <p:spPr bwMode="auto">
            <a:xfrm>
              <a:off x="5696128" y="1500028"/>
              <a:ext cx="10401" cy="123660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3" name="íṡḷiḍè"/>
            <p:cNvSpPr/>
            <p:nvPr/>
          </p:nvSpPr>
          <p:spPr bwMode="auto">
            <a:xfrm>
              <a:off x="5746979" y="1500028"/>
              <a:ext cx="9246" cy="123660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4" name="iśḷiḋé"/>
            <p:cNvSpPr/>
            <p:nvPr/>
          </p:nvSpPr>
          <p:spPr bwMode="auto">
            <a:xfrm>
              <a:off x="5794363" y="1500028"/>
              <a:ext cx="10401" cy="123660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5" name="îSļïḋè"/>
            <p:cNvSpPr/>
            <p:nvPr/>
          </p:nvSpPr>
          <p:spPr bwMode="auto">
            <a:xfrm>
              <a:off x="5845213" y="1500028"/>
              <a:ext cx="9246" cy="123660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6" name="îS1îḑe"/>
            <p:cNvSpPr/>
            <p:nvPr/>
          </p:nvSpPr>
          <p:spPr bwMode="auto">
            <a:xfrm>
              <a:off x="5894908" y="1451489"/>
              <a:ext cx="27737" cy="172199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7" name="íśļîḍê"/>
            <p:cNvSpPr/>
            <p:nvPr/>
          </p:nvSpPr>
          <p:spPr bwMode="auto">
            <a:xfrm>
              <a:off x="5958472" y="1500028"/>
              <a:ext cx="10401" cy="123660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8" name="ïşļîḋê"/>
            <p:cNvSpPr/>
            <p:nvPr/>
          </p:nvSpPr>
          <p:spPr bwMode="auto">
            <a:xfrm>
              <a:off x="6007011" y="1500028"/>
              <a:ext cx="10401" cy="123660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9" name="íṩľiḓé"/>
            <p:cNvSpPr/>
            <p:nvPr/>
          </p:nvSpPr>
          <p:spPr bwMode="auto">
            <a:xfrm>
              <a:off x="6056706" y="1500028"/>
              <a:ext cx="10401" cy="123660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0" name="íś1iḑê"/>
            <p:cNvSpPr/>
            <p:nvPr/>
          </p:nvSpPr>
          <p:spPr bwMode="auto">
            <a:xfrm>
              <a:off x="6105246" y="1500028"/>
              <a:ext cx="9246" cy="123660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1" name="ïṥľîḋe"/>
            <p:cNvSpPr/>
            <p:nvPr/>
          </p:nvSpPr>
          <p:spPr bwMode="auto">
            <a:xfrm>
              <a:off x="6154941" y="1451489"/>
              <a:ext cx="27737" cy="172199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2" name="ïṥḻîḓe"/>
            <p:cNvSpPr/>
            <p:nvPr/>
          </p:nvSpPr>
          <p:spPr bwMode="auto">
            <a:xfrm>
              <a:off x="6219660" y="1500028"/>
              <a:ext cx="9246" cy="123660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3" name="ïṥḷïdè"/>
            <p:cNvSpPr/>
            <p:nvPr/>
          </p:nvSpPr>
          <p:spPr bwMode="auto">
            <a:xfrm>
              <a:off x="6269355" y="1500028"/>
              <a:ext cx="10401" cy="123660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4" name="işḷïḑê"/>
            <p:cNvSpPr/>
            <p:nvPr/>
          </p:nvSpPr>
          <p:spPr bwMode="auto">
            <a:xfrm>
              <a:off x="6316738" y="1500028"/>
              <a:ext cx="10401" cy="123660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5" name="ïṩlîḋe"/>
            <p:cNvSpPr/>
            <p:nvPr/>
          </p:nvSpPr>
          <p:spPr bwMode="auto">
            <a:xfrm>
              <a:off x="6367589" y="1500028"/>
              <a:ext cx="9246" cy="123660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6" name="isḷîḑê"/>
            <p:cNvSpPr/>
            <p:nvPr/>
          </p:nvSpPr>
          <p:spPr bwMode="auto">
            <a:xfrm>
              <a:off x="6414973" y="1451489"/>
              <a:ext cx="30048" cy="172199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7" name="íṡḷíďé"/>
            <p:cNvSpPr/>
            <p:nvPr/>
          </p:nvSpPr>
          <p:spPr bwMode="auto">
            <a:xfrm>
              <a:off x="6479692" y="1500028"/>
              <a:ext cx="11557" cy="123660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8" name="ïŝḷíḋe"/>
            <p:cNvSpPr/>
            <p:nvPr/>
          </p:nvSpPr>
          <p:spPr bwMode="auto">
            <a:xfrm>
              <a:off x="6529387" y="1500028"/>
              <a:ext cx="10401" cy="123660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9" name="îṥlïdé"/>
            <p:cNvSpPr/>
            <p:nvPr/>
          </p:nvSpPr>
          <p:spPr bwMode="auto">
            <a:xfrm>
              <a:off x="6579082" y="1500028"/>
              <a:ext cx="10401" cy="123660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50" name="i$ḻîḑé"/>
            <p:cNvSpPr/>
            <p:nvPr/>
          </p:nvSpPr>
          <p:spPr bwMode="auto">
            <a:xfrm>
              <a:off x="6627621" y="1500028"/>
              <a:ext cx="10401" cy="123660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51" name="ïśľîḑé"/>
            <p:cNvSpPr/>
            <p:nvPr/>
          </p:nvSpPr>
          <p:spPr bwMode="auto">
            <a:xfrm>
              <a:off x="6677316" y="1451489"/>
              <a:ext cx="28892" cy="172199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52" name="íSḻïḑé"/>
            <p:cNvSpPr/>
            <p:nvPr/>
          </p:nvSpPr>
          <p:spPr bwMode="auto">
            <a:xfrm>
              <a:off x="6742036" y="1500028"/>
              <a:ext cx="9246" cy="123660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53" name="îŝ1iḓê"/>
            <p:cNvSpPr/>
            <p:nvPr/>
          </p:nvSpPr>
          <p:spPr bwMode="auto">
            <a:xfrm>
              <a:off x="6791731" y="1500028"/>
              <a:ext cx="10401" cy="123660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54" name="iṣliḓé"/>
            <p:cNvSpPr/>
            <p:nvPr/>
          </p:nvSpPr>
          <p:spPr bwMode="auto">
            <a:xfrm>
              <a:off x="6840270" y="1500028"/>
              <a:ext cx="9246" cy="123660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55" name="ïś1iḑè"/>
            <p:cNvSpPr/>
            <p:nvPr/>
          </p:nvSpPr>
          <p:spPr bwMode="auto">
            <a:xfrm>
              <a:off x="6889965" y="1500028"/>
              <a:ext cx="10401" cy="123660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56" name="ïšḷïḓé"/>
            <p:cNvSpPr/>
            <p:nvPr/>
          </p:nvSpPr>
          <p:spPr bwMode="auto">
            <a:xfrm>
              <a:off x="6938504" y="1451489"/>
              <a:ext cx="27737" cy="172199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57" name="í$1íďe"/>
            <p:cNvSpPr/>
            <p:nvPr/>
          </p:nvSpPr>
          <p:spPr bwMode="auto">
            <a:xfrm>
              <a:off x="7002068" y="1500028"/>
              <a:ext cx="10401" cy="123660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58" name="iš1îḋè"/>
            <p:cNvSpPr/>
            <p:nvPr/>
          </p:nvSpPr>
          <p:spPr bwMode="auto">
            <a:xfrm>
              <a:off x="7051763" y="1500028"/>
              <a:ext cx="10401" cy="123660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59" name="íşľiḍê"/>
            <p:cNvSpPr/>
            <p:nvPr/>
          </p:nvSpPr>
          <p:spPr bwMode="auto">
            <a:xfrm>
              <a:off x="7102613" y="1500028"/>
              <a:ext cx="9246" cy="123660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" name="îŝļîḓè"/>
            <p:cNvSpPr/>
            <p:nvPr/>
          </p:nvSpPr>
          <p:spPr bwMode="auto">
            <a:xfrm>
              <a:off x="7149997" y="1500028"/>
              <a:ext cx="10401" cy="123660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" name="í$ľîďé"/>
            <p:cNvSpPr/>
            <p:nvPr/>
          </p:nvSpPr>
          <p:spPr bwMode="auto">
            <a:xfrm>
              <a:off x="7200848" y="1451489"/>
              <a:ext cx="27737" cy="172199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" name="ïṣ1îďé"/>
            <p:cNvSpPr/>
            <p:nvPr/>
          </p:nvSpPr>
          <p:spPr bwMode="auto">
            <a:xfrm>
              <a:off x="3974137" y="3735149"/>
              <a:ext cx="144462" cy="918780"/>
            </a:xfrm>
            <a:custGeom>
              <a:avLst/>
              <a:gdLst>
                <a:gd name="T0" fmla="*/ 2 w 125"/>
                <a:gd name="T1" fmla="*/ 0 h 795"/>
                <a:gd name="T2" fmla="*/ 125 w 125"/>
                <a:gd name="T3" fmla="*/ 0 h 795"/>
                <a:gd name="T4" fmla="*/ 123 w 125"/>
                <a:gd name="T5" fmla="*/ 795 h 795"/>
                <a:gd name="T6" fmla="*/ 0 w 125"/>
                <a:gd name="T7" fmla="*/ 793 h 795"/>
                <a:gd name="T8" fmla="*/ 2 w 125"/>
                <a:gd name="T9" fmla="*/ 0 h 7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5" h="795">
                  <a:moveTo>
                    <a:pt x="2" y="0"/>
                  </a:moveTo>
                  <a:lnTo>
                    <a:pt x="125" y="0"/>
                  </a:lnTo>
                  <a:lnTo>
                    <a:pt x="123" y="795"/>
                  </a:lnTo>
                  <a:lnTo>
                    <a:pt x="0" y="793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" name="îṧḷïďê"/>
            <p:cNvSpPr/>
            <p:nvPr/>
          </p:nvSpPr>
          <p:spPr bwMode="auto">
            <a:xfrm>
              <a:off x="4001874" y="3774443"/>
              <a:ext cx="88989" cy="837881"/>
            </a:xfrm>
            <a:custGeom>
              <a:avLst/>
              <a:gdLst>
                <a:gd name="T0" fmla="*/ 2 w 77"/>
                <a:gd name="T1" fmla="*/ 0 h 725"/>
                <a:gd name="T2" fmla="*/ 0 w 77"/>
                <a:gd name="T3" fmla="*/ 725 h 725"/>
                <a:gd name="T4" fmla="*/ 75 w 77"/>
                <a:gd name="T5" fmla="*/ 725 h 725"/>
                <a:gd name="T6" fmla="*/ 77 w 77"/>
                <a:gd name="T7" fmla="*/ 2 h 725"/>
                <a:gd name="T8" fmla="*/ 2 w 77"/>
                <a:gd name="T9" fmla="*/ 0 h 7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7" h="725">
                  <a:moveTo>
                    <a:pt x="2" y="0"/>
                  </a:moveTo>
                  <a:lnTo>
                    <a:pt x="0" y="725"/>
                  </a:lnTo>
                  <a:lnTo>
                    <a:pt x="75" y="725"/>
                  </a:lnTo>
                  <a:lnTo>
                    <a:pt x="77" y="2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87BB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" name="îṩ1ïḓé"/>
            <p:cNvSpPr/>
            <p:nvPr/>
          </p:nvSpPr>
          <p:spPr bwMode="auto">
            <a:xfrm>
              <a:off x="3875903" y="3502854"/>
              <a:ext cx="344398" cy="317817"/>
            </a:xfrm>
            <a:custGeom>
              <a:avLst/>
              <a:gdLst>
                <a:gd name="T0" fmla="*/ 131 w 172"/>
                <a:gd name="T1" fmla="*/ 0 h 159"/>
                <a:gd name="T2" fmla="*/ 172 w 172"/>
                <a:gd name="T3" fmla="*/ 74 h 159"/>
                <a:gd name="T4" fmla="*/ 86 w 172"/>
                <a:gd name="T5" fmla="*/ 159 h 159"/>
                <a:gd name="T6" fmla="*/ 0 w 172"/>
                <a:gd name="T7" fmla="*/ 73 h 159"/>
                <a:gd name="T8" fmla="*/ 42 w 172"/>
                <a:gd name="T9" fmla="*/ 0 h 159"/>
                <a:gd name="T10" fmla="*/ 41 w 172"/>
                <a:gd name="T11" fmla="*/ 49 h 159"/>
                <a:gd name="T12" fmla="*/ 41 w 172"/>
                <a:gd name="T13" fmla="*/ 74 h 159"/>
                <a:gd name="T14" fmla="*/ 64 w 172"/>
                <a:gd name="T15" fmla="*/ 87 h 159"/>
                <a:gd name="T16" fmla="*/ 86 w 172"/>
                <a:gd name="T17" fmla="*/ 100 h 159"/>
                <a:gd name="T18" fmla="*/ 108 w 172"/>
                <a:gd name="T19" fmla="*/ 88 h 159"/>
                <a:gd name="T20" fmla="*/ 131 w 172"/>
                <a:gd name="T21" fmla="*/ 75 h 159"/>
                <a:gd name="T22" fmla="*/ 131 w 172"/>
                <a:gd name="T23" fmla="*/ 49 h 159"/>
                <a:gd name="T24" fmla="*/ 131 w 172"/>
                <a:gd name="T25" fmla="*/ 0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2" h="159">
                  <a:moveTo>
                    <a:pt x="131" y="0"/>
                  </a:moveTo>
                  <a:cubicBezTo>
                    <a:pt x="155" y="16"/>
                    <a:pt x="172" y="43"/>
                    <a:pt x="172" y="74"/>
                  </a:cubicBezTo>
                  <a:cubicBezTo>
                    <a:pt x="171" y="121"/>
                    <a:pt x="133" y="159"/>
                    <a:pt x="86" y="159"/>
                  </a:cubicBezTo>
                  <a:cubicBezTo>
                    <a:pt x="38" y="159"/>
                    <a:pt x="0" y="120"/>
                    <a:pt x="0" y="73"/>
                  </a:cubicBezTo>
                  <a:cubicBezTo>
                    <a:pt x="0" y="42"/>
                    <a:pt x="17" y="15"/>
                    <a:pt x="42" y="0"/>
                  </a:cubicBezTo>
                  <a:cubicBezTo>
                    <a:pt x="41" y="49"/>
                    <a:pt x="41" y="49"/>
                    <a:pt x="41" y="49"/>
                  </a:cubicBezTo>
                  <a:cubicBezTo>
                    <a:pt x="41" y="74"/>
                    <a:pt x="41" y="74"/>
                    <a:pt x="41" y="74"/>
                  </a:cubicBezTo>
                  <a:cubicBezTo>
                    <a:pt x="64" y="87"/>
                    <a:pt x="64" y="87"/>
                    <a:pt x="64" y="87"/>
                  </a:cubicBezTo>
                  <a:cubicBezTo>
                    <a:pt x="86" y="100"/>
                    <a:pt x="86" y="100"/>
                    <a:pt x="86" y="100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31" y="75"/>
                    <a:pt x="131" y="75"/>
                    <a:pt x="131" y="75"/>
                  </a:cubicBezTo>
                  <a:cubicBezTo>
                    <a:pt x="131" y="49"/>
                    <a:pt x="131" y="49"/>
                    <a:pt x="131" y="49"/>
                  </a:cubicBezTo>
                  <a:lnTo>
                    <a:pt x="13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" name="ïšľïḍe"/>
            <p:cNvSpPr/>
            <p:nvPr/>
          </p:nvSpPr>
          <p:spPr bwMode="auto">
            <a:xfrm>
              <a:off x="3873592" y="4536048"/>
              <a:ext cx="343242" cy="317817"/>
            </a:xfrm>
            <a:custGeom>
              <a:avLst/>
              <a:gdLst>
                <a:gd name="T0" fmla="*/ 130 w 171"/>
                <a:gd name="T1" fmla="*/ 159 h 159"/>
                <a:gd name="T2" fmla="*/ 171 w 171"/>
                <a:gd name="T3" fmla="*/ 86 h 159"/>
                <a:gd name="T4" fmla="*/ 86 w 171"/>
                <a:gd name="T5" fmla="*/ 0 h 159"/>
                <a:gd name="T6" fmla="*/ 0 w 171"/>
                <a:gd name="T7" fmla="*/ 85 h 159"/>
                <a:gd name="T8" fmla="*/ 40 w 171"/>
                <a:gd name="T9" fmla="*/ 158 h 159"/>
                <a:gd name="T10" fmla="*/ 41 w 171"/>
                <a:gd name="T11" fmla="*/ 110 h 159"/>
                <a:gd name="T12" fmla="*/ 41 w 171"/>
                <a:gd name="T13" fmla="*/ 84 h 159"/>
                <a:gd name="T14" fmla="*/ 63 w 171"/>
                <a:gd name="T15" fmla="*/ 71 h 159"/>
                <a:gd name="T16" fmla="*/ 85 w 171"/>
                <a:gd name="T17" fmla="*/ 59 h 159"/>
                <a:gd name="T18" fmla="*/ 108 w 171"/>
                <a:gd name="T19" fmla="*/ 72 h 159"/>
                <a:gd name="T20" fmla="*/ 130 w 171"/>
                <a:gd name="T21" fmla="*/ 85 h 159"/>
                <a:gd name="T22" fmla="*/ 130 w 171"/>
                <a:gd name="T23" fmla="*/ 110 h 159"/>
                <a:gd name="T24" fmla="*/ 130 w 171"/>
                <a:gd name="T25" fmla="*/ 159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1" h="159">
                  <a:moveTo>
                    <a:pt x="130" y="159"/>
                  </a:moveTo>
                  <a:cubicBezTo>
                    <a:pt x="154" y="144"/>
                    <a:pt x="171" y="117"/>
                    <a:pt x="171" y="86"/>
                  </a:cubicBezTo>
                  <a:cubicBezTo>
                    <a:pt x="171" y="39"/>
                    <a:pt x="133" y="0"/>
                    <a:pt x="86" y="0"/>
                  </a:cubicBezTo>
                  <a:cubicBezTo>
                    <a:pt x="38" y="0"/>
                    <a:pt x="0" y="38"/>
                    <a:pt x="0" y="85"/>
                  </a:cubicBezTo>
                  <a:cubicBezTo>
                    <a:pt x="0" y="116"/>
                    <a:pt x="16" y="143"/>
                    <a:pt x="40" y="158"/>
                  </a:cubicBezTo>
                  <a:cubicBezTo>
                    <a:pt x="41" y="110"/>
                    <a:pt x="41" y="110"/>
                    <a:pt x="41" y="110"/>
                  </a:cubicBezTo>
                  <a:cubicBezTo>
                    <a:pt x="41" y="84"/>
                    <a:pt x="41" y="84"/>
                    <a:pt x="41" y="84"/>
                  </a:cubicBezTo>
                  <a:cubicBezTo>
                    <a:pt x="63" y="71"/>
                    <a:pt x="63" y="71"/>
                    <a:pt x="63" y="71"/>
                  </a:cubicBezTo>
                  <a:cubicBezTo>
                    <a:pt x="85" y="59"/>
                    <a:pt x="85" y="59"/>
                    <a:pt x="85" y="59"/>
                  </a:cubicBezTo>
                  <a:cubicBezTo>
                    <a:pt x="108" y="72"/>
                    <a:pt x="108" y="72"/>
                    <a:pt x="108" y="72"/>
                  </a:cubicBezTo>
                  <a:cubicBezTo>
                    <a:pt x="130" y="85"/>
                    <a:pt x="130" y="85"/>
                    <a:pt x="130" y="85"/>
                  </a:cubicBezTo>
                  <a:cubicBezTo>
                    <a:pt x="130" y="110"/>
                    <a:pt x="130" y="110"/>
                    <a:pt x="130" y="110"/>
                  </a:cubicBezTo>
                  <a:lnTo>
                    <a:pt x="130" y="15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" name="iṣľïďê"/>
            <p:cNvSpPr/>
            <p:nvPr/>
          </p:nvSpPr>
          <p:spPr bwMode="auto">
            <a:xfrm>
              <a:off x="3900173" y="4563785"/>
              <a:ext cx="287769" cy="228828"/>
            </a:xfrm>
            <a:custGeom>
              <a:avLst/>
              <a:gdLst>
                <a:gd name="T0" fmla="*/ 131 w 144"/>
                <a:gd name="T1" fmla="*/ 114 h 114"/>
                <a:gd name="T2" fmla="*/ 144 w 144"/>
                <a:gd name="T3" fmla="*/ 72 h 114"/>
                <a:gd name="T4" fmla="*/ 73 w 144"/>
                <a:gd name="T5" fmla="*/ 0 h 114"/>
                <a:gd name="T6" fmla="*/ 0 w 144"/>
                <a:gd name="T7" fmla="*/ 71 h 114"/>
                <a:gd name="T8" fmla="*/ 14 w 144"/>
                <a:gd name="T9" fmla="*/ 113 h 114"/>
                <a:gd name="T10" fmla="*/ 14 w 144"/>
                <a:gd name="T11" fmla="*/ 62 h 114"/>
                <a:gd name="T12" fmla="*/ 73 w 144"/>
                <a:gd name="T13" fmla="*/ 29 h 114"/>
                <a:gd name="T14" fmla="*/ 131 w 144"/>
                <a:gd name="T15" fmla="*/ 63 h 114"/>
                <a:gd name="T16" fmla="*/ 131 w 144"/>
                <a:gd name="T17" fmla="*/ 114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4" h="114">
                  <a:moveTo>
                    <a:pt x="131" y="114"/>
                  </a:moveTo>
                  <a:cubicBezTo>
                    <a:pt x="139" y="102"/>
                    <a:pt x="144" y="87"/>
                    <a:pt x="144" y="72"/>
                  </a:cubicBezTo>
                  <a:cubicBezTo>
                    <a:pt x="144" y="32"/>
                    <a:pt x="112" y="0"/>
                    <a:pt x="73" y="0"/>
                  </a:cubicBezTo>
                  <a:cubicBezTo>
                    <a:pt x="33" y="0"/>
                    <a:pt x="1" y="32"/>
                    <a:pt x="0" y="71"/>
                  </a:cubicBezTo>
                  <a:cubicBezTo>
                    <a:pt x="0" y="87"/>
                    <a:pt x="5" y="101"/>
                    <a:pt x="14" y="113"/>
                  </a:cubicBezTo>
                  <a:cubicBezTo>
                    <a:pt x="14" y="62"/>
                    <a:pt x="14" y="62"/>
                    <a:pt x="14" y="62"/>
                  </a:cubicBezTo>
                  <a:cubicBezTo>
                    <a:pt x="73" y="29"/>
                    <a:pt x="73" y="29"/>
                    <a:pt x="73" y="29"/>
                  </a:cubicBezTo>
                  <a:cubicBezTo>
                    <a:pt x="131" y="63"/>
                    <a:pt x="131" y="63"/>
                    <a:pt x="131" y="63"/>
                  </a:cubicBezTo>
                  <a:lnTo>
                    <a:pt x="131" y="114"/>
                  </a:lnTo>
                  <a:close/>
                </a:path>
              </a:pathLst>
            </a:custGeom>
            <a:solidFill>
              <a:srgbClr val="87BB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7" name="îṣḻíḑé"/>
            <p:cNvSpPr/>
            <p:nvPr/>
          </p:nvSpPr>
          <p:spPr bwMode="auto">
            <a:xfrm>
              <a:off x="3903640" y="3564106"/>
              <a:ext cx="288925" cy="228828"/>
            </a:xfrm>
            <a:custGeom>
              <a:avLst/>
              <a:gdLst>
                <a:gd name="T0" fmla="*/ 14 w 144"/>
                <a:gd name="T1" fmla="*/ 0 h 114"/>
                <a:gd name="T2" fmla="*/ 0 w 144"/>
                <a:gd name="T3" fmla="*/ 41 h 114"/>
                <a:gd name="T4" fmla="*/ 72 w 144"/>
                <a:gd name="T5" fmla="*/ 114 h 114"/>
                <a:gd name="T6" fmla="*/ 144 w 144"/>
                <a:gd name="T7" fmla="*/ 42 h 114"/>
                <a:gd name="T8" fmla="*/ 131 w 144"/>
                <a:gd name="T9" fmla="*/ 0 h 114"/>
                <a:gd name="T10" fmla="*/ 130 w 144"/>
                <a:gd name="T11" fmla="*/ 51 h 114"/>
                <a:gd name="T12" fmla="*/ 72 w 144"/>
                <a:gd name="T13" fmla="*/ 85 h 114"/>
                <a:gd name="T14" fmla="*/ 13 w 144"/>
                <a:gd name="T15" fmla="*/ 51 h 114"/>
                <a:gd name="T16" fmla="*/ 14 w 144"/>
                <a:gd name="T17" fmla="*/ 0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4" h="114">
                  <a:moveTo>
                    <a:pt x="14" y="0"/>
                  </a:moveTo>
                  <a:cubicBezTo>
                    <a:pt x="5" y="12"/>
                    <a:pt x="0" y="26"/>
                    <a:pt x="0" y="41"/>
                  </a:cubicBezTo>
                  <a:cubicBezTo>
                    <a:pt x="0" y="81"/>
                    <a:pt x="32" y="113"/>
                    <a:pt x="72" y="114"/>
                  </a:cubicBezTo>
                  <a:cubicBezTo>
                    <a:pt x="111" y="114"/>
                    <a:pt x="144" y="82"/>
                    <a:pt x="144" y="42"/>
                  </a:cubicBezTo>
                  <a:cubicBezTo>
                    <a:pt x="144" y="27"/>
                    <a:pt x="139" y="12"/>
                    <a:pt x="131" y="0"/>
                  </a:cubicBezTo>
                  <a:cubicBezTo>
                    <a:pt x="130" y="51"/>
                    <a:pt x="130" y="51"/>
                    <a:pt x="130" y="51"/>
                  </a:cubicBezTo>
                  <a:cubicBezTo>
                    <a:pt x="72" y="85"/>
                    <a:pt x="72" y="85"/>
                    <a:pt x="72" y="85"/>
                  </a:cubicBezTo>
                  <a:cubicBezTo>
                    <a:pt x="13" y="51"/>
                    <a:pt x="13" y="51"/>
                    <a:pt x="13" y="51"/>
                  </a:cubicBezTo>
                  <a:lnTo>
                    <a:pt x="14" y="0"/>
                  </a:lnTo>
                  <a:close/>
                </a:path>
              </a:pathLst>
            </a:custGeom>
            <a:solidFill>
              <a:srgbClr val="87BB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8" name="íš1ïḍé"/>
            <p:cNvSpPr/>
            <p:nvPr/>
          </p:nvSpPr>
          <p:spPr bwMode="auto">
            <a:xfrm>
              <a:off x="7627301" y="3502854"/>
              <a:ext cx="129438" cy="1351012"/>
            </a:xfrm>
            <a:custGeom>
              <a:avLst/>
              <a:gdLst>
                <a:gd name="T0" fmla="*/ 65 w 65"/>
                <a:gd name="T1" fmla="*/ 74 h 675"/>
                <a:gd name="T2" fmla="*/ 32 w 65"/>
                <a:gd name="T3" fmla="*/ 0 h 675"/>
                <a:gd name="T4" fmla="*/ 0 w 65"/>
                <a:gd name="T5" fmla="*/ 74 h 675"/>
                <a:gd name="T6" fmla="*/ 0 w 65"/>
                <a:gd name="T7" fmla="*/ 657 h 675"/>
                <a:gd name="T8" fmla="*/ 18 w 65"/>
                <a:gd name="T9" fmla="*/ 675 h 675"/>
                <a:gd name="T10" fmla="*/ 47 w 65"/>
                <a:gd name="T11" fmla="*/ 675 h 675"/>
                <a:gd name="T12" fmla="*/ 65 w 65"/>
                <a:gd name="T13" fmla="*/ 657 h 675"/>
                <a:gd name="T14" fmla="*/ 65 w 65"/>
                <a:gd name="T15" fmla="*/ 74 h 6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5" h="675">
                  <a:moveTo>
                    <a:pt x="65" y="74"/>
                  </a:moveTo>
                  <a:cubicBezTo>
                    <a:pt x="32" y="0"/>
                    <a:pt x="32" y="0"/>
                    <a:pt x="32" y="0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657"/>
                    <a:pt x="0" y="657"/>
                    <a:pt x="0" y="657"/>
                  </a:cubicBezTo>
                  <a:cubicBezTo>
                    <a:pt x="0" y="667"/>
                    <a:pt x="8" y="675"/>
                    <a:pt x="18" y="675"/>
                  </a:cubicBezTo>
                  <a:cubicBezTo>
                    <a:pt x="47" y="675"/>
                    <a:pt x="47" y="675"/>
                    <a:pt x="47" y="675"/>
                  </a:cubicBezTo>
                  <a:cubicBezTo>
                    <a:pt x="57" y="675"/>
                    <a:pt x="65" y="667"/>
                    <a:pt x="65" y="657"/>
                  </a:cubicBezTo>
                  <a:lnTo>
                    <a:pt x="65" y="74"/>
                  </a:lnTo>
                  <a:close/>
                </a:path>
              </a:pathLst>
            </a:custGeom>
            <a:solidFill>
              <a:srgbClr val="FFEE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9" name="íṥḷîdè"/>
            <p:cNvSpPr/>
            <p:nvPr/>
          </p:nvSpPr>
          <p:spPr bwMode="auto">
            <a:xfrm>
              <a:off x="7690864" y="3502854"/>
              <a:ext cx="65875" cy="1351012"/>
            </a:xfrm>
            <a:custGeom>
              <a:avLst/>
              <a:gdLst>
                <a:gd name="T0" fmla="*/ 33 w 33"/>
                <a:gd name="T1" fmla="*/ 74 h 675"/>
                <a:gd name="T2" fmla="*/ 0 w 33"/>
                <a:gd name="T3" fmla="*/ 0 h 675"/>
                <a:gd name="T4" fmla="*/ 15 w 33"/>
                <a:gd name="T5" fmla="*/ 77 h 675"/>
                <a:gd name="T6" fmla="*/ 15 w 33"/>
                <a:gd name="T7" fmla="*/ 675 h 675"/>
                <a:gd name="T8" fmla="*/ 15 w 33"/>
                <a:gd name="T9" fmla="*/ 675 h 675"/>
                <a:gd name="T10" fmla="*/ 33 w 33"/>
                <a:gd name="T11" fmla="*/ 657 h 675"/>
                <a:gd name="T12" fmla="*/ 33 w 33"/>
                <a:gd name="T13" fmla="*/ 74 h 6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3" h="675">
                  <a:moveTo>
                    <a:pt x="33" y="74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5" y="77"/>
                    <a:pt x="15" y="77"/>
                    <a:pt x="15" y="77"/>
                  </a:cubicBezTo>
                  <a:cubicBezTo>
                    <a:pt x="15" y="675"/>
                    <a:pt x="15" y="675"/>
                    <a:pt x="15" y="675"/>
                  </a:cubicBezTo>
                  <a:cubicBezTo>
                    <a:pt x="15" y="675"/>
                    <a:pt x="15" y="675"/>
                    <a:pt x="15" y="675"/>
                  </a:cubicBezTo>
                  <a:cubicBezTo>
                    <a:pt x="25" y="675"/>
                    <a:pt x="33" y="667"/>
                    <a:pt x="33" y="657"/>
                  </a:cubicBezTo>
                  <a:lnTo>
                    <a:pt x="33" y="74"/>
                  </a:lnTo>
                  <a:close/>
                </a:path>
              </a:pathLst>
            </a:cu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0" name="íṥľïḑe"/>
            <p:cNvSpPr/>
            <p:nvPr/>
          </p:nvSpPr>
          <p:spPr bwMode="auto">
            <a:xfrm>
              <a:off x="7627301" y="3502854"/>
              <a:ext cx="129438" cy="1271268"/>
            </a:xfrm>
            <a:custGeom>
              <a:avLst/>
              <a:gdLst>
                <a:gd name="T0" fmla="*/ 65 w 65"/>
                <a:gd name="T1" fmla="*/ 74 h 635"/>
                <a:gd name="T2" fmla="*/ 32 w 65"/>
                <a:gd name="T3" fmla="*/ 0 h 635"/>
                <a:gd name="T4" fmla="*/ 0 w 65"/>
                <a:gd name="T5" fmla="*/ 74 h 635"/>
                <a:gd name="T6" fmla="*/ 0 w 65"/>
                <a:gd name="T7" fmla="*/ 631 h 635"/>
                <a:gd name="T8" fmla="*/ 65 w 65"/>
                <a:gd name="T9" fmla="*/ 631 h 635"/>
                <a:gd name="T10" fmla="*/ 65 w 65"/>
                <a:gd name="T11" fmla="*/ 74 h 6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5" h="635">
                  <a:moveTo>
                    <a:pt x="65" y="74"/>
                  </a:moveTo>
                  <a:cubicBezTo>
                    <a:pt x="32" y="0"/>
                    <a:pt x="32" y="0"/>
                    <a:pt x="32" y="0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631"/>
                    <a:pt x="0" y="631"/>
                    <a:pt x="0" y="631"/>
                  </a:cubicBezTo>
                  <a:cubicBezTo>
                    <a:pt x="23" y="635"/>
                    <a:pt x="44" y="635"/>
                    <a:pt x="65" y="631"/>
                  </a:cubicBezTo>
                  <a:lnTo>
                    <a:pt x="65" y="74"/>
                  </a:lnTo>
                  <a:close/>
                </a:path>
              </a:pathLst>
            </a:custGeom>
            <a:solidFill>
              <a:srgbClr val="C0F7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1" name="í$lïḑe"/>
            <p:cNvSpPr/>
            <p:nvPr/>
          </p:nvSpPr>
          <p:spPr bwMode="auto">
            <a:xfrm>
              <a:off x="7690864" y="3502854"/>
              <a:ext cx="65875" cy="1268957"/>
            </a:xfrm>
            <a:custGeom>
              <a:avLst/>
              <a:gdLst>
                <a:gd name="T0" fmla="*/ 33 w 33"/>
                <a:gd name="T1" fmla="*/ 74 h 634"/>
                <a:gd name="T2" fmla="*/ 0 w 33"/>
                <a:gd name="T3" fmla="*/ 0 h 634"/>
                <a:gd name="T4" fmla="*/ 15 w 33"/>
                <a:gd name="T5" fmla="*/ 77 h 634"/>
                <a:gd name="T6" fmla="*/ 15 w 33"/>
                <a:gd name="T7" fmla="*/ 634 h 634"/>
                <a:gd name="T8" fmla="*/ 33 w 33"/>
                <a:gd name="T9" fmla="*/ 631 h 634"/>
                <a:gd name="T10" fmla="*/ 33 w 33"/>
                <a:gd name="T11" fmla="*/ 74 h 6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3" h="634">
                  <a:moveTo>
                    <a:pt x="33" y="74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5" y="77"/>
                    <a:pt x="15" y="77"/>
                    <a:pt x="15" y="77"/>
                  </a:cubicBezTo>
                  <a:cubicBezTo>
                    <a:pt x="15" y="634"/>
                    <a:pt x="15" y="634"/>
                    <a:pt x="15" y="634"/>
                  </a:cubicBezTo>
                  <a:cubicBezTo>
                    <a:pt x="26" y="634"/>
                    <a:pt x="22" y="633"/>
                    <a:pt x="33" y="631"/>
                  </a:cubicBezTo>
                  <a:lnTo>
                    <a:pt x="33" y="74"/>
                  </a:lnTo>
                  <a:close/>
                </a:path>
              </a:pathLst>
            </a:custGeom>
            <a:solidFill>
              <a:srgbClr val="A2ED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" name="išḻïḋè"/>
            <p:cNvSpPr/>
            <p:nvPr/>
          </p:nvSpPr>
          <p:spPr bwMode="auto">
            <a:xfrm>
              <a:off x="7627301" y="3502854"/>
              <a:ext cx="129438" cy="1229663"/>
            </a:xfrm>
            <a:custGeom>
              <a:avLst/>
              <a:gdLst>
                <a:gd name="T0" fmla="*/ 65 w 65"/>
                <a:gd name="T1" fmla="*/ 74 h 614"/>
                <a:gd name="T2" fmla="*/ 32 w 65"/>
                <a:gd name="T3" fmla="*/ 0 h 614"/>
                <a:gd name="T4" fmla="*/ 0 w 65"/>
                <a:gd name="T5" fmla="*/ 74 h 614"/>
                <a:gd name="T6" fmla="*/ 0 w 65"/>
                <a:gd name="T7" fmla="*/ 610 h 614"/>
                <a:gd name="T8" fmla="*/ 65 w 65"/>
                <a:gd name="T9" fmla="*/ 610 h 614"/>
                <a:gd name="T10" fmla="*/ 65 w 65"/>
                <a:gd name="T11" fmla="*/ 74 h 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5" h="614">
                  <a:moveTo>
                    <a:pt x="65" y="74"/>
                  </a:moveTo>
                  <a:cubicBezTo>
                    <a:pt x="32" y="0"/>
                    <a:pt x="32" y="0"/>
                    <a:pt x="32" y="0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610"/>
                    <a:pt x="0" y="610"/>
                    <a:pt x="0" y="610"/>
                  </a:cubicBezTo>
                  <a:cubicBezTo>
                    <a:pt x="23" y="614"/>
                    <a:pt x="45" y="614"/>
                    <a:pt x="65" y="610"/>
                  </a:cubicBezTo>
                  <a:lnTo>
                    <a:pt x="65" y="74"/>
                  </a:lnTo>
                  <a:close/>
                </a:path>
              </a:pathLst>
            </a:custGeom>
            <a:solidFill>
              <a:srgbClr val="87BB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" name="ïśḻíḑê"/>
            <p:cNvSpPr/>
            <p:nvPr/>
          </p:nvSpPr>
          <p:spPr bwMode="auto">
            <a:xfrm>
              <a:off x="7693175" y="3508632"/>
              <a:ext cx="63563" cy="1219262"/>
            </a:xfrm>
            <a:custGeom>
              <a:avLst/>
              <a:gdLst>
                <a:gd name="T0" fmla="*/ 32 w 32"/>
                <a:gd name="T1" fmla="*/ 74 h 609"/>
                <a:gd name="T2" fmla="*/ 0 w 32"/>
                <a:gd name="T3" fmla="*/ 0 h 609"/>
                <a:gd name="T4" fmla="*/ 16 w 32"/>
                <a:gd name="T5" fmla="*/ 74 h 609"/>
                <a:gd name="T6" fmla="*/ 16 w 32"/>
                <a:gd name="T7" fmla="*/ 607 h 609"/>
                <a:gd name="T8" fmla="*/ 32 w 32"/>
                <a:gd name="T9" fmla="*/ 607 h 609"/>
                <a:gd name="T10" fmla="*/ 32 w 32"/>
                <a:gd name="T11" fmla="*/ 74 h 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2" h="609">
                  <a:moveTo>
                    <a:pt x="32" y="74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6" y="607"/>
                    <a:pt x="16" y="607"/>
                    <a:pt x="16" y="607"/>
                  </a:cubicBezTo>
                  <a:cubicBezTo>
                    <a:pt x="27" y="607"/>
                    <a:pt x="21" y="609"/>
                    <a:pt x="32" y="607"/>
                  </a:cubicBezTo>
                  <a:lnTo>
                    <a:pt x="32" y="74"/>
                  </a:lnTo>
                  <a:close/>
                </a:path>
              </a:pathLst>
            </a:custGeom>
            <a:solidFill>
              <a:srgbClr val="4C8E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" name="î$ľîḍê"/>
            <p:cNvSpPr/>
            <p:nvPr/>
          </p:nvSpPr>
          <p:spPr bwMode="auto">
            <a:xfrm>
              <a:off x="7627301" y="3502854"/>
              <a:ext cx="129438" cy="153708"/>
            </a:xfrm>
            <a:custGeom>
              <a:avLst/>
              <a:gdLst>
                <a:gd name="T0" fmla="*/ 65 w 65"/>
                <a:gd name="T1" fmla="*/ 74 h 77"/>
                <a:gd name="T2" fmla="*/ 32 w 65"/>
                <a:gd name="T3" fmla="*/ 0 h 77"/>
                <a:gd name="T4" fmla="*/ 0 w 65"/>
                <a:gd name="T5" fmla="*/ 74 h 77"/>
                <a:gd name="T6" fmla="*/ 32 w 65"/>
                <a:gd name="T7" fmla="*/ 77 h 77"/>
                <a:gd name="T8" fmla="*/ 65 w 65"/>
                <a:gd name="T9" fmla="*/ 74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77">
                  <a:moveTo>
                    <a:pt x="65" y="74"/>
                  </a:moveTo>
                  <a:cubicBezTo>
                    <a:pt x="32" y="0"/>
                    <a:pt x="32" y="0"/>
                    <a:pt x="32" y="0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10" y="76"/>
                    <a:pt x="21" y="77"/>
                    <a:pt x="32" y="77"/>
                  </a:cubicBezTo>
                  <a:cubicBezTo>
                    <a:pt x="44" y="77"/>
                    <a:pt x="55" y="76"/>
                    <a:pt x="65" y="7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" name="iṥļiḑè"/>
            <p:cNvSpPr/>
            <p:nvPr/>
          </p:nvSpPr>
          <p:spPr bwMode="auto">
            <a:xfrm>
              <a:off x="7690864" y="3502854"/>
              <a:ext cx="65875" cy="153708"/>
            </a:xfrm>
            <a:custGeom>
              <a:avLst/>
              <a:gdLst>
                <a:gd name="T0" fmla="*/ 33 w 33"/>
                <a:gd name="T1" fmla="*/ 74 h 77"/>
                <a:gd name="T2" fmla="*/ 0 w 33"/>
                <a:gd name="T3" fmla="*/ 0 h 77"/>
                <a:gd name="T4" fmla="*/ 17 w 33"/>
                <a:gd name="T5" fmla="*/ 77 h 77"/>
                <a:gd name="T6" fmla="*/ 33 w 33"/>
                <a:gd name="T7" fmla="*/ 74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77">
                  <a:moveTo>
                    <a:pt x="33" y="74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7" y="77"/>
                    <a:pt x="17" y="77"/>
                    <a:pt x="17" y="77"/>
                  </a:cubicBezTo>
                  <a:cubicBezTo>
                    <a:pt x="28" y="77"/>
                    <a:pt x="23" y="76"/>
                    <a:pt x="33" y="7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" name="íšḻïdè"/>
            <p:cNvSpPr/>
            <p:nvPr/>
          </p:nvSpPr>
          <p:spPr bwMode="auto">
            <a:xfrm>
              <a:off x="7671217" y="3502854"/>
              <a:ext cx="41605" cy="52006"/>
            </a:xfrm>
            <a:custGeom>
              <a:avLst/>
              <a:gdLst>
                <a:gd name="T0" fmla="*/ 21 w 21"/>
                <a:gd name="T1" fmla="*/ 25 h 26"/>
                <a:gd name="T2" fmla="*/ 10 w 21"/>
                <a:gd name="T3" fmla="*/ 0 h 26"/>
                <a:gd name="T4" fmla="*/ 0 w 21"/>
                <a:gd name="T5" fmla="*/ 25 h 26"/>
                <a:gd name="T6" fmla="*/ 10 w 21"/>
                <a:gd name="T7" fmla="*/ 26 h 26"/>
                <a:gd name="T8" fmla="*/ 21 w 21"/>
                <a:gd name="T9" fmla="*/ 25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26">
                  <a:moveTo>
                    <a:pt x="21" y="25"/>
                  </a:moveTo>
                  <a:cubicBezTo>
                    <a:pt x="10" y="0"/>
                    <a:pt x="10" y="0"/>
                    <a:pt x="10" y="0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3" y="26"/>
                    <a:pt x="7" y="26"/>
                    <a:pt x="10" y="26"/>
                  </a:cubicBezTo>
                  <a:cubicBezTo>
                    <a:pt x="14" y="26"/>
                    <a:pt x="18" y="26"/>
                    <a:pt x="21" y="25"/>
                  </a:cubicBez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" name="íśľïḑé"/>
            <p:cNvSpPr/>
            <p:nvPr/>
          </p:nvSpPr>
          <p:spPr bwMode="auto">
            <a:xfrm>
              <a:off x="3619338" y="2062853"/>
              <a:ext cx="543178" cy="542023"/>
            </a:xfrm>
            <a:custGeom>
              <a:avLst/>
              <a:gdLst>
                <a:gd name="T0" fmla="*/ 239 w 271"/>
                <a:gd name="T1" fmla="*/ 189 h 271"/>
                <a:gd name="T2" fmla="*/ 254 w 271"/>
                <a:gd name="T3" fmla="*/ 202 h 271"/>
                <a:gd name="T4" fmla="*/ 222 w 271"/>
                <a:gd name="T5" fmla="*/ 241 h 271"/>
                <a:gd name="T6" fmla="*/ 207 w 271"/>
                <a:gd name="T7" fmla="*/ 228 h 271"/>
                <a:gd name="T8" fmla="*/ 171 w 271"/>
                <a:gd name="T9" fmla="*/ 246 h 271"/>
                <a:gd name="T10" fmla="*/ 172 w 271"/>
                <a:gd name="T11" fmla="*/ 266 h 271"/>
                <a:gd name="T12" fmla="*/ 136 w 271"/>
                <a:gd name="T13" fmla="*/ 270 h 271"/>
                <a:gd name="T14" fmla="*/ 136 w 271"/>
                <a:gd name="T15" fmla="*/ 213 h 271"/>
                <a:gd name="T16" fmla="*/ 195 w 271"/>
                <a:gd name="T17" fmla="*/ 186 h 271"/>
                <a:gd name="T18" fmla="*/ 186 w 271"/>
                <a:gd name="T19" fmla="*/ 76 h 271"/>
                <a:gd name="T20" fmla="*/ 186 w 271"/>
                <a:gd name="T21" fmla="*/ 76 h 271"/>
                <a:gd name="T22" fmla="*/ 158 w 271"/>
                <a:gd name="T23" fmla="*/ 61 h 271"/>
                <a:gd name="T24" fmla="*/ 136 w 271"/>
                <a:gd name="T25" fmla="*/ 57 h 271"/>
                <a:gd name="T26" fmla="*/ 136 w 271"/>
                <a:gd name="T27" fmla="*/ 1 h 271"/>
                <a:gd name="T28" fmla="*/ 149 w 271"/>
                <a:gd name="T29" fmla="*/ 0 h 271"/>
                <a:gd name="T30" fmla="*/ 151 w 271"/>
                <a:gd name="T31" fmla="*/ 20 h 271"/>
                <a:gd name="T32" fmla="*/ 190 w 271"/>
                <a:gd name="T33" fmla="*/ 32 h 271"/>
                <a:gd name="T34" fmla="*/ 203 w 271"/>
                <a:gd name="T35" fmla="*/ 17 h 271"/>
                <a:gd name="T36" fmla="*/ 241 w 271"/>
                <a:gd name="T37" fmla="*/ 49 h 271"/>
                <a:gd name="T38" fmla="*/ 228 w 271"/>
                <a:gd name="T39" fmla="*/ 64 h 271"/>
                <a:gd name="T40" fmla="*/ 247 w 271"/>
                <a:gd name="T41" fmla="*/ 101 h 271"/>
                <a:gd name="T42" fmla="*/ 267 w 271"/>
                <a:gd name="T43" fmla="*/ 99 h 271"/>
                <a:gd name="T44" fmla="*/ 271 w 271"/>
                <a:gd name="T45" fmla="*/ 149 h 271"/>
                <a:gd name="T46" fmla="*/ 251 w 271"/>
                <a:gd name="T47" fmla="*/ 150 h 271"/>
                <a:gd name="T48" fmla="*/ 239 w 271"/>
                <a:gd name="T49" fmla="*/ 189 h 271"/>
                <a:gd name="T50" fmla="*/ 136 w 271"/>
                <a:gd name="T51" fmla="*/ 270 h 271"/>
                <a:gd name="T52" fmla="*/ 123 w 271"/>
                <a:gd name="T53" fmla="*/ 271 h 271"/>
                <a:gd name="T54" fmla="*/ 121 w 271"/>
                <a:gd name="T55" fmla="*/ 251 h 271"/>
                <a:gd name="T56" fmla="*/ 82 w 271"/>
                <a:gd name="T57" fmla="*/ 238 h 271"/>
                <a:gd name="T58" fmla="*/ 69 w 271"/>
                <a:gd name="T59" fmla="*/ 254 h 271"/>
                <a:gd name="T60" fmla="*/ 31 w 271"/>
                <a:gd name="T61" fmla="*/ 222 h 271"/>
                <a:gd name="T62" fmla="*/ 44 w 271"/>
                <a:gd name="T63" fmla="*/ 206 h 271"/>
                <a:gd name="T64" fmla="*/ 25 w 271"/>
                <a:gd name="T65" fmla="*/ 170 h 271"/>
                <a:gd name="T66" fmla="*/ 5 w 271"/>
                <a:gd name="T67" fmla="*/ 172 h 271"/>
                <a:gd name="T68" fmla="*/ 0 w 271"/>
                <a:gd name="T69" fmla="*/ 122 h 271"/>
                <a:gd name="T70" fmla="*/ 20 w 271"/>
                <a:gd name="T71" fmla="*/ 120 h 271"/>
                <a:gd name="T72" fmla="*/ 33 w 271"/>
                <a:gd name="T73" fmla="*/ 82 h 271"/>
                <a:gd name="T74" fmla="*/ 17 w 271"/>
                <a:gd name="T75" fmla="*/ 69 h 271"/>
                <a:gd name="T76" fmla="*/ 49 w 271"/>
                <a:gd name="T77" fmla="*/ 30 h 271"/>
                <a:gd name="T78" fmla="*/ 65 w 271"/>
                <a:gd name="T79" fmla="*/ 43 h 271"/>
                <a:gd name="T80" fmla="*/ 101 w 271"/>
                <a:gd name="T81" fmla="*/ 24 h 271"/>
                <a:gd name="T82" fmla="*/ 99 w 271"/>
                <a:gd name="T83" fmla="*/ 4 h 271"/>
                <a:gd name="T84" fmla="*/ 136 w 271"/>
                <a:gd name="T85" fmla="*/ 1 h 271"/>
                <a:gd name="T86" fmla="*/ 136 w 271"/>
                <a:gd name="T87" fmla="*/ 57 h 271"/>
                <a:gd name="T88" fmla="*/ 76 w 271"/>
                <a:gd name="T89" fmla="*/ 85 h 271"/>
                <a:gd name="T90" fmla="*/ 86 w 271"/>
                <a:gd name="T91" fmla="*/ 195 h 271"/>
                <a:gd name="T92" fmla="*/ 113 w 271"/>
                <a:gd name="T93" fmla="*/ 210 h 271"/>
                <a:gd name="T94" fmla="*/ 136 w 271"/>
                <a:gd name="T95" fmla="*/ 213 h 271"/>
                <a:gd name="T96" fmla="*/ 136 w 271"/>
                <a:gd name="T97" fmla="*/ 27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71" h="271">
                  <a:moveTo>
                    <a:pt x="239" y="189"/>
                  </a:moveTo>
                  <a:cubicBezTo>
                    <a:pt x="254" y="202"/>
                    <a:pt x="254" y="202"/>
                    <a:pt x="254" y="202"/>
                  </a:cubicBezTo>
                  <a:cubicBezTo>
                    <a:pt x="222" y="241"/>
                    <a:pt x="222" y="241"/>
                    <a:pt x="222" y="241"/>
                  </a:cubicBezTo>
                  <a:cubicBezTo>
                    <a:pt x="207" y="228"/>
                    <a:pt x="207" y="228"/>
                    <a:pt x="207" y="228"/>
                  </a:cubicBezTo>
                  <a:cubicBezTo>
                    <a:pt x="196" y="236"/>
                    <a:pt x="184" y="242"/>
                    <a:pt x="171" y="246"/>
                  </a:cubicBezTo>
                  <a:cubicBezTo>
                    <a:pt x="172" y="266"/>
                    <a:pt x="172" y="266"/>
                    <a:pt x="172" y="266"/>
                  </a:cubicBezTo>
                  <a:cubicBezTo>
                    <a:pt x="136" y="270"/>
                    <a:pt x="136" y="270"/>
                    <a:pt x="136" y="270"/>
                  </a:cubicBezTo>
                  <a:cubicBezTo>
                    <a:pt x="136" y="213"/>
                    <a:pt x="136" y="213"/>
                    <a:pt x="136" y="213"/>
                  </a:cubicBezTo>
                  <a:cubicBezTo>
                    <a:pt x="158" y="213"/>
                    <a:pt x="180" y="204"/>
                    <a:pt x="195" y="186"/>
                  </a:cubicBezTo>
                  <a:cubicBezTo>
                    <a:pt x="223" y="153"/>
                    <a:pt x="219" y="103"/>
                    <a:pt x="186" y="76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78" y="69"/>
                    <a:pt x="169" y="64"/>
                    <a:pt x="158" y="61"/>
                  </a:cubicBezTo>
                  <a:cubicBezTo>
                    <a:pt x="151" y="59"/>
                    <a:pt x="143" y="57"/>
                    <a:pt x="136" y="57"/>
                  </a:cubicBezTo>
                  <a:cubicBezTo>
                    <a:pt x="136" y="1"/>
                    <a:pt x="136" y="1"/>
                    <a:pt x="136" y="1"/>
                  </a:cubicBezTo>
                  <a:cubicBezTo>
                    <a:pt x="149" y="0"/>
                    <a:pt x="149" y="0"/>
                    <a:pt x="149" y="0"/>
                  </a:cubicBezTo>
                  <a:cubicBezTo>
                    <a:pt x="151" y="20"/>
                    <a:pt x="151" y="20"/>
                    <a:pt x="151" y="20"/>
                  </a:cubicBezTo>
                  <a:cubicBezTo>
                    <a:pt x="164" y="22"/>
                    <a:pt x="178" y="26"/>
                    <a:pt x="190" y="32"/>
                  </a:cubicBezTo>
                  <a:cubicBezTo>
                    <a:pt x="203" y="17"/>
                    <a:pt x="203" y="17"/>
                    <a:pt x="203" y="17"/>
                  </a:cubicBezTo>
                  <a:cubicBezTo>
                    <a:pt x="241" y="49"/>
                    <a:pt x="241" y="49"/>
                    <a:pt x="241" y="49"/>
                  </a:cubicBezTo>
                  <a:cubicBezTo>
                    <a:pt x="228" y="64"/>
                    <a:pt x="228" y="64"/>
                    <a:pt x="228" y="64"/>
                  </a:cubicBezTo>
                  <a:cubicBezTo>
                    <a:pt x="236" y="75"/>
                    <a:pt x="243" y="88"/>
                    <a:pt x="247" y="101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71" y="149"/>
                    <a:pt x="271" y="149"/>
                    <a:pt x="271" y="149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49" y="164"/>
                    <a:pt x="245" y="177"/>
                    <a:pt x="239" y="189"/>
                  </a:cubicBezTo>
                  <a:close/>
                  <a:moveTo>
                    <a:pt x="136" y="270"/>
                  </a:moveTo>
                  <a:cubicBezTo>
                    <a:pt x="123" y="271"/>
                    <a:pt x="123" y="271"/>
                    <a:pt x="123" y="271"/>
                  </a:cubicBezTo>
                  <a:cubicBezTo>
                    <a:pt x="121" y="251"/>
                    <a:pt x="121" y="251"/>
                    <a:pt x="121" y="251"/>
                  </a:cubicBezTo>
                  <a:cubicBezTo>
                    <a:pt x="107" y="249"/>
                    <a:pt x="94" y="245"/>
                    <a:pt x="82" y="238"/>
                  </a:cubicBezTo>
                  <a:cubicBezTo>
                    <a:pt x="69" y="254"/>
                    <a:pt x="69" y="254"/>
                    <a:pt x="69" y="254"/>
                  </a:cubicBezTo>
                  <a:cubicBezTo>
                    <a:pt x="31" y="222"/>
                    <a:pt x="31" y="222"/>
                    <a:pt x="31" y="222"/>
                  </a:cubicBezTo>
                  <a:cubicBezTo>
                    <a:pt x="44" y="206"/>
                    <a:pt x="44" y="206"/>
                    <a:pt x="44" y="206"/>
                  </a:cubicBezTo>
                  <a:cubicBezTo>
                    <a:pt x="35" y="195"/>
                    <a:pt x="29" y="183"/>
                    <a:pt x="25" y="170"/>
                  </a:cubicBezTo>
                  <a:cubicBezTo>
                    <a:pt x="5" y="172"/>
                    <a:pt x="5" y="172"/>
                    <a:pt x="5" y="172"/>
                  </a:cubicBezTo>
                  <a:cubicBezTo>
                    <a:pt x="0" y="122"/>
                    <a:pt x="0" y="122"/>
                    <a:pt x="0" y="122"/>
                  </a:cubicBezTo>
                  <a:cubicBezTo>
                    <a:pt x="20" y="120"/>
                    <a:pt x="20" y="120"/>
                    <a:pt x="20" y="120"/>
                  </a:cubicBezTo>
                  <a:cubicBezTo>
                    <a:pt x="22" y="107"/>
                    <a:pt x="26" y="94"/>
                    <a:pt x="33" y="82"/>
                  </a:cubicBezTo>
                  <a:cubicBezTo>
                    <a:pt x="17" y="69"/>
                    <a:pt x="17" y="69"/>
                    <a:pt x="17" y="69"/>
                  </a:cubicBezTo>
                  <a:cubicBezTo>
                    <a:pt x="49" y="30"/>
                    <a:pt x="49" y="30"/>
                    <a:pt x="49" y="30"/>
                  </a:cubicBezTo>
                  <a:cubicBezTo>
                    <a:pt x="65" y="43"/>
                    <a:pt x="65" y="43"/>
                    <a:pt x="65" y="43"/>
                  </a:cubicBezTo>
                  <a:cubicBezTo>
                    <a:pt x="76" y="35"/>
                    <a:pt x="88" y="29"/>
                    <a:pt x="101" y="24"/>
                  </a:cubicBezTo>
                  <a:cubicBezTo>
                    <a:pt x="99" y="4"/>
                    <a:pt x="99" y="4"/>
                    <a:pt x="99" y="4"/>
                  </a:cubicBezTo>
                  <a:cubicBezTo>
                    <a:pt x="136" y="1"/>
                    <a:pt x="136" y="1"/>
                    <a:pt x="136" y="1"/>
                  </a:cubicBezTo>
                  <a:cubicBezTo>
                    <a:pt x="136" y="57"/>
                    <a:pt x="136" y="57"/>
                    <a:pt x="136" y="57"/>
                  </a:cubicBezTo>
                  <a:cubicBezTo>
                    <a:pt x="113" y="57"/>
                    <a:pt x="91" y="67"/>
                    <a:pt x="76" y="85"/>
                  </a:cubicBezTo>
                  <a:cubicBezTo>
                    <a:pt x="48" y="118"/>
                    <a:pt x="53" y="168"/>
                    <a:pt x="86" y="195"/>
                  </a:cubicBezTo>
                  <a:cubicBezTo>
                    <a:pt x="94" y="202"/>
                    <a:pt x="103" y="207"/>
                    <a:pt x="113" y="210"/>
                  </a:cubicBezTo>
                  <a:cubicBezTo>
                    <a:pt x="121" y="212"/>
                    <a:pt x="128" y="213"/>
                    <a:pt x="136" y="213"/>
                  </a:cubicBezTo>
                  <a:lnTo>
                    <a:pt x="136" y="270"/>
                  </a:lnTo>
                  <a:close/>
                </a:path>
              </a:pathLst>
            </a:custGeom>
            <a:solidFill>
              <a:srgbClr val="8080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" name="ïṡlîḑê"/>
            <p:cNvSpPr/>
            <p:nvPr/>
          </p:nvSpPr>
          <p:spPr bwMode="auto">
            <a:xfrm>
              <a:off x="7726691" y="1159097"/>
              <a:ext cx="538556" cy="374446"/>
            </a:xfrm>
            <a:custGeom>
              <a:avLst/>
              <a:gdLst>
                <a:gd name="T0" fmla="*/ 213 w 269"/>
                <a:gd name="T1" fmla="*/ 68 h 187"/>
                <a:gd name="T2" fmla="*/ 269 w 269"/>
                <a:gd name="T3" fmla="*/ 127 h 187"/>
                <a:gd name="T4" fmla="*/ 269 w 269"/>
                <a:gd name="T5" fmla="*/ 127 h 187"/>
                <a:gd name="T6" fmla="*/ 211 w 269"/>
                <a:gd name="T7" fmla="*/ 187 h 187"/>
                <a:gd name="T8" fmla="*/ 63 w 269"/>
                <a:gd name="T9" fmla="*/ 187 h 187"/>
                <a:gd name="T10" fmla="*/ 0 w 269"/>
                <a:gd name="T11" fmla="*/ 127 h 187"/>
                <a:gd name="T12" fmla="*/ 0 w 269"/>
                <a:gd name="T13" fmla="*/ 127 h 187"/>
                <a:gd name="T14" fmla="*/ 55 w 269"/>
                <a:gd name="T15" fmla="*/ 68 h 187"/>
                <a:gd name="T16" fmla="*/ 55 w 269"/>
                <a:gd name="T17" fmla="*/ 66 h 187"/>
                <a:gd name="T18" fmla="*/ 134 w 269"/>
                <a:gd name="T19" fmla="*/ 0 h 187"/>
                <a:gd name="T20" fmla="*/ 213 w 269"/>
                <a:gd name="T21" fmla="*/ 66 h 187"/>
                <a:gd name="T22" fmla="*/ 213 w 269"/>
                <a:gd name="T23" fmla="*/ 68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69" h="187">
                  <a:moveTo>
                    <a:pt x="213" y="68"/>
                  </a:moveTo>
                  <a:cubicBezTo>
                    <a:pt x="245" y="75"/>
                    <a:pt x="269" y="99"/>
                    <a:pt x="269" y="127"/>
                  </a:cubicBezTo>
                  <a:cubicBezTo>
                    <a:pt x="269" y="127"/>
                    <a:pt x="269" y="127"/>
                    <a:pt x="269" y="127"/>
                  </a:cubicBezTo>
                  <a:cubicBezTo>
                    <a:pt x="269" y="157"/>
                    <a:pt x="244" y="187"/>
                    <a:pt x="211" y="187"/>
                  </a:cubicBezTo>
                  <a:cubicBezTo>
                    <a:pt x="63" y="187"/>
                    <a:pt x="63" y="187"/>
                    <a:pt x="63" y="187"/>
                  </a:cubicBezTo>
                  <a:cubicBezTo>
                    <a:pt x="27" y="187"/>
                    <a:pt x="0" y="158"/>
                    <a:pt x="0" y="127"/>
                  </a:cubicBezTo>
                  <a:cubicBezTo>
                    <a:pt x="0" y="127"/>
                    <a:pt x="0" y="127"/>
                    <a:pt x="0" y="127"/>
                  </a:cubicBezTo>
                  <a:cubicBezTo>
                    <a:pt x="0" y="99"/>
                    <a:pt x="23" y="75"/>
                    <a:pt x="55" y="68"/>
                  </a:cubicBezTo>
                  <a:cubicBezTo>
                    <a:pt x="55" y="68"/>
                    <a:pt x="55" y="67"/>
                    <a:pt x="55" y="66"/>
                  </a:cubicBezTo>
                  <a:cubicBezTo>
                    <a:pt x="55" y="30"/>
                    <a:pt x="91" y="0"/>
                    <a:pt x="134" y="0"/>
                  </a:cubicBezTo>
                  <a:cubicBezTo>
                    <a:pt x="178" y="0"/>
                    <a:pt x="213" y="30"/>
                    <a:pt x="213" y="66"/>
                  </a:cubicBezTo>
                  <a:cubicBezTo>
                    <a:pt x="213" y="67"/>
                    <a:pt x="213" y="68"/>
                    <a:pt x="213" y="68"/>
                  </a:cubicBezTo>
                  <a:close/>
                </a:path>
              </a:pathLst>
            </a:custGeom>
            <a:solidFill>
              <a:srgbClr val="FFBB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9" name="íšḻíḍè"/>
            <p:cNvSpPr/>
            <p:nvPr/>
          </p:nvSpPr>
          <p:spPr bwMode="auto">
            <a:xfrm>
              <a:off x="7619211" y="1151007"/>
              <a:ext cx="376758" cy="262344"/>
            </a:xfrm>
            <a:custGeom>
              <a:avLst/>
              <a:gdLst>
                <a:gd name="T0" fmla="*/ 149 w 188"/>
                <a:gd name="T1" fmla="*/ 48 h 131"/>
                <a:gd name="T2" fmla="*/ 188 w 188"/>
                <a:gd name="T3" fmla="*/ 89 h 131"/>
                <a:gd name="T4" fmla="*/ 188 w 188"/>
                <a:gd name="T5" fmla="*/ 89 h 131"/>
                <a:gd name="T6" fmla="*/ 147 w 188"/>
                <a:gd name="T7" fmla="*/ 131 h 131"/>
                <a:gd name="T8" fmla="*/ 44 w 188"/>
                <a:gd name="T9" fmla="*/ 131 h 131"/>
                <a:gd name="T10" fmla="*/ 0 w 188"/>
                <a:gd name="T11" fmla="*/ 89 h 131"/>
                <a:gd name="T12" fmla="*/ 0 w 188"/>
                <a:gd name="T13" fmla="*/ 89 h 131"/>
                <a:gd name="T14" fmla="*/ 39 w 188"/>
                <a:gd name="T15" fmla="*/ 48 h 131"/>
                <a:gd name="T16" fmla="*/ 39 w 188"/>
                <a:gd name="T17" fmla="*/ 47 h 131"/>
                <a:gd name="T18" fmla="*/ 94 w 188"/>
                <a:gd name="T19" fmla="*/ 0 h 131"/>
                <a:gd name="T20" fmla="*/ 149 w 188"/>
                <a:gd name="T21" fmla="*/ 47 h 131"/>
                <a:gd name="T22" fmla="*/ 149 w 188"/>
                <a:gd name="T23" fmla="*/ 48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8" h="131">
                  <a:moveTo>
                    <a:pt x="149" y="48"/>
                  </a:moveTo>
                  <a:cubicBezTo>
                    <a:pt x="172" y="53"/>
                    <a:pt x="188" y="69"/>
                    <a:pt x="188" y="89"/>
                  </a:cubicBezTo>
                  <a:cubicBezTo>
                    <a:pt x="188" y="89"/>
                    <a:pt x="188" y="89"/>
                    <a:pt x="188" y="89"/>
                  </a:cubicBezTo>
                  <a:cubicBezTo>
                    <a:pt x="188" y="110"/>
                    <a:pt x="171" y="131"/>
                    <a:pt x="147" y="131"/>
                  </a:cubicBezTo>
                  <a:cubicBezTo>
                    <a:pt x="44" y="131"/>
                    <a:pt x="44" y="131"/>
                    <a:pt x="44" y="131"/>
                  </a:cubicBezTo>
                  <a:cubicBezTo>
                    <a:pt x="19" y="131"/>
                    <a:pt x="0" y="111"/>
                    <a:pt x="0" y="89"/>
                  </a:cubicBezTo>
                  <a:cubicBezTo>
                    <a:pt x="0" y="89"/>
                    <a:pt x="0" y="89"/>
                    <a:pt x="0" y="89"/>
                  </a:cubicBezTo>
                  <a:cubicBezTo>
                    <a:pt x="0" y="69"/>
                    <a:pt x="17" y="53"/>
                    <a:pt x="39" y="48"/>
                  </a:cubicBezTo>
                  <a:cubicBezTo>
                    <a:pt x="39" y="48"/>
                    <a:pt x="39" y="47"/>
                    <a:pt x="39" y="47"/>
                  </a:cubicBezTo>
                  <a:cubicBezTo>
                    <a:pt x="39" y="21"/>
                    <a:pt x="64" y="0"/>
                    <a:pt x="94" y="0"/>
                  </a:cubicBezTo>
                  <a:cubicBezTo>
                    <a:pt x="125" y="0"/>
                    <a:pt x="149" y="21"/>
                    <a:pt x="149" y="47"/>
                  </a:cubicBezTo>
                  <a:cubicBezTo>
                    <a:pt x="149" y="47"/>
                    <a:pt x="149" y="48"/>
                    <a:pt x="149" y="4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80" name="îṣḷíḓe"/>
            <p:cNvSpPr/>
            <p:nvPr/>
          </p:nvSpPr>
          <p:spPr bwMode="auto">
            <a:xfrm>
              <a:off x="4913720" y="1954218"/>
              <a:ext cx="2024784" cy="2830306"/>
            </a:xfrm>
            <a:prstGeom prst="rect">
              <a:avLst/>
            </a:pr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81" name="îSlîḑè"/>
            <p:cNvSpPr/>
            <p:nvPr/>
          </p:nvSpPr>
          <p:spPr bwMode="auto">
            <a:xfrm>
              <a:off x="5061650" y="2118327"/>
              <a:ext cx="970787" cy="35827"/>
            </a:xfrm>
            <a:prstGeom prst="rect">
              <a:avLst/>
            </a:prstGeom>
            <a:solidFill>
              <a:srgbClr val="F2675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82" name="íSlîďè"/>
            <p:cNvSpPr/>
            <p:nvPr/>
          </p:nvSpPr>
          <p:spPr bwMode="auto">
            <a:xfrm>
              <a:off x="5061650" y="2208471"/>
              <a:ext cx="310883" cy="38138"/>
            </a:xfrm>
            <a:prstGeom prst="rect">
              <a:avLst/>
            </a:prstGeom>
            <a:solidFill>
              <a:srgbClr val="9A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83" name="îṥļïďe"/>
            <p:cNvSpPr/>
            <p:nvPr/>
          </p:nvSpPr>
          <p:spPr bwMode="auto">
            <a:xfrm>
              <a:off x="5061650" y="2300927"/>
              <a:ext cx="502729" cy="35827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84" name="îŝḻïḑé"/>
            <p:cNvSpPr/>
            <p:nvPr/>
          </p:nvSpPr>
          <p:spPr bwMode="auto">
            <a:xfrm>
              <a:off x="5296257" y="2391072"/>
              <a:ext cx="292392" cy="38138"/>
            </a:xfrm>
            <a:prstGeom prst="rect">
              <a:avLst/>
            </a:prstGeom>
            <a:solidFill>
              <a:srgbClr val="9A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85" name="íšļîḋè"/>
            <p:cNvSpPr/>
            <p:nvPr/>
          </p:nvSpPr>
          <p:spPr bwMode="auto">
            <a:xfrm>
              <a:off x="5296257" y="2483527"/>
              <a:ext cx="292392" cy="35827"/>
            </a:xfrm>
            <a:prstGeom prst="rect">
              <a:avLst/>
            </a:prstGeom>
            <a:solidFill>
              <a:srgbClr val="9A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86" name="î$ļíḍé"/>
            <p:cNvSpPr/>
            <p:nvPr/>
          </p:nvSpPr>
          <p:spPr bwMode="auto">
            <a:xfrm>
              <a:off x="5498504" y="2573672"/>
              <a:ext cx="286613" cy="38138"/>
            </a:xfrm>
            <a:prstGeom prst="rect">
              <a:avLst/>
            </a:prstGeom>
            <a:solidFill>
              <a:srgbClr val="9A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87" name="íśḷïḋè"/>
            <p:cNvSpPr/>
            <p:nvPr/>
          </p:nvSpPr>
          <p:spPr bwMode="auto">
            <a:xfrm>
              <a:off x="5477701" y="2208471"/>
              <a:ext cx="531621" cy="38138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88" name="îşḻîďê"/>
            <p:cNvSpPr/>
            <p:nvPr/>
          </p:nvSpPr>
          <p:spPr bwMode="auto">
            <a:xfrm>
              <a:off x="6084443" y="2208471"/>
              <a:ext cx="255409" cy="38138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89" name="ïṧḷîḑe"/>
            <p:cNvSpPr/>
            <p:nvPr/>
          </p:nvSpPr>
          <p:spPr bwMode="auto">
            <a:xfrm>
              <a:off x="6435775" y="2208471"/>
              <a:ext cx="342087" cy="38138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90" name="iŝľîdé"/>
            <p:cNvSpPr/>
            <p:nvPr/>
          </p:nvSpPr>
          <p:spPr bwMode="auto">
            <a:xfrm>
              <a:off x="5648745" y="2300927"/>
              <a:ext cx="298170" cy="35827"/>
            </a:xfrm>
            <a:prstGeom prst="rect">
              <a:avLst/>
            </a:prstGeom>
            <a:solidFill>
              <a:srgbClr val="9A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91" name="ïŝḷïḓê"/>
            <p:cNvSpPr/>
            <p:nvPr/>
          </p:nvSpPr>
          <p:spPr bwMode="auto">
            <a:xfrm>
              <a:off x="5678793" y="2391072"/>
              <a:ext cx="169888" cy="38138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92" name="îśliḍé"/>
            <p:cNvSpPr/>
            <p:nvPr/>
          </p:nvSpPr>
          <p:spPr bwMode="auto">
            <a:xfrm>
              <a:off x="5678793" y="2483527"/>
              <a:ext cx="292392" cy="35827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93" name="íŝļíḍé"/>
            <p:cNvSpPr/>
            <p:nvPr/>
          </p:nvSpPr>
          <p:spPr bwMode="auto">
            <a:xfrm>
              <a:off x="5930735" y="2391072"/>
              <a:ext cx="324751" cy="38138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94" name="ïŝ1ïḓé"/>
            <p:cNvSpPr/>
            <p:nvPr/>
          </p:nvSpPr>
          <p:spPr bwMode="auto">
            <a:xfrm>
              <a:off x="6321361" y="2391072"/>
              <a:ext cx="169888" cy="38138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95" name="îsļîḋé"/>
            <p:cNvSpPr/>
            <p:nvPr/>
          </p:nvSpPr>
          <p:spPr bwMode="auto">
            <a:xfrm>
              <a:off x="6565214" y="2391072"/>
              <a:ext cx="212649" cy="38138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96" name="iŝlidé"/>
            <p:cNvSpPr/>
            <p:nvPr/>
          </p:nvSpPr>
          <p:spPr bwMode="auto">
            <a:xfrm>
              <a:off x="6037059" y="2483527"/>
              <a:ext cx="368668" cy="35827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97" name="ïŝ1iďé"/>
            <p:cNvSpPr/>
            <p:nvPr/>
          </p:nvSpPr>
          <p:spPr bwMode="auto">
            <a:xfrm>
              <a:off x="6461201" y="2483527"/>
              <a:ext cx="110947" cy="35827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98" name="îṧľiḋê"/>
            <p:cNvSpPr/>
            <p:nvPr/>
          </p:nvSpPr>
          <p:spPr bwMode="auto">
            <a:xfrm>
              <a:off x="5864860" y="2573672"/>
              <a:ext cx="212649" cy="38138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99" name="îṣľïďè"/>
            <p:cNvSpPr/>
            <p:nvPr/>
          </p:nvSpPr>
          <p:spPr bwMode="auto">
            <a:xfrm>
              <a:off x="5296257" y="2755117"/>
              <a:ext cx="292392" cy="38138"/>
            </a:xfrm>
            <a:prstGeom prst="rect">
              <a:avLst/>
            </a:prstGeom>
            <a:solidFill>
              <a:srgbClr val="9A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00" name="îSḻidé"/>
            <p:cNvSpPr/>
            <p:nvPr/>
          </p:nvSpPr>
          <p:spPr bwMode="auto">
            <a:xfrm>
              <a:off x="5296257" y="2847573"/>
              <a:ext cx="292392" cy="35827"/>
            </a:xfrm>
            <a:prstGeom prst="rect">
              <a:avLst/>
            </a:prstGeom>
            <a:solidFill>
              <a:srgbClr val="9A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01" name="í$ḻîďé"/>
            <p:cNvSpPr/>
            <p:nvPr/>
          </p:nvSpPr>
          <p:spPr bwMode="auto">
            <a:xfrm>
              <a:off x="5678793" y="2755117"/>
              <a:ext cx="169888" cy="38138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02" name="ísļiḓé"/>
            <p:cNvSpPr/>
            <p:nvPr/>
          </p:nvSpPr>
          <p:spPr bwMode="auto">
            <a:xfrm>
              <a:off x="5678793" y="2847573"/>
              <a:ext cx="262344" cy="35827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03" name="íṣḷíḋe"/>
            <p:cNvSpPr/>
            <p:nvPr/>
          </p:nvSpPr>
          <p:spPr bwMode="auto">
            <a:xfrm>
              <a:off x="5930735" y="2755117"/>
              <a:ext cx="250787" cy="38138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04" name="iṩḷîdé"/>
            <p:cNvSpPr/>
            <p:nvPr/>
          </p:nvSpPr>
          <p:spPr bwMode="auto">
            <a:xfrm>
              <a:off x="6231217" y="2755117"/>
              <a:ext cx="131750" cy="38138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05" name="iśḻïḑe"/>
            <p:cNvSpPr/>
            <p:nvPr/>
          </p:nvSpPr>
          <p:spPr bwMode="auto">
            <a:xfrm>
              <a:off x="6419596" y="2755117"/>
              <a:ext cx="161798" cy="38138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06" name="îṥļíďé"/>
            <p:cNvSpPr/>
            <p:nvPr/>
          </p:nvSpPr>
          <p:spPr bwMode="auto">
            <a:xfrm>
              <a:off x="6198857" y="2847573"/>
              <a:ext cx="292392" cy="35827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07" name="îšḻîďe"/>
            <p:cNvSpPr/>
            <p:nvPr/>
          </p:nvSpPr>
          <p:spPr bwMode="auto">
            <a:xfrm>
              <a:off x="5296257" y="2937717"/>
              <a:ext cx="292392" cy="38138"/>
            </a:xfrm>
            <a:prstGeom prst="rect">
              <a:avLst/>
            </a:prstGeom>
            <a:solidFill>
              <a:srgbClr val="9A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08" name="íṩḻîḍe"/>
            <p:cNvSpPr/>
            <p:nvPr/>
          </p:nvSpPr>
          <p:spPr bwMode="auto">
            <a:xfrm>
              <a:off x="5296257" y="3030173"/>
              <a:ext cx="292392" cy="35827"/>
            </a:xfrm>
            <a:prstGeom prst="rect">
              <a:avLst/>
            </a:prstGeom>
            <a:solidFill>
              <a:srgbClr val="9A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09" name="î$ḷïdé"/>
            <p:cNvSpPr/>
            <p:nvPr/>
          </p:nvSpPr>
          <p:spPr bwMode="auto">
            <a:xfrm>
              <a:off x="5678793" y="2937717"/>
              <a:ext cx="169888" cy="38138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10" name="ïŝlíḍé"/>
            <p:cNvSpPr/>
            <p:nvPr/>
          </p:nvSpPr>
          <p:spPr bwMode="auto">
            <a:xfrm>
              <a:off x="5678793" y="3030173"/>
              <a:ext cx="536244" cy="35827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11" name="ïṡľíḍe"/>
            <p:cNvSpPr/>
            <p:nvPr/>
          </p:nvSpPr>
          <p:spPr bwMode="auto">
            <a:xfrm>
              <a:off x="5930735" y="2937717"/>
              <a:ext cx="324751" cy="38138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12" name="iSḷiḓè"/>
            <p:cNvSpPr/>
            <p:nvPr/>
          </p:nvSpPr>
          <p:spPr bwMode="auto">
            <a:xfrm>
              <a:off x="6321361" y="2937717"/>
              <a:ext cx="169888" cy="38138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13" name="iṥļîdé"/>
            <p:cNvSpPr/>
            <p:nvPr/>
          </p:nvSpPr>
          <p:spPr bwMode="auto">
            <a:xfrm>
              <a:off x="6565214" y="2937717"/>
              <a:ext cx="212649" cy="38138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14" name="ïṩḻîḍè"/>
            <p:cNvSpPr/>
            <p:nvPr/>
          </p:nvSpPr>
          <p:spPr bwMode="auto">
            <a:xfrm>
              <a:off x="6280912" y="3030173"/>
              <a:ext cx="300482" cy="35827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15" name="íŝľïḑe"/>
            <p:cNvSpPr/>
            <p:nvPr/>
          </p:nvSpPr>
          <p:spPr bwMode="auto">
            <a:xfrm>
              <a:off x="6001233" y="2847573"/>
              <a:ext cx="123660" cy="35827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16" name="íśľíḓé"/>
            <p:cNvSpPr/>
            <p:nvPr/>
          </p:nvSpPr>
          <p:spPr bwMode="auto">
            <a:xfrm>
              <a:off x="5061650" y="3211618"/>
              <a:ext cx="310883" cy="38138"/>
            </a:xfrm>
            <a:prstGeom prst="rect">
              <a:avLst/>
            </a:prstGeom>
            <a:solidFill>
              <a:srgbClr val="9A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17" name="îš1îḑè"/>
            <p:cNvSpPr/>
            <p:nvPr/>
          </p:nvSpPr>
          <p:spPr bwMode="auto">
            <a:xfrm>
              <a:off x="5061650" y="3304074"/>
              <a:ext cx="502729" cy="35827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18" name="íṡľíḓé"/>
            <p:cNvSpPr/>
            <p:nvPr/>
          </p:nvSpPr>
          <p:spPr bwMode="auto">
            <a:xfrm>
              <a:off x="5296257" y="3394218"/>
              <a:ext cx="292392" cy="38138"/>
            </a:xfrm>
            <a:prstGeom prst="rect">
              <a:avLst/>
            </a:prstGeom>
            <a:solidFill>
              <a:srgbClr val="9A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19" name="i$ļîḑe"/>
            <p:cNvSpPr/>
            <p:nvPr/>
          </p:nvSpPr>
          <p:spPr bwMode="auto">
            <a:xfrm>
              <a:off x="5296257" y="3486674"/>
              <a:ext cx="292392" cy="35827"/>
            </a:xfrm>
            <a:prstGeom prst="rect">
              <a:avLst/>
            </a:prstGeom>
            <a:solidFill>
              <a:srgbClr val="9A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20" name="îs1iḋé"/>
            <p:cNvSpPr/>
            <p:nvPr/>
          </p:nvSpPr>
          <p:spPr bwMode="auto">
            <a:xfrm>
              <a:off x="5498504" y="3576818"/>
              <a:ext cx="286613" cy="38138"/>
            </a:xfrm>
            <a:prstGeom prst="rect">
              <a:avLst/>
            </a:prstGeom>
            <a:solidFill>
              <a:srgbClr val="9A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21" name="îśļîḑè"/>
            <p:cNvSpPr/>
            <p:nvPr/>
          </p:nvSpPr>
          <p:spPr bwMode="auto">
            <a:xfrm>
              <a:off x="5477701" y="3211618"/>
              <a:ext cx="294703" cy="38138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22" name="ïṧḷiďe"/>
            <p:cNvSpPr/>
            <p:nvPr/>
          </p:nvSpPr>
          <p:spPr bwMode="auto">
            <a:xfrm>
              <a:off x="5848681" y="3211618"/>
              <a:ext cx="147929" cy="38138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23" name="íSḷîḋê"/>
            <p:cNvSpPr/>
            <p:nvPr/>
          </p:nvSpPr>
          <p:spPr bwMode="auto">
            <a:xfrm>
              <a:off x="6092533" y="3211618"/>
              <a:ext cx="472681" cy="38138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24" name="ïṧḻïḓè"/>
            <p:cNvSpPr/>
            <p:nvPr/>
          </p:nvSpPr>
          <p:spPr bwMode="auto">
            <a:xfrm>
              <a:off x="5648745" y="3304074"/>
              <a:ext cx="298170" cy="35827"/>
            </a:xfrm>
            <a:prstGeom prst="rect">
              <a:avLst/>
            </a:prstGeom>
            <a:solidFill>
              <a:srgbClr val="9A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25" name="îṧḷíḓé"/>
            <p:cNvSpPr/>
            <p:nvPr/>
          </p:nvSpPr>
          <p:spPr bwMode="auto">
            <a:xfrm>
              <a:off x="5678793" y="3394218"/>
              <a:ext cx="331685" cy="38138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26" name="íṥḷídè"/>
            <p:cNvSpPr/>
            <p:nvPr/>
          </p:nvSpPr>
          <p:spPr bwMode="auto">
            <a:xfrm>
              <a:off x="5678793" y="3486674"/>
              <a:ext cx="225361" cy="35827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27" name="îšḷiḑê"/>
            <p:cNvSpPr/>
            <p:nvPr/>
          </p:nvSpPr>
          <p:spPr bwMode="auto">
            <a:xfrm>
              <a:off x="6092533" y="3394218"/>
              <a:ext cx="248475" cy="38138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28" name="ïslíḋè"/>
            <p:cNvSpPr/>
            <p:nvPr/>
          </p:nvSpPr>
          <p:spPr bwMode="auto">
            <a:xfrm>
              <a:off x="5971185" y="3486674"/>
              <a:ext cx="434543" cy="35827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29" name="işḻiḋè"/>
            <p:cNvSpPr/>
            <p:nvPr/>
          </p:nvSpPr>
          <p:spPr bwMode="auto">
            <a:xfrm>
              <a:off x="6461201" y="3486674"/>
              <a:ext cx="110947" cy="35827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30" name="ïŝļídê"/>
            <p:cNvSpPr/>
            <p:nvPr/>
          </p:nvSpPr>
          <p:spPr bwMode="auto">
            <a:xfrm>
              <a:off x="5864860" y="3576818"/>
              <a:ext cx="212649" cy="38138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31" name="îṥ1iḑè"/>
            <p:cNvSpPr/>
            <p:nvPr/>
          </p:nvSpPr>
          <p:spPr bwMode="auto">
            <a:xfrm>
              <a:off x="6124892" y="3576818"/>
              <a:ext cx="394093" cy="38138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32" name="îsḻîďè"/>
            <p:cNvSpPr/>
            <p:nvPr/>
          </p:nvSpPr>
          <p:spPr bwMode="auto">
            <a:xfrm>
              <a:off x="6577926" y="3576818"/>
              <a:ext cx="117881" cy="38138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33" name="išlïdé"/>
            <p:cNvSpPr/>
            <p:nvPr/>
          </p:nvSpPr>
          <p:spPr bwMode="auto">
            <a:xfrm>
              <a:off x="5296257" y="3759419"/>
              <a:ext cx="292392" cy="36982"/>
            </a:xfrm>
            <a:prstGeom prst="rect">
              <a:avLst/>
            </a:prstGeom>
            <a:solidFill>
              <a:srgbClr val="9A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34" name="ïsļíḋê"/>
            <p:cNvSpPr/>
            <p:nvPr/>
          </p:nvSpPr>
          <p:spPr bwMode="auto">
            <a:xfrm>
              <a:off x="5296257" y="3850719"/>
              <a:ext cx="292392" cy="35827"/>
            </a:xfrm>
            <a:prstGeom prst="rect">
              <a:avLst/>
            </a:prstGeom>
            <a:solidFill>
              <a:srgbClr val="9A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35" name="îṡľíḑè"/>
            <p:cNvSpPr/>
            <p:nvPr/>
          </p:nvSpPr>
          <p:spPr bwMode="auto">
            <a:xfrm>
              <a:off x="5678793" y="3759419"/>
              <a:ext cx="481926" cy="36982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36" name="îṩḷïḍê"/>
            <p:cNvSpPr/>
            <p:nvPr/>
          </p:nvSpPr>
          <p:spPr bwMode="auto">
            <a:xfrm>
              <a:off x="5678793" y="3850719"/>
              <a:ext cx="262344" cy="35827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37" name="ïṧļïďe"/>
            <p:cNvSpPr/>
            <p:nvPr/>
          </p:nvSpPr>
          <p:spPr bwMode="auto">
            <a:xfrm>
              <a:off x="6231217" y="3759419"/>
              <a:ext cx="131750" cy="36982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38" name="îṣḻîďè"/>
            <p:cNvSpPr/>
            <p:nvPr/>
          </p:nvSpPr>
          <p:spPr bwMode="auto">
            <a:xfrm>
              <a:off x="6419596" y="3759419"/>
              <a:ext cx="161798" cy="36982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39" name="iṧļiḋê"/>
            <p:cNvSpPr/>
            <p:nvPr/>
          </p:nvSpPr>
          <p:spPr bwMode="auto">
            <a:xfrm>
              <a:off x="6198857" y="3850719"/>
              <a:ext cx="292392" cy="35827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40" name="íślíḍe"/>
            <p:cNvSpPr/>
            <p:nvPr/>
          </p:nvSpPr>
          <p:spPr bwMode="auto">
            <a:xfrm>
              <a:off x="6001233" y="3850719"/>
              <a:ext cx="123660" cy="35827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41" name="iśļîďè"/>
            <p:cNvSpPr/>
            <p:nvPr/>
          </p:nvSpPr>
          <p:spPr bwMode="auto">
            <a:xfrm>
              <a:off x="5061650" y="4000960"/>
              <a:ext cx="310883" cy="35827"/>
            </a:xfrm>
            <a:prstGeom prst="rect">
              <a:avLst/>
            </a:prstGeom>
            <a:solidFill>
              <a:srgbClr val="9A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42" name="îśľídè"/>
            <p:cNvSpPr/>
            <p:nvPr/>
          </p:nvSpPr>
          <p:spPr bwMode="auto">
            <a:xfrm>
              <a:off x="5061650" y="4091104"/>
              <a:ext cx="502729" cy="35827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43" name="islíḓé"/>
            <p:cNvSpPr/>
            <p:nvPr/>
          </p:nvSpPr>
          <p:spPr bwMode="auto">
            <a:xfrm>
              <a:off x="5296257" y="4183560"/>
              <a:ext cx="292392" cy="35827"/>
            </a:xfrm>
            <a:prstGeom prst="rect">
              <a:avLst/>
            </a:prstGeom>
            <a:solidFill>
              <a:srgbClr val="9A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44" name="ïsļïḋé"/>
            <p:cNvSpPr/>
            <p:nvPr/>
          </p:nvSpPr>
          <p:spPr bwMode="auto">
            <a:xfrm>
              <a:off x="5296257" y="4273705"/>
              <a:ext cx="292392" cy="38138"/>
            </a:xfrm>
            <a:prstGeom prst="rect">
              <a:avLst/>
            </a:prstGeom>
            <a:solidFill>
              <a:srgbClr val="9A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45" name="îṣlïḑe"/>
            <p:cNvSpPr/>
            <p:nvPr/>
          </p:nvSpPr>
          <p:spPr bwMode="auto">
            <a:xfrm>
              <a:off x="5498504" y="4366161"/>
              <a:ext cx="286613" cy="35827"/>
            </a:xfrm>
            <a:prstGeom prst="rect">
              <a:avLst/>
            </a:prstGeom>
            <a:solidFill>
              <a:srgbClr val="9A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46" name="îṥľíḓé"/>
            <p:cNvSpPr/>
            <p:nvPr/>
          </p:nvSpPr>
          <p:spPr bwMode="auto">
            <a:xfrm>
              <a:off x="5477701" y="4000960"/>
              <a:ext cx="294703" cy="35827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47" name="îşḷídé"/>
            <p:cNvSpPr/>
            <p:nvPr/>
          </p:nvSpPr>
          <p:spPr bwMode="auto">
            <a:xfrm>
              <a:off x="5848681" y="4000960"/>
              <a:ext cx="147929" cy="35827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48" name="ïŝḷíde"/>
            <p:cNvSpPr/>
            <p:nvPr/>
          </p:nvSpPr>
          <p:spPr bwMode="auto">
            <a:xfrm>
              <a:off x="6092533" y="4000960"/>
              <a:ext cx="685329" cy="35827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49" name="îSļîḑè"/>
            <p:cNvSpPr/>
            <p:nvPr/>
          </p:nvSpPr>
          <p:spPr bwMode="auto">
            <a:xfrm>
              <a:off x="5648745" y="4091104"/>
              <a:ext cx="298170" cy="35827"/>
            </a:xfrm>
            <a:prstGeom prst="rect">
              <a:avLst/>
            </a:prstGeom>
            <a:solidFill>
              <a:srgbClr val="9A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50" name="îS1ïďè"/>
            <p:cNvSpPr/>
            <p:nvPr/>
          </p:nvSpPr>
          <p:spPr bwMode="auto">
            <a:xfrm>
              <a:off x="5678793" y="4183560"/>
              <a:ext cx="331685" cy="35827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51" name="íṣḷíḓé"/>
            <p:cNvSpPr/>
            <p:nvPr/>
          </p:nvSpPr>
          <p:spPr bwMode="auto">
            <a:xfrm>
              <a:off x="5678793" y="4273705"/>
              <a:ext cx="225361" cy="38138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52" name="ïŝlîḓê"/>
            <p:cNvSpPr/>
            <p:nvPr/>
          </p:nvSpPr>
          <p:spPr bwMode="auto">
            <a:xfrm>
              <a:off x="6092533" y="4183560"/>
              <a:ext cx="248475" cy="35827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53" name="ïś1ïdè"/>
            <p:cNvSpPr/>
            <p:nvPr/>
          </p:nvSpPr>
          <p:spPr bwMode="auto">
            <a:xfrm>
              <a:off x="6406883" y="4183560"/>
              <a:ext cx="150241" cy="35827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54" name="iṩļiḋè"/>
            <p:cNvSpPr/>
            <p:nvPr/>
          </p:nvSpPr>
          <p:spPr bwMode="auto">
            <a:xfrm>
              <a:off x="6631088" y="4183560"/>
              <a:ext cx="146774" cy="35827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55" name="îšḻiḓê"/>
            <p:cNvSpPr/>
            <p:nvPr/>
          </p:nvSpPr>
          <p:spPr bwMode="auto">
            <a:xfrm>
              <a:off x="5971185" y="4273705"/>
              <a:ext cx="434543" cy="38138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56" name="îṧ1îḋè"/>
            <p:cNvSpPr/>
            <p:nvPr/>
          </p:nvSpPr>
          <p:spPr bwMode="auto">
            <a:xfrm>
              <a:off x="6461201" y="4273705"/>
              <a:ext cx="110947" cy="38138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57" name="îṣ1iḍè"/>
            <p:cNvSpPr/>
            <p:nvPr/>
          </p:nvSpPr>
          <p:spPr bwMode="auto">
            <a:xfrm>
              <a:off x="5864860" y="4366161"/>
              <a:ext cx="212649" cy="35827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58" name="ïşlîďe"/>
            <p:cNvSpPr/>
            <p:nvPr/>
          </p:nvSpPr>
          <p:spPr bwMode="auto">
            <a:xfrm>
              <a:off x="5296257" y="4547605"/>
              <a:ext cx="292392" cy="35827"/>
            </a:xfrm>
            <a:prstGeom prst="rect">
              <a:avLst/>
            </a:prstGeom>
            <a:solidFill>
              <a:srgbClr val="9A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59" name="íṣ1îḓè"/>
            <p:cNvSpPr/>
            <p:nvPr/>
          </p:nvSpPr>
          <p:spPr bwMode="auto">
            <a:xfrm>
              <a:off x="5296257" y="4637750"/>
              <a:ext cx="292392" cy="38138"/>
            </a:xfrm>
            <a:prstGeom prst="rect">
              <a:avLst/>
            </a:prstGeom>
            <a:solidFill>
              <a:srgbClr val="9A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60" name="îśľíḓê"/>
            <p:cNvSpPr/>
            <p:nvPr/>
          </p:nvSpPr>
          <p:spPr bwMode="auto">
            <a:xfrm>
              <a:off x="5678793" y="4547605"/>
              <a:ext cx="481926" cy="35827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61" name="îšḻîde"/>
            <p:cNvSpPr/>
            <p:nvPr/>
          </p:nvSpPr>
          <p:spPr bwMode="auto">
            <a:xfrm>
              <a:off x="5678793" y="4637750"/>
              <a:ext cx="262344" cy="38138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62" name="ï$1îḋè"/>
            <p:cNvSpPr/>
            <p:nvPr/>
          </p:nvSpPr>
          <p:spPr bwMode="auto">
            <a:xfrm>
              <a:off x="6231217" y="4547605"/>
              <a:ext cx="131750" cy="35827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63" name="íş1idè"/>
            <p:cNvSpPr/>
            <p:nvPr/>
          </p:nvSpPr>
          <p:spPr bwMode="auto">
            <a:xfrm>
              <a:off x="6419596" y="4547605"/>
              <a:ext cx="161798" cy="35827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64" name="íšḻîďe"/>
            <p:cNvSpPr/>
            <p:nvPr/>
          </p:nvSpPr>
          <p:spPr bwMode="auto">
            <a:xfrm>
              <a:off x="6198857" y="4637750"/>
              <a:ext cx="292392" cy="38138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65" name="ïş1îďê"/>
            <p:cNvSpPr/>
            <p:nvPr/>
          </p:nvSpPr>
          <p:spPr bwMode="auto">
            <a:xfrm>
              <a:off x="6001233" y="4637750"/>
              <a:ext cx="123660" cy="38138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  <p:grpSp>
        <p:nvGrpSpPr>
          <p:cNvPr id="290" name="1042c4d6-065c-43ea-a1d1-115b3632b96d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3"/>
            </p:custDataLst>
          </p:nvPr>
        </p:nvGrpSpPr>
        <p:grpSpPr>
          <a:xfrm>
            <a:off x="6801065" y="1136548"/>
            <a:ext cx="1227745" cy="1225913"/>
            <a:chOff x="3979863" y="1304925"/>
            <a:chExt cx="4254500" cy="4248151"/>
          </a:xfrm>
        </p:grpSpPr>
        <p:sp>
          <p:nvSpPr>
            <p:cNvPr id="291" name="iṡḻíḍè"/>
            <p:cNvSpPr/>
            <p:nvPr/>
          </p:nvSpPr>
          <p:spPr bwMode="auto">
            <a:xfrm>
              <a:off x="4533900" y="1857375"/>
              <a:ext cx="3146425" cy="3141663"/>
            </a:xfrm>
            <a:custGeom>
              <a:avLst/>
              <a:gdLst>
                <a:gd name="T0" fmla="*/ 284 w 284"/>
                <a:gd name="T1" fmla="*/ 223 h 284"/>
                <a:gd name="T2" fmla="*/ 223 w 284"/>
                <a:gd name="T3" fmla="*/ 284 h 284"/>
                <a:gd name="T4" fmla="*/ 61 w 284"/>
                <a:gd name="T5" fmla="*/ 284 h 284"/>
                <a:gd name="T6" fmla="*/ 0 w 284"/>
                <a:gd name="T7" fmla="*/ 223 h 284"/>
                <a:gd name="T8" fmla="*/ 0 w 284"/>
                <a:gd name="T9" fmla="*/ 62 h 284"/>
                <a:gd name="T10" fmla="*/ 61 w 284"/>
                <a:gd name="T11" fmla="*/ 0 h 284"/>
                <a:gd name="T12" fmla="*/ 223 w 284"/>
                <a:gd name="T13" fmla="*/ 0 h 284"/>
                <a:gd name="T14" fmla="*/ 284 w 284"/>
                <a:gd name="T15" fmla="*/ 62 h 284"/>
                <a:gd name="T16" fmla="*/ 284 w 284"/>
                <a:gd name="T17" fmla="*/ 223 h 2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84" h="284">
                  <a:moveTo>
                    <a:pt x="284" y="223"/>
                  </a:moveTo>
                  <a:cubicBezTo>
                    <a:pt x="284" y="257"/>
                    <a:pt x="257" y="284"/>
                    <a:pt x="223" y="284"/>
                  </a:cubicBezTo>
                  <a:cubicBezTo>
                    <a:pt x="61" y="284"/>
                    <a:pt x="61" y="284"/>
                    <a:pt x="61" y="284"/>
                  </a:cubicBezTo>
                  <a:cubicBezTo>
                    <a:pt x="27" y="284"/>
                    <a:pt x="0" y="257"/>
                    <a:pt x="0" y="223"/>
                  </a:cubicBezTo>
                  <a:cubicBezTo>
                    <a:pt x="0" y="62"/>
                    <a:pt x="0" y="62"/>
                    <a:pt x="0" y="62"/>
                  </a:cubicBezTo>
                  <a:cubicBezTo>
                    <a:pt x="0" y="27"/>
                    <a:pt x="27" y="0"/>
                    <a:pt x="61" y="0"/>
                  </a:cubicBezTo>
                  <a:cubicBezTo>
                    <a:pt x="223" y="0"/>
                    <a:pt x="223" y="0"/>
                    <a:pt x="223" y="0"/>
                  </a:cubicBezTo>
                  <a:cubicBezTo>
                    <a:pt x="257" y="0"/>
                    <a:pt x="284" y="27"/>
                    <a:pt x="284" y="62"/>
                  </a:cubicBezTo>
                  <a:lnTo>
                    <a:pt x="284" y="223"/>
                  </a:lnTo>
                  <a:close/>
                </a:path>
              </a:pathLst>
            </a:custGeom>
            <a:solidFill>
              <a:srgbClr val="11BC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92" name="íṡḷiďê"/>
            <p:cNvSpPr/>
            <p:nvPr/>
          </p:nvSpPr>
          <p:spPr bwMode="auto">
            <a:xfrm>
              <a:off x="4976813" y="2311400"/>
              <a:ext cx="2260600" cy="2246313"/>
            </a:xfrm>
            <a:custGeom>
              <a:avLst/>
              <a:gdLst>
                <a:gd name="T0" fmla="*/ 204 w 204"/>
                <a:gd name="T1" fmla="*/ 159 h 203"/>
                <a:gd name="T2" fmla="*/ 159 w 204"/>
                <a:gd name="T3" fmla="*/ 203 h 203"/>
                <a:gd name="T4" fmla="*/ 45 w 204"/>
                <a:gd name="T5" fmla="*/ 203 h 203"/>
                <a:gd name="T6" fmla="*/ 0 w 204"/>
                <a:gd name="T7" fmla="*/ 159 h 203"/>
                <a:gd name="T8" fmla="*/ 0 w 204"/>
                <a:gd name="T9" fmla="*/ 44 h 203"/>
                <a:gd name="T10" fmla="*/ 45 w 204"/>
                <a:gd name="T11" fmla="*/ 0 h 203"/>
                <a:gd name="T12" fmla="*/ 159 w 204"/>
                <a:gd name="T13" fmla="*/ 0 h 203"/>
                <a:gd name="T14" fmla="*/ 204 w 204"/>
                <a:gd name="T15" fmla="*/ 44 h 203"/>
                <a:gd name="T16" fmla="*/ 204 w 204"/>
                <a:gd name="T17" fmla="*/ 159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04" h="203">
                  <a:moveTo>
                    <a:pt x="204" y="159"/>
                  </a:moveTo>
                  <a:cubicBezTo>
                    <a:pt x="204" y="183"/>
                    <a:pt x="184" y="203"/>
                    <a:pt x="159" y="203"/>
                  </a:cubicBezTo>
                  <a:cubicBezTo>
                    <a:pt x="45" y="203"/>
                    <a:pt x="45" y="203"/>
                    <a:pt x="45" y="203"/>
                  </a:cubicBezTo>
                  <a:cubicBezTo>
                    <a:pt x="20" y="203"/>
                    <a:pt x="0" y="183"/>
                    <a:pt x="0" y="159"/>
                  </a:cubicBezTo>
                  <a:cubicBezTo>
                    <a:pt x="0" y="44"/>
                    <a:pt x="0" y="44"/>
                    <a:pt x="0" y="44"/>
                  </a:cubicBezTo>
                  <a:cubicBezTo>
                    <a:pt x="0" y="19"/>
                    <a:pt x="20" y="0"/>
                    <a:pt x="45" y="0"/>
                  </a:cubicBezTo>
                  <a:cubicBezTo>
                    <a:pt x="159" y="0"/>
                    <a:pt x="159" y="0"/>
                    <a:pt x="159" y="0"/>
                  </a:cubicBezTo>
                  <a:cubicBezTo>
                    <a:pt x="184" y="0"/>
                    <a:pt x="204" y="19"/>
                    <a:pt x="204" y="44"/>
                  </a:cubicBezTo>
                  <a:lnTo>
                    <a:pt x="204" y="159"/>
                  </a:lnTo>
                  <a:close/>
                </a:path>
              </a:pathLst>
            </a:custGeom>
            <a:solidFill>
              <a:srgbClr val="5EE8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93" name="iṣľîḋê"/>
            <p:cNvSpPr/>
            <p:nvPr/>
          </p:nvSpPr>
          <p:spPr bwMode="auto">
            <a:xfrm>
              <a:off x="5221288" y="2543175"/>
              <a:ext cx="1773238" cy="1770063"/>
            </a:xfrm>
            <a:custGeom>
              <a:avLst/>
              <a:gdLst>
                <a:gd name="T0" fmla="*/ 160 w 160"/>
                <a:gd name="T1" fmla="*/ 20 h 160"/>
                <a:gd name="T2" fmla="*/ 20 w 160"/>
                <a:gd name="T3" fmla="*/ 0 h 160"/>
                <a:gd name="T4" fmla="*/ 0 w 160"/>
                <a:gd name="T5" fmla="*/ 140 h 160"/>
                <a:gd name="T6" fmla="*/ 140 w 160"/>
                <a:gd name="T7" fmla="*/ 160 h 160"/>
                <a:gd name="T8" fmla="*/ 20 w 160"/>
                <a:gd name="T9" fmla="*/ 151 h 160"/>
                <a:gd name="T10" fmla="*/ 9 w 160"/>
                <a:gd name="T11" fmla="*/ 138 h 160"/>
                <a:gd name="T12" fmla="*/ 51 w 160"/>
                <a:gd name="T13" fmla="*/ 142 h 160"/>
                <a:gd name="T14" fmla="*/ 51 w 160"/>
                <a:gd name="T15" fmla="*/ 123 h 160"/>
                <a:gd name="T16" fmla="*/ 9 w 160"/>
                <a:gd name="T17" fmla="*/ 127 h 160"/>
                <a:gd name="T18" fmla="*/ 67 w 160"/>
                <a:gd name="T19" fmla="*/ 107 h 160"/>
                <a:gd name="T20" fmla="*/ 88 w 160"/>
                <a:gd name="T21" fmla="*/ 123 h 160"/>
                <a:gd name="T22" fmla="*/ 108 w 160"/>
                <a:gd name="T23" fmla="*/ 123 h 160"/>
                <a:gd name="T24" fmla="*/ 95 w 160"/>
                <a:gd name="T25" fmla="*/ 113 h 160"/>
                <a:gd name="T26" fmla="*/ 9 w 160"/>
                <a:gd name="T27" fmla="*/ 96 h 160"/>
                <a:gd name="T28" fmla="*/ 25 w 160"/>
                <a:gd name="T29" fmla="*/ 80 h 160"/>
                <a:gd name="T30" fmla="*/ 43 w 160"/>
                <a:gd name="T31" fmla="*/ 75 h 160"/>
                <a:gd name="T32" fmla="*/ 25 w 160"/>
                <a:gd name="T33" fmla="*/ 69 h 160"/>
                <a:gd name="T34" fmla="*/ 9 w 160"/>
                <a:gd name="T35" fmla="*/ 31 h 160"/>
                <a:gd name="T36" fmla="*/ 60 w 160"/>
                <a:gd name="T37" fmla="*/ 36 h 160"/>
                <a:gd name="T38" fmla="*/ 60 w 160"/>
                <a:gd name="T39" fmla="*/ 16 h 160"/>
                <a:gd name="T40" fmla="*/ 9 w 160"/>
                <a:gd name="T41" fmla="*/ 20 h 160"/>
                <a:gd name="T42" fmla="*/ 20 w 160"/>
                <a:gd name="T43" fmla="*/ 9 h 160"/>
                <a:gd name="T44" fmla="*/ 151 w 160"/>
                <a:gd name="T45" fmla="*/ 20 h 160"/>
                <a:gd name="T46" fmla="*/ 104 w 160"/>
                <a:gd name="T47" fmla="*/ 30 h 160"/>
                <a:gd name="T48" fmla="*/ 70 w 160"/>
                <a:gd name="T49" fmla="*/ 45 h 160"/>
                <a:gd name="T50" fmla="*/ 70 w 160"/>
                <a:gd name="T51" fmla="*/ 65 h 160"/>
                <a:gd name="T52" fmla="*/ 106 w 160"/>
                <a:gd name="T53" fmla="*/ 41 h 160"/>
                <a:gd name="T54" fmla="*/ 151 w 160"/>
                <a:gd name="T55" fmla="*/ 61 h 160"/>
                <a:gd name="T56" fmla="*/ 121 w 160"/>
                <a:gd name="T57" fmla="*/ 57 h 160"/>
                <a:gd name="T58" fmla="*/ 121 w 160"/>
                <a:gd name="T59" fmla="*/ 76 h 160"/>
                <a:gd name="T60" fmla="*/ 151 w 160"/>
                <a:gd name="T61" fmla="*/ 72 h 160"/>
                <a:gd name="T62" fmla="*/ 117 w 160"/>
                <a:gd name="T63" fmla="*/ 90 h 160"/>
                <a:gd name="T64" fmla="*/ 88 w 160"/>
                <a:gd name="T65" fmla="*/ 70 h 160"/>
                <a:gd name="T66" fmla="*/ 88 w 160"/>
                <a:gd name="T67" fmla="*/ 90 h 160"/>
                <a:gd name="T68" fmla="*/ 114 w 160"/>
                <a:gd name="T69" fmla="*/ 101 h 160"/>
                <a:gd name="T70" fmla="*/ 151 w 160"/>
                <a:gd name="T71" fmla="*/ 117 h 160"/>
                <a:gd name="T72" fmla="*/ 137 w 160"/>
                <a:gd name="T73" fmla="*/ 113 h 160"/>
                <a:gd name="T74" fmla="*/ 137 w 160"/>
                <a:gd name="T75" fmla="*/ 132 h 160"/>
                <a:gd name="T76" fmla="*/ 151 w 160"/>
                <a:gd name="T77" fmla="*/ 128 h 160"/>
                <a:gd name="T78" fmla="*/ 140 w 160"/>
                <a:gd name="T79" fmla="*/ 151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60" h="160">
                  <a:moveTo>
                    <a:pt x="160" y="140"/>
                  </a:moveTo>
                  <a:cubicBezTo>
                    <a:pt x="160" y="20"/>
                    <a:pt x="160" y="20"/>
                    <a:pt x="160" y="20"/>
                  </a:cubicBezTo>
                  <a:cubicBezTo>
                    <a:pt x="160" y="9"/>
                    <a:pt x="151" y="0"/>
                    <a:pt x="140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9" y="0"/>
                    <a:pt x="0" y="9"/>
                    <a:pt x="0" y="20"/>
                  </a:cubicBezTo>
                  <a:cubicBezTo>
                    <a:pt x="0" y="140"/>
                    <a:pt x="0" y="140"/>
                    <a:pt x="0" y="140"/>
                  </a:cubicBezTo>
                  <a:cubicBezTo>
                    <a:pt x="0" y="151"/>
                    <a:pt x="9" y="160"/>
                    <a:pt x="20" y="160"/>
                  </a:cubicBezTo>
                  <a:cubicBezTo>
                    <a:pt x="140" y="160"/>
                    <a:pt x="140" y="160"/>
                    <a:pt x="140" y="160"/>
                  </a:cubicBezTo>
                  <a:cubicBezTo>
                    <a:pt x="151" y="160"/>
                    <a:pt x="160" y="151"/>
                    <a:pt x="160" y="140"/>
                  </a:cubicBezTo>
                  <a:close/>
                  <a:moveTo>
                    <a:pt x="20" y="151"/>
                  </a:moveTo>
                  <a:cubicBezTo>
                    <a:pt x="14" y="151"/>
                    <a:pt x="9" y="146"/>
                    <a:pt x="9" y="140"/>
                  </a:cubicBezTo>
                  <a:cubicBezTo>
                    <a:pt x="9" y="138"/>
                    <a:pt x="9" y="138"/>
                    <a:pt x="9" y="138"/>
                  </a:cubicBezTo>
                  <a:cubicBezTo>
                    <a:pt x="42" y="138"/>
                    <a:pt x="42" y="138"/>
                    <a:pt x="42" y="138"/>
                  </a:cubicBezTo>
                  <a:cubicBezTo>
                    <a:pt x="44" y="140"/>
                    <a:pt x="47" y="142"/>
                    <a:pt x="51" y="142"/>
                  </a:cubicBezTo>
                  <a:cubicBezTo>
                    <a:pt x="56" y="142"/>
                    <a:pt x="60" y="138"/>
                    <a:pt x="60" y="132"/>
                  </a:cubicBezTo>
                  <a:cubicBezTo>
                    <a:pt x="60" y="127"/>
                    <a:pt x="56" y="123"/>
                    <a:pt x="51" y="123"/>
                  </a:cubicBezTo>
                  <a:cubicBezTo>
                    <a:pt x="47" y="123"/>
                    <a:pt x="44" y="124"/>
                    <a:pt x="43" y="127"/>
                  </a:cubicBezTo>
                  <a:cubicBezTo>
                    <a:pt x="9" y="127"/>
                    <a:pt x="9" y="127"/>
                    <a:pt x="9" y="127"/>
                  </a:cubicBezTo>
                  <a:cubicBezTo>
                    <a:pt x="9" y="107"/>
                    <a:pt x="9" y="107"/>
                    <a:pt x="9" y="107"/>
                  </a:cubicBezTo>
                  <a:cubicBezTo>
                    <a:pt x="67" y="107"/>
                    <a:pt x="67" y="107"/>
                    <a:pt x="67" y="107"/>
                  </a:cubicBezTo>
                  <a:cubicBezTo>
                    <a:pt x="88" y="122"/>
                    <a:pt x="88" y="122"/>
                    <a:pt x="88" y="122"/>
                  </a:cubicBezTo>
                  <a:cubicBezTo>
                    <a:pt x="88" y="122"/>
                    <a:pt x="88" y="122"/>
                    <a:pt x="88" y="123"/>
                  </a:cubicBezTo>
                  <a:cubicBezTo>
                    <a:pt x="88" y="128"/>
                    <a:pt x="92" y="132"/>
                    <a:pt x="98" y="132"/>
                  </a:cubicBezTo>
                  <a:cubicBezTo>
                    <a:pt x="103" y="132"/>
                    <a:pt x="108" y="128"/>
                    <a:pt x="108" y="123"/>
                  </a:cubicBezTo>
                  <a:cubicBezTo>
                    <a:pt x="108" y="117"/>
                    <a:pt x="103" y="113"/>
                    <a:pt x="98" y="113"/>
                  </a:cubicBezTo>
                  <a:cubicBezTo>
                    <a:pt x="97" y="113"/>
                    <a:pt x="96" y="113"/>
                    <a:pt x="95" y="113"/>
                  </a:cubicBezTo>
                  <a:cubicBezTo>
                    <a:pt x="70" y="96"/>
                    <a:pt x="70" y="96"/>
                    <a:pt x="70" y="96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25" y="80"/>
                    <a:pt x="25" y="80"/>
                    <a:pt x="25" y="80"/>
                  </a:cubicBezTo>
                  <a:cubicBezTo>
                    <a:pt x="27" y="83"/>
                    <a:pt x="30" y="85"/>
                    <a:pt x="33" y="85"/>
                  </a:cubicBezTo>
                  <a:cubicBezTo>
                    <a:pt x="39" y="85"/>
                    <a:pt x="43" y="80"/>
                    <a:pt x="43" y="75"/>
                  </a:cubicBezTo>
                  <a:cubicBezTo>
                    <a:pt x="43" y="70"/>
                    <a:pt x="39" y="65"/>
                    <a:pt x="33" y="65"/>
                  </a:cubicBezTo>
                  <a:cubicBezTo>
                    <a:pt x="30" y="65"/>
                    <a:pt x="27" y="67"/>
                    <a:pt x="25" y="69"/>
                  </a:cubicBezTo>
                  <a:cubicBezTo>
                    <a:pt x="9" y="69"/>
                    <a:pt x="9" y="69"/>
                    <a:pt x="9" y="69"/>
                  </a:cubicBezTo>
                  <a:cubicBezTo>
                    <a:pt x="9" y="31"/>
                    <a:pt x="9" y="31"/>
                    <a:pt x="9" y="31"/>
                  </a:cubicBezTo>
                  <a:cubicBezTo>
                    <a:pt x="52" y="31"/>
                    <a:pt x="52" y="31"/>
                    <a:pt x="52" y="31"/>
                  </a:cubicBezTo>
                  <a:cubicBezTo>
                    <a:pt x="54" y="34"/>
                    <a:pt x="57" y="36"/>
                    <a:pt x="60" y="36"/>
                  </a:cubicBezTo>
                  <a:cubicBezTo>
                    <a:pt x="65" y="36"/>
                    <a:pt x="70" y="31"/>
                    <a:pt x="70" y="26"/>
                  </a:cubicBezTo>
                  <a:cubicBezTo>
                    <a:pt x="70" y="21"/>
                    <a:pt x="65" y="16"/>
                    <a:pt x="60" y="16"/>
                  </a:cubicBezTo>
                  <a:cubicBezTo>
                    <a:pt x="57" y="16"/>
                    <a:pt x="54" y="18"/>
                    <a:pt x="52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14"/>
                    <a:pt x="14" y="9"/>
                    <a:pt x="20" y="9"/>
                  </a:cubicBezTo>
                  <a:cubicBezTo>
                    <a:pt x="140" y="9"/>
                    <a:pt x="140" y="9"/>
                    <a:pt x="140" y="9"/>
                  </a:cubicBezTo>
                  <a:cubicBezTo>
                    <a:pt x="146" y="9"/>
                    <a:pt x="151" y="14"/>
                    <a:pt x="151" y="20"/>
                  </a:cubicBezTo>
                  <a:cubicBezTo>
                    <a:pt x="151" y="30"/>
                    <a:pt x="151" y="30"/>
                    <a:pt x="151" y="30"/>
                  </a:cubicBezTo>
                  <a:cubicBezTo>
                    <a:pt x="104" y="30"/>
                    <a:pt x="104" y="30"/>
                    <a:pt x="104" y="30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3" y="46"/>
                    <a:pt x="71" y="45"/>
                    <a:pt x="70" y="45"/>
                  </a:cubicBezTo>
                  <a:cubicBezTo>
                    <a:pt x="64" y="45"/>
                    <a:pt x="60" y="50"/>
                    <a:pt x="60" y="55"/>
                  </a:cubicBezTo>
                  <a:cubicBezTo>
                    <a:pt x="60" y="60"/>
                    <a:pt x="64" y="65"/>
                    <a:pt x="70" y="65"/>
                  </a:cubicBezTo>
                  <a:cubicBezTo>
                    <a:pt x="75" y="65"/>
                    <a:pt x="79" y="61"/>
                    <a:pt x="80" y="56"/>
                  </a:cubicBezTo>
                  <a:cubicBezTo>
                    <a:pt x="106" y="41"/>
                    <a:pt x="106" y="41"/>
                    <a:pt x="106" y="41"/>
                  </a:cubicBezTo>
                  <a:cubicBezTo>
                    <a:pt x="151" y="41"/>
                    <a:pt x="151" y="41"/>
                    <a:pt x="151" y="41"/>
                  </a:cubicBezTo>
                  <a:cubicBezTo>
                    <a:pt x="151" y="61"/>
                    <a:pt x="151" y="61"/>
                    <a:pt x="151" y="61"/>
                  </a:cubicBezTo>
                  <a:cubicBezTo>
                    <a:pt x="129" y="61"/>
                    <a:pt x="129" y="61"/>
                    <a:pt x="129" y="61"/>
                  </a:cubicBezTo>
                  <a:cubicBezTo>
                    <a:pt x="127" y="59"/>
                    <a:pt x="124" y="57"/>
                    <a:pt x="121" y="57"/>
                  </a:cubicBezTo>
                  <a:cubicBezTo>
                    <a:pt x="116" y="57"/>
                    <a:pt x="111" y="61"/>
                    <a:pt x="111" y="67"/>
                  </a:cubicBezTo>
                  <a:cubicBezTo>
                    <a:pt x="111" y="72"/>
                    <a:pt x="116" y="76"/>
                    <a:pt x="121" y="76"/>
                  </a:cubicBezTo>
                  <a:cubicBezTo>
                    <a:pt x="124" y="76"/>
                    <a:pt x="127" y="75"/>
                    <a:pt x="129" y="72"/>
                  </a:cubicBezTo>
                  <a:cubicBezTo>
                    <a:pt x="151" y="72"/>
                    <a:pt x="151" y="72"/>
                    <a:pt x="151" y="72"/>
                  </a:cubicBezTo>
                  <a:cubicBezTo>
                    <a:pt x="151" y="90"/>
                    <a:pt x="151" y="90"/>
                    <a:pt x="151" y="90"/>
                  </a:cubicBezTo>
                  <a:cubicBezTo>
                    <a:pt x="117" y="90"/>
                    <a:pt x="117" y="90"/>
                    <a:pt x="117" y="90"/>
                  </a:cubicBezTo>
                  <a:cubicBezTo>
                    <a:pt x="98" y="79"/>
                    <a:pt x="98" y="79"/>
                    <a:pt x="98" y="79"/>
                  </a:cubicBezTo>
                  <a:cubicBezTo>
                    <a:pt x="97" y="74"/>
                    <a:pt x="93" y="70"/>
                    <a:pt x="88" y="70"/>
                  </a:cubicBezTo>
                  <a:cubicBezTo>
                    <a:pt x="83" y="70"/>
                    <a:pt x="78" y="75"/>
                    <a:pt x="78" y="80"/>
                  </a:cubicBezTo>
                  <a:cubicBezTo>
                    <a:pt x="78" y="85"/>
                    <a:pt x="83" y="90"/>
                    <a:pt x="88" y="90"/>
                  </a:cubicBezTo>
                  <a:cubicBezTo>
                    <a:pt x="90" y="90"/>
                    <a:pt x="91" y="89"/>
                    <a:pt x="92" y="89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51" y="101"/>
                    <a:pt x="151" y="101"/>
                    <a:pt x="151" y="101"/>
                  </a:cubicBezTo>
                  <a:cubicBezTo>
                    <a:pt x="151" y="117"/>
                    <a:pt x="151" y="117"/>
                    <a:pt x="151" y="117"/>
                  </a:cubicBezTo>
                  <a:cubicBezTo>
                    <a:pt x="145" y="117"/>
                    <a:pt x="145" y="117"/>
                    <a:pt x="145" y="117"/>
                  </a:cubicBezTo>
                  <a:cubicBezTo>
                    <a:pt x="143" y="114"/>
                    <a:pt x="140" y="113"/>
                    <a:pt x="137" y="113"/>
                  </a:cubicBezTo>
                  <a:cubicBezTo>
                    <a:pt x="132" y="113"/>
                    <a:pt x="127" y="117"/>
                    <a:pt x="127" y="123"/>
                  </a:cubicBezTo>
                  <a:cubicBezTo>
                    <a:pt x="127" y="128"/>
                    <a:pt x="132" y="132"/>
                    <a:pt x="137" y="132"/>
                  </a:cubicBezTo>
                  <a:cubicBezTo>
                    <a:pt x="140" y="132"/>
                    <a:pt x="143" y="131"/>
                    <a:pt x="145" y="128"/>
                  </a:cubicBezTo>
                  <a:cubicBezTo>
                    <a:pt x="151" y="128"/>
                    <a:pt x="151" y="128"/>
                    <a:pt x="151" y="128"/>
                  </a:cubicBezTo>
                  <a:cubicBezTo>
                    <a:pt x="151" y="140"/>
                    <a:pt x="151" y="140"/>
                    <a:pt x="151" y="140"/>
                  </a:cubicBezTo>
                  <a:cubicBezTo>
                    <a:pt x="151" y="146"/>
                    <a:pt x="146" y="151"/>
                    <a:pt x="140" y="151"/>
                  </a:cubicBezTo>
                  <a:lnTo>
                    <a:pt x="20" y="151"/>
                  </a:lnTo>
                  <a:close/>
                </a:path>
              </a:pathLst>
            </a:custGeom>
            <a:solidFill>
              <a:srgbClr val="737E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94" name="íṩ1ïdê"/>
            <p:cNvSpPr/>
            <p:nvPr/>
          </p:nvSpPr>
          <p:spPr bwMode="auto">
            <a:xfrm>
              <a:off x="6018213" y="1304925"/>
              <a:ext cx="177800" cy="552450"/>
            </a:xfrm>
            <a:prstGeom prst="rect">
              <a:avLst/>
            </a:prstGeom>
            <a:solidFill>
              <a:srgbClr val="11BC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95" name="ïşḻïḓe"/>
            <p:cNvSpPr/>
            <p:nvPr/>
          </p:nvSpPr>
          <p:spPr bwMode="auto">
            <a:xfrm>
              <a:off x="5619750" y="1304925"/>
              <a:ext cx="177800" cy="552450"/>
            </a:xfrm>
            <a:prstGeom prst="rect">
              <a:avLst/>
            </a:prstGeom>
            <a:solidFill>
              <a:srgbClr val="11BC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96" name="isľiḑê"/>
            <p:cNvSpPr/>
            <p:nvPr/>
          </p:nvSpPr>
          <p:spPr bwMode="auto">
            <a:xfrm>
              <a:off x="5221288" y="1304925"/>
              <a:ext cx="177800" cy="552450"/>
            </a:xfrm>
            <a:prstGeom prst="rect">
              <a:avLst/>
            </a:prstGeom>
            <a:solidFill>
              <a:srgbClr val="11BC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97" name="ísļîďé"/>
            <p:cNvSpPr/>
            <p:nvPr/>
          </p:nvSpPr>
          <p:spPr bwMode="auto">
            <a:xfrm>
              <a:off x="6816725" y="1304925"/>
              <a:ext cx="177800" cy="552450"/>
            </a:xfrm>
            <a:prstGeom prst="rect">
              <a:avLst/>
            </a:prstGeom>
            <a:solidFill>
              <a:srgbClr val="11BC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98" name="îsḻiḑe"/>
            <p:cNvSpPr/>
            <p:nvPr/>
          </p:nvSpPr>
          <p:spPr bwMode="auto">
            <a:xfrm>
              <a:off x="6418263" y="1304925"/>
              <a:ext cx="176213" cy="552450"/>
            </a:xfrm>
            <a:prstGeom prst="rect">
              <a:avLst/>
            </a:prstGeom>
            <a:solidFill>
              <a:srgbClr val="11BC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99" name="î$ḷíḋè"/>
            <p:cNvSpPr/>
            <p:nvPr/>
          </p:nvSpPr>
          <p:spPr bwMode="auto">
            <a:xfrm>
              <a:off x="6018213" y="4999038"/>
              <a:ext cx="177800" cy="554038"/>
            </a:xfrm>
            <a:prstGeom prst="rect">
              <a:avLst/>
            </a:prstGeom>
            <a:solidFill>
              <a:srgbClr val="11BC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00" name="ïSľiḍè"/>
            <p:cNvSpPr/>
            <p:nvPr/>
          </p:nvSpPr>
          <p:spPr bwMode="auto">
            <a:xfrm>
              <a:off x="5619750" y="4999038"/>
              <a:ext cx="177800" cy="554038"/>
            </a:xfrm>
            <a:prstGeom prst="rect">
              <a:avLst/>
            </a:prstGeom>
            <a:solidFill>
              <a:srgbClr val="11BC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01" name="îṡļîḋê"/>
            <p:cNvSpPr/>
            <p:nvPr/>
          </p:nvSpPr>
          <p:spPr bwMode="auto">
            <a:xfrm>
              <a:off x="5221288" y="4999038"/>
              <a:ext cx="177800" cy="554038"/>
            </a:xfrm>
            <a:prstGeom prst="rect">
              <a:avLst/>
            </a:prstGeom>
            <a:solidFill>
              <a:srgbClr val="11BC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02" name="íš1îde"/>
            <p:cNvSpPr/>
            <p:nvPr/>
          </p:nvSpPr>
          <p:spPr bwMode="auto">
            <a:xfrm>
              <a:off x="6816725" y="4999038"/>
              <a:ext cx="177800" cy="554038"/>
            </a:xfrm>
            <a:prstGeom prst="rect">
              <a:avLst/>
            </a:prstGeom>
            <a:solidFill>
              <a:srgbClr val="11BC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03" name="iṧļíḍê"/>
            <p:cNvSpPr/>
            <p:nvPr/>
          </p:nvSpPr>
          <p:spPr bwMode="auto">
            <a:xfrm>
              <a:off x="6418263" y="4999038"/>
              <a:ext cx="176213" cy="554038"/>
            </a:xfrm>
            <a:prstGeom prst="rect">
              <a:avLst/>
            </a:prstGeom>
            <a:solidFill>
              <a:srgbClr val="11BC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04" name="ïŝlïḍé"/>
            <p:cNvSpPr/>
            <p:nvPr/>
          </p:nvSpPr>
          <p:spPr bwMode="auto">
            <a:xfrm>
              <a:off x="7680325" y="3340100"/>
              <a:ext cx="554038" cy="177800"/>
            </a:xfrm>
            <a:prstGeom prst="rect">
              <a:avLst/>
            </a:prstGeom>
            <a:solidFill>
              <a:srgbClr val="11BC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05" name="íŝḻïḍè"/>
            <p:cNvSpPr/>
            <p:nvPr/>
          </p:nvSpPr>
          <p:spPr bwMode="auto">
            <a:xfrm>
              <a:off x="7680325" y="2941638"/>
              <a:ext cx="554038" cy="177800"/>
            </a:xfrm>
            <a:prstGeom prst="rect">
              <a:avLst/>
            </a:prstGeom>
            <a:solidFill>
              <a:srgbClr val="11BC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06" name="íṡḷidé"/>
            <p:cNvSpPr/>
            <p:nvPr/>
          </p:nvSpPr>
          <p:spPr bwMode="auto">
            <a:xfrm>
              <a:off x="7680325" y="2543175"/>
              <a:ext cx="554038" cy="177800"/>
            </a:xfrm>
            <a:prstGeom prst="rect">
              <a:avLst/>
            </a:prstGeom>
            <a:solidFill>
              <a:srgbClr val="11BC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07" name="işḻiḓé"/>
            <p:cNvSpPr/>
            <p:nvPr/>
          </p:nvSpPr>
          <p:spPr bwMode="auto">
            <a:xfrm>
              <a:off x="7680325" y="4137025"/>
              <a:ext cx="554038" cy="176213"/>
            </a:xfrm>
            <a:prstGeom prst="rect">
              <a:avLst/>
            </a:prstGeom>
            <a:solidFill>
              <a:srgbClr val="11BC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08" name="iS1îdè"/>
            <p:cNvSpPr/>
            <p:nvPr/>
          </p:nvSpPr>
          <p:spPr bwMode="auto">
            <a:xfrm>
              <a:off x="7680325" y="3738563"/>
              <a:ext cx="554038" cy="176213"/>
            </a:xfrm>
            <a:prstGeom prst="rect">
              <a:avLst/>
            </a:prstGeom>
            <a:solidFill>
              <a:srgbClr val="11BC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09" name="ïṡļídé"/>
            <p:cNvSpPr/>
            <p:nvPr/>
          </p:nvSpPr>
          <p:spPr bwMode="auto">
            <a:xfrm>
              <a:off x="3979863" y="3340100"/>
              <a:ext cx="554038" cy="177800"/>
            </a:xfrm>
            <a:prstGeom prst="rect">
              <a:avLst/>
            </a:prstGeom>
            <a:solidFill>
              <a:srgbClr val="11BC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10" name="iŝ1iḋè"/>
            <p:cNvSpPr/>
            <p:nvPr/>
          </p:nvSpPr>
          <p:spPr bwMode="auto">
            <a:xfrm>
              <a:off x="3979863" y="2941638"/>
              <a:ext cx="554038" cy="177800"/>
            </a:xfrm>
            <a:prstGeom prst="rect">
              <a:avLst/>
            </a:prstGeom>
            <a:solidFill>
              <a:srgbClr val="11BC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11" name="ïṥľîdé"/>
            <p:cNvSpPr/>
            <p:nvPr/>
          </p:nvSpPr>
          <p:spPr bwMode="auto">
            <a:xfrm>
              <a:off x="3979863" y="2543175"/>
              <a:ext cx="554038" cy="177800"/>
            </a:xfrm>
            <a:prstGeom prst="rect">
              <a:avLst/>
            </a:prstGeom>
            <a:solidFill>
              <a:srgbClr val="11BC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12" name="íSḷïḋè"/>
            <p:cNvSpPr/>
            <p:nvPr/>
          </p:nvSpPr>
          <p:spPr bwMode="auto">
            <a:xfrm>
              <a:off x="3979863" y="4137025"/>
              <a:ext cx="554038" cy="176213"/>
            </a:xfrm>
            <a:prstGeom prst="rect">
              <a:avLst/>
            </a:prstGeom>
            <a:solidFill>
              <a:srgbClr val="11BC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13" name="ïšḻîḑè"/>
            <p:cNvSpPr/>
            <p:nvPr/>
          </p:nvSpPr>
          <p:spPr bwMode="auto">
            <a:xfrm>
              <a:off x="3979863" y="3738563"/>
              <a:ext cx="554038" cy="176213"/>
            </a:xfrm>
            <a:prstGeom prst="rect">
              <a:avLst/>
            </a:prstGeom>
            <a:solidFill>
              <a:srgbClr val="11BC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  <p:pic>
        <p:nvPicPr>
          <p:cNvPr id="270" name="图片 269" descr="图片包含 星星, 碗, 水, 夜空&#10;&#10;描述已自动生成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5729" y="1204565"/>
            <a:ext cx="1436303" cy="871200"/>
          </a:xfrm>
          <a:prstGeom prst="rect">
            <a:avLst/>
          </a:prstGeom>
        </p:spPr>
      </p:pic>
      <p:pic>
        <p:nvPicPr>
          <p:cNvPr id="271" name="图片 270" descr="图片包含 水, 桌子, 站, 鸟&#10;&#10;描述已自动生成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4004" y="1206000"/>
            <a:ext cx="1438886" cy="871200"/>
          </a:xfrm>
          <a:prstGeom prst="rect">
            <a:avLst/>
          </a:prstGeom>
        </p:spPr>
      </p:pic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B54BD4-5486-4A33-9B83-769ED7785D49}" type="slidenum">
              <a:rPr lang="zh-CN" altLang="en-US" smtClean="0"/>
              <a:t>42</a:t>
            </a:fld>
            <a:endParaRPr lang="en-US" altLang="zh-CN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FF6699-C56C-4F71-A139-EBF58CE0D1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6266" y="5470012"/>
            <a:ext cx="5696919" cy="810879"/>
          </a:xfrm>
        </p:spPr>
        <p:txBody>
          <a:bodyPr/>
          <a:lstStyle/>
          <a:p>
            <a:pPr algn="ctr"/>
            <a:r>
              <a:rPr lang="zh-CN" altLang="en-US" dirty="0"/>
              <a:t>谢谢大家！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7D85DFE-C80B-4267-AE1A-13258D4E7F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1274" y="767181"/>
            <a:ext cx="7680293" cy="4361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194282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7665,&quot;width&quot;:15375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243693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243693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243693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243693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62a0234c-3beb-46f2-bd39-7e0bbc0a0fb7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243693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62a0234c-3beb-46f2-bd39-7e0bbc0a0fb7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1042c4d6-065c-43ea-a1d1-115b3632b96d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243693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62a0234c-3beb-46f2-bd39-7e0bbc0a0fb7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1042c4d6-065c-43ea-a1d1-115b3632b96d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1311</Words>
  <Application>Microsoft Office PowerPoint</Application>
  <PresentationFormat>宽屏</PresentationFormat>
  <Paragraphs>314</Paragraphs>
  <Slides>43</Slides>
  <Notes>5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43</vt:i4>
      </vt:variant>
    </vt:vector>
  </HeadingPairs>
  <TitlesOfParts>
    <vt:vector size="57" baseType="lpstr">
      <vt:lpstr>Gill Sans</vt:lpstr>
      <vt:lpstr>Helvetica Light</vt:lpstr>
      <vt:lpstr>等线</vt:lpstr>
      <vt:lpstr>等线 Light</vt:lpstr>
      <vt:lpstr>楷体</vt:lpstr>
      <vt:lpstr>微软雅黑</vt:lpstr>
      <vt:lpstr>微软雅黑 Light</vt:lpstr>
      <vt:lpstr>Arial</vt:lpstr>
      <vt:lpstr>Helvetica</vt:lpstr>
      <vt:lpstr>Times New Roman</vt:lpstr>
      <vt:lpstr>Wingdings 3</vt:lpstr>
      <vt:lpstr>Office 主题​​</vt:lpstr>
      <vt:lpstr>Visio</vt:lpstr>
      <vt:lpstr>Equation</vt:lpstr>
      <vt:lpstr>人工智能-深度学习导论</vt:lpstr>
      <vt:lpstr>智能时代</vt:lpstr>
      <vt:lpstr>国家战略</vt:lpstr>
      <vt:lpstr>企业投入</vt:lpstr>
      <vt:lpstr>研究趋势</vt:lpstr>
      <vt:lpstr>研究趋势</vt:lpstr>
      <vt:lpstr>高等教育</vt:lpstr>
      <vt:lpstr>投资规模</vt:lpstr>
      <vt:lpstr>参数规模</vt:lpstr>
      <vt:lpstr>算力规模</vt:lpstr>
      <vt:lpstr>人工智能不断飞速发展</vt:lpstr>
      <vt:lpstr>什么是人工智能</vt:lpstr>
      <vt:lpstr>人工智能的三次热潮</vt:lpstr>
      <vt:lpstr>人工智能都在研究什么？</vt:lpstr>
      <vt:lpstr>人工智能三个流派</vt:lpstr>
      <vt:lpstr>更本质的问题</vt:lpstr>
      <vt:lpstr>连接主义：人工神经网络</vt:lpstr>
      <vt:lpstr>人工神经网络</vt:lpstr>
      <vt:lpstr>人工神经元</vt:lpstr>
      <vt:lpstr>一个神经元的单层感知机</vt:lpstr>
      <vt:lpstr>多层+多个神经元</vt:lpstr>
      <vt:lpstr>深而大的深度神经网络</vt:lpstr>
      <vt:lpstr>深而大的深度神经网络</vt:lpstr>
      <vt:lpstr>深度神经网络的组织方式</vt:lpstr>
      <vt:lpstr>深度学习工作机理</vt:lpstr>
      <vt:lpstr>深度学习工作机理</vt:lpstr>
      <vt:lpstr>深度学习20个有意思的小应用</vt:lpstr>
      <vt:lpstr>深度学习的局限性</vt:lpstr>
      <vt:lpstr>“星空”</vt:lpstr>
      <vt:lpstr>“星空”</vt:lpstr>
      <vt:lpstr>如何解决一个AI的任务？</vt:lpstr>
      <vt:lpstr>处理过程</vt:lpstr>
      <vt:lpstr>输入</vt:lpstr>
      <vt:lpstr>建模</vt:lpstr>
      <vt:lpstr>神经网络基础</vt:lpstr>
      <vt:lpstr>深度学习</vt:lpstr>
      <vt:lpstr>深度学习</vt:lpstr>
      <vt:lpstr>实现</vt:lpstr>
      <vt:lpstr>编程框架</vt:lpstr>
      <vt:lpstr>运行</vt:lpstr>
      <vt:lpstr>架构设计</vt:lpstr>
      <vt:lpstr>输出</vt:lpstr>
      <vt:lpstr>谢谢大家！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人工智能-深度学习导论</dc:title>
  <dc:creator>QianKun Dong</dc:creator>
  <cp:lastModifiedBy>QianKun Dong</cp:lastModifiedBy>
  <cp:revision>7</cp:revision>
  <dcterms:created xsi:type="dcterms:W3CDTF">2024-04-07T09:43:18Z</dcterms:created>
  <dcterms:modified xsi:type="dcterms:W3CDTF">2024-04-07T11:48:22Z</dcterms:modified>
</cp:coreProperties>
</file>